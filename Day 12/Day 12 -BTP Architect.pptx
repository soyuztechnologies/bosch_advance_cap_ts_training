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76" r:id="rId2"/>
    <p:sldId id="4122" r:id="rId3"/>
    <p:sldId id="277" r:id="rId4"/>
    <p:sldId id="4802" r:id="rId5"/>
    <p:sldId id="4773" r:id="rId6"/>
    <p:sldId id="4774" r:id="rId7"/>
    <p:sldId id="4811" r:id="rId8"/>
    <p:sldId id="4819" r:id="rId9"/>
    <p:sldId id="4812" r:id="rId10"/>
    <p:sldId id="4775" r:id="rId11"/>
    <p:sldId id="4776" r:id="rId12"/>
    <p:sldId id="4817" r:id="rId13"/>
    <p:sldId id="4754" r:id="rId14"/>
    <p:sldId id="4820" r:id="rId15"/>
    <p:sldId id="4821" r:id="rId16"/>
    <p:sldId id="4813" r:id="rId17"/>
    <p:sldId id="4814" r:id="rId18"/>
    <p:sldId id="4815" r:id="rId19"/>
    <p:sldId id="4822" r:id="rId20"/>
    <p:sldId id="4816" r:id="rId21"/>
    <p:sldId id="4731" r:id="rId22"/>
    <p:sldId id="4732" r:id="rId23"/>
    <p:sldId id="282" r:id="rId24"/>
    <p:sldId id="280" r:id="rId25"/>
    <p:sldId id="4711" r:id="rId2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10" d="100"/>
          <a:sy n="110" d="100"/>
        </p:scale>
        <p:origin x="320" y="76"/>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5"/>
    </inkml:context>
    <inkml:brush xml:id="br0">
      <inkml:brushProperty name="width" value="0.05" units="cm"/>
      <inkml:brushProperty name="height" value="0.05" units="cm"/>
    </inkml:brush>
  </inkml:definitions>
  <inkml:trace contextRef="#ctx0" brushRef="#br0">11 31 24575,'-1'0'0,"1"0"0,0 0 0,0 0 0,-1 1 0,1-1 0,0 0 0,0 0 0,-1 0 0,1 0 0,0 0 0,-1 0 0,1 0 0,0 0 0,0 0 0,-1 0 0,1 0 0,0 0 0,0 0 0,-1 0 0,1 0 0,0 0 0,-1 0 0,1 0 0,0-1 0,0 1 0,-1 0 0,1 0 0,0 0 0,0 0 0,-1-1 0,1 1 0,0 0 0,0 0 0,0 0 0,0-1 0,-1 1 0,1 0 0,0 0 0,0-1 0,0 1 0,0 0 0,0 0 0,0-1 0,-1 1 0,1 0 0,0 0 0,0-1 0,0 1 0,0 0 0,0-1 0,0 1 0,0 0 0,0 0 0,0-1 0,1 1 0,-1 0 0,0-1 0,0 1 0,0 0 0,0 0 0,0-1 0,0 1 0,1 0 0,0-2 0,0 1 0,0 0 0,0 0 0,0 0 0,0 0 0,0 1 0,0-1 0,0 0 0,1 0 0,-1 1 0,0-1 0,3 0 0,23-3 0,0 0 0,0 2 0,54 4 0,-30-1 0,463 0-1365,-471-1-5461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6"/>
    </inkml:context>
    <inkml:brush xml:id="br0">
      <inkml:brushProperty name="width" value="0.05" units="cm"/>
      <inkml:brushProperty name="height" value="0.05" units="cm"/>
    </inkml:brush>
  </inkml:definitions>
  <inkml:trace contextRef="#ctx0" brushRef="#br0">1 29 24575,'5'0'0,"6"0"0,6 0 0,9 0 0,5 0 0,6 0 0,7 0 0,4-5 0,9-1 0,3 0 0,6 1 0,1 2 0,-2 1 0,-7 1 0,-13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05:49:54.250"/>
    </inkml:context>
    <inkml:brush xml:id="br0">
      <inkml:brushProperty name="width" value="0.05" units="cm"/>
      <inkml:brushProperty name="height" value="0.05" units="cm"/>
      <inkml:brushProperty name="color" value="#F6630D"/>
    </inkml:brush>
  </inkml:definitions>
  <inkml:trace contextRef="#ctx0" brushRef="#br0">1 3 24575,'3'-3'0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05.902"/>
    </inkml:context>
    <inkml:brush xml:id="br0">
      <inkml:brushProperty name="width" value="0.05" units="cm"/>
      <inkml:brushProperty name="height" value="0.05" units="cm"/>
      <inkml:brushProperty name="color" value="#FFFFFF"/>
    </inkml:brush>
  </inkml:definitions>
  <inkml:trace contextRef="#ctx0" brushRef="#br0">795 8 24575,'-1'-1'0,"0"0"0,0 0 0,-1 1 0,1-1 0,0 1 0,0-1 0,0 1 0,-1-1 0,1 1 0,0-1 0,-1 1 0,1 0 0,0 0 0,-1 0 0,1 0 0,0 0 0,-1 0 0,1 0 0,0 0 0,-1 0 0,1 1 0,0-1 0,0 1 0,-2 0 0,-35 18 0,17-8 0,-68 22 0,-15 6 0,59-18 0,2 1 0,0 2 0,2 2 0,0 2 0,2 2 0,-48 47 0,69-60 0,2 1 0,0 1 0,2 1 0,0 0 0,1 0 0,1 2 0,0 0 0,2 0 0,1 1 0,1 0 0,1 0 0,0 1 0,2 0 0,-3 43 0,7-49 0,1 1 0,1 0 0,1-1 0,1 1 0,0-1 0,1 0 0,1 0 0,1 0 0,1 0 0,0-1 0,1 0 0,1-1 0,1 0 0,18 24 0,-12-20 0,1-2 0,0 0 0,2-1 0,0 0 0,1-2 0,1 0 0,0-2 0,1 0 0,0-1 0,32 12 0,-25-14 0,1 0 0,0-2 0,1-1 0,-1-2 0,1-1 0,0-1 0,0-1 0,0-2 0,60-8 0,-58 2 0,1-1 0,-1-2 0,-1-1 0,0-2 0,0-1 0,-1-1 0,-1-2 0,53-37 0,-39 20 0,-2-2 0,-1-1 0,-2-3 0,-2-1 0,-2-2 0,-1-1 0,-2-2 0,-3-1 0,-1-1 0,-2-1 0,19-54 0,-36 78 0,-1-1 0,-1 1 0,-1-1 0,-1 0 0,-2-1 0,2-35 0,-5 51 0,-1-1 0,0 1 0,0 0 0,-1 0 0,0-1 0,0 1 0,-1 1 0,-1-1 0,0 0 0,0 1 0,-1 0 0,0 0 0,0 0 0,-1 0 0,-1 1 0,1 0 0,-1 0 0,-12-9 0,5 6 0,-1 1 0,0 1 0,-1 0 0,0 1 0,0 1 0,-1 1 0,0 0 0,-21-4 0,-15-1 0,-75-6 0,53 10-455,0 3 0,-142 11 0,186-2-6371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06.549"/>
    </inkml:context>
    <inkml:brush xml:id="br0">
      <inkml:brushProperty name="width" value="0.05" units="cm"/>
      <inkml:brushProperty name="height" value="0.05" units="cm"/>
      <inkml:brushProperty name="color" value="#FFFFFF"/>
    </inkml:brush>
  </inkml:definitions>
  <inkml:trace contextRef="#ctx0" brushRef="#br0">10 165 24575,'-1'-1'0,"0"0"0,0-1 0,0 1 0,1 0 0,-1-1 0,0 1 0,0-1 0,1 1 0,-1-1 0,1 1 0,0-1 0,-1 1 0,1-1 0,0 0 0,0 1 0,0-3 0,0 4 0,0-1 0,0 1 0,0 0 0,0-1 0,0 1 0,0 0 0,0-1 0,0 1 0,0 0 0,0-1 0,1 1 0,-1 0 0,0-1 0,0 1 0,0 0 0,1 0 0,-1-1 0,0 1 0,0 0 0,1-1 0,-1 1 0,0 0 0,0 0 0,1 0 0,-1-1 0,1 1 0,0 0 0,-1 0 0,1 0 0,0 0 0,0 0 0,0 1 0,-1-1 0,1 0 0,0 0 0,-1 1 0,1-1 0,0 0 0,0 1 0,-1-1 0,1 1 0,-1-1 0,1 0 0,0 1 0,0 0 0,31 28 0,-24-20 0,1-1 0,1 0 0,-1 0 0,1-1 0,1 0 0,-1-1 0,1 0 0,21 8 0,-21-11 0,0-1 0,0 0 0,0-1 0,1 0 0,-1-1 0,0 0 0,0-1 0,0 0 0,0-1 0,0 0 0,0 0 0,0-1 0,0-1 0,18-8 0,-12 3 0,0 0 0,0-2 0,-1 1 0,-1-2 0,0 0 0,0-1 0,23-26 0,-34 35-85,-1-1 0,1 1-1,-1-1 1,1 0 0,-2 0-1,1 0 1,0-1 0,-1 1-1,0-1 1,0 1 0,-1-1-1,1 0 1,-1 0 0,-1 1-1,1-8 1,-3 0-6741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06.812"/>
    </inkml:context>
    <inkml:brush xml:id="br0">
      <inkml:brushProperty name="width" value="0.05" units="cm"/>
      <inkml:brushProperty name="height" value="0.05" units="cm"/>
      <inkml:brushProperty name="color" value="#FFFFFF"/>
    </inkml:brush>
  </inkml:definitions>
  <inkml:trace contextRef="#ctx0" brushRef="#br0">30 1 24575,'-3'0'0,"-3"0"0,-5 0 0,3 0 0,6 0 0,7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06.983"/>
    </inkml:context>
    <inkml:brush xml:id="br0">
      <inkml:brushProperty name="width" value="0.05" units="cm"/>
      <inkml:brushProperty name="height" value="0.05" units="cm"/>
      <inkml:brushProperty name="color" value="#FFFFFF"/>
    </inkml:brush>
  </inkml:definitions>
  <inkml:trace contextRef="#ctx0" brushRef="#br0">1 1 24575,'0'3'0,"2"1"0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07.779"/>
    </inkml:context>
    <inkml:brush xml:id="br0">
      <inkml:brushProperty name="width" value="0.05" units="cm"/>
      <inkml:brushProperty name="height" value="0.05" units="cm"/>
      <inkml:brushProperty name="color" value="#FFFFFF"/>
    </inkml:brush>
  </inkml:definitions>
  <inkml:trace contextRef="#ctx0" brushRef="#br0">238 1 24575,'0'0'0,"1"0"0,-1 0 0,1 0 0,-1 0 0,0 1 0,1-1 0,-1 0 0,1 0 0,-1 0 0,0 1 0,1-1 0,-1 0 0,0 0 0,1 1 0,-1-1 0,0 0 0,0 1 0,1-1 0,-1 1 0,0-1 0,0 0 0,1 1 0,-1-1 0,0 0 0,0 1 0,0-1 0,0 1 0,0-1 0,0 1 0,0-1 0,0 0 0,0 1 0,0-1 0,0 1 0,0-1 0,0 1 0,0-1 0,0 0 0,0 1 0,0-1 0,-1 1 0,-4 20 0,-47 105 0,-72 200 0,66-135 0,57-188 0,0 0 0,0 0 0,0 0 0,1 1 0,-1-1 0,1 0 0,0 0 0,0 1 0,0-1 0,0 0 0,1 1 0,-1-1 0,2 5 0,-1-6 0,0-1 0,1 1 0,-1 0 0,0-1 0,0 1 0,1-1 0,-1 0 0,1 0 0,-1 1 0,1-1 0,0 0 0,-1 0 0,1 0 0,0-1 0,0 1 0,0 0 0,-1-1 0,1 1 0,0-1 0,0 1 0,0-1 0,0 0 0,4 0 0,208 0 0,-97-3 0,287 21 0,-82-1 0,-313-16 0,2-1 0,-1 0 0,1 0 0,-1-1 0,18-3 0,-26 4 0,-1-1 0,1 1 0,0-1 0,0 1 0,0-1 0,0 0 0,-1 0 0,1 0 0,0 0 0,-1 0 0,1 0 0,-1-1 0,1 1 0,-1 0 0,0-1 0,0 1 0,1-1 0,-1 1 0,0-1 0,0 0 0,0 1 0,-1-1 0,1 0 0,0 0 0,-1 0 0,1 0 0,-1 1 0,1-1 0,-1 0 0,0 0 0,0-4 0,-3-15 0,0 1 0,-2-1 0,0 1 0,-1-1 0,-1 2 0,-12-24 0,-8-25 0,-8-47 0,-22-58 0,47 149 0,-1 0 0,-1 1 0,-1 0 0,-29-39 0,31 51-1365,2 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09.921"/>
    </inkml:context>
    <inkml:brush xml:id="br0">
      <inkml:brushProperty name="width" value="0.05" units="cm"/>
      <inkml:brushProperty name="height" value="0.05" units="cm"/>
      <inkml:brushProperty name="color" value="#FFFFFF"/>
    </inkml:brush>
  </inkml:definitions>
  <inkml:trace contextRef="#ctx0" brushRef="#br0">19 2 24575,'7'-1'0,"-2"1"0,-1 9 0,-2 18 0,-1 0 0,-2 0 0,-6 47 0,3-31 0,-21 458-1365,25-471-5461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0.261"/>
    </inkml:context>
    <inkml:brush xml:id="br0">
      <inkml:brushProperty name="width" value="0.05" units="cm"/>
      <inkml:brushProperty name="height" value="0.05" units="cm"/>
      <inkml:brushProperty name="color" value="#FFFFFF"/>
    </inkml:brush>
  </inkml:definitions>
  <inkml:trace contextRef="#ctx0" brushRef="#br0">21 222 24575,'-4'-8'0,"1"0"0,0 1 0,1-1 0,0 0 0,0 0 0,0 0 0,1-1 0,0 1 0,1 0 0,0 0 0,2-16 0,-2 19 0,1 0 0,0-1 0,1 1 0,-1 0 0,1 0 0,0 0 0,0 1 0,1-1 0,-1 0 0,1 1 0,0 0 0,0-1 0,1 1 0,-1 0 0,1 1 0,0-1 0,0 1 0,0-1 0,6-2 0,-6 3 0,1 1 0,0-1 0,0 1 0,0 0 0,0 1 0,0-1 0,0 1 0,0 0 0,1 1 0,-1-1 0,0 1 0,0 0 0,1 0 0,-1 0 0,0 1 0,0 0 0,1 0 0,-1 0 0,0 1 0,9 4 0,-6-2 0,0 1 0,-1 0 0,0 0 0,0 1 0,0 0 0,-1 0 0,0 1 0,0-1 0,-1 1 0,1 1 0,7 14 0,0 5 57,0 0 0,-2 1 0,-1 1 0,-1 0 0,9 55 0,-10-19-911,1 107 1,-9-134-5973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0.446"/>
    </inkml:context>
    <inkml:brush xml:id="br0">
      <inkml:brushProperty name="width" value="0.05" units="cm"/>
      <inkml:brushProperty name="height" value="0.05" units="cm"/>
      <inkml:brushProperty name="color" value="#FFFFFF"/>
    </inkml:brush>
  </inkml:definitions>
  <inkml:trace contextRef="#ctx0" brushRef="#br0">14 172 24575,'-3'0'0,"-1"-2"0,0-5 0,1-4 0,7-2 0,5-3 0,8-1 0,6-1 0,6 0 0,6-1 0,3 1 0,5 0 0,-6 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0.853"/>
    </inkml:context>
    <inkml:brush xml:id="br0">
      <inkml:brushProperty name="width" value="0.05" units="cm"/>
      <inkml:brushProperty name="height" value="0.05" units="cm"/>
      <inkml:brushProperty name="color" value="#FFFFFF"/>
    </inkml:brush>
  </inkml:definitions>
  <inkml:trace contextRef="#ctx0" brushRef="#br0">11 39 24575,'0'0'0,"-1"0"0,1 0 0,0 0 0,-1 0 0,1 0 0,0 0 0,-1 0 0,1 0 0,-1 0 0,1 0 0,0 0 0,-1-1 0,1 1 0,0 0 0,-1 0 0,1 0 0,0 0 0,-1-1 0,1 1 0,0 0 0,0 0 0,-1-1 0,1 1 0,0 0 0,0 0 0,-1-1 0,1 1 0,0 0 0,0-1 0,0 1 0,-1 0 0,1-1 0,0 1 0,0-1 0,0 1 0,0 0 0,0-1 0,0 1 0,0 0 0,0-1 0,0 1 0,0-1 0,0 1 0,0 0 0,0-1 0,0 1 0,0 0 0,0-1 0,1 1 0,-1-1 0,0 0 0,1 0 0,-1 0 0,1-1 0,0 1 0,-1 0 0,1 0 0,0 0 0,-1 0 0,1 1 0,0-1 0,0 0 0,0 0 0,0 0 0,0 1 0,2-2 0,-1 1 0,-1 1 0,1-1 0,0 1 0,0-1 0,1 1 0,-1 0 0,0 0 0,0 0 0,0 0 0,0 0 0,0 0 0,0 1 0,0-1 0,0 1 0,0-1 0,3 2 0,-1 0 0,0 1 0,-1-1 0,1 0 0,0 1 0,-1 0 0,0 0 0,5 5 0,0 2 0,0 0 0,-1 1 0,0 0 0,7 18 0,-5-11 0,-2 2 0,10 36 0,-15-45 0,0 0 0,0 0 0,-1 0 0,-1 0 0,0 0 0,0 0 0,-3 11 0,2-18 0,0 0 0,-1 0 0,0 0 0,1 0 0,-1 0 0,-1 0 0,-3 4 0,6-7 0,0-1 0,-1 1 0,1-1 0,0 1 0,-1-1 0,1 1 0,0-1 0,-1 1 0,1-1 0,-1 1 0,1-1 0,-1 0 0,1 1 0,-1-1 0,1 0 0,-1 1 0,1-1 0,-1 0 0,1 0 0,-1 0 0,1 1 0,-1-1 0,0 0 0,1 0 0,-1 0 0,1 0 0,-1 0 0,0 0 0,1 0 0,-1 0 0,1 0 0,-1 0 0,0 0 0,1-1 0,-1 1 0,1 0 0,-1 0 0,1-1 0,-1 1 0,1 0 0,-1-1 0,1 1 0,-1 0 0,1-1 0,-1 1 0,1-1 0,-1 1 0,1-1 0,0 1 0,-1-1 0,1 1 0,0-1 0,0 1 0,-1-1 0,1 1 0,0-1 0,0 1 0,0-1 0,0 0 0,-1 1 0,1-2 0,-3-8 0,1 0 0,0 0 0,0 0 0,1-1 0,1 1 0,-1-1 0,2 1 0,-1-1 0,4-13 0,0 2 0,1 1 0,1 0 0,13-31 0,-15 43 0,0 0 0,1 0 0,0 0 0,0 1 0,1 0 0,0 0 0,14-14 0,-18 21 0,0-1 0,0 0 0,0 1 0,0-1 0,0 1 0,0 0 0,0 0 0,0 0 0,1 0 0,-1 0 0,0 0 0,1 1 0,-1-1 0,0 1 0,1 0 0,-1-1 0,1 1 0,-1 0 0,1 0 0,-1 1 0,1-1 0,-1 0 0,0 1 0,1 0 0,-1-1 0,0 1 0,1 0 0,-1 0 0,0 0 0,0 1 0,0-1 0,0 0 0,0 1 0,0 0 0,0-1 0,0 1 0,2 3 0,5 6 57,0 1 0,-1-1 0,0 1 0,-1 1 0,12 25 0,-8-8-911,13 49 1,-18-54-5973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1.222"/>
    </inkml:context>
    <inkml:brush xml:id="br0">
      <inkml:brushProperty name="width" value="0.05" units="cm"/>
      <inkml:brushProperty name="height" value="0.05" units="cm"/>
      <inkml:brushProperty name="color" value="#FFFFFF"/>
    </inkml:brush>
  </inkml:definitions>
  <inkml:trace contextRef="#ctx0" brushRef="#br0">0 177 24575,'1'-1'0,"0"0"0,-1 1 0,1-1 0,-1-1 0,1 1 0,-1 0 0,1 0 0,-1 0 0,0 0 0,1 0 0,-1 0 0,0-2 0,0 0 0,-2 10 0,1 7 0,0 0 0,1 1 0,1-1 0,0 0 0,1 0 0,0 0 0,1 0 0,7 17 0,-2-9 0,0 0 0,2-1 0,1 0 0,16 25 0,-24-42 0,0 0 0,1 1 0,-1-1 0,1 0 0,0-1 0,-1 1 0,2-1 0,-1 0 0,0 0 0,8 4 0,-10-6 0,0 0 0,0-1 0,0 1 0,0-1 0,0 1 0,0-1 0,1 0 0,-1 0 0,0 0 0,0 0 0,0 0 0,0 0 0,1-1 0,-1 1 0,0-1 0,0 1 0,0-1 0,0 0 0,0 0 0,0 0 0,0 0 0,0 0 0,-1 0 0,1-1 0,0 1 0,-1-1 0,4-2 0,4-7 0,0 0 0,-1 0 0,0-1 0,-1 0 0,0 0 0,-1-1 0,9-26 0,-3 0 0,11-58 0,-22 89 0,4-17 0,3-47 0,-8 66 0,0 0 0,0-1 0,-1 1 0,1 0 0,-2-1 0,1 1 0,0 0 0,-1 0 0,0 0 0,-1 0 0,1 0 0,-8-10 0,-1 4-1365,-1 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1.694"/>
    </inkml:context>
    <inkml:brush xml:id="br0">
      <inkml:brushProperty name="width" value="0.05" units="cm"/>
      <inkml:brushProperty name="height" value="0.05" units="cm"/>
      <inkml:brushProperty name="color" value="#FFFFFF"/>
    </inkml:brush>
  </inkml:definitions>
  <inkml:trace contextRef="#ctx0" brushRef="#br0">1 13 24575,'2'-11'0,"4"10"0,-5 2 0,0 0 0,0 0 0,0 0 0,0 0 0,0 1 0,0-1 0,0 0 0,0 0 0,-1 1 0,1-1 0,1 3 0,14 43 0,-3 1 0,-1 0 0,-2 0 0,-3 1 0,3 82 0,-9-145 0,1 0 0,0 1 0,1-1 0,0 1 0,1 0 0,0 0 0,2 0 0,-1 1 0,1-1 0,1 1 0,0 1 0,1-1 0,18-19 0,-25 29 0,1 0 0,0 0 0,1 1 0,-1-1 0,0 1 0,0-1 0,1 1 0,-1 0 0,1 0 0,-1 0 0,1 0 0,-1 1 0,1-1 0,0 1 0,-1-1 0,1 1 0,0 0 0,-1 0 0,1 0 0,3 1 0,-2 0 0,0 0 0,0 0 0,0 1 0,0 0 0,-1 0 0,1 0 0,0 0 0,-1 1 0,0-1 0,0 1 0,6 5 0,-1 2 0,-1-1 0,0 1 0,0 0 0,-1 0 0,0 1 0,-1-1 0,0 1 0,4 14 0,-7-17 0,0 0 0,-1 0 0,1-1 0,-2 1 0,1 0 0,-1 0 0,0 0 0,-1 0 0,0 0 0,0 0 0,-4 12 0,3-16 0,1 0 0,-1 0 0,0 0 0,0 0 0,0 0 0,-1-1 0,1 1 0,-1-1 0,0 0 0,0 0 0,0 0 0,-1 0 0,1 0 0,-1 0 0,1-1 0,-1 0 0,0 0 0,0 0 0,0 0 0,0-1 0,0 1 0,-7 0 0,4 0-72,1-1 1,0-1-1,0 1 0,-1-1 0,1 0 0,0 0 0,-1-1 0,1 0 1,0 0-1,0-1 0,-1 1 0,1-1 0,1-1 0,-1 1 0,0-1 1,0 0-1,1 0 0,-6-4 0,-13-13-6754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2.099"/>
    </inkml:context>
    <inkml:brush xml:id="br0">
      <inkml:brushProperty name="width" value="0.05" units="cm"/>
      <inkml:brushProperty name="height" value="0.05" units="cm"/>
      <inkml:brushProperty name="color" value="#FFFFFF"/>
    </inkml:brush>
  </inkml:definitions>
  <inkml:trace contextRef="#ctx0" brushRef="#br0">11 17 24575,'-7'-13'0,"3"10"0,6 10 0,13 35 0,-1 0 0,-3 1 0,7 49 0,-14-65 0,13 133 0,-16-171 0,1-1 0,-1 1 0,2-1 0,0 1 0,0 0 0,1 0 0,0 0 0,1 0 0,0 1 0,1 0 0,13-18 0,-14 21 0,1 0 0,0 0 0,0 1 0,0-1 0,1 2 0,0-1 0,14-8 0,-17 11 0,1 1 0,-1 0 0,0 1 0,1-1 0,-1 1 0,1 0 0,0 0 0,-1 0 0,1 0 0,0 1 0,0 0 0,-1 0 0,1 0 0,0 1 0,7 1 0,-7 0 20,0 0 0,-1 0 0,1 0 1,0 0-1,-1 1 0,1 0 0,-1 0 0,0 0 0,0 1 0,0 0 0,0-1 0,-1 1 0,1 0 0,-1 1 0,0-1 0,4 8 1,-1 1-363,1 0 1,-2 0 0,0 1-1,6 25 1,-7-16-6485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2.520"/>
    </inkml:context>
    <inkml:brush xml:id="br0">
      <inkml:brushProperty name="width" value="0.05" units="cm"/>
      <inkml:brushProperty name="height" value="0.05" units="cm"/>
      <inkml:brushProperty name="color" value="#FFFFFF"/>
    </inkml:brush>
  </inkml:definitions>
  <inkml:trace contextRef="#ctx0" brushRef="#br0">226 89 24575,'0'-2'0,"0"0"0,-1 0 0,0 0 0,1 0 0,-1 0 0,0 0 0,0 0 0,0 0 0,0 0 0,0 0 0,-1 0 0,1 1 0,0-1 0,-1 1 0,0-1 0,1 1 0,-1-1 0,0 1 0,-2-1 0,-40-23 0,36 21 0,-1 0 0,0 0 0,-1 0 0,1 1 0,-15-4 0,22 7 0,0-1 0,0 1 0,0 0 0,0-1 0,0 1 0,0 0 0,0 0 0,0 1 0,0-1 0,0 0 0,0 1 0,0-1 0,0 1 0,0-1 0,0 1 0,0 0 0,0 0 0,1 0 0,-1 0 0,0 0 0,1 0 0,-1 1 0,0-1 0,1 1 0,0-1 0,-1 1 0,1-1 0,-2 4 0,-3 6 0,1 1 0,0 0 0,1 1 0,1-1 0,0 1 0,-2 13 0,4-21 0,0 1 0,1 0 0,0-1 0,0 1 0,0 0 0,0-1 0,1 1 0,0-1 0,0 1 0,1-1 0,-1 1 0,1-1 0,1 0 0,-1 0 0,1 0 0,3 6 0,-4-9 0,-1 0 0,1 0 0,-1-1 0,1 1 0,0-1 0,0 1 0,0-1 0,0 1 0,0-1 0,0 0 0,0 0 0,0 0 0,1 0 0,-1-1 0,0 1 0,0 0 0,1-1 0,-1 0 0,5 1 0,-3-2 0,0 1 0,-1-1 0,1 0 0,0 0 0,-1 0 0,1-1 0,-1 1 0,1-1 0,-1 0 0,0 0 0,5-3 0,3-5 0,0 0 0,-1 0 0,0-1 0,0 0 0,9-16 0,-16 22 0,0 1 0,0 0 0,0 0 0,1 0 0,0 0 0,0 0 0,0 1 0,6-4 0,-9 6 0,0 1 0,1-1 0,-1 1 0,0-1 0,1 1 0,-1 0 0,0-1 0,1 1 0,-1 0 0,1 0 0,-1 0 0,1 0 0,-1 0 0,0 1 0,1-1 0,-1 0 0,1 1 0,-1-1 0,0 1 0,1-1 0,-1 1 0,0 0 0,0-1 0,0 1 0,1 0 0,-1 0 0,0 0 0,0 0 0,0 0 0,0 0 0,0 0 0,-1 0 0,1 1 0,0-1 0,0 2 0,8 10 101,-1 0-1,6 16 1,-10-20-310,0 0 1,0 0 0,2-1-1,-1 1 1,1-1 0,0 0-1,12 11 1,0-5-6618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2.860"/>
    </inkml:context>
    <inkml:brush xml:id="br0">
      <inkml:brushProperty name="width" value="0.05" units="cm"/>
      <inkml:brushProperty name="height" value="0.05" units="cm"/>
      <inkml:brushProperty name="color" value="#FFFFFF"/>
    </inkml:brush>
  </inkml:definitions>
  <inkml:trace contextRef="#ctx0" brushRef="#br0">16 53 24575,'-2'-2'0,"-9"-7"0,9 11 0,4 10 0,7 14 0,0-1 0,2 1 0,1-2 0,0 1 0,2-2 0,1 0 0,1 0 0,37 38 0,-51-57 0,1-2 0,0 1 0,0 0 0,1 0 0,-1-1 0,0 0 0,1 0 0,0 0 0,-1 0 0,1 0 0,0-1 0,7 2 0,-9-3 0,0 0 0,1 0 0,-1 0 0,0 0 0,0 0 0,0-1 0,0 1 0,1-1 0,-1 0 0,0 1 0,0-1 0,0 0 0,0 0 0,0 0 0,-1-1 0,1 1 0,0 0 0,0-1 0,-1 1 0,1-1 0,-1 0 0,0 1 0,1-1 0,-1 0 0,2-2 0,10-20 48,-2 0 0,0-1 1,-1 0-1,-1-1 0,5-28 0,24-63-1702,-29 97-5172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0.045"/>
    </inkml:context>
    <inkml:brush xml:id="br0">
      <inkml:brushProperty name="width" value="0.05" units="cm"/>
      <inkml:brushProperty name="height" value="0.05" units="cm"/>
      <inkml:brushProperty name="color" value="#FFFFFF"/>
    </inkml:brush>
  </inkml:definitions>
  <inkml:trace contextRef="#ctx0" brushRef="#br0">1081 2 24575,'-15'-1'0,"-1"1"0,1 0 0,-1 1 0,1 1 0,0 1 0,0 0 0,0 1 0,0 0 0,-16 8 0,15-4 0,0 2 0,0 0 0,1 1 0,1 1 0,0 0 0,0 0 0,1 2 0,1 0 0,0 0 0,1 1 0,1 0 0,-16 31 0,-1 12 0,3 2 0,-23 84 0,27-81 0,-165 686 0,134-512 0,30-140 0,-117 576 0,-37 603-333,150-957 222,15 0 0,31 329 0,17-292 111,16-2 0,15-2 0,15-4 0,140 363 0,-162-542 0,170 457 0,21-10 0,-185-469 0,7-4 0,6-2 0,5-5 0,7-3 0,5-5 0,6-4 0,161 149 0,-191-208 11,4-3 0,2-4 0,104 57 0,-65-52-341,228 86 0,147 0-359,6-38 645,134 1-177,5-43-212,-533-61 460,247 6 2011,-346-15-1922,0 1 1,1-1-1,-1 0 1,0 0-1,12-4 0,-17 4-158,-1 1-1,0-1 0,1 1 0,-1-1 0,0 0 0,0 1 0,1-1 0,-1 0 0,0 0 0,0 0 0,0 0 0,0 0 0,0 0 1,0 0-1,0-1 0,0 1 0,-1 0 0,1 0 0,0-1 0,-1 1 0,1 0 0,-1-1 0,0 1 0,1-1 0,-1 1 0,0-1 0,0 1 1,0 0-1,1-1 0,-2 1 0,1-1 0,0 1 0,-1-3 0,-3-11-6783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1.522"/>
    </inkml:context>
    <inkml:brush xml:id="br0">
      <inkml:brushProperty name="width" value="0.05" units="cm"/>
      <inkml:brushProperty name="height" value="0.05" units="cm"/>
      <inkml:brushProperty name="color" value="#FFFFFF"/>
    </inkml:brush>
  </inkml:definitions>
  <inkml:trace contextRef="#ctx0" brushRef="#br0">1 2123 24575,'82'-78'0,"-40"35"0,69-54 0,55-28 0,-86 68 0,312-196 0,-107 75 0,122-83 0,20 36 0,133 2 0,350-41-402,21 85 0,508 57-264,6 104-209,-77 93 976,-1121-46 1194,-198-19-979,0 1 1,91 34-1,-82-23-1681,-43-15-5461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2.797"/>
    </inkml:context>
    <inkml:brush xml:id="br0">
      <inkml:brushProperty name="width" value="0.05" units="cm"/>
      <inkml:brushProperty name="height" value="0.05" units="cm"/>
      <inkml:brushProperty name="color" value="#FFFFFF"/>
    </inkml:brush>
  </inkml:definitions>
  <inkml:trace contextRef="#ctx0" brushRef="#br0">0 787 24575,'1'3'0,"-1"-1"0,1 1 0,-1-1 0,1 1 0,0-1 0,0 0 0,0 1 0,0-1 0,1 0 0,-1 0 0,1 0 0,-1 0 0,1 0 0,0 0 0,-1-1 0,1 1 0,0 0 0,0-1 0,0 1 0,1-1 0,-1 0 0,0 0 0,0 0 0,1 0 0,2 1 0,11 3 0,-1 0 0,28 4 0,-34-7 0,89 14 0,156 5 0,102-21 0,-180-1 0,408 9-156,-1 1-131,-2-31 132,-244-9 155,573-130 0,-822 138 100,-1-5-1,97-43 1,-122 41-25,-2-2 0,0-2-1,81-65 1,229-189-75,-362 281 0,0 1 0,0-2 0,-1 1 0,0-1 0,0 0 0,10-17 0,-16 25 10,-1-1-1,0 1 1,0 0-1,1-1 1,-1 1-1,0-1 1,0 1-1,1-1 1,-1 1-1,0-1 1,0 1-1,0-1 1,0 1-1,0-1 0,0 1 1,0-1-1,0 1 1,0-1-1,0 1 1,0-1-1,0 1 1,0-1-1,0 1 1,0-1-1,0 1 1,0 0-1,-1-1 1,1 1-1,0-1 1,0 1-1,-1-1 1,1 1-1,0 0 1,-1-1-1,0 0 1,-16-3-1717,4 4-5119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3.732"/>
    </inkml:context>
    <inkml:brush xml:id="br0">
      <inkml:brushProperty name="width" value="0.05" units="cm"/>
      <inkml:brushProperty name="height" value="0.05" units="cm"/>
      <inkml:brushProperty name="color" value="#FFFFFF"/>
    </inkml:brush>
  </inkml:definitions>
  <inkml:trace contextRef="#ctx0" brushRef="#br0">18 31 24575,'0'-3'0,"0"-4"0,-3-3 0,-1 2 0,1 6 0,0 9 0,1 12 0,0 13 0,2 11 0,-1 11 0,1 8 0,1 5 0,-1 4 0,0 0 0,0 2 0,0-5 0,0-12-8191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4.145"/>
    </inkml:context>
    <inkml:brush xml:id="br0">
      <inkml:brushProperty name="width" value="0.05" units="cm"/>
      <inkml:brushProperty name="height" value="0.05" units="cm"/>
      <inkml:brushProperty name="color" value="#FFFFFF"/>
    </inkml:brush>
  </inkml:definitions>
  <inkml:trace contextRef="#ctx0" brushRef="#br0">1 344 24575,'2'-1'0,"1"-1"0,-1 1 0,0-1 0,1 1 0,-1-1 0,0 0 0,0 0 0,0 0 0,0 0 0,0 0 0,-1-1 0,3-3 0,8-9 0,-8 12 0,1 0 0,-1 0 0,1 0 0,0 1 0,-1-1 0,1 1 0,0 0 0,1 1 0,-1-1 0,0 1 0,9-1 0,8 0 0,34 2 0,-32 0 0,94 1 0,64-1 0,-172 0 0,0 0 0,0-1 0,0-1 0,0 0 0,17-5 0,-24 6 0,0 0 0,-1 0 0,1 0 0,-1-1 0,1 1 0,-1-1 0,0 0 0,1 1 0,-1-1 0,0 0 0,0-1 0,0 1 0,-1 0 0,1 0 0,0-1 0,-1 1 0,1-1 0,-1 1 0,0-1 0,0 0 0,0 0 0,0 1 0,-1-1 0,1-5 0,0 0 0,-1 0 0,0 0 0,-1 0 0,0 0 0,0 0 0,-5-14 0,-19-45 0,17 46 0,5 15 0,0 0 0,0 0 0,0 1 0,0-1 0,-5-4 0,8 10 0,-1-1 0,1 0 0,-1 1 0,1 0 0,-1-1 0,1 1 0,-1-1 0,1 1 0,-1-1 0,1 1 0,-1 0 0,1 0 0,-1-1 0,0 1 0,1 0 0,-1 0 0,1 0 0,-1-1 0,0 1 0,1 0 0,-1 0 0,0 0 0,0 0 0,0 1 0,0 0 0,0-1 0,0 1 0,1 0 0,-1 0 0,0-1 0,0 1 0,1 0 0,-1 0 0,1 0 0,-1 0 0,1 0 0,-1 0 0,1 0 0,0 0 0,-1 0 0,1 0 0,0 0 0,0 0 0,0 2 0,-7 40 0,0 78 0,5-66 0,-19 304-1365,20-335-5461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4.579"/>
    </inkml:context>
    <inkml:brush xml:id="br0">
      <inkml:brushProperty name="width" value="0.05" units="cm"/>
      <inkml:brushProperty name="height" value="0.05" units="cm"/>
      <inkml:brushProperty name="color" value="#FFFFFF"/>
    </inkml:brush>
  </inkml:definitions>
  <inkml:trace contextRef="#ctx0" brushRef="#br0">89 190 24575,'0'0'0,"1"0"0,-1 0 0,1 0 0,-1 0 0,1 0 0,-1 0 0,1 1 0,-1-1 0,0 0 0,1 0 0,-1 1 0,1-1 0,-1 0 0,1 0 0,-1 1 0,0-1 0,1 0 0,-1 1 0,0-1 0,1 1 0,-1-1 0,0 0 0,0 1 0,1-1 0,-1 1 0,0-1 0,0 1 0,0-1 0,0 1 0,0-1 0,1 1 0,-1-1 0,0 1 0,0-1 0,0 1 0,0-1 0,0 1 0,-1 0 0,-3 23 0,4-21 0,-25 93 0,-18 93 0,16 18 0,31-244 0,1-1 0,2 1 0,15-48 0,-8 29 0,15-59 0,65-164 0,-91 270 0,1-1 0,1 1 0,-1 0 0,2 0 0,9-12 0,-15 20 0,0 1 0,1-1 0,-1 1 0,1-1 0,-1 0 0,1 1 0,-1-1 0,1 1 0,0 0 0,-1-1 0,1 1 0,-1-1 0,1 1 0,0 0 0,-1-1 0,1 1 0,0 0 0,0 0 0,-1 0 0,1 0 0,0 0 0,0-1 0,-1 1 0,1 0 0,0 1 0,1-1 0,-1 0 0,0 1 0,-1 0 0,1-1 0,0 1 0,0 0 0,-1 0 0,1 0 0,0 0 0,-1-1 0,1 1 0,-1 0 0,1 0 0,-1 0 0,0 0 0,1 0 0,-1 2 0,3 6 0,-2 0 0,1 1 0,-1 10 0,-1-19 0,5 87 78,2 55-799,36 196-1,-37-308-6104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4.753"/>
    </inkml:context>
    <inkml:brush xml:id="br0">
      <inkml:brushProperty name="width" value="0.05" units="cm"/>
      <inkml:brushProperty name="height" value="0.05" units="cm"/>
      <inkml:brushProperty name="color" value="#FFFFFF"/>
    </inkml:brush>
  </inkml:definitions>
  <inkml:trace contextRef="#ctx0" brushRef="#br0">15 50 24575,'-3'-3'0,"-4"-1"0,2 0 0,6-2 0,4 0 0,5 1 0,7 1 0,9 2 0,9 0 0,7-1 0,6-1 0,7 0 0,-7 2-8191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4.951"/>
    </inkml:context>
    <inkml:brush xml:id="br0">
      <inkml:brushProperty name="width" value="0.05" units="cm"/>
      <inkml:brushProperty name="height" value="0.05" units="cm"/>
      <inkml:brushProperty name="color" value="#FFFFFF"/>
    </inkml:brush>
  </inkml:definitions>
  <inkml:trace contextRef="#ctx0" brushRef="#br0">109 99 24575,'-4'-4'0,"0"-1"0,1 0 0,-1 0 0,1-1 0,0 1 0,0 0 0,-3-13 0,4 12 0,-1 0 0,0-1 0,0 1 0,-8-10 0,11 15 0,0 1 0,0 0 0,0 0 0,0-1 0,0 1 0,0 0 0,-1 0 0,1 0 0,0-1 0,0 1 0,0 0 0,0 0 0,-1 0 0,1 0 0,0 0 0,0-1 0,0 1 0,-1 0 0,1 0 0,0 0 0,0 0 0,-1 0 0,1 0 0,0 0 0,0 0 0,-1 0 0,1 0 0,0 0 0,0 0 0,0 0 0,-1 0 0,1 0 0,0 0 0,0 0 0,-1 0 0,1 0 0,0 0 0,0 0 0,-1 0 0,1 1 0,0-1 0,0 0 0,0 0 0,-1 0 0,-4 14 0,1 19 0,-27 339-1365,24-326-5461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5.200"/>
    </inkml:context>
    <inkml:brush xml:id="br0">
      <inkml:brushProperty name="width" value="0.05" units="cm"/>
      <inkml:brushProperty name="height" value="0.05" units="cm"/>
      <inkml:brushProperty name="color" value="#FFFFFF"/>
    </inkml:brush>
  </inkml:definitions>
  <inkml:trace contextRef="#ctx0" brushRef="#br0">0 76 24575,'0'-6'0,"1"-1"0,-1 0 0,1 1 0,0-1 0,1 1 0,0-1 0,0 1 0,0 0 0,4-8 0,-5 14 0,-1 0 0,0-1 0,1 1 0,-1 0 0,0 0 0,1-1 0,-1 1 0,0 0 0,1 0 0,-1-1 0,1 1 0,-1 0 0,0 0 0,1 0 0,-1 0 0,1 0 0,-1 0 0,1 0 0,-1 0 0,0 0 0,1 0 0,-1 0 0,1 0 0,-1 0 0,1 0 0,-1 0 0,0 0 0,1 0 0,-1 1 0,1-1 0,-1 0 0,0 0 0,1 0 0,-1 1 0,0-1 0,1 0 0,-1 1 0,0-1 0,1 0 0,-1 1 0,0-1 0,0 0 0,1 1 0,-1-1 0,0 1 0,14 20 0,-13-18 0,55 107 0,45 81 0,-80-156 0,2-2 0,0-1 0,39 40 0,-56-65 86,0-1-1,1 0 0,12 8 1,-17-13-152,-1 0 0,1 0 1,-1 0-1,0 0 0,1 0 1,0-1-1,-1 1 0,1-1 1,-1 1-1,1-1 1,0 0-1,-1 1 0,1-1 1,0 0-1,0 0 0,-1 0 1,1 0-1,0-1 0,-1 1 1,1 0-1,0-1 1,-1 1-1,1-1 0,-1 1 1,4-3-1,6-7-6760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5.367"/>
    </inkml:context>
    <inkml:brush xml:id="br0">
      <inkml:brushProperty name="width" value="0.05" units="cm"/>
      <inkml:brushProperty name="height" value="0.05" units="cm"/>
      <inkml:brushProperty name="color" value="#FFFFFF"/>
    </inkml:brush>
  </inkml:definitions>
  <inkml:trace contextRef="#ctx0" brushRef="#br0">52 283 24575,'0'-282'0,"-21"385"0,7-9-455,4 0 0,4 168 0,10-215-6371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5.818"/>
    </inkml:context>
    <inkml:brush xml:id="br0">
      <inkml:brushProperty name="width" value="0.05" units="cm"/>
      <inkml:brushProperty name="height" value="0.05" units="cm"/>
      <inkml:brushProperty name="color" value="#FFFFFF"/>
    </inkml:brush>
  </inkml:definitions>
  <inkml:trace contextRef="#ctx0" brushRef="#br0">91 80 24575,'-1'-1'0,"0"0"0,0 0 0,-1 0 0,1 0 0,0 0 0,0 0 0,0 0 0,0 1 0,-1-1 0,1 0 0,0 1 0,-1-1 0,1 1 0,-1-1 0,1 1 0,-1 0 0,1 0 0,0-1 0,-1 1 0,1 0 0,-1 0 0,1 1 0,-1-1 0,-1 0 0,1 1 0,0 0 0,0 0 0,1 1 0,-1-1 0,0 0 0,0 1 0,1-1 0,-1 1 0,1-1 0,-1 1 0,1 0 0,0 0 0,0 0 0,-2 2 0,-1 5 0,0 1 0,0 0 0,1 0 0,0 0 0,-2 16 0,-2 60 0,6 146 0,3-119 0,-2-76 0,0-27 0,1-33 0,10-91 0,4 1 0,55-202 0,-66 300 0,7-23 0,-10 36 0,-1 0 0,1 0 0,0 0 0,0 0 0,1 0 0,-1 0 0,0 0 0,1 0 0,-1 1 0,1-1 0,-1 0 0,4-2 0,-4 4 0,0 0 0,-1 0 0,1 0 0,-1 0 0,1-1 0,0 1 0,-1 0 0,1 0 0,0 0 0,-1 1 0,1-1 0,0 0 0,-1 0 0,1 0 0,0 0 0,-1 1 0,1-1 0,-1 0 0,1 0 0,-1 1 0,1-1 0,0 1 0,-1-1 0,1 0 0,-1 1 0,0-1 0,1 1 0,-1-1 0,1 1 0,-1-1 0,0 1 0,1 0 0,-1-1 0,0 1 0,0-1 0,1 1 0,-1 1 0,11 26 0,-11-26 0,27 110 0,17 154 0,-19-94 0,-10-75-1365,-10-62-5461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5.970"/>
    </inkml:context>
    <inkml:brush xml:id="br0">
      <inkml:brushProperty name="width" value="0.05" units="cm"/>
      <inkml:brushProperty name="height" value="0.05" units="cm"/>
      <inkml:brushProperty name="color" value="#FFFFFF"/>
    </inkml:brush>
  </inkml:definitions>
  <inkml:trace contextRef="#ctx0" brushRef="#br0">11 90 24575,'-3'-3'0,"-1"-4"0,0-3 0,4-4 0,5 1 0,7 0 0,8 2 0,9 3 0,9 2 0,9 3 0,6 2 0,-6 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7.610"/>
    </inkml:context>
    <inkml:brush xml:id="br0">
      <inkml:brushProperty name="width" value="0.05" units="cm"/>
      <inkml:brushProperty name="height" value="0.05" units="cm"/>
      <inkml:brushProperty name="color" value="#FFFFFF"/>
    </inkml:brush>
  </inkml:definitions>
  <inkml:trace contextRef="#ctx0" brushRef="#br0">32 12 24575,'-2'0'0,"-1"0"0,0 0 0,1 0 0,-1 1 0,1-1 0,-1 1 0,1 0 0,-1 0 0,-2 1 0,5-2 0,-1 0 0,1 0 0,0 0 0,0 0 0,0 1 0,0-1 0,0 0 0,-1 0 0,1 0 0,0 0 0,0 0 0,0 0 0,0 1 0,0-1 0,0 0 0,-1 0 0,1 0 0,0 0 0,0 1 0,0-1 0,0 0 0,0 0 0,0 0 0,0 0 0,0 1 0,0-1 0,0 0 0,0 0 0,0 0 0,0 1 0,0-1 0,0 0 0,0 0 0,0 0 0,0 0 0,0 1 0,0-1 0,0 0 0,0 0 0,1 0 0,-1 1 0,15 6 0,11-2 0,1 0 0,-1-3 0,1 0 0,27-2 0,-19 1 0,1280-30 0,-1303 28 0,1 1 0,-1-2 0,20-3 0,-23 1 342,-9 4-372,0 0 0,0 0 0,1 0 0,-1 0 0,0 0 0,0 0 0,0-1 0,0 1 0,0 0 0,0 0 0,0 0 0,0 0 0,0 0 0,0 0 0,1 0 1,-1 0-1,0 0 0,0-1 0,0 1 0,0 0 0,0 0 0,0 0 0,0 0 0,0 0 0,0 0 0,0-1 0,0 1 0,0 0 0,0 0 0,0 0 0,0 0 0,0 0 1,0 0-1,0 0 0,0-1 0,0 1 0,0 0 0,-1 0 0,1 0 0,0 0 0,0 0 0,0 0 0,0 0 0,0-1 0,0 1 0,0 0 0,0 0 0,0 0 0,0 0 1,-1 0-1,1 0 0,0 0 0,0 0 0,0 0 0,0 0 0,0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8.001"/>
    </inkml:context>
    <inkml:brush xml:id="br0">
      <inkml:brushProperty name="width" value="0.05" units="cm"/>
      <inkml:brushProperty name="height" value="0.05" units="cm"/>
      <inkml:brushProperty name="color" value="#FFFFFF"/>
    </inkml:brush>
  </inkml:definitions>
  <inkml:trace contextRef="#ctx0" brushRef="#br0">130 15 24575,'-45'-7'0,"41"5"0,-1 1 0,0-1 0,1 1 0,-1 1 0,0-1 0,1 1 0,-1-1 0,0 1 0,0 1 0,1-1 0,-1 1 0,0-1 0,1 2 0,-9 2 0,12-4 0,1 0 0,0 0 0,-1 0 0,1 0 0,0 1 0,-1-1 0,1 0 0,0 0 0,-1 1 0,1-1 0,0 0 0,-1 1 0,1-1 0,0 0 0,0 1 0,0-1 0,-1 0 0,1 1 0,0-1 0,0 0 0,0 1 0,0-1 0,0 1 0,0-1 0,-1 0 0,1 1 0,0-1 0,0 1 0,0-1 0,0 0 0,1 1 0,-1 0 0,10 11 0,22 4 0,23 3 0,0-3 0,1-2 0,66 7 0,-49-9 0,83 25 0,-149-34 0,1-1 0,-1 1 0,1 1 0,-1-1 0,0 1 0,12 9 0,-18-12 0,0 0 0,1 0 0,-1 1 0,0-1 0,0 0 0,1 0 0,-1 1 0,0-1 0,-1 1 0,1-1 0,0 1 0,0-1 0,0 1 0,-1 0 0,1-1 0,-1 1 0,0 0 0,1-1 0,-1 1 0,0 0 0,0 0 0,0-1 0,0 1 0,0 0 0,0 0 0,-1-1 0,1 1 0,-1 0 0,1-1 0,-1 1 0,0 0 0,1-1 0,-1 1 0,0-1 0,0 1 0,0-1 0,-2 3 0,-17 18 0,-1 0 0,-45 36 0,25-23 0,-65 63-1365,79-71-5461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8.609"/>
    </inkml:context>
    <inkml:brush xml:id="br0">
      <inkml:brushProperty name="width" value="0.05" units="cm"/>
      <inkml:brushProperty name="height" value="0.05" units="cm"/>
      <inkml:brushProperty name="color" value="#FFFFFF"/>
    </inkml:brush>
  </inkml:definitions>
  <inkml:trace contextRef="#ctx0" brushRef="#br0">51 13 24575,'-1'-1'0,"0"0"0,0 0 0,0 0 0,0 0 0,-1 0 0,1 0 0,0 0 0,0 1 0,-1-1 0,1 0 0,0 1 0,-1-1 0,1 1 0,0 0 0,-4-1 0,4 1 0,1 0 0,-1 0 0,0 0 0,0 0 0,0 1 0,0-1 0,0 0 0,0 1 0,1-1 0,-1 1 0,0-1 0,0 0 0,1 1 0,-1 0 0,0-1 0,1 1 0,-1-1 0,0 1 0,0 1 0,-1 0 0,1 1 0,0 0 0,-1-1 0,1 1 0,0 0 0,0 0 0,1-1 0,-1 1 0,1 0 0,-1 0 0,1 0 0,0 0 0,0 0 0,0 4 0,43 252 0,0 446 0,-58 1 0,12-653 0,0-11 0,2 1 0,6 54 0,-5-94 0,0 0 0,1-1 0,-1 1 0,1 0 0,0 0 0,-1-1 0,1 1 0,1 0 0,-1-1 0,0 1 0,1-1 0,-1 1 0,1-1 0,-1 0 0,1 0 0,0 0 0,3 3 0,-2-4 0,0 1 0,0-1 0,0 0 0,0 0 0,0 0 0,0 0 0,1-1 0,-1 1 0,0-1 0,0 0 0,1 0 0,-1 0 0,0 0 0,0-1 0,4 0 0,108-17 0,78-10 0,554-21-1560,4 36 0,1170 42 523,-1874-28 978,5 2-145,0-2-1,63-9 0,-76 1-3156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39.432"/>
    </inkml:context>
    <inkml:brush xml:id="br0">
      <inkml:brushProperty name="width" value="0.05" units="cm"/>
      <inkml:brushProperty name="height" value="0.05" units="cm"/>
      <inkml:brushProperty name="color" value="#FFFFFF"/>
    </inkml:brush>
  </inkml:definitions>
  <inkml:trace contextRef="#ctx0" brushRef="#br0">11 55 24575,'0'0'0,"0"1"0,-1-1 0,1 0 0,0 0 0,-1 0 0,1 0 0,0 0 0,0 0 0,-1 0 0,1 0 0,0 0 0,-1 0 0,1 0 0,0 0 0,-1 0 0,1 0 0,0 0 0,-1 0 0,1 0 0,0 0 0,0 0 0,-1 0 0,1-1 0,0 1 0,0 0 0,-1 0 0,1 0 0,0-1 0,0 1 0,-1 0 0,1 0 0,0 0 0,0-1 0,0 1 0,-1 0 0,1 0 0,0-1 0,0 1 0,0 0 0,0-1 0,0 1 0,0 0 0,0 0 0,0-1 0,0 1 0,0 0 0,-1-1 0,1 1 0,1 0 0,-1-1 0,0 1 0,0 0 0,0-1 0,0 1 0,0 0 0,0 0 0,0-1 0,0 1 0,0 0 0,1-1 0,-1 1 0,0 0 0,0-1 0,1 0 0,0 0 0,0 0 0,1 0 0,-1-1 0,0 1 0,0 0 0,1 0 0,-1 0 0,0 1 0,1-1 0,-1 0 0,3 0 0,29-6 0,1 1 0,0 2 0,53 0 0,-54 3 0,944-8-3284,-618 11 2577,1160 16-1651,-45 1 66,-1393-19 2289,261 3 877,-117 9 2909,-223-12-3633,0 0 0,0 0 0,0 0 0,1 1 0,-1-1 0,0 1 0,0-1 1,0 1-1,0 0 0,0-1 0,0 1 0,0 0 0,0 0 0,3 2 0,-5-2-93,0 1 0,1-1-1,-1 0 1,0 0-1,0 0 1,0 0-1,0 0 1,0 0 0,0 1-1,0-1 1,0 0-1,0 0 1,-1 0-1,1 0 1,0 0 0,-1 0-1,1 0 1,-1 0-1,1 0 1,-1 0-1,0 0 1,1 0 0,-1 0-1,0 0 1,1 0-1,-3 1 1,-11 17-31,0 0 0,1 1 0,1 1 0,1 0 0,1 0 0,1 1 0,-12 45 0,3 35-26,5 1 0,0 124 0,11-97 0,6-1 0,6 0 0,5 0 0,59 234 0,41-43 0,-113-315 0,0 0 0,0 0 0,0 0 0,0 1 0,-1-1 0,0 0 0,1 7 0,-2-12 0,0 1 0,0 0 0,0 0 0,0-1 0,0 1 0,0 0 0,-1 0 0,1-1 0,0 1 0,0 0 0,-1-1 0,1 1 0,0 0 0,-1-1 0,1 1 0,-1 0 0,1-1 0,-1 1 0,1-1 0,-2 1 0,1 0 0,0 0 0,0-1 0,-1 1 0,1-1 0,0 0 0,-1 1 0,1-1 0,-1 0 0,1 0 0,-1 0 0,1 0 0,0 0 0,-1 0 0,1 0 0,-2-1 0,-116-24 0,21 4 0,-314-34-439,-4 25-508,259 20 573,-318-18-2285,260 17-1113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0.052"/>
    </inkml:context>
    <inkml:brush xml:id="br0">
      <inkml:brushProperty name="width" value="0.05" units="cm"/>
      <inkml:brushProperty name="height" value="0.05" units="cm"/>
      <inkml:brushProperty name="color" value="#FFFFFF"/>
    </inkml:brush>
  </inkml:definitions>
  <inkml:trace contextRef="#ctx0" brushRef="#br0">715 103 24575,'-1'-1'0,"1"-1"0,-1 0 0,1 0 0,-1 0 0,0 1 0,0-1 0,0 0 0,0 1 0,0-1 0,0 0 0,0 1 0,-1 0 0,1-1 0,-1 1 0,1 0 0,-1-1 0,1 1 0,-4-1 0,-32-18 0,37 20 0,-24-10 0,0 1 0,-1 1 0,-1 1 0,1 1 0,-1 1 0,0 2 0,0 0 0,0 2 0,-33 2 0,38 1 0,1 0 0,0 1 0,0 1 0,0 1 0,1 1 0,0 1 0,0 0 0,0 1 0,1 2 0,1-1 0,-1 2 0,-22 19 0,31-23 0,0 2 0,1-1 0,0 1 0,1 0 0,0 1 0,0 0 0,1 0 0,1 0 0,-1 1 0,2 0 0,-1 0 0,2 0 0,-1 1 0,2-1 0,-3 17 0,4-19 0,1 0 0,0 0 0,0 0 0,1 0 0,0 0 0,0 0 0,1-1 0,1 1 0,-1 0 0,1-1 0,1 1 0,0-1 0,0 0 0,0 0 0,1-1 0,0 1 0,1-1 0,-1 0 0,2-1 0,10 10 0,-2-4 0,0-2 0,1 0 0,1 0 0,0-2 0,0 0 0,0-1 0,1-1 0,0 0 0,0-2 0,1 0 0,-1-1 0,34 1 0,-16-3 0,0-1 0,0-2 0,-1-2 0,1-1 0,62-18 0,-77 17 0,0-2 0,0 0 0,0-1 0,24-15 0,-38 20 0,-1 0 0,0 0 0,0-1 0,0 0 0,-1 0 0,0-1 0,0 1 0,0-1 0,-1 0 0,1 0 0,-2-1 0,1 1 0,-1-1 0,0 0 0,0 0 0,3-12 0,1-11-1365,-3 16-5461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1.016"/>
    </inkml:context>
    <inkml:brush xml:id="br0">
      <inkml:brushProperty name="width" value="0.05" units="cm"/>
      <inkml:brushProperty name="height" value="0.05" units="cm"/>
      <inkml:brushProperty name="color" value="#FFFFFF"/>
    </inkml:brush>
  </inkml:definitions>
  <inkml:trace contextRef="#ctx0" brushRef="#br0">334 182 24575,'3'-3'0,"-1"1"0,0 0 0,0-1 0,0 1 0,0-1 0,0 0 0,0 0 0,-1 0 0,1 0 0,-1 0 0,0 0 0,0 0 0,0 0 0,-1 0 0,1 0 0,-1-1 0,1 1 0,-1 0 0,0 0 0,0-1 0,-1 1 0,1 0 0,-1 0 0,-1-6 0,1 5 0,-1 1 0,0 0 0,0-1 0,0 1 0,0 0 0,0 0 0,-1 0 0,0 0 0,1 1 0,-1-1 0,0 1 0,0-1 0,0 1 0,-1 0 0,1 0 0,0 1 0,-1-1 0,1 0 0,-1 1 0,-6-1 0,0 0 0,0 1 0,-1 0 0,1 1 0,-1 0 0,1 0 0,-1 1 0,1 1 0,0 0 0,-1 0 0,1 1 0,0 0 0,1 1 0,-1 0 0,1 1 0,-1 0 0,1 0 0,1 1 0,-1 0 0,1 0 0,-13 14 0,13-13 0,1 2 0,0-1 0,0 1 0,0 0 0,2 0 0,-1 1 0,1-1 0,-7 20 0,9-21 0,1 0 0,0 0 0,1 0 0,0 0 0,0 0 0,1 0 0,-1 0 0,2 0 0,-1 0 0,1 0 0,1 0 0,3 12 0,-4-15 0,1 0 0,0 0 0,1 0 0,-1-1 0,1 1 0,0-1 0,0 0 0,0 1 0,1-1 0,-1-1 0,1 1 0,0 0 0,8 4 0,-5-3 0,0-1 0,1-1 0,0 1 0,-1-1 0,1-1 0,0 1 0,0-1 0,10 1 0,-3-2 0,-1 0 0,0-1 0,0 0 0,0-1 0,1 0 0,-1-2 0,0 1 0,-1-2 0,1 0 0,13-6 0,-17 6 0,-1-2 0,0 1 0,0-1 0,-1 0 0,0-1 0,0 0 0,0-1 0,-1 1 0,0-1 0,-1-1 0,0 1 0,0-1 0,-1 0 0,0 0 0,0-1 0,-1 1 0,0-1 0,-1 0 0,0 0 0,-1-1 0,0 1 0,0-1 0,-1 1 0,-1-1 0,1 1 0,-2-1 0,0 1 0,0-1 0,-1 1 0,0 0 0,0-1 0,-7-15 0,8 25 0,1 0 0,-1-1 0,1 1 0,-1 0 0,0 0 0,1-1 0,-1 1 0,0 0 0,0 0 0,0 0 0,0 0 0,-1-1 0,0 5 0,5 8 0,2 0 0,1-1 0,0 0 0,0 0 0,1 0 0,0-1 0,1 0 0,0 0 0,0-1 0,1 0 0,16 11 0,-19-15 0,0 0 0,1 0 0,-1-1 0,1 0 0,0 0 0,0-1 0,0 0 0,8 2 0,-10-4 0,0 1 0,-1-1 0,1 0 0,0 0 0,0 0 0,-1-1 0,1 0 0,0 0 0,-1 0 0,1 0 0,-1-1 0,1 0 0,5-3 0,-7 4 0,-1-1 0,1 0 0,0-1 0,-1 1 0,0 0 0,0-1 0,1 1 0,-1-1 0,-1 0 0,1 1 0,0-1 0,-1 0 0,1 0 0,-1 0 0,0-1 0,0 1 0,0 0 0,-1 0 0,2-6 0,-1-5 0,-1 0 0,0 0 0,-2-18 0,1 26 0,62 443 0,-24-201 0,-34-212 0,-19-84 0,2-27 0,-1-115 0,14 166 0,2 1 0,2-1 0,1 1 0,2 0 0,1 0 0,14-41 0,-17 66 0,0 0 0,1 1 0,0-1 0,0 1 0,1 0 0,0 0 0,1 0 0,0 1 0,0 0 0,1 1 0,0 0 0,13-9 0,-17 13 0,1 0 0,-1 1 0,1-1 0,0 1 0,0 0 0,0 0 0,0 1 0,0 0 0,1-1 0,-1 2 0,0-1 0,1 1 0,-1 0 0,0 0 0,1 0 0,-1 1 0,0-1 0,1 1 0,-1 1 0,0-1 0,0 1 0,0 0 0,0 0 0,0 0 0,-1 1 0,7 4 0,-6-4 0,-1 0 0,0 0 0,0 1 0,-1-1 0,1 1 0,-1 0 0,0 0 0,0 0 0,0 1 0,0-1 0,-1 1 0,0-1 0,0 1 0,0 0 0,0 0 0,-1 0 0,0 0 0,0 0 0,0 0 0,-1 0 0,0 0 0,0 0 0,0 0 0,0 1 0,-1-1 0,0 0 0,-2 7 0,1-3 0,-1 0 0,-1 0 0,1-1 0,-1 1 0,-1-1 0,1 0 0,-2 0 0,1-1 0,-1 0 0,0 0 0,0 0 0,-1 0 0,0-1 0,-11 8 0,7-8-170,-1 0-1,1 0 0,-1-1 1,-1-1-1,1 0 0,0 0 1,-18 2-1,-4-2-6655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1.921"/>
    </inkml:context>
    <inkml:brush xml:id="br0">
      <inkml:brushProperty name="width" value="0.05" units="cm"/>
      <inkml:brushProperty name="height" value="0.05" units="cm"/>
      <inkml:brushProperty name="color" value="#FFFFFF"/>
    </inkml:brush>
  </inkml:definitions>
  <inkml:trace contextRef="#ctx0" brushRef="#br0">108 257 24575,'9'-1'0,"1"0"0,-1 0 0,1-1 0,-1 0 0,1-1 0,-1 0 0,0 0 0,0-1 0,-1 0 0,1-1 0,-1 0 0,15-11 0,-18 12 0,0 0 0,0-1 0,0 1 0,-1-1 0,0 0 0,1 0 0,-2-1 0,1 1 0,-1-1 0,1 0 0,-2 1 0,1-2 0,-1 1 0,0 0 0,0 0 0,0-1 0,-1 1 0,0-1 0,0-9 0,-1 13 0,0-1 0,-1 0 0,0 1 0,1-1 0,-1 0 0,0 1 0,-1-1 0,1 1 0,-1-1 0,1 1 0,-1 0 0,0 0 0,0-1 0,0 1 0,-1 1 0,1-1 0,-1 0 0,0 1 0,0-1 0,1 1 0,-1 0 0,-1 0 0,1 0 0,0 0 0,-1 0 0,1 1 0,0 0 0,-1-1 0,0 1 0,1 1 0,-1-1 0,-4 0 0,1 0 0,-1 0 0,1 1 0,-1 0 0,1 1 0,-1-1 0,1 1 0,-1 1 0,1-1 0,0 1 0,0 1 0,0-1 0,0 1 0,0 0 0,0 1 0,-8 5 0,6 0 0,0-1 0,1 1 0,0 1 0,0-1 0,1 1 0,1 1 0,-1-1 0,1 1 0,1 0 0,0 1 0,1-1 0,0 1 0,1 0 0,0 0 0,-1 15 0,3-17 0,0-1 0,1 0 0,0 0 0,1 1 0,0-1 0,0 0 0,1 0 0,0 1 0,4 10 0,-3-14 0,0 0 0,0 0 0,0-1 0,0 1 0,1-1 0,0 0 0,0 0 0,1 0 0,-1-1 0,1 1 0,0-1 0,0 0 0,0 0 0,8 3 0,-6-4 0,-1 0 0,1 0 0,0-1 0,0 0 0,0 0 0,0-1 0,0 0 0,0 0 0,0-1 0,0 1 0,0-2 0,1 1 0,-1-1 0,0 0 0,0-1 0,0 1 0,0-1 0,0-1 0,-1 1 0,1-1 0,-1 0 0,9-6 0,-7 4 0,0-1 0,-1 1 0,1-2 0,-1 1 0,0-1 0,-1 0 0,0 0 0,0-1 0,0 0 0,-1 0 0,0 0 0,-1-1 0,0 1 0,0-1 0,-1 0 0,3-13 0,-4 11 0,-1 7 0,-1-1 0,1 1 0,0 0 0,0 0 0,4-8 0,-5 12 0,0-1 0,1 1 0,-1-1 0,0 1 0,0 0 0,1-1 0,-1 1 0,0 0 0,1-1 0,-1 1 0,1 0 0,-1 0 0,0-1 0,1 1 0,-1 0 0,1 0 0,-1-1 0,1 1 0,-1 0 0,0 0 0,1 0 0,0 0 0,0 0 0,0 0 0,1 1 0,-1-1 0,0 0 0,0 1 0,0-1 0,0 1 0,-1-1 0,1 1 0,0-1 0,0 1 0,0 0 0,0-1 0,1 3 0,3 2 0,1 0 0,-1 0 0,1 0 0,0-1 0,1 0 0,-1 0 0,1-1 0,0 0 0,11 4 0,-15-6 0,0 0 0,0-1 0,0 1 0,0-1 0,1 0 0,-1 0 0,0 0 0,0-1 0,0 1 0,0-1 0,0 0 0,0 0 0,0 0 0,0 0 0,0 0 0,-1 0 0,1-1 0,0 1 0,-1-1 0,1 0 0,-1 0 0,0 0 0,1 0 0,-1 0 0,0-1 0,2-2 0,-1 0 0,0 0 0,0 0 0,0 0 0,0-1 0,-1 1 0,0-1 0,0 0 0,-1 0 0,2-8 0,2 65 0,0-5 0,1 179 0,9 112 0,-13-433 0,-11-45 0,0-31 0,9 131 0,1 1 0,9-48 0,-8 73 0,1 1 0,0 0 0,2 1 0,-1-1 0,11-20 0,-14 31 0,1 0 0,0 0 0,0 0 0,0 0 0,0 0 0,0 0 0,1 0 0,-1 1 0,1-1 0,0 1 0,-1 0 0,1 0 0,0 0 0,1 0 0,-1 0 0,0 1 0,0-1 0,1 1 0,-1 0 0,1 0 0,-1 0 0,1 1 0,-1-1 0,1 1 0,0 0 0,-1 0 0,5 0 0,0 2 0,-1-1 0,1 2 0,-1-1 0,0 1 0,0 0 0,0 0 0,0 1 0,0 0 0,-1 0 0,0 1 0,0 0 0,0 0 0,0 0 0,-1 1 0,0-1 0,0 1 0,0 1 0,-1-1 0,0 1 0,0-1 0,-1 1 0,4 9 0,-5-10 0,1 0 0,-1 1 0,0-1 0,-1 1 0,1-1 0,-1 1 0,-1 0 0,1 0 0,-1-1 0,-1 1 0,1 0 0,-1 0 0,0-1 0,0 1 0,-1-1 0,0 1 0,0-1 0,-1 1 0,0-1 0,0 0 0,0 0 0,-1-1 0,1 1 0,-2-1 0,-6 8 0,2-5-136,0 0-1,-1-1 1,0 0-1,-1 0 1,1-1-1,-1-1 1,0 0-1,-1 0 0,-13 3 1,-2-1-6690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2.403"/>
    </inkml:context>
    <inkml:brush xml:id="br0">
      <inkml:brushProperty name="width" value="0.05" units="cm"/>
      <inkml:brushProperty name="height" value="0.05" units="cm"/>
      <inkml:brushProperty name="color" value="#FFFFFF"/>
    </inkml:brush>
  </inkml:definitions>
  <inkml:trace contextRef="#ctx0" brushRef="#br0">0 208 24575,'2'1'0,"-1"-1"0,1 1 0,-1-1 0,0 1 0,0 0 0,1-1 0,-1 1 0,0 0 0,0 0 0,0 0 0,0 0 0,0 0 0,0 0 0,0 0 0,0 1 0,0-1 0,-1 0 0,1 0 0,0 2 0,14 28 0,-14-28 0,15 37 0,-3 1 0,14 70 0,0 88 0,-27-193 0,2 20 0,-2-25 0,0 0 0,0 0 0,-1 0 0,1 0 0,0 0 0,0 0 0,0 0 0,-1 0 0,1 0 0,0-1 0,-1 1 0,1 0 0,-1 0 0,0 0 0,1 0 0,-1 0 0,1-1 0,-1 1 0,-1 1 0,1-2 0,1 0 0,-1 0 0,1 0 0,-1 0 0,1 1 0,-1-1 0,1-1 0,-1 1 0,1 0 0,-1 0 0,1 0 0,-1 0 0,1 0 0,-1 0 0,1 0 0,0-1 0,-1 1 0,1 0 0,-1 0 0,1-1 0,-1 1 0,1 0 0,0-1 0,-1 1 0,1 0 0,0-1 0,-1 1 0,1-1 0,0 1 0,0 0 0,-1-1 0,1 1 0,0-1 0,0 1 0,0-1 0,-9-20 0,9 19 0,-13-40 0,2-1 0,-11-89 0,11-90 0,11 217 0,-1-30 0,5-36 0,-3 61 0,0 1 0,1-1 0,0 1 0,1 0 0,0 0 0,0 0 0,1 0 0,9-16 0,-12 23 0,0 1 0,1-1 0,-1 0 0,0 1 0,1-1 0,-1 1 0,1 0 0,-1-1 0,1 1 0,0 0 0,-1 0 0,1 0 0,0 0 0,0 0 0,0 0 0,0 1 0,0-1 0,0 1 0,0-1 0,0 1 0,3-1 0,-2 2 0,1-1 0,0 1 0,-1 0 0,1-1 0,-1 2 0,0-1 0,1 0 0,-1 1 0,0-1 0,0 1 0,5 3 0,5 6 0,1 0 0,-1 1 0,22 27 0,-32-35 0,7 8 0,0 1 0,-1 0 0,-1 0 0,0 1 0,-1 0 0,0 0 0,-1 1 0,5 17 0,-10-27 0,1 0 0,-1 1 0,0-1 0,0 0 0,-1 1 0,0-1 0,0 1 0,0-1 0,0 0 0,-1 1 0,0-1 0,0 0 0,-1 1 0,1-1 0,-1 0 0,0 0 0,-1 0 0,1 0 0,-1-1 0,0 1 0,0-1 0,0 1 0,-1-1 0,0 0 0,1 0 0,-1-1 0,-5 4 0,-2 0-105,0-1 0,0-1 0,-1 0 0,1-1 0,-1 0 0,0-1 0,0 0 0,0-1 0,-1 0 0,1-1 0,-1 0 0,-12-1 0,-16-2-6721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1.019"/>
    </inkml:context>
    <inkml:brush xml:id="br0">
      <inkml:brushProperty name="width" value="0.05" units="cm"/>
      <inkml:brushProperty name="height" value="0.05" units="cm"/>
      <inkml:brushProperty name="color" value="#FFFFFF"/>
    </inkml:brush>
  </inkml:definitions>
  <inkml:trace contextRef="#ctx0" brushRef="#br0">1 47 24575,'130'-8'0,"-21"0"0,1201-23-1599,1 32-447,332 9 1743,-679-8 308,327 22-1144,-795 4 3989,-494-28-2754,1 0 0,0 0 0,0 0 0,-1 1-1,1 0 1,-1-1 0,1 1 0,0 0 0,-1 0 0,1 0 0,-1 1 0,0-1-1,3 3 1,-3-3-51,-1 1-1,0-1 1,-1 1-1,1 0 1,0-1-1,0 1 1,-1 0-1,1-1 1,-1 1-1,1 0 1,-1 0-1,0-1 1,0 1-1,0 0 1,0 0-1,0 0 1,0 0-1,0-1 1,-1 4-1,-8 84-44,3 127 0,3-24 0,-3-78 0,5 0 0,18 154 0,74 286 0,17 146 0,-101-421 0,-7-225 0,-2-39 0,2 11 0,0-25 0,0-1 0,1 1 0,-1 0 0,0-1 0,1 1 0,-1 0 0,0-1 0,1 1 0,-1-1 0,1 1 0,-1-1 0,1 1 0,0-1 0,-1 1 0,1-1 0,-1 0 0,1 1 0,0-1 0,-1 0 0,1 1 0,0-1 0,0 0 0,-1 0 0,1 0 0,0 0 0,-1 0 0,1 0 0,0 0 0,0 0 0,-1 0 0,1 0 0,1 0 0,121-18 0,397 28 0,-346 0 0,2213 71-653,-1923-69 603,247 10 50,-656-21 294,-35-1-17,-47 0-145,-8-3-1497,22-1-5461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1.404"/>
    </inkml:context>
    <inkml:brush xml:id="br0">
      <inkml:brushProperty name="width" value="0.05" units="cm"/>
      <inkml:brushProperty name="height" value="0.05" units="cm"/>
      <inkml:brushProperty name="color" value="#FFFFFF"/>
    </inkml:brush>
  </inkml:definitions>
  <inkml:trace contextRef="#ctx0" brushRef="#br0">44 16 24575,'-3'-2'0,"1"0"0,-1 1 0,1-1 0,-1 1 0,0-1 0,0 1 0,0 0 0,0 0 0,0 0 0,0 1 0,0-1 0,0 1 0,-3-1 0,49 15 0,2-5 0,0 3 0,-1 1 0,81 36 0,-119-46 0,0 0 0,-1 0 0,1 1 0,-1 0 0,0 0 0,0 1 0,0-1 0,-1 1 0,0 0 0,6 8 0,-8-10 0,-1 0 0,1 0 0,-1 1 0,0-1 0,0 0 0,0 1 0,0-1 0,0 1 0,-1-1 0,0 1 0,0-1 0,0 1 0,0-1 0,0 1 0,-1-1 0,1 0 0,-1 1 0,0-1 0,0 1 0,0-1 0,-2 4 0,-11 24-227,-1-1-1,-2 0 1,0 0-1,-2-2 1,-23 27-1,30-43-6598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4.394"/>
    </inkml:context>
    <inkml:brush xml:id="br0">
      <inkml:brushProperty name="width" value="0.05" units="cm"/>
      <inkml:brushProperty name="height" value="0.05" units="cm"/>
      <inkml:brushProperty name="color" value="#FFFFFF"/>
    </inkml:brush>
  </inkml:definitions>
  <inkml:trace contextRef="#ctx0" brushRef="#br0">888 54 24575,'-3'0'0,"0"-1"0,0 0 0,0 0 0,1 0 0,-1-1 0,-5-2 0,-3-2 0,-14-3 0,0 2 0,-1 0 0,0 2 0,0 1 0,0 1 0,0 1 0,-1 2 0,-39 3 0,35 0 0,1 1 0,-1 2 0,1 0 0,1 2 0,-1 2 0,1 0 0,1 2 0,0 1 0,0 1 0,2 2 0,0 0 0,0 2 0,2 1 0,-42 41 0,28-22 0,23-24 0,1 0 0,-22 29 0,34-41 0,1 0 0,-1 1 0,1-1 0,-1 1 0,1-1 0,0 1 0,0-1 0,0 1 0,1 0 0,-1-1 0,1 1 0,-1 0 0,1 0 0,0-1 0,0 1 0,0 0 0,0 0 0,1 3 0,1-3 0,-1 1 0,0-1 0,1 0 0,0 0 0,0 0 0,0 0 0,0 0 0,0 0 0,0 0 0,1 0 0,-1-1 0,5 3 0,5 4 0,0-2 0,0 1 0,1-2 0,0 0 0,25 9 0,37 6 0,0-2 0,1-3 0,134 8 0,235-17 0,-216-22 0,-194 11 0,1-3 0,-1 0 0,0-3 0,45-18 0,-66 22 0,1 0 0,-1-1 0,-1-1 0,0 0 0,0-1 0,19-18 0,-29 24 0,0 0 0,0 0 0,0 0 0,-1 0 0,1 0 0,-1-1 0,0 0 0,0 1 0,-1-1 0,1 0 0,-1 0 0,0 0 0,0 0 0,0 0 0,0 0 0,-1 0 0,1 0 0,-1 0 0,0 0 0,0 0 0,-1 0 0,1-1 0,-1 1 0,0 0 0,0 0 0,-1 1 0,1-1 0,-1 0 0,1 0 0,-4-4 0,1 2 0,0-1 0,-1 1 0,0 0 0,0 1 0,-1-1 0,0 1 0,-11-9 0,-51-28 0,43 28 0,-9-6 0,0 1 0,-1 3 0,-1 0 0,-1 3 0,0 0 0,0 3 0,-1 1 0,0 2 0,-1 1 0,-41 0 0,38 6-341,1 2 0,-1 2-1,-48 10 1,56-7-6485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5.298"/>
    </inkml:context>
    <inkml:brush xml:id="br0">
      <inkml:brushProperty name="width" value="0.05" units="cm"/>
      <inkml:brushProperty name="height" value="0.05" units="cm"/>
      <inkml:brushProperty name="color" value="#FFFFFF"/>
    </inkml:brush>
  </inkml:definitions>
  <inkml:trace contextRef="#ctx0" brushRef="#br0">70 0 24575,'-2'55'0,"-3"1"0,-13 53 0,-6 65 0,19 34 0,-3 46 0,6-233 0,-1 6 0,1 0 0,2 37 0,0-62 0,1 0 0,-1-1 0,1 1 0,-1 0 0,1-1 0,-1 1 0,1-1 0,0 1 0,0-1 0,0 1 0,0-1 0,0 0 0,0 1 0,0-1 0,0 0 0,0 0 0,1 0 0,-1 0 0,0 0 0,1 0 0,-1 0 0,1 0 0,-1-1 0,1 1 0,-1-1 0,1 1 0,0-1 0,-1 1 0,1-1 0,3 0 0,6 1 0,0 0 0,0-1 0,20-2 0,-11 0 0,72-7 0,-23 1 0,372-14 0,63-7 0,-337 8 0,-152 18-1365,-4-1-5461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5.718"/>
    </inkml:context>
    <inkml:brush xml:id="br0">
      <inkml:brushProperty name="width" value="0.05" units="cm"/>
      <inkml:brushProperty name="height" value="0.05" units="cm"/>
      <inkml:brushProperty name="color" value="#FFFFFF"/>
    </inkml:brush>
  </inkml:definitions>
  <inkml:trace contextRef="#ctx0" brushRef="#br0">38 32 24575,'0'-2'0,"0"0"0,0 0 0,0 0 0,0-1 0,-1 1 0,1 0 0,-1 0 0,0 0 0,0 0 0,1 0 0,-1 0 0,0 0 0,-3-3 0,3 7 0,0 0 0,-1 1 0,1-1 0,0 0 0,1 1 0,-1-1 0,0 0 0,1 1 0,-1 4 0,0-5 0,-6 33 0,2-1 0,2 1 0,0 58 0,18 106 0,10 106 0,-8-129 0,-17-173-151,1 0-1,-1 0 0,1 0 0,0 1 1,0-1-1,0 0 0,0 0 1,3 5-1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7.611"/>
    </inkml:context>
    <inkml:brush xml:id="br0">
      <inkml:brushProperty name="width" value="0.05" units="cm"/>
      <inkml:brushProperty name="height" value="0.05" units="cm"/>
      <inkml:brushProperty name="color" value="#FFFFFF"/>
    </inkml:brush>
  </inkml:definitions>
  <inkml:trace contextRef="#ctx0" brushRef="#br0">73 22 24575,'-2'-2'0,"0"0"0,0 0 0,-1 0 0,1 1 0,0-1 0,-1 0 0,0 1 0,1 0 0,-1-1 0,0 1 0,0 0 0,1 0 0,-6 0 0,6 1 0,1 0 0,0 0 0,0 0 0,0 0 0,0 1 0,-1-1 0,1 0 0,0 1 0,0-1 0,0 1 0,0-1 0,0 1 0,0-1 0,0 1 0,0 0 0,0-1 0,0 1 0,0 0 0,0 0 0,0 0 0,1 0 0,-1 0 0,0 0 0,1 0 0,-1 0 0,1 0 0,-1 0 0,1 0 0,-1 0 0,1 0 0,0 1 0,0-1 0,-1 0 0,1 3 0,-2 15 0,1 1 0,1 0 0,0 0 0,2 0 0,4 22 0,1 20 0,-1 155-1365,-6-194-5461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7.983"/>
    </inkml:context>
    <inkml:brush xml:id="br0">
      <inkml:brushProperty name="width" value="0.05" units="cm"/>
      <inkml:brushProperty name="height" value="0.05" units="cm"/>
      <inkml:brushProperty name="color" value="#FFFFFF"/>
    </inkml:brush>
  </inkml:definitions>
  <inkml:trace contextRef="#ctx0" brushRef="#br0">104 23 24575,'0'-1'0,"1"0"0,-1 0 0,0 0 0,0 0 0,-1 0 0,1 0 0,0 0 0,0 1 0,0-1 0,0 0 0,-1 0 0,1 0 0,0 0 0,-1 1 0,1-1 0,-1 0 0,1 0 0,-1 1 0,0-2 0,0 2 0,1-1 0,-1 1 0,0 0 0,1 0 0,-1 0 0,1-1 0,-1 1 0,0 0 0,1 0 0,-1 0 0,1 0 0,-1 0 0,0 0 0,1 0 0,-1 1 0,1-1 0,-1 0 0,1 0 0,-1 0 0,0 1 0,0-1 0,-2 2 0,0 0 0,0 0 0,0 0 0,0 1 0,0-1 0,1 1 0,-1-1 0,-2 5 0,-3 7 0,0 1 0,1 0 0,0 0 0,2 1 0,0-1 0,0 1 0,1 1 0,1-1 0,1 0 0,1 1 0,0-1 0,1 1 0,0-1 0,2 1 0,0-1 0,5 21 0,-5-30 0,0 0 0,1 0 0,0-1 0,0 0 0,0 1 0,1-1 0,0 0 0,0-1 0,1 1 0,-1-1 0,8 7 0,-9-10 0,-1 0 0,0-1 0,1 1 0,-1-1 0,1 1 0,-1-1 0,1 0 0,-1 0 0,1 0 0,0 0 0,0-1 0,-1 1 0,1-1 0,0 0 0,0 1 0,0-1 0,0 0 0,-1-1 0,1 1 0,0 0 0,0-1 0,0 0 0,-1 0 0,1 0 0,0 0 0,-1 0 0,1 0 0,-1-1 0,1 1 0,2-3 0,2-2 0,1-1 0,-1 1 0,0-2 0,-1 1 0,0-1 0,0 0 0,-1 0 0,0-1 0,0 1 0,-1-1 0,0 0 0,-1-1 0,4-10 0,-4 6 0,1 0 0,-2 0 0,0 0 0,0-1 0,-2 1 0,1-1 0,-2 1 0,-3-21 0,2 25 38,0 1 0,-1-1 0,-1 0 0,1 1 0,-2 0 0,1 0 0,-1 0 0,-7-9 0,10 15-99,0 0 0,0 0 0,0 1 0,0-1 0,-1 1 0,0 0 0,1-1 0,-1 1 0,0 0 0,0 0 0,0 1 0,0-1 0,0 1 0,0-1 0,-1 1 0,1 0 0,0 0 0,-1 1 1,1-1-1,0 1 0,-1-1 0,1 1 0,-1 0 0,1 0 0,-1 1 0,1-1 0,-4 2 0,-5 2-6765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8.449"/>
    </inkml:context>
    <inkml:brush xml:id="br0">
      <inkml:brushProperty name="width" value="0.05" units="cm"/>
      <inkml:brushProperty name="height" value="0.05" units="cm"/>
      <inkml:brushProperty name="color" value="#FFFFFF"/>
    </inkml:brush>
  </inkml:definitions>
  <inkml:trace contextRef="#ctx0" brushRef="#br0">89 121 24575,'-3'0'0,"1"0"0,0 0 0,0 0 0,-1 0 0,1 0 0,0 1 0,0-1 0,0 1 0,0 0 0,0-1 0,0 1 0,0 0 0,0 0 0,0 1 0,0-1 0,0 0 0,0 1 0,-2 1 0,2 1 0,0-1 0,-1 1 0,1 0 0,0 0 0,1 0 0,-1 0 0,1 0 0,-2 8 0,-4 22 0,-3 60 0,6-41 0,-3 53 0,8-115 0,1 0 0,0 0 0,0 0 0,7-16 0,0 1 0,56-152 0,-51 146 0,1 1 0,1 1 0,34-46 0,-46 69 0,0 0 0,0 1 0,1-1 0,0 1 0,-1 0 0,1 1 0,7-5 0,-10 7 0,-1 0 0,1 0 0,-1 1 0,1-1 0,-1 1 0,1-1 0,-1 1 0,1 0 0,0 0 0,-1-1 0,1 1 0,-1 0 0,1 0 0,0 1 0,-1-1 0,1 0 0,-1 0 0,1 1 0,0-1 0,-1 1 0,1-1 0,-1 1 0,1 0 0,-1 0 0,0 0 0,1 0 0,-1-1 0,0 2 0,0-1 0,0 0 0,1 0 0,0 3 0,5 5 0,-1 0 0,-1 0 0,0 1 0,0 0 0,-1 0 0,0 0 0,5 22 0,8 81 0,-12-76 0,10 77-1365,-11-86-5461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8.617"/>
    </inkml:context>
    <inkml:brush xml:id="br0">
      <inkml:brushProperty name="width" value="0.05" units="cm"/>
      <inkml:brushProperty name="height" value="0.05" units="cm"/>
      <inkml:brushProperty name="color" value="#FFFFFF"/>
    </inkml:brush>
  </inkml:definitions>
  <inkml:trace contextRef="#ctx0" brushRef="#br0">8 53 24575,'0'-3'0,"-3"-1"0,-1-2 0,3-1 0,5 1 0,5 1 0,6 3 0,10-3 0,9 1 0,8 0 0,6 1 0,3 1 0,6 1 0,-8 1-8191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9.207"/>
    </inkml:context>
    <inkml:brush xml:id="br0">
      <inkml:brushProperty name="width" value="0.05" units="cm"/>
      <inkml:brushProperty name="height" value="0.05" units="cm"/>
      <inkml:brushProperty name="color" value="#FFFFFF"/>
    </inkml:brush>
  </inkml:definitions>
  <inkml:trace contextRef="#ctx0" brushRef="#br0">70 110 24575,'0'-1'0,"0"1"0,0 0 0,0-1 0,0 1 0,0 0 0,0-1 0,0 1 0,0-1 0,0 1 0,-1 0 0,1-1 0,0 1 0,0 0 0,0-1 0,0 1 0,-1 0 0,1-1 0,0 1 0,0 0 0,0-1 0,-1 1 0,1 0 0,0 0 0,-1-1 0,1 1 0,0 0 0,-1 0 0,1 0 0,0-1 0,-1 1 0,1 0 0,0 0 0,-1 0 0,1 0 0,0 0 0,-1 0 0,1 0 0,-1 0 0,1 0 0,0 0 0,-1 0 0,1 0 0,-1 0 0,1 0 0,0 0 0,-1 0 0,1 0 0,0 0 0,-1 1 0,0-1 0,0 0 0,0 1 0,0-1 0,0 1 0,0-1 0,0 1 0,0 0 0,0-1 0,0 1 0,0 0 0,0 0 0,1 0 0,-1-1 0,0 1 0,1 0 0,-1 0 0,0 2 0,-5 19 0,1 1 0,2 0 0,-2 41 0,1-15 0,-13 71 0,19-135 0,9-62 0,-1 34 0,3 0 0,1 0 0,2 1 0,39-71 0,-53 109 0,0 1 0,0-1 0,1 1 0,-1 0 0,1 0 0,0 0 0,0 0 0,0 0 0,0 1 0,7-4 0,-9 5 0,0 1 0,0 0 0,0-1 0,0 1 0,0 0 0,0 0 0,0-1 0,0 1 0,0 0 0,0 0 0,0 0 0,0 0 0,0 1 0,0-1 0,0 0 0,-1 0 0,1 0 0,0 1 0,1 0 0,0 0 0,-1 0 0,1 0 0,-1 0 0,1 1 0,-1-1 0,0 0 0,0 1 0,0-1 0,0 1 0,0 0 0,0-1 0,0 1 0,1 3 0,5 17 0,-1 0 0,0 0 0,-2 1 0,4 44 0,-7 91 0,-1-156 0,0-2 0,0 0 0,0 0 0,0 0 0,0 0 0,0 0 0,0 0 0,0 0 0,0 0 0,0-1 0,0 1 0,0 0 0,0 0 0,0 0 0,0 0 0,0 0 0,0 0 0,0 0 0,0 0 0,0 0 0,0 0 0,0 0 0,0 0 0,0 0 0,0 0 0,0 0 0,1 0 0,-1 0 0,0 0 0,0 0 0,0 0 0,0 0 0,0 0 0,0 0 0,0 0 0,0 0 0,0 0 0,0 0 0,0 0 0,0 0 0,0 0 0,1 0 0,-1 0 0,0 0 0,0 0 0,0 0 0,0 0 0,0 0 0,0 0 0,0 0 0,0 0 0,0 0 0,0 0 0,0 0 0,0 0 0,7-13 0,12-24 0,-14 25 0,8-12 0,0 0 0,2 1 0,31-38 0,-34 46 0,1 2 0,1-1 0,0 2 0,1 0 0,0 1 0,22-13 0,-33 21 0,1 1 0,0 0 0,-1 0 0,1 0 0,0 0 0,0 1 0,0 0 0,0 0 0,0 0 0,0 1 0,0 0 0,0 0 0,0 0 0,0 0 0,0 1 0,7 1 0,-8 0 0,1 0 0,-1 0 0,0 0 0,0 0 0,-1 1 0,1-1 0,0 1 0,-1 0 0,0 0 0,1 0 0,-1 1 0,-1-1 0,1 1 0,0 0 0,-1-1 0,0 1 0,0 0 0,3 7 0,0 3 57,0 1 0,-1 0 0,-1 0 0,0 0 0,1 19 0,-3 77-1764,-2-83-5119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09.440"/>
    </inkml:context>
    <inkml:brush xml:id="br0">
      <inkml:brushProperty name="width" value="0.05" units="cm"/>
      <inkml:brushProperty name="height" value="0.05" units="cm"/>
      <inkml:brushProperty name="color" value="#FFFFFF"/>
    </inkml:brush>
  </inkml:definitions>
  <inkml:trace contextRef="#ctx0" brushRef="#br0">1 0 24575,'3'0'0,"4"0"0,3 0 0,7 0 0,5 0 0,6 0 0,4 0 0,2 0 0,1 0 0,-2 0 0,-4 0 0,-4 0 0,-9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1.805"/>
    </inkml:context>
    <inkml:brush xml:id="br0">
      <inkml:brushProperty name="width" value="0.05" units="cm"/>
      <inkml:brushProperty name="height" value="0.05" units="cm"/>
      <inkml:brushProperty name="color" value="#FFFFFF"/>
    </inkml:brush>
  </inkml:definitions>
  <inkml:trace contextRef="#ctx0" brushRef="#br0">194 173 24575,'0'-6'0,"0"0"0,0-1 0,0 1 0,1 0 0,0 0 0,1 0 0,-1 0 0,1 0 0,0 0 0,1 1 0,-1-1 0,1 1 0,0-1 0,1 1 0,-1 0 0,1 0 0,0 1 0,0-1 0,0 1 0,1 0 0,0 0 0,-1 0 0,2 0 0,5-3 0,-6 5 0,-1 0 0,1 0 0,-1 0 0,1 0 0,0 1 0,0 0 0,0 0 0,0 0 0,0 1 0,0-1 0,0 1 0,0 0 0,0 1 0,0-1 0,0 1 0,0 0 0,0 0 0,-1 1 0,1-1 0,0 1 0,-1 0 0,1 0 0,-1 1 0,1-1 0,-1 1 0,0 0 0,0 0 0,0 1 0,-1-1 0,7 8 0,-8-8 0,1 0 0,-1-1 0,0 1 0,0 0 0,-1 0 0,1 0 0,0 0 0,-1 0 0,0 0 0,0 0 0,0 1 0,0-1 0,0 0 0,-1 1 0,0-1 0,1 0 0,-1 1 0,0-1 0,-1 1 0,1-1 0,0 0 0,-1 1 0,0-1 0,0 0 0,0 1 0,0-1 0,-1 0 0,1 0 0,-1 0 0,0 0 0,0 0 0,0-1 0,0 1 0,0 0 0,0-1 0,-1 0 0,1 1 0,-1-1 0,0 0 0,0 0 0,0-1 0,0 1 0,0 0 0,0-1 0,0 0 0,-5 1 0,-7 2 0,-1 0 0,-1-2 0,1 0 0,0-1 0,0 0 0,-1-2 0,1 0 0,-26-4 0,38 4 0,1 0 0,-1 0 0,1 0 0,-1 0 0,1-1 0,0 1 0,-1-1 0,1 0 0,0 0 0,0 0 0,0 0 0,1-1 0,-1 1 0,0-1 0,1 0 0,0 0 0,-4-5 0,5 6 0,0 0 0,0-1 0,0 1 0,1-1 0,-1 1 0,1-1 0,0 1 0,-1-1 0,1 1 0,0-1 0,0 1 0,1-1 0,-1 1 0,0-1 0,1 1 0,0-1 0,-1 1 0,1-1 0,0 1 0,0 0 0,1 0 0,-1-1 0,0 1 0,1 0 0,3-3 0,3-5 0,1 0 0,0 1 0,1 0 0,0 1 0,1 0 0,21-13 0,-25 17 0,1 0 0,0 1 0,-1 0 0,1 0 0,0 1 0,0 0 0,1 0 0,-1 1 0,0 0 0,1 0 0,15 1 0,-19 1 0,0 0 0,0 0 0,-1 1 0,1 0 0,-1 0 0,1 0 0,-1 0 0,0 0 0,1 1 0,-1 0 0,-1 0 0,1 0 0,0 0 0,-1 1 0,1-1 0,-1 1 0,0 0 0,-1 0 0,1 0 0,0 0 0,-1 1 0,0-1 0,0 1 0,1 5 0,0 0 0,0 0 0,-1 0 0,0 0 0,0 0 0,-1 0 0,-1 0 0,0 1 0,0-1 0,-1 0 0,-4 18 0,0-8 0,-2-1 0,0 0 0,-2-1 0,0 1 0,-1-2 0,0 1 0,-2-1 0,0-1 0,-1 0 0,0-1 0,-22 19 0,20-21 0,0 0 0,-1-1 0,-1-1 0,0 0 0,0-1 0,-1-1 0,0-1 0,-1 0 0,0-2 0,0 0 0,-32 6 0,47-12 0,-1 1 0,0-1 0,0 0 0,0 0 0,1 0 0,-1 0 0,0-1 0,0 0 0,1 0 0,-9-3 0,12 3 0,0 1 0,0-1 0,0 0 0,0 1 0,0-1 0,0 0 0,0 0 0,0 0 0,0 0 0,0 0 0,0 0 0,0 0 0,1 0 0,-1 0 0,1 0 0,-1-1 0,0-1 0,1 1 0,-1 0 0,1 0 0,0-1 0,0 1 0,0 0 0,0 0 0,1 0 0,-1-1 0,0 1 0,1 0 0,0 0 0,-1 0 0,3-3 0,1-4 0,1 1 0,0 0 0,1 0 0,0 1 0,0 0 0,0 0 0,1 0 0,0 1 0,0 0 0,1 0 0,0 0 0,0 1 0,0 1 0,11-5 0,-6 3 0,0 1 0,0 0 0,0 1 0,1 0 0,0 2 0,0-1 0,0 2 0,0-1 0,14 2 0,-18 1 28,0 1 0,0 0 0,0 0 0,0 1 1,0 0-1,-1 1 0,1 0 0,-1 0 0,0 1 0,0 0 0,9 8 0,8 8-427,-1 1 0,23 25 0,-34-33-106,4 4-6321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2.148"/>
    </inkml:context>
    <inkml:brush xml:id="br0">
      <inkml:brushProperty name="width" value="0.05" units="cm"/>
      <inkml:brushProperty name="height" value="0.05" units="cm"/>
      <inkml:brushProperty name="color" value="#FFFFFF"/>
    </inkml:brush>
  </inkml:definitions>
  <inkml:trace contextRef="#ctx0" brushRef="#br0">23 196 24575,'0'-6'0,"-1"-1"0,0 0 0,-1 1 0,1-1 0,-6-11 0,5 12 0,0 0 0,0 0 0,1 0 0,-1 0 0,1-8 0,0 14 0,1-1 0,0 1 0,0 0 0,0 0 0,0 0 0,0-1 0,0 1 0,0 0 0,0 0 0,0 0 0,0-1 0,0 1 0,0 0 0,0 0 0,0 0 0,1-1 0,-1 1 0,0 0 0,0 0 0,0 0 0,0 0 0,0-1 0,0 1 0,0 0 0,0 0 0,1 0 0,-1 0 0,0 0 0,0-1 0,0 1 0,0 0 0,1 0 0,-1 0 0,0 0 0,0 0 0,0 0 0,1 0 0,-1 0 0,0 0 0,0 0 0,0 0 0,0 0 0,1 0 0,-1 0 0,0 0 0,0 0 0,1 0 0,11 7 0,11 14 0,61 80 0,-72-84 0,0 1 0,-1 1 0,-1 0 0,8 22 0,-16-35 0,-1-1 0,1 1 0,-1-1 0,0 1 0,-1-1 0,0 7 0,0-11 0,1-1 0,-1 1 0,0 0 0,0 0 0,0-1 0,0 1 0,0 0 0,0-1 0,-1 1 0,1 0 0,0 0 0,0-1 0,0 1 0,-1 0 0,1-1 0,0 1 0,-1 0 0,1-1 0,-1 1 0,1-1 0,0 1 0,-1-1 0,1 1 0,-1-1 0,0 1 0,1-1 0,-1 1 0,1-1 0,-1 0 0,0 1 0,1-1 0,-1 0 0,0 0 0,1 1 0,-1-1 0,0 0 0,1 0 0,-1 0 0,0 0 0,0 0 0,1 0 0,-1 0 0,0 0 0,1 0 0,-1 0 0,0 0 0,0 0 0,1-1 0,-1 1 0,0 0 0,1 0 0,-1-1 0,0 1 0,1-1 0,-1 1 0,1 0 0,-1-1 0,0 0 0,-2-1 0,-1-1 0,1 0 0,0 0 0,0 0 0,0 0 0,0 0 0,1 0 0,-1-1 0,1 1 0,0-1 0,0 0 0,0 0 0,1 0 0,-1 0 0,-1-6 0,0 0 0,1-1 0,0 0 0,1-1 0,-1-18 0,3 16 0,0 0 0,0-1 0,2 1 0,0 0 0,0 1 0,1-1 0,1 0 0,0 1 0,1 0 0,1 0 0,12-18 0,-15 24 0,1 1 0,0 0 0,1 0 0,-1 1 0,1-1 0,0 1 0,0 0 0,0 1 0,1 0 0,0 0 0,0 0 0,0 0 0,0 1 0,0 1 0,1-1 0,0 1 0,-1 0 0,1 1 0,0 0 0,0 0 0,-1 1 0,13 0 0,8 4-1365,-3 1-5461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2.551"/>
    </inkml:context>
    <inkml:brush xml:id="br0">
      <inkml:brushProperty name="width" value="0.05" units="cm"/>
      <inkml:brushProperty name="height" value="0.05" units="cm"/>
      <inkml:brushProperty name="color" value="#FFFFFF"/>
    </inkml:brush>
  </inkml:definitions>
  <inkml:trace contextRef="#ctx0" brushRef="#br0">88 123 24575,'-6'0'0,"7"2"0,16 3 0,29 4 0,-36-8 0,1-1 0,-1 1 0,0-2 0,0 1 0,0-1 0,11-3 0,-20 4 0,1-1 0,0 0 0,0 1 0,-1-1 0,1 0 0,0 0 0,-1 0 0,1 0 0,-1 0 0,1 0 0,-1 0 0,0-1 0,1 1 0,-1 0 0,0-1 0,2-2 0,-2 2 0,-1 0 0,1 0 0,-1 0 0,1 0 0,-1-1 0,0 1 0,0 0 0,0 0 0,0 0 0,0 0 0,-1-1 0,1 1 0,0 0 0,-1 0 0,0 0 0,1 0 0,-1 0 0,-1-2 0,-1-1 0,0 0 0,1 1 0,-1-1 0,-1 1 0,1-1 0,-1 1 0,0 0 0,0 1 0,0-1 0,0 1 0,-1-1 0,1 1 0,-1 1 0,0-1 0,0 1 0,0-1 0,0 1 0,0 1 0,0-1 0,-1 1 0,1 0 0,-1 0 0,-6 0 0,7 1 0,0 0 0,0 0 0,-1 0 0,1 0 0,0 1 0,0 0 0,0 0 0,0 1 0,0-1 0,0 1 0,0 0 0,0 0 0,1 1 0,-1-1 0,1 1 0,-1 0 0,1 1 0,0-1 0,0 0 0,1 1 0,-1 0 0,1 0 0,0 0 0,-4 6 0,3-1 23,0 0 0,1 1 0,-1-1-1,2 1 1,0-1 0,0 1 0,0 0-1,1 0 1,1 0 0,0 0 0,0 0-1,1 0 1,0-1 0,4 16 0,-3-18-109,-1 0 1,2 0 0,-1 0-1,1-1 1,0 1 0,1 0-1,-1-1 1,1 0 0,1 0-1,-1 0 1,1 0 0,0-1-1,0 0 1,1 0 0,-1 0-1,1-1 1,0 0 0,0 0-1,14 6 1,6-1-6741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2.849"/>
    </inkml:context>
    <inkml:brush xml:id="br0">
      <inkml:brushProperty name="width" value="0.05" units="cm"/>
      <inkml:brushProperty name="height" value="0.05" units="cm"/>
      <inkml:brushProperty name="color" value="#FFFFFF"/>
    </inkml:brush>
  </inkml:definitions>
  <inkml:trace contextRef="#ctx0" brushRef="#br0">282 73 24575,'-1'-2'0,"1"0"0,-1 0 0,0-1 0,0 1 0,1 0 0,-2 0 0,1 0 0,0 0 0,0 0 0,-1 1 0,1-1 0,-1 0 0,1 0 0,-1 1 0,-2-2 0,-29-20 0,26 20 0,0 0 0,0 0 0,-1 1 0,1 0 0,-1 0 0,1 1 0,-1 0 0,0 1 0,-13 0 0,17 0 0,-1 0 0,0 1 0,0 0 0,1 0 0,-1 0 0,1 1 0,-1-1 0,1 1 0,-1 0 0,1 0 0,0 1 0,0-1 0,0 1 0,0 0 0,1 0 0,-7 7 0,3-1 0,0 1 0,1 0 0,0 0 0,0 1 0,1-1 0,1 1 0,0 1 0,0-1 0,1 0 0,0 1 0,-1 18 0,4-26 0,-1 1 0,1 0 0,0 0 0,0-1 0,1 1 0,-1 0 0,1-1 0,0 1 0,1 0 0,-1-1 0,1 1 0,0-1 0,0 0 0,0 0 0,0 0 0,1 0 0,0 0 0,0 0 0,0 0 0,0-1 0,0 0 0,1 1 0,0-1 0,-1-1 0,1 1 0,0 0 0,0-1 0,1 0 0,-1 0 0,0 0 0,6 1 0,1 0 49,1-1 0,-1 0 0,1 0-1,0-1 1,0-1 0,19-1 0,-5-2-618,-1-1 0,25-7 0,-12 1-6257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3.221"/>
    </inkml:context>
    <inkml:brush xml:id="br0">
      <inkml:brushProperty name="width" value="0.05" units="cm"/>
      <inkml:brushProperty name="height" value="0.05" units="cm"/>
      <inkml:brushProperty name="color" value="#FFFFFF"/>
    </inkml:brush>
  </inkml:definitions>
  <inkml:trace contextRef="#ctx0" brushRef="#br0">1 0 24575,'0'3'0,"0"4"0,3 3 0,1 7 0,0 6 0,1 4 0,1 5 0,-1 2 0,2 4 0,-1 2 0,0 0 0,-3-1 0,0-2 0,-2 0 0,-1-4 0,0-8-8191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3.407"/>
    </inkml:context>
    <inkml:brush xml:id="br0">
      <inkml:brushProperty name="width" value="0.05" units="cm"/>
      <inkml:brushProperty name="height" value="0.05" units="cm"/>
      <inkml:brushProperty name="color" value="#FFFFFF"/>
    </inkml:brush>
  </inkml:definitions>
  <inkml:trace contextRef="#ctx0" brushRef="#br0">5 28 24575,'-3'-3'0,"2"-1"0,7 1 0,5 0 0,8 1 0,5 0 0,5 2 0,4-1 0,2 1 0,0 0 0,1-2 0,0-2 0,-6 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3.737"/>
    </inkml:context>
    <inkml:brush xml:id="br0">
      <inkml:brushProperty name="width" value="0.05" units="cm"/>
      <inkml:brushProperty name="height" value="0.05" units="cm"/>
      <inkml:brushProperty name="color" value="#FFFFFF"/>
    </inkml:brush>
  </inkml:definitions>
  <inkml:trace contextRef="#ctx0" brushRef="#br0">24 71 24575,'-3'0'0,"-1"-3"0,-3-4 0,0-4 0,4 0 0,6 2 0,4 0 0,9 1 0,6 1 0,8 3 0,9 2 0,6 4 0,4 2 0,3 3 0,1 0 0,1-1 0,-9-1-8191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4.060"/>
    </inkml:context>
    <inkml:brush xml:id="br0">
      <inkml:brushProperty name="width" value="0.05" units="cm"/>
      <inkml:brushProperty name="height" value="0.05" units="cm"/>
      <inkml:brushProperty name="color" value="#FFFFFF"/>
    </inkml:brush>
  </inkml:definitions>
  <inkml:trace contextRef="#ctx0" brushRef="#br0">99 0 24575,'-1'0'0,"-1"1"0,1 0 0,-1-1 0,1 1 0,0 0 0,-1-1 0,1 1 0,0 0 0,0 0 0,0 0 0,0 0 0,-1 0 0,1 0 0,1 1 0,-2 0 0,-14 21 0,16-23 0,-10 16 20,2 0 0,0 0 0,1 1 1,1 0-1,0 0 0,1 1 0,1-1 0,1 1 0,0 0 0,2 0 0,0 1 0,1-1 0,0 0 0,2 0 0,0 0 0,9 33 1,-6-31-135,1-1 0,2 0 0,-1 0 0,2-1 1,1 0-1,0 0 0,1-1 0,1-1 1,1 0-1,0 0 0,1-2 0,0 1 1,1-2-1,29 21 0,8-3-6712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14.295"/>
    </inkml:context>
    <inkml:brush xml:id="br0">
      <inkml:brushProperty name="width" value="0.05" units="cm"/>
      <inkml:brushProperty name="height" value="0.05" units="cm"/>
      <inkml:brushProperty name="color" value="#FFFFFF"/>
    </inkml:brush>
  </inkml:definitions>
  <inkml:trace contextRef="#ctx0" brushRef="#br0">1 0 24575,'0'6'0,"3"8"0,4 10 0,6 13 0,8 10 0,5 7 0,5 8 0,3 7 0,-2 4 0,-5 1 0,-9 1 0,-12-5 0,-19-4 0,-23-5 0,-5-13-8191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2.424"/>
    </inkml:context>
    <inkml:brush xml:id="br0">
      <inkml:brushProperty name="width" value="0.05" units="cm"/>
      <inkml:brushProperty name="height" value="0.05" units="cm"/>
      <inkml:brushProperty name="color" value="#FFFFFF"/>
    </inkml:brush>
  </inkml:definitions>
  <inkml:trace contextRef="#ctx0" brushRef="#br0">4 1 24575,'0'0'0,"-1"0"0,1 0 0,0 0 0,0 0 0,0 0 0,0 0 0,0 0 0,0 0 0,0 0 0,0 0 0,0 0 0,0 0 0,0 0 0,0 0 0,0 0 0,-1 0 0,1 0 0,0 0 0,0 0 0,0 0 0,0 0 0,0 0 0,0 0 0,0 0 0,0 0 0,0 0 0,0 0 0,0 0 0,0 0 0,0 0 0,-1 0 0,1 0 0,0 0 0,0 0 0,0 0 0,0 0 0,0 0 0,0 0 0,0 0 0,0 0 0,0 1 0,0-1 0,0 0 0,0 0 0,0 0 0,0 0 0,0 0 0,0 0 0,0 0 0,0 0 0,0 0 0,0 0 0,0 0 0,0 0 0,0 1 0,0-1 0,0 0 0,0 0 0,0 0 0,0 0 0,0 0 0,0 0 0,0 0 0,0 0 0,0 0 0,0 0 0,0 0 0,0 0 0,0 0 0,7 6 0,10 3 0,144 50 0,-74-31 0,65 20 0,-35-13 0,-115-35 0,-1 0 0,0 1 0,1-1 0,-1 1 0,0-1 0,0 1 0,0 0 0,0-1 0,0 1 0,0 0 0,1 0 0,0 1 0,-2-2 0,0 0 0,0 1 0,0-1 0,0 0 0,0 0 0,0 1 0,0-1 0,0 0 0,0 0 0,0 1 0,0-1 0,0 0 0,0 0 0,0 1 0,0-1 0,0 0 0,0 0 0,0 1 0,0-1 0,-1 0 0,1 0 0,0 1 0,0-1 0,0 0 0,0 0 0,-1 0 0,1 1 0,0-1 0,0 0 0,0 0 0,-1 0 0,1 0 0,0 0 0,0 1 0,-1-1 0,-32 13 0,22-10 0,-59 20 0,0 4 0,-70 37 0,85-34-1365,5-2-5461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4.126"/>
    </inkml:context>
    <inkml:brush xml:id="br0">
      <inkml:brushProperty name="width" value="0.05" units="cm"/>
      <inkml:brushProperty name="height" value="0.05" units="cm"/>
      <inkml:brushProperty name="color" value="#FFFFFF"/>
    </inkml:brush>
  </inkml:definitions>
  <inkml:trace contextRef="#ctx0" brushRef="#br0">1 15 24575,'0'-1'0,"0"1"0,0-1 0,0 0 0,0 0 0,0 1 0,0-1 0,1 0 0,-1 1 0,0-1 0,0 0 0,1 1 0,-1-1 0,1 0 0,-1 1 0,0-1 0,1 1 0,-1-1 0,1 1 0,0-1 0,0 1 0,-1-1 0,0 1 0,0 0 0,1 0 0,-1 0 0,0 0 0,1 0 0,-1 0 0,0 0 0,1-1 0,-1 1 0,0 0 0,1 0 0,-1 0 0,0 0 0,1 1 0,-1-1 0,0 0 0,1 0 0,-1 0 0,0 0 0,1 0 0,-1 0 0,0 0 0,1 1 0,-1-1 0,0 0 0,0 0 0,1 0 0,-1 1 0,0-1 0,0 0 0,1 0 0,-1 1 0,0-1 0,0 0 0,0 0 0,0 1 0,1-1 0,-1 0 0,0 1 0,4 11 0,0-1 0,-1 1 0,0 0 0,-1 0 0,-1 1 0,0-1 0,-1 24 0,2 13 0,2-9 93,-3-11-385,2 1 1,1-1-1,2 0 1,14 46-1,-10-52-6534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4.511"/>
    </inkml:context>
    <inkml:brush xml:id="br0">
      <inkml:brushProperty name="width" value="0.05" units="cm"/>
      <inkml:brushProperty name="height" value="0.05" units="cm"/>
      <inkml:brushProperty name="color" value="#FFFFFF"/>
    </inkml:brush>
  </inkml:definitions>
  <inkml:trace contextRef="#ctx0" brushRef="#br0">144 14 24575,'-1'-2'0,"0"1"0,-1 0 0,1 0 0,0 0 0,-1 0 0,1 0 0,-1 0 0,1 0 0,-1 1 0,1-1 0,-1 1 0,0-1 0,1 1 0,-1-1 0,0 1 0,1 0 0,-1 0 0,0-1 0,1 1 0,-4 1 0,2 0 0,0-1 0,0 1 0,1 0 0,-1 1 0,0-1 0,0 0 0,1 1 0,-1 0 0,1-1 0,-5 5 0,1 1 0,-1 0 0,2 0 0,-1 0 0,1 1 0,0-1 0,-6 14 0,5-6 0,0-1 0,2 1 0,0 0 0,1 1 0,0-1 0,1 1 0,0 24 0,2-33 0,0 1 0,1-1 0,-1 1 0,1-1 0,1 0 0,-1 0 0,1 0 0,1 0 0,-1 0 0,1 0 0,1 0 0,-1-1 0,1 0 0,0 1 0,0-1 0,1-1 0,0 1 0,5 4 0,-7-7 0,-1-1 0,1 0 0,0-1 0,0 1 0,0 0 0,0-1 0,1 0 0,-1 1 0,0-1 0,0-1 0,1 1 0,-1 0 0,1-1 0,-1 0 0,0 0 0,5 0 0,-3-1 0,0 0 0,0 0 0,0 0 0,0-1 0,-1 0 0,1 0 0,0 0 0,-1 0 0,0-1 0,5-3 0,0-1 0,-1 0 0,0-1 0,0 0 0,-1 0 0,0 0 0,-1-1 0,0 0 0,0-1 0,7-15 0,-9 15 0,0-1 0,-1 0 0,0 0 0,-1 0 0,0 0 0,0 0 0,-1-1 0,-1 1 0,-1-13 0,1 20 0,-1 0 0,1 0 0,-1 0 0,0 0 0,0 0 0,0 0 0,-1 0 0,1 1 0,-1-1 0,0 1 0,0-1 0,0 1 0,0 0 0,-1-1 0,0 1 0,1 0 0,-1 1 0,0-1 0,0 0 0,-1 1 0,1 0 0,0 0 0,-1 0 0,1 0 0,-1 0 0,0 1 0,0-1 0,-6 0 0,-33-2-1365,25 4-5461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4.787"/>
    </inkml:context>
    <inkml:brush xml:id="br0">
      <inkml:brushProperty name="width" value="0.05" units="cm"/>
      <inkml:brushProperty name="height" value="0.05" units="cm"/>
      <inkml:brushProperty name="color" value="#FFFFFF"/>
    </inkml:brush>
  </inkml:definitions>
  <inkml:trace contextRef="#ctx0" brushRef="#br0">3 0 24575,'-2'0'0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5.624"/>
    </inkml:context>
    <inkml:brush xml:id="br0">
      <inkml:brushProperty name="width" value="0.05" units="cm"/>
      <inkml:brushProperty name="height" value="0.05" units="cm"/>
      <inkml:brushProperty name="color" value="#FFFFFF"/>
    </inkml:brush>
  </inkml:definitions>
  <inkml:trace contextRef="#ctx0" brushRef="#br0">135 14 24575,'-1'-1'0,"1"0"0,0 1 0,0-1 0,0 0 0,-1 1 0,1-1 0,0 1 0,-1-1 0,1 0 0,0 1 0,-1-1 0,1 1 0,-1-1 0,1 1 0,-1-1 0,1 1 0,-1 0 0,1-1 0,-1 1 0,0 0 0,1-1 0,-1 1 0,1 0 0,-1-1 0,0 1 0,1 0 0,-1 0 0,0 0 0,1 0 0,-1 0 0,0 0 0,1 0 0,-1 0 0,0 0 0,1 0 0,-2 0 0,-1 0 0,0 1 0,0-1 0,0 1 0,0-1 0,1 1 0,-1 0 0,-4 2 0,1 1 0,0 0 0,1 1 0,0-1 0,0 1 0,0 1 0,0-1 0,1 1 0,0 0 0,0 0 0,1 0 0,-4 8 0,1-2 0,1 1 0,1 0 0,0 0 0,-4 26 0,7-34 0,1 1 0,0 0 0,0-1 0,0 1 0,1-1 0,0 1 0,0-1 0,0 1 0,1-1 0,0 0 0,0 1 0,0-1 0,0 0 0,1 0 0,4 6 0,-1-4 0,-1-1 0,1 1 0,0-1 0,0 0 0,1-1 0,0 1 0,0-1 0,0-1 0,13 7 0,-11-7 0,0 0 0,0-1 0,1 0 0,-1 0 0,1-1 0,-1-1 0,1 1 0,15-1 0,-19-1 0,0-1 0,1 1 0,-1-1 0,0-1 0,0 1 0,1-1 0,-1 0 0,0 0 0,-1-1 0,1 1 0,0-1 0,-1-1 0,7-4 0,-8 4 0,0 0 0,0-1 0,0 0 0,-1 1 0,0-1 0,0-1 0,0 1 0,-1 0 0,1-1 0,-1 1 0,0-1 0,-1 0 0,0 0 0,0 1 0,0-1 0,0 0 0,-1 0 0,0 0 0,0 0 0,-2-10 0,1 7 0,-1 0 0,1 1 0,-1-1 0,-1 1 0,0 0 0,0 0 0,0 0 0,-1 0 0,0 0 0,-1 1 0,0 0 0,0 0 0,-10-11 0,12 16-114,-1-1 1,1 0-1,-1 1 0,0-1 0,0 1 1,0 0-1,0 1 0,0-1 0,-1 1 1,1-1-1,-6 0 0,-5 1-6712</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5.906"/>
    </inkml:context>
    <inkml:brush xml:id="br0">
      <inkml:brushProperty name="width" value="0.05" units="cm"/>
      <inkml:brushProperty name="height" value="0.05" units="cm"/>
      <inkml:brushProperty name="color" value="#FFFFFF"/>
    </inkml:brush>
  </inkml:definitions>
  <inkml:trace contextRef="#ctx0" brushRef="#br0">1 1 24575,'0'3'0,"0"3"0,0 5 0,0 3 0,3 5 0,1 5 0,0 4 0,2 7 0,0 3 0,-1 1 0,-1-1 0,-2 0 0,3-3 0,-1-3 0,0-3 0,-2-7-8191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7.305"/>
    </inkml:context>
    <inkml:brush xml:id="br0">
      <inkml:brushProperty name="width" value="0.05" units="cm"/>
      <inkml:brushProperty name="height" value="0.05" units="cm"/>
      <inkml:brushProperty name="color" value="#FFFFFF"/>
    </inkml:brush>
  </inkml:definitions>
  <inkml:trace contextRef="#ctx0" brushRef="#br0">4 7 24575,'-3'0'0,"2"0"0,5 0 0,3 0 0,8 0 0,3 0 0,5 0 0,2 0 0,2 0 0,-1 0 0,-1 0 0,-2 0 0,-3 0 0,0 0 0,-5-3 0,-5-1-8191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7.990"/>
    </inkml:context>
    <inkml:brush xml:id="br0">
      <inkml:brushProperty name="width" value="0.05" units="cm"/>
      <inkml:brushProperty name="height" value="0.05" units="cm"/>
      <inkml:brushProperty name="color" value="#FFFFFF"/>
    </inkml:brush>
  </inkml:definitions>
  <inkml:trace contextRef="#ctx0" brushRef="#br0">1 1 24575,'0'2'0,"0"5"0,0 4 0,0 5 0,3 7 0,1 5 0,2 6 0,2 4 0,-2 1 0,1 0 0,0-1 0,-2-1 0,2 0 0,-1-4 0,-1-8-8191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8.517"/>
    </inkml:context>
    <inkml:brush xml:id="br0">
      <inkml:brushProperty name="width" value="0.05" units="cm"/>
      <inkml:brushProperty name="height" value="0.05" units="cm"/>
      <inkml:brushProperty name="color" value="#FFFFFF"/>
    </inkml:brush>
  </inkml:definitions>
  <inkml:trace contextRef="#ctx0" brushRef="#br0">0 123 24575,'0'-2'0,"0"-1"0,0 0 0,1 0 0,-1 0 0,1 0 0,-1 1 0,1-1 0,0 0 0,0 1 0,0-1 0,0 0 0,1 1 0,-1 0 0,1-1 0,-1 1 0,1 0 0,0-1 0,0 1 0,0 0 0,3-2 0,-3 3 0,0 0 0,0 0 0,0 0 0,0 1 0,0-1 0,0 0 0,0 1 0,0 0 0,1-1 0,-1 1 0,0 0 0,0 0 0,0 0 0,1 0 0,-1 1 0,0-1 0,0 0 0,0 1 0,0 0 0,0-1 0,0 1 0,0 0 0,0 0 0,0 0 0,0 1 0,3 1 0,7 6 0,-1 1 0,-1 0 0,0 1 0,0 0 0,-1 0 0,0 1 0,8 15 0,0 3 0,25 61 0,-41-88 0,0 1 0,0-1 0,0 1 0,-1-1 0,1 1 0,-1-1 0,1 1 0,-1 0 0,-1-1 0,1 1 0,0-1 0,-2 5 0,2-7 0,0 0 0,-1 0 0,1 0 0,-1 0 0,1 0 0,-1 0 0,0 0 0,1 0 0,-1 0 0,0 0 0,1-1 0,-1 1 0,0 0 0,0 0 0,0-1 0,0 1 0,0-1 0,0 1 0,0-1 0,0 1 0,0-1 0,0 1 0,0-1 0,0 0 0,0 0 0,0 0 0,-1 1 0,1-1 0,0 0 0,0 0 0,0 0 0,0-1 0,0 1 0,0 0 0,0 0 0,-1-1 0,1 1 0,0 0 0,0-1 0,0 1 0,-1-2 0,-2 1 0,1-1 0,0 1 0,0-1 0,0 0 0,0 0 0,0 0 0,0 0 0,0-1 0,1 1 0,-1-1 0,1 0 0,-1 1 0,1-1 0,0 0 0,0 0 0,-1-4 0,1 2 0,0-1 0,0 0 0,1 1 0,0-1 0,0 0 0,0 0 0,0 1 0,1-1 0,1-7 0,0 0 0,1 0 0,1 0 0,0 0 0,0 1 0,1-1 0,1 1 0,0 0 0,9-14 0,-6 13 0,0 1 0,1 0 0,1 1 0,0 0 0,21-18 0,-26 25 0,0 0 0,0 0 0,0 1 0,0 0 0,1 0 0,-1 0 0,1 0 0,0 1 0,0 0 0,0 1 0,0-1 0,0 1 0,0 0 0,0 0 0,1 1 0,8 0 0,4 6-1365,-6 2-5461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9"/>
    </inkml:context>
    <inkml:brush xml:id="br0">
      <inkml:brushProperty name="width" value="0.05" units="cm"/>
      <inkml:brushProperty name="height" value="0.05" units="cm"/>
      <inkml:brushProperty name="color" value="#FFFFFF"/>
    </inkml:brush>
  </inkml:definitions>
  <inkml:trace contextRef="#ctx0" brushRef="#br0">41 104 24575,'0'0'0,"-1"0"0,1 0 0,0 0 0,-1 0 0,1 0 0,0 0 0,0 0 0,-1 0 0,1 0 0,0 0 0,0 0 0,-1 0 0,1 0 0,0 0 0,0 0 0,-1 0 0,1 0 0,0 0 0,0 0 0,-1 1 0,1-1 0,0 0 0,0 0 0,0 0 0,-1 0 0,1 1 0,0-1 0,0 0 0,0 0 0,-1 0 0,1 1 0,0-1 0,0 0 0,0 0 0,0 1 0,0-1 0,0 0 0,0 1 0,5 9 0,15 8 0,-8-12 0,1 0 0,-1-1 0,1-1 0,0 0 0,1-1 0,-1 0 0,0-1 0,22 1 0,-33-3 0,0 0 0,0 0 0,1 0 0,-1 0 0,0-1 0,0 1 0,0-1 0,0 1 0,0-1 0,0 0 0,0 0 0,0 0 0,0 0 0,0 0 0,0 0 0,-1-1 0,1 1 0,0 0 0,-1-1 0,1 0 0,-1 1 0,1-1 0,-1 0 0,0 0 0,0 0 0,0 0 0,0 0 0,0 0 0,0 0 0,-1 0 0,1 0 0,-1 0 0,1-4 0,0 2 0,-1 0 0,0-1 0,0 1 0,0 0 0,-1 0 0,1 0 0,-1 0 0,0 0 0,0 0 0,-1 0 0,1 0 0,-1 0 0,0 0 0,0 0 0,0 1 0,-5-7 0,2 5 0,0 0 0,0 0 0,-1 1 0,0 0 0,1 0 0,-1 0 0,-1 1 0,1 0 0,0 0 0,-1 0 0,0 1 0,1 0 0,-1 1 0,0-1 0,0 1 0,0 0 0,-8 1 0,11 0 0,0 0 0,0 0 0,0 1 0,-1 0 0,1 0 0,0 0 0,0 0 0,0 1 0,0-1 0,1 1 0,-1 0 0,0 0 0,1 0 0,-1 1 0,1-1 0,0 1 0,0 0 0,0 0 0,0 0 0,0 0 0,1 1 0,-1-1 0,1 1 0,0-1 0,0 1 0,0 0 0,1 0 0,-1 0 0,-1 6 0,0 3 0,0 1 0,1 0 0,0-1 0,1 1 0,1 0 0,0 0 0,1-1 0,4 23 0,-4-31 0,0 1 0,0-1 0,1 1 0,0-1 0,0 0 0,1 0 0,-1 0 0,1 0 0,0-1 0,0 1 0,1-1 0,-1 0 0,1 1 0,0-2 0,0 1 0,1 0 0,-1-1 0,1 0 0,0 0 0,-1 0 0,1-1 0,0 1 0,11 2 0,16 2-1365,0-4-5461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29.298"/>
    </inkml:context>
    <inkml:brush xml:id="br0">
      <inkml:brushProperty name="width" value="0.05" units="cm"/>
      <inkml:brushProperty name="height" value="0.05" units="cm"/>
      <inkml:brushProperty name="color" value="#FFFFFF"/>
    </inkml:brush>
  </inkml:definitions>
  <inkml:trace contextRef="#ctx0" brushRef="#br0">293 22 24575,'-14'-1'0,"1"0"0,-21-5 0,-15-2 0,28 6 0,11 1 0,0 0 0,0 0 0,-1 1 0,1 0 0,0 1 0,0 0 0,0 1 0,-17 4 0,26-5 0,-1 0 0,0 0 0,0 1 0,0-1 0,1 1 0,-1-1 0,1 1 0,-1-1 0,1 1 0,0 0 0,0 0 0,0-1 0,-1 1 0,2 0 0,-1 0 0,0 0 0,-1 4 0,-6 41 0,5-28 0,-3 12 0,3-17 0,0 1 0,1 0 0,0-1 0,1 17 0,1-27 0,0-1 0,0 0 0,1 0 0,-1 1 0,1-1 0,0 0 0,0 0 0,0 0 0,0 1 0,1-1 0,-1-1 0,1 1 0,0 0 0,0 0 0,0-1 0,0 1 0,0-1 0,0 1 0,1-1 0,-1 0 0,1 0 0,0 0 0,4 2 0,3 1 0,0-2 0,1 1 0,-1-1 0,1-1 0,0 0 0,0 0 0,-1-1 0,1-1 0,19-1 0,-1-1 0,-1-2 0,43-11 0,-23 1-1365,-7 1-5461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0.426"/>
    </inkml:context>
    <inkml:brush xml:id="br0">
      <inkml:brushProperty name="width" value="0.05" units="cm"/>
      <inkml:brushProperty name="height" value="0.05" units="cm"/>
      <inkml:brushProperty name="color" value="#FFFFFF"/>
    </inkml:brush>
  </inkml:definitions>
  <inkml:trace contextRef="#ctx0" brushRef="#br0">130 140 24575,'-1'0'0,"1"0"0,-1 0 0,1 0 0,-1 0 0,1-1 0,-1 1 0,1 0 0,0 0 0,-1 0 0,1-1 0,-1 1 0,1 0 0,-1-1 0,1 1 0,0 0 0,-1-1 0,1 1 0,-1 0 0,1-1 0,0 1 0,0-1 0,-1 1 0,1 0 0,0-1 0,0 1 0,-1-1 0,1 1 0,0-1 0,0 1 0,0-1 0,0 1 0,0-1 0,0 1 0,0-1 0,0 0 0,0 1 0,0-1 0,0 1 0,0-1 0,0 1 0,0-1 0,0 1 0,1-1 0,-1 1 0,0 0 0,1-2 0,9-22 0,-4 16 0,-1 0 0,1 1 0,1 0 0,0 0 0,0 0 0,0 1 0,0 0 0,1 1 0,13-8 0,-15 9 0,1 1 0,-1 0 0,0 1 0,1-1 0,0 1 0,-1 0 0,1 1 0,0 0 0,0 0 0,0 0 0,0 1 0,0 0 0,13 2 0,-15-1 0,-1 1 0,1 0 0,-1 0 0,1 0 0,-1 0 0,0 0 0,0 1 0,0 0 0,-1 0 0,1 0 0,-1 0 0,1 1 0,-1-1 0,0 1 0,0 0 0,-1 0 0,1 0 0,-1 0 0,0 1 0,0-1 0,0 0 0,-1 1 0,1-1 0,0 9 0,1 0 0,-1 1 0,0 0 0,-1 0 0,-1 0 0,0 0 0,-1-1 0,-3 19 0,0-16 0,0 0 0,-1-1 0,-1 1 0,0-1 0,-2 0 0,1-1 0,-2 1 0,0-2 0,0 1 0,-1-1 0,-1-1 0,0 0 0,-25 21 0,21-21 0,-1-1 0,0 0 0,-1-1 0,0-1 0,0 0 0,-1-2 0,0 0 0,0-1 0,-1 0 0,0-2 0,-30 4 0,48-8 0,-1 1 0,1-1 0,-1 0 0,1 0 0,-1 0 0,1 0 0,-1-1 0,1 1 0,0 0 0,-1-1 0,1 1 0,-1 0 0,1-1 0,-2 0 0,3 0 0,-1 1 0,1-1 0,0 1 0,-1 0 0,1-1 0,0 1 0,-1-1 0,1 1 0,0 0 0,0-1 0,0 1 0,-1-1 0,1 1 0,0-1 0,0 1 0,0-1 0,0 1 0,0-1 0,0 1 0,0-1 0,0 1 0,0-1 0,0 1 0,0-1 0,0 1 0,1-2 0,0-1 0,1 0 0,-1 0 0,1-1 0,0 1 0,0 0 0,0 1 0,1-1 0,-1 0 0,5-3 0,9-7 0,0 1 0,1 1 0,0 0 0,1 2 0,0 0 0,0 1 0,1 0 0,0 2 0,35-8 0,-39 11 0,-1 1 0,1 0 0,0 1 0,0 0 0,-1 1 0,1 1 0,0 1 0,0 0 0,-1 1 0,1 0 0,-1 1 0,0 1 0,26 12 0,-32-13-170,-1 1-1,0 0 0,0 0 1,-1 1-1,0 0 0,1 0 1,5 9-1,0 1-6655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1.094"/>
    </inkml:context>
    <inkml:brush xml:id="br0">
      <inkml:brushProperty name="width" value="0.05" units="cm"/>
      <inkml:brushProperty name="height" value="0.05" units="cm"/>
      <inkml:brushProperty name="color" value="#FFFFFF"/>
    </inkml:brush>
  </inkml:definitions>
  <inkml:trace contextRef="#ctx0" brushRef="#br0">30 138 24575,'-4'-5'0,"1"0"0,-1 0 0,1-1 0,1 1 0,-1-1 0,1 1 0,0-1 0,0 0 0,1 0 0,-1 0 0,1 0 0,1 0 0,-1-1 0,1-10 0,0 16 0,0 0 0,1 0 0,-1 0 0,0 0 0,0 0 0,1 0 0,-1 0 0,0 0 0,1 0 0,-1 0 0,1 0 0,-1 0 0,1 0 0,0 0 0,-1 0 0,1 0 0,0 0 0,0 1 0,0-1 0,-1 0 0,1 1 0,0-1 0,0 0 0,0 1 0,0-1 0,0 1 0,0 0 0,0-1 0,0 1 0,1 0 0,-1-1 0,0 1 0,0 0 0,0 0 0,0 0 0,0 0 0,0 0 0,0 0 0,0 1 0,2-1 0,0 1 0,0 0 0,1 0 0,-1 1 0,0-1 0,0 1 0,0-1 0,0 1 0,0 0 0,-1 0 0,1 1 0,4 3 0,-2 1 0,0 0 0,0 1 0,-1-1 0,0 1 0,0 0 0,0 0 0,-1 0 0,-1 1 0,1-1 0,1 10 0,-2-2 0,0 0 0,-1 0 0,-1-1 0,-3 29 0,3-42 0,0 0 0,0-1 0,-1 1 0,1 0 0,-1-1 0,1 1 0,-1 0 0,0-1 0,1 1 0,-1-1 0,-2 3 0,3-3 0,0-1 0,-1 1 0,1-1 0,-1 0 0,1 0 0,0 1 0,-1-1 0,1 0 0,-1 0 0,1 1 0,-1-1 0,1 0 0,-1 0 0,1 0 0,-1 0 0,1 0 0,-1 0 0,1 1 0,-1-1 0,1 0 0,-1-1 0,1 1 0,-1 0 0,1 0 0,-2 0 0,1-1 0,-1 0 0,0 0 0,1 0 0,-1-1 0,0 1 0,1 0 0,0-1 0,-1 1 0,1-1 0,0 1 0,0-1 0,-1 0 0,1 1 0,1-1 0,-1 0 0,0 0 0,-1-3 0,0-3 0,1 0 0,0 0 0,0 0 0,0 0 0,1 0 0,0-1 0,1 1 0,0 0 0,0 0 0,1 0 0,0 0 0,0 0 0,4-7 0,-2 5 0,0 0 0,1 0 0,0 1 0,0 0 0,1 0 0,0 0 0,1 1 0,0 0 0,12-11 0,-17 17 0,0 0 0,0 1 0,0-1 0,0 1 0,1-1 0,-1 1 0,1 0 0,-1 0 0,1 0 0,-1 0 0,1 0 0,0 0 0,-1 1 0,1-1 0,0 1 0,-1 0 0,1 0 0,0 0 0,0 0 0,-1 0 0,4 2 0,-3-1 0,0 0 0,0 1 0,0-1 0,-1 1 0,1 0 0,0 0 0,-1 0 0,0 0 0,1 0 0,-1 0 0,0 1 0,0-1 0,0 1 0,-1 0 0,1-1 0,-1 1 0,1 0 0,0 3 0,3 7 0,-1 0 0,-1 0 0,4 27 0,1 5 0,-8-44 0,0 0 0,0 0 0,0 0 0,1-1 0,-1 1 0,0 0 0,1 0 0,-1 0 0,0-1 0,1 1 0,-1 0 0,1 0 0,-1-1 0,1 1 0,-1 0 0,1-1 0,0 1 0,1 0 0,-2-1 0,1 0 0,-1 1 0,1-1 0,-1 0 0,1 0 0,-1 0 0,1 0 0,-1-1 0,1 1 0,0 0 0,-1 0 0,1 0 0,-1 0 0,1 0 0,-1-1 0,1 1 0,-1 0 0,0 0 0,1-1 0,-1 1 0,1 0 0,0-1 0,3-3 0,0-1 0,0 1 0,-1-1 0,5-7 0,-5 7 0,55-71 0,-52 69 0,2-1 0,-1 1 0,1 1 0,0-1 0,0 1 0,0 1 0,13-7 0,-20 11 0,1 0 0,0 0 0,-1 0 0,1 1 0,0-1 0,0 0 0,0 1 0,0-1 0,0 1 0,0 0 0,0-1 0,-1 1 0,1 0 0,0 0 0,0 0 0,0 1 0,0-1 0,0 0 0,0 1 0,0-1 0,0 1 0,0 0 0,-1-1 0,1 1 0,0 0 0,0 0 0,-1 0 0,1 0 0,-1 1 0,1-1 0,-1 0 0,1 1 0,-1-1 0,0 1 0,0-1 0,0 1 0,0 0 0,0-1 0,0 1 0,0 0 0,0 0 0,-1 0 0,1 2 0,3 8 0,-2 0 0,1 0 0,-2 0 0,1 0 0,-2 18 0,-2 85-1365,1-92-5461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1.450"/>
    </inkml:context>
    <inkml:brush xml:id="br0">
      <inkml:brushProperty name="width" value="0.05" units="cm"/>
      <inkml:brushProperty name="height" value="0.05" units="cm"/>
      <inkml:brushProperty name="color" value="#FFFFFF"/>
    </inkml:brush>
  </inkml:definitions>
  <inkml:trace contextRef="#ctx0" brushRef="#br0">92 62 24575,'0'-4'0,"0"0"0,-1 0 0,1 1 0,-1-1 0,0 0 0,0 1 0,0-1 0,0 1 0,-1-1 0,1 1 0,-1 0 0,-2-4 0,3 6 0,0 0 0,0 0 0,0 0 0,1 0 0,-1 1 0,0-1 0,0 0 0,0 0 0,0 1 0,-1-1 0,1 1 0,0-1 0,0 1 0,0 0 0,0-1 0,0 1 0,-1 0 0,1 0 0,0 0 0,0-1 0,0 1 0,-1 1 0,1-1 0,0 0 0,0 0 0,0 0 0,-1 1 0,1-1 0,0 0 0,0 1 0,0-1 0,0 1 0,0 0 0,0-1 0,0 1 0,0 0 0,0-1 0,0 1 0,0 0 0,-1 2 0,-1 1 0,-1 0 0,1 0 0,0 0 0,1 0 0,-1 1 0,1-1 0,0 1 0,0 0 0,1-1 0,-1 1 0,1 0 0,0 0 0,0 0 0,0 0 0,1 1 0,0-1 0,1 8 0,-1-4 0,1-1 0,0 1 0,0 0 0,1 0 0,0-1 0,1 1 0,0-1 0,0 0 0,7 11 0,-9-16 0,1-1 0,-1 1 0,1-1 0,0 0 0,0 1 0,0-1 0,0 0 0,1 0 0,-1 0 0,0-1 0,1 1 0,-1 0 0,1-1 0,0 0 0,0 1 0,-1-1 0,1 0 0,0-1 0,0 1 0,0 0 0,0-1 0,0 0 0,0 1 0,5-2 0,-3 0 0,-1 0 0,1 0 0,-1 0 0,1-1 0,-1 0 0,0 0 0,1 0 0,-1 0 0,-1-1 0,1 0 0,0 1 0,0-1 0,-1-1 0,0 1 0,4-5 0,0-1 0,0 0 0,-1-1 0,0 0 0,0 0 0,7-20 0,-11 25 0,-1 1 0,1 0 0,-1-1 0,0 1 0,0-1 0,0 1 0,-1-1 0,0 1 0,0-1 0,0 1 0,0-1 0,-1 0 0,1 1 0,-1-1 0,-1 1 0,1 0 0,-3-8 0,2 10 19,1 0 0,-1 0 0,0 0 0,0 1 0,0-1 0,0 0 0,0 1 0,0-1 0,0 1 0,0 0 0,0 0 0,-1 0 0,1 0 0,0 0 0,-1 0 0,1 0 0,-6 0 0,4 1-209,-1-1 0,0 1 1,0 0-1,1 0 0,-1 0 1,0 1-1,0 0 1,-7 2-1,0 2-6636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1.773"/>
    </inkml:context>
    <inkml:brush xml:id="br0">
      <inkml:brushProperty name="width" value="0.05" units="cm"/>
      <inkml:brushProperty name="height" value="0.05" units="cm"/>
      <inkml:brushProperty name="color" value="#FFFFFF"/>
    </inkml:brush>
  </inkml:definitions>
  <inkml:trace contextRef="#ctx0" brushRef="#br0">0 51 24575,'3'-1'0,"-1"0"0,1 0 0,-1-1 0,0 1 0,1-1 0,-1 1 0,0-1 0,0 0 0,3-3 0,6-4 0,-7 6 0,0 0 0,1 1 0,-1-1 0,1 1 0,-1 0 0,1 0 0,0 1 0,0-1 0,0 1 0,0 0 0,0 1 0,7-1 0,-10 1 0,1 0 0,0 1 0,0-1 0,0 1 0,-1 0 0,1 0 0,0 0 0,-1 0 0,1 0 0,-1 1 0,1-1 0,-1 1 0,0-1 0,1 1 0,-1 0 0,0 0 0,0 0 0,0 0 0,-1 0 0,1 0 0,0 1 0,-1-1 0,2 4 0,3 7 0,-1 0 0,0 0 0,-1 1 0,0-1 0,-1 1 0,-1 0 0,2 26 0,-4-28 0,0 1 0,0-1 0,-1 1 0,-1-1 0,0 0 0,-1 0 0,0 0 0,-1 0 0,-5 12 0,9-23 0,0-1 0,0 0 0,0 1 0,0-1 0,0 0 0,0 1 0,-1-1 0,1 0 0,0 0 0,0 1 0,0-1 0,0 0 0,0 1 0,0-1 0,-1 0 0,1 0 0,0 1 0,0-1 0,-1 0 0,1 0 0,0 0 0,0 1 0,-1-1 0,1 0 0,0 0 0,0 0 0,-1 0 0,1 0 0,0 0 0,-1 1 0,1-1 0,0 0 0,0 0 0,-1 0 0,1 0 0,0 0 0,-1 0 0,-2-13 0,3-20 0,5 11 69,0 1-1,2 0 0,0 0 0,16-32 1,-15 39-283,0 0 1,0 1 0,1 0-1,1 0 1,0 1 0,1 0-1,14-12 1,-9 12-6613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2.176"/>
    </inkml:context>
    <inkml:brush xml:id="br0">
      <inkml:brushProperty name="width" value="0.05" units="cm"/>
      <inkml:brushProperty name="height" value="0.05" units="cm"/>
      <inkml:brushProperty name="color" value="#FFFFFF"/>
    </inkml:brush>
  </inkml:definitions>
  <inkml:trace contextRef="#ctx0" brushRef="#br0">0 137 24575,'1'2'0,"-1"0"0,1 0 0,-1 0 0,1-1 0,0 1 0,0 0 0,0 0 0,0-1 0,0 1 0,0 0 0,0-1 0,1 1 0,-1-1 0,0 0 0,1 1 0,-1-1 0,3 1 0,-2 0 0,1 0 0,-1 0 0,1-1 0,-1 1 0,1-1 0,-1 0 0,1 0 0,0 0 0,0 0 0,5 1 0,-1-3 0,0 0 0,-1 0 0,1-1 0,0 0 0,-1 0 0,0 0 0,1-1 0,-1 0 0,0 0 0,0-1 0,0 1 0,-1-1 0,1 0 0,8-10 0,-10 11 0,-1-1 0,1-1 0,-1 1 0,0 0 0,0-1 0,0 1 0,-1-1 0,4-9 0,-5 11 0,0 0 0,-1 0 0,1 0 0,-1 0 0,1 0 0,-1 0 0,0 0 0,0 0 0,-1 0 0,1 0 0,-1 1 0,1-1 0,-1 0 0,0 0 0,0 0 0,-2-3 0,2 4 0,0-1 0,0 1 0,0 0 0,-1 1 0,1-1 0,-1 0 0,0 0 0,1 0 0,-1 1 0,0-1 0,0 1 0,0 0 0,0-1 0,0 1 0,0 0 0,0 0 0,0 0 0,-5-1 0,4 2 0,-1-1 0,0 1 0,1 0 0,-1 0 0,0 0 0,1 1 0,-1-1 0,1 1 0,-1 0 0,1 0 0,-6 2 0,3-1 0,0 1 0,0 0 0,0 0 0,0 1 0,1 0 0,-1 0 0,1 0 0,0 1 0,0 0 0,1 0 0,-1 0 0,1 0 0,-3 6 0,4-6 0,1 1 0,0-1 0,0 0 0,0 0 0,1 1 0,0-1 0,0 1 0,0 0 0,1-1 0,-1 1 0,1-1 0,1 1 0,-1 0 0,3 7 0,-1-5 0,1 1 0,0-1 0,0 0 0,1-1 0,0 1 0,0-1 0,1 1 0,10 11 0,-5-8 0,0 0 0,1-1 0,0-1 0,1 1 0,0-2 0,0 0 0,1 0 0,0-1 0,1-1 0,24 9 0,17-4-1365,-5-7-5461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7.411"/>
    </inkml:context>
    <inkml:brush xml:id="br0">
      <inkml:brushProperty name="width" value="0.05" units="cm"/>
      <inkml:brushProperty name="height" value="0.05" units="cm"/>
      <inkml:brushProperty name="color" value="#FFFFFF"/>
    </inkml:brush>
  </inkml:definitions>
  <inkml:trace contextRef="#ctx0" brushRef="#br0">11708 2698 24575,'-437'-10'0,"-156"-25"0,123 3 0,-571-42 0,429 33 0,-45 5 0,409 21 0,168 10 0,-246-8 0,61 3 0,200 4 0,0 2 0,-88 8 0,94 4 0,39-4 0,-40 2 0,1-5 0,-108-4 0,164 3 0,0 0 0,-1 0 0,1-1 0,0 1 0,0-1 0,0 0 0,0 0 0,0 0 0,0 0 0,0-1 0,0 1 0,0-1 0,1 0 0,-1 0 0,0 0 0,1 0 0,0 0 0,-3-3 0,3 1 0,0 1 0,0-1 0,0-1 0,0 1 0,1 0 0,0 0 0,0-1 0,0 1 0,0 0 0,1-1 0,0 1 0,0-8 0,1-62 0,-18-609 0,-5 267 0,15 247 0,4-317 0,5 452 0,2-1 0,2 1 0,1 0 0,2 1 0,1 0 0,1 0 0,22-42 0,-28 64 0,-1 0 0,0 0 0,5-23 0,-7 29 0,-1-1 0,-1 1 0,1 0 0,-1-1 0,0 1 0,0-1 0,-1 1 0,0 0 0,1-1 0,-5-9 0,4 13 0,0 0 0,0 0 0,-1 1 0,1-1 0,0 0 0,-1 1 0,0-1 0,1 1 0,-1 0 0,0-1 0,0 1 0,0 0 0,0 0 0,0 0 0,0 0 0,0 1 0,0-1 0,0 1 0,0-1 0,0 1 0,0-1 0,-1 1 0,1 0 0,0 0 0,0 0 0,-4 1 0,-8 1 0,1-1 0,0 2 0,-14 4 0,21-5 0,-12 2 0,0-1 0,-35 1 0,0 0 0,-148 8 0,64-7 0,-543-4 0,551-5 0,-175-5 0,-449-15 0,-235 16 0,599 10 0,-217-13 0,290 3 0,-4-1 0,-91-12 0,52 17 0,219 5 0,123 0 0,-1 1 0,0 0 0,-29 10 0,26-7 0,-42 6 0,-48 7-1365,96-17-5461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7.739"/>
    </inkml:context>
    <inkml:brush xml:id="br0">
      <inkml:brushProperty name="width" value="0.05" units="cm"/>
      <inkml:brushProperty name="height" value="0.05" units="cm"/>
      <inkml:brushProperty name="color" value="#FFFFFF"/>
    </inkml:brush>
  </inkml:definitions>
  <inkml:trace contextRef="#ctx0" brushRef="#br0">243 18 24575,'26'-15'0,"-17"13"0,-14 10 0,-81 75 0,42-42 0,-73 86 0,114-123 0,0 0 0,0 0 0,1 0 0,-1 1 0,1-1 0,0 0 0,0 1 0,1 0 0,-1-1 0,0 9 0,1-11 0,1 1 0,1 0 0,-1 0 0,0-1 0,1 1 0,-1 0 0,1-1 0,0 1 0,0 0 0,0-1 0,0 1 0,1-1 0,-1 1 0,0-1 0,1 0 0,0 0 0,0 0 0,-1 0 0,1 0 0,3 2 0,20 16 0,1-2 0,0 0 0,51 23 0,-31-16 0,73 40-1365,-65-35-5461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8.239"/>
    </inkml:context>
    <inkml:brush xml:id="br0">
      <inkml:brushProperty name="width" value="0.05" units="cm"/>
      <inkml:brushProperty name="height" value="0.05" units="cm"/>
      <inkml:brushProperty name="color" value="#FFFFFF"/>
    </inkml:brush>
  </inkml:definitions>
  <inkml:trace contextRef="#ctx0" brushRef="#br0">11 78 24575,'-1'-14'0,"0"0"0,0 0 0,-6-22 0,30 163 239,5 19-262,-21-117-373,1-1 1,2 0 0,13 27 0,-10-30-6431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8.612"/>
    </inkml:context>
    <inkml:brush xml:id="br0">
      <inkml:brushProperty name="width" value="0.05" units="cm"/>
      <inkml:brushProperty name="height" value="0.05" units="cm"/>
      <inkml:brushProperty name="color" value="#FFFFFF"/>
    </inkml:brush>
  </inkml:definitions>
  <inkml:trace contextRef="#ctx0" brushRef="#br0">115 86 24575,'0'-2'0,"0"0"0,0 1 0,0-1 0,0 0 0,0 0 0,0 1 0,-1-1 0,1 0 0,-1 1 0,1-1 0,-1 0 0,0 1 0,0-1 0,0 1 0,-1-3 0,1 3 0,0 1 0,1-1 0,-1 1 0,0-1 0,0 1 0,0-1 0,1 1 0,-1 0 0,0-1 0,0 1 0,0 0 0,0 0 0,0-1 0,0 1 0,0 0 0,0 0 0,0 0 0,0 0 0,0 0 0,-1 1 0,-2 0 0,0 0 0,1 1 0,-1-1 0,1 1 0,-1 0 0,1 0 0,0 0 0,0 0 0,0 1 0,0-1 0,0 1 0,-3 4 0,1 0 0,0-1 0,1 1 0,0 1 0,0-1 0,1 1 0,0 0 0,0-1 0,1 1 0,0 0 0,0 1 0,1-1 0,0 0 0,0 0 0,1 1 0,0-1 0,0 0 0,1 1 0,4 14 0,-3-13 0,1 1 0,0-1 0,1 0 0,0 0 0,1-1 0,0 1 0,1-1 0,-1 0 0,2-1 0,-1 1 0,1-1 0,0 0 0,1-1 0,12 10 0,-17-15 0,1 1 0,0-1 0,-1 0 0,1 0 0,0 0 0,0 0 0,0-1 0,1 0 0,-1 0 0,0 0 0,0 0 0,1 0 0,-1-1 0,0 0 0,9-1 0,-9 1 0,-1-1 0,1 0 0,-1-1 0,0 1 0,1 0 0,-1-1 0,0 0 0,0 0 0,0 0 0,0 0 0,0 0 0,0-1 0,-1 1 0,1-1 0,-1 0 0,0 1 0,0-1 0,0 0 0,3-6 0,0-1 0,-1-1 0,0 0 0,-1 0 0,0-1 0,0 1 0,-1-1 0,-1 1 0,0-1 0,0 0 0,-2-11 0,-1 0 0,0 0 0,-2 1 0,0-1 0,-9-25 0,12 47 2,-3-11 82,0 1 1,0-1 0,-10-15 0,12 24-120,1 1-1,-1 0 1,0-1-1,0 1 1,0 0-1,0 0 1,0 0-1,0 1 1,-4-3-1,5 3-28,0 1 0,-1-1-1,1 1 1,0-1 0,0 1-1,-1 0 1,1-1 0,-1 1-1,1 0 1,0 0 0,-1 0-1,1 0 1,0 0-1,-1 0 1,1 1 0,0-1-1,-1 0 1,1 1 0,0-1-1,-2 2 1,-8 4-6762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8.863"/>
    </inkml:context>
    <inkml:brush xml:id="br0">
      <inkml:brushProperty name="width" value="0.05" units="cm"/>
      <inkml:brushProperty name="height" value="0.05" units="cm"/>
      <inkml:brushProperty name="color" value="#FFFFFF"/>
    </inkml:brush>
  </inkml:definitions>
  <inkml:trace contextRef="#ctx0" brushRef="#br0">30 17 24575,'-3'-3'0,"-4"-1"0,-3 1 0,2 0 0,6 1 0,6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9.046"/>
    </inkml:context>
    <inkml:brush xml:id="br0">
      <inkml:brushProperty name="width" value="0.05" units="cm"/>
      <inkml:brushProperty name="height" value="0.05" units="cm"/>
      <inkml:brushProperty name="color" value="#FFFFFF"/>
    </inkml:brush>
  </inkml:definitions>
  <inkml:trace contextRef="#ctx0" brushRef="#br0">0 1 24575,'3'3'0,"4"1"0,4-1 0,-1-3 0,2-1 0,-2-5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9.478"/>
    </inkml:context>
    <inkml:brush xml:id="br0">
      <inkml:brushProperty name="width" value="0.05" units="cm"/>
      <inkml:brushProperty name="height" value="0.05" units="cm"/>
      <inkml:brushProperty name="color" value="#FFFFFF"/>
    </inkml:brush>
  </inkml:definitions>
  <inkml:trace contextRef="#ctx0" brushRef="#br0">56 13 24575,'-1'-1'0,"0"0"0,0 0 0,0 0 0,0 0 0,0 0 0,0 1 0,0-1 0,-1 0 0,1 0 0,0 1 0,0-1 0,-1 1 0,1-1 0,0 1 0,-1 0 0,1-1 0,0 1 0,-3 0 0,3 0 0,0 0 0,0 1 0,0-1 0,0 0 0,0 1 0,0-1 0,0 1 0,0 0 0,0-1 0,1 1 0,-1-1 0,0 1 0,0 0 0,1 0 0,-1 0 0,0-1 0,1 1 0,-1 0 0,0 1 0,-1 3 0,0 0 0,0 0 0,1 0 0,-1 0 0,1 0 0,0 1 0,0-1 0,1 6 0,-1 11 0,1 65 0,0-76 0,1 0 0,1 0 0,0-1 0,1 1 0,6 17 0,-8-24 0,1-1 0,0 1 0,0-1 0,0 0 0,0 1 0,0-1 0,1-1 0,0 1 0,-1 0 0,1 0 0,0-1 0,0 0 0,0 0 0,1 0 0,-1 0 0,7 3 0,-4-3 0,-1-1 0,1 1 0,0-1 0,0 0 0,0-1 0,0 0 0,-1 1 0,1-2 0,0 1 0,8-2 0,-6 0 0,0 0 0,0 0 0,0 0 0,-1-1 0,1 0 0,-1-1 0,0 1 0,0-2 0,0 1 0,-1-1 0,1 0 0,-1 0 0,0 0 0,0-1 0,-1 0 0,7-9 0,-9 8 0,0 0 0,0-1 0,0 1 0,-1-1 0,0 1 0,0-1 0,-1 0 0,0 1 0,-1-1 0,1 0 0,-2 0 0,1 0 0,-3-15 0,2 18 0,0-1 0,-1 1 0,0 0 0,1-1 0,-1 1 0,-1 0 0,1 0 0,-1 1 0,0-1 0,0 0 0,0 1 0,-1 0 0,0 0 0,1 0 0,-2 0 0,1 0 0,0 1 0,-1 0 0,1 0 0,-9-4 0,-18 0-1365,16 6-5461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39.855"/>
    </inkml:context>
    <inkml:brush xml:id="br0">
      <inkml:brushProperty name="width" value="0.05" units="cm"/>
      <inkml:brushProperty name="height" value="0.05" units="cm"/>
      <inkml:brushProperty name="color" value="#FFFFFF"/>
    </inkml:brush>
  </inkml:definitions>
  <inkml:trace contextRef="#ctx0" brushRef="#br0">90 14 24575,'0'-1'0,"0"0"0,0 1 0,0-1 0,0 1 0,-1-1 0,1 0 0,0 1 0,0-1 0,-1 1 0,1-1 0,-1 1 0,1-1 0,0 1 0,-1-1 0,1 1 0,-1-1 0,1 1 0,-1-1 0,1 1 0,-1 0 0,1-1 0,-1 1 0,0 0 0,1 0 0,-1-1 0,0 1 0,1 0 0,-1 0 0,1 0 0,-1 0 0,0 0 0,1 0 0,-1 0 0,0 0 0,1 0 0,-2 0 0,0 0 0,0 0 0,0 0 0,-1 0 0,1 1 0,0-1 0,0 1 0,0 0 0,0-1 0,-4 3 0,2 0 0,0 1 0,0 0 0,1 0 0,-1 0 0,1 0 0,0 1 0,0 0 0,0-1 0,1 1 0,0 0 0,-1 0 0,2 0 0,-1 0 0,1 1 0,0-1 0,0 0 0,-1 9 0,2-9 0,-1-1 0,1 1 0,0-1 0,1 1 0,-1-1 0,1 1 0,-1-1 0,1 1 0,1-1 0,-1 0 0,1 1 0,-1-1 0,1 0 0,0 0 0,1 0 0,-1 0 0,1-1 0,0 1 0,0-1 0,0 1 0,4 2 0,-2-2 0,1-1 0,-1 0 0,1 0 0,0 0 0,0-1 0,0 1 0,1-1 0,-1-1 0,0 0 0,14 2 0,-2-3 0,1 0 0,26-5 0,-25 2 0,-1 1 0,23 2 0,-39 0 0,0 0 0,-1 0 0,1 0 0,0 1 0,-1-1 0,1 1 0,-1 0 0,1 0 0,-1 0 0,1 0 0,-1 0 0,0 0 0,1 1 0,1 1 0,-3-2 0,0 0 0,0 0 0,-1 0 0,1 1 0,-1-1 0,1 0 0,-1 0 0,1 1 0,-1-1 0,0 0 0,1 1 0,-1-1 0,0 0 0,0 1 0,0-1 0,0 0 0,0 1 0,0-1 0,-1 0 0,1 1 0,0-1 0,-1 0 0,1 1 0,-1-1 0,1 0 0,-1 0 0,0 1 0,-1 1 0,-2 4 49,-1 0 0,0 0 0,0-1-1,0 1 1,-1-1 0,-12 10 0,-44 26-1756,36-26-5119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0.024"/>
    </inkml:context>
    <inkml:brush xml:id="br0">
      <inkml:brushProperty name="width" value="0.05" units="cm"/>
      <inkml:brushProperty name="height" value="0.05" units="cm"/>
      <inkml:brushProperty name="color" value="#FFFFFF"/>
    </inkml:brush>
  </inkml:definitions>
  <inkml:trace contextRef="#ctx0" brushRef="#br0">1 108 24575,'3'-6'0,"7"-4"0,7-5 0,7-2 0,6 2 0,6 1 0,3 2 0,1 3 0,-1 4 0,-1 2 0,0 2 0,-2 1 0,-4 3 0,-6 2-8191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1.135"/>
    </inkml:context>
    <inkml:brush xml:id="br0">
      <inkml:brushProperty name="width" value="0.05" units="cm"/>
      <inkml:brushProperty name="height" value="0.05" units="cm"/>
      <inkml:brushProperty name="color" value="#FFFFFF"/>
    </inkml:brush>
  </inkml:definitions>
  <inkml:trace contextRef="#ctx0" brushRef="#br0">306 294 24575,'0'-7'0,"1"0"0,0 0 0,0 0 0,1 0 0,0 1 0,0-1 0,5-10 0,27-46 0,-6 15 0,-25 41 0,1 0 0,-1 0 0,-1 0 0,1-1 0,-1 1 0,1-10 0,-3 15 0,0 0 0,1 1 0,-1-1 0,-1 1 0,1-1 0,0 1 0,0-1 0,-1 0 0,1 1 0,-1-1 0,1 1 0,-1 0 0,1-1 0,-1 1 0,0-1 0,0 1 0,0 0 0,0 0 0,0-1 0,0 1 0,0 0 0,0 0 0,0 0 0,-1 0 0,1 0 0,0 0 0,-1 1 0,1-1 0,0 0 0,-1 1 0,1-1 0,-1 1 0,1-1 0,-1 1 0,0 0 0,1-1 0,-3 1 0,-6 0 0,0 0 0,0 0 0,1 1 0,-1 0 0,0 0 0,1 1 0,-1 1 0,1 0 0,-13 5 0,-7 5 0,-43 26 0,51-26 0,0 1 0,-31 28 0,45-37 0,1 1 0,0 1 0,1-1 0,-1 1 0,1 0 0,0 0 0,1 0 0,0 1 0,0 0 0,1 0 0,-4 11 0,6-16 0,1 0 0,-1 1 0,1-1 0,0 1 0,0-1 0,0 1 0,1-1 0,-1 1 0,1-1 0,0 1 0,0-1 0,0 0 0,0 0 0,1 1 0,-1-1 0,1 0 0,0 0 0,0 0 0,0-1 0,0 1 0,0 0 0,1-1 0,-1 1 0,1-1 0,-1 0 0,1 0 0,0 0 0,0 0 0,4 1 0,4 3 0,1 0 0,0-2 0,0 1 0,0-2 0,0 1 0,23 2 0,-9-4 0,0 0 0,1-2 0,-1 0 0,0-2 0,0-1 0,43-11 0,-55 11 0,1-2 0,0 0 0,-1 0 0,0-2 0,0 1 0,-1-2 0,0 0 0,0 0 0,-1-1 0,0-1 0,0 0 0,17-20 0,-24 23 0,-1 0 0,0 0 0,0 0 0,-1-1 0,1 1 0,-1-1 0,-1 0 0,0 1 0,0-1 0,-1 0 0,1-1 0,-2 1 0,1-15 0,-2 18 0,1-1 0,-1 0 0,0 0 0,0 0 0,0 0 0,-1 1 0,0-1 0,0 0 0,0 1 0,-1 0 0,0 0 0,0-1 0,0 2 0,-1-1 0,0 0 0,0 1 0,0-1 0,0 1 0,-8-5 0,10 7 0,0 1 0,0-1 0,-1 1 0,1 0 0,-1-1 0,1 1 0,0 0 0,-1 1 0,0-1 0,1 0 0,-1 1 0,1-1 0,-1 1 0,0 0 0,1 0 0,-1 0 0,0 0 0,1 1 0,-1-1 0,0 1 0,1-1 0,-1 1 0,1 0 0,-1 0 0,1 0 0,0 0 0,-1 1 0,1-1 0,0 1 0,0-1 0,0 1 0,0 0 0,0 0 0,0 0 0,-2 2 0,-1 4 0,0-1 0,0 0 0,1 1 0,0 0 0,0 0 0,1 0 0,0 0 0,0 1 0,-2 14 0,3-1 0,0 1 0,1 0 0,2 0 0,0 0 0,2-1 0,0 1 0,1-1 0,2 0 0,13 37 0,3-5 0,2-2 0,51 82 0,-20-52-1365,-33-55-5461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1.522"/>
    </inkml:context>
    <inkml:brush xml:id="br0">
      <inkml:brushProperty name="width" value="0.05" units="cm"/>
      <inkml:brushProperty name="height" value="0.05" units="cm"/>
      <inkml:brushProperty name="color" value="#FFFFFF"/>
    </inkml:brush>
  </inkml:definitions>
  <inkml:trace contextRef="#ctx0" brushRef="#br0">34 109 24575,'-15'-7'0,"0"0"0,12 10 0,4 10 0,9 19 0,0 0 0,2-1 0,1-1 0,1 0 0,2-1 0,27 38 0,-40-63 0,1 0 0,-1 0 0,1 0 0,0 0 0,0-1 0,0 1 0,0-1 0,0 0 0,10 4 0,-13-6 0,1-1 0,-1 1 0,1-1 0,0 0 0,-1 1 0,1-1 0,0 0 0,0 0 0,-1 0 0,1 0 0,0 0 0,-1 0 0,1-1 0,0 1 0,-1 0 0,1-1 0,0 0 0,-1 1 0,1-1 0,-1 0 0,1 0 0,-1 0 0,1 0 0,-1 0 0,0 0 0,0 0 0,1 0 0,-1 0 0,0-1 0,0 1 0,0 0 0,0-1 0,1-2 0,4-6 0,-1-1 0,0 0 0,-1 0 0,0-1 0,4-22 0,6-63 0,-11 65 0,2-28 315,3-23-1995,-3 62-5146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1.882"/>
    </inkml:context>
    <inkml:brush xml:id="br0">
      <inkml:brushProperty name="width" value="0.05" units="cm"/>
      <inkml:brushProperty name="height" value="0.05" units="cm"/>
      <inkml:brushProperty name="color" value="#FFFFFF"/>
    </inkml:brush>
  </inkml:definitions>
  <inkml:trace contextRef="#ctx0" brushRef="#br0">33 228 24575,'32'-1'0,"-1"-2"0,0-2 0,54-14 0,-81 19 0,-1-1 0,1 0 0,-1 0 0,0 0 0,0-1 0,1 1 0,-1-1 0,0 0 0,0 0 0,-1 0 0,1 0 0,0 0 0,-1-1 0,1 1 0,-1-1 0,4-4 0,-5 4 0,0 1 0,-1-1 0,1 1 0,0-1 0,-1 0 0,1 1 0,-1-1 0,0 0 0,0 1 0,0-1 0,0 0 0,0 1 0,-1-1 0,1 1 0,-1-1 0,0 0 0,0 1 0,0 0 0,0-1 0,0 1 0,0-1 0,-2-1 0,-3-5 0,1 1 0,-1 1 0,-1-1 0,0 1 0,0 0 0,0 0 0,0 1 0,-1 0 0,0 1 0,-10-6 0,11 7 0,1 1 0,-1 0 0,1 0 0,-1 1 0,0 0 0,0 0 0,0 0 0,0 1 0,0 0 0,0 0 0,-1 1 0,1 0 0,0 1 0,-11 1 0,15-2 0,0 1 0,0 0 0,0 0 0,0 0 0,1 1 0,-1-1 0,0 1 0,1-1 0,-1 1 0,1 0 0,0 0 0,-1 0 0,1 0 0,0 0 0,0 0 0,0 1 0,-2 4 0,2-3 0,0 0 0,1 0 0,-1 1 0,1-1 0,0 1 0,0-1 0,0 1 0,1 0 0,-1-1 0,2 8 0,-1-2 0,2-1 0,-1 0 0,1 0 0,0 0 0,1 0 0,0 0 0,1 0 0,0-1 0,0 1 0,10 13 0,12 7-1365,0-6-5461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2.641"/>
    </inkml:context>
    <inkml:brush xml:id="br0">
      <inkml:brushProperty name="width" value="0.05" units="cm"/>
      <inkml:brushProperty name="height" value="0.05" units="cm"/>
      <inkml:brushProperty name="color" value="#FFFFFF"/>
    </inkml:brush>
  </inkml:definitions>
  <inkml:trace contextRef="#ctx0" brushRef="#br0">17 40 24575,'-12'-19'0,"12"19"0,-1-1 0,1 0 0,-1 1 0,1-1 0,0 0 0,-1 1 0,1-1 0,0 0 0,-1 0 0,1 1 0,0-1 0,0 0 0,0 0 0,0 1 0,0-1 0,0 0 0,0 0 0,0 1 0,0-1 0,0 0 0,0 0 0,1-1 0,0 2 0,-1 0 0,1 0 0,0 0 0,-1 0 0,1 0 0,0 0 0,-1 0 0,1 1 0,-1-1 0,1 0 0,0 0 0,-1 1 0,1-1 0,-1 0 0,1 1 0,0-1 0,-1 0 0,1 1 0,-1-1 0,0 1 0,2 0 0,14 14 0,-12-11 0,30 26 0,-1 2 0,-1 1 0,38 53 0,-66-81 0,-1 0 0,-1 0 0,1 1 0,-1-1 0,0 0 0,2 10 0,-4-14 0,0 0 0,1 0 0,-1 0 0,0-1 0,0 1 0,0 0 0,0 0 0,0 0 0,0 0 0,0 0 0,0 0 0,0 0 0,0 0 0,0 0 0,-1-1 0,1 1 0,0 0 0,-1 0 0,1 0 0,0 0 0,-1-1 0,1 1 0,-1 0 0,0 0 0,1-1 0,-1 1 0,1-1 0,-1 1 0,0 0 0,0-1 0,1 1 0,-1-1 0,0 1 0,0-1 0,0 0 0,1 1 0,-1-1 0,0 0 0,0 0 0,0 1 0,0-1 0,0 0 0,0 0 0,0 0 0,1 0 0,-1 0 0,0 0 0,0 0 0,0-1 0,-1 1 0,0 0 0,-1-1 0,1 1 0,0-1 0,0 1 0,-1-1 0,1 0 0,0 0 0,0 0 0,0 0 0,0 0 0,0 0 0,1 0 0,-1-1 0,0 1 0,0-1 0,1 0 0,-1 1 0,1-1 0,-1 0 0,1 0 0,0 0 0,0 0 0,0 0 0,0 0 0,0 0 0,0 0 0,1 0 0,-1 0 0,1 0 0,-1-1 0,1-3 0,-1 0 0,1 0 0,0 0 0,1 0 0,-1 1 0,1-1 0,0 0 0,1 0 0,-1 0 0,1 1 0,0-1 0,4-5 0,1-1 0,0 0 0,1 1 0,1 0 0,0 0 0,1 1 0,-1 0 0,2 1 0,15-11 0,-16 13 0,-1 1 0,1 0 0,0 1 0,0 0 0,0 1 0,1 0 0,-1 1 0,1 0 0,0 0 0,21-1 0,-30 3 0,-1 1 0,1 0 0,-1 0 0,1 0 0,0 0 0,-1 1 0,1-1 0,-1 0 0,1 0 0,-1 1 0,1-1 0,-1 1 0,1 0 0,-1-1 0,0 1 0,1 0 0,-1 0 0,0 0 0,1 0 0,-1 0 0,0 0 0,0 0 0,0 0 0,0 0 0,0 1 0,0-1 0,0 0 0,0 3 0,1 2 0,0 0 0,-1 0 0,0 1 0,0-1 0,-1 0 0,0 7 0,0-8 0,0 0 0,0 0 0,1 0 0,-1 0 0,1 0 0,0 0 0,0 0 0,1 0 0,-1-1 0,5 8 0,-1-6 0,1 0 0,0 0 0,0 0 0,0-1 0,1 0 0,9 6 0,46 21 0,-54-28 0,0 0 0,0-1 0,0-1 0,0 1 0,1-2 0,-1 1 0,1-1 0,9 1 0,-16-2 0,1-1 0,-1 1 0,1 0 0,-1-1 0,1 1 0,-1-1 0,1 0 0,-1 0 0,0 0 0,1 0 0,-1 0 0,0 0 0,0-1 0,0 1 0,0-1 0,0 0 0,0 1 0,0-1 0,-1 0 0,1 0 0,0 0 0,-1 0 0,0 0 0,1-1 0,-1 1 0,0 0 0,0 0 0,-1-1 0,1 1 0,0-1 0,0-2 0,3-46 0,-4 44 0,-1 296 0,0 11 0,1-297 0,0 0 0,-1 0 0,1 0 0,-1 0 0,0 0 0,1 0 0,-1-1 0,-1 1 0,1 0 0,-3 4 0,4-6 0,0-1 0,-1 0 0,1 1 0,0-1 0,-1 0 0,1 0 0,0 1 0,-1-1 0,1 0 0,0 0 0,-1 1 0,1-1 0,-1 0 0,1 0 0,0 0 0,-1 0 0,1 1 0,-1-1 0,1 0 0,0 0 0,-1 0 0,1 0 0,-1 0 0,1 0 0,-1 0 0,1 0 0,-1-1 0,0 1 0,-1-1 0,1 0 0,0 0 0,0 0 0,0 0 0,0 1 0,0-1 0,0-1 0,1 1 0,-1 0 0,0 0 0,0 0 0,0-3 0,-5-7 0,2-1 0,-1-1 0,2 1 0,-1-1 0,2 0 0,0 1 0,0-1 0,1 0 0,1 0 0,0 0 0,1 0 0,0 0 0,1 0 0,5-21 0,0 11 0,0 1 0,1 0 0,1 0 0,1 1 0,1 0 0,1 0 0,18-22 0,-21 30-97,1 2-1,0-1 1,0 1-1,1 0 1,0 1-1,1 1 1,1 0-1,-1 0 1,1 1-1,0 1 1,1 0-1,0 1 0,27-8 1,-12 8-6729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6.156"/>
    </inkml:context>
    <inkml:brush xml:id="br0">
      <inkml:brushProperty name="width" value="0.05" units="cm"/>
      <inkml:brushProperty name="height" value="0.05" units="cm"/>
      <inkml:brushProperty name="color" value="#FFFFFF"/>
    </inkml:brush>
  </inkml:definitions>
  <inkml:trace contextRef="#ctx0" brushRef="#br0">0 28 24575,'3'-23'0,"0"19"0,2 16 0,-1 12 0,-1 1 0,-1-1 0,-2 1 0,-1 26 0,0-2 0,-1 71 0,4 124 0,-2-241-136,0 0-1,0 0 1,1 1-1,-1-1 1,1 0-1,0 0 1,0 0-1,0 0 0,3 5 1,4 2-6690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6.592"/>
    </inkml:context>
    <inkml:brush xml:id="br0">
      <inkml:brushProperty name="width" value="0.05" units="cm"/>
      <inkml:brushProperty name="height" value="0.05" units="cm"/>
      <inkml:brushProperty name="color" value="#FFFFFF"/>
    </inkml:brush>
  </inkml:definitions>
  <inkml:trace contextRef="#ctx0" brushRef="#br0">1 45 24575,'0'-1'0,"0"-1"0,0 0 0,0 1 0,0-1 0,0 0 0,0 1 0,0-1 0,1 0 0,-1 1 0,1-1 0,-1 0 0,1 1 0,-1-1 0,1 1 0,0-1 0,0 1 0,0 0 0,0-1 0,0 1 0,0 0 0,0 0 0,0-1 0,0 1 0,1 0 0,-1 0 0,0 0 0,1 0 0,-1 1 0,1-1 0,-1 0 0,1 1 0,0-1 0,-1 1 0,1-1 0,-1 1 0,1 0 0,0-1 0,-1 1 0,1 0 0,2 1 0,2-1 0,0 1 0,-1 0 0,1 0 0,-1 1 0,1 0 0,-1 0 0,0 0 0,0 0 0,1 1 0,7 6 0,-2 0 0,-1 0 0,0 1 0,-1 0 0,0 1 0,-1 0 0,0 0 0,0 1 0,-1 0 0,-1 0 0,0 1 0,-1 0 0,0 0 0,-1 0 0,0 0 0,-1 1 0,-1-1 0,0 1 0,0 21 0,-3-33 0,1 1 0,-1-1 0,1 1 0,-1-1 0,0 1 0,0-1 0,0 0 0,0 1 0,0-1 0,0 0 0,-1 0 0,-2 3 0,4-4 0,0-1 0,-1 0 0,1 0 0,0 1 0,-1-1 0,1 0 0,0 0 0,-1 1 0,1-1 0,0 0 0,-1 0 0,1 0 0,-1 1 0,1-1 0,0 0 0,-1 0 0,1 0 0,-1 0 0,1 0 0,0 0 0,-1 0 0,1 0 0,-1 0 0,1 0 0,0 0 0,-1 0 0,1 0 0,-1-1 0,0 0 0,0 1 0,0-1 0,1 0 0,-1 0 0,0 0 0,1 0 0,-1 0 0,1 0 0,-1 0 0,1 0 0,-1 0 0,1 0 0,0 0 0,-1 0 0,1 0 0,0-2 0,-1-5 0,0 0 0,0 0 0,1 0 0,0-1 0,1 1 0,0 0 0,0 0 0,1 0 0,0 0 0,0 0 0,1 0 0,0 1 0,5-10 0,-1 4 0,0 1 0,1 0 0,0 0 0,1 0 0,1 1 0,17-16 0,-23 24-97,0-1-1,1 1 1,-1 0-1,1 0 1,-1 1-1,1-1 1,0 1-1,0 0 1,0 1-1,0-1 1,1 1-1,-1 0 0,9-1 1,1 2-6729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7.042"/>
    </inkml:context>
    <inkml:brush xml:id="br0">
      <inkml:brushProperty name="width" value="0.05" units="cm"/>
      <inkml:brushProperty name="height" value="0.05" units="cm"/>
      <inkml:brushProperty name="color" value="#FFFFFF"/>
    </inkml:brush>
  </inkml:definitions>
  <inkml:trace contextRef="#ctx0" brushRef="#br0">3 128 24575,'0'1'0,"1"0"0,-1 0 0,0 0 0,1 0 0,-1 0 0,1 0 0,0 0 0,-1 0 0,1 0 0,0 0 0,-1 0 0,1 0 0,0 0 0,0-1 0,0 1 0,0 0 0,0-1 0,0 1 0,0 0 0,0-1 0,0 1 0,2-1 0,26 11 0,-26-10 0,11 3 0,49 12 0,-57-15 0,-1 0 0,1-1 0,0 1 0,-1-1 0,1 0 0,0-1 0,-1 1 0,11-4 0,-13 3 0,-1 0 0,1 0 0,-1 0 0,1-1 0,-1 1 0,0-1 0,0 0 0,0 0 0,0 0 0,0 0 0,0 0 0,0 0 0,-1 0 0,1-1 0,-1 1 0,0 0 0,1-1 0,-1 1 0,0-1 0,-1 0 0,1 1 0,0-1 0,-1 0 0,1 0 0,-1 1 0,0-1 0,0 0 0,0 0 0,0 1 0,-1-4 0,0 1 0,1-1 0,-1 1 0,0 0 0,-1-1 0,1 1 0,-1 0 0,0 0 0,-1 0 0,1 0 0,-1 1 0,0-1 0,0 1 0,0-1 0,-6-5 0,4 7 0,1 0 0,-1 0 0,0 0 0,0 1 0,0 0 0,0 0 0,0 0 0,0 1 0,0-1 0,-1 1 0,1 0 0,0 1 0,-1 0 0,1-1 0,0 2 0,-1-1 0,1 1 0,-1-1 0,-7 4 0,8-3 0,1 0 0,-1 0 0,1 1 0,0 0 0,0 0 0,-1 0 0,1 0 0,1 1 0,-1 0 0,0 0 0,1 0 0,-1 0 0,1 0 0,0 1 0,0-1 0,0 1 0,0 0 0,1 0 0,0 0 0,-1 0 0,1 0 0,-2 8 0,3-5 0,0-1 0,0 1 0,1 0 0,-1 0 0,2 0 0,-1 0 0,1 0 0,0-1 0,0 1 0,1 0 0,0 0 0,0-1 0,0 1 0,1-1 0,0 0 0,1 0 0,-1 0 0,5 6 0,-3-6 0,0 0 0,0 0 0,1 0 0,0-1 0,0 0 0,0 0 0,1 0 0,-1-1 0,1 0 0,0 0 0,0-1 0,1 0 0,-1 0 0,1-1 0,11 3 0,11-2-1365,-2-1-5461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7.382"/>
    </inkml:context>
    <inkml:brush xml:id="br0">
      <inkml:brushProperty name="width" value="0.05" units="cm"/>
      <inkml:brushProperty name="height" value="0.05" units="cm"/>
      <inkml:brushProperty name="color" value="#FFFFFF"/>
    </inkml:brush>
  </inkml:definitions>
  <inkml:trace contextRef="#ctx0" brushRef="#br0">246 22 24575,'-36'-13'0,"30"11"0,-1 0 0,1 1 0,-1-1 0,0 1 0,1 1 0,-1-1 0,0 1 0,1 1 0,-1-1 0,0 1 0,1 0 0,-1 1 0,1-1 0,-1 1 0,1 0 0,0 1 0,0 0 0,0 0 0,0 0 0,0 1 0,1-1 0,-9 9 0,8-6 0,1 0 0,0 0 0,0 0 0,0 1 0,1-1 0,0 1 0,1 0 0,0 1 0,0-1 0,0 1 0,1-1 0,0 1 0,0 0 0,0 13 0,1-17 0,1 1 0,0-1 0,0 1 0,1-1 0,-1 1 0,1-1 0,0 1 0,0-1 0,0 0 0,1 1 0,0-1 0,0 0 0,0 0 0,0 0 0,0 0 0,1-1 0,0 1 0,-1-1 0,2 1 0,-1-1 0,0 0 0,1 0 0,-1 0 0,1-1 0,0 1 0,7 2 0,-2 0-65,1-2 0,1 0 0,-1 0 0,0-1 0,1 0 0,-1 0 0,1-1 0,0-1 0,-1 0 0,1 0 0,0-1 0,-1-1 0,1 0 0,-1 0 0,1-1 0,-1 0 0,0 0 0,0-2 0,-1 1 0,17-11 0,-12 3-6761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8.019"/>
    </inkml:context>
    <inkml:brush xml:id="br0">
      <inkml:brushProperty name="width" value="0.05" units="cm"/>
      <inkml:brushProperty name="height" value="0.05" units="cm"/>
      <inkml:brushProperty name="color" value="#FFFFFF"/>
    </inkml:brush>
  </inkml:definitions>
  <inkml:trace contextRef="#ctx0" brushRef="#br0">2 0 24575,'-2'2'0,"9"2"0,11 3 0,123 5 0,-74-9 0,-67-3 0,248 7 0,-228-10-1365,-9-1-5461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8.316"/>
    </inkml:context>
    <inkml:brush xml:id="br0">
      <inkml:brushProperty name="width" value="0.05" units="cm"/>
      <inkml:brushProperty name="height" value="0.05" units="cm"/>
      <inkml:brushProperty name="color" value="#FFFFFF"/>
    </inkml:brush>
  </inkml:definitions>
  <inkml:trace contextRef="#ctx0" brushRef="#br0">7 15 24575,'-4'-13'0,"2"11"0,3 10 0,14 59 0,7 95 0,11 50 0,-28-194-1365,1-5-5461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9.051"/>
    </inkml:context>
    <inkml:brush xml:id="br0">
      <inkml:brushProperty name="width" value="0.05" units="cm"/>
      <inkml:brushProperty name="height" value="0.05" units="cm"/>
      <inkml:brushProperty name="color" value="#FFFFFF"/>
    </inkml:brush>
  </inkml:definitions>
  <inkml:trace contextRef="#ctx0" brushRef="#br0">23 243 24575,'-13'-37'0,"12"28"0,1 0 0,0 0 0,0 1 0,1-1 0,0 0 0,1 1 0,0-1 0,0 1 0,0-1 0,1 1 0,1 0 0,-1 0 0,1 0 0,10-13 0,-11 16 0,0 0 0,1 0 0,0 1 0,0-1 0,0 1 0,0 0 0,1 0 0,0 1 0,0-1 0,0 1 0,0 0 0,0 0 0,0 1 0,1-1 0,0 1 0,-1 1 0,1-1 0,0 1 0,0 0 0,0 0 0,0 1 0,11 0 0,-12 1 0,0 0 0,0 1 0,-1 0 0,1 0 0,0 0 0,-1 0 0,1 1 0,-1 0 0,0 0 0,0 0 0,0 0 0,0 1 0,-1-1 0,1 1 0,-1 0 0,0 0 0,0 1 0,0-1 0,-1 0 0,3 6 0,2 5 0,0 1 0,-1 0 0,0 0 0,5 30 0,-7-27 0,-2-1 0,0 1 0,-1-1 0,-1 1 0,0 0 0,-2-1 0,0 1 0,-7 26 0,5-33 0,0 1 0,-1-1 0,0 0 0,-1 0 0,0-1 0,-1 0 0,0 0 0,-1 0 0,0-1 0,-1 0 0,0-1 0,-19 16 0,16-15 0,-1-1 0,1 0 0,-2-1 0,1-1 0,-1 0 0,0-1 0,0 0 0,-1-1 0,-20 4 0,34-9 0,-1 1 0,1-1 0,0 0 0,-1 0 0,1 0 0,0 0 0,-1 0 0,1 0 0,-1 0 0,1 0 0,0-1 0,-1 1 0,1-1 0,0 1 0,-3-2 0,4 2 0,0 0 0,0-1 0,-1 1 0,1-1 0,0 1 0,-1-1 0,1 1 0,0 0 0,0-1 0,0 1 0,0-1 0,-1 1 0,1-1 0,0 1 0,0-1 0,0 1 0,0-1 0,0 1 0,0-1 0,0 1 0,0-1 0,1 1 0,-1-1 0,0 1 0,0-1 0,0 1 0,1-1 0,1-4 0,0 1 0,1 0 0,-1 1 0,1-1 0,0 0 0,0 1 0,5-5 0,11-8 0,0 1 0,1 0 0,0 2 0,1 0 0,0 1 0,1 1 0,1 2 0,0 0 0,0 1 0,28-6 0,-47 14 0,0-1 0,1 0 0,-1 1 0,0 0 0,0 0 0,0 0 0,0 1 0,0-1 0,0 1 0,0 0 0,0 0 0,0 1 0,0-1 0,0 1 0,0-1 0,-1 1 0,1 1 0,0-1 0,-1 0 0,0 1 0,0 0 0,0-1 0,4 6 0,-2-1 0,0 0 0,0 1 0,-1 0 0,0 0 0,0 1 0,-1-1 0,0 1 0,0 0 0,2 14 0,6 36-1365,-8-44-5461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4:49.704"/>
    </inkml:context>
    <inkml:brush xml:id="br0">
      <inkml:brushProperty name="width" value="0.05" units="cm"/>
      <inkml:brushProperty name="height" value="0.05" units="cm"/>
      <inkml:brushProperty name="color" value="#FFFFFF"/>
    </inkml:brush>
  </inkml:definitions>
  <inkml:trace contextRef="#ctx0" brushRef="#br0">43 98 24575,'-7'-7'0,"1"-1"0,0 0 0,-9-16 0,14 22 0,-1-1 0,1 0 0,0 1 0,0-1 0,1 0 0,-1 0 0,1 1 0,-1-4 0,1 5 0,0 0 0,0 0 0,0 0 0,0 0 0,0 0 0,0 0 0,1 0 0,-1 0 0,0 0 0,1 0 0,-1 0 0,1 1 0,-1-1 0,1 0 0,-1 0 0,1 0 0,-1 1 0,1-1 0,0 0 0,-1 1 0,1-1 0,0 1 0,1-2 0,0 2 0,-1-1 0,1 0 0,0 1 0,0 0 0,0-1 0,-1 1 0,1 0 0,0 0 0,0 0 0,0 0 0,0 0 0,-1 1 0,1-1 0,0 1 0,0-1 0,0 1 0,-1-1 0,1 1 0,0 0 0,-1 0 0,1 0 0,-1 0 0,4 2 0,2 3 0,0 0 0,0 0 0,8 9 0,-3-1 0,-1 0 0,-1 0 0,0 1 0,-1 1 0,0-1 0,11 30 0,-18-38 0,0 0 0,0 1 0,0-1 0,-1 0 0,0 1 0,-1-1 0,0 1 0,0 9 0,-1-13 0,0 1 0,0-1 0,0 0 0,0 0 0,-1 1 0,1-1 0,-1 0 0,0 0 0,-1 0 0,1-1 0,0 1 0,-1-1 0,0 1 0,-6 5 0,7-7 0,0 0 0,0 0 0,0-1 0,0 1 0,-1-1 0,1 1 0,0-1 0,-1 0 0,1 0 0,-1 0 0,1 0 0,-1-1 0,1 1 0,-1-1 0,0 1 0,1-1 0,-1 0 0,0 0 0,1 0 0,-1 0 0,0 0 0,1-1 0,-1 1 0,0-1 0,1 0 0,-1 0 0,-3-2 0,3 2 0,1-1 0,0 0 0,-1 0 0,1 0 0,0 0 0,0-1 0,0 1 0,0 0 0,1-1 0,-1 1 0,0-1 0,1 0 0,0 0 0,0 1 0,0-1 0,0 0 0,0 0 0,1 0 0,-1 0 0,1 0 0,0 0 0,-1 0 0,1 0 0,1-4 0,1-5 0,0 0 0,1 0 0,0 1 0,1 0 0,0-1 0,1 1 0,0 1 0,0-1 0,1 1 0,1 0 0,14-18 0,-12 18 0,0 1 0,0-1 0,1 1 0,0 1 0,1 0 0,0 1 0,0 0 0,0 0 0,1 1 0,20-7 0,-27 11 0,1 0 0,-1 1 0,1 0 0,0 0 0,-1 1 0,1-1 0,0 1 0,-1 1 0,1-1 0,-1 1 0,11 2 0,-12-2 0,0 1 0,0-1 0,-1 1 0,1 0 0,-1 0 0,1 1 0,-1-1 0,0 1 0,0-1 0,0 1 0,0 0 0,-1 0 0,1 0 0,-1 1 0,0-1 0,1 1 0,1 4 0,1 4 0,0 0 0,0 0 0,-2 1 0,1-1 0,-1 1 0,-1 0 0,-1 0 0,1 0 0,-2 0 0,-1 16 0,1-27 0,0-1 0,0 0 0,0 0 0,0 0 0,0 0 0,-1 0 0,1 0 0,0 0 0,-1 0 0,1 0 0,0 0 0,-1 0 0,0 0 0,1 0 0,-1 0 0,1 0 0,-1 0 0,0 0 0,0-1 0,0 1 0,1 0 0,-1-1 0,0 1 0,0 0 0,0-1 0,0 1 0,0-1 0,-1 1 0,1-1 0,0 0 0,0-1 0,0 1 0,1 0 0,-1 0 0,0-1 0,0 1 0,0-1 0,1 1 0,-1 0 0,0-1 0,1 0 0,-1 1 0,0-1 0,1 1 0,-1-1 0,1 0 0,-1 1 0,1-1 0,-1 0 0,1 0 0,-1 1 0,1-1 0,0 0 0,-1 0 0,1 0 0,0 1 0,0-1 0,0 0 0,-1 0 0,1 0 0,0 0 0,0 0 0,0 0 0,1 0 0,-1-5 0,0 0 0,1 1 0,-1-1 0,1 1 0,1-1 0,-1 1 0,1-1 0,0 1 0,0 0 0,0 0 0,6-8 0,0-1 0,1 1 0,20-22 0,-23 29 0,0 0 0,0 0 0,1 1 0,0-1 0,0 2 0,0-1 0,0 1 0,1 0 0,15-6 0,-20 9 0,0 1 0,0-1 0,0 0 0,0 1 0,0 0 0,0-1 0,0 1 0,0 0 0,0 1 0,0-1 0,0 0 0,0 1 0,0 0 0,0 0 0,-1 0 0,1 0 0,0 0 0,0 0 0,-1 1 0,1-1 0,-1 1 0,1 0 0,-1 0 0,0 0 0,1 0 0,-1 0 0,0 0 0,0 1 0,-1-1 0,4 6 0,-1 0 31,0 1 0,0 0 0,-1 0 0,0 0 0,0 0 0,-1 0 0,-1 1 0,0-1 1,0 1-1,0 9 0,-2 2-458,0 1 0,-2-1 1,-6 29-1,5-34-6399</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08.414"/>
    </inkml:context>
    <inkml:brush xml:id="br0">
      <inkml:brushProperty name="width" value="0.05" units="cm"/>
      <inkml:brushProperty name="height" value="0.05" units="cm"/>
      <inkml:brushProperty name="color" value="#FFFFFF"/>
    </inkml:brush>
  </inkml:definitions>
  <inkml:trace contextRef="#ctx0" brushRef="#br0">1 50 24575,'0'-2'0,"1"0"0,-1 0 0,1 1 0,0-1 0,-1 0 0,1 1 0,0-1 0,0 1 0,1-1 0,-1 1 0,0 0 0,0-1 0,1 1 0,-1 0 0,1 0 0,-1 0 0,1 0 0,-1 0 0,1 0 0,-1 0 0,3 0 0,37-15 0,-39 15 0,-1 1 0,1-1 0,0 1 0,1-1 0,-1 1 0,0 0 0,0 0 0,0 0 0,0 0 0,0 0 0,0 0 0,0 0 0,0 1 0,0-1 0,0 1 0,0 0 0,0-1 0,0 1 0,0 0 0,-1 0 0,1 0 0,0 0 0,0 1 0,-1-1 0,1 0 0,-1 1 0,1-1 0,-1 1 0,0-1 0,0 1 0,1 0 0,-1 0 0,0-1 0,0 1 0,-1 0 0,1 0 0,0 0 0,0 3 0,2 8 0,-1 0 0,0 1 0,0-1 0,-2 25 0,0-25 0,-11 307 0,2 44 0,9-356 0,4 49 0,-3-53 0,-1 0 0,1 0 0,0 0 0,0 0 0,1 0 0,-1 0 0,1 0 0,0-1 0,0 1 0,5 6 0,-7-10 0,1 1 0,0 0 0,0-1 0,-1 1 0,1 0 0,0-1 0,0 1 0,0-1 0,0 0 0,0 1 0,0-1 0,0 0 0,0 1 0,0-1 0,-1 0 0,1 0 0,0 0 0,0 0 0,0 0 0,0 0 0,0 0 0,0 0 0,0 0 0,0-1 0,0 1 0,0 0 0,0 0 0,0-1 0,0 1 0,0-1 0,0 1 0,-1-1 0,1 1 0,0-1 0,0 0 0,0 1 0,-1-1 0,2-1 0,3-3 0,-1 0 0,1 0 0,-1-1 0,5-7 0,7-16 0,-1-1 0,-2-1 0,19-58 0,15-102 0,-35 136 0,-1 0 0,-6 25 0,2 0 0,12-33 0,-19 62 0,0 0 0,0 0 0,0 1 0,1-1 0,-1 0 0,0 0 0,1 0 0,-1 0 0,1 0 0,-1 0 0,1 1 0,0-1 0,-1 0 0,1 1 0,0-1 0,-1 0 0,1 1 0,0-1 0,0 0 0,-1 1 0,1 0 0,0-1 0,0 1 0,0-1 0,1 1 0,-1 0 0,0 0 0,0 1 0,-1-1 0,1 1 0,0-1 0,0 1 0,0-1 0,0 1 0,-1 0 0,1-1 0,0 1 0,0 0 0,-1 0 0,1-1 0,-1 1 0,1 0 0,-1 0 0,1 0 0,0 1 0,4 9 0,-1 0 0,6 20 0,-9-29 0,58 216 0,33 112 0,-92-328 5,1 1-81,-1-1 0,1 1 0,-1-1 0,1 1-1,0-1 1,0 1 0,1-1 0,-1 1 0,0-1 0,1 0 0,-1 0 0,1 0 0,0 0-1,0 0 1,0 0 0,0 0 0,4 2 0,5-1-6750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08.975"/>
    </inkml:context>
    <inkml:brush xml:id="br0">
      <inkml:brushProperty name="width" value="0.05" units="cm"/>
      <inkml:brushProperty name="height" value="0.05" units="cm"/>
      <inkml:brushProperty name="color" value="#FFFFFF"/>
    </inkml:brush>
  </inkml:definitions>
  <inkml:trace contextRef="#ctx0" brushRef="#br0">145 585 24575,'1'-5'0,"1"0"0,-1 1 0,1-1 0,0 0 0,0 1 0,0-1 0,0 1 0,1 0 0,0 0 0,3-5 0,6-8 0,-7 10 0,-2 0 0,1 0 0,-1-1 0,0 1 0,4-15 0,-7 20 0,0 0 0,1 0 0,-1 0 0,0 0 0,0 0 0,0 0 0,0 0 0,-1 0 0,1 0 0,0 0 0,-1 0 0,1 1 0,-1-1 0,0 0 0,0 0 0,1 0 0,-1 1 0,0-1 0,-1 1 0,1-1 0,0 1 0,0-1 0,-1 1 0,1-1 0,-1 1 0,1 0 0,-1 0 0,1 0 0,-1 0 0,-2-1 0,2 1 0,-1 0 0,0 0 0,0 1 0,1-1 0,-1 1 0,0 0 0,0-1 0,0 1 0,0 1 0,1-1 0,-1 0 0,0 1 0,0-1 0,0 1 0,1 0 0,-1 0 0,0 0 0,1 0 0,-1 1 0,1-1 0,-1 0 0,1 1 0,0 0 0,0 0 0,-3 2 0,-3 3 0,0 1 0,0 1 0,1-1 0,-13 19 0,12-12 0,-1 1 0,2-1 0,0 1 0,1 1 0,0-1 0,-6 35 0,11-44 0,0 0 0,0 0 0,0 0 0,1 0 0,0 1 0,0-1 0,1 0 0,0 0 0,0 0 0,1 0 0,0 0 0,0 0 0,0 0 0,1-1 0,0 1 0,0-1 0,1 1 0,0-1 0,6 7 0,-8-11 0,1 1 0,-1-1 0,0 0 0,1 0 0,0 0 0,0 0 0,-1 0 0,1-1 0,0 1 0,0-1 0,1 0 0,-1 0 0,0 0 0,0 0 0,0 0 0,1-1 0,-1 0 0,0 1 0,1-1 0,-1-1 0,0 1 0,1 0 0,-1-1 0,0 1 0,0-1 0,1 0 0,-1 0 0,0 0 0,0-1 0,5-3 0,0 0 0,0 0 0,0-1 0,-1-1 0,0 1 0,0-1 0,0-1 0,-1 1 0,0-1 0,7-13 0,4-11 0,-2 0 0,-1-2 0,-1 1 0,-3-2 0,0 0 0,7-55 0,8-217 0,-25 302 0,1-13 0,1-25 0,-2 40 0,-1 0 0,1 0 0,0 1 0,-1-1 0,1 0 0,-1 0 0,0 1 0,0-1 0,0 0 0,0 1 0,-3-4 0,4 6 0,0 0 0,0 0 0,0-1 0,0 1 0,0 0 0,0 0 0,-1 0 0,1 0 0,0-1 0,0 1 0,0 0 0,0 0 0,-1 0 0,1 0 0,0 0 0,0 0 0,0 0 0,-1-1 0,1 1 0,0 0 0,0 0 0,0 0 0,-1 0 0,1 0 0,0 0 0,0 0 0,-1 0 0,1 0 0,0 0 0,0 0 0,0 0 0,-1 0 0,1 1 0,0-1 0,0 0 0,0 0 0,-1 0 0,1 0 0,0 0 0,0 0 0,0 0 0,0 1 0,-1-1 0,1 0 0,0 0 0,0 0 0,0 0 0,0 1 0,0-1 0,-1 0 0,1 0 0,0 0 0,0 1 0,0-1 0,-5 14 0,-1 18 0,2 1 0,1 0 0,1 0 0,3 34 0,0-16 0,-1-13 0,3 168 0,0-161 0,2 0 0,16 67 0,-19-104 69,1 0-1,-1 0 0,2 0 0,4 9 1,-6-14-183,0 0 0,0 0 0,-1-1 0,2 1 1,-1-1-1,0 0 0,0 0 0,1 0 1,-1 0-1,1 0 0,0 0 0,-1-1 1,1 1-1,4 1 0,11 2-6712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09.178"/>
    </inkml:context>
    <inkml:brush xml:id="br0">
      <inkml:brushProperty name="width" value="0.05" units="cm"/>
      <inkml:brushProperty name="height" value="0.05" units="cm"/>
      <inkml:brushProperty name="color" value="#FFFFFF"/>
    </inkml:brush>
  </inkml:definitions>
  <inkml:trace contextRef="#ctx0" brushRef="#br0">1 28 24575,'6'-24'0,"0"20"0,-2 16 0,1 75 0,-5-63 0,1 1 0,9 44 0,1-27-682,33 77-1,-37-103-6143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09.317"/>
    </inkml:context>
    <inkml:brush xml:id="br0">
      <inkml:brushProperty name="width" value="0.05" units="cm"/>
      <inkml:brushProperty name="height" value="0.05" units="cm"/>
      <inkml:brushProperty name="color" value="#FFFFFF"/>
    </inkml:brush>
  </inkml:definitions>
  <inkml:trace contextRef="#ctx0" brushRef="#br0">1 135 24575,'0'-9'0,"0"-9"0,0-7 0,0-2 0,0 0 0,0 8 0,0 10 0,0 9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09.596"/>
    </inkml:context>
    <inkml:brush xml:id="br0">
      <inkml:brushProperty name="width" value="0.05" units="cm"/>
      <inkml:brushProperty name="height" value="0.05" units="cm"/>
      <inkml:brushProperty name="color" value="#FFFFFF"/>
    </inkml:brush>
  </inkml:definitions>
  <inkml:trace contextRef="#ctx0" brushRef="#br0">69 36 24575,'-6'0'0,"-5"0"0,-3-2 0,-3-2 0,2-3 0,9 0 0,12 1 0,11 2 0,8 1 0,5 1 0,8 2 0,5 0 0,2 0 0,-1 0 0,-3 0 0,-4 1 0,-9-1-8191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1.001"/>
    </inkml:context>
    <inkml:brush xml:id="br0">
      <inkml:brushProperty name="width" value="0.05" units="cm"/>
      <inkml:brushProperty name="height" value="0.05" units="cm"/>
      <inkml:brushProperty name="color" value="#FFFFFF"/>
    </inkml:brush>
  </inkml:definitions>
  <inkml:trace contextRef="#ctx0" brushRef="#br0">81 244 24575,'2'0'0,"0"-1"0,1 0 0,-1 0 0,0 1 0,0-1 0,0-1 0,0 1 0,0 0 0,0 0 0,0-1 0,0 1 0,-1-1 0,3-1 0,19-23 0,-42 51 0,0 2 0,1 0 0,2 2 0,-13 29 0,23-41 0,-1 0 0,2 0 0,0 0 0,-2 20 0,6-28 0,0 0 0,1 1 0,-1-1 0,2 1 0,0-1 0,0 0 0,0 0 0,6 18 0,-5-21 0,1-1 0,-1 0 0,1 1 0,0-1 0,0 0 0,0-1 0,1 1 0,0-1 0,-1 1 0,2-1 0,-1 0 0,0 0 0,1-1 0,0 1 0,0-1 0,0 0 0,0-1 0,0 1 0,1-1 0,-1 0 0,1 0 0,-1-1 0,1 1 0,0-1 0,-1-1 0,1 1 0,0-1 0,11 0 0,-3-2 0,0 1 0,1-2 0,-1 0 0,0 0 0,-1-1 0,1-1 0,-1 0 0,0-1 0,0-1 0,21-14 0,-16 7 0,-1 0 0,0-1 0,-1-1 0,-1 0 0,-1-2 0,0 1 0,-1-2 0,-1 0 0,-1 0 0,-1-1 0,0 0 0,9-33 0,-17 47 0,-1 0 0,0 0 0,-1 0 0,0 0 0,0 0 0,0 0 0,-2-7 0,2 11 0,0 1 0,0-1 0,-1 1 0,1 0 0,-1-1 0,1 1 0,-1-1 0,0 1 0,1 0 0,-1-1 0,0 1 0,0 0 0,0 0 0,-2-2 0,2 2 0,0 1 0,1 0 0,-1-1 0,0 1 0,0 0 0,0-1 0,0 1 0,0 0 0,0 0 0,0 0 0,0 0 0,0 0 0,0 0 0,0 0 0,0 0 0,0 0 0,0 1 0,0-1 0,0 0 0,0 1 0,0-1 0,0 0 0,1 1 0,-1-1 0,-1 2 0,-2 0 0,1 1 0,0-1 0,0 1 0,0 0 0,0 0 0,0 0 0,1 1 0,-1-1 0,1 1 0,0-1 0,0 1 0,0 0 0,0 0 0,1 0 0,0 0 0,0 0 0,0 0 0,-1 4 0,0 11 0,0 0 0,1 30 0,1-40 0,0-2 0,0 0 0,0-1 0,1 1 0,0 0 0,0-1 0,1 1 0,0-1 0,0 1 0,0-1 0,5 8 0,-4-9 0,0-1 0,0 0 0,1 0 0,-1-1 0,1 1 0,0-1 0,0 1 0,0-1 0,0 0 0,0-1 0,1 1 0,0-1 0,-1 0 0,7 2 0,-5-2 0,1 0 0,-1 0 0,1-1 0,0 0 0,-1 0 0,1 0 0,0-1 0,0 0 0,-1 0 0,1-1 0,0 0 0,0 0 0,-1-1 0,1 1 0,-1-1 0,1-1 0,-1 1 0,0-1 0,9-6 0,-8 4 0,1-1 0,0 0 0,-1-1 0,-1 0 0,1 0 0,-1 0 0,0-1 0,0 0 0,-1 0 0,0-1 0,-1 1 0,0-1 0,4-11 0,-2 0 0,0-1 0,6-40 0,-11 52 0,0 0 0,-1 0 0,1-1 0,-2 1 0,0 0 0,0 0 0,0 0 0,-1 0 0,-4-12 0,5 19 0,0 0 0,0 0 0,0 0 0,0 0 0,0 0 0,0 0 0,-1 0 0,1 0 0,-1 1 0,1-1 0,-1 0 0,0 1 0,1-1 0,-1 1 0,0 0 0,-4-3 0,4 4 0,1-1 0,-1 1 0,0 0 0,0-1 0,0 1 0,0 0 0,1 0 0,-1 0 0,0 1 0,0-1 0,0 0 0,0 1 0,1-1 0,-1 1 0,0-1 0,-2 2 0,-2 2 0,0-1 0,1 1 0,0 0 0,0 0 0,0 1 0,1-1 0,-1 1 0,1 0 0,0 0 0,-5 9 0,5-8 0,1 1 0,-1 0 0,1 0 0,1 1 0,-1-1 0,1 1 0,-1 9 0,3-15 0,-1-1 0,1 1 0,0-1 0,0 1 0,0-1 0,0 1 0,0-1 0,1 1 0,-1-1 0,0 1 0,1-1 0,-1 0 0,1 1 0,-1-1 0,1 1 0,0-1 0,0 0 0,-1 0 0,1 1 0,0-1 0,0 0 0,0 0 0,0 0 0,1 0 0,-1 0 0,0 0 0,0 0 0,0-1 0,1 1 0,-1 0 0,0-1 0,1 1 0,-1-1 0,1 1 0,-1-1 0,1 1 0,-1-1 0,1 0 0,-1 0 0,1 0 0,-1 0 0,1 0 0,-1 0 0,3-1 0,6 0 0,0-1 0,0 1 0,-1-2 0,0 1 0,18-8 0,45-26 0,-39 18 0,-24 14 0,-1 0 0,0 0 0,1 1 0,0 0 0,0 0 0,11-1 0,-17 3 0,-1 1 0,1 0 0,-1 0 0,1 1 0,-1-1 0,1 0 0,0 1 0,-1 0 0,1-1 0,-1 1 0,0 0 0,1 0 0,-1 1 0,0-1 0,0 0 0,1 1 0,-1-1 0,0 1 0,-1 0 0,1 0 0,0 0 0,0 0 0,-1 0 0,1 0 0,-1 0 0,2 4 0,7 14 0,-1 1 0,-1 0 0,8 35 0,-10-32 0,2 1 0,14 32 0,-21-56 0,-1 1 0,1-1 0,0 1 0,-1-1 0,1 1 0,0-1 0,0 0 0,0 0 0,0 1 0,0-1 0,0 0 0,0 0 0,0 0 0,1 0 0,-1 0 0,0 0 0,1 0 0,-1-1 0,0 1 0,1 0 0,-1-1 0,1 1 0,-1-1 0,3 1 0,-2-2 0,0 1 0,0-1 0,-1 1 0,1-1 0,0 0 0,0 0 0,0 0 0,-1 0 0,1 0 0,0 0 0,-1-1 0,1 1 0,-1-1 0,0 1 0,1-1 0,-1 1 0,0-1 0,2-2 0,39-58 0,-15 21 0,47-54 0,-73 93 0,1 0 0,0 0 0,0 0 0,0 0 0,0 0 0,1 1 0,-1-1 0,0 1 0,1 0 0,-1-1 0,0 1 0,1 0 0,5-1 0,-7 2 0,0 0 0,0 1 0,1-1 0,-1 0 0,0 0 0,0 1 0,0-1 0,1 1 0,-1-1 0,0 1 0,0 0 0,0-1 0,0 1 0,0 0 0,0-1 0,0 1 0,0 0 0,0 0 0,-1 0 0,1 0 0,0 0 0,0 0 0,-1 0 0,1 0 0,-1 1 0,1-1 0,-1 0 0,1 0 0,-1 0 0,0 1 0,0-1 0,1 1 0,4 21 0,3 36 0,-5-33 0,9 36 0,-10-55 0,0 0 0,0 0 0,1-1 0,0 1 0,0-1 0,1 0 0,0 0 0,0 0 0,9 10 0,-11-14 0,1 0 0,0 0 0,-1 0 0,1 0 0,0 0 0,0-1 0,0 0 0,0 1 0,0-1 0,1 0 0,-1-1 0,0 1 0,0 0 0,1-1 0,-1 0 0,0 0 0,1 0 0,-1 0 0,0 0 0,1-1 0,-1 1 0,0-1 0,0 0 0,0 0 0,1 0 0,-1-1 0,0 1 0,3-3 0,6-2 0,-1-1 0,0-1 0,-1 0 0,0 0 0,17-18 0,8-12 0,-2-2 0,52-82 0,-69 95 0,-1-2 0,-1 0 0,-1 0 0,-2-1 0,14-58 0,-24 80 0,0 1 0,0-1 0,-1 0 0,0 1 0,-1-1 0,-1-8 0,2 14 0,0 0 0,-1 1 0,1-1 0,-1 1 0,1-1 0,-1 1 0,0-1 0,0 1 0,1-1 0,-1 1 0,0 0 0,0-1 0,0 1 0,-3-2 0,3 2 0,0 1 0,0-1 0,0 1 0,-1 0 0,1-1 0,0 1 0,0 0 0,0 0 0,0 0 0,-1 0 0,1 0 0,0 0 0,0 0 0,0 0 0,-1 0 0,1 0 0,0 1 0,0-1 0,0 1 0,0-1 0,0 1 0,0-1 0,-2 2 0,-1 1 0,-1 0 0,1 0 0,0 1 0,0 0 0,1 0 0,-1 0 0,1 0 0,0 0 0,0 1 0,0-1 0,1 1 0,0 0 0,0-1 0,-3 10 0,-1 5 0,1 0 0,-3 31 0,4-16 0,1 0 0,2 1 0,1-1 0,2 1 0,2-1 0,1 0 0,1 0 0,2 0 0,13 35 0,-19-63-91,1 0 0,-1 0 0,1 0 0,0 0 0,1 0 0,-1-1 0,1 0 0,0 1 0,0-1 0,1-1 0,-1 1 0,1-1 0,0 0 0,10 6 0,-3-5-6735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1.759"/>
    </inkml:context>
    <inkml:brush xml:id="br0">
      <inkml:brushProperty name="width" value="0.05" units="cm"/>
      <inkml:brushProperty name="height" value="0.05" units="cm"/>
      <inkml:brushProperty name="color" value="#FFFFFF"/>
    </inkml:brush>
  </inkml:definitions>
  <inkml:trace contextRef="#ctx0" brushRef="#br0">14 140 24575,'-1'-2'0,"1"0"0,0 0 0,-1 0 0,1 0 0,-1 0 0,0 0 0,1 1 0,-1-1 0,-1-2 0,1 3 0,0 0 0,1 1 0,-1-1 0,1 0 0,-1 0 0,1 0 0,-1 1 0,1-1 0,0 0 0,0 0 0,-1 0 0,1 0 0,0 0 0,0 0 0,0 0 0,0 0 0,0 1 0,0-1 0,0 0 0,0 0 0,0 0 0,0 0 0,1 0 0,-1 0 0,0 0 0,1 0 0,-1 1 0,0-1 0,1 0 0,-1 0 0,1 0 0,0 1 0,-1-1 0,1 0 0,-1 1 0,1-1 0,0 0 0,0 1 0,-1-1 0,1 1 0,0-1 0,0 1 0,0 0 0,1-1 0,3-2 0,1 1 0,-1-1 0,1 1 0,0 1 0,0-1 0,0 1 0,0 0 0,9 0 0,54 2 0,-37 0 0,44 0 0,83-1 0,-158 0 0,1 0 0,-1 0 0,1 0 0,0 0 0,-1-1 0,1 1 0,-1-1 0,1 1 0,-1-1 0,1 1 0,-1-1 0,1 0 0,-1 0 0,1 1 0,-1-1 0,0 0 0,2-2 0,-3 2 0,1 1 0,-1-1 0,1 0 0,-1 0 0,0 1 0,0-1 0,1 0 0,-1 0 0,0 0 0,0 0 0,0 1 0,0-1 0,0 0 0,0 0 0,0 0 0,0 0 0,0 1 0,-1-1 0,1 0 0,0 0 0,0 0 0,-1 1 0,0-2 0,0-1 0,-1 0 0,0 1 0,0-1 0,0 1 0,0-1 0,-1 1 0,1 0 0,0 0 0,-1 0 0,0 0 0,1 0 0,-1 0 0,0 1 0,0 0 0,-5-2 0,4 2 0,0 0 0,0 0 0,0 0 0,1 1 0,-1 0 0,0 0 0,0 0 0,0 0 0,0 1 0,0 0 0,1-1 0,-1 1 0,0 1 0,0-1 0,1 0 0,-6 4 0,5-2 0,-1 0 0,0 0 0,1 1 0,0 0 0,0 0 0,0 0 0,1 0 0,-1 1 0,1 0 0,-4 7 0,2-3 0,1-1 0,1 1 0,0 0 0,0 0 0,0 0 0,1 0 0,1 1 0,0-1 0,0 1 0,1-1 0,0 1 0,0-1 0,3 16 0,-1-20 0,0 0 0,0 1 0,0-1 0,1 0 0,-1 0 0,1 0 0,1-1 0,-1 1 0,1-1 0,-1 0 0,1 0 0,0 0 0,1 0 0,-1-1 0,1 1 0,-1-1 0,1 0 0,10 4 0,-12-6 0,0 1 0,1-1 0,-1 0 0,0 0 0,1 0 0,-1-1 0,1 1 0,-1-1 0,1 0 0,-1 0 0,1 0 0,-1-1 0,1 1 0,-1-1 0,1 1 0,-1-1 0,0 0 0,1-1 0,-1 1 0,0-1 0,0 1 0,0-1 0,0 0 0,0 0 0,0 0 0,-1 0 0,1-1 0,-1 1 0,1-1 0,-1 1 0,2-5 0,4-5 0,-1-1 0,0 0 0,-1-1 0,8-25 0,9-57 0,-24 112 0,0 0 0,1 0 0,1-1 0,1 1 0,0 0 0,1-1 0,5 17 0,-6-26 0,1-1 0,-1 0 0,1 0 0,0 0 0,1-1 0,-1 1 0,1-1 0,7 8 0,-10-11 0,0-1 0,0 1 0,0 0 0,0 0 0,0-1 0,0 1 0,0 0 0,0-1 0,1 1 0,-1-1 0,0 1 0,0-1 0,0 0 0,1 0 0,-1 1 0,0-1 0,0 0 0,1 0 0,-1 0 0,0 0 0,0 0 0,0-1 0,1 1 0,-1 0 0,0 0 0,0-1 0,0 1 0,1-1 0,-1 1 0,0-1 0,0 0 0,0 1 0,0-1 0,0 0 0,0 0 0,0 0 0,0 1 0,-1-1 0,1 0 0,0 0 0,0 0 0,-1-1 0,1 1 0,0 0 0,0-2 0,8-18 0,-1 0 0,0-1 0,-2 1 0,0-2 0,3-28 0,-2 14 0,-5 21 0,-4 22 0,-5 29 0,7-34 0,-3 28 171,0 39 0,3-60-327,1-1 1,0 1 0,0 0 0,0 0 0,1 0 0,0-1 0,1 1-1,0-1 1,0 1 0,4 6 0,3 0-6671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1.926"/>
    </inkml:context>
    <inkml:brush xml:id="br0">
      <inkml:brushProperty name="width" value="0.05" units="cm"/>
      <inkml:brushProperty name="height" value="0.05" units="cm"/>
      <inkml:brushProperty name="color" value="#FFFFFF"/>
    </inkml:brush>
  </inkml:definitions>
  <inkml:trace contextRef="#ctx0" brushRef="#br0">101 43 24575,'-3'-6'0,"-4"-5"0,-3 0 0,-4 1 0,1 5 0,0 7 0,-1 9 0,2 5 0,3 4 0,3-3-8191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2.360"/>
    </inkml:context>
    <inkml:brush xml:id="br0">
      <inkml:brushProperty name="width" value="0.05" units="cm"/>
      <inkml:brushProperty name="height" value="0.05" units="cm"/>
      <inkml:brushProperty name="color" value="#FFFFFF"/>
    </inkml:brush>
  </inkml:definitions>
  <inkml:trace contextRef="#ctx0" brushRef="#br0">2 0 24575,'-2'92'0,"4"95"0,-2-186 0,0 0 0,1 0 0,-1 1 0,0-1 0,0 0 0,0 1 0,1-1 0,-1 0 0,1 0 0,-1 0 0,1 1 0,-1-1 0,1 0 0,1 1 0,-2-2 0,0 1 0,1-1 0,-1 0 0,1 0 0,-1 0 0,0 0 0,1 1 0,-1-1 0,0 0 0,1 0 0,-1 0 0,1 0 0,-1 0 0,0 0 0,1 0 0,-1 0 0,1 0 0,-1-1 0,0 1 0,1 0 0,-1 0 0,0 0 0,1 0 0,-1 0 0,0-1 0,1 1 0,-1 0 0,0 0 0,1-1 0,4-3 0,-1-1 0,0 1 0,1-1 0,4-8 0,-2 3 0,1 1 0,78-96 0,-71 90 0,1-1 0,0 2 0,0 0 0,23-13 0,-36 24 0,1 1 0,0 0 0,0 0 0,0 1 0,0-1 0,0 1 0,0 0 0,0 0 0,8 0 0,-11 0 0,1 2 0,-1-1 0,1 0 0,-1 0 0,1 0 0,-1 1 0,0-1 0,1 1 0,-1-1 0,1 1 0,-1-1 0,0 1 0,0 0 0,1 0 0,-1 0 0,0-1 0,0 1 0,0 0 0,0 1 0,0-1 0,0 0 0,0 0 0,0 0 0,0 0 0,-1 1 0,1-1 0,-1 0 0,1 1 0,-1-1 0,1 1 0,0 1 0,2 19 0,0-1 0,-1 0 0,-2 1 0,0 0 0,-3 23 0,0 8 0,2-27 151,0-9-656,1 1-1,3 32 1,1-33-6321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2.734"/>
    </inkml:context>
    <inkml:brush xml:id="br0">
      <inkml:brushProperty name="width" value="0.05" units="cm"/>
      <inkml:brushProperty name="height" value="0.05" units="cm"/>
      <inkml:brushProperty name="color" value="#FFFFFF"/>
    </inkml:brush>
  </inkml:definitions>
  <inkml:trace contextRef="#ctx0" brushRef="#br0">45 115 24575,'-3'1'0,"1"-1"0,0 1 0,-1 0 0,1 0 0,0 0 0,0 0 0,0 0 0,0 1 0,0-1 0,0 1 0,0-1 0,0 1 0,0 0 0,1 0 0,-1 0 0,1 0 0,-2 2 0,2-3 0,0 1 0,0-1 0,1 1 0,-1-1 0,0 1 0,1-1 0,-1 1 0,1 0 0,-1-1 0,1 1 0,0 2 0,0-3 0,0 0 0,0 0 0,0-1 0,0 1 0,0 0 0,1 0 0,-1-1 0,0 1 0,1 0 0,-1 0 0,0-1 0,1 1 0,-1-1 0,1 1 0,-1 0 0,1-1 0,-1 1 0,1-1 0,-1 1 0,1-1 0,0 1 0,-1-1 0,1 0 0,0 1 0,0 0 0,3 0 0,0 1 0,1-1 0,-1 0 0,0 0 0,0 0 0,1-1 0,-1 1 0,0-1 0,0 0 0,1 0 0,-1 0 0,0-1 0,1 0 0,-1 0 0,0 0 0,0 0 0,0 0 0,0-1 0,0 0 0,0 0 0,0 0 0,-1 0 0,1-1 0,-1 1 0,1-1 0,-1 0 0,0 0 0,0 0 0,0-1 0,-1 1 0,1-1 0,-1 1 0,0-1 0,0 0 0,0 0 0,0 0 0,-1 0 0,1 0 0,-1 0 0,0 0 0,0-6 0,0-39 0,-1 46 0,0 0 0,0 1 0,-1-1 0,1 0 0,-1 0 0,0 0 0,0 1 0,0-1 0,0 1 0,0-1 0,0 0 0,-1 1 0,1 0 0,-4-4 0,4 5 0,1 0 0,-1 1 0,1-1 0,-1 1 0,0 0 0,1-1 0,-1 1 0,0 0 0,1-1 0,-1 1 0,0 0 0,1-1 0,-1 1 0,0 0 0,0 0 0,1 0 0,-1 0 0,0 0 0,0 0 0,1 0 0,-1 0 0,0 0 0,0 0 0,1 0 0,-1 1 0,0-1 0,1 0 0,-2 1 0,0 0 0,1 0 0,-1 0 0,1 1 0,-1-1 0,1 1 0,-1-1 0,1 1 0,0-1 0,0 1 0,-2 2 0,-1 4 0,0 1 0,0 0 0,-3 12 0,1 3 0,1-1 0,1 1 0,2 0 0,0-1 0,1 1 0,1 0 0,6 38 0,-6-58-114,1-1 1,0 1-1,0 0 0,0-1 0,1 0 1,0 1-1,-1-1 0,1 0 0,0 0 1,0 1-1,3 1 0,10 9-6712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3.141"/>
    </inkml:context>
    <inkml:brush xml:id="br0">
      <inkml:brushProperty name="width" value="0.05" units="cm"/>
      <inkml:brushProperty name="height" value="0.05" units="cm"/>
      <inkml:brushProperty name="color" value="#FFFFFF"/>
    </inkml:brush>
  </inkml:definitions>
  <inkml:trace contextRef="#ctx0" brushRef="#br0">90 200 24575,'-11'-24'0,"10"19"0,-1-1 0,0 1 0,0 1 0,-1-1 0,1 0 0,-1 0 0,0 1 0,0 0 0,-1-1 0,1 1 0,-9-6 0,12 9 0,-1 1 0,0 0 0,1-1 0,-1 1 0,0 0 0,1 0 0,-1 0 0,0-1 0,0 1 0,1 0 0,-1 0 0,0 0 0,1 0 0,-1 0 0,0 0 0,0 1 0,1-1 0,-1 0 0,0 0 0,1 0 0,-1 1 0,0-1 0,1 0 0,-1 1 0,0-1 0,1 1 0,-1-1 0,1 1 0,-1-1 0,1 1 0,-1-1 0,1 1 0,-1-1 0,1 1 0,-1-1 0,1 1 0,0 0 0,-1-1 0,1 1 0,0 0 0,-1 1 0,-8 32 0,6 5 0,1 1 0,2 0 0,2-1 0,2 1 0,1-1 0,2 0 0,1 0 0,15 38 0,-23-77 0,0 0 0,0 0 0,0 0 0,0 0 0,0-1 0,0 1 0,0 0 0,0 0 0,0 0 0,0 0 0,0 0 0,1 0 0,-1 0 0,0 0 0,0 0 0,0 0 0,0 0 0,0 0 0,0 0 0,0 0 0,0 0 0,0 0 0,1 0 0,-1 0 0,0 0 0,0 0 0,0 0 0,0 0 0,0 0 0,0 0 0,0 0 0,0 0 0,0 0 0,0 0 0,1 0 0,-1 0 0,0 0 0,0 0 0,0 0 0,0 0 0,0 0 0,0 1 0,0-1 0,0 0 0,0 0 0,0 0 0,0 0 0,0 0 0,0 0 0,0 0 0,1 0 0,-1 0 0,0 0 0,0 1 0,0-1 0,0 0 0,0 0 0,0 0 0,0 0 0,0 0 0,0 0 0,0 0 0,0 0 0,0 0 0,0 1 0,0-1 0,-1 0 0,6-13 0,3-35 0,-3 18 0,3-7 0,2 0 0,2 1 0,1 1 0,2 0 0,2 1 0,0 0 0,3 1 0,0 2 0,2 0 0,48-51 0,-66 78 0,0 0 0,1 0 0,0 0 0,0 1 0,0-1 0,0 1 0,0 1 0,11-5 0,-15 7 0,0 0 0,0-1 0,0 1 0,1 0 0,-1 0 0,0 0 0,0 0 0,0 0 0,1 0 0,-1 0 0,0 0 0,0 1 0,0-1 0,0 0 0,0 1 0,1-1 0,-1 1 0,0-1 0,1 2 0,0-1 0,-1 1 0,0 0 0,0-1 0,0 1 0,0-1 0,0 1 0,0 0 0,0 0 0,0 0 0,-1 0 0,1-1 0,-1 1 0,1 0 0,-1 0 0,0 0 0,0 2 0,-1 28-1365,-5 1-5461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4.164"/>
    </inkml:context>
    <inkml:brush xml:id="br0">
      <inkml:brushProperty name="width" value="0.05" units="cm"/>
      <inkml:brushProperty name="height" value="0.05" units="cm"/>
      <inkml:brushProperty name="color" value="#FFFFFF"/>
    </inkml:brush>
  </inkml:definitions>
  <inkml:trace contextRef="#ctx0" brushRef="#br0">800 79 24575,'0'-3'0,"0"0"0,-1 0 0,1 0 0,0 0 0,-1 0 0,0 0 0,1 0 0,-1 0 0,0 1 0,-1-1 0,1 0 0,0 1 0,-1-1 0,1 1 0,-1-1 0,0 1 0,-4-4 0,3 3 0,-1 1 0,1-1 0,-1 1 0,0 0 0,0 0 0,0 0 0,0 1 0,0-1 0,0 1 0,0 0 0,-5-1 0,-2 1 0,-1 0 0,1 1 0,0 0 0,-1 1 0,1 0 0,0 1 0,0 0 0,-19 6 0,10 1 0,0 0 0,0 1 0,1 1 0,0 1 0,1 1 0,-24 21 0,2 3 0,-51 63 0,48-47 0,3 2 0,2 1 0,-40 80 0,56-92 0,3 1 0,1 1 0,2 0 0,3 2 0,-11 64 0,21-90 0,1 0 0,1 1 0,0 0 0,2-1 0,1 1 0,0-1 0,2 0 0,8 30 0,-7-39 0,0 1 0,1-1 0,0 0 0,1 0 0,0-1 0,1 0 0,1 0 0,0-1 0,0 0 0,1 0 0,0-1 0,1 0 0,0-1 0,13 8 0,-3-5 0,0-1 0,1-1 0,0-1 0,1 0 0,0-2 0,0-1 0,1-1 0,-1 0 0,1-2 0,0-1 0,0-1 0,27-2 0,-2-3 0,0-2 0,0-2 0,0-2 0,88-31 0,-92 23 0,0-1 0,-1-2 0,-1-2 0,-1-2 0,-1-1 0,-1-3 0,64-59 0,-78 61 0,-1 0 0,-1-1 0,-1-2 0,-1 0 0,-2-2 0,-2 0 0,-1-1 0,-1 0 0,-1-2 0,17-65 0,-24 68 0,-2 0 0,-1 0 0,-2 0 0,-1-1 0,-1 1 0,-2-1 0,-1 1 0,-8-42 0,7 60 0,-1 0 0,0 0 0,-1 0 0,0 0 0,-1 1 0,-1 0 0,0 0 0,0 0 0,-2 1 0,1 1 0,-1-1 0,-1 1 0,0 1 0,-1 0 0,0 0 0,0 1 0,-1 0 0,-1 1 0,1 1 0,-23-10 0,13 8 69,-1 2-1,0 0 0,0 1 0,-42-4 1,21 7-923,-72 4 1,47 4-5973</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5.054"/>
    </inkml:context>
    <inkml:brush xml:id="br0">
      <inkml:brushProperty name="width" value="0.05" units="cm"/>
      <inkml:brushProperty name="height" value="0.05" units="cm"/>
      <inkml:brushProperty name="color" value="#FFFFFF"/>
    </inkml:brush>
  </inkml:definitions>
  <inkml:trace contextRef="#ctx0" brushRef="#br0">115 70 24575,'1'0'0,"1"0"0,0-1 0,-1 1 0,1-1 0,-1 1 0,1-1 0,-1 0 0,1 0 0,-1 1 0,0-1 0,1 0 0,-1 0 0,0-1 0,0 1 0,2-2 0,17-23 0,-13 16 0,-5 8 0,-1 0 0,1 0 0,0 0 0,1 0 0,-1 0 0,0 0 0,0 1 0,4-3 0,-6 4 0,1 0 0,-1 0 0,0 0 0,1-1 0,-1 1 0,0 0 0,1 0 0,-1 0 0,0 0 0,1 0 0,-1 0 0,0 0 0,0 0 0,1 0 0,-1 0 0,0 0 0,1 0 0,-1 0 0,0 0 0,1 1 0,-1-1 0,0 0 0,1 0 0,-1 0 0,0 0 0,0 1 0,1-1 0,-1 0 0,1 1 0,-1 0 0,1 0 0,-1 0 0,0 0 0,1 0 0,-1 0 0,0 1 0,0-1 0,0 0 0,0 0 0,0 0 0,0 0 0,0 0 0,0 1 0,-7 51 0,-20 75 0,10-50 0,-10 61 0,-20 94 0,33-181 0,-1 0 0,-31 66 0,112-149 0,-51 25 0,0 2 0,1 0 0,-1 1 0,1 1 0,0 1 0,0 0 0,0 0 0,0 2 0,19 2 0,18 6 0,73 22 0,-49-10 0,7-2 0,1-3 0,1-4 0,0-4 0,167-5 0,-248-3 0,-1-1 0,1 1 0,-1-1 0,1 0 0,-1 0 0,0 0 0,1-1 0,-1 0 0,8-4 0,-10 5 0,-1 0 0,0 0 0,0 0 0,0 0 0,0-1 0,0 1 0,0 0 0,0-1 0,0 1 0,0-1 0,-1 1 0,1-1 0,0 1 0,-1-1 0,0 1 0,1-1 0,-1 0 0,0 1 0,0-1 0,0 1 0,0-1 0,0 0 0,0 1 0,0-1 0,0 0 0,-1 1 0,1-1 0,-1 1 0,1-1 0,-2-2 0,-10-25 0,-30-53 0,-5-9 0,30 47 0,2 0 0,-14-76 0,-4-95 0,26 162 0,6 44 0,0 0 0,-1-1 0,0 1 0,-1 0 0,-5-13 0,7 20 0,0 0 0,-1-1 0,1 1 0,-1 0 0,1 0 0,-1 0 0,0 0 0,0 0 0,0 0 0,0 1 0,0-1 0,0 1 0,0-1 0,0 1 0,-1 0 0,1 0 0,-1 0 0,1 0 0,-1 0 0,1 0 0,-1 1 0,1-1 0,-6 1 0,-9 0-1365,2 1-5461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5.725"/>
    </inkml:context>
    <inkml:brush xml:id="br0">
      <inkml:brushProperty name="width" value="0.05" units="cm"/>
      <inkml:brushProperty name="height" value="0.05" units="cm"/>
      <inkml:brushProperty name="color" value="#FFFFFF"/>
    </inkml:brush>
  </inkml:definitions>
  <inkml:trace contextRef="#ctx0" brushRef="#br0">1 80 24575,'0'6'0,"1"1"0,0-1 0,0 0 0,1 0 0,0 0 0,0-1 0,0 1 0,1 0 0,-1-1 0,1 1 0,1-1 0,-1 0 0,1 0 0,0 0 0,0-1 0,0 1 0,0-1 0,1 0 0,9 6 0,-6-5 0,-1 0 0,1 0 0,0-1 0,0 0 0,0-1 0,1 0 0,-1 0 0,1-1 0,0 0 0,0 0 0,0-1 0,18 0 0,-14-2 0,0-2 0,0 1 0,0-2 0,-1 0 0,1 0 0,-1-1 0,0-1 0,0 0 0,0 0 0,19-16 0,-14 10 0,-1-2 0,-1 0 0,0-1 0,0-1 0,-2 0 0,14-20 0,-25 33-170,0-1-1,0 1 0,0-1 1,0 1-1,-1-1 0,0 0 1,2-5-1,-2-2-6655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6.083"/>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6.314"/>
    </inkml:context>
    <inkml:brush xml:id="br0">
      <inkml:brushProperty name="width" value="0.05" units="cm"/>
      <inkml:brushProperty name="height" value="0.05" units="cm"/>
      <inkml:brushProperty name="color" value="#FFFFFF"/>
    </inkml:brush>
  </inkml:definitions>
  <inkml:trace contextRef="#ctx0" brushRef="#br0">1 0 24575,'3'0'0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6.934"/>
    </inkml:context>
    <inkml:brush xml:id="br0">
      <inkml:brushProperty name="width" value="0.05" units="cm"/>
      <inkml:brushProperty name="height" value="0.05" units="cm"/>
      <inkml:brushProperty name="color" value="#FFFFFF"/>
    </inkml:brush>
  </inkml:definitions>
  <inkml:trace contextRef="#ctx0" brushRef="#br0">574 326 24575,'0'-13'0,"-2"-1"0,0 1 0,0 0 0,-1 0 0,-1 0 0,0 0 0,-1 0 0,0 1 0,-1 0 0,-8-13 0,6 12 0,-1 0 0,0 1 0,0 0 0,-2 1 0,1 0 0,-1 0 0,-1 1 0,-21-14 0,18 16 38,0 0 0,0 1 0,0 1 0,-1 0 0,0 1 0,0 1 0,-1 1 0,-30-3 0,13 5-465,0 1 0,1 1 1,-46 9-1,16 0-6399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7.297"/>
    </inkml:context>
    <inkml:brush xml:id="br0">
      <inkml:brushProperty name="width" value="0.05" units="cm"/>
      <inkml:brushProperty name="height" value="0.05" units="cm"/>
      <inkml:brushProperty name="color" value="#FFFFFF"/>
    </inkml:brush>
  </inkml:definitions>
  <inkml:trace contextRef="#ctx0" brushRef="#br0">653 271 24575,'0'-8'0,"-1"0"0,-1-1 0,0 1 0,0 0 0,0 0 0,-1 0 0,0 0 0,-1 0 0,0 1 0,0 0 0,-1-1 0,1 1 0,-2 1 0,1-1 0,-1 1 0,-9-8 0,-1 0 0,0 0 0,-2 1 0,0 1 0,0 1 0,-27-13 0,25 15-80,-1 1 0,0 1-1,0 1 1,0 1 0,-1 0-1,0 2 1,0 0 0,0 2-1,0 1 1,0 0 0,-1 1 0,1 2-1,1 0 1,-1 1 0,0 2-1,-36 13 1,8 2-6746</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7.605"/>
    </inkml:context>
    <inkml:brush xml:id="br0">
      <inkml:brushProperty name="width" value="0.05" units="cm"/>
      <inkml:brushProperty name="height" value="0.05" units="cm"/>
      <inkml:brushProperty name="color" value="#FFFFFF"/>
    </inkml:brush>
  </inkml:definitions>
  <inkml:trace contextRef="#ctx0" brushRef="#br0">237 502 24575,'0'-3'0,"0"-7"0,0-7 0,0-8 0,0-4 0,-3-4 0,-1-2 0,-3-1 0,-6-4 0,-4 0 0,-1 1 0,-5 0 0,-3 2 0,-4 0 0,-3 5 0,-1 3 0,5 8-8191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7.886"/>
    </inkml:context>
    <inkml:brush xml:id="br0">
      <inkml:brushProperty name="width" value="0.05" units="cm"/>
      <inkml:brushProperty name="height" value="0.05" units="cm"/>
      <inkml:brushProperty name="color" value="#FFFFFF"/>
    </inkml:brush>
  </inkml:definitions>
  <inkml:trace contextRef="#ctx0" brushRef="#br0">205 432 24575,'-3'-3'0,"-1"-4"0,-3-6 0,0-8 0,-2-5 0,-2-5 0,0-3 0,0-1 0,-2-4 0,-1-1 0,-5 0 0,-1 1 0,-4 2 0,-3 0 0,2 7-8191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8.211"/>
    </inkml:context>
    <inkml:brush xml:id="br0">
      <inkml:brushProperty name="width" value="0.05" units="cm"/>
      <inkml:brushProperty name="height" value="0.05" units="cm"/>
      <inkml:brushProperty name="color" value="#FFFFFF"/>
    </inkml:brush>
  </inkml:definitions>
  <inkml:trace contextRef="#ctx0" brushRef="#br0">201 669 24575,'0'-4'0,"-1"-1"0,0 0 0,-1 1 0,1-1 0,-1 1 0,-3-8 0,-4-9 0,-48-190 0,-8-22 0,18 99-1365,36 103-5461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8.493"/>
    </inkml:context>
    <inkml:brush xml:id="br0">
      <inkml:brushProperty name="width" value="0.05" units="cm"/>
      <inkml:brushProperty name="height" value="0.05" units="cm"/>
      <inkml:brushProperty name="color" value="#FFFFFF"/>
    </inkml:brush>
  </inkml:definitions>
  <inkml:trace contextRef="#ctx0" brushRef="#br0">188 743 24575,'0'-3'0,"3"-4"0,1-6 0,0-8 0,-1-5 0,-1-8 0,-3-7 0,-3-8 0,-2-4 0,-4-6 0,-3-4 0,-5-3 0,-3-3 0,-6 2 0,-5 4 0,-5 3 0,2 12-8191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8.915"/>
    </inkml:context>
    <inkml:brush xml:id="br0">
      <inkml:brushProperty name="width" value="0.05" units="cm"/>
      <inkml:brushProperty name="height" value="0.05" units="cm"/>
      <inkml:brushProperty name="color" value="#FFFFFF"/>
    </inkml:brush>
  </inkml:definitions>
  <inkml:trace contextRef="#ctx0" brushRef="#br0">462 607 24575,'-3'-3'0,"-1"-7"0,-2-11 0,-4-7 0,-6-8 0,-6-10 0,-5-6 0,-4-5 0,-6-6 0,-8-1 0,-8 0 0,-11 3 0,-11 5 0,7 10-8191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9.212"/>
    </inkml:context>
    <inkml:brush xml:id="br0">
      <inkml:brushProperty name="width" value="0.05" units="cm"/>
      <inkml:brushProperty name="height" value="0.05" units="cm"/>
      <inkml:brushProperty name="color" value="#FFFFFF"/>
    </inkml:brush>
  </inkml:definitions>
  <inkml:trace contextRef="#ctx0" brushRef="#br0">368 11 24575,'-3'-3'0,"-7"-1"0,-4 0 0,-10 4 0,-8 8 0,-9 8 0,-8 8 0,-12 11 0,-9 9 0,7-4-8191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19.618"/>
    </inkml:context>
    <inkml:brush xml:id="br0">
      <inkml:brushProperty name="width" value="0.05" units="cm"/>
      <inkml:brushProperty name="height" value="0.05" units="cm"/>
      <inkml:brushProperty name="color" value="#FFFFFF"/>
    </inkml:brush>
  </inkml:definitions>
  <inkml:trace contextRef="#ctx0" brushRef="#br0">1408 224 24575,'-5'-10'0,"-1"0"0,-1 1 0,0 0 0,0 1 0,-1 0 0,-10-9 0,-56-41 0,61 48 0,-3-2 0,0 2 0,0 0 0,-1 0 0,0 2 0,0 0 0,-20-5 0,23 9 0,-1 1 0,1 0 0,0 1 0,-1 1 0,1 0 0,0 1 0,-1 1 0,-25 4 0,4 3 0,0 2 0,0 1 0,1 2 0,0 2 0,2 1 0,0 1 0,-44 31 0,9 1 0,2 3 0,-73 74 0,91-77 114,2 2 0,-75 109 0,95-119-456,1 2 1,3 0 0,1 2-1,-27 84 1,27-49-6485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0.036"/>
    </inkml:context>
    <inkml:brush xml:id="br0">
      <inkml:brushProperty name="width" value="0.05" units="cm"/>
      <inkml:brushProperty name="height" value="0.05" units="cm"/>
      <inkml:brushProperty name="color" value="#FFFFFF"/>
    </inkml:brush>
  </inkml:definitions>
  <inkml:trace contextRef="#ctx0" brushRef="#br0">1079 81 24575,'-3'-6'0,"-1"1"0,0-1 0,0 1 0,-1 0 0,1 1 0,-1-1 0,0 1 0,0 0 0,0 0 0,-1 1 0,1-1 0,-1 1 0,0 0 0,0 1 0,0-1 0,0 1 0,0 1 0,-8-2 0,-4 0 0,1 0 0,-1 1 0,1 1 0,-1 1 0,-27 3 0,8 3 0,0 1 0,1 1 0,-1 2 0,2 2 0,-1 1 0,2 2 0,0 1 0,1 2 0,0 1 0,2 2 0,-43 35 0,41-26 0,1 1 0,1 1 0,2 2 0,1 1 0,2 1 0,1 1 0,2 2 0,2 0 0,-22 56 0,22-36-170,2 1-1,3 1 0,3 0 1,3 1-1,2 0 0,3 1 1,5 104-1,7-71-6655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0.428"/>
    </inkml:context>
    <inkml:brush xml:id="br0">
      <inkml:brushProperty name="width" value="0.05" units="cm"/>
      <inkml:brushProperty name="height" value="0.05" units="cm"/>
      <inkml:brushProperty name="color" value="#FFFFFF"/>
    </inkml:brush>
  </inkml:definitions>
  <inkml:trace contextRef="#ctx0" brushRef="#br0">804 1 24575,'-37'11'0,"1"2"0,0 2 0,1 1 0,1 2 0,1 1 0,-36 27 0,27-14 0,2 1 0,2 2 0,1 2 0,1 1 0,3 1 0,1 3 0,2 0 0,2 2 0,1 1 0,3 1 0,-28 74 0,29-55 0,2 1 0,4 2 0,2-1 0,4 2 0,2 0 0,3 0 0,4 0 0,7 82 0,1-92-682,22 93-1,-6-67-6143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0.704"/>
    </inkml:context>
    <inkml:brush xml:id="br0">
      <inkml:brushProperty name="width" value="0.05" units="cm"/>
      <inkml:brushProperty name="height" value="0.05" units="cm"/>
      <inkml:brushProperty name="color" value="#FFFFFF"/>
    </inkml:brush>
  </inkml:definitions>
  <inkml:trace contextRef="#ctx0" brushRef="#br0">172 0 24575,'-9'15'0,"-11"19"0,-9 23 0,-6 21 0,4 18 0,7 17 0,8 10 0,9 8 0,12 1 0,10 3 0,13-4 0,1-24-8191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2.294"/>
    </inkml:context>
    <inkml:brush xml:id="br0">
      <inkml:brushProperty name="width" value="0.05" units="cm"/>
      <inkml:brushProperty name="height" value="0.05" units="cm"/>
      <inkml:brushProperty name="color" value="#FFFFFF"/>
    </inkml:brush>
  </inkml:definitions>
  <inkml:trace contextRef="#ctx0" brushRef="#br0">350 171 24575,'1'-39'0,"0"27"0,0 1 0,-1-1 0,0 0 0,-1 0 0,0 0 0,-4-14 0,4 24 0,1 0 0,-1 0 0,0 0 0,0 0 0,0 0 0,0 1 0,0-1 0,0 1 0,-1-1 0,1 1 0,0-1 0,-1 1 0,1-1 0,-1 1 0,0 0 0,1 0 0,-1 0 0,-3-1 0,2 1 0,-1 0 0,1 0 0,0 0 0,-1 1 0,1-1 0,-1 1 0,1 0 0,-1 0 0,1 1 0,-4 0 0,-4 1 0,0 1 0,1 0 0,-1 1 0,1 0 0,-19 10 0,14-4 0,0 0 0,1 1 0,0 1 0,1 0 0,0 1 0,1 0 0,0 1 0,1 0 0,1 1 0,-15 29 0,18-32 0,1 1 0,0 1 0,1-1 0,1 1 0,0 0 0,1 0 0,1 0 0,0 0 0,0 1 0,2-1 0,0 0 0,0 1 0,6 27 0,-5-37 0,0 0 0,1 0 0,-1 0 0,1-1 0,0 1 0,1 0 0,-1-1 0,1 0 0,0 1 0,0-1 0,0 0 0,0-1 0,1 1 0,0 0 0,0-1 0,0 0 0,0 0 0,0 0 0,0-1 0,9 5 0,-7-5 0,0-1 0,0 1 0,0-1 0,0 0 0,0-1 0,0 1 0,0-1 0,1 0 0,-1-1 0,0 1 0,0-1 0,0-1 0,0 1 0,0-1 0,0 0 0,-1 0 0,6-3 0,4-3 0,-1-1 0,0 0 0,-1-1 0,0-1 0,-1 0 0,0 0 0,0-2 0,17-23 0,-6 2 0,-1-1 0,24-51 0,-15 8 0,2-2 0,-33 80 0,0 0 0,0-1 0,0 1 0,0 0 0,0 0 0,0-1 0,0 1 0,0 0 0,0 0 0,0-1 0,0 1 0,1 0 0,-1 0 0,0-1 0,0 1 0,0 0 0,0 0 0,1 0 0,-1-1 0,0 1 0,0 0 0,1 0 0,-1 0 0,0 0 0,0 0 0,0 0 0,1-1 0,-1 1 0,0 0 0,0 0 0,1 0 0,-1 0 0,0 0 0,1 0 0,-1 0 0,0 0 0,0 0 0,1 0 0,-1 0 0,0 0 0,1 0 0,5 13 0,0 25 0,-6-36 0,2 20 42,4 30-746,18 80 1,-14-98-6123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2.648"/>
    </inkml:context>
    <inkml:brush xml:id="br0">
      <inkml:brushProperty name="width" value="0.05" units="cm"/>
      <inkml:brushProperty name="height" value="0.05" units="cm"/>
      <inkml:brushProperty name="color" value="#FFFFFF"/>
    </inkml:brush>
  </inkml:definitions>
  <inkml:trace contextRef="#ctx0" brushRef="#br0">1 54 24575,'0'-9'0,"0"-16"0,0 24 0,0 0 0,1 0 0,-1 0 0,0 0 0,0 0 0,1 0 0,-1 0 0,0 0 0,1 0 0,-1 0 0,1 0 0,-1 1 0,1-1 0,-1 0 0,1 0 0,0 1 0,-1-1 0,1 0 0,1 0 0,-1 0 0,-1 1 0,0 0 0,1 0 0,-1 0 0,1 0 0,-1 0 0,1 0 0,-1 0 0,1 0 0,-1 0 0,1 0 0,-1 0 0,0 0 0,1 0 0,-1 1 0,1-1 0,-1 0 0,1 0 0,-1 0 0,0 1 0,1-1 0,-1 0 0,1 1 0,-1-1 0,0 0 0,1 0 0,-1 1 0,0-1 0,0 1 0,1-1 0,-1 0 0,0 1 0,0-1 0,1 1 0,7 18 0,-8-17 0,10 31 0,-2 2 0,-2-1 0,-1 1 0,1 63 0,-2-27 0,-4-71 0,0 0 0,0 0 0,0 1 0,0-1 0,0 0 0,0 0 0,0 0 0,0 0 0,0 1 0,0-1 0,0 0 0,0 0 0,0 0 0,0 1 0,0-1 0,0 0 0,0 0 0,0 0 0,0 0 0,0 1 0,0-1 0,0 0 0,0 0 0,0 0 0,1 0 0,-1 1 0,0-1 0,0 0 0,0 0 0,0 0 0,0 0 0,0 0 0,1 1 0,-1-1 0,0 0 0,0 0 0,0 0 0,0 0 0,1 0 0,-1 0 0,0 0 0,0 0 0,6-9 0,6-24 0,-10 27 0,10-30 0,34-66 0,-38 88 0,-1 1 0,2 0 0,0 0 0,0 1 0,1 1 0,1-1 0,20-16 0,-29 26 0,1 0 0,-1 1 0,0-1 0,1 1 0,-1-1 0,1 1 0,0 0 0,-1 0 0,1 0 0,0 0 0,0 1 0,0-1 0,-1 1 0,1-1 0,0 1 0,0 0 0,0 0 0,0 1 0,0-1 0,5 2 0,-5-1 0,0 0 0,-1 1 0,1 0 0,0 0 0,-1 0 0,1 0 0,-1 0 0,1 0 0,-1 0 0,0 1 0,0-1 0,0 1 0,0 0 0,-1 0 0,1-1 0,-1 1 0,1 0 0,0 4 0,6 19-273,-1 1 0,-2 0 0,0 0 0,0 30 0,-2-17-6553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3.065"/>
    </inkml:context>
    <inkml:brush xml:id="br0">
      <inkml:brushProperty name="width" value="0.05" units="cm"/>
      <inkml:brushProperty name="height" value="0.05" units="cm"/>
      <inkml:brushProperty name="color" value="#FFFFFF"/>
    </inkml:brush>
  </inkml:definitions>
  <inkml:trace contextRef="#ctx0" brushRef="#br0">178 243 24575,'5'-4'0,"0"0"0,0 0 0,0-1 0,0 1 0,-1-1 0,0 0 0,0-1 0,0 1 0,0-1 0,-1 1 0,0-1 0,-1 0 0,1 0 0,-1-1 0,0 1 0,0 0 0,-1-1 0,0 1 0,0-1 0,0 1 0,-2-13 0,1 13 0,-2 0 0,1 0 0,-1 0 0,0 1 0,0-1 0,0 1 0,-1-1 0,0 1 0,0 0 0,0 0 0,0 0 0,-1 0 0,0 1 0,0-1 0,-8-6 0,9 9 0,1 1 0,-1-1 0,1 0 0,-1 1 0,0-1 0,0 1 0,0 0 0,0 0 0,0 0 0,0 0 0,0 0 0,0 1 0,0 0 0,0-1 0,-1 1 0,1 0 0,0 1 0,0-1 0,0 0 0,0 1 0,0 0 0,0 0 0,0 0 0,0 0 0,0 0 0,0 0 0,0 1 0,1-1 0,-1 1 0,0 0 0,-2 2 0,-3 4 0,1 0 0,0 0 0,0 0 0,0 1 0,1 0 0,1 0 0,-1 1 0,2 0 0,-1 0 0,1 0 0,1 0 0,-3 13 0,-1 8 0,1 0 0,-2 61 0,7-84 0,1 0 0,1 0 0,-1 0 0,1 0 0,0 0 0,4 11 0,-4-17 0,-1 0 0,1-1 0,0 1 0,-1 0 0,1-1 0,0 1 0,0-1 0,0 0 0,0 1 0,0-1 0,1 0 0,-1 1 0,0-1 0,1 0 0,-1 0 0,0 0 0,1 0 0,-1 0 0,1 0 0,0-1 0,-1 1 0,1 0 0,0-1 0,-1 0 0,1 1 0,0-1 0,0 0 0,-1 0 0,1 0 0,0 0 0,0 0 0,-1 0 0,1 0 0,0-1 0,2 0 0,1 0 0,0-1 0,0-1 0,0 1 0,0-1 0,-1 0 0,1 0 0,-1 0 0,1 0 0,-1-1 0,0 0 0,-1 0 0,1 0 0,-1 0 0,0-1 0,4-4 0,5-13 0,20-42 0,-30 59 0,3-8 0,-4 10 0,0 0 0,0 0 0,0 0 0,0 0 0,1 1 0,-1-1 0,1 0 0,0 1 0,-1-1 0,1 1 0,4-4 0,-6 6 0,0 0 0,1 0 0,-1 1 0,1-1 0,-1 0 0,0 0 0,1 0 0,-1 0 0,0 0 0,1 1 0,-1-1 0,0 0 0,1 0 0,-1 1 0,0-1 0,1 0 0,-1 0 0,0 1 0,0-1 0,1 0 0,-1 1 0,0-1 0,0 1 0,0-1 0,0 0 0,1 1 0,-1-1 0,0 0 0,0 1 0,0-1 0,0 1 0,0-1 0,0 1 0,5 18 0,-5-17 0,9 41 218,-5-20-746,1 0 1,12 31-1,-6-28-6298</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3.893"/>
    </inkml:context>
    <inkml:brush xml:id="br0">
      <inkml:brushProperty name="width" value="0.05" units="cm"/>
      <inkml:brushProperty name="height" value="0.05" units="cm"/>
      <inkml:brushProperty name="color" value="#FFFFFF"/>
    </inkml:brush>
  </inkml:definitions>
  <inkml:trace contextRef="#ctx0" brushRef="#br0">16 101 24575,'0'-6'0,"-1"0"0,-1 0 0,1 0 0,-5-10 0,0-4 0,21 107 0,11 49 0,-26-135 0,1 1 0,-1-1 0,1 1 0,-1-1 0,1 1 0,0-1 0,-1 1 0,1-1 0,0 1 0,0-1 0,0 0 0,0 0 0,0 1 0,3 1 0,-4-3 0,1 0 0,0 0 0,-1 0 0,1 0 0,0 0 0,0 0 0,-1 0 0,1 0 0,0 0 0,-1 0 0,1 0 0,0-1 0,0 1 0,-1 0 0,1 0 0,0-1 0,-1 1 0,1 0 0,-1-1 0,1 1 0,0-1 0,-1 1 0,1-1 0,-1 1 0,1-1 0,-1 1 0,1-1 0,-1 1 0,0-1 0,1 0 0,-1 1 0,1-2 0,21-33 0,34-75 0,-27 49 0,-27 57 0,0 0 0,1 0 0,-1 0 0,1 0 0,0 1 0,0-1 0,0 1 0,4-4 0,-6 6 0,-1 1 0,1 0 0,0-1 0,-1 1 0,1 0 0,0-1 0,-1 1 0,1 0 0,0 0 0,0 0 0,-1-1 0,1 1 0,0 0 0,0 0 0,-1 0 0,1 0 0,0 0 0,0 0 0,-1 0 0,1 1 0,1-1 0,-1 1 0,0 0 0,1 0 0,-1 0 0,0 0 0,0 0 0,0 0 0,0 0 0,0 0 0,0 0 0,0 1 0,0-1 0,-1 0 0,1 1 0,0-1 0,0 2 0,4 13 0,0 0 0,0 1 0,2 27 0,-4-24 0,1 1 0,7 19 0,-9-34 0,1 1 0,0-1 0,0 0 0,0 0 0,0-1 0,1 1 0,0-1 0,1 1 0,-1-1 0,7 6 0,-9-10 0,0 1 0,0-1 0,0 1 0,0-1 0,0 0 0,1 0 0,-1 0 0,0 0 0,0 0 0,1-1 0,-1 1 0,1 0 0,-1-1 0,1 0 0,-1 0 0,0 0 0,1 0 0,3 0 0,-2-1 0,1 0 0,-1-1 0,1 1 0,-1-1 0,0 0 0,0 0 0,0 0 0,0-1 0,5-3 0,2-4 0,0 0 0,0-1 0,-1 0 0,0-1 0,8-13 0,-6 6 0,-1-1 0,0 1 0,-2-2 0,0 1 0,-2-1 0,6-22 0,-12 41 0,-1 0 0,1-1 0,-1 1 0,0 0 0,0 0 0,0 0 0,0-1 0,0 1 0,-1 0 0,1 0 0,-1 0 0,1 0 0,-1 0 0,-2-4 0,3 5 0,0 1 0,0-1 0,-1 1 0,1 0 0,0-1 0,-1 1 0,1 0 0,-1-1 0,1 1 0,0 0 0,-1-1 0,1 1 0,-1 0 0,1 0 0,-1 0 0,1-1 0,-1 1 0,1 0 0,-1 0 0,1 0 0,-1 0 0,1 0 0,-2 0 0,1 0 0,-1 1 0,1-1 0,0 1 0,0-1 0,-1 1 0,1-1 0,0 1 0,0 0 0,0 0 0,0 0 0,0-1 0,0 1 0,-2 2 0,-1 2 0,-1 1 0,1 0 0,0 0 0,0 0 0,0 0 0,1 1 0,0 0 0,0-1 0,1 1 0,0 0 0,0 0 0,1 1 0,0-1 0,0 0 0,0 0 0,1 1 0,0-1 0,1 0 0,0 0 0,2 14 0,-1-16 0,-1 1 0,1 0 0,0-1 0,0 1 0,0-1 0,1 0 0,0 0 0,0 0 0,0 0 0,1 0 0,0-1 0,-1 0 0,2 1 0,-1-2 0,0 1 0,1 0 0,0-1 0,-1 0 0,2 0 0,-1 0 0,0 0 0,0-1 0,1 0 0,-1 0 0,1-1 0,7 2 0,-9-3 0,-1 1 0,1-1 0,-1 0 0,1 0 0,0 0 0,-1-1 0,1 1 0,-1-1 0,1 0 0,-1 0 0,1 0 0,-1-1 0,0 1 0,1-1 0,-1 1 0,3-4 0,-1 2 0,-1-1 0,0 0 0,0 0 0,-1 0 0,1 0 0,-1-1 0,0 0 0,0 1 0,3-10 0,0 0 0,-2 1 0,0-2 0,0 1 0,-1 0 0,-1-1 0,-1 1 0,0-19 0,0 29 0,-1 0 0,0 0 0,0 0 0,-1 0 0,1 0 0,-1 1 0,0-1 0,0 0 0,0 0 0,0 0 0,-1 0 0,1 1 0,-1-1 0,-5-6 0,7 10 0,0 0 0,0 0 0,0 0 0,0 0 0,0 0 0,-1-1 0,1 1 0,0 0 0,0 0 0,0 0 0,-1 0 0,1 0 0,0 0 0,0 0 0,0 0 0,-1 0 0,1 0 0,0 0 0,0 0 0,0 0 0,-1 0 0,1 0 0,0 0 0,0 0 0,0 0 0,-1 0 0,1 0 0,0 0 0,0 0 0,0 0 0,-1 1 0,1-1 0,0 0 0,0 0 0,0 0 0,0 0 0,-1 0 0,1 1 0,0-1 0,0 0 0,0 0 0,-5 13 0,0 15 0,3 55 0,4 1 0,18 126 0,-10-123 0,0-5 0,-2-17 0,-2-1 0,-3 78 0,-4-129 0,0-1 0,-1 1 0,0-1 0,-1 0 0,0 0 0,-9 20 0,10-29 0,1 0 0,0 0 0,-1-1 0,1 1 0,-1-1 0,0 1 0,0-1 0,0 0 0,0 1 0,0-1 0,0 0 0,-1-1 0,1 1 0,-1 0 0,1-1 0,-1 1 0,0-1 0,1 0 0,-1 0 0,0 0 0,0 0 0,0 0 0,0 0 0,0-1 0,0 0 0,0 0 0,0 1 0,0-2 0,0 1 0,0 0 0,0-1 0,-5-1 0,0 0 0,1-1 0,-1-1 0,1 1 0,0-1 0,0-1 0,0 1 0,1-1 0,0 0 0,0-1 0,0 1 0,-10-14 0,2 1 0,1-1 0,1 0 0,-10-22 0,8 12 0,1-1 0,2 0 0,1 0 0,2-1 0,-8-45 0,14 60 0,0-1 0,1 1 0,1-1 0,0 0 0,1 1 0,1-1 0,0 1 0,2 0 0,-1 0 0,2 0 0,0 0 0,10-19 0,-11 28-170,1-1-1,0 1 0,0 0 1,1 0-1,0 1 0,0 0 1,8-7-1,13-6-6655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24.434"/>
    </inkml:context>
    <inkml:brush xml:id="br0">
      <inkml:brushProperty name="width" value="0.05" units="cm"/>
      <inkml:brushProperty name="height" value="0.05" units="cm"/>
      <inkml:brushProperty name="color" value="#FFFFFF"/>
    </inkml:brush>
  </inkml:definitions>
  <inkml:trace contextRef="#ctx0" brushRef="#br0">204 168 24575,'2'-2'0,"0"-1"0,0 1 0,0-1 0,0 0 0,-1 0 0,0 1 0,1-1 0,-1 0 0,0-1 0,-1 1 0,1 0 0,0 0 0,-1 0 0,0 0 0,1-1 0,-1 1 0,-1-4 0,1 2 0,-1 0 0,0 1 0,0-1 0,0 0 0,0 0 0,-1 1 0,0-1 0,0 1 0,0 0 0,-5-7 0,4 6 0,-1-1 0,-1 2 0,1-1 0,-1 0 0,0 1 0,0 0 0,0 0 0,0 1 0,-7-4 0,10 6 0,-1 0 0,1 0 0,-1 0 0,0 0 0,0 1 0,1-1 0,-1 1 0,0 0 0,0 0 0,0 0 0,0 0 0,1 0 0,-1 0 0,0 1 0,0 0 0,1-1 0,-1 1 0,0 0 0,1 0 0,-1 1 0,1-1 0,-5 3 0,1 1 0,0 0 0,0 0 0,0 0 0,1 1 0,-1 0 0,2 0 0,-1 0 0,1 1 0,-1-1 0,2 1 0,-6 13 0,5-10 0,1 0 0,0 0 0,1 0 0,0 0 0,0 0 0,1 1 0,1-1 0,1 19 0,-1-22 0,1 0 0,0 0 0,1 0 0,0 0 0,0 0 0,1 0 0,-1 0 0,2 0 0,-1-1 0,1 0 0,-1 1 0,8 6 0,-7-9 0,0 0 0,0 0 0,0 0 0,1-1 0,-1 0 0,1 0 0,0 0 0,0 0 0,0-1 0,1 0 0,-1 0 0,0 0 0,1-1 0,-1 0 0,1 0 0,0 0 0,7-1 0,-9 1 0,0-1 0,1-1 0,-1 1 0,0-1 0,0 1 0,0-1 0,0 0 0,0-1 0,0 1 0,-1-1 0,1 0 0,0 0 0,-1 0 0,1 0 0,-1 0 0,5-5 0,-4 3 0,0-1 0,1 0 0,-2 0 0,1-1 0,-1 1 0,1-1 0,-2 0 0,1 0 0,3-10 0,-2 2 0,-1 1 0,-1-1 0,0-1 0,0 1 0,-2 0 0,0 0 0,0 0 0,-5-26 0,1 24 0,3 17 0,7 29 0,0-10 0,1-1 0,1 0 0,1 0 0,0-1 0,18 26 0,-22-37 0,0-1 0,0 1 0,1-1 0,0 0 0,0 0 0,0 0 0,1-1 0,0 0 0,0 0 0,0-1 0,0 0 0,1 0 0,0-1 0,0 0 0,0 0 0,10 1 0,-15-3-68,1-1 0,-1 0-1,1 0 1,-1 0 0,1 0 0,-1-1-1,1 1 1,-1-1 0,0 0 0,1 0-1,-1 0 1,0 0 0,0-1 0,1 1-1,-1-1 1,0 0 0,-1 0-1,1 0 1,4-4 0,7-9-6758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3.317"/>
    </inkml:context>
    <inkml:brush xml:id="br0">
      <inkml:brushProperty name="width" value="0.05" units="cm"/>
      <inkml:brushProperty name="height" value="0.05" units="cm"/>
      <inkml:brushProperty name="color" value="#FFFFFF"/>
    </inkml:brush>
  </inkml:definitions>
  <inkml:trace contextRef="#ctx0" brushRef="#br0">291 71 24575,'-82'1'0,"-89"-2"0,138-4 0,33 5 0,0 0 0,-1 0 0,1 0 0,0 0 0,0 0 0,0 0 0,0 0 0,-1 0 0,1 0 0,0-1 0,0 1 0,0 0 0,0 0 0,0 0 0,-1 0 0,1 0 0,0 0 0,0 0 0,0 0 0,0 0 0,0 0 0,0-1 0,0 1 0,-1 0 0,1 0 0,0 0 0,0 0 0,0 0 0,0 0 0,0-1 0,0 1 0,0 0 0,0 0 0,0 0 0,0 0 0,0 0 0,0-1 0,0 1 0,0 0 0,0 0 0,0 0 0,0 0 0,0 0 0,0-1 0,0 1 0,0 0 0,0 0 0,0 0 0,17-7 0,39-2 0,88-3 0,-101 10 0,1156-28 0,-1190 30 342,-20 0-8875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3.642"/>
    </inkml:context>
    <inkml:brush xml:id="br0">
      <inkml:brushProperty name="width" value="0.05" units="cm"/>
      <inkml:brushProperty name="height" value="0.05" units="cm"/>
      <inkml:brushProperty name="color" value="#FFFFFF"/>
    </inkml:brush>
  </inkml:definitions>
  <inkml:trace contextRef="#ctx0" brushRef="#br0">67 162 24575,'-20'-55'0,"17"43"0,-1 1 0,0 0 0,0 0 0,-12-19 0,15 29 0,-13-24 0,14 25 0,0 0 0,0 0 0,0-1 0,0 1 0,0 0 0,0 0 0,0 0 0,0 0 0,0 0 0,-1 0 0,1-1 0,0 1 0,0 0 0,0 0 0,0 0 0,0 0 0,0 0 0,0-1 0,0 1 0,0 0 0,1 0 0,-1 0 0,0 0 0,0 0 0,0 0 0,0-1 0,0 1 0,0 0 0,0 0 0,0 0 0,0 0 0,0 0 0,0 0 0,0 0 0,1-1 0,-1 1 0,0 0 0,0 0 0,0 0 0,0 0 0,0 0 0,0 0 0,1 0 0,-1 0 0,0 0 0,0 0 0,0 0 0,0 0 0,16 6 0,181 125 0,-164-106 0,-1 1 0,-1 2 0,47 54 0,-73-76 0,0 1 0,0 0 0,0 0 0,-1 0 0,0 1 0,-1 0 0,0-1 0,0 1 0,0 1 0,1 9 0,-3-13 0,-1-1 0,0 1 0,0 0 0,0-1 0,0 1 0,-1 0 0,0-1 0,0 1 0,0-1 0,-1 1 0,1-1 0,-1 0 0,0 1 0,0-1 0,-1 0 0,1 0 0,-1 0 0,0-1 0,-6 7 0,-4 3 83,-1-1 0,-1 0 0,-31 18 1,-54 23-1098,79-43 330,-12 6-6142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4.258"/>
    </inkml:context>
    <inkml:brush xml:id="br0">
      <inkml:brushProperty name="width" value="0.05" units="cm"/>
      <inkml:brushProperty name="height" value="0.05" units="cm"/>
      <inkml:brushProperty name="color" value="#FFFFFF"/>
    </inkml:brush>
  </inkml:definitions>
  <inkml:trace contextRef="#ctx0" brushRef="#br0">71 38 24575,'-3'-3'0,"-2"-3"0,0 1 0,-1 0 0,-10-8 0,15 13 0,1-1 0,-1 1 0,1-1 0,-1 1 0,0-1 0,1 1 0,-1 0 0,1-1 0,-1 1 0,0 0 0,0 0 0,1-1 0,-1 1 0,0 0 0,1 0 0,-1 0 0,0 0 0,0 0 0,1 0 0,-1 0 0,0 0 0,1 0 0,-1 0 0,0 1 0,0-1 0,1 0 0,-1 0 0,0 1 0,1-1 0,-1 0 0,0 1 0,1-1 0,-1 1 0,1-1 0,-1 0 0,1 1 0,-1 0 0,1-1 0,-1 1 0,1-1 0,-1 1 0,1 0 0,0-1 0,-1 1 0,1-1 0,0 1 0,0 0 0,-1 0 0,1 0 0,-3 14 0,1 0 0,1 0 0,1 0 0,0 1 0,0-1 0,2 0 0,3 16 0,-1 8 0,7 67-10,45 503-288,-27 2 56,-30-321 242,1 97 0,0-383 2,0 6 56,0 0-1,1 0 1,0-1 0,5 16-1,-6-24-50,0 1 1,1-1-1,-1 1 0,1-1 0,-1 1 0,1-1 1,0 1-1,0-1 0,0 0 0,0 0 1,0 1-1,0-1 0,0 0 0,0 0 1,0 0-1,0 0 0,1 0 0,-1 0 0,0 0 1,1-1-1,-1 1 0,1 0 0,-1-1 1,1 1-1,-1-1 0,1 1 0,-1-1 0,1 0 1,-1 0-1,1 0 0,-1 0 0,1 0 1,0 0-1,-1 0 0,3-1 0,17-4-7,-1-2 0,26-10 0,21-8 0,21 1-156,1 5-1,169-15 1,190 22-771,394 45-1926,-1 35-767,-488-37 3108,-111-11 487,969 78-549,0-28 204,-1144-67 519,280 0 1677,-335-4-1717,-2 2 207,0-2 1,0 1-1,-1-2 0,1 1 1,0-1-1,-1 0 0,1-1 1,8-4-1,-17 7-284,-1 0-1,1-1 1,-1 1-1,1 0 0,-1 0 1,1-1-1,-1 1 1,0 0-1,1-1 1,-1 1-1,1 0 1,-1-1-1,0 1 1,1 0-1,-1-1 1,0 1-1,0-1 0,1 1 1,-1-1-1,0 1 1,0-1-1,0 1 1,0-1-1,1 1 1,-1-1-1,0 1 1,0-1-1,0 1 1,0-1-1,0 1 0,0-1 1,0 1-1,0-1 1,-1 1-1,1-1 1,0 1-1,0-1 1,0 1-1,0-1 1,-1 0-1,-16-15 1338,-21-5-2085,-5 1-4999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5.051"/>
    </inkml:context>
    <inkml:brush xml:id="br0">
      <inkml:brushProperty name="width" value="0.05" units="cm"/>
      <inkml:brushProperty name="height" value="0.05" units="cm"/>
      <inkml:brushProperty name="color" value="#FFFFFF"/>
    </inkml:brush>
  </inkml:definitions>
  <inkml:trace contextRef="#ctx0" brushRef="#br0">38 173 24575,'-6'-6'0,"2"3"0,0-1 0,1 1 0,0 0 0,0-1 0,0 0 0,0 1 0,-4-9 0,7 12 0,0-1 0,-1 0 0,1 0 0,0 0 0,0 0 0,0 0 0,0 0 0,0 0 0,0 0 0,0 0 0,0 0 0,0 0 0,0 0 0,0 0 0,1 0 0,-1 0 0,1-1 0,0 0 0,0 1 0,1-1 0,-1 0 0,0 1 0,1-1 0,-1 1 0,1-1 0,0 1 0,-1 0 0,1 0 0,2-1 0,11-6 0,-1 1 0,1 1 0,1 1 0,25-7 0,68-6 0,-90 15 0,438-32-452,6 34-557,708 36-2985,-247-4 3635,-731-27-74,875 13-421,-1016-17 1415,64 1 842,-98 0-938,0 1 0,0 1 0,-1 0 0,21 7 0,-35-8-410,0-1-1,0 0 1,-1 0 0,1 1-1,0 0 1,-1-1 0,1 1-1,-1 0 1,1 0 0,-1 0-1,0 1 1,0-1 0,0 0-1,0 1 1,-1 0 0,1-1-1,-1 1 1,1 0 0,-1 0-1,0 0 1,0 0 0,0 0-1,1 5 1,-1 6 204,0-1 0,-1 0-1,0 1 1,-3 18 0,-1 6-53,4 45-206,12 93 0,23 85 0,-17-136 0,100 600 0,59-14 0,-142-607 0,23 82 0,-57-181 46,-1-4-134,1 1-1,0 0 1,-1 0 0,0 0 0,1 0 0,-1 0 0,0 0-1,0 0 1,0 0 0,0 0 0,0 0 0,-1 0-1,1 0 1,-1 0 0,-1 4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6.453"/>
    </inkml:context>
    <inkml:brush xml:id="br0">
      <inkml:brushProperty name="width" value="0.05" units="cm"/>
      <inkml:brushProperty name="height" value="0.05" units="cm"/>
      <inkml:brushProperty name="color" value="#FFFFFF"/>
    </inkml:brush>
  </inkml:definitions>
  <inkml:trace contextRef="#ctx0" brushRef="#br0">573 131 24575,'0'-3'0,"-1"-1"0,0 0 0,0 1 0,0-1 0,0 0 0,-1 1 0,1 0 0,-1-1 0,0 1 0,0 0 0,-4-5 0,-29-30 0,30 33 0,0 0 0,-1 1 0,0 0 0,0 0 0,0 0 0,-1 1 0,1 0 0,-1 0 0,0 0 0,0 1 0,0 0 0,0 1 0,-8-2 0,4 3 0,0-1 0,1 2 0,-1 0 0,0 0 0,1 0 0,-1 2 0,1-1 0,-13 5 0,1 3 0,-1 0 0,2 1 0,-1 2 0,2 0 0,-1 1 0,2 1 0,-20 19 0,26-21 0,1-1 0,0 2 0,1 0 0,1 0 0,0 1 0,1 0 0,0 0 0,1 1 0,1 0 0,-9 33 0,13-39 0,1 0 0,1 0 0,-1 0 0,2 0 0,0-1 0,0 1 0,0 0 0,1 0 0,1 0 0,0 0 0,0 0 0,1-1 0,0 1 0,1-1 0,0 0 0,0 0 0,1 0 0,0-1 0,0 1 0,12 12 0,-4-8 0,0-1 0,1 0 0,0-1 0,1-1 0,0 0 0,0-1 0,1 0 0,0-2 0,1 0 0,0-1 0,24 6 0,-5-3 0,0-3 0,0-1 0,0-1 0,60-2 0,-45-5 0,0-2 0,0-2 0,0-3 0,49-16 0,-60 14 0,-1-2 0,-1-2 0,-1-2 0,0-1 0,49-35 0,-73 45 0,-1 0 0,-1-1 0,0-1 0,0 1 0,-1-2 0,-1 1 0,0-2 0,13-21 0,-20 30 0,0 0 0,0 0 0,0 0 0,-1-1 0,1 1 0,-1-1 0,0 1 0,-1-1 0,1 1 0,-1-1 0,0 0 0,0 1 0,0-1 0,-1 1 0,1-1 0,-1 1 0,0-1 0,0 1 0,-1-1 0,0 1 0,1 0 0,-1 0 0,-1 0 0,1 0 0,0 0 0,-1 0 0,0 0 0,0 1 0,0 0 0,-1-1 0,1 1 0,-4-2 0,-1-1 0,1 1 0,-1 0 0,0 0 0,-1 1 0,1 0 0,-1 1 0,1-1 0,-1 2 0,0-1 0,0 1 0,0 1 0,-1 0 0,1 0 0,0 1 0,0 0 0,-10 1 0,11 0 0,0 0 0,1 1 0,-1 0 0,0 0 0,1 0 0,0 1 0,0 0 0,0 1 0,0-1 0,0 2 0,1-1 0,-1 0 0,1 1 0,1 1 0,-1-1 0,1 1 0,-1-1 0,1 2 0,-5 7 0,4-2 0,-1 0 0,2 1 0,0-1 0,-5 18 0,8-24 0,1 0 0,0 0 0,0 0 0,0 0 0,1 0 0,0 1 0,0-1 0,0 0 0,1 0 0,0 0 0,3 11 0,-2-13 0,0-1 0,0 0 0,0 1 0,0-1 0,1 0 0,0 0 0,0-1 0,0 1 0,0-1 0,0 1 0,0-1 0,0 0 0,1 0 0,-1 0 0,1-1 0,0 1 0,-1-1 0,1 0 0,0 0 0,7 1 0,1 0 0,0 0 0,0-1 0,-1-1 0,1 0 0,21-3 0,-23 2 0,1-2 0,-1 0 0,0 0 0,0-1 0,0 0 0,0 0 0,-1-1 0,0-1 0,0 1 0,0-2 0,0 1 0,-1-1 0,0 0 0,-1-1 0,0 0 0,0 0 0,0-1 0,-1 1 0,-1-1 0,1-1 0,-1 1 0,-1-1 0,0 0 0,0 0 0,2-12 0,-1 9 0,1 11 0,6 21 0,-8-13 0,1 5 0,2 0 0,0-1 0,0 0 0,1 0 0,0-1 0,1 1 0,15 11 0,-22-19 0,1 1 0,0-1 0,0-1 0,0 1 0,0 0 0,1-1 0,-1 0 0,0 1 0,1-1 0,-1-1 0,1 1 0,-1 0 0,1-1 0,-1 0 0,1 0 0,-1 0 0,1 0 0,0 0 0,-1-1 0,0 0 0,1 1 0,-1-1 0,1-1 0,-1 1 0,0 0 0,0-1 0,1 0 0,-1 1 0,0-1 0,-1 0 0,5-4 0,2-3 0,-1 1 0,-1-1 0,0 0 0,0-1 0,-1 0 0,0 0 0,8-18 0,-8 15 0,1 0 0,0 0 0,17-22 0,-24 35 0,1 0 0,-1 0 0,0-1 0,0 1 0,0 0 0,0 0 0,0 0 0,0-1 0,0 1 0,1 0 0,-1 0 0,0 0 0,0 0 0,0-1 0,1 1 0,-1 0 0,0 0 0,0 0 0,0 0 0,1 0 0,-1 0 0,0 0 0,0-1 0,0 1 0,1 0 0,-1 0 0,0 0 0,0 0 0,1 0 0,-1 0 0,0 0 0,0 0 0,1 0 0,-1 0 0,0 1 0,0-1 0,1 0 0,-1 0 0,0 0 0,0 0 0,0 0 0,1 0 0,-1 0 0,0 0 0,0 1 0,0-1 0,0 0 0,1 0 0,-1 0 0,0 0 0,0 1 0,0-1 0,0 0 0,0 0 0,1 1 0,-1-1 0,0 0 0,0 0 0,0 0 0,0 1 0,0-1 0,0 0 0,3 18 0,-3-17 0,4 143 0,-4-78 0,10 73 0,-10-135 0,4 28 0,1-1 0,1 1 0,1-1 0,20 50 0,-17-68 0,-9-13 0,-1 0 0,0 0 0,0 0 0,0 0 0,1 0 0,-1 0 0,0 0 0,0 0 0,1 0 0,-1 0 0,0-1 0,0 1 0,1 0 0,-1 0 0,0 0 0,0 0 0,1 0 0,-1 0 0,0 0 0,0-1 0,0 1 0,1 0 0,-1 0 0,0 0 0,0 0 0,0-1 0,0 1 0,0 0 0,1 0 0,-1-1 0,0 1 0,0 0 0,0 0 0,1-3 0,0 0 0,0-1 0,0 1 0,-1 0 0,1 0 0,-1 0 0,1-4 0,-2-14 0,0 1 0,-2 0 0,0 0 0,-6-22 0,-29-78 0,24 79 0,7 21 0,-7-20 0,1 0 0,2-1 0,2-1 0,-5-49 0,14 85 0,0 1 0,0-1 0,0 1 0,1-1 0,-1 1 0,1 0 0,1-1 0,-1 1 0,1 0 0,0 0 0,0-1 0,5-7 0,-4 10 0,-1 0 0,1 0 0,0 0 0,0 0 0,0 0 0,1 1 0,-1-1 0,0 1 0,1 0 0,0 0 0,-1 0 0,1 0 0,0 1 0,0 0 0,0 0 0,0 0 0,6-1 0,3 1 0,0 0 0,1 0 0,-1 1 0,0 1 0,1 0 0,-1 1 0,0 1 0,14 4 0,-19-5 0,0 1 0,0 0 0,0 0 0,0 1 0,-1 0 0,1 1 0,-1 0 0,0 0 0,0 0 0,-1 1 0,0 0 0,0 0 0,8 11 0,-12-14 11,-1-1 0,1 1 0,0 0 0,-1 0 0,0 0 0,0 1 0,0-1 0,0 0 0,0 0 0,-1 1 0,1-1 0,-1 0 0,0 1 0,0-1 0,0 0 0,-1 1 0,1-1 0,-1 0 0,0 0 0,1 1 0,-2-1 1,1 0-1,0 0 0,-1 0 0,1 0 0,-1 0 0,0 0 0,0-1 0,0 1 0,-3 3 0,-3 2-201,1-1 0,-1 0 1,-1-1-1,1 1 0,-1-1 1,0-1-1,0 0 1,-14 5-1,-11 3-6636</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7.368"/>
    </inkml:context>
    <inkml:brush xml:id="br0">
      <inkml:brushProperty name="width" value="0.05" units="cm"/>
      <inkml:brushProperty name="height" value="0.05" units="cm"/>
      <inkml:brushProperty name="color" value="#FFFFFF"/>
    </inkml:brush>
  </inkml:definitions>
  <inkml:trace contextRef="#ctx0" brushRef="#br0">207 321 24575,'5'0'0,"1"-1"0,-1 1 0,1-1 0,-1-1 0,1 1 0,-1-1 0,0 0 0,0 0 0,1-1 0,-2 0 0,1 1 0,0-2 0,-1 1 0,1 0 0,-1-1 0,0 0 0,0 0 0,0 0 0,-1-1 0,1 1 0,-1-1 0,0 0 0,-1 1 0,1-2 0,-1 1 0,0 0 0,0 0 0,0-1 0,-1 1 0,0-1 0,0 1 0,0-1 0,-1 1 0,0-1 0,0 1 0,0-1 0,-1 0 0,0 1 0,0-1 0,0 1 0,-1-1 0,0 1 0,-2-7 0,1 6 0,-1 1 0,1-1 0,-1 0 0,0 1 0,0 0 0,-1 0 0,1 0 0,-1 0 0,0 1 0,-1-1 0,1 1 0,-1 1 0,1-1 0,-1 1 0,0 0 0,-1 0 0,1 1 0,0 0 0,-1 0 0,1 0 0,-1 1 0,0 0 0,1 0 0,-1 1 0,0 0 0,1 0 0,-1 1 0,0-1 0,1 1 0,-1 1 0,0-1 0,1 1 0,0 0 0,-1 1 0,1 0 0,0 0 0,0 0 0,-6 5 0,5-2 0,-1 0 0,1 1 0,1 0 0,-1 0 0,1 1 0,0 0 0,1 0 0,0 1 0,0-1 0,1 1 0,0 0 0,0 0 0,1 0 0,0 1 0,1-1 0,0 1 0,-1 17 0,3-21 0,0 1 0,0-1 0,0 1 0,1-1 0,0 1 0,0-1 0,0 0 0,1 0 0,0 1 0,0-1 0,1 0 0,0-1 0,0 1 0,0 0 0,0-1 0,1 0 0,0 1 0,0-2 0,1 1 0,-1 0 0,1-1 0,0 0 0,0 0 0,1 0 0,-1-1 0,1 0 0,10 5 0,-8-6 0,-1 0 0,0 0 0,0 0 0,1-1 0,-1 0 0,0-1 0,1 1 0,-1-1 0,1-1 0,-1 0 0,1 0 0,-1 0 0,0-1 0,0 0 0,0 0 0,0-1 0,0 0 0,0 0 0,6-4 0,-2 0 0,0 0 0,0-1 0,-1-1 0,0 1 0,-1-2 0,0 1 0,0-1 0,-1 0 0,14-23 0,-21 31 0,0-1 0,0 1 0,1 0 0,-1 0 0,0 0 0,1 0 0,0 0 0,0 0 0,-1 1 0,1-1 0,0 1 0,4-3 0,-6 4 0,0 0 0,1 0 0,-1 0 0,1 0 0,-1 0 0,1-1 0,-1 1 0,1 1 0,-1-1 0,1 0 0,-1 0 0,1 0 0,-1 0 0,1 0 0,-1 0 0,0 0 0,1 1 0,-1-1 0,1 0 0,-1 0 0,1 1 0,-1-1 0,0 0 0,1 1 0,9 17 0,-7-9 0,1 0 0,0 0 0,0 0 0,1-1 0,0 0 0,0 0 0,1 0 0,0 0 0,1-1 0,13 12 0,-16-16 0,-1-1 0,0 0 0,1 1 0,0-2 0,-1 1 0,1 0 0,0-1 0,0 0 0,0 0 0,0 0 0,0 0 0,0 0 0,0-1 0,0 0 0,0 0 0,0 0 0,0 0 0,0-1 0,1 0 0,-1 1 0,0-1 0,-1-1 0,1 1 0,0-1 0,0 1 0,-1-1 0,1 0 0,4-4 0,0 1 0,0-1 0,-1-1 0,0 0 0,0 0 0,0 0 0,-1-1 0,0 0 0,-1 0 0,8-15 0,-6 9 0,-1 1 0,-1-1 0,0 0 0,-1 0 0,4-26 0,-11 96 0,8 102 0,6-80 0,3 0 0,38 114 0,-33-124 0,-46-120 0,3-9 0,3-1 0,-24-119 0,40 152 0,1 0 0,2-1 0,1 1 0,1 0 0,2-1 0,0 1 0,2 0 0,14-50 0,-15 68 0,1 1 0,1 0 0,-1 0 0,2 0 0,-1 0 0,1 1 0,1 0 0,14-16 0,-18 22 0,-1 1 0,1-1 0,1 0 0,-1 1 0,0 0 0,0 0 0,1 0 0,-1 0 0,1 0 0,0 1 0,-1-1 0,1 1 0,0 0 0,0 0 0,0 1 0,0-1 0,0 1 0,0 0 0,0 0 0,0 0 0,0 0 0,0 1 0,0 0 0,0-1 0,-1 2 0,1-1 0,7 3 0,-7-2 0,-1 0 0,1 1 0,-1-1 0,1 1 0,-1-1 0,0 1 0,0 0 0,0 1 0,0-1 0,0 0 0,-1 1 0,1-1 0,2 7 0,-2-3 0,0 1 0,-1-1 0,1 1 0,-1 0 0,-1-1 0,2 16 0,-3-7 0,0-1 0,-1 0 0,0 0 0,-1 0 0,-1 0 0,0-1 0,-8 20 0,6-22-151,-1 0-1,-1 0 0,1-1 0,-2 1 1,0-1-1,0-1 0,-1 0 1,-11 10-1,1-2-6674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3:47.835"/>
    </inkml:context>
    <inkml:brush xml:id="br0">
      <inkml:brushProperty name="width" value="0.05" units="cm"/>
      <inkml:brushProperty name="height" value="0.05" units="cm"/>
      <inkml:brushProperty name="color" value="#FFFFFF"/>
    </inkml:brush>
  </inkml:definitions>
  <inkml:trace contextRef="#ctx0" brushRef="#br0">32 227 24575,'-1'23'0,"-7"37"0,0 15 0,9-31 0,2 1 0,12 60 0,0 8 0,-31-315 0,15 195 0,-30-339 0,30 335 0,1-1 0,1 1 0,0 0 0,0-1 0,1 1 0,5-18 0,-6 27 0,0 0 0,0-1 0,0 1 0,0 0 0,0 0 0,1 0 0,-1 0 0,1 0 0,-1 0 0,1 0 0,0 1 0,-1-1 0,1 1 0,0-1 0,0 1 0,0 0 0,0-1 0,1 1 0,-1 0 0,0 0 0,0 1 0,1-1 0,-1 0 0,0 1 0,1-1 0,-1 1 0,1 0 0,-1 0 0,0 0 0,1 0 0,-1 0 0,1 1 0,-1-1 0,0 1 0,1-1 0,-1 1 0,3 1 0,6 2 0,-1 1 0,1 0 0,-1 0 0,0 1 0,0 0 0,0 1 0,-1 0 0,14 14 0,-7-4 0,0 0 0,-1 1 0,17 28 0,-29-41 0,0 0 0,0 1 0,0 0 0,-1-1 0,1 1 0,-1 0 0,-1 0 0,1 0 0,-1 0 0,0 1 0,0-1 0,-1 0 0,0 7 0,-1-10 0,1 1 0,-1-1 0,0 0 0,0 0 0,0 0 0,-1 0 0,1 0 0,-1 0 0,1 0 0,-1 0 0,0-1 0,0 1 0,0-1 0,-1 1 0,1-1 0,0 0 0,-1 0 0,0 0 0,1 0 0,-1 0 0,0 0 0,0-1 0,0 0 0,0 1 0,0-1 0,-5 1 0,-6 1-341,-1 0 0,0 0-1,-18-1 1,-5 0-6485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6.834"/>
    </inkml:context>
    <inkml:brush xml:id="br0">
      <inkml:brushProperty name="width" value="0.05" units="cm"/>
      <inkml:brushProperty name="height" value="0.05" units="cm"/>
      <inkml:brushProperty name="color" value="#FFFFFF"/>
    </inkml:brush>
  </inkml:definitions>
  <inkml:trace contextRef="#ctx0" brushRef="#br0">12 1504 24575,'-1'0'0,"1"0"0,-1 0 0,1 0 0,0 0 0,-1 0 0,1 0 0,0 0 0,-1 0 0,1 0 0,-1 0 0,1-1 0,0 1 0,-1 0 0,1 0 0,0 0 0,-1 0 0,1-1 0,0 1 0,-1 0 0,1 0 0,0-1 0,-1 1 0,1 0 0,0 0 0,0-1 0,-1 1 0,1 0 0,0-1 0,0 1 0,0 0 0,-1-1 0,1 1 0,0 0 0,0-1 0,0 1 0,0-1 0,0 1 0,0 0 0,0-1 0,0 1 0,0-1 0,0 1 0,0 0 0,0-1 0,0 1 0,0 0 0,0-1 0,0 1 0,1-1 0,-1 0 0,1 0 0,-1-1 0,1 1 0,-1 0 0,1 0 0,-1 0 0,1 0 0,0 0 0,0 1 0,0-1 0,-1 0 0,1 0 0,0 0 0,0 1 0,0-1 0,1 0 0,7-2 0,-1 1 0,1 1 0,0-1 0,0 2 0,-1-1 0,16 2 0,26-3 0,544-51 0,-416 40 0,1362-40 0,-1461 53 0,1191-17 0,374-33 0,-89 47-445,-823 5 303,-609-5 436,152-22-1,-222 20-293,93 4 0,5 0 0,-144 0 0,0 0 0,-1 0 0,1 0 0,-1-1 0,10-4 0,-15 6 0,0-1 0,0 1 0,0-1 0,0 1 0,0-1 0,0 0 0,0 1 0,0-1 0,-1 0 0,1 1 0,0-1 0,-1 0 0,1 0 0,0 0 0,-1 0 0,1 0 0,0-1 0,-1 1 0,0 0 0,0 0 0,0 0 0,0 0 0,-1 0 0,1 0 0,0 0 0,0 0 0,-1 0 0,1 0 0,-1 0 0,1 0 0,-1 0 0,1 1 0,-1-1 0,1 0 0,-1 0 0,0 1 0,1-1 0,-1 0 0,0 1 0,0-1 0,-1 0 0,-50-35 0,43 31 0,0-1 0,0 1 0,1-2 0,-1 1 0,1-1 0,1 0 0,-1-1 0,-11-15 0,7 2 0,1 0 0,1 0 0,1-1 0,-8-30 0,-18-95 0,32 134 0,-6-44 0,-6-105 0,15-59 0,1 101 0,0 108 0,0-1 0,5-19 0,-3 20 0,-1-1 0,0 0 0,0-13 0,-2 22 0,0 1 0,0-1 0,-1 1 0,0 0 0,1-1 0,-1 1 0,0 0 0,0-1 0,-1 1 0,1 0 0,-1 0 0,0 0 0,1 0 0,-1 0 0,-5-4 0,7 7 0,0-1 0,-1 1 0,1 0 0,0 0 0,0 0 0,0-1 0,-1 1 0,1 0 0,0 0 0,0 0 0,0-1 0,-1 1 0,1 0 0,0 0 0,0-1 0,0 1 0,0 0 0,0-1 0,0 1 0,0 0 0,0 0 0,0-1 0,0 1 0,0 0 0,0-1 0,0 1 0,0 0 0,0-1 0,0 1 0,0 0 0,0 0 0,0-1 0,0 1 0,0 0 0,0-1 0,12-3 0,28 5 0,-28 0 0,269 4 0,239 9 0,545 11-1770,-772-20 1306,1800-32-356,-2066 26 859,-13 2 62,1-2 0,-1 0 0,0-1 1,1 0-1,-1-1 0,26-9 0,-39 12-72,0 0 0,-1 0 0,1 0 0,-1-1 0,1 1 0,-1 0-1,1 0 1,-1-1 0,1 1 0,-1 0 0,1-1 0,-1 1 0,0 0-1,1-1 1,-1 1 0,1-1 0,-1 1 0,0-1 0,1 1 0,-1 0 0,0-1-1,0 0 1,1 1 0,-1-1 0,0 1 0,0-1 0,0 0 0,0 0 10,0 0-1,-1 1 1,1-1 0,-1 0 0,1 1 0,-1-1 0,1 1 0,-1-1 0,1 1 0,-1-1 0,0 1 0,1-1 0,-1 1 0,0 0 0,1-1 0,-1 1 0,-1-1 0,-32-8 649,12 7-580,-40 2 0,44 0-476,0 0 0,0 0 0,-25-5 0,31 1-6458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7.161"/>
    </inkml:context>
    <inkml:brush xml:id="br0">
      <inkml:brushProperty name="width" value="0.05" units="cm"/>
      <inkml:brushProperty name="height" value="0.05" units="cm"/>
      <inkml:brushProperty name="color" value="#FFFFFF"/>
    </inkml:brush>
  </inkml:definitions>
  <inkml:trace contextRef="#ctx0" brushRef="#br0">36 32 24575,'-3'-1'0,"0"0"0,1 0 0,-1-1 0,1 1 0,-1-1 0,1 1 0,-1-1 0,1 0 0,0 0 0,0 0 0,0 0 0,0 0 0,-2-3 0,4 5 0,0 0 0,0 0 0,0-1 0,0 1 0,0 0 0,0 0 0,0 0 0,0 0 0,0 0 0,0-1 0,0 1 0,0 0 0,0 0 0,0 0 0,0 0 0,0 0 0,0-1 0,0 1 0,0 0 0,0 0 0,0 0 0,0 0 0,0 0 0,0-1 0,0 1 0,0 0 0,1 0 0,-1 0 0,0 0 0,0 0 0,0 0 0,0 0 0,0-1 0,0 1 0,0 0 0,1 0 0,-1 0 0,0 0 0,0 0 0,0 0 0,0 0 0,0 0 0,0 0 0,1 0 0,-1 0 0,0 0 0,0 0 0,12-1 0,11 5 0,51 14 0,0 3 0,-2 3 0,0 3 0,80 45 0,-150-72 0,13 8 0,1 1 0,-2 0 0,28 21 0,-40-28 0,1 1 0,0-1 0,-1 0 0,0 1 0,0-1 0,1 1 0,-2 0 0,1 0 0,0 0 0,0-1 0,-1 2 0,0-1 0,1 0 0,-1 0 0,0 0 0,-1 1 0,1-1 0,-1 0 0,1 1 0,-1-1 0,0 0 0,0 1 0,-1-1 0,1 0 0,0 1 0,-1-1 0,-2 6 0,-1-1 0,0-1 0,0 0 0,-1 0 0,0-1 0,-1 1 0,1-1 0,-1 0 0,0 0 0,-1-1 0,1 0 0,-14 8 0,-7 3 0,-51 20 0,-79 23-1365,85-36-5461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8.625"/>
    </inkml:context>
    <inkml:brush xml:id="br0">
      <inkml:brushProperty name="width" value="0.05" units="cm"/>
      <inkml:brushProperty name="height" value="0.05" units="cm"/>
      <inkml:brushProperty name="color" value="#FFFFFF"/>
    </inkml:brush>
  </inkml:definitions>
  <inkml:trace contextRef="#ctx0" brushRef="#br0">672 71 24575,'2'0'0,"-1"0"0,1 0 0,0 0 0,-1-1 0,1 1 0,0-1 0,-1 1 0,1-1 0,-1 0 0,1 1 0,-1-1 0,1 0 0,-1 0 0,1 0 0,-1 0 0,0 0 0,0-1 0,2-1 0,-2 2 0,-1 1 0,0-1 0,1 0 0,-1 1 0,0-1 0,1 0 0,-1 1 0,0-1 0,0 0 0,0 0 0,0 1 0,0-1 0,0 0 0,0 1 0,0-1 0,0 0 0,0 1 0,0-1 0,0 0 0,-1 0 0,1 1 0,0-1 0,0 1 0,-1-1 0,1 0 0,0 1 0,-1-1 0,1 1 0,-1-1 0,1 0 0,-1 1 0,1-1 0,-1 1 0,1 0 0,-1-1 0,1 1 0,-1-1 0,0 1 0,1 0 0,-1-1 0,0 1 0,1 0 0,-1 0 0,0 0 0,-1-1 0,-14-5 0,-2 1 0,1 1 0,-1 0 0,-28-1 0,-75 1 0,88 3 0,-2 1 0,0 1 0,0 2 0,1 1 0,-48 12 0,69-13 0,0 1 0,1 0 0,-1 1 0,1 1 0,0 0 0,1 0 0,-1 1 0,1 1 0,1 0 0,0 0 0,0 1 0,0 0 0,1 1 0,-13 17 0,20-24 0,-1 1 0,1 0 0,0-1 0,0 1 0,1 0 0,-1 0 0,1 0 0,-1 0 0,1 1 0,1-1 0,-1 0 0,1 0 0,-1 1 0,1-1 0,0 0 0,1 0 0,0 8 0,1-7 0,0 0 0,0 0 0,0 0 0,1 0 0,0-1 0,0 1 0,0-1 0,0 1 0,1-1 0,-1 0 0,1 0 0,6 4 0,5 3 0,1-1 0,1 0 0,0-1 0,0 0 0,0-2 0,35 11 0,2-5 0,0-1 0,1-4 0,89 4 0,168-19 0,-217-1 0,0-3 0,-1-5 0,105-31 0,-185 44 0,0-1 0,1-1 0,-2-1 0,1 0 0,-1-1 0,0 0 0,0-1 0,15-12 0,-27 19 8,0 0-1,1 0 1,-1 0-1,0 0 0,0 0 1,0-1-1,0 1 1,0 0-1,0-1 0,-1 1 1,1-1-1,0 1 1,-1-1-1,1 1 1,-1-1-1,1 1 0,-1-1 1,0 1-1,0-1 1,0 0-1,0 1 0,0-3 1,0 2 3,-1 0 1,0 0-1,0 1 0,0-1 1,0 0-1,0 0 1,0 1-1,0-1 0,-1 0 1,1 1-1,-1-1 0,1 1 1,-1 0-1,-3-3 1,-4-2-354,-1 1 1,-1 0 0,1 1-1,-20-7 1,-11 0-6485</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9.312"/>
    </inkml:context>
    <inkml:brush xml:id="br0">
      <inkml:brushProperty name="width" value="0.05" units="cm"/>
      <inkml:brushProperty name="height" value="0.05" units="cm"/>
      <inkml:brushProperty name="color" value="#FFFFFF"/>
    </inkml:brush>
  </inkml:definitions>
  <inkml:trace contextRef="#ctx0" brushRef="#br0">0 18 24575,'22'-1'0,"34"-6"0,8-1 0,399 6 0,-402 4 0,86 13 0,-127-12 0,-1 1 0,1 1 0,-1 1 0,-1 0 0,1 2 0,-1 0 0,0 1 0,23 16 0,-36-21 27,0 0-1,0 0 0,-1 1 0,1 0 1,-1 0-1,0 0 0,0 0 0,-1 0 1,0 1-1,0 0 0,0 0 0,2 8 1,-2-4-241,-1-1 1,0 1 0,0 0-1,-1 0 1,-1-1 0,0 1-1,-1 13 1,-3 9-6613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19.833"/>
    </inkml:context>
    <inkml:brush xml:id="br0">
      <inkml:brushProperty name="width" value="0.05" units="cm"/>
      <inkml:brushProperty name="height" value="0.05" units="cm"/>
      <inkml:brushProperty name="color" value="#FFFFFF"/>
    </inkml:brush>
  </inkml:definitions>
  <inkml:trace contextRef="#ctx0" brushRef="#br0">1 0 24575,'0'94'34,"4"338"263,27-4-1993,-25-382-5130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0.082"/>
    </inkml:context>
    <inkml:brush xml:id="br0">
      <inkml:brushProperty name="width" value="0.05" units="cm"/>
      <inkml:brushProperty name="height" value="0.05" units="cm"/>
      <inkml:brushProperty name="color" value="#FFFFFF"/>
    </inkml:brush>
  </inkml:definitions>
  <inkml:trace contextRef="#ctx0" brushRef="#br0">1 1 24575,'2'0'0,"5"0"0,7 0 0,9 0 0,11 3 0,-2 1-8191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0.174"/>
    </inkml:context>
    <inkml:brush xml:id="br0">
      <inkml:brushProperty name="width" value="0.05" units="cm"/>
      <inkml:brushProperty name="height" value="0.05" units="cm"/>
      <inkml:brushProperty name="color" value="#FFFFFF"/>
    </inkml:brush>
  </inkml:definitions>
  <inkml:trace contextRef="#ctx0" brushRef="#br0">0 38 24575,'15'0'0,"17"0"0,14-3 0,9-1 0,1-2 0,-4-2 0,-10 0 0,-13-1-8191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0.502"/>
    </inkml:context>
    <inkml:brush xml:id="br0">
      <inkml:brushProperty name="width" value="0.05" units="cm"/>
      <inkml:brushProperty name="height" value="0.05" units="cm"/>
      <inkml:brushProperty name="color" value="#FFFFFF"/>
    </inkml:brush>
  </inkml:definitions>
  <inkml:trace contextRef="#ctx0" brushRef="#br0">17 57 24575,'-1'-57'0,"-8"139"0,4 0 0,4 0 0,10 91 0,46 246 0,-25-227 0,-9-47-1365,-17-116-5461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0.828"/>
    </inkml:context>
    <inkml:brush xml:id="br0">
      <inkml:brushProperty name="width" value="0.05" units="cm"/>
      <inkml:brushProperty name="height" value="0.05" units="cm"/>
      <inkml:brushProperty name="color" value="#FFFFFF"/>
    </inkml:brush>
  </inkml:definitions>
  <inkml:trace contextRef="#ctx0" brushRef="#br0">10 0 24575,'-1'2'0,"-8"10"0,28-9 0,827 43 0,-734-44-1365,-74-4-5461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1.560"/>
    </inkml:context>
    <inkml:brush xml:id="br0">
      <inkml:brushProperty name="width" value="0.05" units="cm"/>
      <inkml:brushProperty name="height" value="0.05" units="cm"/>
      <inkml:brushProperty name="color" value="#FFFFFF"/>
    </inkml:brush>
  </inkml:definitions>
  <inkml:trace contextRef="#ctx0" brushRef="#br0">1 185 24575,'1'-31'0,"2"-1"0,2 1 0,10-41 0,-15 71 0,1-1 0,-1 1 0,0-1 0,1 1 0,-1 0 0,1-1 0,-1 1 0,1 0 0,0 0 0,-1-1 0,1 1 0,1-2 0,-1 3 0,-1 0 0,0 0 0,1 0 0,-1 0 0,0 0 0,0 0 0,1 0 0,-1 0 0,0 0 0,0 0 0,1 0 0,-1 0 0,0 1 0,0-1 0,1 0 0,-1 0 0,0 0 0,0 0 0,1 0 0,-1 0 0,0 1 0,0-1 0,0 0 0,0 0 0,1 0 0,-1 1 0,0-1 0,0 0 0,0 0 0,0 0 0,1 1 0,-1-1 0,0 0 0,0 0 0,0 1 0,0-1 0,0 1 0,2 4 0,0 0 0,-1 0 0,1 0 0,-1 1 0,0 5 0,2 247 0,-3-25 0,0-232 0,0 1 0,0-1 0,0 0 0,1 1 0,-1-1 0,0 0 0,0 1 0,1-1 0,-1 0 0,1 1 0,-1-1 0,1 0 0,0 0 0,-1 1 0,1-1 0,0 0 0,0 0 0,0 0 0,0 0 0,0 0 0,2 1 0,-2-2 0,0 1 0,0-1 0,0 0 0,0 0 0,0 0 0,0-1 0,0 1 0,0 0 0,0 0 0,0 0 0,0-1 0,0 1 0,0-1 0,0 1 0,0-1 0,0 1 0,0-1 0,0 1 0,-1-1 0,1 0 0,0 1 0,0-1 0,-1 0 0,1 0 0,0 0 0,-1 1 0,1-1 0,0-2 0,16-22 0,20-39 0,-21 35 0,21-29 0,-29 47 0,0 0 0,1 0 0,1 1 0,0 0 0,19-14 0,-26 22 0,1-1 0,-1 1 0,0 0 0,1 1 0,-1-1 0,1 1 0,0-1 0,-1 1 0,1 0 0,0 0 0,0 1 0,0-1 0,0 1 0,0 0 0,0 0 0,0 0 0,0 1 0,-1-1 0,1 1 0,0 0 0,0 0 0,0 0 0,-1 0 0,8 4 0,-4 0 40,1 1 1,-1-1-1,0 1 0,0 1 0,-1-1 1,0 1-1,11 14 0,31 60-781,-34-55-205,3 6-5880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2.201"/>
    </inkml:context>
    <inkml:brush xml:id="br0">
      <inkml:brushProperty name="width" value="0.05" units="cm"/>
      <inkml:brushProperty name="height" value="0.05" units="cm"/>
      <inkml:brushProperty name="color" value="#FFFFFF"/>
    </inkml:brush>
  </inkml:definitions>
  <inkml:trace contextRef="#ctx0" brushRef="#br0">172 426 24575,'0'-29'0,"-1"1"0,-1-1 0,-9-41 0,10 68 0,1 0 0,0 0 0,-1 1 0,1-1 0,-1 0 0,1 1 0,-1-1 0,0 1 0,0-1 0,0 1 0,0-1 0,0 1 0,0-1 0,0 1 0,0 0 0,-1 0 0,1-1 0,0 1 0,-1 0 0,-2-1 0,3 1 0,-1 1 0,0 0 0,1 0 0,-1 0 0,0 0 0,1 0 0,-1 0 0,1 0 0,-1 0 0,0 1 0,1-1 0,-1 0 0,1 1 0,-1 0 0,1-1 0,-1 1 0,-2 1 0,-2 3 0,-1-1 0,1 1 0,0 0 0,1 1 0,-1-1 0,1 1 0,-8 12 0,6-6 0,0 0 0,0 1 0,2 0 0,-1 0 0,2 1 0,0-1 0,-3 17 0,6-23 0,0-1 0,0 1 0,1 0 0,0-1 0,0 1 0,0 0 0,1-1 0,0 1 0,0 0 0,1-1 0,0 1 0,0-1 0,1 0 0,-1 0 0,1 0 0,1 0 0,3 6 0,-5-9 0,0-1 0,0 1 0,1-1 0,-1 0 0,1 0 0,-1 1 0,1-2 0,0 1 0,-1 0 0,1 0 0,0-1 0,0 0 0,1 0 0,-1 1 0,0-2 0,0 1 0,0 0 0,1-1 0,-1 1 0,0-1 0,1 0 0,-1 0 0,0 0 0,0-1 0,1 1 0,-1-1 0,0 0 0,0 0 0,0 0 0,1 0 0,-1 0 0,4-4 0,2 0 0,1-1 0,-1 0 0,0-1 0,-1 0 0,0 0 0,0-1 0,0 0 0,9-14 0,-5 3 0,0-1 0,-2 0 0,0-1 0,-1 0 0,-1 0 0,-1-1 0,9-44 0,-10 25 0,-1 0 0,-3 0 0,-3-63 0,-5 70 0,-1 23 0,7 11 0,-1 0 0,1 0 0,0 0 0,-1 0 0,1 0 0,-1 0 0,1 0 0,0 0 0,-1 1 0,1-1 0,-1 0 0,1 0 0,0 0 0,-1 1 0,1-1 0,0 0 0,-1 1 0,1-1 0,0 0 0,0 1 0,-1-1 0,1 0 0,0 1 0,0-1 0,-1 0 0,1 1 0,0-1 0,0 1 0,0-1 0,0 0 0,0 1 0,-4 8 0,1-1 0,1 0 0,0 1 0,0-1 0,0 1 0,1 0 0,0 10 0,4 64 0,-3-74 0,3 32 0,2-1 0,2 1 0,1-2 0,2 1 0,31 75 0,-39-109 0,1 0 0,1 0 0,-1-1 0,1 1 0,0-1 0,0 1 0,1-1 0,-1 0 0,11 7 0,-14-11 0,1 1 0,0-1 0,0 0 0,0 0 0,-1-1 0,1 1 0,0 0 0,0-1 0,0 1 0,0-1 0,0 1 0,1-1 0,-1 0 0,0 0 0,0 0 0,0 0 0,0 0 0,0-1 0,0 1 0,0-1 0,0 1 0,0-1 0,0 0 0,0 0 0,0 1 0,0-1 0,-1-1 0,1 1 0,0 0 0,-1 0 0,1-1 0,-1 1 0,1-1 0,-1 1 0,2-3 0,4-5 0,0 0 0,-1 0 0,0-1 0,0 1 0,-1-2 0,7-18 0,13-68 0,-8 27 0,-10 57 0,-3 20 0,-1 27 0,-3-28 0,4 31-455,1 0 0,17 63 0,-15-77-6371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2.358"/>
    </inkml:context>
    <inkml:brush xml:id="br0">
      <inkml:brushProperty name="width" value="0.05" units="cm"/>
      <inkml:brushProperty name="height" value="0.05" units="cm"/>
      <inkml:brushProperty name="color" value="#FFFFFF"/>
    </inkml:brush>
  </inkml:definitions>
  <inkml:trace contextRef="#ctx0" brushRef="#br0">75 97 24575,'-3'-6'0,"-4"-8"0,-4-4 0,0-3 0,0 3 0,-3 5 0,2 6 0,6 9 0,7 6 0,3 2-8191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2.728"/>
    </inkml:context>
    <inkml:brush xml:id="br0">
      <inkml:brushProperty name="width" value="0.05" units="cm"/>
      <inkml:brushProperty name="height" value="0.05" units="cm"/>
      <inkml:brushProperty name="color" value="#FFFFFF"/>
    </inkml:brush>
  </inkml:definitions>
  <inkml:trace contextRef="#ctx0" brushRef="#br0">4 1 24575,'-3'0'0,"2"0"0,5 0 0,3 0 0,5 0 0,5 0 0,7 0 0,1 0 0,3 0 0,-1 0 0,1 0 0,-4 0-8191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4.288"/>
    </inkml:context>
    <inkml:brush xml:id="br0">
      <inkml:brushProperty name="width" value="0.05" units="cm"/>
      <inkml:brushProperty name="height" value="0.05" units="cm"/>
      <inkml:brushProperty name="color" value="#FFFFFF"/>
    </inkml:brush>
  </inkml:definitions>
  <inkml:trace contextRef="#ctx0" brushRef="#br0">180 199 24575,'-3'-4'0,"1"1"0,0-1 0,0 1 0,1-1 0,-1 1 0,1-1 0,-2-6 0,2 5 0,-1 1 0,1-1 0,-1 0 0,0 1 0,-1-1 0,-3-5 0,5 9 0,0 0 0,0 0 0,0 0 0,0 1 0,1-1 0,-1 0 0,-1 1 0,1-1 0,0 1 0,0-1 0,0 1 0,0 0 0,0-1 0,0 1 0,0 0 0,-1 0 0,1 0 0,0-1 0,0 1 0,0 1 0,0-1 0,-1 0 0,1 0 0,0 0 0,0 1 0,0-1 0,0 0 0,0 1 0,0-1 0,0 1 0,0-1 0,-2 2 0,-2 1 0,0 1 0,0 0 0,1 0 0,-1 0 0,1 0 0,0 1 0,0-1 0,0 1 0,1 0 0,-5 9 0,-2 3 0,-12 37 0,16-37 0,0 0 0,2 0 0,0 1 0,1 0 0,1-1 0,1 1 0,0 0 0,4 35 0,-2-44 0,1-1 0,-1 0 0,1 0 0,1 0 0,0 0 0,0 0 0,0 0 0,1 0 0,1-1 0,-1 0 0,1 0 0,0 0 0,0-1 0,1 1 0,0-1 0,0-1 0,1 1 0,-1-1 0,1 0 0,0 0 0,8 3 0,-5-4 0,1 0 0,-1 0 0,1-1 0,-1-1 0,1 0 0,0 0 0,0-1 0,-1 0 0,1-1 0,0 0 0,0-1 0,0 0 0,0-1 0,-1 0 0,1 0 0,0-2 0,-1 1 0,0-1 0,18-10 0,-18 9 0,0-1 0,-1 0 0,0-1 0,0 0 0,0-1 0,-1 1 0,0-2 0,0 1 0,-1-1 0,0 0 0,-1-1 0,0 0 0,0 0 0,-1 0 0,0 0 0,-1-1 0,0 0 0,3-19 0,-5 16 0,0 1 0,-2 0 0,0-1 0,0 1 0,-3-18 0,1 23 0,1 1 0,-1 0 0,0 0 0,0 0 0,-1 0 0,0 0 0,0 0 0,-1 0 0,1 1 0,-10-12 0,12 17 0,1 1 0,-1-1 0,1 0 0,-1 1 0,1-1 0,-1 0 0,1 1 0,-1-1 0,1 1 0,-1-1 0,0 1 0,1-1 0,-1 1 0,0-1 0,0 1 0,1 0 0,-1 0 0,0-1 0,0 1 0,1 0 0,-1 0 0,0 0 0,0-1 0,0 1 0,1 0 0,-1 0 0,0 1 0,0-1 0,0 0 0,1 0 0,-1 0 0,0 0 0,0 1 0,0-1 0,1 0 0,-1 1 0,0-1 0,1 0 0,-1 1 0,0-1 0,1 1 0,-1-1 0,0 1 0,1 0 0,-1-1 0,1 1 0,-1 0 0,1-1 0,0 1 0,-1 0 0,1-1 0,-1 1 0,1 1 0,-3 4 0,1-1 0,0 1 0,0 0 0,1 0 0,-2 10 0,-1 14 0,2 1 0,3 40 0,0-53 0,1 0 0,0-1 0,2 1 0,0-1 0,10 25 0,-12-37 0,0 0 0,1 0 0,0 0 0,0 0 0,1-1 0,-1 1 0,1-1 0,0 0 0,0 0 0,1 0 0,-1 0 0,1-1 0,0 0 0,0 0 0,10 5 0,-11-7 0,-1 0 0,1 0 0,-1 0 0,1 0 0,0 0 0,0-1 0,0 0 0,-1 0 0,1 0 0,0 0 0,0 0 0,0-1 0,-1 0 0,1 1 0,0-2 0,-1 1 0,1 0 0,-1-1 0,1 1 0,-1-1 0,0 0 0,1 0 0,-1 0 0,0-1 0,2-2 0,4-5 0,0 0 0,-2 0 0,1-1 0,-1 1 0,-1-2 0,0 1 0,0-1 0,-1 0 0,-1 0 0,0-1 0,4-23 0,-2 5 0,-3-1 0,0 0 0,-3-53 0,-1 79 0,1 0 0,-1 0 0,0 0 0,0 0 0,-1 0 0,0 0 0,-5-10 0,7 15 0,-1 0 0,1 0 0,-1 0 0,0 0 0,0 0 0,1 0 0,-1 0 0,0 0 0,0 0 0,0 0 0,0 0 0,0 1 0,0-1 0,0 0 0,-1 1 0,1-1 0,0 1 0,0-1 0,0 1 0,-1 0 0,1-1 0,0 1 0,0 0 0,-1 0 0,1 0 0,0 0 0,0 0 0,-1 0 0,1 0 0,0 1 0,0-1 0,-1 0 0,1 1 0,0-1 0,0 1 0,0-1 0,0 1 0,-1-1 0,1 1 0,0 0 0,0 0 0,0-1 0,-1 3 0,-2 0 0,1 0 0,-1 1 0,1-1 0,0 1 0,0 0 0,0 0 0,0 1 0,1-1 0,-1 0 0,1 1 0,0-1 0,1 1 0,-1 0 0,1 0 0,-1 6 0,1-9 0,1 0 0,0 0 0,-1 0 0,1 0 0,0 0 0,1 0 0,-1 0 0,0 0 0,0-1 0,1 1 0,-1 0 0,1 0 0,0 0 0,-1 0 0,1 0 0,0-1 0,0 1 0,0 0 0,0-1 0,0 1 0,1-1 0,-1 1 0,1-1 0,-1 1 0,0-1 0,1 0 0,0 0 0,-1 0 0,1 0 0,0 0 0,0 0 0,-1 0 0,1-1 0,0 1 0,0 0 0,0-1 0,0 0 0,0 1 0,0-1 0,3 0 0,7 0 0,1-1 0,0 0 0,-1-1 0,1-1 0,22-7 0,-20 6 0,1 0 0,-1 1 0,21-2 0,-31 4 0,0 1 0,0 0 0,1 1 0,-1-1 0,0 1 0,1 0 0,-1 0 0,0 0 0,0 1 0,0 0 0,0 0 0,0 0 0,-1 1 0,9 5 0,-7-2 0,0-1 0,-1 1 0,0 0 0,0 1 0,0-1 0,-1 1 0,0 0 0,0 0 0,3 9 0,1 5 0,-7-15 0,1 0 0,0-1 0,1 0 0,-1 1 0,1-1 0,0 0 0,0 0 0,0-1 0,1 1 0,6 5 0,-10-9 0,1-1 0,-1 0 0,1 1 0,0-1 0,-1 0 0,1 0 0,0 1 0,0-1 0,-1 0 0,1 0 0,0 0 0,-1 0 0,1 0 0,0 0 0,0 0 0,-1 0 0,1 0 0,0 0 0,-1-1 0,1 1 0,0 0 0,-1 0 0,1-1 0,0 1 0,-1 0 0,1-1 0,-1 1 0,1-1 0,0 1 0,-1-1 0,1 1 0,-1-1 0,0 1 0,1-1 0,-1 1 0,1-1 0,-1 0 0,0 1 0,1-1 0,-1 0 0,0 1 0,1-2 0,13-38 0,-10 28 0,3-8 0,-1 2 0,1 2 0,10-19 0,-15 32 0,0-1 0,0 0 0,0 1 0,1 0 0,0 0 0,-1 0 0,1 0 0,0 0 0,0 0 0,1 1 0,-1 0 0,1-1 0,-1 1 0,8-3 0,-9 5 0,-1 0 0,1-1 0,0 1 0,-1 0 0,1 0 0,0 0 0,-1 0 0,1 1 0,0-1 0,-1 0 0,1 1 0,-1-1 0,1 1 0,0 0 0,-1-1 0,1 1 0,-1 0 0,0 0 0,1 0 0,-1 0 0,0 0 0,1 0 0,-1 0 0,0 0 0,0 1 0,0-1 0,0 0 0,0 1 0,0-1 0,-1 1 0,1-1 0,0 1 0,0 2 0,4 7 0,-1 1 0,-1-1 0,3 19 0,-4-24 0,4 27 0,-4-15 0,1-1 0,1 0 0,1 0 0,9 21 0,-13-34 0,1 0 0,0 0 0,0-1 0,1 1 0,-1-1 0,1 1 0,-1-1 0,1 0 0,0 0 0,1 0 0,-1-1 0,0 1 0,1-1 0,-1 0 0,1 0 0,0 0 0,0 0 0,0 0 0,0-1 0,0 0 0,0 0 0,0 0 0,5 0 0,2 0 0,-1-2 0,0 1 0,1-1 0,-1-1 0,0 0 0,1 0 0,-1-1 0,0 0 0,-1-1 0,1 0 0,-1 0 0,1-1 0,-1-1 0,-1 1 0,1-1 0,11-12 0,-6 6 0,0-2 0,-2 0 0,0 0 0,0-1 0,-1-1 0,-1 0 0,-1 0 0,10-24 0,-15 30 0,0 0 0,-1-1 0,0 1 0,-1-1 0,0 0 0,0-11 0,-2 19 0,1 0 0,-1 0 0,0 0 0,-1-1 0,1 1 0,0 0 0,-1 0 0,0 0 0,1 0 0,-1 0 0,-1 0 0,1 0 0,0 1 0,-1-1 0,1 0 0,-1 1 0,0-1 0,0 1 0,0-1 0,0 1 0,0 0 0,0 0 0,-1 0 0,1 0 0,-4-2 0,4 3 0,1 1 0,-1-1 0,1 0 0,-1 1 0,1 0 0,-1-1 0,1 1 0,-1 0 0,0 0 0,1 0 0,-1 0 0,1 0 0,-1 0 0,1 0 0,-1 0 0,0 1 0,1-1 0,-1 1 0,-2 1 0,1-1 0,1 1 0,-1 0 0,0 0 0,1 0 0,0 0 0,-1 0 0,1 1 0,0-1 0,-3 5 0,1 0 0,0 0 0,0 1 0,1 0 0,0 0 0,0 0 0,-3 15 0,4-15 0,1-1 0,0 1 0,0-1 0,1 1 0,0 0 0,0-1 0,1 1 0,0-1 0,3 12 0,-4-19 0,0 1 0,0-1 0,1 1 0,-1-1 0,0 1 0,0-1 0,1 0 0,-1 1 0,0-1 0,1 1 0,-1-1 0,1 0 0,-1 1 0,0-1 0,1 0 0,-1 1 0,1-1 0,-1 0 0,1 0 0,-1 1 0,1-1 0,-1 0 0,1 0 0,-1 0 0,1 0 0,0 0 0,-1 0 0,1 0 0,-1 0 0,1 0 0,-1 0 0,1 0 0,-1 0 0,1 0 0,-1 0 0,1 0 0,-1 0 0,1-1 0,-1 1 0,1 0 0,-1 0 0,1-1 0,-1 1 0,1 0 0,-1-1 0,1 1 0,-1 0 0,0-1 0,1 1 0,-1-1 0,0 1 0,1-1 0,-1 1 0,0-1 0,3-3 0,0 1 0,-1-1 0,1 1 0,-1-1 0,2-6 0,3-16 0,-1 0 0,-1-1 0,-1 0 0,0-44 0,-3 56 0,-1-1 0,0 1 0,-1 0 0,-1-1 0,-1 1 0,-7-28 0,9 42 0,1 0 0,0 1 0,0-1 0,0 1 0,0-1 0,0 1 0,0-1 0,-1 1 0,1-1 0,0 0 0,-1 1 0,1-1 0,0 1 0,-1 0 0,1-1 0,0 1 0,-1-1 0,1 1 0,-1-1 0,1 1 0,-1 0 0,1-1 0,-1 1 0,1 0 0,-1 0 0,1-1 0,-1 1 0,0 0 0,1 0 0,-1 0 0,0 0 0,0 1 0,0-1 0,1 1 0,-1 0 0,0-1 0,1 1 0,-1 0 0,0 0 0,1-1 0,-1 1 0,1 0 0,-1 0 0,1 0 0,0 0 0,-1 1 0,-10 40 0,7 15-195,3-1 0,2 0 0,2 0 0,3 0 0,3 0 0,29 103 0,-31-135-6631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5.076"/>
    </inkml:context>
    <inkml:brush xml:id="br0">
      <inkml:brushProperty name="width" value="0.05" units="cm"/>
      <inkml:brushProperty name="height" value="0.05" units="cm"/>
      <inkml:brushProperty name="color" value="#FFFFFF"/>
    </inkml:brush>
  </inkml:definitions>
  <inkml:trace contextRef="#ctx0" brushRef="#br0">1 126 24575,'0'-1'0,"0"-1"0,0 1 0,1-1 0,-1 1 0,1-1 0,-1 1 0,1 0 0,-1-1 0,1 1 0,0-1 0,0 1 0,-1 0 0,1 0 0,0-1 0,0 1 0,0 0 0,0 0 0,1 0 0,-1 0 0,0 0 0,0 1 0,1-1 0,-1 0 0,0 0 0,1 1 0,-1-1 0,1 1 0,-1-1 0,1 1 0,-1 0 0,3-1 0,7 0 0,-1 0 0,1 0 0,16 1 0,-13 0 0,90 2 0,84-3 0,-186 1 0,-1 0 0,1 0 0,-1 0 0,1 0 0,0 0 0,-1-1 0,1 1 0,-1-1 0,1 1 0,-1-1 0,1 1 0,-1-1 0,3-1 0,-4 1 0,0 1 0,0 0 0,0-1 0,1 1 0,-1-1 0,0 1 0,0 0 0,0-1 0,0 1 0,0-1 0,0 1 0,0 0 0,0-1 0,0 1 0,0-1 0,0 1 0,0 0 0,0-1 0,0 1 0,0-1 0,-1 1 0,1 0 0,0-1 0,0 1 0,0-1 0,0 1 0,-1 0 0,1-1 0,0 1 0,-1 0 0,1-1 0,-6-5 0,0 1 0,-1 0 0,1 0 0,-9-4 0,1-1 0,13 9 0,-4-3 0,-1 0 0,1 1 0,0-1 0,-1 1 0,0 0 0,-8-3 0,12 6 0,0-1 0,0 1 0,0 0 0,1 0 0,-1 0 0,0 0 0,0 0 0,0 0 0,0 1 0,0-1 0,1 0 0,-1 1 0,0 0 0,0-1 0,1 1 0,-1 0 0,0 0 0,1 0 0,-1 0 0,1 0 0,-1 0 0,1 1 0,0-1 0,-1 0 0,1 1 0,0-1 0,-1 3 0,-6 7 0,1 0 0,0 1 0,1 0 0,0 1 0,1-1 0,1 1 0,0 0 0,-2 13 0,2-8 0,1 0 0,2 1 0,-1-1 0,2 0 0,2 27 0,-1-36 0,1-1 0,0 1 0,0 0 0,0-1 0,1 0 0,1 1 0,8 14 0,-11-21 0,0 0 0,0 0 0,1 0 0,-1-1 0,1 1 0,-1 0 0,1-1 0,-1 0 0,1 1 0,0-1 0,0 0 0,0 0 0,0 0 0,0 0 0,0 0 0,0 0 0,0 0 0,0-1 0,0 1 0,1-1 0,-1 0 0,0 0 0,0 1 0,0-1 0,1-1 0,-1 1 0,0 0 0,0 0 0,0-1 0,1 0 0,-1 1 0,0-1 0,0 0 0,0 0 0,0 0 0,3-2 0,2-2 0,1 0 0,-2-1 0,1 0 0,-1 0 0,1 0 0,-2-1 0,1 1 0,-1-1 0,0-1 0,6-12 0,2-4 0,-2-1 0,9-28 0,-10 19 0,-1-1 0,8-53 0,-17 75 0,-2 12 0,-4 22 0,2 17 0,0 52 0,4-76 0,1 1 0,0-1 0,2 0 0,-1 0 0,2 1 0,9 24 0,-13-37 0,0-1 0,1 0 0,-1 1 0,1-1 0,-1 0 0,1 1 0,0-1 0,0 0 0,-1 0 0,1 0 0,0 0 0,0 0 0,0 0 0,0 0 0,0 0 0,0 0 0,0 0 0,1 0 0,-1 0 0,0-1 0,0 1 0,1-1 0,-1 1 0,0-1 0,1 1 0,-1-1 0,1 0 0,-1 0 0,3 1 0,-2-2 0,0 0 0,-1 0 0,1 0 0,0 0 0,0 0 0,0-1 0,-1 1 0,1 0 0,0-1 0,-1 1 0,1-1 0,-1 0 0,0 0 0,0 1 0,0-1 0,1 0 0,-2 0 0,3-4 0,4-14 0,-1 0 0,0-1 0,-1 0 0,-2 0 0,0-1 0,0-31 0,8-51 0,-12 103 0,2 0 0,-1 0 0,0 1 0,0-1 0,0 0 0,0 0 0,0 1 0,0-1 0,1 0 0,-1 1 0,0-1 0,1 0 0,-1 1 0,0-1 0,1 1 0,-1-1 0,1 0 0,-1 1 0,1-1 0,0 0 0,0 1 0,-1 1 0,0-1 0,1 0 0,-1 0 0,1 1 0,-1-1 0,0 0 0,1 1 0,-1-1 0,1 0 0,-1 1 0,0-1 0,0 0 0,1 1 0,-1-1 0,0 1 0,0-1 0,1 1 0,-1-1 0,0 1 0,0 0 0,12 37 0,-11-33 0,11 50 184,-8-34-443,1 0 1,0-1 0,1 1 0,2-1 0,15 31 0,-12-36-6568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5.232"/>
    </inkml:context>
    <inkml:brush xml:id="br0">
      <inkml:brushProperty name="width" value="0.05" units="cm"/>
      <inkml:brushProperty name="height" value="0.05" units="cm"/>
      <inkml:brushProperty name="color" value="#FFFFFF"/>
    </inkml:brush>
  </inkml:definitions>
  <inkml:trace contextRef="#ctx0" brushRef="#br0">102 90 24575,'-3'-6'0,"-4"-8"0,-3-4 0,-4-3 0,-2 3 0,-1 8 0,2 7 0,4 8 0,3 6 0,7 4 0,3 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5.593"/>
    </inkml:context>
    <inkml:brush xml:id="br0">
      <inkml:brushProperty name="width" value="0.05" units="cm"/>
      <inkml:brushProperty name="height" value="0.05" units="cm"/>
      <inkml:brushProperty name="color" value="#FFFFFF"/>
    </inkml:brush>
  </inkml:definitions>
  <inkml:trace contextRef="#ctx0" brushRef="#br0">1 55 24575,'0'-3'0,"0"1"0,0-1 0,1 1 0,-1-1 0,1 0 0,0 1 0,0 0 0,0-1 0,0 1 0,0-1 0,0 1 0,0 0 0,1 0 0,-1 0 0,1 0 0,0 0 0,0 0 0,-1 0 0,1 1 0,5-4 0,-6 4 0,0 1 0,0-1 0,1 1 0,-1-1 0,0 1 0,1-1 0,-1 1 0,1 0 0,-1 0 0,0-1 0,1 1 0,-1 0 0,1 1 0,-1-1 0,1 0 0,-1 0 0,0 0 0,1 1 0,-1-1 0,1 1 0,-1-1 0,0 1 0,0 0 0,1-1 0,-1 1 0,0 0 0,0 0 0,0 0 0,0 0 0,0 0 0,0 0 0,0 0 0,0 0 0,0 0 0,0 1 0,-1-1 0,1 0 0,0 2 0,5 9 0,-1-1 0,-1 1 0,0-1 0,-1 1 0,0 1 0,-1-1 0,2 20 0,-3 94 0,-2-83 0,2-20 0,-1-16 0,1 1 0,-1-1 0,0 1 0,-1-1 0,0 1 0,0-1 0,-1 0 0,-3 13 0,5-20 0,0 0 0,0 0 0,0 0 0,0 0 0,0 0 0,0 0 0,0 0 0,0 1 0,0-1 0,0 0 0,0 0 0,-1 0 0,1 0 0,0 0 0,0 0 0,0 0 0,0 0 0,0 0 0,0 0 0,0 0 0,0 0 0,0 0 0,0 0 0,0 1 0,0-1 0,0 0 0,0 0 0,0 0 0,0 0 0,0 0 0,-1 0 0,1 0 0,0 0 0,0 0 0,0 0 0,0 0 0,0 0 0,0 0 0,0 0 0,0 0 0,0 0 0,0 0 0,0 0 0,0 0 0,-1 0 0,1 0 0,0 0 0,0 0 0,0 0 0,0 0 0,0 0 0,0 0 0,0-1 0,0 1 0,0 0 0,0 0 0,0 0 0,0 0 0,0 0 0,0 0 0,0 0 0,0 0 0,-1 0 0,1 0 0,-1-8 0,0-11 0,6-8 0,2 0 0,0 1 0,2 0 0,1 0 0,1 1 0,1 0 0,1 1 0,1 0 0,1 1 0,19-20 0,-28 36 69,0 0-1,1 1 0,0-1 0,10-6 1,-15 12-118,-1 0 0,0 0 0,0 0 1,1 0-1,-1 0 0,0 1 0,1-1 0,-1 1 1,1-1-1,-1 1 0,0-1 0,1 1 1,-1 0-1,1-1 0,0 1 0,-1 0 1,1 0-1,-1 0 0,1 0 0,-1 1 1,1-1-1,-1 0 0,1 1 0,-1-1 1,1 1-1,-1-1 0,0 1 0,1 0 1,-1-1-1,0 1 0,1 0 0,-1 0 0,0 0 1,1 1-1,6 10-6777</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8.664"/>
    </inkml:context>
    <inkml:brush xml:id="br0">
      <inkml:brushProperty name="width" value="0.05" units="cm"/>
      <inkml:brushProperty name="height" value="0.05" units="cm"/>
      <inkml:brushProperty name="color" value="#FFFFFF"/>
    </inkml:brush>
  </inkml:definitions>
  <inkml:trace contextRef="#ctx0" brushRef="#br0">12476 108 24575,'-5'-1'0,"1"1"0,0-1 0,-1 0 0,1-1 0,0 1 0,-7-4 0,-13-4 0,-26-2 0,-1 2 0,-80-3 0,-107 10 0,149 3 0,-790-10 0,339 4 0,47 2 0,242-14 0,-46-1 0,267 18 0,19-1 0,0 0 0,0 1 0,1 0 0,-1 1 0,0 0 0,1 1 0,-1 0 0,1 1 0,-13 5 0,-9 9 0,-1-2 0,-1-1 0,0-1 0,0-2 0,-46 9 0,-25-3 0,102-16 0,1-1 0,0 1 0,-1-1 0,1 1 0,0 0 0,0 0 0,0 0 0,0 0 0,0 1 0,0-1 0,0 0 0,0 1 0,0 0 0,1-1 0,-1 1 0,0 0 0,1 0 0,0 0 0,-1 0 0,1 0 0,0 0 0,-1 3 0,-2 5 0,2-1 0,-1 1 0,1 0 0,-1 12 0,-3 15 0,1-17 0,4-11 0,-1 0 0,-1 0 0,0-1 0,0 0 0,-7 15 0,9-22 0,0 1 0,0-1 0,-1 1 0,1-1 0,0 1 0,-1-1 0,1 0 0,-1 0 0,1 1 0,-1-1 0,1 0 0,-1-1 0,0 1 0,0 0 0,1 0 0,-1-1 0,0 1 0,0-1 0,0 1 0,0-1 0,0 0 0,1 0 0,-1 0 0,0 0 0,0 0 0,0 0 0,0 0 0,0-1 0,0 1 0,0-1 0,1 0 0,-4 0 0,-15-7 0,11 4 0,0 1 0,0 0 0,0 0 0,-1 1 0,1 0 0,-14 0 0,-117 3 0,138-1 0,0 1 0,1-1 0,-1 0 0,0 1 0,1-1 0,-1 1 0,1-1 0,-1 1 0,1 0 0,-1 0 0,1-1 0,-1 1 0,1 0 0,0 0 0,-1 1 0,1-1 0,0 0 0,0 0 0,0 1 0,0-1 0,0 0 0,0 1 0,0-1 0,0 1 0,1-1 0,-1 1 0,1 0 0,-1-1 0,1 1 0,-1-1 0,1 1 0,0 0 0,0 0 0,0 3 0,0 6 0,1 0 0,0 1 0,1-1 0,4 14 0,-1-3 0,6 55 0,-3 0 0,-4 1 0,-3-1 0,-3 1 0,-4 0 0,-3-1 0,-29 112 0,22-129 0,-41 101 0,43-128 0,-2-2 0,-1 0 0,-1 0 0,-35 43 0,47-67 0,0 0 0,-1 0 0,1 0 0,-1-1 0,-1 1 0,1-2 0,-1 1 0,0-1 0,0-1 0,-1 1 0,1-1 0,-1-1 0,0 1 0,0-1 0,0-1 0,0 0 0,-15 1 0,-203 23 0,114-11 0,-1229 127 0,198-22 0,-1334 93 0,1729-189 0,694-24 0,-516-12 0,133-5 0,282 11 0,-148-12 0,-139-34 0,371 40-1365,56 9-5461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29.019"/>
    </inkml:context>
    <inkml:brush xml:id="br0">
      <inkml:brushProperty name="width" value="0.05" units="cm"/>
      <inkml:brushProperty name="height" value="0.05" units="cm"/>
      <inkml:brushProperty name="color" value="#FFFFFF"/>
    </inkml:brush>
  </inkml:definitions>
  <inkml:trace contextRef="#ctx0" brushRef="#br0">502 11 24575,'1'-6'0,"-1"1"0,-9 8 0,-119 68 0,70-36 0,-218 143 0,273-176 0,0 0 0,0 0 0,1 1 0,-1-1 0,1 1 0,-1-1 0,1 1 0,0 0 0,0 0 0,-3 5 0,5-6 0,-1 0 0,1 0 0,0-1 0,0 1 0,0 0 0,0 0 0,0 0 0,0-1 0,0 1 0,0 0 0,1 0 0,-1-1 0,1 1 0,-1 0 0,1-1 0,0 1 0,0 0 0,-1-1 0,1 1 0,0-1 0,0 1 0,3 2 0,7 9 0,1-1 0,1 0 0,0 0 0,16 10 0,64 38 0,-36-24 0,146 101-1365,-141-96-5461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54.088"/>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8.950"/>
    </inkml:context>
    <inkml:brush xml:id="br0">
      <inkml:brushProperty name="width" value="0.05" units="cm"/>
      <inkml:brushProperty name="height" value="0.05" units="cm"/>
      <inkml:brushProperty name="color" value="#FFFFFF"/>
    </inkml:brush>
  </inkml:definitions>
  <inkml:trace contextRef="#ctx0" brushRef="#br0">256 1317 24575,'3'-67'0,"25"-134"0,-10 100 0,21-282 0,-36 296 0,-4 0 0,-17-121 0,15 185 0,-2 0 0,-11-35 0,15 53 0,-1 0 0,1 0 0,-1 1 0,-1-1 0,1 1 0,-1-1 0,1 1 0,-1 0 0,0 0 0,-1 0 0,1 0 0,-1 1 0,0 0 0,0-1 0,0 1 0,0 1 0,0-1 0,-6-2 0,7 4 0,-1 0 0,1 1 0,0 0 0,-1-1 0,1 1 0,-1 0 0,1 1 0,0-1 0,-1 1 0,1-1 0,0 1 0,-1 0 0,1 0 0,0 0 0,0 1 0,0-1 0,0 1 0,0 0 0,0 0 0,1 0 0,-1 0 0,0 0 0,-2 4 0,-5 4 0,1 0 0,0 1 0,1 0 0,-11 19 0,3-2 0,2 2 0,1-1 0,1 2 0,1 0 0,-6 33 0,8-19 0,2 1 0,2 0 0,1 47 0,8-1 0,4 1 0,3-2 0,25 93 0,6-6 0,22 104 0,-54-222 0,-2 0 0,-1 106 0,-8-138-455,-2 1 0,-12 54 0,1-33-6371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9.856"/>
    </inkml:context>
    <inkml:brush xml:id="br0">
      <inkml:brushProperty name="width" value="0.05" units="cm"/>
      <inkml:brushProperty name="height" value="0.05" units="cm"/>
      <inkml:brushProperty name="color" value="#FFFFFF"/>
    </inkml:brush>
  </inkml:definitions>
  <inkml:trace contextRef="#ctx0" brushRef="#br0">1 958 24575,'6'-17'0,"2"0"0,0 1 0,0 0 0,2 0 0,0 1 0,0 0 0,2 1 0,0 0 0,0 1 0,23-19 0,11-3 0,99-58 0,-24 19 0,-66 31 0,-55 43 0,0 0 0,0 0 0,0 0 0,0-1 0,0 1 0,1 0 0,-1 0 0,0 0 0,0 0 0,0 0 0,0 0 0,0 0 0,0 0 0,1 0 0,-1 0 0,0 0 0,0 0 0,0 0 0,0 0 0,0 0 0,1 0 0,-1 0 0,0 0 0,0 0 0,0 0 0,0 0 0,0 0 0,1 0 0,-1 0 0,0 0 0,0 0 0,0 0 0,0 0 0,0 0 0,1 0 0,-1 0 0,0 1 0,0-1 0,0 0 0,0 0 0,0 0 0,0 0 0,0 0 0,0 0 0,1 1 0,1 9 0,-3 18 0,0-24 0,-1 36 0,4 68 0,-1-94 0,1 0 0,0-1 0,1 1 0,1-1 0,0 0 0,0 0 0,2 0 0,12 22 0,-16-32 0,1 1 0,0 0 0,0-1 0,0 1 0,0-1 0,0 0 0,1 0 0,-1 0 0,1-1 0,0 1 0,0-1 0,0 0 0,0 0 0,0 0 0,1-1 0,4 2 0,-6-2 0,1-1 0,0 1 0,-1-1 0,1 0 0,-1 0 0,1-1 0,-1 1 0,1-1 0,0 0 0,-1 1 0,0-1 0,1-1 0,-1 1 0,0-1 0,1 1 0,-1-1 0,0 0 0,0 0 0,0 0 0,4-5 0,3-3 0,-1-1 0,0 0 0,-1 0 0,0-1 0,-1 0 0,0 0 0,-1 0 0,0-1 0,-1 0 0,6-27 0,-5 11 0,-1-1 0,-1 0 0,-2 0 0,-2-31 0,-2 43 0,2 18 0,0 0 0,0 0 0,0 0 0,0 0 0,0 0 0,0-1 0,0 1 0,-1 0 0,1 0 0,0 0 0,0 0 0,0 0 0,0 0 0,0 0 0,0 0 0,0 0 0,0 0 0,0 0 0,0 0 0,-1 0 0,1 0 0,0 0 0,0 0 0,0 0 0,0 0 0,0-1 0,0 1 0,0 0 0,-1 0 0,1 1 0,0-1 0,0 0 0,0 0 0,0 0 0,0 0 0,0 0 0,0 0 0,0 0 0,-1 0 0,1 0 0,0 0 0,0 0 0,0 0 0,0 0 0,0 0 0,0 0 0,0 0 0,0 0 0,0 0 0,0 1 0,0-1 0,0 0 0,-1 0 0,1 0 0,0 0 0,0 0 0,0 0 0,0 0 0,0 0 0,0 1 0,-1 2 0,-1 0 0,1 1 0,0-1 0,0 1 0,0 0 0,0 5 0,-2 13 0,2 1 0,1-1 0,3 35 0,-2-48 0,0 0 0,1 1 0,0-1 0,1 0 0,0-1 0,0 1 0,1 0 0,0-1 0,1 0 0,-1 0 0,9 10 0,-11-16 0,0 1 0,1-1 0,-1 0 0,1 1 0,-1-1 0,1 0 0,0 0 0,0-1 0,0 1 0,0-1 0,0 1 0,0-1 0,0 0 0,1 0 0,-1-1 0,6 2 0,-4-2 0,0 0 0,0-1 0,-1 0 0,1 1 0,0-1 0,-1-1 0,1 1 0,0-1 0,-1 0 0,7-3 0,2-3 0,0-1 0,-1 0 0,-1-1 0,1 0 0,-2 0 0,16-19 0,-10 7 0,-1-1 0,0-1 0,-2 0 0,-1 0 0,-1-1 0,-1-1 0,-1 0 0,-1 0 0,-1-1 0,4-41 0,-8 44 0,-1 0 0,-1-1 0,-1 1 0,-1-1 0,-2 1 0,0-1 0,-2 1 0,0 0 0,-2 1 0,0 0 0,-2 0 0,-11-22 0,15 36 0,0 1 0,0-1 0,-1 1 0,0 1 0,0-1 0,-10-7 0,15 13 0,-1 1 0,1 0 0,-1-1 0,0 1 0,0 0 0,1 0 0,-1 0 0,0 0 0,0 0 0,0 0 0,0 1 0,0-1 0,0 0 0,-1 1 0,1 0 0,0 0 0,0-1 0,0 1 0,0 0 0,0 1 0,0-1 0,-1 0 0,1 1 0,0-1 0,0 1 0,0 0 0,0-1 0,0 1 0,0 0 0,0 0 0,1 0 0,-1 1 0,0-1 0,-1 2 0,-2 2 0,0 0 0,1 1 0,0 0 0,0 0 0,0 0 0,1 0 0,0 1 0,0-1 0,0 1 0,1 0 0,0-1 0,0 1 0,0 9 0,-2 12 0,0 53 0,4-55 0,2 0 0,1 0 0,0 0 0,2 0 0,1-1 0,2 0 0,11 29 0,-12-37 0,1 0 0,1 0 0,0-1 0,2 0 0,-1 0 0,2-1 0,0-1 0,1 0 0,0-1 0,26 20 0,-30-27 0,-1-1 0,1 0 0,-1 0 0,1-1 0,1 0 0,-1-1 0,1 0 0,-1 0 0,1-1 0,0 0 0,0-1 0,0 0 0,-1-1 0,1 0 0,0 0 0,17-4 0,-16 2 0,0-1 0,0-1 0,-1 0 0,1 0 0,-1-1 0,0 0 0,0-1 0,-1 0 0,1-1 0,-2 0 0,1 0 0,-1-1 0,0 0 0,10-13 0,-7 6 0,-1-1 0,-1 0 0,0 0 0,-2-1 0,1 0 0,-2 0 0,-1-1 0,0 0 0,-1 0 0,-1 0 0,1-22 0,-2 11 0,-2 1 0,0-1 0,-2 1 0,-2-1 0,0 1 0,-14-43 0,16 63 0,-1 1 0,0-1 0,0 1 0,-1 0 0,-6-10 0,9 15 0,0 1 0,1 0 0,-1 0 0,0 0 0,1 0 0,-1 0 0,0 1 0,0-1 0,0 0 0,0 0 0,0 1 0,0-1 0,0 0 0,0 1 0,0-1 0,-1 1 0,1-1 0,0 1 0,0 0 0,0-1 0,-1 1 0,1 0 0,0 0 0,0 0 0,-1 0 0,1 0 0,0 0 0,0 0 0,-1 0 0,1 1 0,0-1 0,0 0 0,0 1 0,0-1 0,-1 1 0,1-1 0,0 1 0,0 0 0,0-1 0,0 1 0,0 0 0,0 0 0,-1 1 0,-2 3 0,1-1 0,0 0 0,0 1 0,0 0 0,1 0 0,-1 0 0,1 0 0,0 0 0,1 0 0,-1 0 0,1 1 0,0-1 0,-1 7 0,1 9 0,1 43 0,4-18-273,1 0 0,3 0 0,2 0 0,16 45 0,-10-41-6553</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0.312"/>
    </inkml:context>
    <inkml:brush xml:id="br0">
      <inkml:brushProperty name="width" value="0.05" units="cm"/>
      <inkml:brushProperty name="height" value="0.05" units="cm"/>
      <inkml:brushProperty name="color" value="#FFFFFF"/>
    </inkml:brush>
  </inkml:definitions>
  <inkml:trace contextRef="#ctx0" brushRef="#br0">237 363 24575,'1'-14'0,"1"1"0,0-1 0,1 1 0,8-24 0,4-17 0,-10 31 0,-2 0 0,2-41 0,-5 59 0,0 0 0,0 0 0,0-1 0,-1 1 0,1 0 0,-1 0 0,-1 0 0,1 0 0,-1 1 0,0-1 0,0 0 0,0 0 0,0 1 0,-1 0 0,0-1 0,0 1 0,0 0 0,0 0 0,-6-4 0,6 7 0,0-1 0,0 1 0,-1 0 0,1-1 0,0 1 0,-1 1 0,1-1 0,-1 1 0,1-1 0,-1 1 0,1 0 0,-1 0 0,1 1 0,-1-1 0,1 1 0,-1-1 0,1 1 0,-1 0 0,1 0 0,0 1 0,0-1 0,-1 1 0,1 0 0,-3 2 0,-6 3 0,0 1 0,1 0 0,0 1 0,-17 17 0,18-16 0,1 1 0,0 0 0,1 0 0,0 1 0,1 0 0,0 1 0,-8 20 0,13-27 0,0 0 0,0 1 0,1-1 0,0 1 0,0-1 0,0 1 0,1-1 0,0 1 0,0 0 0,0-1 0,1 1 0,0-1 0,1 1 0,-1-1 0,1 1 0,1-1 0,-1 0 0,5 7 0,1 1 0,1-1 0,1 0 0,0 0 0,1-1 0,22 19 0,69 45 0,-15-12 0,-83-61 0,0 0 0,-1 1 0,1-1 0,-1 1 0,0 0 0,0 0 0,5 8 0,-8-11 0,1 0 0,-1-1 0,0 1 0,0 0 0,1 0 0,-1 0 0,0 0 0,0-1 0,0 1 0,0 0 0,0 0 0,0 0 0,0 0 0,0-1 0,0 1 0,-1 0 0,1 0 0,0 0 0,0-1 0,-1 2 0,0 0 0,0-1 0,0 0 0,-1 0 0,1 0 0,0-1 0,0 1 0,0 0 0,-1 0 0,1-1 0,0 1 0,-1-1 0,1 1 0,0-1 0,-1 1 0,1-1 0,-3 0 0,-6 2-170,0-2-1,0 1 0,-1-1 1,1-1-1,0 0 0,0 0 1,-11-4-1,-12-2-6655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0.516"/>
    </inkml:context>
    <inkml:brush xml:id="br0">
      <inkml:brushProperty name="width" value="0.05" units="cm"/>
      <inkml:brushProperty name="height" value="0.05" units="cm"/>
      <inkml:brushProperty name="color" value="#FFFFFF"/>
    </inkml:brush>
  </inkml:definitions>
  <inkml:trace contextRef="#ctx0" brushRef="#br0">0 40 24575,'51'-16'0,"-38"11"0,0 1 0,0 0 0,0 1 0,0 0 0,0 1 0,15-1 0,-25 3 0,1 0 0,-1 1 0,1 0 0,-1-1 0,0 1 0,1 0 0,-1 0 0,0 1 0,0-1 0,0 1 0,0-1 0,0 1 0,0 0 0,0 0 0,0 1 0,-1-1 0,1 0 0,-1 1 0,0-1 0,0 1 0,0 0 0,0 0 0,0 0 0,0 0 0,-1 0 0,1 0 0,-1 1 0,1 4 0,11 37 0,-2 1 0,6 61 0,5 23 0,-19-117 19,42 152-1403,-34-137-5442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1.012"/>
    </inkml:context>
    <inkml:brush xml:id="br0">
      <inkml:brushProperty name="width" value="0.05" units="cm"/>
      <inkml:brushProperty name="height" value="0.05" units="cm"/>
      <inkml:brushProperty name="color" value="#FFFFFF"/>
    </inkml:brush>
  </inkml:definitions>
  <inkml:trace contextRef="#ctx0" brushRef="#br0">18 383 24575,'-15'-3'0,"15"3"0,0 0 0,-1 0 0,1 0 0,0 0 0,0-1 0,0 1 0,0 0 0,0 0 0,-1 0 0,1-1 0,0 1 0,0 0 0,0 0 0,0 0 0,0-1 0,0 1 0,0 0 0,0 0 0,0-1 0,0 1 0,0 0 0,0 0 0,0-1 0,0 1 0,0 0 0,0 0 0,0-1 0,0 1 0,0 0 0,0-1 0,1 0 0,0-1 0,0 1 0,1-1 0,-1 1 0,0 0 0,0-1 0,1 1 0,-1 0 0,1 0 0,-1 0 0,1 0 0,2-1 0,142-67 0,-78 39 0,-2-2 0,70-47 0,-125 72 0,-1-1 0,1-1 0,-2 0 0,13-13 0,-20 18 0,1 1 0,-1-1 0,1 0 0,-1 1 0,0-1 0,0 0 0,2-8 0,-4 11 0,0-1 0,1 0 0,-1 0 0,0 0 0,0-1 0,0 1 0,0 0 0,0 0 0,0 0 0,-1 0 0,1 0 0,-1 1 0,1-1 0,-1 0 0,0 0 0,0 0 0,-1-2 0,1 3 0,0 0 0,1 0 0,-1 0 0,0 0 0,0 0 0,0 0 0,0 0 0,0 0 0,0 0 0,0 1 0,0-1 0,0 0 0,0 1 0,0-1 0,0 1 0,-1-1 0,1 1 0,0-1 0,0 1 0,-1 0 0,1 0 0,0 0 0,-2-1 0,0 2 0,0-1 0,0 1 0,0 0 0,1-1 0,-1 1 0,0 0 0,0 1 0,1-1 0,-1 0 0,-2 2 0,-4 4 0,0 0 0,1 0 0,-1 1 0,-8 11 0,6-5 0,0 0 0,1 0 0,1 1 0,0 0 0,1 1 0,1 0 0,0 0 0,2 1 0,-1-1 0,2 1 0,0 1 0,1-1 0,-1 29 0,4-43 0,0-1 0,0 0 0,0 1 0,1-1 0,-1 1 0,1-1 0,-1 1 0,1-1 0,0 0 0,0 1 0,0-1 0,0 0 0,0 0 0,0 0 0,1 0 0,-1 0 0,1 0 0,-1 0 0,1 0 0,3 3 0,-2-4 0,-1 0 0,0 0 0,1 0 0,-1 0 0,1-1 0,-1 1 0,1-1 0,0 1 0,-1-1 0,1 0 0,-1 0 0,1 0 0,-1 0 0,1-1 0,0 1 0,-1-1 0,1 1 0,-1-1 0,5-2 0,3-2 0,0 0 0,0 0 0,-1-1 0,0 0 0,0-1 0,0 0 0,-1 0 0,0-1 0,-1 0 0,0-1 0,11-15 0,-6 5 0,-1-1 0,0 0 0,-1-1 0,11-35 0,-19 53 0,0 12 0,0 26 0,0 6 0,-1-34-114,0 0 1,1 0-1,0 0 0,0-1 0,1 1 1,0 0-1,0-1 0,1 0 0,-1 0 1,1 0-1,10 11 0,-1-5-6712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1.682"/>
    </inkml:context>
    <inkml:brush xml:id="br0">
      <inkml:brushProperty name="width" value="0.05" units="cm"/>
      <inkml:brushProperty name="height" value="0.05" units="cm"/>
      <inkml:brushProperty name="color" value="#FFFFFF"/>
    </inkml:brush>
  </inkml:definitions>
  <inkml:trace contextRef="#ctx0" brushRef="#br0">161 413 24575,'-9'-18'0,"7"11"0,-1 0 0,-1 0 0,1 0 0,-1 1 0,0 0 0,-9-10 0,12 15 0,0 0 0,0 1 0,0-1 0,0 0 0,0 0 0,0 1 0,0-1 0,0 1 0,0-1 0,-1 1 0,1 0 0,0-1 0,0 1 0,-1 0 0,1 0 0,0 0 0,0-1 0,-3 2 0,2-1 0,0 1 0,0 0 0,0-1 0,-1 1 0,1 0 0,0 1 0,0-1 0,0 0 0,1 1 0,-1-1 0,0 1 0,0-1 0,-2 4 0,-3 4 0,0 0 0,1 1 0,0 0 0,0 0 0,1 0 0,0 1 0,1-1 0,0 1 0,1 0 0,0 0 0,-1 14 0,2-12 0,1 0 0,0 1 0,0-1 0,2 1 0,0-1 0,0 1 0,1-1 0,1 0 0,5 17 0,-6-25 0,0 0 0,0-1 0,0 1 0,0-1 0,1 0 0,0 0 0,0 0 0,0 0 0,0 0 0,1 0 0,-1-1 0,1 1 0,0-1 0,0 0 0,0-1 0,6 4 0,-5-4 0,1 0 0,0 0 0,-1-1 0,1 1 0,0-1 0,0 0 0,0-1 0,0 0 0,0 0 0,0 0 0,12-2 0,-5-1 0,0-1 0,0 0 0,0 0 0,0-2 0,-1 1 0,0-2 0,0 0 0,-1 0 0,1-1 0,-2 0 0,13-12 0,-10 6 0,-1 0 0,-1-1 0,0-1 0,-1 0 0,-1 0 0,0-1 0,-1 0 0,-1-1 0,-1 1 0,0-1 0,-2 0 0,0-1 0,0 1 0,0-21 0,-3 11 0,0 0 0,-2 1 0,-1-1 0,-1 0 0,-1 1 0,-2 0 0,-1 0 0,-19-50 0,24 72 0,1 0 0,-1 1 0,0 0 0,0-1 0,-1 1 0,1 0 0,-1 0 0,0 0 0,0 0 0,0 1 0,-1-1 0,1 1 0,-7-5 0,10 8 0,-1 0 0,1 0 0,-1 0 0,0 0 0,1-1 0,-1 1 0,1 0 0,-1 0 0,1 0 0,-1 0 0,1 0 0,-1 0 0,0 0 0,1 0 0,-1 1 0,1-1 0,-1 0 0,1 0 0,-1 0 0,1 1 0,-1-1 0,1 0 0,-1 0 0,1 1 0,-1-1 0,1 0 0,0 1 0,-1-1 0,1 1 0,-1-1 0,1 1 0,0-1 0,-1 0 0,1 1 0,0-1 0,0 1 0,-1 0 0,1-1 0,0 1 0,0-1 0,0 1 0,0-1 0,0 1 0,0 0 0,-4 29 0,4-27 0,0 28 0,1 1 0,2-1 0,7 34 0,28 92 0,-37-151 0,29 91 0,-25-85 0,0 1 0,1-1 0,0-1 0,1 1 0,12 16 0,-18-27 0,0 1 0,0-1 0,0 0 0,0 1 0,0-1 0,1 0 0,-1 0 0,0 1 0,1-1 0,-1 0 0,1-1 0,-1 1 0,1 0 0,0 0 0,-1-1 0,1 1 0,0-1 0,-1 1 0,1-1 0,0 0 0,0 1 0,-1-1 0,1 0 0,0 0 0,0 0 0,0-1 0,-1 1 0,1 0 0,0-1 0,-1 1 0,1-1 0,0 1 0,-1-1 0,1 0 0,0 0 0,-1 0 0,1 0 0,-1 0 0,0 0 0,1 0 0,-1 0 0,0-1 0,2-1 0,5-6 0,-1-1 0,0 0 0,-1 0 0,0 0 0,5-14 0,-7 17 0,24-58 0,-26 58 0,0 1 0,0-1 0,0 0 0,-1 0 0,0 0 0,0 0 0,-1-11 0,0 18 0,1 0 0,-1-1 0,0 1 0,0-1 0,0 1 0,-1 0 0,1-1 0,0 1 0,0 0 0,0-1 0,0 1 0,0 0 0,0-1 0,0 1 0,-1 0 0,1-1 0,0 1 0,0 0 0,0-1 0,-1 1 0,1 0 0,0 0 0,0-1 0,-1 1 0,1 0 0,0 0 0,-1 0 0,1-1 0,0 1 0,0 0 0,-1 0 0,1 0 0,-1 0 0,1 0 0,0-1 0,-1 1 0,1 0 0,0 0 0,-1 0 0,1 0 0,0 0 0,-1 0 0,1 0 0,0 1 0,-1-1 0,1 0 0,-1 0 0,1 0 0,0 0 0,-1 0 0,1 0 0,0 1 0,0-1 0,-1 0 0,1 0 0,0 0 0,-1 1 0,1-1 0,0 0 0,0 1 0,-1-1 0,1 1 0,-18 17 0,9-9 0,6-6 0,0 0 0,1 0 0,-1 0 0,0 0 0,1 1 0,0-1 0,0 1 0,0-1 0,0 1 0,0 0 0,1-1 0,-2 7 0,3-9 0,1 0 0,-1 0 0,0-1 0,0 1 0,1 0 0,-1-1 0,1 1 0,-1 0 0,1-1 0,-1 1 0,1 0 0,-1-1 0,1 1 0,-1-1 0,1 1 0,0-1 0,-1 1 0,1-1 0,0 0 0,-1 1 0,1-1 0,0 0 0,0 1 0,-1-1 0,1 0 0,0 0 0,0 0 0,0 0 0,1 0 0,29 2 0,-22-2 0,6 2 0,0 0 0,0 1 0,0 0 0,-1 1 0,1 1 0,-1 0 0,0 1 0,19 12 0,-24-14 0,-1 1 0,0 0 0,-1 1 0,1 0 0,-1 0 0,0 1 0,-1 0 0,1 0 0,-1 1 0,-1-1 0,1 1 0,-1 1 0,-1-1 0,6 14 0,-5 3-1365,-5-4-5461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4.917"/>
    </inkml:context>
    <inkml:brush xml:id="br0">
      <inkml:brushProperty name="width" value="0.05" units="cm"/>
      <inkml:brushProperty name="height" value="0.05" units="cm"/>
      <inkml:brushProperty name="color" value="#FFFFFF"/>
    </inkml:brush>
  </inkml:definitions>
  <inkml:trace contextRef="#ctx0" brushRef="#br0">97 401 24575,'67'-27'0,"-46"20"0,30-15 0,-41 16 0,0 0 0,0-1 0,0 0 0,-1-1 0,0 0 0,0 0 0,-1-1 0,0 0 0,-1 0 0,0-1 0,0 0 0,7-16 0,-10 18 0,-1 1 0,-1 0 0,1-1 0,-1 1 0,0-1 0,-1 0 0,0 0 0,0 0 0,-1 0 0,0 1 0,0-1 0,0 0 0,-1 0 0,-1 0 0,1 0 0,-1 1 0,-1-1 0,1 1 0,-8-14 0,9 18 0,-1-1 0,0 1 0,0-1 0,0 1 0,-1 0 0,1 0 0,-1 0 0,0 0 0,0 0 0,0 1 0,0-1 0,0 1 0,0 0 0,-1 0 0,1 0 0,-1 0 0,1 1 0,-1-1 0,0 1 0,0 0 0,0 0 0,0 1 0,1-1 0,-1 1 0,0-1 0,0 1 0,0 1 0,0-1 0,0 0 0,0 1 0,-6 1 0,0 2 0,0 0 0,1 0 0,-1 0 0,1 1 0,-1 1 0,1 0 0,1 0 0,-1 1 0,1 0 0,-12 13 0,3 0 0,0 1 0,2 0 0,0 1 0,-12 25 0,21-35 0,0 0 0,1 1 0,0 0 0,1 0 0,0 0 0,2 0 0,-1 0 0,1 1 0,1 23 0,1-34 0,0 0 0,0 1 0,0-1 0,1 0 0,0 0 0,0 0 0,0 1 0,0-1 0,0 0 0,0 0 0,1-1 0,0 1 0,-1 0 0,1 0 0,0-1 0,0 1 0,0-1 0,1 0 0,4 4 0,-3-3 0,0-1 0,0 0 0,1 0 0,-1-1 0,1 1 0,0-1 0,-1 0 0,1 0 0,0 0 0,0-1 0,0 0 0,4 0 0,7-1 0,-1-1 0,-1 0 0,1-1 0,0-1 0,-1 0 0,1-1 0,20-10 0,-14 2 0,34-25 0,6-3 0,-60 40 0,0 0 0,0 1 0,0 0 0,0-1 0,0 1 0,0-1 0,0 1 0,1 0 0,-1 0 0,0 0 0,0 0 0,0 0 0,0 0 0,0 0 0,0 0 0,0 0 0,1 0 0,-1 0 0,0 1 0,0-1 0,0 1 0,0-1 0,0 1 0,0-1 0,0 1 0,0-1 0,0 1 0,-1 0 0,1-1 0,0 1 0,0 0 0,0 0 0,-1 0 0,1 0 0,0 0 0,-1-1 0,1 1 0,-1 0 0,1 1 0,-1-1 0,1 2 0,3 7 0,0 0 0,-1 1 0,2 17 0,-1-12 0,60 225 0,31 131 0,-93-362 0,3 6 0,-2 1 0,0 0 0,0 0 0,-2 0 0,0 1 0,-1-1 0,-3 23 0,2-37 0,1 0 0,-1 0 0,0 0 0,0 0 0,0-1 0,0 1 0,0 0 0,-1-1 0,1 1 0,-1-1 0,0 0 0,0 1 0,0-1 0,0 0 0,0 0 0,0 0 0,0 0 0,-1-1 0,-3 3 0,2-2 0,0-1 0,-1 1 0,1-1 0,0 0 0,-1 0 0,1-1 0,-1 0 0,1 1 0,0-1 0,-1-1 0,-7 0 0,-2-2 0,0-1 0,0 0 0,1-1 0,0 0 0,0-1 0,0-1 0,-12-8 0,10 5 0,1-1 0,0-1 0,1-1 0,0 1 0,1-2 0,1 0 0,0 0 0,1-1 0,0-1 0,1 1 0,1-1 0,1-1 0,-11-33 0,16 40 0,-1-1 0,1 0 0,1 0 0,0 1 0,1-1 0,0 0 0,0 0 0,1 0 0,1 0 0,4-16 0,-3 18 0,0 0 0,1 1 0,0-1 0,0 1 0,1 0 0,0 0 0,1 1 0,-1 0 0,1 0 0,1 0 0,0 0 0,0 1 0,13-9 0,-7 7 29,0 0-1,1 1 1,0 1-1,0 0 0,0 1 1,1 0-1,-1 1 1,1 1-1,0 1 1,0 0-1,26 0 1,-21 2-219,-1 1 0,1 1 1,0 1-1,-1 1 0,0 1 1,0 0-1,0 1 1,27 14-1,-28-11-6636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5.123"/>
    </inkml:context>
    <inkml:brush xml:id="br0">
      <inkml:brushProperty name="width" value="0.05" units="cm"/>
      <inkml:brushProperty name="height" value="0.05" units="cm"/>
      <inkml:brushProperty name="color" value="#FFFFFF"/>
    </inkml:brush>
  </inkml:definitions>
  <inkml:trace contextRef="#ctx0" brushRef="#br0">1 88 24575,'4'-9'0,"-1"0"0,0-1 0,2-9 0,5-18 0,-8 33 0,-1 6 0,0 10 0,-4 18 0,0-10-136,0 0-1,2 1 1,0 0-1,1-1 1,1 1-1,1-1 1,1 1-1,1-1 0,10 34 1,-6-36-6690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5.281"/>
    </inkml:context>
    <inkml:brush xml:id="br0">
      <inkml:brushProperty name="width" value="0.05" units="cm"/>
      <inkml:brushProperty name="height" value="0.05" units="cm"/>
      <inkml:brushProperty name="color" value="#FFFFFF"/>
    </inkml:brush>
  </inkml:definitions>
  <inkml:trace contextRef="#ctx0" brushRef="#br0">24 172 24575,'0'-11'0,"-3"-12"0,0-10 0,-1-2 0,-1 2 0,-1 9 0,4 12 0,5 13 0,4 9 0,5 9 0,-1 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5.451"/>
    </inkml:context>
    <inkml:brush xml:id="br0">
      <inkml:brushProperty name="width" value="0.05" units="cm"/>
      <inkml:brushProperty name="height" value="0.05" units="cm"/>
      <inkml:brushProperty name="color" value="#FFFFFF"/>
    </inkml:brush>
  </inkml:definitions>
  <inkml:trace contextRef="#ctx0" brushRef="#br0">1 0 24575,'3'3'0,"3"1"0,4 0 0,0 1 0,1 6 0,-1 7 0,0 5 0,-2 7 0,1 9 0,2 10 0,1 9 0,2 7 0,0 2 0,-1 1 0,0 0 0,0-6 0,-2-6 0,-3-11-8191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5.983"/>
    </inkml:context>
    <inkml:brush xml:id="br0">
      <inkml:brushProperty name="width" value="0.05" units="cm"/>
      <inkml:brushProperty name="height" value="0.05" units="cm"/>
      <inkml:brushProperty name="color" value="#FFFFFF"/>
    </inkml:brush>
  </inkml:definitions>
  <inkml:trace contextRef="#ctx0" brushRef="#br0">21 418 24575,'-3'-7'0,"-1"0"0,1 0 0,1 0 0,-1-1 0,2 1 0,-3-10 0,4 16 0,0-1 0,0 0 0,0 0 0,0 1 0,0-1 0,0 0 0,0 0 0,0 1 0,1-1 0,-1 0 0,1 0 0,-1 1 0,1-1 0,0 0 0,0 1 0,0-1 0,0 1 0,0-1 0,0 1 0,0 0 0,0-1 0,0 1 0,1 0 0,-1 0 0,0 0 0,1 0 0,-1 0 0,1 0 0,0 0 0,-1 0 0,1 1 0,1-2 0,14-2 0,1 1 0,-1 0 0,1 1 0,0 1 0,23 2 0,37-4 0,-66 2 0,1-1 0,-1 0 0,0-1 0,0 0 0,0-1 0,16-8 0,-23 9 0,-1 1 0,1-1 0,-1 0 0,1 0 0,-1-1 0,0 1 0,-1-1 0,1 0 0,-1 0 0,1 0 0,-1-1 0,0 1 0,-1-1 0,1 0 0,-1 0 0,0 1 0,2-9 0,0-4 0,-1-1 0,-1 1 0,-1 0 0,0-1 0,-1 1 0,-1-1 0,-1 1 0,-5-25 0,3 33 0,1 13 0,0 18 0,2 100 0,23 201 0,-19-291 0,-1 1 0,-1-14 0,1-1 0,0 0 0,2 1 0,8 29 0,-12-47 0,0-1 0,1 1 0,-1-1 0,0 1 0,0-1 0,0 1 0,1 0 0,-1-1 0,0 1 0,1-1 0,-1 1 0,1-1 0,-1 1 0,0-1 0,1 0 0,-1 1 0,1-1 0,-1 1 0,1-1 0,0 0 0,-1 1 0,1-1 0,-1 0 0,2 1 0,-2-2 0,1 1 0,0 0 0,-1 0 0,1-1 0,-1 1 0,1 0 0,-1 0 0,1-1 0,-1 1 0,1-1 0,-1 1 0,1-1 0,-1 1 0,1 0 0,-1-1 0,1 0 0,-1 1 0,0-1 0,1 0 0,12-31 0,14-64 0,17-53 0,-42 142 0,1 0 0,-1 1 0,1-1 0,1 1 0,-1 0 0,1 0 0,0 0 0,9-9 0,-11 14 0,-1 0 0,0 0 0,1 0 0,-1 0 0,1 0 0,-1 0 0,1 0 0,-1 0 0,1 1 0,0-1 0,-1 1 0,1-1 0,0 1 0,-1 0 0,1-1 0,0 1 0,0 0 0,-1 0 0,1 0 0,0 0 0,0 1 0,-1-1 0,1 0 0,0 1 0,-1-1 0,1 1 0,0 0 0,-1-1 0,1 1 0,-1 0 0,1 0 0,-1 0 0,1 0 0,-1 0 0,0 1 0,1-1 0,-1 0 0,0 0 0,2 4 0,5 4 0,-1 1 0,0 1 0,0-1 0,-1 1 0,0 0 0,4 13 0,22 74 0,-5-11 0,-25-82-76,-1 0 1,1-1-1,1 1 0,-1 0 0,1-1 0,0 0 0,0 1 0,0-1 1,0-1-1,1 1 0,-1 0 0,1-1 0,0 0 0,0 1 1,1-2-1,-1 1 0,8 3 0,7 0-6750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6.372"/>
    </inkml:context>
    <inkml:brush xml:id="br0">
      <inkml:brushProperty name="width" value="0.05" units="cm"/>
      <inkml:brushProperty name="height" value="0.05" units="cm"/>
      <inkml:brushProperty name="color" value="#FFFFFF"/>
    </inkml:brush>
  </inkml:definitions>
  <inkml:trace contextRef="#ctx0" brushRef="#br0">66 120 24575,'0'-7'0,"0"0"0,-1 0 0,1 0 0,-1 1 0,-1-1 0,1 0 0,-1 0 0,-1 1 0,1-1 0,-1 1 0,0 0 0,0 0 0,-1 0 0,0 0 0,0 0 0,-6-6 0,10 12 0,0 0 0,-1-1 0,1 1 0,0 0 0,0-1 0,-1 1 0,1 0 0,0 0 0,-1 0 0,1-1 0,0 1 0,-1 0 0,1 0 0,-1 0 0,1-1 0,0 1 0,-1 0 0,1 0 0,-1 0 0,1 0 0,0 0 0,-1 0 0,1 0 0,-1 0 0,1 0 0,0 0 0,-1 0 0,1 0 0,-1 1 0,1-1 0,0 0 0,-1 0 0,1 0 0,0 0 0,-1 1 0,1-1 0,-7 17 0,4 27 0,3-40 0,0 22 0,2 0 0,8 48 0,-8-65 0,0 1 0,1 0 0,0-1 0,0 1 0,1-1 0,1 0 0,0 0 0,0-1 0,0 1 0,11 11 0,-13-17 0,0 0 0,0-1 0,0 1 0,0-1 0,1 1 0,-1-1 0,1 0 0,-1-1 0,1 1 0,0-1 0,0 1 0,0-1 0,0 0 0,0 0 0,0-1 0,0 1 0,0-1 0,0 0 0,0 0 0,0-1 0,0 1 0,0-1 0,0 1 0,0-1 0,0-1 0,0 1 0,-1 0 0,1-1 0,4-2 0,1-1 0,0-1 0,0 0 0,-1 0 0,0-1 0,0 0 0,0 0 0,-1-1 0,0 0 0,0 0 0,5-11 0,1-6 0,0 0 0,-2-1 0,-1 0 0,12-54 0,-24 108 0,0-7 0,2-1 0,2 36 0,-2-52 0,1 1 0,-1-1 0,1 1 0,0-1 0,0 0 0,1 0 0,0 1 0,-1-1 0,1 0 0,1 0 0,-1-1 0,0 1 0,1 0 0,0-1 0,0 1 0,0-1 0,0 0 0,5 3 0,-5-4-65,0-1 0,0 1 0,0-1 0,0 0 0,0 0 0,0-1 0,0 1 0,0 0 0,0-1 0,0 0 0,0 0 0,0 0 0,1 0 0,-1 0 0,0-1 0,0 1 0,0-1 0,0 0 0,0 0 0,4-2 0,15-8-6761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6.760"/>
    </inkml:context>
    <inkml:brush xml:id="br0">
      <inkml:brushProperty name="width" value="0.05" units="cm"/>
      <inkml:brushProperty name="height" value="0.05" units="cm"/>
      <inkml:brushProperty name="color" value="#FFFFFF"/>
    </inkml:brush>
  </inkml:definitions>
  <inkml:trace contextRef="#ctx0" brushRef="#br0">0 485 24575,'8'-145'0,"-1"29"0,-5 71 0,0-2 0,-6-70 0,1 103 0,3 14 0,-1 0 0,1 0 0,0 0 0,0 0 0,0 0 0,0 0 0,0 0 0,0 0 0,0 0 0,0 0 0,0 0 0,0-1 0,0 1 0,0 0 0,0 0 0,0 0 0,0 0 0,0 0 0,0 0 0,0 0 0,-1 0 0,1 0 0,0 0 0,0 0 0,0 0 0,0 0 0,0 0 0,0 0 0,0 0 0,0 0 0,0 0 0,0 0 0,0 0 0,0 0 0,0 0 0,-1 0 0,1 0 0,0 0 0,0 0 0,0 0 0,0 0 0,0 0 0,0 0 0,0 1 0,0-1 0,0 0 0,0 0 0,0 0 0,0 0 0,0 0 0,0 0 0,0 0 0,0 0 0,0 0 0,0 0 0,0 0 0,0 0 0,0 0 0,0 0 0,0 0 0,-1 1 0,1-1 0,0 0 0,0 0 0,0 0 0,1 0 0,-1 0 0,-5 23 0,2 65 0,3 0 0,4-1 0,4 0 0,3 0 0,28 104 0,-36-180 0,-2-5 0,0 0 0,0-1 0,1 1 0,-1-1 0,1 1 0,1-1 0,-1 0 0,1 0 0,0 0 0,0 0 0,6 7 0,-9-12 0,1 1 0,-1-1 0,0 0 0,1 1 0,-1-1 0,1 0 0,-1 0 0,0 1 0,1-1 0,-1 0 0,1 0 0,-1 0 0,1 1 0,-1-1 0,1 0 0,-1 0 0,1 0 0,-1 0 0,1 0 0,-1 0 0,1 0 0,-1 0 0,1 0 0,-1 0 0,1-1 0,-1 1 0,0 0 0,1 0 0,-1 0 0,1 0 0,-1-1 0,1 1 0,0-1 0,8-16 0,-1-23 0,-8 36 0,0-1 0,1 0 0,-1 0 0,1 1 0,0-1 0,1 1 0,-1-1 0,3-4 0,-3 8 0,0-1 0,0 1 0,0 0 0,1-1 0,-1 1 0,0 0 0,1 0 0,-1 0 0,1 0 0,-1 0 0,1 0 0,-1 0 0,1 1 0,0-1 0,-1 0 0,1 1 0,0-1 0,0 1 0,-1 0 0,1 0 0,0-1 0,0 1 0,-1 1 0,4-1 0,6 1 0,0 1 0,0 0 0,0 0 0,0 1 0,0 1 0,16 7 0,58 35 0,-79-42 0,-6-4 0,23 14 0,23 17 0,-41-27 0,0 0 0,0 0 0,0 1 0,0 0 0,-1 0 0,0 0 0,0 0 0,0 1 0,-1-1 0,3 8 0,-5-11 0,-1-1 0,1 0 0,-1 1 0,1-1 0,-1 0 0,0 1 0,0-1 0,0 1 0,0-1 0,0 1 0,0-1 0,0 0 0,-1 1 0,1-1 0,0 1 0,-1-1 0,1 0 0,-1 1 0,0-1 0,1 0 0,-1 0 0,0 1 0,0-1 0,1 0 0,-1 0 0,0 0 0,0 0 0,0 0 0,-1 0 0,1 0 0,0 0 0,0-1 0,0 1 0,-1 0 0,1-1 0,-2 1 0,-4 2 0,-1 0 0,1-1 0,-1 0 0,0 0 0,-10 0 0,-5 1-114,0-2 1,0-1-1,0-1 0,0-1 0,0-1 1,0-1-1,1 0 0,-1-2 0,1-1 1,1-1-1,-31-14 0,16 0-6712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7.211"/>
    </inkml:context>
    <inkml:brush xml:id="br0">
      <inkml:brushProperty name="width" value="0.05" units="cm"/>
      <inkml:brushProperty name="height" value="0.05" units="cm"/>
      <inkml:brushProperty name="color" value="#FFFFFF"/>
    </inkml:brush>
  </inkml:definitions>
  <inkml:trace contextRef="#ctx0" brushRef="#br0">3728 401 24575,'0'-4'0,"-1"-1"0,0 1 0,1 0 0,-2-1 0,1 1 0,0 0 0,-1 0 0,0 0 0,0 0 0,0 0 0,-1 0 0,1 1 0,-1-1 0,-4-4 0,-4-3 0,0 1 0,0 0 0,-15-9 0,-5-1 12,-1 1 0,-1 2 1,0 1-1,-46-15 0,-151-35-315,68 31-693,-236-21 0,-172 31-633,351 28 1629,-222 32 0,313-17 0,1 7 0,2 4 0,-135 51 0,200-57-99,0 2 1,2 3 0,0 3-1,3 1 1,1 4 0,-99 83-1,127-95 54,1 2-1,1 0 0,1 2 0,1 0 0,2 2 0,1 0 0,1 1 0,2 1 1,1 1-1,2 0 0,1 0 0,1 2 0,2-1 0,-5 41 0,10-38 36,2 0 0,1 0 0,2 1 0,1-1 0,3 0 0,0 0 0,17 56-1,-7-50 45,1 0-1,2 0 1,2-2-1,1 0 1,43 59-1,-25-48-94,3-2-1,1-1 1,74 62-1,-52-57-412,1-4 0,91 52 0,-54-46 256,3-5-1,1-4 1,3-5 0,156 39-1,-95-42-36,2-8 0,225 12 0,-198-35 61,0-8 0,241-32 0,-267 8 90,-2-8-1,300-97 1,-364 90-29,-1-4 1,151-85-1,-206 97 94,0-3 0,-3-1 0,-1-3 0,-2-1 0,-1-3 0,55-67 0,-80 85 78,-2-2 0,-1-1 0,0 0-1,-3-1 1,0 0 0,13-42 0,-20 48-24,-1 0-1,-2 0 1,0-1-1,-1 0 1,-2 1 0,0-1-1,-1 0 1,-1 0 0,-6-32-1,-2 21-16,0 0-1,-2 0 1,-2 1 0,-1 0-1,-1 2 1,-2-1-1,-1 2 1,-2 0 0,-31-37-1,0 9 33,-2 3 0,-2 1 0,-80-58 0,29 33 83,-4 5-1,-3 4 0,-3 6 1,-3 5-1,-2 5 1,-231-70-1,284 107 597,-100-13 1,125 26-407,0 1 0,-1 3 0,-59 6 1,3 11-2217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7.667"/>
    </inkml:context>
    <inkml:brush xml:id="br0">
      <inkml:brushProperty name="width" value="0.05" units="cm"/>
      <inkml:brushProperty name="height" value="0.05" units="cm"/>
      <inkml:brushProperty name="color" value="#FFFFFF"/>
    </inkml:brush>
  </inkml:definitions>
  <inkml:trace contextRef="#ctx0" brushRef="#br0">632 22 24575,'-2'-20'0,"1"20"0,1 0 0,0 0 0,0 0 0,0 0 0,0-1 0,0 1 0,0 0 0,0 0 0,-1 0 0,1 0 0,0 0 0,0 0 0,0 0 0,0 0 0,0 0 0,-1 0 0,1 0 0,0 0 0,0 0 0,0 0 0,0 0 0,0 0 0,-1 0 0,1 0 0,0 0 0,0 0 0,0 0 0,0 0 0,0 0 0,0 0 0,-1 0 0,1 0 0,0 0 0,0 1 0,0-1 0,0 0 0,0 0 0,0 0 0,0 0 0,-1 0 0,1 0 0,0 0 0,0 1 0,0-1 0,0 0 0,0 0 0,0 0 0,0 0 0,0 0 0,0 0 0,0 1 0,0-1 0,0 0 0,-15 35 0,-97 318 0,0 1 0,-230 486 0,337-831 40,-6 14-743,-10 33 1,16-37-6124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7.914"/>
    </inkml:context>
    <inkml:brush xml:id="br0">
      <inkml:brushProperty name="width" value="0.05" units="cm"/>
      <inkml:brushProperty name="height" value="0.05" units="cm"/>
      <inkml:brushProperty name="color" value="#FFFFFF"/>
    </inkml:brush>
  </inkml:definitions>
  <inkml:trace contextRef="#ctx0" brushRef="#br0">66 69 24575,'23'-49'0,"-12"29"0,-22 81 0,-22 111-455,8 2 0,-5 245 0,29-357-6371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8.288"/>
    </inkml:context>
    <inkml:brush xml:id="br0">
      <inkml:brushProperty name="width" value="0.05" units="cm"/>
      <inkml:brushProperty name="height" value="0.05" units="cm"/>
      <inkml:brushProperty name="color" value="#FFFFFF"/>
    </inkml:brush>
  </inkml:definitions>
  <inkml:trace contextRef="#ctx0" brushRef="#br0">1 10 24575,'0'-1'0,"0"0"0,0 1 0,1-1 0,-1 1 0,1-1 0,-1 1 0,0-1 0,1 1 0,-1-1 0,1 1 0,-1-1 0,1 1 0,-1 0 0,1-1 0,0 1 0,-1 0 0,1 0 0,-1-1 0,1 1 0,0 0 0,-1 0 0,1 0 0,0 0 0,-1-1 0,1 1 0,0 0 0,-1 0 0,2 1 0,21-1 0,-6 2 0,0 1 0,1 1 0,-2 1 0,1 0 0,24 12 0,76 46 0,-51-20 0,-1 3 0,-3 3 0,60 60 0,-44-30 0,109 144 0,-154-179-455,-2 1 0,39 78 0,-57-93-6371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8.524"/>
    </inkml:context>
    <inkml:brush xml:id="br0">
      <inkml:brushProperty name="width" value="0.05" units="cm"/>
      <inkml:brushProperty name="height" value="0.05" units="cm"/>
      <inkml:brushProperty name="color" value="#FFFFFF"/>
    </inkml:brush>
  </inkml:definitions>
  <inkml:trace contextRef="#ctx0" brushRef="#br0">0 1 24575,'58'1'0,"-1"4"0,0 1 0,77 20 0,-53-7 0,331 59 0,-399-76-124,1 0 0,1-1 0,-1-1 0,0-1 0,0 0 0,0 0-1,0-2 1,0 1 0,-1-2 0,21-7 0,1-9-6702</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8.776"/>
    </inkml:context>
    <inkml:brush xml:id="br0">
      <inkml:brushProperty name="width" value="0.05" units="cm"/>
      <inkml:brushProperty name="height" value="0.05" units="cm"/>
      <inkml:brushProperty name="color" value="#FFFFFF"/>
    </inkml:brush>
  </inkml:definitions>
  <inkml:trace contextRef="#ctx0" brushRef="#br0">1 521 24575,'5'-6'0,"8"-4"0,7-9 0,5-6 0,7-8 0,6-3 0,5-4 0,6-3 0,5-3 0,3-1 0,1 1 0,0 1 0,1-1 0,-2 3 0,-10 8-8191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9.009"/>
    </inkml:context>
    <inkml:brush xml:id="br0">
      <inkml:brushProperty name="width" value="0.05" units="cm"/>
      <inkml:brushProperty name="height" value="0.05" units="cm"/>
      <inkml:brushProperty name="color" value="#FFFFFF"/>
    </inkml:brush>
  </inkml:definitions>
  <inkml:trace contextRef="#ctx0" brushRef="#br0">282 635 24575,'-4'-1'0,"-121"-29"0,109 26 0,1-2 0,0 0 0,0-1 0,1 0 0,-25-17 0,36 21 0,0 1 0,0-1 0,0 1 0,1-1 0,-1 0 0,0 0 0,1-1 0,0 1 0,0 0 0,0-1 0,0 1 0,0-1 0,1 0 0,0 1 0,0-1 0,0 0 0,0 0 0,0 0 0,1 0 0,0 0 0,0 0 0,0 0 0,0 0 0,0 0 0,1 0 0,1-6 0,4-7 0,0 0 0,1 1 0,0 0 0,18-26 0,-15 25 0,165-271-1365,-154 252-5461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9.243"/>
    </inkml:context>
    <inkml:brush xml:id="br0">
      <inkml:brushProperty name="width" value="0.05" units="cm"/>
      <inkml:brushProperty name="height" value="0.05" units="cm"/>
      <inkml:brushProperty name="color" value="#FFFFFF"/>
    </inkml:brush>
  </inkml:definitions>
  <inkml:trace contextRef="#ctx0" brushRef="#br0">157 641 24575,'-8'0'0,"-11"0"0,-8-3 0,-2-6 0,1-7 0,6-7 0,6-6 0,8-11 0,10-9 0,5-6 0,6-6 0,2-3 0,3 1 0,-1 3 0,-2 4 0,-4 8 0,-6 10 0,-5 12-8191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9.438"/>
    </inkml:context>
    <inkml:brush xml:id="br0">
      <inkml:brushProperty name="width" value="0.05" units="cm"/>
      <inkml:brushProperty name="height" value="0.05" units="cm"/>
      <inkml:brushProperty name="color" value="#FFFFFF"/>
    </inkml:brush>
  </inkml:definitions>
  <inkml:trace contextRef="#ctx0" brushRef="#br0">448 606 24575,'-8'0'0,"-11"0"0,-8-2 0,-5-8 0,-2-6 0,-1-12 0,0-12 0,1-10 0,0-10 0,1-9 0,0-3 0,1-1 0,0 2 0,-1 6 0,7 16-8191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6.352"/>
    </inkml:context>
    <inkml:brush xml:id="br0">
      <inkml:brushProperty name="width" value="0.05" units="cm"/>
      <inkml:brushProperty name="height" value="0.05" units="cm"/>
      <inkml:brushProperty name="color" value="#FFFFFF"/>
    </inkml:brush>
  </inkml:definitions>
  <inkml:trace contextRef="#ctx0" brushRef="#br0">559 403 24575,'-10'-4'0,"9"3"0,-1 0 0,1 1 0,0-1 0,0 0 0,-1 1 0,1-1 0,0 1 0,-1 0 0,1-1 0,0 1 0,-1 0 0,-1 0 0,-2 0 0,0 1 0,0 0 0,0 0 0,0 0 0,0 1 0,0-1 0,0 1 0,0 0 0,1 1 0,-1-1 0,1 1 0,-1 0 0,1 0 0,0 0 0,0 1 0,-5 6 0,5-5 0,0 1 0,0-1 0,1 1 0,0 0 0,0 0 0,0 0 0,1 0 0,0 0 0,0 1 0,1-1 0,0 1 0,-1 11 0,-3 85 0,-11 124 0,-15-26 0,-9-1 0,-8-3 0,-110 282 0,57-232 0,99-242 0,0-1 0,1 0 0,-1 0 0,1 0 0,-1 1 0,1-1 0,0 5 0,1-8 0,0 0 0,0 0 0,0 0 0,0 0 0,0 0 0,1-1 0,-1 1 0,0 0 0,1 0 0,-1 0 0,0 0 0,1 0 0,-1-1 0,1 1 0,-1 0 0,1 0 0,-1-1 0,1 1 0,0 0 0,-1-1 0,1 1 0,0-1 0,0 1 0,-1-1 0,1 1 0,0-1 0,0 1 0,0-1 0,0 0 0,0 0 0,-1 1 0,1-1 0,0 0 0,2 0 0,14 2 0,1-2 0,-1 0 0,0-1 0,0-1 0,0 0 0,19-5 0,17-3 0,686-50-1874,8 53-1004,-565 7 2488,1894 29-27,-1268-13-1133,-746-15 1640,315-1-317,-283-4 1224,181-33-1,-258 34-535,-1-1-1,0 0 1,0-2-1,0 1 1,15-9-1,-27 12-374,-1 0-1,0 0 1,0 0-1,0 0 0,0-1 1,0 1-1,-1-1 1,1 1-1,-1-1 1,0 0-1,0 0 0,0 0 1,0 0-1,0-1 1,0 1-1,-1 0 1,0-1-1,0 1 0,0-1 1,0 0-1,0 1 1,-1-1-1,1 0 1,-1 1-1,0-1 0,0 0 1,-1 1-1,-1-8 1,-5-16-83,-1-1 0,-20-43 1,-1-5-2,8 4-2,3 0 0,3 0 0,3-1 0,4-1 0,3 0 0,3 0 0,3-1 0,21-138 0,43-124 0,-16 102 0,-27 130 0,7-38 0,-26 120 0,-2 1 0,0-1 0,-4-33 0,2 53 0,1 1 0,-1 0 0,1-1 0,-1 1 0,0 0 0,0 0 0,0 0 0,0-1 0,0 1 0,-1 0 0,1 0 0,-1 1 0,1-1 0,-1 0 0,0 0 0,1 1 0,-1-1 0,0 1 0,0 0 0,0-1 0,0 1 0,0 0 0,-1 0 0,-3-1 0,-5-1 0,-1 0 0,1 0 0,-22-1 0,19 3 0,-375-19-222,-2 33-229,286-8 333,-1362 100-1596,556-33 1894,-2-27-840,505-43 2981,228-3-1657,171 1-664,0 1 0,0 0 0,1 0 0,-1 0 0,0 1 0,0 1 0,1-1 0,0 1 0,-1 1 0,1 0 0,0 0 0,1 0 0,-1 1 0,1 0 0,0 0 0,0 1 0,0 0 0,1 1 0,0-1 0,0 1 0,-8 13 0,3-6 0,0 0 0,-1-1 0,0-1 0,-1 0 0,-22 16 0,16-14 0,1 1 0,-19 21 0,34-32-105,0 0 0,0 0 0,1 0 0,-1 0 0,1 1 0,0-1 0,0 1 0,1-1 0,-1 1 0,1 0 0,0 0 0,0 8 0,0 0-6721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7.004"/>
    </inkml:context>
    <inkml:brush xml:id="br0">
      <inkml:brushProperty name="width" value="0.05" units="cm"/>
      <inkml:brushProperty name="height" value="0.05" units="cm"/>
      <inkml:brushProperty name="color" value="#FFFFFF"/>
    </inkml:brush>
  </inkml:definitions>
  <inkml:trace contextRef="#ctx0" brushRef="#br0">256 398 24575,'3'-5'0,"1"1"0,-1-1 0,0 0 0,0 0 0,0 0 0,-1-1 0,0 1 0,0-1 0,0 1 0,-1-1 0,0 0 0,0 1 0,0-1 0,-1 0 0,0 0 0,0-6 0,0 10 0,0-1 0,-1 0 0,1 1 0,-1-1 0,1 1 0,-1-1 0,0 1 0,0-1 0,0 1 0,0 0 0,0-1 0,0 1 0,-1 0 0,1 0 0,-1 0 0,0 0 0,0 0 0,0 0 0,1 0 0,-2 1 0,1-1 0,0 1 0,0-1 0,0 1 0,-1 0 0,1 0 0,-1 0 0,1 0 0,-1 0 0,1 1 0,-1-1 0,1 1 0,-1-1 0,1 1 0,-1 0 0,0 0 0,-2 1 0,-3 0 0,0 0 0,1 1 0,-1 0 0,1 1 0,-1 0 0,1 0 0,0 0 0,0 1 0,0 0 0,1 1 0,0-1 0,-1 1 0,-8 9 0,2 0 0,0 0 0,1 0 0,0 1 0,-14 26 0,20-31 0,1 1 0,0 0 0,0-1 0,1 1 0,-4 20 0,7-29 0,1 1 0,0 0 0,0 0 0,0 0 0,0 0 0,0 0 0,0 0 0,1 0 0,-1 0 0,1-1 0,0 1 0,1 4 0,-1-5 0,1-1 0,-1 1 0,0 0 0,0-1 0,1 1 0,-1-1 0,1 0 0,-1 1 0,1-1 0,0 0 0,0 0 0,-1 0 0,1 0 0,0 0 0,0-1 0,0 1 0,0 0 0,0-1 0,4 1 0,-1 0 0,0-1 0,0 0 0,1-1 0,-1 1 0,0-1 0,0 0 0,0 0 0,1 0 0,-1-1 0,-1 0 0,1 0 0,0 0 0,0-1 0,-1 1 0,1-1 0,-1 0 0,0 0 0,6-7 0,3-2 0,-2 0 0,0 0 0,0-1 0,13-24 0,-8 9 0,-1-1 0,-2-1 0,-1 0 0,14-56 0,17-129 0,-43 214 0,1 123 0,4 39 0,-3-131 0,3 0 0,0-1 0,12 39 0,-8-48-1365,-2-6-5461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7.439"/>
    </inkml:context>
    <inkml:brush xml:id="br0">
      <inkml:brushProperty name="width" value="0.05" units="cm"/>
      <inkml:brushProperty name="height" value="0.05" units="cm"/>
      <inkml:brushProperty name="color" value="#FFFFFF"/>
    </inkml:brush>
  </inkml:definitions>
  <inkml:trace contextRef="#ctx0" brushRef="#br0">2 50 24575,'-1'-9'0,"1"6"0,0 1 0,-1-1 0,1 1 0,0-1 0,0 1 0,1-1 0,-1 1 0,1-1 0,-1 1 0,1-1 0,0 1 0,-1 0 0,1-1 0,2-2 0,-3 5 0,1 0 0,-1 0 0,0 0 0,0 0 0,0 0 0,1 0 0,-1 0 0,0 0 0,0 0 0,0 0 0,1 0 0,-1 0 0,0 0 0,0 0 0,0 0 0,1 0 0,-1 0 0,0 0 0,0 1 0,0-1 0,1 0 0,-1 0 0,0 0 0,0 0 0,0 0 0,0 1 0,1-1 0,-1 0 0,0 0 0,0 0 0,0 0 0,0 1 0,0-1 0,0 0 0,0 0 0,0 0 0,0 1 0,0-1 0,1 0 0,-1 0 0,0 1 0,4 11 0,-4-11 0,9 32 0,-3-1 0,5 52 0,0-2 0,-1-15 0,-4-77 0,5-17 0,-5 10 0,-2 9 0,-1-1 0,1 1 0,1 0 0,-1 1 0,1-1 0,1 1 0,-1 0 0,14-12 0,-16 17 0,-1 0 0,1 0 0,0 0 0,0 1 0,0-1 0,0 1 0,0 0 0,0 0 0,0 0 0,1 0 0,-1 0 0,0 1 0,0-1 0,1 1 0,-1 0 0,0 0 0,1 0 0,-1 1 0,0-1 0,0 1 0,1 0 0,-1 0 0,0 0 0,0 0 0,0 0 0,0 1 0,5 3 0,1 0 0,-1 1 0,0 0 0,-1 0 0,1 1 0,-1 0 0,0 0 0,9 14 0,-12-16 0,-1 0 0,1 0 0,-1 1 0,0 0 0,-1 0 0,1 0 0,-1 0 0,0 0 0,-1 0 0,0 0 0,0 1 0,0-1 0,0 7 0,-2-10 0,1 0 0,-1 0 0,1 0 0,-1 0 0,0 0 0,0 0 0,-1 0 0,1-1 0,0 1 0,-1 0 0,0-1 0,0 1 0,0-1 0,0 0 0,0 1 0,0-1 0,0 0 0,-1 0 0,1-1 0,-1 1 0,1 0 0,-1-1 0,0 1 0,1-1 0,-1 0 0,0 0 0,0 0 0,0-1 0,0 1 0,-4 0 0,-2 0 0,1 0 0,-1 0 0,0-1 0,0 0 0,0 0 0,0-1 0,0 0 0,0-1 0,-10-3 0,14 4-91,0-1 0,0 0 0,0 0 0,1-1 0,-1 1 0,0-1 0,1 0 0,0 0 0,0-1 0,0 1 0,0-1 0,0 0 0,1 0 0,-4-5 0,0-4-6735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8.397"/>
    </inkml:context>
    <inkml:brush xml:id="br0">
      <inkml:brushProperty name="width" value="0.05" units="cm"/>
      <inkml:brushProperty name="height" value="0.05" units="cm"/>
      <inkml:brushProperty name="color" value="#FFFFFF"/>
    </inkml:brush>
  </inkml:definitions>
  <inkml:trace contextRef="#ctx0" brushRef="#br0">11 33 24575,'-3'-3'0,"-3"0"0,4-1 0,6 1 0,8 1 0,6 1 0,7 0 0,6 1 0,5-3 0,3 0 0,1 0 0,-4 0 0,-2 1 0,-5 1 0,-4 1 0,-6-1-8191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8.649"/>
    </inkml:context>
    <inkml:brush xml:id="br0">
      <inkml:brushProperty name="width" value="0.05" units="cm"/>
      <inkml:brushProperty name="height" value="0.05" units="cm"/>
      <inkml:brushProperty name="color" value="#FFFFFF"/>
    </inkml:brush>
  </inkml:definitions>
  <inkml:trace contextRef="#ctx0" brushRef="#br0">50 1 24575,'-2'-1'0,"0"1"0,0 0 0,0 0 0,1 0 0,-1 1 0,0-1 0,0 0 0,0 1 0,1-1 0,-1 1 0,0 0 0,1-1 0,-1 1 0,0 0 0,1 0 0,-1 0 0,1 0 0,-1 0 0,1 1 0,0-1 0,-3 3 0,3-1 0,-1 1 0,0 0 0,1-1 0,0 1 0,0 0 0,0 0 0,1 0 0,-1 0 0,1 6 0,0 41 0,2 1 0,12 76 0,-11-113 0,0 13 0,-2-15 0,0 0 0,1 0 0,1-1 0,0 1 0,8 21 0,-8-31-1365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9.364"/>
    </inkml:context>
    <inkml:brush xml:id="br0">
      <inkml:brushProperty name="width" value="0.05" units="cm"/>
      <inkml:brushProperty name="height" value="0.05" units="cm"/>
      <inkml:brushProperty name="color" value="#FFFFFF"/>
    </inkml:brush>
  </inkml:definitions>
  <inkml:trace contextRef="#ctx0" brushRef="#br0">60 1 24575,'0'2'0,"0"4"0,3 4 0,0 3 0,1 1 0,-2 5 0,0 4 0,-3 3 0,-5 4 0,-3-2 0,-4 1 0,-2-2 0,-1-3 0,2-6-8191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9.693"/>
    </inkml:context>
    <inkml:brush xml:id="br0">
      <inkml:brushProperty name="width" value="0.05" units="cm"/>
      <inkml:brushProperty name="height" value="0.05" units="cm"/>
      <inkml:brushProperty name="color" value="#FFFFFF"/>
    </inkml:brush>
  </inkml:definitions>
  <inkml:trace contextRef="#ctx0" brushRef="#br0">1 18 24575,'0'0'0,"0"-1"0,0 0 0,0 0 0,1 0 0,-1 0 0,0 0 0,1 1 0,-1-1 0,0 0 0,1 0 0,-1 0 0,1 1 0,-1-1 0,1 0 0,0 1 0,-1-1 0,1 0 0,0 1 0,-1-1 0,1 1 0,1-1 0,-2 1 0,0-1 0,1 1 0,-1 0 0,1 0 0,-1 0 0,1 0 0,-1-1 0,0 1 0,1 0 0,-1 0 0,1 0 0,-1 0 0,1 0 0,-1 0 0,1 0 0,-1 0 0,1 0 0,-1 0 0,0 1 0,1-1 0,-1 0 0,1 0 0,-1 0 0,1 1 0,-1-1 0,0 0 0,1 0 0,-1 1 0,0-1 0,1 0 0,-1 0 0,0 1 0,1-1 0,-1 1 0,0-1 0,0 0 0,1 1 0,-1-1 0,0 1 0,0-1 0,1 1 0,1 10 0,1-1 0,-2 1 0,1 0 0,-2-1 0,1 1 0,-3 21 0,1-2 0,-1 40 0,0-32 0,2-1 0,1 1 0,8 42 0,-8-74 49,0-1 0,1 1 0,-1-1-1,1 0 1,1 0 0,4 9 0,-6-12-131,0-1 1,0 1 0,1 0 0,-1-1-1,1 1 1,-1-1 0,1 1-1,-1-1 1,1 0 0,0 1 0,0-1-1,0 0 1,-1 0 0,1-1 0,0 1-1,0 0 1,0-1 0,0 1 0,1-1-1,1 1 1,10-2-6745</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09.847"/>
    </inkml:context>
    <inkml:brush xml:id="br0">
      <inkml:brushProperty name="width" value="0.05" units="cm"/>
      <inkml:brushProperty name="height" value="0.05" units="cm"/>
      <inkml:brushProperty name="color" value="#FFFFFF"/>
    </inkml:brush>
  </inkml:definitions>
  <inkml:trace contextRef="#ctx0" brushRef="#br0">1 42 24575,'0'-3'0,"3"-1"0,3-2 0,7 0 0,3-2 0,2 0 0,-2 2-8191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0.083"/>
    </inkml:context>
    <inkml:brush xml:id="br0">
      <inkml:brushProperty name="width" value="0.05" units="cm"/>
      <inkml:brushProperty name="height" value="0.05" units="cm"/>
      <inkml:brushProperty name="color" value="#FFFFFF"/>
    </inkml:brush>
  </inkml:definitions>
  <inkml:trace contextRef="#ctx0" brushRef="#br0">1 25 24575,'0'-20'0,"0"16"0,0 14 0,3 33 0,1 0 0,3-1 0,12 46 0,-1-3 0,7 30-1365,-22-97-5461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0.239"/>
    </inkml:context>
    <inkml:brush xml:id="br0">
      <inkml:brushProperty name="width" value="0.05" units="cm"/>
      <inkml:brushProperty name="height" value="0.05" units="cm"/>
      <inkml:brushProperty name="color" value="#FFFFFF"/>
    </inkml:brush>
  </inkml:definitions>
  <inkml:trace contextRef="#ctx0" brushRef="#br0">1 99 24575,'0'-3'0,"0"-3"0,0-4 0,0-3 0,3 1 0,3 0 0,7 2 0,3-1 0,5 3 0,1 1 0,0 3 0,-4 2-8191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1.173"/>
    </inkml:context>
    <inkml:brush xml:id="br0">
      <inkml:brushProperty name="width" value="0.05" units="cm"/>
      <inkml:brushProperty name="height" value="0.05" units="cm"/>
      <inkml:brushProperty name="color" value="#FFFFFF"/>
    </inkml:brush>
  </inkml:definitions>
  <inkml:trace contextRef="#ctx0" brushRef="#br0">1 183 24575,'0'-8'0,"0"0"0,0 0 0,0 1 0,1-1 0,0 0 0,2-10 0,-2 17 0,-1 0 0,0 0 0,1 0 0,-1 0 0,1 0 0,-1 0 0,1 0 0,0 0 0,-1 0 0,1 0 0,0 1 0,0-1 0,0 0 0,0 0 0,0 1 0,0-1 0,1 0 0,0 0 0,-1 1 0,1 0 0,-1-1 0,1 1 0,-1 0 0,1 0 0,-1 0 0,0 1 0,1-1 0,-1 0 0,1 0 0,-1 1 0,1-1 0,-1 1 0,0-1 0,1 1 0,1 1 0,8 4 0,-1 1 0,1 0 0,-1 0 0,-1 1 0,1 1 0,8 10 0,48 62 0,-42-50 0,-9-10 0,-12-16 0,0 0 0,1 1 0,0-2 0,0 1 0,0 0 0,1-1 0,-1 0 0,1 0 0,6 4 0,-10-8 0,0 1 0,0-1 0,-1 0 0,1 0 0,0 1 0,0-1 0,0 0 0,0 0 0,0 0 0,0 0 0,0 0 0,0 0 0,0-1 0,0 1 0,0 0 0,0 0 0,-1-1 0,1 1 0,0 0 0,0-1 0,0 1 0,0-1 0,-1 1 0,1-1 0,0 0 0,0 1 0,-1-1 0,1 0 0,-1 1 0,2-2 0,15-28 0,-15 26 0,32-73 0,-9 20 0,56-95 0,-64 131 0,-9 18 0,-9 15 0,-3 5-1365,-2 2-5461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2.385"/>
    </inkml:context>
    <inkml:brush xml:id="br0">
      <inkml:brushProperty name="width" value="0.05" units="cm"/>
      <inkml:brushProperty name="height" value="0.05" units="cm"/>
      <inkml:brushProperty name="color" value="#FFFFFF"/>
    </inkml:brush>
  </inkml:definitions>
  <inkml:trace contextRef="#ctx0" brushRef="#br0">7 6 24575,'-6'-6'0,"6"7"0,0-1 0,0 0 0,0 0 0,0 0 0,0 0 0,0 0 0,0 0 0,0 0 0,0 0 0,0 0 0,0 0 0,0 0 0,0 0 0,0 0 0,0 0 0,-1 0 0,1 0 0,0 0 0,0 0 0,0 0 0,0 0 0,0 0 0,0 0 0,4 17 0,16 152 0,-4 304 0,-22-389-1365,2-55-5461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2.767"/>
    </inkml:context>
    <inkml:brush xml:id="br0">
      <inkml:brushProperty name="width" value="0.05" units="cm"/>
      <inkml:brushProperty name="height" value="0.05" units="cm"/>
      <inkml:brushProperty name="color" value="#FFFFFF"/>
    </inkml:brush>
  </inkml:definitions>
  <inkml:trace contextRef="#ctx0" brushRef="#br0">192 116 24575,'-6'1'0,"0"-1"0,1 1 0,-1 0 0,0 1 0,1-1 0,-1 1 0,1 0 0,0 0 0,0 1 0,0 0 0,0 0 0,0 0 0,0 0 0,1 1 0,0 0 0,-1 0 0,1 0 0,1 0 0,-1 0 0,1 1 0,-1 0 0,-2 5 0,-6 13 0,0 0 0,2 1 0,-12 39 0,17-46 0,-14 47 0,36-118 0,34-77 0,-40 108 0,0 1 0,1 1 0,2 0 0,0 0 0,1 1 0,25-25 0,-35 41 0,0-1 0,0 1 0,0 1 0,0-1 0,0 1 0,1-1 0,-1 2 0,1-1 0,0 0 0,0 1 0,0 0 0,12-1 0,-14 2 0,0 1 0,1 0 0,-1 1 0,0-1 0,0 1 0,1-1 0,-1 1 0,0 1 0,0-1 0,0 1 0,0-1 0,0 1 0,0 0 0,-1 0 0,1 1 0,-1-1 0,1 1 0,-1 0 0,5 5 0,2 5-195,0-1 0,-1 2 0,-1-1 0,0 1 0,-1 0 0,9 27 0,0 1-6631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4.237"/>
    </inkml:context>
    <inkml:brush xml:id="br0">
      <inkml:brushProperty name="width" value="0.05" units="cm"/>
      <inkml:brushProperty name="height" value="0.05" units="cm"/>
      <inkml:brushProperty name="color" value="#FFFFFF"/>
    </inkml:brush>
  </inkml:definitions>
  <inkml:trace contextRef="#ctx0" brushRef="#br0">147 500 24575,'-7'-17'0,"-1"1"0,-1 0 0,0 1 0,-1 0 0,-14-17 0,23 31 0,1 0 0,-1 0 0,1 1 0,-1-1 0,0 0 0,0 0 0,0 0 0,1 1 0,-1-1 0,0 0 0,0 1 0,0-1 0,0 1 0,0-1 0,0 1 0,0-1 0,0 1 0,-2-1 0,2 1 0,1 1 0,-1-1 0,1 0 0,-1 0 0,1 1 0,-1-1 0,1 0 0,-1 1 0,1-1 0,-1 1 0,1-1 0,0 0 0,-1 1 0,1-1 0,0 1 0,-1-1 0,1 1 0,0-1 0,-1 1 0,1-1 0,0 1 0,0 0 0,0-1 0,-1 2 0,0 6 0,-1 1 0,2 0 0,-1 14 0,1-17 0,0 461 0,0-9 0,-26-1 0,18-391 0,1-21 0,3 0 0,1 1 0,7 89 0,-3-130 0,0 0 0,0 0 0,0 0 0,1 0 0,0 0 0,0-1 0,0 1 0,1-1 0,-1 1 0,1-1 0,0 0 0,1 0 0,-1 0 0,0 0 0,1-1 0,0 1 0,0-1 0,0 0 0,0 0 0,1-1 0,-1 1 0,1-1 0,0 0 0,-1 0 0,1 0 0,9 1 0,11 2 0,-1-2 0,1 0 0,0-2 0,35-2 0,-23 1 0,575-10-1572,-89 1 347,1960 40-2511,-496 1 1217,-1893-31 2941,251-9 1484,-335 8-1412,0-1-1,-1 0 1,1-1 0,0 0-1,18-7 1,-28 9-435,1 0 0,0-1 0,-1 1 0,1 0-1,0-1 1,-1 1 0,1-1 0,-1 1 0,1-1 0,0 1 0,-1-1 0,1 1-1,-1-1 1,0 0 0,1 1 0,-1-1 0,1 0 0,-1 1 0,0-1 0,1 0-1,-1 1 1,0-1 0,0 0 0,0 0 0,0 1 0,0-1 0,1 0 0,-1 0-1,-1 1 1,1-1 0,0 0 0,0 0 0,0 1 0,0-1 0,0 0 0,-1 1-1,1-1 1,0 0 0,0 0 0,-1 1 0,1-1 0,-1 1 0,0-2 0,-2-3 146,-1 1 0,1-1 1,-1 1-1,-7-6 1,9 8-198,-106-102 162,93 86-177,0 0 1,2-1-1,0-1 0,-15-30 0,11 11 7,1 0 0,3-1 0,1-1 0,2-1 0,-4-42 0,-10-215 0,20-582 0,13 663 0,0-35 0,-9 251 0,0-1 0,0 0 0,0 0 0,0 0 0,-1 0 0,1 0 0,-1 1 0,0-1 0,0 0 0,0 0 0,0 1 0,0-1 0,0 1 0,-1-1 0,1 1 0,-1-1 0,0 1 0,-3-4 0,1 4 0,1 0 0,-1 0 0,1 0 0,-1 0 0,0 1 0,0-1 0,0 1 0,0 0 0,0 0 0,0 1 0,0-1 0,-8 1 0,-434 2 0,296 3-200,-1177 16-4369,-932 34 2940,1480-10-429,4 32 7640,757-75-5007,-1 1 0,1 0 0,0 2-1,-25 9 1,24-6-402,14-7-327,0 1 0,0-1 1,0 1-1,1 1 0,-1-1 0,1 1 0,0 0 1,-1 0-1,-6 6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4.752"/>
    </inkml:context>
    <inkml:brush xml:id="br0">
      <inkml:brushProperty name="width" value="0.05" units="cm"/>
      <inkml:brushProperty name="height" value="0.05" units="cm"/>
      <inkml:brushProperty name="color" value="#FFFFFF"/>
    </inkml:brush>
  </inkml:definitions>
  <inkml:trace contextRef="#ctx0" brushRef="#br0">288 147 24575,'-1'-1'0,"0"-1"0,-1 1 0,1-1 0,0 0 0,0 0 0,0 1 0,0-1 0,0 0 0,1 0 0,-1 0 0,1 0 0,-1 0 0,1 0 0,-1 0 0,1 0 0,0-3 0,6-34 0,-5 34 0,0 0 0,0 0 0,0 0 0,-1 0 0,1 0 0,-1 0 0,-1 1 0,0-9 0,0 12 0,1-1 0,-1 1 0,0 0 0,0-1 0,0 1 0,0 0 0,0 0 0,-1 0 0,1-1 0,0 1 0,0 0 0,-1 1 0,1-1 0,-1 0 0,1 0 0,-1 1 0,1-1 0,-1 0 0,1 1 0,-1 0 0,0-1 0,1 1 0,-1 0 0,-2 0 0,-43-1 0,43 1 0,-11 2 0,1 0 0,0 0 0,-1 1 0,1 1 0,0 1 0,1 0 0,-1 0 0,1 1 0,-24 16 0,34-21 0,0 1 0,1 0 0,0 0 0,-1 0 0,1 1 0,0-1 0,0 0 0,0 1 0,0-1 0,1 1 0,-1 0 0,1-1 0,-1 1 0,1 0 0,0 0 0,0 0 0,1 0 0,-1 0 0,0 0 0,1 0 0,0 1 0,0-1 0,0 0 0,0 0 0,1 5 0,0-4 0,1 1 0,-1-1 0,1 1 0,0-1 0,1 0 0,-1 1 0,1-1 0,0-1 0,0 1 0,0 0 0,0-1 0,1 1 0,-1-1 0,1 0 0,0 0 0,4 2 0,21 11 0,-1-2 0,2 0 0,34 9 0,-37-14 0,0 1 0,0 2 0,-1 0 0,33 22 0,-57-32 0,0-1 0,-1 0 0,1 1 0,0-1 0,-1 1 0,1-1 0,-1 1 0,0 0 0,1-1 0,-1 1 0,0 0 0,0 0 0,0 0 0,-1 0 0,2 3 0,-2-3 0,0-1 0,0 1 0,0-1 0,0 0 0,0 1 0,0-1 0,-1 0 0,1 1 0,0-1 0,-1 0 0,1 1 0,-1-1 0,0 0 0,1 0 0,-1 1 0,0-1 0,0 0 0,0 0 0,0 0 0,0 0 0,0 0 0,0 0 0,0 0 0,-2 1 0,-5 3 0,0-1 0,-1 0 0,1 0 0,-1-1 0,1 0 0,-1 0 0,0-1 0,-14 2 0,8-2 0,-1-1 0,0 0 0,1-1 0,-20-3 0,32 3-72,-1-1 1,0 1-1,0-1 0,1 0 0,-1 0 0,0-1 0,1 1 0,-1-1 1,1 1-1,0-1 0,-1 0 0,1 0 0,0-1 0,0 1 0,0-1 1,1 1-1,-1-1 0,-4-6 0,-3-11-6754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5.080"/>
    </inkml:context>
    <inkml:brush xml:id="br0">
      <inkml:brushProperty name="width" value="0.05" units="cm"/>
      <inkml:brushProperty name="height" value="0.05" units="cm"/>
      <inkml:brushProperty name="color" value="#FFFFFF"/>
    </inkml:brush>
  </inkml:definitions>
  <inkml:trace contextRef="#ctx0" brushRef="#br0">1 14 24575,'69'-7'0,"-50"4"0,37-1 0,-49 5 0,0-1 0,-1 1 0,1 0 0,-1 0 0,1 1 0,-1 0 0,0 0 0,0 0 0,10 6 0,-4 0 0,0 0 0,0 1 0,-1 0 0,0 1 0,-1 1 0,0-1 0,14 22 0,-20-27 0,0 0 0,-1 0 0,1 1 0,-1 0 0,-1-1 0,1 1 0,-1 0 0,0 0 0,0 1 0,-1-1 0,0 0 0,0 1 0,0-1 0,-1 0 0,0 1 0,0-1 0,0 1 0,-1-1 0,-3 12 0,3-15 0,-1 0 0,1 0 0,-1 0 0,1 0 0,-1 0 0,0 0 0,-1 0 0,1-1 0,0 1 0,-1-1 0,1 1 0,-1-1 0,0 0 0,0 0 0,0 0 0,0 0 0,0-1 0,-3 2 0,1-2 0,0 1 0,0-1 0,0 0 0,0 0 0,0-1 0,0 0 0,1 0 0,-1 0 0,0 0 0,0-1 0,-10-2 0,11 3 0,0-2 0,-1 1 0,1 0 0,0-1 0,0 0 0,0 0 0,0 0 0,0 0 0,0-1 0,0 1 0,1-1 0,0 0 0,-1 0 0,1-1 0,0 1 0,0-1 0,1 1 0,-1-1 0,1 0 0,0 0 0,0 0 0,0 0 0,0 0 0,1 0 0,0-1 0,0 1 0,0 0 0,0-1 0,0-5 0,2 2 18,0 1 0,0 0 0,1 0 0,0 0 0,0 0 0,0 0 0,1 0 0,0 0 0,1 1 0,-1-1 0,1 1 0,0 0 0,1 0 0,0 1 0,0-1 0,0 1 0,0 0 0,8-5 0,0 0-232,1 1 1,0 1 0,0 0-1,1 2 1,-1-1 0,2 1-1,18-4 1,-5 3-6613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5.455"/>
    </inkml:context>
    <inkml:brush xml:id="br0">
      <inkml:brushProperty name="width" value="0.05" units="cm"/>
      <inkml:brushProperty name="height" value="0.05" units="cm"/>
      <inkml:brushProperty name="color" value="#FFFFFF"/>
    </inkml:brush>
  </inkml:definitions>
  <inkml:trace contextRef="#ctx0" brushRef="#br0">27 82 24575,'-27'-39'0,"33"75"0,12 13 0,30 75 0,-47-122 0,-1 0 0,1-1 0,0 1 0,0-1 0,0 1 0,-1-1 0,2 0 0,-1 1 0,0-1 0,0 0 0,0 0 0,0 0 0,1 0 0,-1 0 0,1 0 0,-1 0 0,1 0 0,-1 0 0,1-1 0,-1 1 0,4 0 0,-4-1 0,1 0 0,0 0 0,-1-1 0,1 1 0,-1-1 0,1 1 0,0-1 0,-1 0 0,1 1 0,-1-1 0,1 0 0,-1 0 0,0 0 0,1 0 0,-1 0 0,0 0 0,0-1 0,0 1 0,0 0 0,0-1 0,0 1 0,1-2 0,16-27 0,-2 0 0,20-50 0,10-20 0,-44 98 44,-2 1-132,0 0 0,1 0 0,0-1-1,-1 1 1,1 1 0,-1-1 0,1 0 0,0 0 0,0 0 0,0 0 0,-1 0 0,1 1 0,0-1 0,0 0 0,1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7.311"/>
    </inkml:context>
    <inkml:brush xml:id="br0">
      <inkml:brushProperty name="width" value="0.05" units="cm"/>
      <inkml:brushProperty name="height" value="0.05" units="cm"/>
      <inkml:brushProperty name="color" value="#FFFFFF"/>
    </inkml:brush>
  </inkml:definitions>
  <inkml:trace contextRef="#ctx0" brushRef="#br0">387 16 24575,'5'-16'0,"-5"16"0,-5 5 0,-82 74 0,-125 87 0,195-154 0,7-6 0,0 1 0,1 1 0,0-1 0,0 2 0,-12 14 0,21-23 0,-1 1 0,1-1 0,0 1 0,-1-1 0,1 1 0,0-1 0,0 1 0,0 0 0,0-1 0,-1 1 0,1-1 0,0 1 0,0-1 0,0 1 0,0 0 0,0-1 0,0 1 0,1-1 0,-1 1 0,0 0 0,0-1 0,0 1 0,0-1 0,1 1 0,-1-1 0,0 1 0,1-1 0,-1 1 0,0-1 0,1 1 0,-1-1 0,0 0 0,1 1 0,-1-1 0,1 1 0,-1-1 0,1 0 0,-1 1 0,1-1 0,-1 0 0,2 1 0,25 9 0,-24-9 0,58 16 196,-9-3-977,53 22 1,-88-29-6046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7.618"/>
    </inkml:context>
    <inkml:brush xml:id="br0">
      <inkml:brushProperty name="width" value="0.05" units="cm"/>
      <inkml:brushProperty name="height" value="0.05" units="cm"/>
      <inkml:brushProperty name="color" value="#FFFFFF"/>
    </inkml:brush>
  </inkml:definitions>
  <inkml:trace contextRef="#ctx0" brushRef="#br0">0 42 24575,'1'-40'0,"1"39"0,1 6 0,1 9 0,0 29 0,-1 1 0,-3 44 0,-1-55 0,0 0 0,3 0 0,0 0 0,3 0 0,8 35 0,-12-65-68,-1-1 0,1 0-1,0 1 1,-1-1 0,1 0 0,0 0-1,1 1 1,-1-1 0,0 0 0,0 0-1,1 0 1,0-1 0,-1 1 0,1 0-1,0 0 1,0-1 0,-1 1-1,1-1 1,3 2 0,6-1-6758</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8.354"/>
    </inkml:context>
    <inkml:brush xml:id="br0">
      <inkml:brushProperty name="width" value="0.05" units="cm"/>
      <inkml:brushProperty name="height" value="0.05" units="cm"/>
      <inkml:brushProperty name="color" value="#FFFFFF"/>
    </inkml:brush>
  </inkml:definitions>
  <inkml:trace contextRef="#ctx0" brushRef="#br0">16 180 24575,'0'-7'0,"-2"7"0,-3 15 0,-2 25 0,6-34 0,1 0 0,-1 0 0,2 0 0,-1 0 0,1 0 0,0 0 0,0 0 0,0 0 0,4 8 0,-4-12 0,0 1 0,1-1 0,-1 0 0,0 0 0,1-1 0,-1 1 0,1 0 0,0 0 0,-1-1 0,1 1 0,0-1 0,0 1 0,0-1 0,0 0 0,0 0 0,1 0 0,-1 0 0,0 0 0,0-1 0,1 1 0,-1 0 0,0-1 0,1 0 0,-1 0 0,0 1 0,5-2 0,-2 1 0,-1 0 0,1-1 0,0 0 0,0 0 0,-1 0 0,1-1 0,-1 0 0,1 0 0,-1 0 0,0 0 0,0 0 0,0-1 0,0 0 0,0 0 0,0 0 0,-1 0 0,1-1 0,-1 1 0,0-1 0,0 0 0,-1 0 0,1 0 0,-1 0 0,1 0 0,0-5 0,-1 4 0,0 0 0,0 0 0,-1 0 0,0 0 0,0 0 0,-1 0 0,1-1 0,-1 1 0,0 0 0,-1 0 0,1 0 0,-1 0 0,0-1 0,0 1 0,0 0 0,-1 0 0,0 1 0,0-1 0,0 0 0,-1 1 0,1-1 0,-7-7 0,5 7 0,-1 0 0,0 1 0,1 0 0,-2 0 0,-4-4 0,9 8 0,0-1 0,0 0 0,0 0 0,0 1 0,-1-1 0,1 1 0,0-1 0,0 1 0,0-1 0,0 1 0,0 0 0,-1-1 0,1 1 0,0 0 0,0 0 0,-1 0 0,1 0 0,0 0 0,0 0 0,0 0 0,-1 1 0,1-1 0,0 0 0,0 1 0,0-1 0,-1 1 0,1-1 0,0 1 0,0-1 0,0 1 0,0 0 0,0 0 0,-1 0 0,2 0 0,-1-1 0,1 1 0,0 0 0,-1-1 0,1 1 0,0-1 0,-1 1 0,1 0 0,0-1 0,0 1 0,-1 0 0,1-1 0,0 1 0,0 0 0,0-1 0,0 1 0,0 0 0,0 0 0,0-1 0,0 1 0,0 0 0,0-1 0,1 1 0,-1 0 0,0-1 0,0 1 0,1 0 0,-1 0 0,2 1 0,-1-1 0,0 1 0,1-1 0,0 1 0,-1-1 0,1 1 0,0-1 0,-1 0 0,4 2 0,2 0 0,1 0 0,-1 0 0,1 0 0,9 1 0,5-1 0,-1-1 0,1-1 0,-1 0 0,1-2 0,35-6 0,-13-1 0,74-24 0,-107 28 0,0 0 0,0-1 0,0 0 0,13-10 0,-21 14 0,-1 0 0,0 0 0,0-1 0,0 1 0,0-1 0,0 1 0,-1-1 0,1 0 0,0 0 0,-1 0 0,0 0 0,1 0 0,-1 0 0,0 0 0,0 0 0,0 0 0,0-1 0,0 1 0,-1 0 0,1-1 0,-1 1 0,1-1 0,-1 1 0,0-1 0,0 1 0,0 0 0,0-1 0,-1-2 0,1 3 0,-1 1 0,1 0 0,-1 0 0,1-1 0,-1 1 0,0 0 0,0 0 0,1 0 0,-1 0 0,0 0 0,0 0 0,0 0 0,0 0 0,0 0 0,0 0 0,-1 1 0,1-1 0,0 0 0,0 1 0,0-1 0,-1 1 0,1-1 0,0 1 0,-1 0 0,1 0 0,0-1 0,-1 1 0,1 0 0,0 0 0,-1 0 0,1 0 0,0 1 0,-1-1 0,1 0 0,0 0 0,-1 1 0,1-1 0,0 1 0,0-1 0,-1 1 0,0 0 0,-3 2 0,-1-1 0,1 1 0,0 0 0,0 0 0,1 1 0,-1-1 0,1 1 0,-6 6 0,5-4 0,0 1 0,0 0 0,0 1 0,1-1 0,0 1 0,1 0 0,0 0 0,0 0 0,0 0 0,1 1 0,0-1 0,1 0 0,0 1 0,0 0 0,1-1 0,1 15 0,2-9 0,0 1 0,0 0 0,1-1 0,1 0 0,1 0 0,0 0 0,1-1 0,13 22 0,-5-13 0,-5-9 0,-1 1 0,0 0 0,10 25 0,-17-36 0,-1-1 0,0 1 0,0 0 0,0 0 0,-1 0 0,1-1 0,-1 1 0,1 0 0,-1 0 0,0 0 0,0 0 0,0 0 0,-1 0 0,1 0 0,-1 0 0,1 0 0,-1-1 0,0 1 0,0 0 0,0 0 0,-1-1 0,1 1 0,-1-1 0,1 1 0,-1-1 0,-3 4 0,2-4-62,-1 0 0,1 1 0,-1-2 0,0 1 0,0 0 0,0-1 0,1 0 0,-1 1 0,-1-2 0,1 1 0,0 0 0,0-1-1,0 0 1,0 0 0,0 0 0,-1 0 0,1-1 0,0 0 0,0 0 0,0 0 0,-6-2 0,-10-5-6764</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8.573"/>
    </inkml:context>
    <inkml:brush xml:id="br0">
      <inkml:brushProperty name="width" value="0.05" units="cm"/>
      <inkml:brushProperty name="height" value="0.05" units="cm"/>
      <inkml:brushProperty name="color" value="#FFFFFF"/>
    </inkml:brush>
  </inkml:definitions>
  <inkml:trace contextRef="#ctx0" brushRef="#br0">0 1 24575,'3'0'0,"3"0"0,1 2 0,2 5 0,-1 3 0,-1 2 0,0 3 0,0 3 0,-2 2 0,1 3 0,0 3 0,-2 0 0,-1-2 0,-1 1 0,-1-2 0,-1-4-8191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8.696"/>
    </inkml:context>
    <inkml:brush xml:id="br0">
      <inkml:brushProperty name="width" value="0.05" units="cm"/>
      <inkml:brushProperty name="height" value="0.05" units="cm"/>
      <inkml:brushProperty name="color" value="#FFFFFF"/>
    </inkml:brush>
  </inkml:definitions>
  <inkml:trace contextRef="#ctx0" brushRef="#br0">1 42 24575,'0'-5'0,"0"-5"0,0-4 0,0 1-8191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8.991"/>
    </inkml:context>
    <inkml:brush xml:id="br0">
      <inkml:brushProperty name="width" value="0.05" units="cm"/>
      <inkml:brushProperty name="height" value="0.05" units="cm"/>
      <inkml:brushProperty name="color" value="#FFFFFF"/>
    </inkml:brush>
  </inkml:definitions>
  <inkml:trace contextRef="#ctx0" brushRef="#br0">98 72 24575,'1'-5'0,"0"0"0,1 0 0,0 0 0,0 0 0,3-5 0,0 0 0,-5 9 0,1 0 0,-1 0 0,1 0 0,-1 0 0,1 0 0,-1 0 0,0 0 0,0 0 0,1-1 0,-1 1 0,0 0 0,0 0 0,0 0 0,0 0 0,0 0 0,-1 0 0,1-1 0,0 1 0,0 0 0,-1 0 0,0-1 0,1 1 0,-1 1 0,0 0 0,0 0 0,1-1 0,-1 1 0,0 0 0,0 0 0,0 0 0,1 0 0,-1 0 0,0 0 0,0 0 0,1 0 0,-1 0 0,0 1 0,0-1 0,1 0 0,-1 0 0,0 1 0,0-1 0,1 1 0,-1-1 0,1 0 0,-1 1 0,0-1 0,1 1 0,-1-1 0,1 1 0,-1 0 0,1-1 0,-2 2 0,-9 8 0,0 1 0,1 0 0,0 1 0,1 0 0,-9 15 0,14-21 0,1 0 0,0-1 0,0 1 0,1 0 0,0 0 0,0 1 0,0-1 0,1 0 0,0 1 0,0-1 0,1 1 0,0-1 0,0 1 0,1 10 0,0-13 0,0-1 0,0 0 0,1 0 0,-1 1 0,0-1 0,1 0 0,0 0 0,0 0 0,0-1 0,0 1 0,0 0 0,1-1 0,4 5 0,-2-3 0,1 0 0,-1-1 0,1 0 0,0 0 0,0 0 0,12 3 0,-3-2 0,-1-1 0,1-1 0,0 0 0,0-1 0,26-1 0,-22-2-455,0-1 0,28-7 0,-12 0-6371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19.321"/>
    </inkml:context>
    <inkml:brush xml:id="br0">
      <inkml:brushProperty name="width" value="0.05" units="cm"/>
      <inkml:brushProperty name="height" value="0.05" units="cm"/>
      <inkml:brushProperty name="color" value="#FFFFFF"/>
    </inkml:brush>
  </inkml:definitions>
  <inkml:trace contextRef="#ctx0" brushRef="#br0">0 13 24575,'1'-1'0,"-1"1"0,0-1 0,0 0 0,1 1 0,-1-1 0,0 0 0,1 1 0,-1-1 0,1 0 0,-1 1 0,1-1 0,-1 1 0,1-1 0,-1 1 0,1 0 0,0-1 0,-1 1 0,1-1 0,0 1 0,-1 0 0,1 0 0,0-1 0,-1 1 0,1 0 0,0 0 0,0 0 0,-1 0 0,1 0 0,0 0 0,-1 0 0,1 0 0,0 0 0,0 0 0,0 0 0,28 3 0,45 16 0,88 33 0,-112-34 0,-20-9 0,34 14 0,-58-21 0,0 1 0,0 0 0,0 0 0,-1 1 0,1 0 0,-1 0 0,8 8 0,-12-11 0,0 1 0,0-1 0,0 0 0,0 1 0,-1-1 0,1 1 0,0-1 0,-1 1 0,1-1 0,-1 1 0,0-1 0,1 1 0,-1 0 0,0-1 0,0 1 0,0 0 0,0-1 0,0 1 0,0-1 0,-1 1 0,1 0 0,0-1 0,-1 1 0,0-1 0,1 1 0,-1-1 0,0 1 0,1-1 0,-1 0 0,0 1 0,0-1 0,0 0 0,-2 2 0,-4 4 0,0 0 0,0-1 0,0 1 0,-11 5 0,-14 8-341,-1-1 0,-1-2-1,-53 20 1,37-19-6485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2.103"/>
    </inkml:context>
    <inkml:brush xml:id="br0">
      <inkml:brushProperty name="width" value="0.05" units="cm"/>
      <inkml:brushProperty name="height" value="0.05" units="cm"/>
      <inkml:brushProperty name="color" value="#FFFFFF"/>
    </inkml:brush>
  </inkml:definitions>
  <inkml:trace contextRef="#ctx0" brushRef="#br0">125 1 24575,'-4'0'0,"0"1"0,0 0 0,-1 0 0,1 1 0,0-1 0,1 1 0,-1 0 0,0-1 0,0 2 0,1-1 0,-1 0 0,1 1 0,0 0 0,0 0 0,-5 4 0,2 0 0,0 1 0,0-1 0,0 1 0,1 0 0,-8 16 0,10-17 38,0 0 0,0 1 0,0-1 0,1 1 0,1-1 0,-1 1 0,1 0 0,0 15 0,2-18-152,0 0 0,0 1 0,0-1 0,0 0 1,1 0-1,0 0 0,0 0 0,0-1 1,1 1-1,0-1 0,0 1 0,0-1 1,0 0-1,5 5 0,2 1-6712</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4.081"/>
    </inkml:context>
    <inkml:brush xml:id="br0">
      <inkml:brushProperty name="width" value="0.05" units="cm"/>
      <inkml:brushProperty name="height" value="0.05" units="cm"/>
      <inkml:brushProperty name="color" value="#FFFFFF"/>
    </inkml:brush>
  </inkml:definitions>
  <inkml:trace contextRef="#ctx0" brushRef="#br0">11 6 24575,'1'0'0,"-1"0"0,0 0 0,0 0 0,0-1 0,0 1 0,0 0 0,0 0 0,0 0 0,0 0 0,0 0 0,0 0 0,0 0 0,0 0 0,0-1 0,0 1 0,0 0 0,0 0 0,0 0 0,0 0 0,0 0 0,0 0 0,0 0 0,0-1 0,0 1 0,0 0 0,0 0 0,0 0 0,0 0 0,0 0 0,0 0 0,0 0 0,0-1 0,0 1 0,0 0 0,0 0 0,0 0 0,0 0 0,0 0 0,0 0 0,-1 0 0,1 0 0,0 0 0,0 0 0,0 0 0,0-1 0,0 1 0,0 0 0,0 0 0,0 0 0,-1 0 0,1 0 0,0 0 0,0 0 0,0 0 0,0 0 0,0 0 0,0 0 0,-1 0 0,1 0 0,0 0 0,0 0 0,0 0 0,0 0 0,1 0 0,-1 0 0,1 0 0,0-1 0,-1 1 0,1 0 0,-1 0 0,1 0 0,-1 0 0,1 0 0,-1 0 0,1 0 0,0 0 0,-1 0 0,1 1 0,-1-1 0,1 0 0,-1 0 0,1 0 0,-1 1 0,1-1 0,-1 0 0,1 0 0,-1 1 0,1-1 0,2 3 0,0 0 0,-1 0 0,1 0 0,-1 0 0,0 0 0,0 0 0,0 1 0,0-1 0,0 1 0,-1-1 0,1 1 0,-1 0 0,0-1 0,0 7 0,2 8 0,1 33 0,-4-36 0,2 115 0,-7 0 0,-34 213 0,27-281-1365,7-41-5461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4.440"/>
    </inkml:context>
    <inkml:brush xml:id="br0">
      <inkml:brushProperty name="width" value="0.05" units="cm"/>
      <inkml:brushProperty name="height" value="0.05" units="cm"/>
      <inkml:brushProperty name="color" value="#FFFFFF"/>
    </inkml:brush>
  </inkml:definitions>
  <inkml:trace contextRef="#ctx0" brushRef="#br0">154 91 24575,'-2'-2'0,"0"0"0,0 0 0,0 1 0,0-1 0,0 0 0,0 1 0,-1 0 0,1-1 0,0 1 0,-1 0 0,1 0 0,-1 0 0,0 1 0,1-1 0,-1 1 0,0-1 0,1 1 0,-1 0 0,0 0 0,-3 0 0,3 1 0,0 0 0,1 0 0,-1 0 0,0 0 0,0 0 0,1 1 0,-1-1 0,1 1 0,0 0 0,-1 0 0,1 0 0,0 0 0,0 0 0,0 0 0,0 0 0,0 1 0,1-1 0,-3 5 0,-3 7 0,-11 31 0,-3 6 0,15-44 0,4-9 0,5-16 0,4 4 0,0 0 0,1 0 0,0 0 0,1 1 0,1 0 0,0 1 0,1 0 0,0 1 0,0 0 0,2 0 0,19-12 0,-24 17 0,0 1 0,1 0 0,0 1 0,0 0 0,0 0 0,0 1 0,0 0 0,1 1 0,0 0 0,-1 0 0,1 1 0,0 1 0,0-1 0,-1 1 0,1 1 0,0 0 0,0 1 0,-1-1 0,17 7 0,-12-2-341,0 0 0,0 2-1,22 15 1,-4 1-6485</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6.003"/>
    </inkml:context>
    <inkml:brush xml:id="br0">
      <inkml:brushProperty name="width" value="0.05" units="cm"/>
      <inkml:brushProperty name="height" value="0.05" units="cm"/>
      <inkml:brushProperty name="color" value="#FFFFFF"/>
    </inkml:brush>
  </inkml:definitions>
  <inkml:trace contextRef="#ctx0" brushRef="#br0">217 471 24575,'-7'-12'0,"2"1"0,5 11 0,0 0 0,0 0 0,0 0 0,0 0 0,0 0 0,0 1 0,0-1 0,0 0 0,0 0 0,0 0 0,0 0 0,0 0 0,0 0 0,0 0 0,0 1 0,0-1 0,0 0 0,0 0 0,0 0 0,0 0 0,0 0 0,0 0 0,0 0 0,0 0 0,0 1 0,0-1 0,0 0 0,0 0 0,0 0 0,0 0 0,0 0 0,-1 0 0,1 0 0,0 0 0,0 0 0,0 0 0,0 1 0,0-1 0,0 0 0,0 0 0,0 0 0,0 0 0,-1 0 0,1 0 0,0 0 0,0 0 0,0 0 0,0 0 0,0 0 0,0 0 0,0 0 0,-1 0 0,1 0 0,0 0 0,0 0 0,0 0 0,0 0 0,0 0 0,0 0 0,0 0 0,0 0 0,-1 0 0,1 0 0,-2 235 0,3-92 0,-6 18 0,-36 225 0,20-268 0,-6-2 0,-66 181 0,91-292 0,0 0 0,0 0 0,1 0 0,-1 0 0,1 1 0,-1 6 0,2-10 0,0-1 0,0 1 0,0-1 0,0 0 0,0 1 0,1-1 0,-1 0 0,1 1 0,-1-1 0,1 0 0,-1 1 0,1-1 0,-1 0 0,1 0 0,0 0 0,0 1 0,0-1 0,0 0 0,0 0 0,0 0 0,0 0 0,0-1 0,0 1 0,0 0 0,3 1 0,3 1 0,1 1 0,0-2 0,0 1 0,1-1 0,-1 0 0,10 0 0,58 3 0,-42-4 0,452 8-604,-215-7 74,258 8-377,1029 9-2640,-950-31 3250,-5-34 0,-586 44 337,16-1 684,0-1 0,0-2 1,-1-1-1,55-20 0,-85 27-653,0-1 0,-1 0-1,1 0 1,0 0 0,0 0 0,-1 0 0,1 0 0,-1 0 0,1 0-1,-1 0 1,0-1 0,1 1 0,-1-1 0,0 1 0,0-1-1,0 0 1,0 1 0,0-1 0,0 0 0,0 1 0,0-5 0,-1 4-23,0 0 0,0 0 0,0 0 0,-1 0 0,1 0 0,-1 0 1,0 0-1,1 0 0,-1 0 0,0 0 0,0 0 0,0 1 0,0-1 0,0 0 1,-1 1-1,1-1 0,0 0 0,-1 1 0,-2-2 0,-44-39-48,26 24 0,-31-32 0,47 43 0,0 0 0,0 0 0,1-1 0,0 1 0,1-1 0,0 0 0,0-1 0,1 1 0,-3-11 0,1-2 0,1-1 0,2 0 0,0-1 0,2-30 0,13-92 0,-7 93 0,81-523 0,-61 427 0,88-363 0,-109 496 0,-3 9 0,0 1 0,-1 0 0,1-1 0,-1 1 0,-1-1 0,1 1 0,-1-1 0,1 0 0,-2 1 0,0-7 0,1 11 0,-1 0 0,1 0 0,-1 0 0,1 0 0,-1 0 0,0 0 0,0 1 0,1-1 0,-1 0 0,0 0 0,0 0 0,0 1 0,0-1 0,0 1 0,0-1 0,0 1 0,0-1 0,0 1 0,0-1 0,0 1 0,0 0 0,-1 0 0,-1-1 0,-31 0 0,25 1 0,-732 17-1185,144-1-69,-33-8 966,-840 13 192,809-14 773,654-7-557,1-1 89,0 1 0,0 1 0,0-1 0,-1 1 0,-8 2 0,13-2-172,1-1 0,-1 1 0,0 0-1,0 0 1,0 0 0,1 1 0,-1-1-1,1 0 1,-1 1 0,1-1 0,-1 0-1,1 1 1,0 0 0,0-1 0,0 1-1,0 0 1,0 0 0,0 0 0,0-1-1,0 4 1,-11 27-37,5-15 0,1 0 0,-4 21 0,9-31 0,0 0 0,1 0 0,-1 0 0,1 0 0,1 0 0,-1 0 0,1 0 0,4 14 0,34 100 0,-19-62 0,24 111 0,-40-149 0,-2-1 0,0 1 0,-2 0 0,0 0 0,-1 0 0,-1-1 0,-1 1 0,-1-1 0,-10 30 0,5-25 184,5-15-443,0-1 1,1 1 0,0 0 0,1 0 0,-2 13 0,5-7-6568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6.595"/>
    </inkml:context>
    <inkml:brush xml:id="br0">
      <inkml:brushProperty name="width" value="0.05" units="cm"/>
      <inkml:brushProperty name="height" value="0.05" units="cm"/>
      <inkml:brushProperty name="color" value="#FFFFFF"/>
    </inkml:brush>
  </inkml:definitions>
  <inkml:trace contextRef="#ctx0" brushRef="#br0">18 66 24575,'-2'-12'0,"-2"19"0,-3 19 0,5-9 0,0-1 0,2 1 0,0-1 0,0 1 0,2 0 0,0-1 0,8 30 0,-9-40 0,1 0 0,1 0 0,-1-1 0,1 1 0,0-1 0,0 0 0,0 1 0,1-1 0,0-1 0,0 1 0,0-1 0,1 1 0,-1-1 0,1 0 0,0-1 0,0 1 0,1-1 0,-1 0 0,1 0 0,-1-1 0,1 0 0,0 0 0,0 0 0,7 1 0,-7-2 0,0-1 0,0 1 0,1-1 0,-1 0 0,0-1 0,0 0 0,0 0 0,0 0 0,0 0 0,0-1 0,0 0 0,0 0 0,0-1 0,-1 0 0,1 0 0,-1 0 0,0-1 0,0 1 0,0-1 0,-1 0 0,1-1 0,-1 1 0,0-1 0,6-9 0,-2 3 0,-1 0 0,-1 0 0,0-1 0,-1 0 0,0-1 0,0 1 0,-1-1 0,-1 0 0,-1 0 0,3-21 0,-4 18 114,-1 0 0,-2-17 0,1 28-246,1 1 1,-1-1 0,0 1-1,0-1 1,0 1 0,-1 0 0,0 0-1,0-1 1,0 1 0,0 0 0,0 1-1,-4-5 1,-4-1-6695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6.797"/>
    </inkml:context>
    <inkml:brush xml:id="br0">
      <inkml:brushProperty name="width" value="0.05" units="cm"/>
      <inkml:brushProperty name="height" value="0.05" units="cm"/>
      <inkml:brushProperty name="color" value="#FFFFFF"/>
    </inkml:brush>
  </inkml:definitions>
  <inkml:trace contextRef="#ctx0" brushRef="#br0">0 4 24575,'3'0'0,"4"-3"0,0 2 0,2 7 0,2 5 0,-1 5 0,1 10 0,-2 7 0,1 7 0,1 5 0,-1 2 0,-3-6-8191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28.312"/>
    </inkml:context>
    <inkml:brush xml:id="br0">
      <inkml:brushProperty name="width" value="0.05" units="cm"/>
      <inkml:brushProperty name="height" value="0.05" units="cm"/>
      <inkml:brushProperty name="color" value="#FFFFFF"/>
    </inkml:brush>
  </inkml:definitions>
  <inkml:trace contextRef="#ctx0" brushRef="#br0">1425 209 24575,'-4'-7'0,"-9"-20"0,-19-29 0,26 47 0,-1 0 0,0 1 0,0 0 0,-1 0 0,0 0 0,-15-10 0,13 12 0,0-1 0,-1 1 0,0 1 0,-1 0 0,1 1 0,-1 0 0,1 1 0,-18-3 0,10 3 0,1 2 0,-1 0 0,1 1 0,-37 5 0,13 4 0,1 1 0,0 1 0,1 3 0,-42 20 0,53-21 0,0 1 0,1 1 0,1 1 0,0 1 0,-33 30 0,52-40 0,0 0 0,0 1 0,1 0 0,1 0 0,-1 1 0,1 0 0,1 0 0,0 0 0,0 1 0,1-1 0,0 1 0,0 0 0,1 1 0,1-1 0,-1 1 0,2-1 0,0 1 0,0-1 0,1 21 0,4-8 0,0-1 0,1 1 0,1-1 0,2 0 0,0 0 0,19 36 0,81 116 0,10-5 0,108 170 0,-188-274 0,-2 2 0,-4 1 0,33 98 0,-55-128 0,0 0 0,-3 1 0,-1 0 0,-2 0 0,-2 0 0,-1 1 0,-2-1 0,-2 0 0,-2 0 0,-9 41 0,-1-25 0,-1 0 0,-3-2 0,-2-1 0,-2 0 0,-3-1 0,-44 65 0,18-44-47,-2-3 0,-3-2 0,-3-2 0,-3-3 0,-87 66 0,-379 229-236,511-346 300,11-8 40,1 1 0,-1 0 0,1 0-1,0 1 1,0 0 0,0 0-1,-6 7 1,12-11-54,-1-1 0,1 0-1,0 1 1,0-1 0,0 0 0,-1 1 0,1-1-1,0 1 1,0-1 0,0 0 0,0 1-1,0-1 1,0 1 0,0-1 0,0 1 0,0-1-1,0 0 1,0 1 0,0-1 0,0 1-1,0-1 1,0 1 0,0-1 0,0 0 0,0 1-1,1-1 1,-1 1 0,0-1 0,0 0-1,1 1 1,-1-1 0,0 0 0,0 1 0,1-1-1,-1 0 1,0 0 0,1 1 0,-1-1-1,0 0 1,1 0 0,0 1 0,18 7-22,-15-6 15,29 11-6,0 1-1,-2 2 1,0 1 0,0 2-1,43 35 1,-37-22-29,-3 0 0,0 3 0,47 63 0,-35-32-42,-3 2 0,-3 3 0,-4 0 0,49 134 0,-56-117 73,-4 0 1,-4 1-1,-4 1 0,8 129 1,-21-106-309,-4 1 1,-6-1-1,-23 134 0,-16-17 194,-82 252 0,-109 213 114,78-241-465,151-433 455,-66 215-80,63-195 130,2 0 1,2 1-1,-3 76 1,9-107 63,1-1-1,0 1 1,0 0 0,1-1-1,1 0 1,0 1 0,0-1-1,5 10 1,-5-14-14,0-1 0,0 0-1,1 0 1,-1 0 0,1 0 0,0 0-1,1-1 1,-1 1 0,1-1 0,0 0-1,0-1 1,0 1 0,0-1 0,12 5-1,-4-4-16,-1 0 0,1 0-1,0-2 1,1 0 0,-1 0-1,0-1 1,0-1-1,1 0 1,-1 0 0,20-5-1,-3 0-446,-1-2 0,0-2 0,42-17 0,-9-2-6444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6.875"/>
    </inkml:context>
    <inkml:brush xml:id="br0">
      <inkml:brushProperty name="width" value="0.05" units="cm"/>
      <inkml:brushProperty name="height" value="0.05" units="cm"/>
      <inkml:brushProperty name="color" value="#FFFFFF"/>
    </inkml:brush>
  </inkml:definitions>
  <inkml:trace contextRef="#ctx0" brushRef="#br0">80 99 24575,'-9'0'0,"1"0"0,-1-1 0,-13-4 0,20 5 0,1 0 0,-1 0 0,1-1 0,-1 1 0,1-1 0,0 1 0,-1-1 0,1 1 0,0-1 0,-1 0 0,1 0 0,0 1 0,0-1 0,-1 0 0,1 0 0,0 0 0,0 0 0,0-1 0,0 1 0,0 0 0,1 0 0,-1-1 0,0 1 0,1 0 0,-1-1 0,0 1 0,0-3 0,2 3 0,-1-1 0,0 1 0,1 0 0,-1 0 0,1 0 0,-1 0 0,1 0 0,-1 0 0,1 0 0,0 0 0,0 0 0,-1 0 0,1 0 0,0 0 0,0 0 0,0 1 0,0-1 0,0 0 0,0 1 0,0-1 0,0 1 0,0-1 0,2 0 0,29-9 0,-27 9 0,43-10 0,1 3 0,84-5 0,104 12 0,-159 3 0,-54-3 0,-11 1 0,-1 0 0,1 1 0,15 2 0,-27-3 0,-1 0 0,0 1 0,1-1 0,-1 0 0,0 0 0,0 0 0,1 0 0,-1 0 0,0 0 0,1 1 0,-1-1 0,0 0 0,1 0 0,-1 0 0,0 1 0,0-1 0,1 0 0,-1 0 0,0 1 0,0-1 0,0 0 0,0 0 0,1 1 0,-1-1 0,0 0 0,0 1 0,0-1 0,0 0 0,0 1 0,0-1 0,0 0 0,0 1 0,0-1 0,0 0 0,0 1 0,0-1 0,0 0 0,0 1 0,0-1 0,0 0 0,0 1 0,0-1 0,0 0 0,0 1 0,-1-1 0,1 0 0,0 1 0,0-1 0,0 0 0,-1 0 0,1 1 0,-18 21 0,7-9 0,6-4 0,1 0 0,0 0 0,1 0 0,-1 1 0,2-1 0,-1 1 0,2 0 0,-2 16 0,3 86 0,2-64 0,-1 57-1365,-1-76-5461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7.437"/>
    </inkml:context>
    <inkml:brush xml:id="br0">
      <inkml:brushProperty name="width" value="0.05" units="cm"/>
      <inkml:brushProperty name="height" value="0.05" units="cm"/>
      <inkml:brushProperty name="color" value="#FFFFFF"/>
    </inkml:brush>
  </inkml:definitions>
  <inkml:trace contextRef="#ctx0" brushRef="#br0">700 66 24575,'0'-2'0,"0"0"0,-1 1 0,1-1 0,-1 1 0,1-1 0,-1 1 0,1-1 0,-1 1 0,0-1 0,0 1 0,0-1 0,0 1 0,0 0 0,0 0 0,0 0 0,0-1 0,-1 1 0,1 0 0,0 1 0,-1-1 0,-1-1 0,-2-1 0,1 1 0,-1 0 0,0 0 0,0 0 0,-7-1 0,-2 1 0,1 1 0,-1 1 0,0 0 0,1 0 0,-1 2 0,0-1 0,1 2 0,-1 0 0,-15 6 0,-5 3 0,-1 2 0,-38 22 0,34-15 0,1 2 0,2 2 0,-49 41 0,68-51 0,1 0 0,1 2 0,0-1 0,1 2 0,1 0 0,1 0 0,0 1 0,-15 37 0,25-51 0,0 0 0,1 0 0,0 0 0,0 0 0,0 0 0,0 0 0,1 1 0,0-1 0,0 0 0,0 0 0,1 1 0,1 7 0,-1-9 0,0-1 0,1 1 0,0 0 0,0 0 0,0-1 0,0 1 0,0-1 0,1 1 0,0-1 0,-1 0 0,1 0 0,0 0 0,1-1 0,-1 1 0,0-1 0,6 3 0,4 2 0,0-1 0,1-1 0,0 0 0,0-1 0,0 0 0,1-1 0,21 1 0,107 0 0,-135-4 0,72-2 0,1-4 0,138-28 0,-161 20 0,-2-2 0,0-2 0,-1-3 0,79-42 0,-110 50 0,-1-1 0,0-1 0,-1-1 0,25-25 0,-40 34 0,0 0 0,-1 0 0,0 0 0,0-1 0,-1 0 0,0 0 0,0 0 0,-1-1 0,0 1 0,0-1 0,-1 0 0,0 0 0,-1-1 0,0 1 0,2-17 0,-4 21 0,0 0 0,-1-1 0,0 1 0,1 0 0,-1 0 0,-1 0 0,1 0 0,-1 0 0,0 0 0,0 0 0,0 0 0,-1 1 0,0-1 0,-5-6 0,2 5 0,0-1 0,0 2 0,-1-1 0,0 1 0,0 0 0,0 0 0,-1 1 0,-9-5 0,-6 0 0,0 2 0,-1 0 0,0 1 0,0 1 0,-35-2 0,9 4 114,1 2 0,-84 10 0,-93 31-1821,148-21-5119</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8.060"/>
    </inkml:context>
    <inkml:brush xml:id="br0">
      <inkml:brushProperty name="width" value="0.05" units="cm"/>
      <inkml:brushProperty name="height" value="0.05" units="cm"/>
      <inkml:brushProperty name="color" value="#FFFFFF"/>
    </inkml:brush>
  </inkml:definitions>
  <inkml:trace contextRef="#ctx0" brushRef="#br0">261 43 24575,'-2'25'0,"-1"-1"0,-2 0 0,0 1 0,-1-2 0,-15 36 0,5-11 0,-168 499 0,181-540 0,-10 38 0,13-42 0,-1 0 0,1 0 0,-1-1 0,1 1 0,0 0 0,0 0 0,0 0 0,0 0 0,1 0 0,-1-1 0,1 1 0,0 0 0,1 2 0,-1-3 0,0-1 0,0 1 0,0-1 0,1 0 0,-1 0 0,1 0 0,-1 0 0,1 0 0,-1 0 0,1 0 0,-1 0 0,1 0 0,0-1 0,0 1 0,-1-1 0,1 1 0,0-1 0,0 0 0,3 0 0,39-1 0,-36 1 0,563-48 0,-502 43 0,60-4 0,133-26 0,-249 32 0,0 0 0,-1 0 0,0-1 0,0-1 0,0 0 0,17-10 0,-25 12 0,0 0 0,0 0 0,0 0 0,0 0 0,-1-1 0,0 0 0,1 1 0,-1-1 0,-1 0 0,1-1 0,-1 1 0,1 0 0,-1-1 0,-1 1 0,1-1 0,0 0 0,-1 0 0,0 1 0,1-11 0,-2 1 0,0 0 0,-1 0 0,-1 0 0,0 0 0,-5-17 0,-24-70 0,20 71 0,-6-21 0,3-1 0,-8-57 0,17 75 0,2 0 0,2 0 0,1 0 0,5-47 0,1 39 0,-24 152 0,-35 148-1365,43-211-5461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39.747"/>
    </inkml:context>
    <inkml:brush xml:id="br0">
      <inkml:brushProperty name="width" value="0.05" units="cm"/>
      <inkml:brushProperty name="height" value="0.05" units="cm"/>
      <inkml:brushProperty name="color" value="#FFFFFF"/>
    </inkml:brush>
  </inkml:definitions>
  <inkml:trace contextRef="#ctx0" brushRef="#br0">45 0 24575,'-1'1'0,"1"0"0,-1 0 0,0 0 0,0 0 0,0 0 0,1-1 0,-1 1 0,0 0 0,0-1 0,0 1 0,0-1 0,0 1 0,0-1 0,0 1 0,0-1 0,-2 1 0,-6 3 0,8-3 0,-1-1 0,1 1 0,0 0 0,0 0 0,0 0 0,0 0 0,0 0 0,0 0 0,0 0 0,0 0 0,0 0 0,0 0 0,1 0 0,-1 1 0,0-1 0,1 0 0,-1 1 0,1-1 0,-1 0 0,1 1 0,0 1 0,0-2 0,0 1 0,1-1 0,-1 0 0,1 0 0,-1 1 0,1-1 0,-1 0 0,1 0 0,0 0 0,0 0 0,-1 0 0,1 0 0,0 0 0,0 0 0,0 0 0,0-1 0,0 1 0,2 1 0,8 3 0,-1 0 0,1-1 0,-1 0 0,14 3 0,-14-4 0,44 14 0,78 35 0,-109-41 0,-1 1 0,-1 1 0,1 1 0,-2 1 0,34 32 0,-48-42 0,-1 0 0,-1 0 0,1 1 0,-1 0 0,0 0 0,-1 0 0,1 0 0,-1 1 0,0-1 0,-1 1 0,1 0 0,-1 0 0,1 9 0,-3-10 0,0 0 0,0 0 0,0 0 0,-1 0 0,1 0 0,-2 0 0,1 0 0,-1 0 0,1-1 0,-2 1 0,1 0 0,-1-1 0,1 1 0,-1-1 0,-7 9 0,-15 15-1365,-1-5-5461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0.012"/>
    </inkml:context>
    <inkml:brush xml:id="br0">
      <inkml:brushProperty name="width" value="0.05" units="cm"/>
      <inkml:brushProperty name="height" value="0.05" units="cm"/>
      <inkml:brushProperty name="color" value="#FFFFFF"/>
    </inkml:brush>
  </inkml:definitions>
  <inkml:trace contextRef="#ctx0" brushRef="#br0">1 29 24575,'0'-1'0,"0"0"0,0-1 0,0 1 0,0 0 0,1 0 0,-1 0 0,0 0 0,1-1 0,-1 1 0,1 0 0,-1 0 0,1 0 0,-1 0 0,1 0 0,0 0 0,0 0 0,0 0 0,-1 0 0,1 1 0,0-1 0,0 0 0,0 0 0,0 1 0,0-1 0,0 1 0,0-1 0,1 1 0,-1-1 0,0 1 0,0-1 0,0 1 0,0 0 0,1 0 0,-1 0 0,0 0 0,0 0 0,1 0 0,-1 0 0,0 0 0,0 0 0,2 1 0,6 0 0,1 1 0,-1 0 0,0 0 0,9 5 0,23 9 0,-1 2 0,-1 2 0,-1 1 0,-1 2 0,-1 2 0,0 1 0,34 35 0,-60-52 0,-1 0 0,-1 1 0,0 0 0,0 0 0,-1 1 0,8 15 0,-12-21 0,-1 0 0,-1 0 0,1 0 0,0 0 0,-1 0 0,0 0 0,0 0 0,-1 1 0,0-1 0,1 0 0,-2 1 0,1-1 0,-1 0 0,1 1 0,-2-1 0,1 0 0,0 0 0,-3 6 0,-2-1-136,0-1-1,0 0 1,-1 0-1,0 0 1,0-1-1,-1 0 1,0 0-1,-1-1 0,-18 12 1,-36 23-6690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0.544"/>
    </inkml:context>
    <inkml:brush xml:id="br0">
      <inkml:brushProperty name="width" value="0.05" units="cm"/>
      <inkml:brushProperty name="height" value="0.05" units="cm"/>
      <inkml:brushProperty name="color" value="#FFFFFF"/>
    </inkml:brush>
  </inkml:definitions>
  <inkml:trace contextRef="#ctx0" brushRef="#br0">141 45 24575,'7'-6'0,"0"0"0,0 0 0,1 1 0,0 0 0,9-5 0,-15 9 0,1 0 0,-1 0 0,0 0 0,0 0 0,1 1 0,-1-1 0,0 1 0,0 0 0,1-1 0,-1 1 0,4 1 0,-5-1 0,0 0 0,0 1 0,1-1 0,-1 0 0,0 1 0,0-1 0,0 1 0,0 0 0,0-1 0,0 1 0,-1 0 0,1 0 0,0-1 0,0 1 0,0 0 0,-1 0 0,1 0 0,0 0 0,-1 0 0,1 0 0,-1 0 0,1 0 0,-1 0 0,1 2 0,-1 1 0,1-1 0,-1 1 0,0-1 0,1 1 0,-2-1 0,1 1 0,0-1 0,-1 1 0,1-1 0,-1 0 0,0 1 0,-1-1 0,1 0 0,0 1 0,-1-1 0,-2 3 0,-4 9 0,-22 26 0,23-32 0,-62 67 0,3-3 0,57-62 0,1 0 0,0 1 0,1 0 0,-11 22 0,18-32 0,-1 0 0,0 0 0,0-1 0,1 1 0,-1 0 0,1 0 0,0 0 0,-1 0 0,1 0 0,0 0 0,0 0 0,0 0 0,0 0 0,1 0 0,-1 0 0,1 0 0,-1-1 0,1 1 0,-1 0 0,1 0 0,1 2 0,0-2 0,-1 0 0,1 0 0,0-1 0,0 1 0,0 0 0,1-1 0,-1 1 0,0-1 0,0 0 0,1 1 0,-1-1 0,1 0 0,3 1 0,8 0 0,0 1 0,0-1 0,0-1 0,22-1 0,3-2-1365,-4-2-5461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0.826"/>
    </inkml:context>
    <inkml:brush xml:id="br0">
      <inkml:brushProperty name="width" value="0.05" units="cm"/>
      <inkml:brushProperty name="height" value="0.05" units="cm"/>
      <inkml:brushProperty name="color" value="#FFFFFF"/>
    </inkml:brush>
  </inkml:definitions>
  <inkml:trace contextRef="#ctx0" brushRef="#br0">171 7 24575,'0'0'0,"0"-1"0,0 1 0,0 0 0,0 0 0,0-1 0,0 1 0,0 0 0,0 0 0,0-1 0,0 1 0,0 0 0,0 0 0,0 0 0,0-1 0,0 1 0,0 0 0,0 0 0,0-1 0,-1 1 0,1 0 0,0 0 0,0 0 0,0 0 0,0-1 0,-1 1 0,1 0 0,0 0 0,0 0 0,0 0 0,0 0 0,-1-1 0,1 1 0,0 0 0,0 0 0,-1 0 0,1 0 0,-10 4 0,-8 10 0,5 0 0,1 0 0,1 1 0,0 0 0,1 0 0,0 1 0,-13 34 0,12-23 0,1 0 0,2 1 0,-9 51 0,16-70 0,0 0 0,0-1 0,1 1 0,0 0 0,1 0 0,0-1 0,0 1 0,1 0 0,0-1 0,0 1 0,6 11 0,-4-13 0,-1-1 0,1 0 0,0 0 0,1 0 0,-1-1 0,1 1 0,0-1 0,1 0 0,-1 0 0,1-1 0,0 0 0,0 0 0,1 0 0,8 3 0,6 1-273,0-1 0,0-1 0,1-1 0,35 3 0,21 1-6553</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2.009"/>
    </inkml:context>
    <inkml:brush xml:id="br0">
      <inkml:brushProperty name="width" value="0.05" units="cm"/>
      <inkml:brushProperty name="height" value="0.05" units="cm"/>
      <inkml:brushProperty name="color" value="#FFFFFF"/>
    </inkml:brush>
  </inkml:definitions>
  <inkml:trace contextRef="#ctx0" brushRef="#br0">13 42 24575,'-3'-3'0,"-1"-3"0,1-4 0,0-3 0,4 4 0,4 9 0,2 9 0,1 10 0,4 8 0,-2 12 0,1 7 0,-1 7 0,-3 2 0,-2 3 0,-3 0 0,0-10-8191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2.367"/>
    </inkml:context>
    <inkml:brush xml:id="br0">
      <inkml:brushProperty name="width" value="0.05" units="cm"/>
      <inkml:brushProperty name="height" value="0.05" units="cm"/>
      <inkml:brushProperty name="color" value="#FFFFFF"/>
    </inkml:brush>
  </inkml:definitions>
  <inkml:trace contextRef="#ctx0" brushRef="#br0">1 229 24575,'0'-2'0,"1"0"0,-1 0 0,1-1 0,0 1 0,-1 0 0,1 0 0,0 0 0,0 0 0,1 0 0,-1 0 0,0 0 0,1 0 0,-1 0 0,1 1 0,0-1 0,-1 0 0,1 1 0,0 0 0,0-1 0,0 1 0,0 0 0,0 0 0,4-1 0,7-4 0,1 1 0,23-6 0,-25 7 0,60-13 0,-45 12 0,1-2 0,52-21 0,-78 27 0,0 0 0,0 0 0,0 0 0,0 0 0,0-1 0,0 1 0,0-1 0,0 1 0,-1-1 0,1 0 0,0 0 0,-1 1 0,0-1 0,1 0 0,-1 0 0,0-1 0,0 1 0,0 0 0,0 0 0,-1-1 0,1 1 0,-1 0 0,1-1 0,-1 1 0,0 0 0,1-1 0,-1 1 0,-1 0 0,1-1 0,0 1 0,-1-1 0,1 1 0,-1 0 0,1 0 0,-1-1 0,0 1 0,0 0 0,0 0 0,0 0 0,-1 0 0,1 0 0,-1 0 0,1 0 0,-1 0 0,1 1 0,-5-4 0,6 5 0,-1-1 0,1 0 0,-1 1 0,1-1 0,-1 1 0,0-1 0,1 1 0,-1 0 0,1-1 0,-1 1 0,0-1 0,0 1 0,1 0 0,-1 0 0,0-1 0,0 1 0,1 0 0,-1 0 0,0 0 0,0 0 0,1 0 0,-1 0 0,0 0 0,0 0 0,1 0 0,-3 1 0,2 0 0,0-1 0,0 1 0,0 0 0,0 0 0,0 0 0,1 0 0,-1 0 0,0 0 0,0 0 0,1 0 0,-1 0 0,0 0 0,1 1 0,-1 1 0,-2 4 0,1 1 0,1 1 0,-3 14 0,0 44-682,10 130-1,-2-161-6143</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2.740"/>
    </inkml:context>
    <inkml:brush xml:id="br0">
      <inkml:brushProperty name="width" value="0.05" units="cm"/>
      <inkml:brushProperty name="height" value="0.05" units="cm"/>
      <inkml:brushProperty name="color" value="#FFFFFF"/>
    </inkml:brush>
  </inkml:definitions>
  <inkml:trace contextRef="#ctx0" brushRef="#br0">162 144 24575,'4'-14'0,"-1"8"0,0 8 0,-3 2 0,-1-1 0,1 0 0,0 1 0,-1-1 0,0 1 0,0-1 0,0 0 0,0 1 0,-1-1 0,-2 5 0,-2 6 0,-11 44 0,11-36 0,-1 0 0,0-1 0,-2 0 0,-11 22 0,19-42 0,0 1 0,0-1 0,0 1 0,0 0 0,0-1 0,0 0 0,0 1 0,-1-1 0,1 0 0,0 1 0,-1-1 0,1 0 0,-1 0 0,1 0 0,-1 0 0,1-1 0,-1 1 0,0 0 0,1-1 0,-1 1 0,0-1 0,0 1 0,0-1 0,1 0 0,-1 0 0,-3 0 0,3 0 0,0-1 0,0 0 0,0 0 0,0 0 0,0 0 0,0-1 0,0 1 0,1 0 0,-1-1 0,0 1 0,1-1 0,-1 1 0,1-1 0,0 0 0,0 0 0,-1 0 0,1 0 0,0 1 0,1-1 0,-1-1 0,0 1 0,0-2 0,-2-9 0,0 0 0,1-1 0,0 1 0,1 0 0,1-1 0,0 1 0,1 0 0,0-1 0,1 1 0,1 0 0,0 0 0,0 0 0,11-24 0,-10 27 0,1 1 0,-1-1 0,2 1 0,-1 0 0,1 0 0,1 1 0,-1 0 0,1 0 0,1 0 0,-1 1 0,1 0 0,1 1 0,-1 0 0,1 0 0,0 1 0,0 0 0,1 0 0,11-3 0,-17 7 0,-1 0 0,1 0 0,0 0 0,0 1 0,0 0 0,0-1 0,0 2 0,0-1 0,0 0 0,0 1 0,0 0 0,0 0 0,0 0 0,0 0 0,0 0 0,4 3 0,-3 0 0,1-1 0,-1 1 0,0 0 0,-1 0 0,1 0 0,-1 1 0,0 0 0,0 0 0,5 8 0,1 6 0,0 0 0,-1 1 0,-2 0 0,0 1 0,4 21 0,-5-21-341,-2 0 0,-1 1-1,1 39 1,-5-27-6485</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3.253"/>
    </inkml:context>
    <inkml:brush xml:id="br0">
      <inkml:brushProperty name="width" value="0.05" units="cm"/>
      <inkml:brushProperty name="height" value="0.05" units="cm"/>
      <inkml:brushProperty name="color" value="#FFFFFF"/>
    </inkml:brush>
  </inkml:definitions>
  <inkml:trace contextRef="#ctx0" brushRef="#br0">18 252 24575,'-1'-1'0,"0"0"0,-1 0 0,1-1 0,0 1 0,0 0 0,-1 0 0,1-1 0,0 1 0,1 0 0,-1-1 0,0 1 0,0-1 0,1 1 0,-1-1 0,0 0 0,1 1 0,0-1 0,-1 0 0,1 1 0,0-1 0,0 0 0,0 1 0,0-1 0,0 0 0,0 1 0,1-3 0,0 2 0,1-1 0,-1 1 0,1-1 0,0 1 0,0 0 0,0 0 0,0 0 0,0 0 0,0 0 0,1 0 0,-1 1 0,1-1 0,-1 1 0,6-2 0,14-7 0,1 1 0,0 1 0,30-6 0,77-10 0,-63 13 0,-16 4 0,-28 4 0,-1 0 0,1-2 0,-1 0 0,22-10 0,-32 6 0,-8 4 0,-6 4 0,1 2 0,-1-1 0,1 1 0,0 0 0,0 0 0,0 0 0,-1 0 0,1 0 0,0 0 0,0 0 0,0 0 0,1 0 0,-1 0 0,0 1 0,0-1 0,1 0 0,-1 1 0,0 1 0,-11 28 0,10-25 0,-33 137 0,9-28 0,21-100 0,5-21 0,7-26 0,70-208 0,-76 237 0,4-12 0,0 1 0,8-16 0,-11 27 0,-1 0 0,0 0 0,1 1 0,0-1 0,0 1 0,0-1 0,0 1 0,0 0 0,0-1 0,1 1 0,-1 1 0,1-1 0,-1 0 0,1 0 0,0 1 0,-1-1 0,5 0 0,-5 2 0,-1 0 0,1 0 0,0 0 0,0 0 0,0 0 0,0 0 0,-1 1 0,1-1 0,0 1 0,0-1 0,0 1 0,-1 0 0,1 0 0,0-1 0,-1 1 0,1 0 0,-1 1 0,1-1 0,-1 0 0,0 0 0,1 1 0,-1-1 0,1 3 0,5 4 0,-1 0 0,9 18 0,-13-21 0,28 59 0,-22-46 0,0 0 0,1-1 0,0 0 0,2 0 0,14 18 0,-22-32-151,1 1-1,-1-1 0,1 0 0,0 0 1,0-1-1,0 1 0,0-1 1,7 3-1,9 2-6674</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3.421"/>
    </inkml:context>
    <inkml:brush xml:id="br0">
      <inkml:brushProperty name="width" value="0.05" units="cm"/>
      <inkml:brushProperty name="height" value="0.05" units="cm"/>
      <inkml:brushProperty name="color" value="#FFFFFF"/>
    </inkml:brush>
  </inkml:definitions>
  <inkml:trace contextRef="#ctx0" brushRef="#br0">1 29 24575,'0'-3'0,"0"-3"0,0-4 0,0 3 0,0 5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3.794"/>
    </inkml:context>
    <inkml:brush xml:id="br0">
      <inkml:brushProperty name="width" value="0.05" units="cm"/>
      <inkml:brushProperty name="height" value="0.05" units="cm"/>
      <inkml:brushProperty name="color" value="#FFFFFF"/>
    </inkml:brush>
  </inkml:definitions>
  <inkml:trace contextRef="#ctx0" brushRef="#br0">177 11 24575,'0'-1'0,"0"1"0,0 0 0,0-1 0,0 1 0,0 0 0,0-1 0,0 1 0,0-1 0,0 1 0,0 0 0,-1-1 0,1 1 0,0 0 0,0-1 0,0 1 0,0 0 0,0-1 0,-1 1 0,1 0 0,0 0 0,0-1 0,-1 1 0,1 0 0,0 0 0,0-1 0,-1 1 0,1 0 0,0 0 0,-1 0 0,1-1 0,0 1 0,-1 0 0,1 0 0,0 0 0,-1 0 0,1 0 0,0 0 0,-1 0 0,1 0 0,0 0 0,-1 0 0,1 0 0,0 0 0,-1 0 0,1 0 0,-1 0 0,1 0 0,0 0 0,-1 0 0,1 1 0,-1-1 0,0 0 0,0 1 0,0-1 0,0 1 0,0-1 0,0 1 0,0 0 0,0-1 0,0 1 0,1 0 0,-1 0 0,0 0 0,0-1 0,1 1 0,-1 0 0,0 1 0,-12 51 0,10-41 0,1 1 0,-8 19 0,0-12 0,-1 1 0,-25 36 0,-1 1 0,32-49-227,0 0-1,1 1 1,1 0-1,-1 0 1,-1 13-1,3-11-6598</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4.218"/>
    </inkml:context>
    <inkml:brush xml:id="br0">
      <inkml:brushProperty name="width" value="0.05" units="cm"/>
      <inkml:brushProperty name="height" value="0.05" units="cm"/>
      <inkml:brushProperty name="color" value="#FFFFFF"/>
    </inkml:brush>
  </inkml:definitions>
  <inkml:trace contextRef="#ctx0" brushRef="#br0">175 201 24575,'0'0'0,"0"-1"0,0 1 0,0-1 0,0 1 0,0-1 0,-1 1 0,1-1 0,0 1 0,0-1 0,0 1 0,-1-1 0,1 1 0,0 0 0,-1-1 0,1 1 0,0-1 0,-1 1 0,1 0 0,-1-1 0,1 1 0,0 0 0,-1-1 0,1 1 0,-1 0 0,1 0 0,-1 0 0,1-1 0,-1 1 0,1 0 0,-1 0 0,1 0 0,-1 0 0,1 0 0,-1 0 0,1 0 0,-1 0 0,1 0 0,-1 0 0,0 0 0,1 0 0,-1 1 0,1-1 0,0 0 0,-1 0 0,1 0 0,-1 1 0,0-1 0,-24 13 0,16-2 0,0 1 0,0 0 0,1 0 0,0 0 0,1 1 0,-6 17 0,5-14 0,1 0 0,-2-1 0,-16 23 0,25-38 0,-1 1 0,1-1 0,-1 1 0,1-1 0,0 1 0,-1-1 0,1 1 0,-1-1 0,1 1 0,-1-1 0,1 0 0,-1 1 0,0-1 0,1 0 0,-1 0 0,1 1 0,-1-1 0,-1 0 0,-4-6 0,5-20 0,4 5 0,1 1 0,1 0 0,1 1 0,1 0 0,13-27 0,-6 20 0,0 0 0,2 1 0,21-26 0,-28 40 0,0 0 0,1 1 0,0 0 0,0 1 0,1 0 0,20-12 0,-28 19 0,-1 1 0,1-1 0,0 1 0,0-1 0,0 1 0,0 0 0,0 0 0,0 1 0,0-1 0,0 1 0,0-1 0,0 1 0,0 0 0,1 0 0,-1 0 0,0 1 0,0-1 0,0 1 0,0 0 0,0 0 0,0 0 0,0 0 0,0 0 0,0 0 0,0 1 0,-1 0 0,1-1 0,-1 1 0,1 0 0,-1 0 0,0 1 0,1-1 0,-1 0 0,0 1 0,1 2 0,7 9 0,-2 1 0,0 0 0,-1 1 0,0 0 0,-1 0 0,-1 0 0,5 27 0,-1 7 0,2 63 0,-9-72-1365,-1-7-5461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4.373"/>
    </inkml:context>
    <inkml:brush xml:id="br0">
      <inkml:brushProperty name="width" value="0.05" units="cm"/>
      <inkml:brushProperty name="height" value="0.05" units="cm"/>
      <inkml:brushProperty name="color" value="#FFFFFF"/>
    </inkml:brush>
  </inkml:definitions>
  <inkml:trace contextRef="#ctx0" brushRef="#br0">14 204 24575,'-3'-5'0,"-1"-8"0,1-4 0,0-2 0,4-1 0,4 1 0,7 4 0,7 1 0,8 0 0,8 3 0,6 0 0,4 0 0,6 1 0,2 0 0,0 2 0,-8 1-8191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6.082"/>
    </inkml:context>
    <inkml:brush xml:id="br0">
      <inkml:brushProperty name="width" value="0.05" units="cm"/>
      <inkml:brushProperty name="height" value="0.05" units="cm"/>
      <inkml:brushProperty name="color" value="#FFFFFF"/>
    </inkml:brush>
  </inkml:definitions>
  <inkml:trace contextRef="#ctx0" brushRef="#br0">84 371 24575,'4'-3'0,"1"0"0,-1 0 0,1 0 0,-1 1 0,1-1 0,9-2 0,7-4 0,-3-1 0,0-1 0,19-15 0,-32 22 0,0 0 0,1-1 0,-2 0 0,1 0 0,0 0 0,-1 0 0,0-1 0,-1 0 0,1 0 0,4-9 0,-8 14 0,0 0 0,1 1 0,-1-1 0,0 0 0,0 0 0,1 1 0,-1-1 0,0 0 0,0 0 0,0 1 0,0-1 0,0 0 0,0 0 0,0 0 0,0 1 0,0-1 0,0 0 0,-1 0 0,1 1 0,0-1 0,0 0 0,-1 0 0,1 1 0,0-1 0,-1 0 0,1 1 0,-1-1 0,1 1 0,-1-1 0,1 0 0,-1 1 0,0-1 0,1 1 0,-1-1 0,0 1 0,1 0 0,-1-1 0,0 1 0,1 0 0,-1-1 0,0 1 0,0 0 0,1 0 0,-1 0 0,0 0 0,0 0 0,1-1 0,-1 1 0,0 1 0,-1-1 0,-2 0 0,-1 0 0,0 0 0,1 1 0,-1 0 0,1 0 0,-1 0 0,-5 3 0,-5 3 0,1 1 0,0 0 0,0 2 0,1-1 0,0 2 0,0 0 0,2 0 0,-1 1 0,1 0 0,1 1 0,0 0 0,1 1 0,1 0 0,0 1 0,1 0 0,0 0 0,1 0 0,-6 23 0,11-32 0,0 0 0,0-1 0,1 1 0,-1 0 0,1 0 0,0 0 0,1 0 0,0 0 0,0 0 0,0-1 0,0 1 0,1 0 0,0-1 0,0 1 0,1-1 0,5 10 0,-4-10 0,0 0 0,0-1 0,1 1 0,-1-1 0,1 0 0,0 0 0,0-1 0,1 0 0,-1 0 0,1 0 0,-1 0 0,1-1 0,0 0 0,0 0 0,12 2 0,-2-2 0,0-1 0,0 0 0,1-1 0,-1-1 0,0 0 0,0-1 0,0-1 0,27-8 0,-19 3 0,-1 0 0,-1-2 0,0 0 0,0-2 0,23-16 0,-31 18 0,0-1 0,-1-1 0,0 0 0,-1 0 0,0-1 0,-1-1 0,0 0 0,-2 0 0,1-1 0,-2-1 0,0 1 0,10-30 0,-12 27 0,-2 0 0,0-1 0,-1 1 0,-1-1 0,0 0 0,-2 0 0,0 0 0,-1 0 0,-1 1 0,-1-1 0,-8-29 0,9 40 0,0 0 0,0-1 0,-1 1 0,0-1 0,-1 1 0,-8-15 0,12 23 0,0 0 0,0 0 0,-1-1 0,1 1 0,0 0 0,0 0 0,0 0 0,-1 0 0,1-1 0,0 1 0,0 0 0,-1 0 0,1 0 0,0 0 0,-1 0 0,1 0 0,0 0 0,0 0 0,-1 0 0,1 0 0,0 0 0,-1 0 0,1 0 0,0 0 0,0 0 0,-1 0 0,1 0 0,0 0 0,0 0 0,-1 0 0,1 1 0,0-1 0,0 0 0,-1 0 0,1 0 0,0 0 0,0 1 0,-1-1 0,1 0 0,0 0 0,0 0 0,0 1 0,0-1 0,0 0 0,-1 0 0,1 1 0,0-1 0,0 0 0,0 0 0,0 1 0,0-1 0,0 0 0,0 1 0,0-1 0,0 0 0,0 0 0,0 1 0,0-1 0,-6 19 0,0 32 0,2 0 0,5 96 0,-1-132 0,1 4 0,-1 11 0,8 51 0,-7-74 0,1 0 0,-1-1 0,1 1 0,1 0 0,-1-1 0,1 1 0,0-1 0,0 0 0,1 0 0,0 0 0,0 0 0,0-1 0,6 6 0,-7-8 0,1-1 0,-1 0 0,0 0 0,1-1 0,0 1 0,-1-1 0,1 1 0,0-1 0,-1 0 0,1-1 0,0 1 0,0-1 0,0 1 0,0-1 0,0-1 0,0 1 0,0 0 0,-1-1 0,1 0 0,0 0 0,0 0 0,6-3 0,6-2 0,-1-1 0,0-1 0,27-18 0,-8 1 0,0-1 0,-1-2 0,31-35 0,-55 50 0,-9 13 0,0 0 0,0 0 0,-1 0 0,1 0 0,0-1 0,0 1 0,0 0 0,0 0 0,0 0 0,0 0 0,-1 0 0,1 0 0,0 0 0,0 0 0,0 0 0,0 0 0,0-1 0,-1 1 0,1 0 0,0 0 0,0 0 0,0 0 0,0 0 0,-1 0 0,1 0 0,0 0 0,0 0 0,0 0 0,0 0 0,-1 1 0,1-1 0,0 0 0,0 0 0,0 0 0,0 0 0,0 0 0,-1 0 0,1 0 0,0 0 0,0 0 0,0 1 0,-26 14 0,14-3 0,-23 26 0,31-34 0,0 1 0,1 0 0,0 0 0,0 0 0,0 0 0,1 0 0,0 0 0,0 1 0,-3 10 0,5-15 0,0 0 0,0 0 0,0 1 0,0-1 0,0 0 0,0 0 0,0 0 0,0 0 0,0 1 0,1-1 0,-1 0 0,0 0 0,1 0 0,-1 0 0,1 0 0,0 0 0,-1 0 0,1 0 0,0 0 0,-1 0 0,1 0 0,0 0 0,1 1 0,0-1 0,1 0 0,-1 0 0,0 0 0,0 0 0,0 0 0,1-1 0,-1 1 0,0-1 0,1 1 0,-1-1 0,3 0 0,4 0 0,-1 0 0,1-1 0,-1-1 0,1 1 0,12-5 0,-14 4 0,-1-1 0,0 1 0,0-1 0,0-1 0,-1 1 0,1-1 0,-1 0 0,1 0 0,-1 0 0,-1-1 0,1 0 0,4-6 0,-7 8 0,0 0 0,0 0 0,-1 0 0,1 0 0,-1-1 0,0 1 0,0-1 0,0 1 0,0 0 0,0-1 0,-1 1 0,0-1 0,0 0 0,0 1 0,0-1 0,0 1 0,-1-1 0,1 1 0,-1-1 0,0 1 0,0-1 0,0 1 0,-1 0 0,-2-5 0,0 1 0,-1 0 0,0 0 0,0 0 0,-1 0 0,0 1 0,0 0 0,-1 0 0,-6-4 0,9 7 0,0 0 0,0 0 0,0 1 0,0 0 0,0 0 0,-1 0 0,1 0 0,-1 1 0,1-1 0,-1 1 0,0 0 0,1 1 0,-1-1 0,0 1 0,1 0 0,-7 1 0,10-1 0,0 0 0,0 0 0,0 0 0,0 0 0,0 0 0,0 0 0,1 1 0,-1-1 0,0 0 0,0 1 0,0-1 0,0 0 0,0 1 0,1 0 0,-1-1 0,0 1 0,0-1 0,1 1 0,-1 0 0,0-1 0,1 1 0,-1 0 0,1 0 0,-1 0 0,1-1 0,-1 1 0,1 0 0,-1 0 0,1 0 0,0 0 0,0 0 0,0 0 0,-1 0 0,1 0 0,0 0 0,0 0 0,0-1 0,0 1 0,0 0 0,1 0 0,-1 0 0,0 0 0,0 0 0,1 0 0,-1 0 0,0 0 0,1 0 0,-1 0 0,1 0 0,1 3 0,0-1 0,0 0 0,1 0 0,-1 1 0,1-2 0,-1 1 0,1 0 0,0 0 0,0-1 0,7 5 0,1-3 0,0 1 0,1-1 0,-1-1 0,1 0 0,0-1 0,18 2 0,75-2 0,-94-2 0,20-1 0,1 0 0,-1-2 0,0-2 0,0 0 0,-1-2 0,1-2 0,-2 0 0,31-15 0,-55 21 0,-1 0 0,1 0 0,0 0 0,-1-1 0,0 1 0,8-9 0,-11 11 0,-1 0 0,1 1 0,-1-1 0,1 0 0,-1 0 0,1 0 0,-1 0 0,1 0 0,-1 1 0,0-1 0,1 0 0,-1 0 0,0 0 0,0 0 0,0 0 0,0 0 0,0 0 0,0-2 0,-1 2 0,1 0 0,-1 0 0,1 0 0,-1 0 0,0 1 0,1-1 0,-1 0 0,0 0 0,0 0 0,0 1 0,0-1 0,1 0 0,-1 1 0,0-1 0,0 1 0,0-1 0,0 1 0,0 0 0,-1-1 0,1 1 0,-1 0 0,-7-2 0,0 1 0,0 0 0,0 0 0,0 1 0,0 0 0,0 1 0,0-1 0,0 2 0,0 0 0,1 0 0,-1 0 0,0 1 0,1 0 0,0 1 0,0 0 0,-8 5 0,10-6 0,1 0 0,0 1 0,0-1 0,1 1 0,-1 0 0,1 0 0,-1 1 0,1-1 0,1 1 0,-1 0 0,1 0 0,0 0 0,0 1 0,0-1 0,1 1 0,-1-1 0,1 1 0,1 0 0,-1 0 0,1 0 0,0 0 0,1 0 0,-1 0 0,2 11 0,-1-13 0,1 1 0,0 0 0,0-1 0,0 1 0,1 0 0,0-1 0,0 0 0,0 1 0,0-1 0,1 0 0,0 0 0,0 0 0,0 0 0,0-1 0,0 1 0,1-1 0,-1 0 0,1 0 0,0 0 0,0-1 0,0 1 0,0-1 0,1 0 0,-1 0 0,1 0 0,-1-1 0,1 0 0,5 1 0,-3 0 0,0-1 0,1 0 0,-1-1 0,1 0 0,0 0 0,-1-1 0,1 0 0,-1 0 0,0-1 0,1 0 0,-1 0 0,0 0 0,0-1 0,0 0 0,0-1 0,-1 1 0,8-7 0,-4 1 0,0 0 0,0-1 0,-1 0 0,-1-1 0,0 0 0,0 0 0,11-23 0,33-90 0,-46 109 0,-6 16 0,0-1 0,0 1 0,1 0 0,-1 0 0,1 0 0,-1-1 0,1 1 0,-1 0 0,1-1 0,-1 1 0,1 0 0,-1-1 0,1 1 0,0-1 0,0 1 0,-1-1 0,1 1 0,0-1 0,0 0 0,-1 1 0,1-1 0,0 0 0,2 1 0,-2 0 0,1 0 0,0-1 0,0 1 0,0-1 0,0 1 0,0-1 0,0 0 0,0 0 0,0 1 0,0-2 0,0 1 0,0 0 0,4-1 0,15-11 0,-18 9 0,0 1 0,1 0 0,-1 0 0,1 0 0,0 0 0,6-1 0,-9 2 0,0 1 0,0 0 0,0 0 0,0 0 0,0 0 0,0 1 0,-1-1 0,1 0 0,0 0 0,0 0 0,0 1 0,0-1 0,0 1 0,-1-1 0,1 0 0,0 1 0,0-1 0,-1 1 0,1 0 0,0-1 0,-1 1 0,1 0 0,0-1 0,-1 1 0,1 0 0,-1-1 0,0 1 0,1 0 0,-1 0 0,1 0 0,-1 0 0,0-1 0,0 1 0,1 0 0,-1 1 0,2 9-83,1-1 1,-2 0-1,0 1 0,0-1 0,-1 12 1,0-11-787,0 21-5957</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7.202"/>
    </inkml:context>
    <inkml:brush xml:id="br0">
      <inkml:brushProperty name="width" value="0.05" units="cm"/>
      <inkml:brushProperty name="height" value="0.05" units="cm"/>
      <inkml:brushProperty name="color" value="#FFFFFF"/>
    </inkml:brush>
  </inkml:definitions>
  <inkml:trace contextRef="#ctx0" brushRef="#br0">3937 163 24575,'9'-5'0,"-1"-1"0,-1 0 0,1 0 0,-1-1 0,11-13 0,3-1 0,-5 5 0,-7 6 0,1 0 0,0 1 0,1 0 0,-1 0 0,2 1 0,22-11 0,-34 19 0,0-1 0,0 1 0,0 0 0,0 0 0,0 0 0,0 0 0,0 0 0,0 0 0,0 0 0,0 0 0,1 0 0,-1 0 0,0 0 0,0 0 0,0 0 0,0 0 0,0 0 0,0 0 0,0 0 0,0 0 0,0 0 0,1 0 0,-1 0 0,0 0 0,0 0 0,0 0 0,0 0 0,0 0 0,0 0 0,0 0 0,0 0 0,0 0 0,0 0 0,1 0 0,-1 1 0,0-1 0,0 0 0,0 0 0,0 0 0,0 0 0,0 0 0,0 0 0,0 0 0,0 0 0,0 0 0,0 0 0,0 0 0,0 1 0,0-1 0,0 0 0,0 0 0,0 0 0,0 0 0,0 0 0,0 0 0,0 0 0,0 0 0,0 0 0,0 1 0,0-1 0,0 0 0,0 0 0,0 0 0,0 0 0,0 0 0,0 0 0,0 0 0,-6 11 0,-11 12 0,-305 271-77,265-245-95,-845 660-2586,-33-39-671,606-438 3061,82-57 253,-862 637-496,1064-777 1381,9-9 606,1 3-1,-48 50 1,76-68-757,14-10 171,19-13 387,-23 11-1130,56-22 250,-45 18-630,0 0 1,-1 0 0,1-2-1,23-14 1,-26 12-6494</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8.341"/>
    </inkml:context>
    <inkml:brush xml:id="br0">
      <inkml:brushProperty name="width" value="0.05" units="cm"/>
      <inkml:brushProperty name="height" value="0.05" units="cm"/>
      <inkml:brushProperty name="color" value="#FFFFFF"/>
    </inkml:brush>
  </inkml:definitions>
  <inkml:trace contextRef="#ctx0" brushRef="#br0">1 489 24575,'0'-7'0,"2"-1"0,-1 1 0,1 0 0,0 0 0,1 0 0,-1 1 0,1-1 0,1 1 0,-1-1 0,1 1 0,0 0 0,1 0 0,-1 1 0,9-8 0,-13 12 0,1 1 0,0-1 0,-1 1 0,1 0 0,0-1 0,0 1 0,0 0 0,-1 0 0,1-1 0,0 1 0,0 0 0,0 0 0,0 0 0,0 0 0,-1 0 0,1 0 0,0 0 0,0 0 0,0 1 0,0-1 0,-1 0 0,1 0 0,0 1 0,0-1 0,-1 0 0,1 1 0,0-1 0,0 1 0,-1-1 0,1 1 0,0-1 0,-1 1 0,1 0 0,-1-1 0,1 1 0,-1 0 0,1-1 0,-1 1 0,1 0 0,-1 0 0,0-1 0,1 1 0,-1 2 0,4 4 0,-1 1 0,-1 0 0,3 11 0,-4-16 0,5 27 0,-1 1 0,-2 0 0,0 46 0,-5-60 0,-3-26 0,-5-27 0,-3-29 0,3-1 0,3 0 0,3 0 0,7-110 0,-2 169 0,0-1 0,0 1 0,1-1 0,0 1 0,0-1 0,1 1 0,0 0 0,0 0 0,1 0 0,-1 1 0,8-9 0,-8 11 0,1-1 0,1 1 0,-1 1 0,1-1 0,-1 1 0,1-1 0,0 1 0,0 1 0,1-1 0,-1 1 0,0 0 0,1 0 0,0 0 0,-1 1 0,9-1 0,-5 0 0,0 2 0,0-1 0,0 1 0,0 1 0,0-1 0,0 2 0,0-1 0,0 1 0,-1 1 0,1-1 0,-1 1 0,1 1 0,-1 0 0,13 7 0,-17-8 0,0 0 0,0 0 0,-1 1 0,1-1 0,-1 1 0,1 0 0,-1-1 0,0 2 0,-1-1 0,1 0 0,-1 0 0,1 1 0,-1 0 0,-1-1 0,1 1 0,-1 0 0,0 0 0,0 0 0,0-1 0,0 1 0,-1 0 0,0 0 0,0 0 0,0 0 0,-1 0 0,0 0 0,-2 8 0,-3 5 0,-1 0 0,0 0 0,-2-1 0,-13 21 0,-5 13 0,26-51 0,1 1 0,-1 0 0,1 0 0,0 0 0,0 0 0,0 0 0,-1 0 0,1 0 0,0 0 0,0 0 0,0 0 0,0 0 0,0 0 0,1 0 0,-1 0 0,0 0 0,0-1 0,1 1 0,-1 0 0,0 0 0,1 0 0,-1 0 0,1 0 0,-1-1 0,1 1 0,0 0 0,-1 0 0,1-1 0,0 1 0,-1 0 0,1-1 0,0 1 0,0-1 0,0 1 0,-1-1 0,1 1 0,0-1 0,0 0 0,0 1 0,0-1 0,1 0 0,8 3 0,-1 0 0,0-1 0,14 2 0,-10-2 0,44 7 0,-36-7 0,0 1 0,0 1 0,0 1 0,-1 1 0,22 9 0,-40-14 0,-1-1 0,1 1 0,0 0 0,-1 0 0,1 0 0,-1 0 0,1 0 0,-1 0 0,0 1 0,1-1 0,-1 0 0,0 1 0,0-1 0,0 1 0,0-1 0,0 1 0,0 0 0,0-1 0,0 3 0,-1-2 0,0-1 0,0 1 0,0-1 0,-1 1 0,1-1 0,0 1 0,-1-1 0,1 1 0,-1-1 0,1 0 0,-1 1 0,0-1 0,0 0 0,0 1 0,1-1 0,-1 0 0,0 0 0,0 0 0,-1 0 0,1 0 0,0 0 0,0 0 0,-3 1 0,-5 5 0,-2-1 0,1 0 0,-1-1 0,0 0 0,0-1 0,0 0 0,-17 3 0,-87 11 0,72-13 0,17-1 0,-37 4 0,57-7 0,0-1 0,-1-1 0,1 1 0,0-1 0,0 0 0,0 0 0,-9-3 0,13 3-62,1 1 0,-1-1 0,1 0 0,0 0 0,-1 1 0,1-1 0,0 0 0,-1 0 0,1 0 0,0-1 0,0 1 0,0 0-1,0 0 1,0-1 0,0 1 0,1 0 0,-1-1 0,0 1 0,1-1 0,-1 1 0,0-3 0,-1-11-6764</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8.699"/>
    </inkml:context>
    <inkml:brush xml:id="br0">
      <inkml:brushProperty name="width" value="0.05" units="cm"/>
      <inkml:brushProperty name="height" value="0.05" units="cm"/>
      <inkml:brushProperty name="color" value="#FFFFFF"/>
    </inkml:brush>
  </inkml:definitions>
  <inkml:trace contextRef="#ctx0" brushRef="#br0">21 189 24575,'-1'-2'0,"1"0"0,-1 0 0,1 0 0,-1 0 0,0 1 0,0-1 0,0 0 0,0 0 0,0 1 0,-1-3 0,-8-16 0,10 19 0,0 1 0,0-1 0,0 0 0,0 1 0,0-1 0,0 0 0,0 0 0,1 1 0,-1-1 0,0 0 0,0 1 0,1-1 0,-1 0 0,0 1 0,1-1 0,-1 1 0,1-1 0,-1 0 0,1 1 0,-1-1 0,1 1 0,-1 0 0,1-1 0,0 1 0,-1-1 0,1 1 0,-1 0 0,1-1 0,1 1 0,14-6 0,0 0 0,0 2 0,1 0 0,0 0 0,33-1 0,-22 2 0,-3 0 0,1 1 0,0-1 0,0-1 0,0-2 0,-1 0 0,31-13 0,-55 19 0,0-1 0,0 1 0,0 0 0,0-1 0,0 1 0,0-1 0,0 1 0,0-1 0,0 0 0,-1 1 0,1-1 0,0 0 0,0 1 0,-1-1 0,1 0 0,0 0 0,-1 0 0,1 0 0,-1 0 0,1 0 0,-1 0 0,1 1 0,-1-3 0,0 2 0,0 0 0,-1 0 0,1 0 0,-1 0 0,1 0 0,-1 0 0,1 1 0,-1-1 0,0 0 0,1 0 0,-1 1 0,0-1 0,1 0 0,-1 1 0,0-1 0,0 1 0,0-1 0,0 1 0,-1-1 0,-7-3 0,0 1 0,0 0 0,-17-3 0,12 4 0,0 0 0,0 1 0,0 0 0,-1 1 0,1 1 0,0 1 0,-15 2 0,23-3 0,1 1 0,0-1 0,-1 1 0,1 0 0,0 0 0,0 0 0,0 1 0,1 0 0,-1 0 0,1 0 0,-1 1 0,1-1 0,0 1 0,0 0 0,1 0 0,-1 0 0,1 1 0,0-1 0,0 1 0,0 0 0,-2 6 0,2 0 0,0 0 0,0 1 0,2-1 0,-1 0 0,1 1 0,1-1 0,0 1 0,3 22 0,4 5 0,14 46 0,-5-28 171,27 59 0,-31-88-598,2 0 0,0-1 1,35 48-1,-33-56-6399</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49.900"/>
    </inkml:context>
    <inkml:brush xml:id="br0">
      <inkml:brushProperty name="width" value="0.05" units="cm"/>
      <inkml:brushProperty name="height" value="0.05" units="cm"/>
      <inkml:brushProperty name="color" value="#FFFFFF"/>
    </inkml:brush>
  </inkml:definitions>
  <inkml:trace contextRef="#ctx0" brushRef="#br0">15 294 24575,'-2'-7'0,"-1"1"0,1-1 0,0 1 0,0-1 0,1 0 0,0 0 0,0 0 0,0 0 0,1 0 0,0 0 0,1 0 0,0 0 0,0 1 0,0-1 0,1 0 0,0 0 0,0 1 0,0-1 0,6-9 0,-3 6 0,1 1 0,-1 0 0,2 1 0,-1-1 0,1 1 0,0 0 0,1 1 0,0 0 0,0 0 0,0 1 0,1 0 0,11-6 0,-1 4 0,0 1 0,0 0 0,1 2 0,-1 0 0,1 1 0,0 1 0,1 1 0,-1 1 0,0 1 0,38 4 0,-18 1 0,0 2 0,-1 2 0,0 1 0,55 23 0,-65-21 0,0 2 0,-1 0 0,-1 2 0,0 1 0,-2 2 0,0 0 0,0 2 0,34 37 0,-42-37 0,0 0 0,-2 1 0,0 1 0,-1 0 0,-2 1 0,0 1 0,-2-1 0,0 2 0,-2 0 0,8 37 0,-7-2 0,-3 0 0,-2 1 0,-6 90 0,-33 185 0,13-159 0,20-158 0,-21 221 0,19-160 0,7 83 0,0-120 0,3 0 0,1 0 0,19 60 0,-16-74 0,2 0 0,0-1 0,2 0 0,2-1 0,29 43 0,-13-31 0,2-2 0,1-1 0,78 64 0,136 76 0,-48-38 0,-178-122 0,0 1 0,-1 1 0,-1 2 0,-1 0 0,33 44 0,-47-55 0,0-1 0,-1 1 0,0 0 0,0 0 0,-1 1 0,-1 0 0,1-1 0,-2 1 0,1 0 0,-2 0 0,1 1 0,-2-1 0,1 0 0,-2 0 0,1 1 0,-2-1 0,1 0 0,-5 13 0,-1-2 0,-1 0 0,-1-1 0,-1 0 0,-1 0 0,-19 25 0,-77 92 0,92-120 0,-54 64 0,-109 136 0,122-143 0,-46 82 0,76-111 0,3 0 0,1 2 0,-19 65 0,30-76 0,2 0 0,2 1 0,2 0 0,1 0 0,1 52 0,5-49-25,2 0 0,2-1 0,1 1-1,20 60 1,-8-45-68,3-2-1,45 82 0,17-2-125,142 176-1,-208-287 218,57 74 2,101 133 0,-127-160 0,52 102 0,-90-152 0,-1 0 0,-2 1 0,0 0 0,-1 1 0,-1 0 0,5 35 0,-10-48 0,-1 0 0,0 0 0,0 0 0,0 0 0,-1 0 0,-1 0 0,1 0 0,-2 0 0,1-1 0,-1 1 0,0-1 0,-1 0 0,0 0 0,0 0 0,-1 0 0,0 0 0,0-1 0,-1 0 0,-8 8 0,-3 0 53,-1-1 0,-1 0 0,0-2 0,-1 0 0,0-1 0,-1-1 0,-38 13 0,-160 35 371,81-28-424,-262 21 0,346-51-1365,14-2-5461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1.626"/>
    </inkml:context>
    <inkml:brush xml:id="br0">
      <inkml:brushProperty name="width" value="0.05" units="cm"/>
      <inkml:brushProperty name="height" value="0.05" units="cm"/>
      <inkml:brushProperty name="color" value="#FFFFFF"/>
    </inkml:brush>
  </inkml:definitions>
  <inkml:trace contextRef="#ctx0" brushRef="#br0">48 265 24575,'1'-8'0,"2"7"0,5 14 0,7 23 0,45 238 0,-60-272 0,0-1 0,1 1 0,-1-1 0,0 1 0,0-1 0,0 1 0,0-1 0,0 1 0,-1-1 0,1 1 0,-1 2 0,1-4 0,0 0 0,0 1 0,-1-1 0,1 0 0,0 0 0,0 0 0,0 0 0,-1 1 0,1-1 0,0 0 0,0 0 0,-1 0 0,1 0 0,0 0 0,0 0 0,-1 0 0,1 0 0,0 0 0,0 0 0,-1 0 0,1 0 0,0 0 0,0 0 0,-1 0 0,1 0 0,0 0 0,0 0 0,-1 0 0,1 0 0,0 0 0,0 0 0,-1 0 0,1-1 0,0 1 0,0 0 0,0 0 0,-1 0 0,1-1 0,-3-1 0,-1-1 0,1 0 0,0-1 0,0 1 0,1 0 0,-1-1 0,-2-4 0,-10-19 0,1-1 0,1 0 0,1-1 0,2-1 0,1 0 0,1 0 0,2-1 0,1 0 0,1 0 0,2 0 0,2-42 0,0 62 0,2 0 0,-1 0 0,2 0 0,-1 0 0,1 0 0,1 1 0,8-17 0,-10 22 0,1 1 0,0-1 0,0 1 0,1 0 0,-1 0 0,1 0 0,-1 1 0,1-1 0,1 1 0,-1 0 0,0 0 0,1 1 0,-1-1 0,1 1 0,0 0 0,0 0 0,0 0 0,6-1 0,-2 1 0,-1 1 0,1 0 0,0 0 0,0 1 0,0 0 0,0 0 0,0 1 0,-1 0 0,1 1 0,15 4 0,-20-5 0,0 1 0,0 0 0,0 0 0,0 0 0,0 1 0,-1-1 0,1 1 0,-1 0 0,1 0 0,-1 0 0,0 0 0,0 1 0,0 0 0,-1-1 0,1 1 0,-1 0 0,0 0 0,0 0 0,-1 0 0,1 0 0,-1 1 0,2 7 0,-2-3 0,0 0 0,-1 0 0,0 0 0,0 0 0,-1 0 0,0-1 0,0 1 0,-1 0 0,-1 0 0,-5 14 0,-4 5 0,-27 46 0,37-71 0,1-2 0,0 1 0,0-1 0,0 1 0,1-1 0,-1 1 0,0-1 0,1 1 0,0-1 0,-1 1 0,1 0 0,0-1 0,0 1 0,0 0 0,0-1 0,0 1 0,0 0 0,0-1 0,0 1 0,1-1 0,-1 1 0,1 0 0,-1-1 0,1 1 0,0-1 0,-1 1 0,1-1 0,0 0 0,0 1 0,0-1 0,0 0 0,0 0 0,1 1 0,1 1 0,5 2 0,0 1 0,1-1 0,0-1 0,17 8 0,5 2 0,-26-11 0,0 0 0,0 0 0,0 1 0,-1-1 0,0 1 0,1 0 0,-1 0 0,-1 1 0,1-1 0,-1 1 0,5 8 0,-7-10 0,0 0 0,0 0 0,0-1 0,0 1 0,-1 0 0,0 0 0,1 0 0,-1 0 0,0 0 0,0 0 0,-1-1 0,1 1 0,-1 0 0,1 0 0,-1 0 0,0 0 0,0-1 0,0 1 0,0 0 0,-1-1 0,1 1 0,-1-1 0,1 0 0,-1 1 0,-2 1 0,-3 4-76,0-1 1,-1 0-1,0 0 0,0 0 0,-1-1 0,0-1 0,0 0 0,0 0 1,0 0-1,-1-1 0,0-1 0,0 1 0,0-2 0,0 1 1,0-2-1,-1 1 0,-18-1 0,11-3-6750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2.011"/>
    </inkml:context>
    <inkml:brush xml:id="br0">
      <inkml:brushProperty name="width" value="0.05" units="cm"/>
      <inkml:brushProperty name="height" value="0.05" units="cm"/>
      <inkml:brushProperty name="color" value="#FFFFFF"/>
    </inkml:brush>
  </inkml:definitions>
  <inkml:trace contextRef="#ctx0" brushRef="#br0">1 418 24575,'26'-27'0,"-3"3"0,31-27 0,-48 46 0,0 0 0,1 0 0,0 1 0,0 0 0,0 0 0,0 1 0,1-1 0,-1 2 0,1-1 0,11-1 0,-16 4 0,-1 0 0,0 0 0,0 0 0,1 0 0,-1 1 0,0-1 0,0 1 0,0 0 0,1 0 0,-1 0 0,0 0 0,0 0 0,0 0 0,0 0 0,-1 1 0,1-1 0,0 0 0,0 1 0,-1 0 0,1-1 0,-1 1 0,0 0 0,1 0 0,-1 0 0,0 0 0,0 0 0,0 0 0,0 3 0,5 8 0,-1 1 0,-1 0 0,4 18 0,-4-17 0,9 56 0,9 118 0,-26-238 0,-9-201 0,14 199 0,8-50 0,-6 81 0,1-1 0,1 1 0,1 1 0,1-1 0,11-24 0,-16 39 0,1 0 0,1-1 0,-1 1 0,1 1 0,0-1 0,0 0 0,0 1 0,0 0 0,6-4 0,-8 6 0,0 1 0,0 0 0,0 0 0,1 0 0,-1 0 0,0 0 0,1 0 0,-1 0 0,0 1 0,1-1 0,-1 1 0,1-1 0,-1 1 0,1 0 0,-1 0 0,1 0 0,-1 1 0,1-1 0,-1 1 0,1-1 0,-1 1 0,0 0 0,1 0 0,2 1 0,3 3 0,0 1 0,-1-1 0,1 2 0,-1-1 0,-1 1 0,1 0 0,-1 0 0,0 1 0,-1 0 0,0 0 0,5 9 0,7 18 0,18 47 0,-33-77 0,15 42-227,-1 0-1,-3 2 1,-2-1-1,-2 1 1,4 63-1,-12-75-6598</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2.168"/>
    </inkml:context>
    <inkml:brush xml:id="br0">
      <inkml:brushProperty name="width" value="0.05" units="cm"/>
      <inkml:brushProperty name="height" value="0.05" units="cm"/>
      <inkml:brushProperty name="color" value="#FFFFFF"/>
    </inkml:brush>
  </inkml:definitions>
  <inkml:trace contextRef="#ctx0" brushRef="#br0">12 235 24575,'-2'-5'0,"-2"-8"0,1-7 0,0-2 0,4-4 0,4 1 0,7 1 0,6 5 0,7 3 0,3 4 0,7 1 0,1 3 0,4 3 0,-1-1 0,3 1 0,1-2 0,2 1 0,-6 1-8191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2.432"/>
    </inkml:context>
    <inkml:brush xml:id="br0">
      <inkml:brushProperty name="width" value="0.05" units="cm"/>
      <inkml:brushProperty name="height" value="0.05" units="cm"/>
      <inkml:brushProperty name="color" value="#FFFFFF"/>
    </inkml:brush>
  </inkml:definitions>
  <inkml:trace contextRef="#ctx0" brushRef="#br0">205 332 24575,'14'-15'0,"0"1"0,-1-2 0,-1 0 0,-1 0 0,0-2 0,10-20 0,-18 32 0,-1 0 0,0 0 0,0 0 0,0-1 0,0 1 0,-1 0 0,0-1 0,-1 1 0,1-1 0,-1 0 0,-1 1 0,1-1 0,-1 1 0,0 0 0,0-1 0,-1 1 0,0 0 0,0-1 0,-1 1 0,1 0 0,-1 1 0,-8-12 0,9 14 0,-1-1 0,0 1 0,0 0 0,0 0 0,0 0 0,0 0 0,-1 0 0,1 1 0,-1 0 0,0-1 0,0 1 0,0 1 0,0-1 0,0 0 0,0 1 0,0 0 0,-1 0 0,-4 0 0,6 1 0,0 0 0,-1 0 0,1 0 0,0 1 0,0 0 0,0-1 0,-1 1 0,1 0 0,0 0 0,0 1 0,0-1 0,1 1 0,-1-1 0,0 1 0,1 0 0,-1 0 0,1 0 0,-1 1 0,1-1 0,0 0 0,0 1 0,0 0 0,0-1 0,0 1 0,-1 3 0,0 2 0,0 0 0,0 0 0,1 0 0,0 0 0,1 0 0,0 0 0,0 1 0,0-1 0,1 0 0,1 1 0,-1-1 0,1 0 0,1 1 0,-1-1 0,1 0 0,1 0 0,3 8 0,5 11 0,1 0 0,1-1 0,27 38 0,41 41 0,4 7 0,-83-109 0,0 1 0,1-1 0,-1 1 0,-1 0 0,1 0 0,0 0 0,-1 0 0,0 0 0,0 0 0,0 0 0,0 8 0,-1-10 0,-1 0 0,1 0 0,0 0 0,-1 0 0,0 0 0,0 0 0,1 0 0,-1-1 0,0 1 0,-1 0 0,1 0 0,0-1 0,0 1 0,-1-1 0,1 1 0,-1-1 0,1 1 0,-1-1 0,0 0 0,1 0 0,-1 0 0,0 0 0,0 0 0,0 0 0,-4 1 0,-14 5 79,-1-1-1,0 0 1,-29 3-1,-69 3-679,72-8-477,-43 4-5748</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3.803"/>
    </inkml:context>
    <inkml:brush xml:id="br0">
      <inkml:brushProperty name="width" value="0.05" units="cm"/>
      <inkml:brushProperty name="height" value="0.05" units="cm"/>
      <inkml:brushProperty name="color" value="#FFFFFF"/>
    </inkml:brush>
  </inkml:definitions>
  <inkml:trace contextRef="#ctx0" brushRef="#br0">41 706 24575,'-16'-13'0,"-4"-8"0,19 20 0,1 0 0,-1 0 0,1 0 0,-1-1 0,1 1 0,0 0 0,-1-1 0,1 1 0,0 0 0,0-1 0,0 1 0,0 0 0,0-1 0,0 1 0,0 0 0,1-1 0,-1 1 0,0 0 0,1-1 0,0-1 0,2-2 0,-1 0 0,1 1 0,0 0 0,1-1 0,-1 1 0,1 0 0,-1 0 0,1 1 0,0-1 0,8-4 0,5-3 0,29-13 0,14-3 39,92-28-1,75-9-406,-223 63 351,731-154-3776,13 51-392,-301 58 2935,1260-52-3613,9 90 3416,2563 316 1254,-3901-255 628,279 56 690,-12 41 4359,-640-149-5481,38 11 2340,67 28-1,-110-39-2215,1 0-1,0-1 1,0 1-1,0-1 1,0 0-1,0 1 0,0-1 1,0 0-1,1 1 1,-1-1-1,0 0 1,0 0-1,0 0 1,0 0-1,0 0 1,0 0-1,0 0 1,0 0-1,0 0 1,0-1-1,1 1 0,-1 0 1,0-1-1,0 1 1,0-1-1,-1 1 1,2-2-1,0 0-120,0 0-1,-1 0 1,0-1-1,0 1 0,1 0 1,-1-1-1,-1 1 1,1-1-1,0-2 0,1-1-687,4-12-6115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4:54.083"/>
    </inkml:context>
    <inkml:brush xml:id="br0">
      <inkml:brushProperty name="width" value="0.05" units="cm"/>
      <inkml:brushProperty name="height" value="0.05" units="cm"/>
      <inkml:brushProperty name="color" value="#FFFFFF"/>
    </inkml:brush>
  </inkml:definitions>
  <inkml:trace contextRef="#ctx0" brushRef="#br0">108 3 24575,'-8'-1'0,"8"1"0,-1 0 0,1-1 0,-1 1 0,0 0 0,1 0 0,-1 0 0,1 0 0,-1 0 0,0 0 0,1 0 0,-1 0 0,1 0 0,-1 0 0,0 0 0,1 0 0,-1 0 0,1 0 0,-1 0 0,1 1 0,-1-1 0,0 0 0,1 0 0,-1 1 0,1-1 0,-1 0 0,1 1 0,-1-1 0,1 1 0,0-1 0,-1 0 0,1 1 0,-1-1 0,1 1 0,0-1 0,-1 1 0,1-1 0,0 1 0,0 0 0,-1-1 0,1 1 0,0-1 0,0 1 0,0 0 0,0-1 0,0 1 0,0-1 0,0 1 0,0 0 0,0-1 0,0 1 0,0-1 0,0 1 0,0 0 0,1-1 0,-1 1 0,4 11 0,0-1 0,0 0 0,1-1 0,1 1 0,0-1 0,0 0 0,14 17 0,-4-5 0,-9-12 0,9 12 0,-1 1 0,-1 1 0,14 33 0,-25-50 0,0 1 0,-1-1 0,0 1 0,0 0 0,-1-1 0,0 1 0,0 0 0,-1 0 0,0 0 0,0 0 0,-1 0 0,0 0 0,0-1 0,-1 1 0,0 0 0,-4 9 0,-1-3 43,0-1 0,0 0-1,-1-1 1,-1 0 0,0 0-1,-1-1 1,-16 16 0,4-8-612,-1-1 0,-45 28 0,31-24-6257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10.918"/>
    </inkml:context>
    <inkml:brush xml:id="br0">
      <inkml:brushProperty name="width" value="0.05" units="cm"/>
      <inkml:brushProperty name="height" value="0.05" units="cm"/>
      <inkml:brushProperty name="color" value="#FFFFFF"/>
    </inkml:brush>
  </inkml:definitions>
  <inkml:trace contextRef="#ctx0" brushRef="#br0">76 55 24575,'-2'1'0,"0"1"0,0-1 0,-1 0 0,1 0 0,0 0 0,0 0 0,-1 0 0,1 0 0,0 0 0,-1-1 0,1 1 0,-1-1 0,1 0 0,-1 0 0,1 0 0,-1 0 0,1 0 0,-1 0 0,1-1 0,-1 1 0,1-1 0,0 0 0,-1 1 0,1-1 0,0 0 0,-1-1 0,1 1 0,-4-3 0,6 4 0,0 0 0,-1-1 0,1 1 0,0 0 0,0-1 0,-1 1 0,1 0 0,0 0 0,0-1 0,-1 1 0,1 0 0,0-1 0,0 1 0,0-1 0,0 1 0,0 0 0,-1-1 0,1 1 0,0 0 0,0-1 0,0 1 0,0-1 0,0 1 0,0 0 0,0-1 0,0 1 0,0 0 0,1-1 0,-1 1 0,0-1 0,0 1 0,0 0 0,1-1 0,12-8 0,22 2 0,217-1 0,-101 8 0,-88-2 108,208-10-1581,-210 8-5353</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11.214"/>
    </inkml:context>
    <inkml:brush xml:id="br0">
      <inkml:brushProperty name="width" value="0.05" units="cm"/>
      <inkml:brushProperty name="height" value="0.05" units="cm"/>
      <inkml:brushProperty name="color" value="#FFFFFF"/>
    </inkml:brush>
  </inkml:definitions>
  <inkml:trace contextRef="#ctx0" brushRef="#br0">7 130 24575,'-3'12'0,"-1"4"0,4-15 0,1-1 0,-1 0 0,0 1 0,0-1 0,0 1 0,0-1 0,0 0 0,1 1 0,-1-1 0,0 0 0,0 1 0,1-1 0,-1 0 0,0 1 0,0-1 0,1 0 0,-1 0 0,0 1 0,1-1 0,-1 0 0,1 0 0,-1 1 0,0-1 0,1 0 0,-1 0 0,0 0 0,1 0 0,-1 0 0,1 0 0,-1 0 0,1 0 0,-1 0 0,0 0 0,1 0 0,-1 0 0,1 0 0,7-1 0,1 0 0,-1-1 0,-1 0 0,1 0 0,0-1 0,0 0 0,6-4 0,15-5 0,54-16 171,168-33 0,91 19-1878,-309 40-5119</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2.721"/>
    </inkml:context>
    <inkml:brush xml:id="br0">
      <inkml:brushProperty name="width" value="0.05" units="cm"/>
      <inkml:brushProperty name="height" value="0.05" units="cm"/>
      <inkml:brushProperty name="color" value="#FFFFFF"/>
    </inkml:brush>
  </inkml:definitions>
  <inkml:trace contextRef="#ctx0" brushRef="#br0">674 626 24575,'5'-11'0,"-1"-1"0,0 0 0,0 0 0,-1 0 0,-1-1 0,0 1 0,-1 0 0,0-1 0,-1 1 0,0-1 0,-1 1 0,-1-1 0,-4-18 0,-4-10 0,-3 1 0,-28-64 0,30 78 0,-1 1 0,-1 0 0,-1 1 0,-33-42 0,41 58 0,-1 1 0,1 0 0,-1 1 0,-1-1 0,1 2 0,-1-1 0,0 1 0,0 0 0,-1 0 0,1 1 0,-1 0 0,0 1 0,0 0 0,0 0 0,-1 1 0,1 0 0,-19 0 0,12 2 0,0 1 0,0 1 0,0 1 0,0 0 0,0 1 0,0 0 0,1 2 0,0 0 0,0 0 0,0 2 0,1 0 0,0 0 0,1 1 0,0 1 0,0 0 0,1 1 0,-17 18 0,20-19 0,1 1 0,0 0 0,0 0 0,1 0 0,0 1 0,1 0 0,0 0 0,1 1 0,1 0 0,0-1 0,0 2 0,1-1 0,1 0 0,0 1 0,1-1 0,1 1 0,0-1 0,1 1 0,0-1 0,1 0 0,4 18 0,3-6 0,1-1 0,0 0 0,2-1 0,1 0 0,0-1 0,2-1 0,1 0 0,21 22 0,24 21 0,72 55 0,-115-103 0,31 25 0,97 90 0,-122-107 0,-2 0 0,-1 2 0,33 50 0,-50-69 0,0 0 0,-1-1 0,0 2 0,0-1 0,0 0 0,-1 0 0,0 1 0,-1 0 0,1-1 0,-2 1 0,1 0 0,-1 8 0,-1-10 0,0 0 0,0 0 0,0 0 0,-1 0 0,0 0 0,0-1 0,-1 1 0,0 0 0,0-1 0,0 0 0,-1 0 0,1 0 0,-1 0 0,0 0 0,-7 5 0,-2 1 0,-1 0 0,0-2 0,0 0 0,-1 0 0,0-1 0,-31 10 0,12-6 0,0-3 0,-46 8 0,60-14 38,-1-1 0,1-1 0,-1 0 0,1-2 0,-1 0 0,1-2 0,0 0 0,-25-7 0,37 7-73,0 0 1,0 0 0,0-1 0,1 1 0,-1-2 0,1 1 0,0-1 0,1 0-1,-12-11 1,14 11-57,0 0 0,0 0 0,1-1 0,0 1 0,0-1 0,0 1 0,0-1 0,1 0 0,0 0 0,1 0 0,-1 0 0,1 0 0,0-1 0,0-9 0,2-13-6735</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3.158"/>
    </inkml:context>
    <inkml:brush xml:id="br0">
      <inkml:brushProperty name="width" value="0.05" units="cm"/>
      <inkml:brushProperty name="height" value="0.05" units="cm"/>
      <inkml:brushProperty name="color" value="#FFFFFF"/>
    </inkml:brush>
  </inkml:definitions>
  <inkml:trace contextRef="#ctx0" brushRef="#br0">7 251 24575,'0'0'0,"0"0"0,0 0 0,0 0 0,-1 0 0,1 0 0,0 0 0,0 0 0,0 0 0,-1 0 0,1 0 0,0 0 0,0 0 0,0 0 0,-1 0 0,1 0 0,0 0 0,0 0 0,0 0 0,-1 0 0,1 0 0,0 0 0,0 0 0,0 1 0,0-1 0,-1 0 0,1 0 0,0 0 0,0 0 0,0 0 0,0 1 0,0-1 0,-1 0 0,1 0 0,0 0 0,0 0 0,0 1 0,0-1 0,0 0 0,0 0 0,5 8 0,13 5 0,-5-10 0,0 0 0,0-1 0,1 0 0,-1-1 0,0-1 0,1 0 0,18-3 0,-28 3 0,-1-1 0,1 0 0,0 0 0,-1 0 0,1 0 0,-1 0 0,1-1 0,-1 0 0,0 0 0,0 0 0,0 0 0,0 0 0,0 0 0,0-1 0,0 0 0,-1 1 0,1-1 0,-1 0 0,0 0 0,0 0 0,0-1 0,0 1 0,-1 0 0,1-1 0,-1 1 0,0-1 0,0 0 0,0 1 0,0-6 0,1-2 0,-1 0 0,0-1 0,-1 1 0,0 0 0,-1 0 0,0 0 0,-1 0 0,-5-18 0,5 21 0,-1 0 0,0 1 0,-1 0 0,0-1 0,0 1 0,-1 0 0,1 1 0,-8-8 0,11 12 0,-1 1 0,1 0 0,0-1 0,-1 1 0,0 0 0,1 0 0,-1 0 0,0 0 0,0 0 0,1 1 0,-1-1 0,0 0 0,0 1 0,0 0 0,0-1 0,-3 1 0,3 0 0,0 0 0,0 1 0,0 0 0,1-1 0,-1 1 0,0 0 0,0 0 0,0 0 0,0 0 0,1 0 0,-1 0 0,1 0 0,-1 1 0,1-1 0,-1 1 0,1-1 0,0 1 0,-1-1 0,0 3 0,-4 6 0,1-1 0,0 1 0,1 0 0,0 0 0,0 0 0,1 1 0,0-1 0,1 1 0,-1 14 0,1-1 0,1 0 0,1 1 0,4 26 0,-2-36 69,1 1-1,0-1 0,1 0 0,8 21 1,-10-30-191,1 0 0,0-1 0,0 1 0,0-1 0,0 0 0,1 0 0,0 0 0,0 0 0,0-1 1,1 0-1,-1 0 0,1 0 0,11 7 0,5-2-6704</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3.517"/>
    </inkml:context>
    <inkml:brush xml:id="br0">
      <inkml:brushProperty name="width" value="0.05" units="cm"/>
      <inkml:brushProperty name="height" value="0.05" units="cm"/>
      <inkml:brushProperty name="color" value="#FFFFFF"/>
    </inkml:brush>
  </inkml:definitions>
  <inkml:trace contextRef="#ctx0" brushRef="#br0">33 107 24575,'0'-1'0,"0"0"0,0 1 0,0-1 0,0 1 0,0-1 0,0 1 0,0-1 0,-1 1 0,1-1 0,0 0 0,0 1 0,0-1 0,-1 1 0,1-1 0,0 1 0,0-1 0,-1 1 0,1 0 0,-1-1 0,1 1 0,0-1 0,-1 1 0,1 0 0,-1-1 0,1 1 0,-1 0 0,1-1 0,-1 1 0,1 0 0,-1 0 0,1 0 0,-1-1 0,1 1 0,-1 0 0,1 0 0,-1 0 0,1 0 0,-1 0 0,0 0 0,1 0 0,-1 0 0,1 0 0,-1 0 0,1 1 0,-1-1 0,1 0 0,-1 0 0,1 0 0,-1 1 0,1-1 0,-1 0 0,1 0 0,-1 1 0,1-1 0,-1 0 0,1 1 0,0-1 0,-1 1 0,1-1 0,0 1 0,-1-1 0,1 1 0,0-1 0,-1 1 0,-1 5 0,1 0 0,-1 0 0,1 0 0,0 0 0,1 0 0,0 0 0,0 0 0,0 0 0,0 0 0,1 0 0,0-1 0,2 8 0,4 12 0,15 34 0,-21-55 0,5 12 0,1-1 0,1 1 0,0-2 0,1 1 0,0-1 0,1 0 0,17 16 0,-24-26 0,1 0 0,-1-1 0,1 0 0,0 0 0,0 0 0,0-1 0,1 1 0,-1-1 0,0 0 0,1 0 0,0 0 0,-1-1 0,1 0 0,0 0 0,0 0 0,0 0 0,0-1 0,0 0 0,-1 0 0,1 0 0,0 0 0,0-1 0,0 0 0,0 0 0,0 0 0,-1-1 0,1 0 0,-1 1 0,8-6 0,-2 1 0,-1 0 0,0-2 0,0 1 0,-1-1 0,0 0 0,0-1 0,-1 1 0,0-2 0,-1 1 0,0-1 0,0 0 0,4-11 0,0-3 0,0-1 0,-2 0 0,0 0 0,3-30 0,-7 32 0,-1 1 0,-1 0 0,-2-38 0,0 58-76,0 1 1,0-1-1,0 1 0,0-1 0,-1 1 0,1-1 0,0 1 0,-1 0 1,1-1-1,-1 1 0,0 0 0,1-1 0,-1 1 0,0 0 1,0 0-1,0 0 0,-1-2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3.999"/>
    </inkml:context>
    <inkml:brush xml:id="br0">
      <inkml:brushProperty name="width" value="0.05" units="cm"/>
      <inkml:brushProperty name="height" value="0.05" units="cm"/>
      <inkml:brushProperty name="color" value="#FFFFFF"/>
    </inkml:brush>
  </inkml:definitions>
  <inkml:trace contextRef="#ctx0" brushRef="#br0">0 66 24575,'1'0'0,"-1"0"0,0-1 0,0 1 0,0-1 0,0 1 0,0 0 0,1-1 0,-1 1 0,0 0 0,0-1 0,1 1 0,-1 0 0,0-1 0,1 1 0,-1 0 0,0-1 0,1 1 0,-1 0 0,0 0 0,1 0 0,-1-1 0,0 1 0,1 0 0,-1 0 0,1 0 0,-1 0 0,0 0 0,1 0 0,-1 0 0,1 0 0,-1 0 0,1 0 0,-1 0 0,0 0 0,1 0 0,-1 0 0,1 0 0,-1 0 0,0 0 0,1 0 0,-1 1 0,1-1 0,-1 0 0,0 0 0,1 1 0,22 9 0,-22-10 0,18 11 0,-1 0 0,1 2 0,-2 0 0,0 0 0,0 2 0,-2 0 0,0 1 0,0 1 0,-2 0 0,23 37 0,-34-51 0,-1-1 0,0 1 0,1 0 0,-1-1 0,0 1 0,-1 0 0,1 0 0,0 0 0,-1-1 0,0 1 0,1 0 0,-1 0 0,0 0 0,-1 0 0,1 0 0,0 0 0,-1 0 0,-1 5 0,1-6 0,-1 0 0,1 0 0,0 0 0,-1 0 0,1 0 0,-1 0 0,0-1 0,1 1 0,-1-1 0,0 1 0,0-1 0,0 0 0,0 1 0,0-1 0,-1 0 0,1 0 0,0-1 0,0 1 0,-1 0 0,1-1 0,0 1 0,-1-1 0,-3 0 0,4 1 0,0-1 0,-1 0 0,1 0 0,0 0 0,0-1 0,-1 1 0,1 0 0,0-1 0,0 1 0,0-1 0,0 0 0,0 0 0,0 0 0,0 0 0,0 0 0,0 0 0,0 0 0,0-1 0,-2-1 0,2 0 0,0 0 0,0 1 0,0-1 0,1 0 0,-1 0 0,1 0 0,0 0 0,0-1 0,0 1 0,0 0 0,-1-6 0,1-1 0,1 1 0,0-1 0,0 0 0,1 1 0,0-1 0,1 1 0,0-1 0,3-9 0,1 6 0,0 0 0,0 1 0,1 0 0,0 0 0,1 0 0,1 1 0,0 1 0,0-1 0,20-16 0,-19 19 0,0 1 0,0-1 0,0 2 0,1-1 0,0 1 0,0 1 0,1 0 0,0 1 0,-1 0 0,1 1 0,16-3 0,-24 6 0,0 0 0,0 0 0,0 0 0,0 1 0,0-1 0,0 1 0,-1 0 0,1 0 0,0 0 0,0 0 0,-1 1 0,1 0 0,-1-1 0,1 1 0,-1 1 0,0-1 0,0 0 0,0 1 0,0-1 0,0 1 0,0 0 0,-1 0 0,0 0 0,1 1 0,1 4 0,5 8 0,-1 1 0,0 0 0,-2 1 0,6 20 0,-5-15 0,-2-6-273,-1 1 0,0 0 0,-1 0 0,0 22 0,-2-24-6553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4.154"/>
    </inkml:context>
    <inkml:brush xml:id="br0">
      <inkml:brushProperty name="width" value="0.05" units="cm"/>
      <inkml:brushProperty name="height" value="0.05" units="cm"/>
      <inkml:brushProperty name="color" value="#FFFFFF"/>
    </inkml:brush>
  </inkml:definitions>
  <inkml:trace contextRef="#ctx0" brushRef="#br0">0 10 24575,'0'-3'0,"0"-3"0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4.373"/>
    </inkml:context>
    <inkml:brush xml:id="br0">
      <inkml:brushProperty name="width" value="0.05" units="cm"/>
      <inkml:brushProperty name="height" value="0.05" units="cm"/>
      <inkml:brushProperty name="color" value="#FFFFFF"/>
    </inkml:brush>
  </inkml:definitions>
  <inkml:trace contextRef="#ctx0" brushRef="#br0">1 0 24575,'0'3'0,"0"3"0,3 7 0,3 8 0,4 10 0,2 7 0,0 6 0,3 6 0,2 6 0,0 3 0,1 1 0,-1-2 0,0-2 0,-3-6 0,-1-6 0,-3-9-8191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5.042"/>
    </inkml:context>
    <inkml:brush xml:id="br0">
      <inkml:brushProperty name="width" value="0.05" units="cm"/>
      <inkml:brushProperty name="height" value="0.05" units="cm"/>
      <inkml:brushProperty name="color" value="#FFFFFF"/>
    </inkml:brush>
  </inkml:definitions>
  <inkml:trace contextRef="#ctx0" brushRef="#br0">1 365 24575,'2'2'0,"1"0"0,-1-1 0,1 1 0,-1-1 0,1 0 0,0 0 0,0 0 0,0 0 0,-1 0 0,1 0 0,0-1 0,0 1 0,0-1 0,0 0 0,5 0 0,3-1 0,1-1 0,17-3 0,29-10 0,68-26 0,-96 29 0,0-1 0,-2-2 0,53-34 0,-73 43 0,0 0 0,0 0 0,-1-1 0,0 0 0,-1 0 0,1-1 0,-1 0 0,-1 0 0,0 0 0,0-1 0,0 0 0,-1 0 0,0 0 0,-1 0 0,0-1 0,-1 1 0,0-1 0,0 1 0,-1-1 0,0 0 0,-1 0 0,0-12 0,0 21 0,0-1 0,0 1 0,-1-1 0,1 1 0,0 0 0,0-1 0,-1 1 0,1 0 0,-1-1 0,1 1 0,-1 0 0,1 0 0,-2-2 0,2 3 0,-1 0 0,1 0 0,0 0 0,0 0 0,-1-1 0,1 1 0,0 0 0,-1 0 0,1 0 0,0 0 0,0 0 0,-1 0 0,1 0 0,0 0 0,0 1 0,-1-1 0,1 0 0,0 0 0,-1 0 0,1 0 0,0 0 0,0 0 0,-1 0 0,1 1 0,0-1 0,0 0 0,0 0 0,-1 0 0,1 1 0,0-1 0,0 0 0,0 0 0,-1 0 0,1 1 0,0-1 0,0 1 0,-3 3 0,1 0 0,0 0 0,0 0 0,0 0 0,0 1 0,-1 5 0,-3 15 0,1 0 0,2 0 0,0 1 0,1 41 0,2-58 0,1 0 0,0 0 0,0 0 0,1-1 0,0 1 0,0 0 0,1 0 0,0-1 0,1 0 0,0 1 0,0-1 0,0-1 0,1 1 0,1-1 0,-1 0 0,11 11 0,-13-15 0,1-1 0,-1 1 0,1-1 0,0 1 0,-1-1 0,1 0 0,0-1 0,0 1 0,0-1 0,1 1 0,-1-1 0,0-1 0,0 1 0,1 0 0,7-1 0,-6-1 0,0 0 0,0 0 0,-1 0 0,1-1 0,0 1 0,-1-2 0,1 1 0,-1-1 0,0 1 0,8-7 0,-3 2 0,0-1 0,-1 0 0,0-1 0,-1 0 0,0 0 0,0-1 0,-1 0 0,0-1 0,-1 1 0,8-18 0,13-58 0,-27 86 0,0 0 0,0 0 0,0 1 0,0-1 0,0 0 0,0 0 0,0 1 0,0-1 0,0 0 0,1 0 0,-1 0 0,0 0 0,0 1 0,0-1 0,0 0 0,0 0 0,1 0 0,-1 0 0,0 1 0,0-1 0,0 0 0,1 0 0,-1 0 0,0 0 0,0 0 0,0 0 0,1 0 0,-1 0 0,0 0 0,0 0 0,0 0 0,1 0 0,-1 0 0,0 0 0,0 0 0,1 0 0,-1 0 0,0 0 0,0 0 0,0 0 0,1 0 0,-1 0 0,0 0 0,0 0 0,0 0 0,1 0 0,-1-1 0,0 1 0,0 0 0,0 0 0,0 0 0,1 0 0,-1-1 0,0 1 0,0 0 0,0 0 0,0 0 0,0 0 0,0-1 0,1 1 0,-1 0 0,0-1 0,7 26 0,-6-21 0,26 107 0,23 87 0,-30-132 0,11 36 0,30 173 0,-59-263 0,-1 1 0,0 0 0,-1 0 0,-1-1 0,-3 23 0,3-32 0,1-1 0,-1 1 0,0-1 0,0 0 0,0 1 0,0-1 0,0 0 0,-1 1 0,1-1 0,-1 0 0,1 0 0,-1 0 0,0 0 0,-3 3 0,3-4 0,0-1 0,0 1 0,0 0 0,0 0 0,0-1 0,0 1 0,0-1 0,0 0 0,0 0 0,0 1 0,0-1 0,-1-1 0,1 1 0,0 0 0,0 0 0,0-1 0,0 1 0,0-1 0,0 0 0,0 0 0,-2-1 0,-4-2 0,0-1 0,0 0 0,0 0 0,1-1 0,0 0 0,0 0 0,0-1 0,1 0 0,0 0 0,0 0 0,-5-10 0,-2-3 0,2-1 0,0 0 0,-9-28 0,14 32-682,-6-31-1,8 24-6143</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5.438"/>
    </inkml:context>
    <inkml:brush xml:id="br0">
      <inkml:brushProperty name="width" value="0.05" units="cm"/>
      <inkml:brushProperty name="height" value="0.05" units="cm"/>
      <inkml:brushProperty name="color" value="#FFFFFF"/>
    </inkml:brush>
  </inkml:definitions>
  <inkml:trace contextRef="#ctx0" brushRef="#br0">25 854 24575,'-2'0'0,"1"0"0,-1 0 0,1 0 0,-1 0 0,0 0 0,1 0 0,-1 0 0,1-1 0,-1 1 0,0-1 0,1 1 0,-1-1 0,-1-1 0,3 2 0,0 0 0,0-1 0,0 1 0,-1 0 0,1-1 0,0 1 0,0 0 0,0-1 0,0 1 0,0 0 0,0-1 0,0 1 0,0 0 0,0-1 0,0 1 0,1 0 0,-1-1 0,0 1 0,0 0 0,0-1 0,0 1 0,0 0 0,1-1 0,-1 1 0,0 0 0,0-1 0,0 1 0,1 0 0,-1 0 0,0-1 0,1 1 0,-1 0 0,0 0 0,0 0 0,1-1 0,6-4 0,1 0 0,0 0 0,13-6 0,290-111-342,14 24-323,-285 87 586,1175-285-2270,12 59 1492,-1225 237 852,45-9 43,109-24 841,-144 28-1528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25.780"/>
    </inkml:context>
    <inkml:brush xml:id="br0">
      <inkml:brushProperty name="width" value="0.05" units="cm"/>
      <inkml:brushProperty name="height" value="0.05" units="cm"/>
      <inkml:brushProperty name="color" value="#FFFFFF"/>
    </inkml:brush>
  </inkml:definitions>
  <inkml:trace contextRef="#ctx0" brushRef="#br0">46 721 24575,'-35'15'0,"25"-10"0,27-10 0,920-247-1371,301-21-258,-556 127 947,-632 136 691,-17 3 38,1-1 0,44-16 0,-61 15-351,-13 2-4051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50.432"/>
    </inkml:context>
    <inkml:brush xml:id="br0">
      <inkml:brushProperty name="width" value="0.05" units="cm"/>
      <inkml:brushProperty name="height" value="0.05" units="cm"/>
      <inkml:brushProperty name="color" value="#FFFFFF"/>
    </inkml:brush>
  </inkml:definitions>
  <inkml:trace contextRef="#ctx0" brushRef="#br0">0 0 24575,'9'0'0,"7"6"0,13 12 0,6 9 0,6 8 0,7 6 0,5 4 0,12 6 0,12 5 0,3 1 0,0-1 0,-7-2 0,-11-7 0,-3-9 0,-8-8 0,-10-9 0,-12-9-8191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5:50.947"/>
    </inkml:context>
    <inkml:brush xml:id="br0">
      <inkml:brushProperty name="width" value="0.05" units="cm"/>
      <inkml:brushProperty name="height" value="0.05" units="cm"/>
      <inkml:brushProperty name="color" value="#FFFFFF"/>
    </inkml:brush>
  </inkml:definitions>
  <inkml:trace contextRef="#ctx0" brushRef="#br0">634 1 24575,'-2'0'0,"0"0"0,0 0 0,0 1 0,0-1 0,1 1 0,-1 0 0,0-1 0,0 1 0,0 0 0,1 0 0,-1 0 0,1 0 0,-1 0 0,1 1 0,-1-1 0,1 0 0,-3 3 0,-19 32 0,17-27 0,-213 377 0,-67 110 0,231-398-1365,43-77-5461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46.347"/>
    </inkml:context>
    <inkml:brush xml:id="br0">
      <inkml:brushProperty name="width" value="0.05" units="cm"/>
      <inkml:brushProperty name="height" value="0.05" units="cm"/>
      <inkml:brushProperty name="color" value="#FFFFFF"/>
    </inkml:brush>
  </inkml:definitions>
  <inkml:trace contextRef="#ctx0" brushRef="#br0">1136 0 24575,'-20'1'0,"0"1"0,0 1 0,1 0 0,-1 1 0,-37 14 0,20-2 0,-70 38 0,59-23-125,2 1 0,1 2 0,2 3 0,2 1 0,1 2 0,2 2 0,1 1 0,-48 77-1,31-31-245,4 2-1,4 2 1,-61 178-1,68-147 272,5 2 0,-30 224 0,53-250 112,5 0 0,5 1 0,4-1 0,17 112 0,-12-158-76,3-1 1,2 0-1,2 0 0,3-2 1,31 65-1,-38-92 36,2-2 0,0 0 0,2-1 0,0 0 0,1-1 0,1 0 0,1-2 0,1 0 0,1-1 0,0-1 0,1-1 0,0-1 0,31 15 0,-22-16 27,0-3-1,0 0 1,1-2-1,0-1 1,0-1 0,0-2-1,1-1 1,40-2-1,-13-3 43,-1-3 0,1-3 0,90-24-1,-80 12-20,0-4 0,-2-2-1,-1-4 1,-1-2 0,-2-3 0,-1-3-1,-3-2 1,0-3 0,-3-3-1,-2-2 1,-2-2 0,-2-3 0,-3-1-1,-2-3 1,-3-1 0,-2-2 0,-3-2-1,-2-2 1,-3-1 0,38-114-1,-48 102-19,-2-2 0,-4 0 0,-4-1 0,-3-1 0,-3 0 0,-8-124 0,-3 139 0,-3 0 0,-3 0 0,-3 1 0,-3 1 0,-2 0 0,-3 1 0,-3 2 0,-44-81 0,50 109 13,-2 1 0,-1 1 0,-1 1 0,-2 0 0,-1 2 0,-1 1 0,-1 1 0,-1 2 0,-2 1 0,0 1 0,-1 1 0,-1 2 0,-1 2 0,-1 1 0,0 1-1,-1 2 1,-69-15 0,62 21-140,0 1-1,0 3 0,-1 1 1,0 2-1,1 3 0,-68 11 1,17 6-4342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2.719"/>
    </inkml:context>
    <inkml:brush xml:id="br0">
      <inkml:brushProperty name="width" value="0.05" units="cm"/>
      <inkml:brushProperty name="height" value="0.05" units="cm"/>
      <inkml:brushProperty name="color" value="#FFFFFF"/>
    </inkml:brush>
  </inkml:definitions>
  <inkml:trace contextRef="#ctx0" brushRef="#br0">1 27 24575,'1'8'0,"0"0"0,0-1 0,1 1 0,0 0 0,5 11 0,5 18 0,-11-32 0,0-1 0,0 1 0,0-1 0,1 0 0,-1 1 0,1-1 0,0 0 0,0 0 0,5 7 0,-5-10 0,0 1 0,1 0 0,-1 0 0,0-1 0,0 0 0,1 1 0,-1-1 0,1 0 0,-1 0 0,1 0 0,0 0 0,-1-1 0,1 1 0,0-1 0,-1 1 0,1-1 0,4 0 0,-1 0 0,1 0 0,-1-1 0,0 0 0,0 0 0,1 0 0,-1-1 0,0 1 0,0-1 0,0-1 0,-1 1 0,7-5 0,-10 7 0,0-1 0,0 0 0,0 1 0,0 0 0,1-1 0,-1 1 0,0 0 0,0 0 0,0 0 0,0 0 0,0 1 0,1-1 0,-1 0 0,0 1 0,0 0 0,0-1 0,3 3 0,-3-2 0,1 0 0,-1 0 0,0-1 0,0 1 0,1 0 0,-1-1 0,0 0 0,1 1 0,-1-1 0,0 0 0,1 0 0,-1 0 0,0 0 0,1-1 0,-1 1 0,0-1 0,4-1 0,-4 1 0,1-1 0,-1 1 0,0-1 0,0 0 0,0 0 0,0 0 0,0 0 0,0 0 0,-1 0 0,1-1 0,-1 1 0,1 0 0,-1-1 0,0 0 0,0 1 0,0-1 0,0 1 0,-1-1 0,1 0 0,-1 0 0,0 1 0,1-1 0,-1 0 0,0 0 0,-1 1 0,1-1 0,0 0 0,-1 0 0,0-3 0,0 2 0,0 1 0,0-1 0,-1 0 0,1 0 0,-1 1 0,1-1 0,-1 1 0,0-1 0,0 1 0,-1 0 0,1 0 0,-1 0 0,1 0 0,-1 0 0,0 1 0,0-1 0,-1 1 0,1 0 0,0 0 0,-5-2 0,6 3 0,0 1 0,1 0 0,-1 0 0,0 0 0,0 0 0,1 0 0,-1 0 0,0 0 0,0 1 0,1-1 0,-1 1 0,0-1 0,1 1 0,-1 0 0,1-1 0,-1 1 0,1 0 0,-1 0 0,1 0 0,-1 0 0,1 1 0,-1 0 0,-12 8 0,13-10 0,1 0 0,-1 0 0,0 0 0,1 0 0,-1 0 0,1 0 0,-1 0 0,0 0 0,1 0 0,-1 0 0,0 0 0,1 0 0,-1 0 0,0-1 0,1 1 0,-1 0 0,1 0 0,-1-1 0,1 1 0,-1 0 0,1-1 0,-1 1 0,1-1 0,-2 0 0,-14-15 0,0 1 0,11 12 0,0 0 0,0 1 0,0 0 0,-1 0 0,1 0 0,-1 0 0,-6 0 0,10 2 0,0 0 0,0 0 0,0 0 0,0 1 0,0-1 0,0 1 0,0-1 0,0 1 0,0 0 0,0-1 0,0 1 0,0 0 0,0 0 0,1 1 0,-1-1 0,0 0 0,1 0 0,-1 1 0,1-1 0,-1 1 0,1 0 0,0-1 0,-2 3 0,1 0 0,-1 0 0,0 1 0,1-1 0,0 1 0,0-1 0,0 1 0,1 0 0,0-1 0,0 1 0,0 0 0,0 0 0,1 5 0,0-8 0,0 0 0,0 0 0,0 0 0,1 1 0,-1-1 0,1 0 0,-1 0 0,1 0 0,0 0 0,0-1 0,0 1 0,0 0 0,0 0 0,0 0 0,1-1 0,-1 1 0,0-1 0,1 1 0,-1-1 0,1 1 0,0-1 0,0 0 0,-1 0 0,1 0 0,0 0 0,0 0 0,0 0 0,0-1 0,0 1 0,0-1 0,2 1 0,3 0 0,-1 0 0,1 0 0,-1-1 0,1 0 0,-1 0 0,1 0 0,12-4 0,-17 4 0,0 0 0,0-1 0,0 1 0,0-1 0,0 0 0,0 1 0,0-1 0,-1 0 0,1 0 0,0 0 0,0 0 0,-1-1 0,1 1 0,-1 0 0,1-1 0,-1 1 0,1-1 0,-1 1 0,0-1 0,0 0 0,0 0 0,0 1 0,0-1 0,0 0 0,-1 0 0,1 0 0,0 0 0,-1 0 0,1-2 0,-1 5 0,-1-1 0,1 1 0,0 0 0,-1 0 0,1-1 0,-1 1 0,1 0 0,-1 0 0,1-1 0,-1 1 0,1-1 0,-1 1 0,0 0 0,1-1 0,-1 1 0,0-1 0,1 0 0,-1 1 0,0-1 0,0 1 0,1-1 0,-1 0 0,0 0 0,0 1 0,0-1 0,0 0 0,1 0 0,-1 0 0,0 0 0,0 0 0,0 0 0,0 0 0,1 0 0,-1-1 0,0 1 0,0 0 0,0 0 0,1-1 0,-1 1 0,0 0 0,0-1 0,1 1 0,-2-1 0,22 17-1365,-8-9-5461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43.537"/>
    </inkml:context>
    <inkml:brush xml:id="br0">
      <inkml:brushProperty name="width" value="0.05" units="cm"/>
      <inkml:brushProperty name="height" value="0.05" units="cm"/>
      <inkml:brushProperty name="color" value="#FFFFFF"/>
    </inkml:brush>
  </inkml:definitions>
  <inkml:trace contextRef="#ctx0" brushRef="#br0">4333 591 24575,'-8'12'0,"-2"0"0,0-1 0,0 0 0,-1 0 0,-15 10 0,-1-1 0,-35 19 0,26-20 0,0-2 0,-1-1 0,-1-3 0,-51 13 0,-164 22 0,148-31 0,-478 107 0,5 24 0,309-78 0,77-18 0,-249 104 0,332-109 0,2 6 0,3 4 0,-155 112 0,136-71 0,4 5 0,5 5 0,-179 219 0,250-274 0,2 3 0,3 1 0,2 1 0,-32 73 0,57-103 0,0 1 0,2 0 0,1 0 0,-7 55 0,13-62 0,1 1 0,1 0 0,1 0 0,1 0 0,1-1 0,1 1 0,8 26 0,0-13 0,3-1 0,0 0 0,2-1 0,2-1 0,1-1 0,1-1 0,2 0 0,30 30 0,3-3 0,2-3 0,119 85 0,-86-78-84,3-4-1,126 57 1,217 58-387,133-11 290,10-36 217,-72-38-387,605 26-1,520-98-351,-167-112 703,-676-1-356,-7-40-1,-577 103 1104,1 9 0,1 9 0,295 14 0,-447 5-747,240 8 0,-206-11 0,113-16 0,-177 12 0,1-1 0,-1-1 0,0-1 0,-1-2 0,0 0 0,0-2 0,-1-1 0,0 0 0,-1-2 0,0-1 0,-2-1 0,0 0 0,0-2 0,-2-1 0,33-38 0,-10 2 0,-2-2 0,43-82 0,52-133 0,-55 107 0,54-90 0,13-27 0,-22-10 0,-108 241 0,-2 0 0,-3-1 0,-2 0 0,-3-1 0,-1 0 0,-3-1 0,-2 1 0,-3 0 0,-2 0 0,-2 0 0,-3 0 0,-2 1 0,-2 0 0,-2 1 0,-3 1 0,-44-90 0,-154-253 0,195 358 0,-2 2 0,0 1 0,-3 0 0,-34-32 0,-126-102 0,147 132 0,1-1 0,-58-68 0,83 86 0,1 0 0,0 0 0,2-1 0,0 0 0,1-1 0,0 0 0,2-1 0,0 0 0,-6-33 0,10 30 0,-2 0 0,-11-32 0,12 45 0,0 1 0,-1-1 0,0 1 0,0-1 0,-1 1 0,-1 1 0,-10-13 0,-1 3 0,0 2 0,-1 0 0,-1 0 0,0 2 0,-1 1 0,0 0 0,-29-11 0,21 12 0,-2 2 0,1 0 0,-1 3 0,-61-8 0,33 10 0,-109 6 0,-60 20 0,78-5 0,-371-5 0,-60 7 0,313 15 0,-178 16 0,231-34 0,-461 24 0,148-35 0,307-5 0,-259-15 0,-13-1 0,379 16 0,4 0 0,-133 14 0,226-10 0,0-1 0,0 2 0,0 0 0,1 2 0,0-1 0,-21 12 0,30-13 0,-1 0 0,1 1 0,0 0 0,0 0 0,1 1 0,-1 0 0,1 0 0,0 1 0,1-1 0,0 1 0,0 0 0,0 1 0,1-1 0,-5 13 0,-20 69 107,19-53-1579,2-12-5354</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23.473"/>
    </inkml:context>
    <inkml:brush xml:id="br0">
      <inkml:brushProperty name="width" value="0.05" units="cm"/>
      <inkml:brushProperty name="height" value="0.05" units="cm"/>
      <inkml:brushProperty name="color" value="#FFFFFF"/>
    </inkml:brush>
  </inkml:definitions>
  <inkml:trace contextRef="#ctx0" brushRef="#br0">1 177 22982,'1092'-176'0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8.078"/>
    </inkml:context>
    <inkml:brush xml:id="br0">
      <inkml:brushProperty name="width" value="0.05" units="cm"/>
      <inkml:brushProperty name="height" value="0.05" units="cm"/>
      <inkml:brushProperty name="color" value="#FFFFFF"/>
    </inkml:brush>
  </inkml:definitions>
  <inkml:trace contextRef="#ctx0" brushRef="#br0">47 24 24575,'12'-21'0,"-11"19"0,-4 14 0,3-12 0,-44 199 0,38-160 0,2 1 0,2 0 0,2 44 0,1-75 0,0 1 0,0-1 0,1 0 0,0 0 0,0 0 0,1-1 0,0 1 0,1-1 0,0 1 0,0-1 0,1 0 0,5 7 0,-6-10 0,0-1 0,1 1 0,-1-1 0,1-1 0,0 1 0,0 0 0,1-1 0,-1 0 0,0 0 0,1-1 0,0 0 0,0 0 0,0 0 0,0 0 0,0-1 0,0 0 0,0-1 0,11 1 0,-1-2 0,-1 0 0,0-1 0,0-1 0,0 0 0,0-1 0,0-1 0,-1 0 0,0-1 0,0-1 0,0 0 0,13-10 0,-10 6 0,0-1 0,-1-1 0,0-1 0,-1 0 0,-1-1 0,0-1 0,19-29 0,-26 35 38,-1-1 0,-1 0 0,0-1 0,0 1 0,-1-1 0,-1 0 0,0 0 0,3-19 0,-6 28-90,1-1 0,-1 0 0,0 1 1,0-1-1,0 1 0,-1-1 1,1 0-1,-1 1 0,0-1 0,1 1 1,-2-1-1,1 1 0,0 0 1,-1-1-1,0 1 0,1 0 0,-1 0 1,0 0-1,-1 0 0,1 0 1,-1 1-1,1-1 0,-1 1 0,0-1 1,0 1-1,0 0 0,0 0 1,0 0-1,0 1 0,0-1 0,-1 1 1,-4-2-1,-17-2-6774</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8.452"/>
    </inkml:context>
    <inkml:brush xml:id="br0">
      <inkml:brushProperty name="width" value="0.05" units="cm"/>
      <inkml:brushProperty name="height" value="0.05" units="cm"/>
      <inkml:brushProperty name="color" value="#FFFFFF"/>
    </inkml:brush>
  </inkml:definitions>
  <inkml:trace contextRef="#ctx0" brushRef="#br0">292 27 24575,'3'0'0,"-1"-1"0,0 0 0,0 0 0,0 0 0,1 1 0,-1-2 0,0 1 0,0 0 0,-1 0 0,5-4 0,-1-4 0,-5 9 0,0 0 0,-1-1 0,1 1 0,0 0 0,-1 0 0,1-1 0,0 1 0,-1 0 0,1 0 0,-1 0 0,1-1 0,0 1 0,-1 0 0,1 0 0,-1 0 0,1 0 0,0 0 0,-1 0 0,1 0 0,-1 0 0,1 0 0,0 0 0,-1 0 0,1 0 0,-1 0 0,1 0 0,-1 1 0,-8 0 0,0 1 0,1 0 0,-1 1 0,1 0 0,0 0 0,0 1 0,-12 7 0,-51 37 0,62-41 0,0 0 0,0 1 0,0 0 0,1 1 0,1 0 0,-1 0 0,1 0 0,-10 19 0,15-23 0,-1 0 0,1 1 0,0-1 0,1 1 0,-1 0 0,1-1 0,0 1 0,0 0 0,1 0 0,0-1 0,0 1 0,0 0 0,1 0 0,0 0 0,0-1 0,0 1 0,1 0 0,-1-1 0,6 9 0,0-1 0,0-1 0,2-1 0,-1 1 0,2-1 0,-1-1 0,20 17 0,14 14 0,-42-40 0,0 0 0,0 0 0,-1 0 0,1 0 0,0 0 0,0 0 0,0 0 0,-1 0 0,1 0 0,-1 0 0,1 0 0,-1 0 0,1 0 0,-1 1 0,0-1 0,1 0 0,-1 0 0,0 1 0,0-1 0,0 0 0,0 0 0,0 0 0,0 2 0,-1-2 0,0 0 0,1 0 0,-1 0 0,0 0 0,0 0 0,0 0 0,0 0 0,0-1 0,0 1 0,0 0 0,0 0 0,0-1 0,0 1 0,0-1 0,0 1 0,0-1 0,0 0 0,-3 1 0,-4 1 0,0-1 0,0 0 0,0-1 0,0 0 0,-14-1 0,-2-2-455,-1-2 0,-27-9 0,24 4-6371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8.825"/>
    </inkml:context>
    <inkml:brush xml:id="br0">
      <inkml:brushProperty name="width" value="0.05" units="cm"/>
      <inkml:brushProperty name="height" value="0.05" units="cm"/>
      <inkml:brushProperty name="color" value="#FFFFFF"/>
    </inkml:brush>
  </inkml:definitions>
  <inkml:trace contextRef="#ctx0" brushRef="#br0">56 247 24575,'-30'-12'0,"10"5"0,15 2 0,13 0 0,21 2 0,0 0 0,47 3 0,9 0 0,-80 0 0,19-2 0,-1 0 0,24-6 0,-41 7 0,0 0 0,0-1 0,0 0 0,-1 0 0,1-1 0,-1 0 0,1 0 0,-1 0 0,0 0 0,0-1 0,0 0 0,-1 0 0,6-6 0,-9 9 0,1-1 0,-1 0 0,1 0 0,-1-1 0,0 1 0,0 0 0,0 0 0,0 0 0,0-1 0,-1 1 0,1-1 0,-1 1 0,1 0 0,-1-1 0,0 1 0,0-1 0,0 1 0,0-1 0,-1-4 0,-1 4 0,1-1 0,-1 0 0,1 1 0,-1-1 0,0 1 0,-1-1 0,1 1 0,0 0 0,-1 0 0,0 0 0,-3-3 0,-3-2 0,0 1 0,-1 1 0,1 0 0,-1 0 0,0 1 0,-1 0 0,-17-5 0,19 7 0,1 1 0,-1 1 0,0 0 0,0 0 0,0 0 0,0 1 0,0 1 0,0-1 0,1 1 0,-1 1 0,0 0 0,0 0 0,1 1 0,-1 0 0,1 0 0,0 1 0,0 0 0,0 0 0,1 1 0,0 0 0,-10 9 0,9-8 0,1 2 0,1-1 0,-1 1 0,1 0 0,0 1 0,1-1 0,0 1 0,0 0 0,1 1 0,0-1 0,1 1 0,0 0 0,0-1 0,1 1 0,0 1 0,1-1 0,0 0 0,1 15 0,1-15 29,0 0-1,0 0 1,1-1-1,0 1 0,0-1 1,1 1-1,1-1 1,0 0-1,0 0 1,0 0-1,11 14 1,-9-16-143,-1-1 0,1 0 0,0 0 0,1 0 1,-1-1-1,1 0 0,0-1 0,0 1 1,0-1-1,1-1 0,0 1 0,0-1 1,0-1-1,8 3 0,19 1-6712</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9.122"/>
    </inkml:context>
    <inkml:brush xml:id="br0">
      <inkml:brushProperty name="width" value="0.05" units="cm"/>
      <inkml:brushProperty name="height" value="0.05" units="cm"/>
      <inkml:brushProperty name="color" value="#FFFFFF"/>
    </inkml:brush>
  </inkml:definitions>
  <inkml:trace contextRef="#ctx0" brushRef="#br0">1 207 24575,'25'-68'0,"-19"52"0,0-1 0,0 1 0,1 0 0,11-16 0,-17 30 0,0 0 0,1 1 0,-1-1 0,0 1 0,0-1 0,1 1 0,-1 0 0,1-1 0,-1 1 0,1 0 0,0 0 0,-1 0 0,1 0 0,0 0 0,3 0 0,-4 1 0,0 0 0,0 0 0,0 0 0,0 0 0,1 0 0,-1 0 0,0 0 0,0 1 0,0-1 0,0 1 0,0-1 0,0 1 0,0-1 0,0 1 0,0-1 0,0 1 0,0 0 0,0 0 0,0-1 0,0 1 0,0 0 0,-1 0 0,1 0 0,0 0 0,-1 0 0,2 2 0,7 14 0,0 1 0,-1-1 0,-1 1 0,-1 1 0,8 33 0,-7-10 0,4 67 0,-11-99 0,0-1 0,0 1 0,-1-1 0,-2 12 0,2-19 0,1 0 0,-1 0 0,1-1 0,-1 1 0,0 0 0,1-1 0,-1 1 0,0 0 0,0-1 0,0 1 0,-1-1 0,-1 3 0,2-4 0,0 1 0,0-1 0,0 1 0,0-1 0,0 0 0,0 1 0,0-1 0,0 0 0,0 0 0,0 0 0,0 0 0,0 0 0,0 0 0,0 0 0,0 0 0,0 0 0,0 0 0,0 0 0,0-1 0,0 1 0,0 0 0,0-1 0,0 1 0,0-1 0,-1 0 0,-1-1 0,0 0 0,1-1 0,-1 1 0,0-1 0,1 0 0,-1 0 0,1 1 0,0-2 0,0 1 0,0 0 0,0 0 0,1-1 0,-1 1 0,1 0 0,-1-5 0,-2-5 0,1 0 0,-2-24 0,4 24 29,1-1-1,0 1 1,1 0-1,0-1 0,1 1 1,0 0-1,1 0 1,1 0-1,0 0 1,1 1-1,6-14 1,-6 17-143,0 0 0,1 0 0,0 0 0,1 1 1,0 0-1,0 0 0,0 1 0,1 0 1,0 0-1,1 0 0,-1 1 0,1 1 1,0 0-1,15-7 0,6 2-6712</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9.368"/>
    </inkml:context>
    <inkml:brush xml:id="br0">
      <inkml:brushProperty name="width" value="0.05" units="cm"/>
      <inkml:brushProperty name="height" value="0.05" units="cm"/>
      <inkml:brushProperty name="color" value="#FFFFFF"/>
    </inkml:brush>
  </inkml:definitions>
  <inkml:trace contextRef="#ctx0" brushRef="#br0">436 18 24575,'0'-1'0,"0"1"0,0-1 0,1 0 0,-1 1 0,0-1 0,0 0 0,0 1 0,0-1 0,-1 0 0,1 1 0,0-1 0,0 0 0,0 1 0,-1-1 0,1 0 0,0 1 0,0-1 0,-1 0 0,1 1 0,-1-1 0,1 1 0,0-1 0,-1 1 0,1-1 0,-1 1 0,0-1 0,0 1 0,0 0 0,0 0 0,0 0 0,1 0 0,-1 0 0,0 0 0,0 1 0,0-1 0,1 0 0,-1 1 0,0-1 0,1 0 0,-1 1 0,0-1 0,1 1 0,-1-1 0,0 1 0,0 0 0,-4 5 0,-1-1 0,1 1 0,-7 11 0,-11 25 0,-29 71 0,27-56 0,-226 541 0,223-513-1365,21-56-5461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9.819"/>
    </inkml:context>
    <inkml:brush xml:id="br0">
      <inkml:brushProperty name="width" value="0.05" units="cm"/>
      <inkml:brushProperty name="height" value="0.05" units="cm"/>
      <inkml:brushProperty name="color" value="#FFFFFF"/>
    </inkml:brush>
  </inkml:definitions>
  <inkml:trace contextRef="#ctx0" brushRef="#br0">118 342 24575,'-4'0'0,"0"0"0,0 1 0,1-1 0,-1 1 0,0 0 0,0 0 0,1 0 0,-1 0 0,1 0 0,-1 1 0,1 0 0,0 0 0,-1 0 0,1 0 0,0 0 0,-5 5 0,4-2 0,0 0 0,0 0 0,1 1 0,-1-1 0,1 1 0,0 0 0,1 0 0,-1 0 0,-1 7 0,-1 11 0,1 0 0,0 1 0,2-1 0,1 27 0,0-24 0,0-16 0,0 1 0,1 0 0,1 0 0,0 0 0,0 0 0,1 0 0,7 23 0,-9-35 0,0 1 0,0-1 0,1 1 0,-1-1 0,0 1 0,0-1 0,1 1 0,-1-1 0,0 1 0,1-1 0,-1 1 0,0-1 0,1 0 0,-1 1 0,0-1 0,1 0 0,-1 1 0,1-1 0,-1 0 0,1 1 0,-1-1 0,1 0 0,-1 0 0,1 0 0,-1 1 0,1-1 0,-1 0 0,2 0 0,-1 0 0,0-1 0,0 1 0,-1-1 0,1 1 0,0-1 0,0 1 0,0-1 0,-1 0 0,1 1 0,0-1 0,-1 0 0,1 1 0,-1-1 0,1 0 0,0-1 0,16-39 0,-15 36 0,27-88 0,25-146 0,-7 23 0,-47 215 0,3-13 0,1-1 0,1 1 0,1 0 0,9-19 0,-14 30 0,1 1 0,-1 0 0,0-1 0,1 1 0,0 0 0,-1 0 0,1 0 0,0 0 0,0 0 0,0 0 0,0 1 0,0-1 0,0 1 0,1 0 0,-1-1 0,0 1 0,1 0 0,-1 0 0,1 0 0,0 1 0,-1-1 0,1 1 0,-1-1 0,1 1 0,0 0 0,-1 0 0,1 0 0,0 0 0,-1 0 0,1 1 0,0-1 0,-1 1 0,3 1 0,5 2 0,-1 1 0,1 0 0,-1 1 0,-1 0 0,1 0 0,-1 1 0,0 0 0,-1 0 0,1 1 0,-2 0 0,9 12 0,-9-11 0,0-1 0,-1 1 0,0 0 0,-1 0 0,0 1 0,0-1 0,-1 1 0,0 0 0,-1 0 0,0 0 0,0 20 0,-2-24 17,-1 0 0,0 0 0,0 0 1,-1-1-1,0 1 0,0 0 0,0-1 0,0 1 0,-1-1 0,0 0 0,-1 0 0,1 0 0,-1 0 0,0 0 0,0-1 0,0 0 0,0 1 0,-1-2 1,-7 6-1,-2 1-302,-1-1 1,0-1-1,-1 0 1,0-2-1,-25 9 1,-1-3-6542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00.318"/>
    </inkml:context>
    <inkml:brush xml:id="br0">
      <inkml:brushProperty name="width" value="0.05" units="cm"/>
      <inkml:brushProperty name="height" value="0.05" units="cm"/>
      <inkml:brushProperty name="color" value="#FFFFFF"/>
    </inkml:brush>
  </inkml:definitions>
  <inkml:trace contextRef="#ctx0" brushRef="#br0">342 245 24575,'2'-2'0,"-1"0"0,1-1 0,-1 1 0,1-1 0,-1 1 0,0-1 0,0 1 0,0-1 0,-1 0 0,1 0 0,0-5 0,1-34 0,-2 28 0,0 2 0,0 0 0,-1 0 0,0-1 0,-1 1 0,0 0 0,-1 0 0,-5-13 0,7 23 0,0-1 0,0 1 0,0 0 0,0-1 0,-1 1 0,1 0 0,-1 0 0,1 0 0,-1 0 0,0 0 0,0 0 0,0 0 0,0 0 0,0 1 0,0-1 0,-1 1 0,1 0 0,0 0 0,-1-1 0,1 2 0,-1-1 0,1 0 0,-1 0 0,1 1 0,-1-1 0,0 1 0,1 0 0,-1 0 0,0 0 0,1 0 0,-1 0 0,0 1 0,1-1 0,-1 1 0,1 0 0,-1 0 0,1 0 0,-5 2 0,-13 7 0,0 0 0,1 2 0,0 0 0,1 1 0,1 1 0,0 0 0,1 2 0,0 0 0,1 0 0,1 2 0,-20 31 0,30-42 0,0 0 0,1 0 0,0 1 0,0-1 0,0 1 0,1 0 0,-2 13 0,3-19 0,1 0 0,0 0 0,0-1 0,0 1 0,0 0 0,0-1 0,0 1 0,1 0 0,-1-1 0,1 1 0,-1 0 0,1-1 0,-1 1 0,1 0 0,0-1 0,0 1 0,0-1 0,0 0 0,0 1 0,0-1 0,0 0 0,1 1 0,-1-1 0,0 0 0,1 0 0,-1 0 0,0 0 0,1 0 0,-1-1 0,1 1 0,0 0 0,-1-1 0,1 1 0,0-1 0,-1 1 0,1-1 0,0 0 0,-1 0 0,1 0 0,0 0 0,2 0 0,5 0 0,0-1 0,-1 0 0,1 0 0,0-1 0,-1 0 0,1-1 0,-1 1 0,1-2 0,-1 1 0,0-1 0,-1 0 0,13-9 0,7-7 0,-1-2 0,23-25 0,-7 8 0,-38 35 0,0 1 0,0 0 0,0 0 0,0 0 0,0 1 0,0 0 0,8-3 0,-12 5 0,1-1 0,-1 1 0,0 0 0,1 0 0,-1 0 0,1 0 0,-1 0 0,1 0 0,-1 0 0,1 0 0,-1 0 0,1 0 0,-1 0 0,1 0 0,-1 0 0,1 0 0,-1 1 0,1-1 0,-1 0 0,1 0 0,-1 1 0,1-1 0,-1 0 0,0 0 0,1 1 0,-1-1 0,0 0 0,1 2 0,0-1 0,-1 1 0,1-1 0,-1 1 0,0-1 0,1 1 0,-1 0 0,0-1 0,0 1 0,0 0 0,-1-1 0,1 1 0,0-1 0,0 1 0,-1 1 0,-20 64 0,-2 14 0,21-73 0,1 0 0,0 0 0,0 1 0,1-1 0,0 0 0,1 0 0,1 14 0,-1-19 16,-1-1-1,1 0 1,0 1-1,-1-1 1,1 0-1,0 0 1,0 0-1,1 0 1,-1 0-1,0 0 1,1 0-1,-1 0 1,1-1-1,-1 1 1,1 0-1,0-1 1,0 1 0,0-1-1,0 0 1,0 0-1,3 2 1,-1-2-130,-1 0 0,0 0 0,0-1 0,1 1 1,-1-1-1,0 0 0,1 0 0,-1 0 1,0-1-1,1 1 0,-1-1 0,0 0 1,0 0-1,4-1 0,18-9-6712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00.627"/>
    </inkml:context>
    <inkml:brush xml:id="br0">
      <inkml:brushProperty name="width" value="0.05" units="cm"/>
      <inkml:brushProperty name="height" value="0.05" units="cm"/>
      <inkml:brushProperty name="color" value="#FFFFFF"/>
    </inkml:brush>
  </inkml:definitions>
  <inkml:trace contextRef="#ctx0" brushRef="#br0">128 83 24575,'3'-6'0,"0"1"0,1 0 0,0 0 0,6-5 0,-7 6 0,0 1 0,1-1 0,-1 1 0,-1-1 0,1 0 0,3-8 0,-5 11 0,-1 1 0,0 0 0,0-1 0,0 1 0,0-1 0,0 1 0,0 0 0,1-1 0,-1 1 0,0-1 0,0 1 0,-1 0 0,1-1 0,0 1 0,0-1 0,0 1 0,0 0 0,0-1 0,0 1 0,0-1 0,-1 1 0,1 0 0,0-1 0,0 1 0,-1 0 0,1-1 0,0 1 0,0 0 0,-1-1 0,1 1 0,0 0 0,-1 0 0,1-1 0,-1 1 0,-18-4 0,-19 6 0,32 0 0,0-1 0,1 1 0,-1 0 0,0 1 0,1 0 0,0 0 0,-1 0 0,1 0 0,0 1 0,1 0 0,-1 0 0,1 0 0,-1 0 0,1 1 0,1 0 0,-1 0 0,1 0 0,-1 0 0,1 0 0,1 1 0,-1-1 0,-1 8 0,1-5 0,1 0 0,0 0 0,0 1 0,1-1 0,0 0 0,1 1 0,0-1 0,0 1 0,1-1 0,0 1 0,0-1 0,1 0 0,0 0 0,1 0 0,5 13 0,-3-10 0,0 0 0,0 0 0,-1 1 0,4 21 0,-7-31 0,-1 1 0,1-1 0,-1 1 0,0-1 0,0 1 0,0-1 0,0 1 0,0 0 0,-1-1 0,1 1 0,-1-1 0,1 1 0,-1-1 0,0 0 0,0 1 0,0-1 0,-1 0 0,1 1 0,0-1 0,-1 0 0,0 0 0,1 0 0,-1 0 0,0-1 0,0 1 0,0 0 0,0-1 0,-4 3 0,5-4 17,1 1 0,-1-1 0,1 0 1,-1 0-1,1 1 0,-1-1 0,0 0 0,1 0 0,-1 0 0,0 1 0,1-1 0,-1 0 0,0 0 0,1 0 0,-1 0 0,1 0 0,-1 0 0,0-1 1,0 1-1,1 0-74,-1-1 0,1 1 0,0 0 0,0-1 0,-1 1 0,1 0 0,0-1 0,0 1 1,0-1-1,0 1 0,0 0 0,0-1 0,-1 1 0,1-1 0,0 1 0,0-1 0,0 1 1,1 0-1,-1-1 0,0 1 0,0-1 0,0 1 0,0 0 0,0-1 0,0 1 1,0-1-1,1 1 0,-1 0 0,1-1 0,4-11-6769</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00.911"/>
    </inkml:context>
    <inkml:brush xml:id="br0">
      <inkml:brushProperty name="width" value="0.05" units="cm"/>
      <inkml:brushProperty name="height" value="0.05" units="cm"/>
      <inkml:brushProperty name="color" value="#FFFFFF"/>
    </inkml:brush>
  </inkml:definitions>
  <inkml:trace contextRef="#ctx0" brushRef="#br0">130 89 24575,'7'-4'0,"0"0"0,0 0 0,0-1 0,0 0 0,-1 0 0,0 0 0,0-1 0,0 0 0,-1 0 0,0 0 0,0-1 0,0 0 0,5-12 0,-49 76 0,-26 33 0,0-2 0,57-75 0,0 0 0,1 1 0,0 0 0,-8 27 0,14-39-80,0 0 0,1 0-1,-1 0 1,0 0 0,1 0-1,0 0 1,0 0 0,-1 1-1,1-1 1,1 0 0,-1 0 0,0 0-1,0 0 1,1 0 0,-1 1-1,2 2 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01.176"/>
    </inkml:context>
    <inkml:brush xml:id="br0">
      <inkml:brushProperty name="width" value="0.05" units="cm"/>
      <inkml:brushProperty name="height" value="0.05" units="cm"/>
      <inkml:brushProperty name="color" value="#FFFFFF"/>
    </inkml:brush>
  </inkml:definitions>
  <inkml:trace contextRef="#ctx0" brushRef="#br0">508 6 24575,'1'-1'0,"-1"1"0,1-1 0,0 1 0,-1-1 0,1 1 0,0-1 0,0 1 0,-1 0 0,1-1 0,0 1 0,0 0 0,0 0 0,-1-1 0,1 1 0,0 0 0,0 0 0,0 0 0,0 0 0,-1 0 0,1 0 0,0 0 0,0 0 0,0 1 0,0-1 0,-1 0 0,1 0 0,0 1 0,0-1 0,0 0 0,-1 1 0,1-1 0,0 1 0,-1-1 0,1 1 0,0-1 0,-1 1 0,1 0 0,-1-1 0,1 1 0,0 1 0,3 3 0,0 1 0,0 0 0,-1 0 0,3 6 0,-3-7 0,7 15 0,0 1 0,-1 0 0,-1 1 0,-2 0 0,8 34 0,-13-48 0,0 1 0,-1-1 0,0 0 0,0 0 0,-1 1 0,0-1 0,0 0 0,-1 0 0,0 0 0,0 0 0,-1 0 0,0-1 0,0 1 0,-1-1 0,0 0 0,0 0 0,-1 0 0,-11 12 0,1-5 34,-1 0 0,0-1 1,-1 0-1,-1-2 0,0 0 0,0-1 0,-1-1 0,-1-1 0,-29 9 0,-23 4-809,-89 12 0,152-31 619,-113 18-6670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01.550"/>
    </inkml:context>
    <inkml:brush xml:id="br0">
      <inkml:brushProperty name="width" value="0.05" units="cm"/>
      <inkml:brushProperty name="height" value="0.05" units="cm"/>
      <inkml:brushProperty name="color" value="#FFFFFF"/>
    </inkml:brush>
  </inkml:definitions>
  <inkml:trace contextRef="#ctx0" brushRef="#br0">624 0 24575,'-14'6'0,"-18"9"0,-17 14 0,-17 13 0,-10 9 0,-7 11 0,0 8 0,7 3 0,9 3 0,18-1 0,21-2 0,27-5 0,30-6 0,30-8 0,25-11 0,27-10 0,-6-10-8191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09.870"/>
    </inkml:context>
    <inkml:brush xml:id="br0">
      <inkml:brushProperty name="width" value="0.05" units="cm"/>
      <inkml:brushProperty name="height" value="0.05" units="cm"/>
      <inkml:brushProperty name="color" value="#FFFFFF"/>
    </inkml:brush>
  </inkml:definitions>
  <inkml:trace contextRef="#ctx0" brushRef="#br0">6475 113 24575,'-56'13'0,"-194"-8"0,156-6 0,-2468-50-7719,2255 38 7926,-1768-53-1527,1256 91 4536,741-21-2002,35-2-222,-12 2 651,-56-5 0,109 1-1682,1 0-61,-1 0 0,0 0 0,1-1 0,-1 1-1,0 0 1,0-1 0,1 1 0,-1-1 0,1 1-1,-1-1 1,-2-1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0.150"/>
    </inkml:context>
    <inkml:brush xml:id="br0">
      <inkml:brushProperty name="width" value="0.05" units="cm"/>
      <inkml:brushProperty name="height" value="0.05" units="cm"/>
      <inkml:brushProperty name="color" value="#FFFFFF"/>
    </inkml:brush>
  </inkml:definitions>
  <inkml:trace contextRef="#ctx0" brushRef="#br0">307 24 24575,'0'-1'0,"0"0"0,0 0 0,0 0 0,0 0 0,0 0 0,0 0 0,0 0 0,0 0 0,-1 1 0,1-1 0,0 0 0,-1 0 0,1 0 0,0 0 0,-1 1 0,1-1 0,-1 0 0,1 0 0,-1 1 0,0-1 0,1 0 0,-1 1 0,0-1 0,-1 0 0,1 0 0,0 1 0,-1-1 0,1 1 0,-1 0 0,1 0 0,-1 0 0,1 0 0,0 0 0,-1 0 0,1 0 0,-1 0 0,1 0 0,-1 1 0,0-1 0,-5 3 0,0-1 0,1 1 0,-1 1 0,1-1 0,-8 6 0,-9 8 0,0 1 0,2 1 0,0 1 0,1 1 0,1 1 0,1 0 0,1 2 0,-20 34 0,32-48 0,1 0 0,0 0 0,0 1 0,1-1 0,0 1 0,1-1 0,1 1 0,-1 0 0,2 0 0,-1-1 0,2 1 0,2 20 0,0-18 0,0 0 0,2 0 0,-1 0 0,1-1 0,1 0 0,0 1 0,1-2 0,1 1 0,15 19 0,51 48-1365,-38-42-5461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0.718"/>
    </inkml:context>
    <inkml:brush xml:id="br0">
      <inkml:brushProperty name="width" value="0.05" units="cm"/>
      <inkml:brushProperty name="height" value="0.05" units="cm"/>
      <inkml:brushProperty name="color" value="#FFFFFF"/>
    </inkml:brush>
  </inkml:definitions>
  <inkml:trace contextRef="#ctx0" brushRef="#br0">1 119 24575,'3'-5'0,"0"0"0,-1 0 0,1 0 0,-1 0 0,0-1 0,0 1 0,-1 0 0,1-1 0,0-7 0,0 4 0,0-7 0,-2 13 0,0 0 0,0 1 0,1-1 0,-1 0 0,1 0 0,0 1 0,-1-1 0,1 0 0,1 1 0,1-4 0,-3 6 0,0 0 0,0 0 0,0-1 0,0 1 0,1 0 0,-1 0 0,0 0 0,0 0 0,0 0 0,0 0 0,1 0 0,-1 0 0,0 0 0,0 0 0,0 0 0,0 0 0,0 0 0,1 1 0,-1-1 0,0 0 0,0 0 0,0 0 0,0 0 0,0 0 0,1 0 0,-1 0 0,0 0 0,0 0 0,0 0 0,0 1 0,0-1 0,0 0 0,0 0 0,0 0 0,1 0 0,-1 0 0,0 0 0,0 1 0,0-1 0,0 0 0,0 0 0,0 0 0,0 0 0,0 1 0,0-1 0,0 0 0,0 0 0,0 0 0,0 0 0,3 11 0,12 73 0,6 145 0,-16-150 0,152 1489-891,-91-648 1426,-65-877-446,-1 35 0,4 0 0,19 103 0,-19-166-1454</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1.172"/>
    </inkml:context>
    <inkml:brush xml:id="br0">
      <inkml:brushProperty name="width" value="0.05" units="cm"/>
      <inkml:brushProperty name="height" value="0.05" units="cm"/>
      <inkml:brushProperty name="color" value="#FFFFFF"/>
    </inkml:brush>
  </inkml:definitions>
  <inkml:trace contextRef="#ctx0" brushRef="#br0">0 0 24575,'0'1'0,"1"0"0,-1 0 0,1 0 0,-1 0 0,1 0 0,0 0 0,-1 0 0,1 0 0,0 0 0,0 0 0,-1-1 0,1 1 0,0 0 0,0-1 0,0 1 0,0-1 0,0 1 0,0-1 0,0 1 0,2 0 0,26 9 0,-27-10 0,34 8 0,0-1 0,72 3 0,-64-7 0,556 27-1613,-226-14 411,1797 134-2513,-2077-141 4040,-2 1 1629,111-4 0,-190-9-1240,-17-2 131,-20-5-334,-10 1-1694,-3 0-5598</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1.907"/>
    </inkml:context>
    <inkml:brush xml:id="br0">
      <inkml:brushProperty name="width" value="0.05" units="cm"/>
      <inkml:brushProperty name="height" value="0.05" units="cm"/>
      <inkml:brushProperty name="color" value="#FFFFFF"/>
    </inkml:brush>
  </inkml:definitions>
  <inkml:trace contextRef="#ctx0" brushRef="#br0">1 1 24575,'3'62'0,"3"-1"0,16 70 0,-6-42 0,32 207 0,102 734 0,-141-870 0,-1-22 0,-8-132 0,1 0 0,0 0 0,0 0 0,0 0 0,4 7 0,-5-13 0,0 1 0,1 0 0,-1 0 0,0 0 0,1 0 0,-1-1 0,1 1 0,-1 0 0,1 0 0,0-1 0,-1 1 0,1 0 0,0-1 0,-1 1 0,1-1 0,0 1 0,0-1 0,0 1 0,-1-1 0,1 0 0,0 1 0,0-1 0,0 0 0,0 1 0,0-1 0,0 0 0,-1 0 0,1 0 0,0 0 0,0 0 0,0 0 0,0 0 0,0 0 0,0-1 0,0 1 0,0 0 0,0 0 0,-1-1 0,1 1 0,0 0 0,0-1 0,0 1 0,0-2 0,14-9-1365,-1-3-5461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2.702"/>
    </inkml:context>
    <inkml:brush xml:id="br0">
      <inkml:brushProperty name="width" value="0.05" units="cm"/>
      <inkml:brushProperty name="height" value="0.05" units="cm"/>
      <inkml:brushProperty name="color" value="#FFFFFF"/>
    </inkml:brush>
  </inkml:definitions>
  <inkml:trace contextRef="#ctx0" brushRef="#br0">1 0 24575,'2'0'0,"0"1"0,0-1 0,0 1 0,0-1 0,0 1 0,0 0 0,0 0 0,0 0 0,0 0 0,0 0 0,0 0 0,-1 0 0,1 1 0,0-1 0,-1 0 0,1 1 0,-1 0 0,3 2 0,20 37 0,-24-40 0,10 22 0,-1 0 0,0 0 0,-2 1 0,-1 0 0,3 26 0,7 127 0,-13-130 0,13 939 0,-18-637 0,0-310 0,1-24 0,1-1 0,0 1 0,0-1 0,6 28 0,0-31-1365</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3.326"/>
    </inkml:context>
    <inkml:brush xml:id="br0">
      <inkml:brushProperty name="width" value="0.05" units="cm"/>
      <inkml:brushProperty name="height" value="0.05" units="cm"/>
      <inkml:brushProperty name="color" value="#FFFFFF"/>
    </inkml:brush>
  </inkml:definitions>
  <inkml:trace contextRef="#ctx0" brushRef="#br0">1 0 24575,'771'17'-1164,"-353"-5"701,653 24 857,-1093-36-732,-2 0-6282</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3.718"/>
    </inkml:context>
    <inkml:brush xml:id="br0">
      <inkml:brushProperty name="width" value="0.05" units="cm"/>
      <inkml:brushProperty name="height" value="0.05" units="cm"/>
      <inkml:brushProperty name="color" value="#FFFFFF"/>
    </inkml:brush>
  </inkml:definitions>
  <inkml:trace contextRef="#ctx0" brushRef="#br0">1 35 24575,'0'-19'0,"0"3"0,0 25 0,29 341 0,-17-243 0,11 93 0,40 404 0,-61-580-1365,-2-6-5461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4.109"/>
    </inkml:context>
    <inkml:brush xml:id="br0">
      <inkml:brushProperty name="width" value="0.05" units="cm"/>
      <inkml:brushProperty name="height" value="0.05" units="cm"/>
      <inkml:brushProperty name="color" value="#FFFFFF"/>
    </inkml:brush>
  </inkml:definitions>
  <inkml:trace contextRef="#ctx0" brushRef="#br0">0 33 24575,'4'-27'0,"-4"27"0,0 0 0,0-1 0,0 1 0,0 0 0,0-1 0,1 1 0,-1 0 0,0 0 0,0-1 0,0 1 0,1 0 0,-1 0 0,0-1 0,0 1 0,0 0 0,1 0 0,-1 0 0,0-1 0,1 1 0,-1 0 0,0 0 0,0 0 0,1 0 0,-1 0 0,0 0 0,1-1 0,-1 1 0,1 1 0,0-1 0,0 0 0,-1 1 0,1-1 0,0 0 0,0 1 0,-1-1 0,1 1 0,0-1 0,-1 1 0,1 0 0,-1-1 0,1 1 0,-1 0 0,1-1 0,0 2 0,8 14 0,-1-1 0,0 2 0,-2-1 0,1 1 0,-2 0 0,5 25 0,-6-26 0,47 276 0,-25 7 0,2 11 0,23 1 0,-43-289 342,-7-22-380,-1 1 0,0-1 0,0 1 0,1-1 0,-1 0 0,0 1 0,1-1 0,-1 0 0,0 1 0,1-1 0,-1 0 0,0 0 1,1 1-1,-1-1 0,1 0 0,-1 0 0,1 0 0,-1 0 0,0 1 0,1-1 0,-1 0 0,1 0 0,-1 0 0,1 0 0,-1 0 1,1 0-1,-1 0 0,1 0 0,-1 0 0,0 0 0,1-1 0,-1 1 0,1 0 0,-1 0 0,1 0 0,-1 0 0,0-1 0,1 1 1,-1 0-1,1-1 0,-1 1 0,0 0 0,1 0 0,-1-1 0,10-10-6788</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5.046"/>
    </inkml:context>
    <inkml:brush xml:id="br0">
      <inkml:brushProperty name="width" value="0.05" units="cm"/>
      <inkml:brushProperty name="height" value="0.05" units="cm"/>
      <inkml:brushProperty name="color" value="#FFFFFF"/>
    </inkml:brush>
  </inkml:definitions>
  <inkml:trace contextRef="#ctx0" brushRef="#br0">117 536 24575,'-1'0'0,"1"0"0,-1 1 0,0-1 0,1 1 0,-1-1 0,0 1 0,1-1 0,-1 1 0,1 0 0,-1-1 0,1 1 0,0 0 0,-1-1 0,1 1 0,0 0 0,-1-1 0,1 1 0,0 0 0,0 0 0,-1-1 0,1 1 0,0 0 0,0 0 0,0 1 0,-3 25 0,3-22 0,-42 416-267,-10 158-165,52-559 432,-10 258 0,22-2 0,-11-264 29,1 12-46,1 0 0,1-1 1,1 1-1,9 25 1,-12-44 43,0 0 1,0 1 0,1-1-1,0 0 1,0 0 0,0 0-1,0-1 1,1 1 0,0-1 0,0 0-1,0 0 1,0 0 0,1 0-1,-1-1 1,1 0 0,0 0 0,0 0-1,0-1 1,1 1 0,-1-1-1,1 0 1,9 1 0,20 2 15,0-2 0,70-4 0,-51 0-56,856 21-1850,6 80-370,-2 38 2453,26 3-1850,-888-134 1570,-6 0 831,95 2 1,-137-9-590,0 0 1,-1 0-1,1 0 1,0-1-1,0 1 1,-1-1-1,1 0 1,-1 0-1,1-1 1,-1 1-1,6-4 0,-8 4-138,0 0 1,0 0-1,0 0 0,0 0 0,-1 0 0,1 0 0,0 0 0,-1 0 0,1-1 0,-1 1 0,1 0 0,-1 0 0,0-1 0,1 1 0,-1 0 0,0-1 0,0 1 0,0 0 0,0-1 0,0 1 0,0 0 0,0-1 0,-1 1 0,1 0 0,0-1 0,-1 1 0,1 0 0,-1 0 0,1-1 0,-1 1 0,0 0 0,-1-2 1,-12-22 54,-22-29 0,24 39-68,2-1-1,-1 0 0,2-1 1,0 0-1,-9-26 0,11 15-30,1-1 0,1 0 0,1 1 0,0-44 0,12-120 0,-5 160 0,48-552-296,17-314-267,-67 849 572,-2-220 270,-1 232-208,-3 0 0,-1 0 1,-1 1-1,-2 0 1,-17-42-1,22 69-49,0 0 1,-1-1-1,0 2 1,0-1-1,-1 0 0,0 1 1,-11-11-1,15 17-23,0 0 0,0 0 0,0 0-1,-1 0 1,1 1 0,-1-1 0,1 0 0,-1 1 0,0 0 0,1 0-1,-1 0 1,0 0 0,0 0 0,0 1 0,0-1 0,1 1-1,-1-1 1,0 1 0,0 0 0,0 0 0,0 1 0,0-1 0,0 1-1,0-1 1,0 1 0,0 0 0,1 0 0,-1 0 0,0 0-1,-2 3 1,-14 8-1364,2 3-5461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5.887"/>
    </inkml:context>
    <inkml:brush xml:id="br0">
      <inkml:brushProperty name="width" value="0.05" units="cm"/>
      <inkml:brushProperty name="height" value="0.05" units="cm"/>
      <inkml:brushProperty name="color" value="#FFFFFF"/>
    </inkml:brush>
  </inkml:definitions>
  <inkml:trace contextRef="#ctx0" brushRef="#br0">50 237 24575,'-3'-48'0,"2"45"0,1 0 0,-1 0 0,1 0 0,-1 0 0,0 0 0,0 0 0,-1 1 0,1-1 0,-1 0 0,1 1 0,-1-1 0,-3-4 0,4 7 0,1 0 0,0 0 0,0-1 0,0 1 0,-1 0 0,1 0 0,0 0 0,0 0 0,-1 0 0,1-1 0,0 1 0,0 0 0,-1 0 0,1 0 0,0 0 0,0 0 0,-1 0 0,1 0 0,0 0 0,-1 0 0,1 0 0,0 0 0,0 0 0,-1 0 0,1 0 0,0 0 0,0 0 0,-1 0 0,1 0 0,0 1 0,0-1 0,-1 0 0,1 0 0,0 0 0,0 0 0,-1 1 0,1-1 0,-7 13 0,2 20 0,-1 34 0,5 79 0,14 72 0,-6-119 0,21 274 0,24-2 0,-51-366 0,7 38 0,22 69 0,-27-102 0,1 1 0,1-1 0,0 0 0,0 0 0,1 0 0,0-1 0,1 0 0,0 0 0,0 0 0,1-1 0,16 13 0,-17-16 0,1-1 0,0 0 0,0 0 0,0-1 0,1 0 0,-1 0 0,1-1 0,0 0 0,13 0 0,11 0 0,40-2 0,-36-1 0,1149 16-729,-937 0 729,468 14 0,-696-29 0,-5 1 0,0-1 0,0-1 0,1 0 0,-1-1 0,0-1 0,0 0 0,18-7 0,-33 9 8,0 1 0,1-1 0,-1 1 0,1-1 0,-1 1 0,0-1 0,0 0 0,1 0 0,-1 0 0,0 0 0,0 0 0,0 0 0,0 0 0,0 0 0,0 0 0,0 0 0,0-1 0,-1 1 0,1 0 0,0-1 0,-1 1 0,1 0 0,-1-1 0,1 1 0,-1-1 0,0 1 0,0 0 0,0-1 0,1 1 0,-1-1 0,0 1 0,-1-1 0,1 1 0,0-1 0,0 1 0,-1-1 0,1 1 0,-1 0 0,1-1 0,-1 1 0,0 0 0,-1-3 0,-3-5 69,-1 1-1,0 0 1,-1 0-1,-13-13 0,17 18-73,-48-48-3,-103-110 0,137 140 0,0-2 0,2 0 0,0 0 0,2-2 0,1 0 0,-11-27 0,11 10 0,1-1 0,2 1 0,2-1 0,2-1 0,1-56 0,23-219 0,26 3 0,-26 227 0,45-128 0,-60 205 0,1 1 0,10-18 0,-11 24 171,-4 9 0,-3 10-1878,-3 3-5119</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6.714"/>
    </inkml:context>
    <inkml:brush xml:id="br0">
      <inkml:brushProperty name="width" value="0.05" units="cm"/>
      <inkml:brushProperty name="height" value="0.05" units="cm"/>
      <inkml:brushProperty name="color" value="#FFFFFF"/>
    </inkml:brush>
  </inkml:definitions>
  <inkml:trace contextRef="#ctx0" brushRef="#br0">28 15 24575,'-1'-1'0,"1"1"0,0-1 0,-1 0 0,1 0 0,-1 0 0,1 0 0,-1 0 0,1 1 0,-1-1 0,0 0 0,1 0 0,-1 1 0,0-1 0,1 1 0,-1-1 0,0 0 0,0 1 0,0-1 0,-1 0 0,1 1 0,1 1 0,-1-1 0,1 0 0,-1 0 0,1 1 0,-1-1 0,1 0 0,0 1 0,-1-1 0,1 0 0,-1 1 0,1-1 0,0 1 0,-1-1 0,1 1 0,0-1 0,0 1 0,-1-1 0,1 1 0,0-1 0,0 1 0,0-1 0,0 1 0,-1 0 0,0 5 0,0 1 0,0 0 0,0-1 0,1 12 0,5 34 0,3-1 0,20 70 0,-13-58 0,62 293 0,30 380 0,-96-653-1365,-5-60-5461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7.167"/>
    </inkml:context>
    <inkml:brush xml:id="br0">
      <inkml:brushProperty name="width" value="0.05" units="cm"/>
      <inkml:brushProperty name="height" value="0.05" units="cm"/>
      <inkml:brushProperty name="color" value="#FFFFFF"/>
    </inkml:brush>
  </inkml:definitions>
  <inkml:trace contextRef="#ctx0" brushRef="#br0">38 226 24575,'-7'-14'0,"1"1"0,1-1 0,0-1 0,1 1 0,-4-22 0,7 32 0,0 0 0,1 0 0,0 0 0,0 1 0,0-1 0,0 0 0,0 0 0,1 0 0,0 1 0,-1-1 0,1 0 0,1 0 0,-1 1 0,1-1 0,-1 1 0,1-1 0,0 1 0,0 0 0,0 0 0,1 0 0,-1 0 0,1 0 0,0 0 0,-1 1 0,1-1 0,5-2 0,1 1 0,-1 0 0,0 1 0,1 0 0,0 0 0,0 1 0,0 0 0,0 0 0,13 1 0,12 0 0,33 4 0,-46-1 0,327 37-431,3 20-532,-138-22 321,113 18-983,1503 233-346,-1453-241 3236,-368-46-875,-1 0-39,-1 0 1,1 0-1,0 1 1,8 2-1,-14-4-302,0 1-1,-1-1 1,1 1-1,0-1 1,0 0-1,0 1 1,0 0-1,0-1 1,0 1-1,-1-1 1,1 1-1,0 0 1,-1 0-1,1-1 0,0 1 1,-1 0-1,1 0 1,-1 0-1,1 0 1,-1 0-1,0 0 1,1 0-1,-1 0 1,0 0-1,0 0 1,1 0-1,-1 0 1,0 0-1,0 0 1,0 0-1,0 0 1,0 0-1,-1 0 1,1 1-1,-45 134 475,18-23-523,6 0 0,4 1 0,5 1 0,5 0 0,11 154 0,18-47 0,-14-175 0,2-1 0,27 76 0,-25-96-1365,-2-8-5461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7.433"/>
    </inkml:context>
    <inkml:brush xml:id="br0">
      <inkml:brushProperty name="width" value="0.05" units="cm"/>
      <inkml:brushProperty name="height" value="0.05" units="cm"/>
      <inkml:brushProperty name="color" value="#FFFFFF"/>
    </inkml:brush>
  </inkml:definitions>
  <inkml:trace contextRef="#ctx0" brushRef="#br0">0 0 24575,'32'372'0,"-9"-178"0,-14-90 172,24 206-1709,-27-272-5289</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57.809"/>
    </inkml:context>
    <inkml:brush xml:id="br0">
      <inkml:brushProperty name="width" value="0.05" units="cm"/>
      <inkml:brushProperty name="height" value="0.05" units="cm"/>
      <inkml:brushProperty name="color" value="#FFFFFF"/>
    </inkml:brush>
  </inkml:definitions>
  <inkml:trace contextRef="#ctx0" brushRef="#br0">30 571 24575,'-26'-192'0,"23"160"0,2 1 0,2-1 0,1 0 0,5-31 0,-5 54 0,0 1 0,0 0 0,0-1 0,1 1 0,1 0 0,-1 0 0,1 1 0,1-1 0,-1 1 0,1 0 0,0 0 0,1 0 0,0 1 0,0 0 0,0 0 0,1 0 0,0 1 0,0 0 0,0 0 0,0 1 0,1 0 0,0 0 0,0 1 0,12-4 0,9 0 6,1 0 0,-1 2 0,1 1 0,54 1 0,124 15-155,15 13 0,0 10 0,-2 10 0,309 105-1,-347-79 150,-152-56 0,0 1 0,-2 1 0,46 35 0,-67-46 23,-1 1-1,1-1 0,-1 1 0,-1 1 0,1-1 0,-1 1 0,-1 1 0,1-1 0,-1 1 0,-1-1 0,0 1 1,0 1-1,-1-1 0,0 1 0,0-1 0,-1 1 0,0 0 0,-1 0 0,0-1 0,-1 1 0,0 0 0,0 0 1,-1 0-1,-1 0 0,1 0 0,-6 14 0,-14 41 26,-2-2 1,-45 84-1,-10 27-74,50-99-201,4 1-1,3 1 1,3 1-1,4 1 1,-7 138-1,20-178-6598</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36.068"/>
    </inkml:context>
    <inkml:brush xml:id="br0">
      <inkml:brushProperty name="width" value="0.05" units="cm"/>
      <inkml:brushProperty name="height" value="0.05" units="cm"/>
      <inkml:brushProperty name="color" value="#FFFFFF"/>
    </inkml:brush>
  </inkml:definitions>
  <inkml:trace contextRef="#ctx0" brushRef="#br0">302 16 24575,'0'-1'0,"0"1"0,0-1 0,-1 0 0,1 0 0,-1 1 0,1-1 0,0 1 0,-1-1 0,1 0 0,-1 1 0,1-1 0,-1 1 0,0-1 0,1 1 0,-1-1 0,0 1 0,1-1 0,-1 1 0,0 0 0,1-1 0,-1 1 0,0 0 0,0 0 0,1 0 0,-1-1 0,0 1 0,-1 0 0,-25-3 0,24 3 0,-7 0 0,0 1 0,0 0 0,0 1 0,1-1 0,-1 2 0,0 0 0,1 0 0,-1 0 0,1 2 0,0-1 0,0 1 0,1 0 0,0 1 0,0-1 0,-9 10 0,7-7 0,0 1 0,2 0 0,-1 1 0,1 0 0,0 0 0,1 1 0,0 0 0,1 0 0,0 1 0,1 0 0,-6 18 0,10-26 0,0 0 0,0 0 0,1 1 0,-1-1 0,1 0 0,0 0 0,0 1 0,1-1 0,-1 0 0,1 1 0,0-1 0,0 0 0,0 0 0,1 0 0,-1 0 0,1 0 0,0 0 0,0 0 0,1-1 0,-1 1 0,1-1 0,-1 1 0,1-1 0,0 0 0,1 0 0,-1 0 0,0-1 0,1 1 0,-1-1 0,1 0 0,7 3 0,-1 0 0,0-1 0,0 0 0,1-1 0,0 0 0,-1-1 0,1 0 0,0-1 0,0 0 0,0-1 0,0 0 0,16-2 0,-13-1 0,-1 0 0,1 0 0,-1-1 0,-1-1 0,1 0 0,0-1 0,-1 0 0,0-1 0,18-13 0,-27 17 0,1 0 0,0 0 0,-1 0 0,0 0 0,0-1 0,0 0 0,0 1 0,0-1 0,-1 0 0,1 0 0,-1-1 0,0 1 0,-1 0 0,1-1 0,-1 1 0,0-1 0,0 1 0,0-1 0,0 0 0,-1 0 0,0 1 0,0-1 0,0 0 0,-1 1 0,1-1 0,-1 0 0,0 1 0,-1-1 0,1 1 0,-1-1 0,-2-5 0,0 5-105,1-1 0,-1 1 0,1 0 0,-1 0 0,-1 0 0,1 1 0,-1-1 0,0 1 0,0 0 0,0 0 0,0 1 0,-8-5 0,-12-4-6721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36.552"/>
    </inkml:context>
    <inkml:brush xml:id="br0">
      <inkml:brushProperty name="width" value="0.05" units="cm"/>
      <inkml:brushProperty name="height" value="0.05" units="cm"/>
      <inkml:brushProperty name="color" value="#FFFFFF"/>
    </inkml:brush>
  </inkml:definitions>
  <inkml:trace contextRef="#ctx0" brushRef="#br0">144 0 24575,'-10'12'0,"1"0"0,0 0 0,1 1 0,-7 13 0,10-15 0,-10 16 0,1 0 0,1 1 0,2 1 0,1 0 0,1 1 0,-6 37 0,15-64 0,-1 0 0,1 0 0,0 0 0,1 0 0,-1 0 0,0-1 0,1 1 0,-1 0 0,1 0 0,0 0 0,0-1 0,0 1 0,1 0 0,-1-1 0,0 1 0,1-1 0,0 0 0,-1 1 0,1-1 0,0 0 0,0 0 0,1 0 0,-1 0 0,0 0 0,1-1 0,-1 1 0,1-1 0,-1 0 0,6 2 0,7 3 0,1-1 0,-1 0 0,1-1 0,20 1 0,-11 0 0,-11-3 0,41 7 0,-50-8 0,0-1 0,0 1 0,0-2 0,0 1 0,-1 0 0,1-1 0,0 0 0,6-2 0,-8 2 0,-1 0 0,0-1 0,0 1 0,0-1 0,0 1 0,0-1 0,-1 0 0,1 1 0,0-1 0,-1 0 0,1 0 0,-1 0 0,0-1 0,0 1 0,0 0 0,0 0 0,0-1 0,0 1 0,0 0 0,-1-1 0,1 1 0,-1-1 0,0 1 0,0-1 0,0-2 0,0-4 0,0 1 0,-1-1 0,0 1 0,-1 0 0,0-1 0,-3-7 0,-41-92 177,22 58-1719</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37.147"/>
    </inkml:context>
    <inkml:brush xml:id="br0">
      <inkml:brushProperty name="width" value="0.05" units="cm"/>
      <inkml:brushProperty name="height" value="0.05" units="cm"/>
      <inkml:brushProperty name="color" value="#FFFFFF"/>
    </inkml:brush>
  </inkml:definitions>
  <inkml:trace contextRef="#ctx0" brushRef="#br0">452 97 24575,'-1'-4'0,"1"1"0,-1 0 0,0 0 0,0 0 0,0 0 0,0 0 0,0 0 0,-1 1 0,1-1 0,-1 0 0,0 1 0,0-1 0,0 1 0,0-1 0,0 1 0,0 0 0,-1 0 0,1 0 0,-1 0 0,1 0 0,-1 1 0,0-1 0,0 1 0,0 0 0,-4-2 0,-9-3 0,-1 1 0,1 0 0,-21-3 0,34 8 0,-19-4 0,1 1 0,-1 1 0,1 1 0,-38 3 0,48 0 0,0-1 0,0 1 0,0 1 0,0 0 0,0 1 0,0 0 0,1 0 0,0 1 0,0 1 0,-17 11 0,25-15 0,-1-1 0,1 1 0,0 0 0,0 0 0,0 1 0,0-1 0,0 0 0,0 1 0,1-1 0,-1 1 0,1-1 0,-1 1 0,1 0 0,0-1 0,0 1 0,0 0 0,1 0 0,-1 0 0,1 0 0,-1 0 0,1 0 0,0 0 0,0 0 0,0 0 0,1 0 0,-1 0 0,1 0 0,1 3 0,3 6 0,0-1 0,1 0 0,0 0 0,1 0 0,12 15 0,13 21 0,-28-38 0,0 0 0,0 0 0,-1 0 0,0 0 0,-1 1 0,0 0 0,0-1 0,-1 1 0,0 0 0,-2 18 0,-2 0 0,-1 0 0,-12 39 0,10-45 0,2-8 0,1 0 0,1 1 0,0-1 0,1 1 0,0 0 0,2-1 0,-1 1 0,5 19 0,-4-27 0,1 0 0,0-1 0,0 1 0,1-1 0,0 1 0,0-1 0,0 0 0,1 0 0,0-1 0,0 1 0,1-1 0,-1 1 0,1-1 0,0-1 0,0 1 0,1-1 0,0 0 0,-1 0 0,11 5 0,-5-4-195,0-1 0,0 1 0,1-2 0,-1 0 0,1 0 0,18 2 0,-16-5-6631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52.132"/>
    </inkml:context>
    <inkml:brush xml:id="br0">
      <inkml:brushProperty name="width" value="0.05" units="cm"/>
      <inkml:brushProperty name="height" value="0.05" units="cm"/>
      <inkml:brushProperty name="color" value="#FFFFFF"/>
    </inkml:brush>
  </inkml:definitions>
  <inkml:trace contextRef="#ctx0" brushRef="#br0">558 109 24575,'-1'0'0,"1"-1"0,0 0 0,0 1 0,-1-1 0,1 0 0,0 1 0,-1-1 0,1 0 0,0 1 0,-1-1 0,1 0 0,-1 1 0,1-1 0,-1 1 0,1-1 0,-1 1 0,0 0 0,1-1 0,-1 1 0,1-1 0,-1 1 0,0 0 0,0 0 0,1-1 0,-1 1 0,0 0 0,1 0 0,-1 0 0,0 0 0,0 0 0,1 0 0,-1 0 0,0 0 0,0 0 0,1 0 0,-1 0 0,0 0 0,1 0 0,-2 1 0,-30 8 0,13 2 0,0 1 0,1 0 0,0 2 0,1 0 0,-25 26 0,5 2 0,-34 48 0,27-28 0,2 1 0,-40 85 0,66-112 0,0 0 0,2 1 0,2 0 0,2 1 0,1 1 0,-4 45 0,11-67 0,2 0 0,0 1 0,1-1 0,0 0 0,2 0 0,0 0 0,1 0 0,0 0 0,11 24 0,-9-28 0,0-1 0,1 0 0,0-1 0,1 1 0,0-1 0,1-1 0,1 0 0,-1 0 0,1 0 0,1-2 0,0 1 0,17 9 0,-6-6 0,1-1 0,0-1 0,1-1 0,-1-2 0,2 0 0,-1-1 0,1-2 0,0 0 0,0-2 0,0-1 0,29-1 0,-25-2 0,-1-1 0,0-1 0,0-2 0,0 0 0,-1-2 0,0-1 0,0-1 0,-1-2 0,41-23 0,-46 21 0,0-2 0,-1 0 0,-1-1 0,0 0 0,-1-2 0,-1 0 0,-1-1 0,-1-1 0,18-31 0,-19 25 0,-1-1 0,-2 0 0,0 0 0,-2-2 0,-1 1 0,-1-1 0,4-45 0,-8 44 0,-2-1 0,-1 1 0,-1 0 0,-2 0 0,-1 0 0,-2 0 0,-1 1 0,-1 0 0,-1 0 0,-2 1 0,-1 0 0,-1 0 0,-2 2 0,0 0 0,-2 0 0,-33-38 0,31 44-97,-2 2-1,0 0 1,-1 2-1,0 0 1,-1 1-1,-1 2 1,-1 0-1,0 2 1,-1 0-1,0 2 1,0 1-1,-1 1 0,-54-9 1,16 10-6729</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52.801"/>
    </inkml:context>
    <inkml:brush xml:id="br0">
      <inkml:brushProperty name="width" value="0.05" units="cm"/>
      <inkml:brushProperty name="height" value="0.05" units="cm"/>
      <inkml:brushProperty name="color" value="#FFFFFF"/>
    </inkml:brush>
  </inkml:definitions>
  <inkml:trace contextRef="#ctx0" brushRef="#br0">0 1398 24575,'1'-3'0,"0"0"0,1 0 0,-1-1 0,0 1 0,1 0 0,0 1 0,0-1 0,0 0 0,0 0 0,0 1 0,1 0 0,2-3 0,1-2 0,1 0 0,1 1 0,-1-1 0,1 1 0,0 1 0,1 0 0,-1 0 0,1 0 0,0 1 0,0 0 0,1 1 0,-1 0 0,1 1 0,-1 0 0,1 0 0,11 0 0,9 1 0,0 0 0,0 3 0,54 8 0,335 95 0,-205-44 0,-5-9-221,2-10-1,2-9 1,420 10-1,-485-45 96,-1-7-1,0-7 1,0-6-1,-2-6 1,-2-6-1,230-88 1,-234 64 40,-4-6 0,132-84 1,-193 101 33,-3-3 1,-1-4-1,-3-2 1,112-123 0,-146 139 256,-1-2 0,-2-1 0,-2-1 0,39-86 0,-54 101-88,-2-1 0,-1 0-1,-1 0 1,-2-1-1,-1-1 1,-1 1 0,-2 0-1,-1-1 1,-3-36-1,1 61-243,0 0 0,-1-1 0,0 1 0,-1-1 0,1 1 0,-2 0-1,1 0 1,-1 0 0,-6-12 0,-2 5-6699</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53.520"/>
    </inkml:context>
    <inkml:brush xml:id="br0">
      <inkml:brushProperty name="width" value="0.05" units="cm"/>
      <inkml:brushProperty name="height" value="0.05" units="cm"/>
      <inkml:brushProperty name="color" value="#FFFFFF"/>
    </inkml:brush>
  </inkml:definitions>
  <inkml:trace contextRef="#ctx0" brushRef="#br0">82 221 24575,'0'0'0,"0"0"0,0 0 0,0 0 0,0 0 0,0-1 0,0 1 0,0 0 0,0 0 0,0 0 0,0 0 0,0 0 0,0 0 0,0 0 0,0 0 0,0 0 0,0 0 0,0 0 0,0-1 0,0 1 0,0 0 0,0 0 0,-1 0 0,1 0 0,0 0 0,0 0 0,0 0 0,0 0 0,0 0 0,0 0 0,0 0 0,0 0 0,0 0 0,0 0 0,-1 0 0,1 0 0,0 0 0,0 0 0,0 0 0,0 0 0,0 0 0,0 0 0,0 0 0,0 0 0,0 0 0,-1 0 0,1 0 0,0 0 0,0 0 0,0 0 0,0 0 0,0 0 0,0 0 0,0 1 0,0-1 0,0 0 0,0 0 0,0 0 0,-9 7 0,-6 8 0,7 0 0,1 0 0,1 0 0,0 0 0,1 1 0,0 0 0,-3 30 0,5-31 0,0-3 0,-1 7 0,4-19 0,3-10 0,54-173 0,-45 152 0,1 1 0,1 1 0,34-51 0,-44 75 0,0-1 0,1 1 0,-1 0 0,1 0 0,0 0 0,0 1 0,0-1 0,1 1 0,9-5 0,-11 7 0,0 1 0,1-1 0,-1 1 0,0 0 0,0 0 0,1 1 0,-1-1 0,0 1 0,1 0 0,-1 0 0,1 0 0,-1 1 0,0 0 0,0-1 0,1 2 0,4 1 0,10 4 0,0 1 0,-1 1 0,-1 1 0,25 17 0,63 55 0,-75-57 0,50 39-682,117 123-1,-163-148-6143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6.872"/>
    </inkml:context>
    <inkml:brush xml:id="br0">
      <inkml:brushProperty name="width" value="0.05" units="cm"/>
      <inkml:brushProperty name="height" value="0.05" units="cm"/>
      <inkml:brushProperty name="color" value="#FFFFFF"/>
    </inkml:brush>
  </inkml:definitions>
  <inkml:trace contextRef="#ctx0" brushRef="#br0">82 1 24575,'0'0'0,"-1"0"0,1 0 0,0 0 0,-1 1 0,1-1 0,-1 0 0,1 0 0,0 1 0,-1-1 0,1 0 0,-1 1 0,1-1 0,0 0 0,0 1 0,-1-1 0,1 1 0,0-1 0,0 0 0,-1 1 0,1-1 0,0 1 0,0-1 0,0 1 0,0-1 0,0 1 0,0-1 0,-1 1 0,1-1 0,0 1 0,0-1 0,1 1 0,-1-1 0,0 0 0,0 1 0,0-1 0,0 1 0,0-1 0,0 1 0,1 0 0,7 26 0,-6-21 0,2 12 0,-1 0 0,-1 1 0,0 0 0,-1-1 0,-1 1 0,-1 0 0,-1-1 0,-7 36 0,-7 7 0,-29 76 0,24-77 0,18-55 171,3-10 0,2-10-1878,1-3-5119</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7.059"/>
    </inkml:context>
    <inkml:brush xml:id="br0">
      <inkml:brushProperty name="width" value="0.05" units="cm"/>
      <inkml:brushProperty name="height" value="0.05" units="cm"/>
      <inkml:brushProperty name="color" value="#FFFFFF"/>
    </inkml:brush>
  </inkml:definitions>
  <inkml:trace contextRef="#ctx0" brushRef="#br0">1 271 24575,'14'-73'0,"-11"52"0,1 0 0,0 1 0,2-1 0,0 1 0,1 0 0,18-33 0,-25 52 0,1 0 0,0-1 0,0 1 0,-1 0 0,1-1 0,0 1 0,0 0 0,1 0 0,-1 0 0,0 0 0,0 0 0,0 0 0,1 0 0,-1 0 0,1 0 0,-1 0 0,0 1 0,1-1 0,-1 1 0,4-1 0,-4 1 0,0 0 0,0 0 0,1 1 0,-1-1 0,0 1 0,0-1 0,0 1 0,1-1 0,-1 1 0,0 0 0,0-1 0,0 1 0,0 0 0,0 0 0,0 0 0,0 0 0,-1 0 0,1 0 0,1 2 0,3 5 0,-1 0 0,0 1 0,0 0 0,0 0 0,2 12 0,25 108 0,-5 1 0,11 181 0,-35-271-1365,-1-8-5461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7.231"/>
    </inkml:context>
    <inkml:brush xml:id="br0">
      <inkml:brushProperty name="width" value="0.05" units="cm"/>
      <inkml:brushProperty name="height" value="0.05" units="cm"/>
      <inkml:brushProperty name="color" value="#FFFFFF"/>
    </inkml:brush>
  </inkml:definitions>
  <inkml:trace contextRef="#ctx0" brushRef="#br0">0 15 24575,'0'-3'0,"3"0"0,6-1 0,7 2 0,6 0 0,8 3 0,7 2 0,8 0 0,5 0 0,1-1 0,-7-1-8191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7.557"/>
    </inkml:context>
    <inkml:brush xml:id="br0">
      <inkml:brushProperty name="width" value="0.05" units="cm"/>
      <inkml:brushProperty name="height" value="0.05" units="cm"/>
      <inkml:brushProperty name="color" value="#FFFFFF"/>
    </inkml:brush>
  </inkml:definitions>
  <inkml:trace contextRef="#ctx0" brushRef="#br0">50 1 24575,'-1'0'0,"-1"0"0,0 0 0,1 0 0,-1 0 0,1 1 0,-1-1 0,1 1 0,-1-1 0,1 1 0,-1-1 0,1 1 0,-1 0 0,1 0 0,-1 0 0,1 0 0,0 0 0,0 0 0,0 0 0,-2 3 0,0-1 0,1 0 0,1 1 0,-1-1 0,0 1 0,1-1 0,0 1 0,0-1 0,-1 6 0,0 6 0,0 0 0,1 0 0,2 19 0,0-12 0,1 0 0,1-1 0,0 1 0,11 33 0,-11-47 0,0 1 0,1-1 0,0 0 0,0 0 0,0 0 0,1 0 0,0-1 0,1 0 0,0 0 0,0 0 0,0-1 0,1 1 0,14 9 0,-18-14 0,0 0 0,0-1 0,1 1 0,0-1 0,-1 1 0,1-1 0,-1 0 0,1-1 0,0 1 0,0-1 0,0 1 0,-1-1 0,1 0 0,0 0 0,0-1 0,6-1 0,-4 1 0,0-2 0,0 1 0,0-1 0,0 0 0,0 0 0,-1 0 0,1-1 0,-1 0 0,5-5 0,6-7 0,-1-1 0,0 0 0,-1-2 0,16-28 0,-18 28-151,-1 0-1,-1-1 0,-1 1 0,-1-2 1,-1 1-1,-1-1 0,0 0 1,4-36-1,-10 41-6674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7.792"/>
    </inkml:context>
    <inkml:brush xml:id="br0">
      <inkml:brushProperty name="width" value="0.05" units="cm"/>
      <inkml:brushProperty name="height" value="0.05" units="cm"/>
      <inkml:brushProperty name="color" value="#FFFFFF"/>
    </inkml:brush>
  </inkml:definitions>
  <inkml:trace contextRef="#ctx0" brushRef="#br0">19 16 24575,'1'-1'0,"-1"1"0,0-1 0,0 0 0,0 1 0,0-1 0,0 0 0,0 0 0,0 1 0,0-1 0,0 0 0,-1 1 0,1-1 0,0 1 0,0-1 0,-1 0 0,1 1 0,0-1 0,-1 1 0,1-1 0,0 0 0,-1 1 0,1-1 0,-2 0 0,2 1 0,-1 1 0,1-1 0,-1 0 0,1 1 0,-1-1 0,1 1 0,-1-1 0,1 1 0,-1-1 0,1 1 0,0-1 0,-1 1 0,1-1 0,0 1 0,0-1 0,-1 1 0,1 0 0,0-1 0,0 1 0,0-1 0,0 1 0,0 0 0,0-1 0,0 1 0,0 0 0,0 0 0,-5 53 0,4 101 0,3-73 0,6 116 309,0-58-1983,-7-114-5152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8.281"/>
    </inkml:context>
    <inkml:brush xml:id="br0">
      <inkml:brushProperty name="width" value="0.05" units="cm"/>
      <inkml:brushProperty name="height" value="0.05" units="cm"/>
      <inkml:brushProperty name="color" value="#FFFFFF"/>
    </inkml:brush>
  </inkml:definitions>
  <inkml:trace contextRef="#ctx0" brushRef="#br0">0 125 24575,'35'1'0,"-10"-1"0,-1 0 0,47-7 0,-63 6 0,0-1 0,0-1 0,0 1 0,-1-1 0,1-1 0,-1 1 0,0-1 0,0-1 0,0 1 0,0-1 0,-1 0 0,10-11 0,4-10 0,-15 20 0,-1 0 0,1 0 0,9-9 0,-14 15 0,0 0 0,0 0 0,0 0 0,1-1 0,-1 1 0,0 0 0,0 0 0,1 0 0,-1 0 0,0-1 0,0 1 0,1 0 0,-1 0 0,0 0 0,1 0 0,-1 0 0,0 0 0,0 0 0,1 0 0,-1 0 0,0 0 0,1 0 0,-1 0 0,0 0 0,0 0 0,1 0 0,-1 0 0,0 0 0,1 0 0,-1 0 0,0 0 0,1 1 0,4 9 0,-3 19 0,-2-26 0,-2 142 0,2 41 0,0-185 0,0 0 0,0 0 0,0 0 0,0 0 0,0 0 0,1 0 0,-1-1 0,0 1 0,0 0 0,1 0 0,-1 0 0,0 0 0,1 0 0,-1 0 0,1-1 0,-1 1 0,1 0 0,-1 0 0,1-1 0,0 1 0,1 1 0,-1-2 0,0 0 0,-1 0 0,1 1 0,0-1 0,0 0 0,0 0 0,0 0 0,0 0 0,-1-1 0,1 1 0,0 0 0,0 0 0,0 0 0,0-1 0,-1 1 0,1 0 0,0-1 0,0 1 0,0-1 0,7-5 0,0 0 0,-1 0 0,11-12 0,-7 7 0,-3 4 0,4-4 0,0 1 0,0 0 0,17-9 0,-27 17 0,0 1 0,0 0 0,0-1 0,0 1 0,1 0 0,-1 0 0,1 0 0,-1 1 0,1-1 0,-1 0 0,1 1 0,-1 0 0,1 0 0,-1 0 0,1 0 0,0 0 0,-1 0 0,1 0 0,-1 1 0,1-1 0,-1 1 0,1 0 0,-1 0 0,0 0 0,1 0 0,3 3 0,-3-1 0,0 0 0,-1 0 0,0 0 0,1 0 0,-1 0 0,0 0 0,-1 1 0,1-1 0,0 1 0,-1 0 0,1 4 0,9 47 0,-7-28 0,1-3-1365,-1-4-5461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8.610"/>
    </inkml:context>
    <inkml:brush xml:id="br0">
      <inkml:brushProperty name="width" value="0.05" units="cm"/>
      <inkml:brushProperty name="height" value="0.05" units="cm"/>
      <inkml:brushProperty name="color" value="#FFFFFF"/>
    </inkml:brush>
  </inkml:definitions>
  <inkml:trace contextRef="#ctx0" brushRef="#br0">108 86 24575,'0'-4'0,"0"0"0,-1 0 0,1 0 0,-1 0 0,1 0 0,-1 0 0,0 0 0,-1 0 0,-1-4 0,3 7 0,-1 1 0,1-1 0,-1 0 0,1 1 0,-1-1 0,1 0 0,-1 1 0,1-1 0,-1 1 0,0-1 0,1 1 0,-1-1 0,0 1 0,1 0 0,-1-1 0,0 1 0,0 0 0,0 0 0,-1-1 0,1 1 0,-1 0 0,1 0 0,-1 1 0,0-1 0,1 0 0,-1 1 0,1-1 0,-1 1 0,1-1 0,-1 1 0,1 0 0,0-1 0,-3 3 0,-1 1 0,0 0 0,0 1 0,1 0 0,0 0 0,0 0 0,0 0 0,0 1 0,1-1 0,0 1 0,0 0 0,0 0 0,-2 8 0,3-8 0,0 1 0,0 0 0,1 0 0,0 0 0,0-1 0,0 1 0,1 0 0,0 0 0,0 0 0,1 0 0,2 9 0,-2-12 0,0-1 0,0 0 0,0 0 0,0 0 0,0-1 0,1 1 0,0 0 0,-1 0 0,1-1 0,0 1 0,0-1 0,1 0 0,-1 1 0,0-1 0,1 0 0,-1 0 0,1-1 0,0 1 0,0 0 0,-1-1 0,1 0 0,0 1 0,0-1 0,0-1 0,1 1 0,-1 0 0,0-1 0,0 1 0,0-1 0,0 0 0,1 0 0,-1 0 0,0-1 0,3 0 0,2 0 0,0-1 0,0-1 0,0 1 0,-1-1 0,1 0 0,-1-1 0,0 0 0,0 0 0,-1-1 0,1 1 0,-1-1 0,9-10 0,-7 6 0,0 0 0,-2-1 0,1 0 0,-1 0 0,0-1 0,5-15 0,-8 21 0,-2 0 0,1 0 0,0 1 0,-1-1 0,0-1 0,0 1 0,-1 0 0,0 0 0,1 0 0,-2 0 0,1 0 0,0-1 0,-1 1 0,0 0 0,0 0 0,-1 0 0,-2-6 0,2 9-41,0 0 0,1 0-1,-1 0 1,0 0-1,-1 0 1,1 1 0,0-1-1,-1 0 1,1 1 0,0 0-1,-1 0 1,0 0-1,1 0 1,-1 0 0,0 0-1,1 1 1,-1-1 0,0 1-1,0 0 1,1-1-1,-1 1 1,0 1 0,0-1-1,1 0 1,-1 1 0,0-1-1,0 1 1,1 0-1,-1 0 1,1 0 0,-1 0-1,-3 3 1,-5 4-6785</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9.017"/>
    </inkml:context>
    <inkml:brush xml:id="br0">
      <inkml:brushProperty name="width" value="0.05" units="cm"/>
      <inkml:brushProperty name="height" value="0.05" units="cm"/>
      <inkml:brushProperty name="color" value="#FFFFFF"/>
    </inkml:brush>
  </inkml:definitions>
  <inkml:trace contextRef="#ctx0" brushRef="#br0">1 58 24575,'0'-4'0,"0"1"0,0 0 0,0 0 0,1 0 0,-1 0 0,1 0 0,0 0 0,0 0 0,0 0 0,0 0 0,0 1 0,1-1 0,-1 0 0,1 1 0,2-3 0,-3 4 0,0 0 0,0 0 0,0 0 0,1 1 0,-1-1 0,0 0 0,1 1 0,-1-1 0,0 1 0,1-1 0,-1 1 0,0 0 0,1 0 0,-1 0 0,1-1 0,-1 1 0,1 1 0,-1-1 0,1 0 0,-1 0 0,0 0 0,1 1 0,-1-1 0,1 1 0,-1-1 0,0 1 0,0 0 0,1-1 0,-1 1 0,0 0 0,0 0 0,0 0 0,2 2 0,5 3 0,0 1 0,-1 1 0,-1-1 0,1 1 0,-1 0 0,0 1 0,-1 0 0,7 13 0,-1 3 0,-2-1 0,8 29 0,-15-49 0,10 51 0,-11-52 0,-1 0 0,0 0 0,1 0 0,-1-1 0,0 1 0,0 0 0,-1 0 0,1 0 0,-1 0 0,1 0 0,-1 0 0,0-1 0,0 1 0,0 0 0,-3 4 0,4-7 0,-1 1 0,1-1 0,0 0 0,0 1 0,0-1 0,-1 0 0,1 1 0,0-1 0,0 0 0,-1 0 0,1 0 0,0 1 0,0-1 0,-1 0 0,1 0 0,0 0 0,-1 1 0,1-1 0,0 0 0,-1 0 0,1 0 0,0 0 0,-1 0 0,1 0 0,0 0 0,-1 0 0,1 0 0,-1 0 0,1 0 0,0 0 0,-1 0 0,1 0 0,0 0 0,-1 0 0,1-1 0,-1 1 0,-6-14 0,1-20 0,7 21 0,0 0 0,0 1 0,1-1 0,1 1 0,0 0 0,1 0 0,0 0 0,1 0 0,0 0 0,1 1 0,0 0 0,1 0 0,0 1 0,0 0 0,1 0 0,1 0 0,16-14 0,-23 23 0,0-1 0,1 0 0,-1 1 0,0 0 0,1-1 0,-1 1 0,1 0 0,-1 0 0,1 0 0,-1 1 0,1-1 0,0 0 0,-1 1 0,1 0 0,0 0 0,-1 0 0,1 0 0,3 0 0,-3 1 0,-1 0 0,1 0 0,-1 0 0,0 1 0,1-1 0,-1 1 0,0-1 0,0 1 0,0-1 0,0 1 0,0 0 0,0 0 0,-1 0 0,1 0 0,1 3 0,4 8 0,-1 0 0,0 1 0,-1 0 0,0-1 0,2 19 0,-6-31 0,15 76-1365,-11-66-5461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09.173"/>
    </inkml:context>
    <inkml:brush xml:id="br0">
      <inkml:brushProperty name="width" value="0.05" units="cm"/>
      <inkml:brushProperty name="height" value="0.05" units="cm"/>
      <inkml:brushProperty name="color" value="#FFFFFF"/>
    </inkml:brush>
  </inkml:definitions>
  <inkml:trace contextRef="#ctx0" brushRef="#br0">42 38 24575,'0'-6'0,"-2"-1"0,-2-3 0,-2 1 0,-1 4 0,2 6 0,-2 6 0,1 3 0,1 2-8191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1.340"/>
    </inkml:context>
    <inkml:brush xml:id="br0">
      <inkml:brushProperty name="width" value="0.05" units="cm"/>
      <inkml:brushProperty name="height" value="0.05" units="cm"/>
      <inkml:brushProperty name="color" value="#FFFFFF"/>
    </inkml:brush>
  </inkml:definitions>
  <inkml:trace contextRef="#ctx0" brushRef="#br0">9 49 24575,'-1'-1'0,"1"1"0,-1-1 0,0 1 0,1-1 0,-1 0 0,1 1 0,-1-1 0,1 0 0,-1 0 0,1 1 0,-1-1 0,1 0 0,0 0 0,-1 0 0,1 0 0,0 0 0,0 1 0,0-1 0,-1 0 0,1 0 0,0 0 0,0 0 0,1 0 0,-1 0 0,0 0 0,0 0 0,1-1 0,0 1 0,0 0 0,0-1 0,0 1 0,0 0 0,0 0 0,0 0 0,1 0 0,-1 0 0,0 0 0,1 0 0,-1 1 0,1-1 0,-1 0 0,2 0 0,5-1 0,0 0 0,0 0 0,0 1 0,15-2 0,1 4 0,-1 0 0,1 2 0,-1 0 0,0 1 0,0 2 0,0 0 0,24 11 0,-44-16 0,0 1 0,0-1 0,-1 0 0,1 1 0,-1-1 0,1 1 0,-1 0 0,0 0 0,0 0 0,0 0 0,0 0 0,0 1 0,0-1 0,0 1 0,-1-1 0,1 1 0,-1-1 0,0 1 0,2 5 0,-2-4 0,-1 0 0,0 0 0,0 0 0,0-1 0,0 1 0,0 0 0,-1 0 0,0-1 0,0 1 0,0 0 0,0-1 0,0 1 0,-1-1 0,1 1 0,-4 3 0,-22 35 0,13-23 0,-12 26 0,23-40 0,0 1 0,1 0 0,0-1 0,0 1 0,0 0 0,1 0 0,0 0 0,0 1 0,0 8 0,2-13-44,-1 0 0,1 0 0,-1 0 0,1 1 0,0-1 0,0 0 0,0 0 0,0 0 0,0 0 0,0 0 0,0 0 0,1-1 0,-1 1 0,1 0 0,-1-1 0,1 1 0,0-1 0,0 1-1,0-1 1,-1 0 0,1 0 0,0 0 0,1 0 0,-1 0 0,0 0 0,0-1 0,0 1 0,0-1 0,1 1 0,2-1 0,13 3-6782</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2.121"/>
    </inkml:context>
    <inkml:brush xml:id="br0">
      <inkml:brushProperty name="width" value="0.05" units="cm"/>
      <inkml:brushProperty name="height" value="0.05" units="cm"/>
      <inkml:brushProperty name="color" value="#FFFFFF"/>
    </inkml:brush>
  </inkml:definitions>
  <inkml:trace contextRef="#ctx0" brushRef="#br0">23 315 24575,'-19'0'0,"15"0"0,13 0 0,139 2 0,-17 0 0,202-21 0,-328 18 0,4 1 0,0-1 0,-1-1 0,1 1 0,0-2 0,-1 1 0,0-1 0,0 0 0,0-1 0,10-5 0,-17 8 0,0 1 0,-1-1 0,1 0 0,0 0 0,0 1 0,0-1 0,-1 0 0,1 0 0,0 0 0,-1 0 0,1 0 0,-1 0 0,1 0 0,-1 0 0,1 0 0,-1 0 0,0 0 0,0 0 0,1-1 0,-1 1 0,0 0 0,0 0 0,0 0 0,0 0 0,0 0 0,0 0 0,-1-1 0,1 1 0,0 0 0,-1 0 0,1 0 0,0 0 0,-1 0 0,1 0 0,-1 0 0,0 0 0,1 0 0,-1 0 0,0 0 0,0 1 0,1-1 0,-1 0 0,0 0 0,0 1 0,-2-2 0,-1-1 0,1 0 0,-1 0 0,-1 1 0,1 0 0,0 0 0,0 0 0,-1 0 0,1 0 0,-10-1 0,8 3 0,-1 0 0,0 0 0,1 0 0,-1 1 0,1 0 0,-1 1 0,1-1 0,-1 1 0,1 0 0,0 1 0,0 0 0,0 0 0,0 0 0,0 0 0,1 1 0,-6 5 0,-2 2 0,0 1 0,1 0 0,1 1 0,0 0 0,-10 18 0,19-28 0,0-1 0,0 1 0,0 0 0,1 0 0,-1 1 0,1-1 0,0 0 0,0 0 0,0 1 0,0-1 0,1 0 0,-1 1 0,1-1 0,0 1 0,1 5 0,-1-7 0,1 0 0,0 0 0,0 0 0,0 0 0,0 0 0,0 0 0,0 0 0,1 0 0,-1-1 0,1 1 0,-1 0 0,1-1 0,-1 1 0,1-1 0,0 0 0,0 0 0,0 0 0,0 0 0,0 0 0,0 0 0,0 0 0,0 0 0,0-1 0,0 1 0,3 0 0,2-1 0,-1 1 0,1-1 0,-1 0 0,0 0 0,1 0 0,-1-1 0,1 0 0,-1-1 0,0 1 0,0-1 0,0 0 0,0-1 0,0 1 0,0-1 0,-1 0 0,1-1 0,9-7 0,-8 5 0,-1 1 0,1-1 0,-1 0 0,0-1 0,-1 1 0,0-1 0,0 0 0,0-1 0,-1 1 0,0-1 0,0 0 0,4-15 0,-8 23 0,0-1 0,1 0 0,-1 0 0,0 1 0,0-1 0,0 0 0,0 0 0,1 0 0,-1 0 0,0 1 0,-1-1 0,1 0 0,0 0 0,0 0 0,0 1 0,-1-3 0,1 3 0,0 0 0,-1 0 0,1 0 0,0 0 0,-1 0 0,1 0 0,0 0 0,0 0 0,-1 0 0,1 0 0,0 0 0,-1 0 0,1 0 0,0 0 0,0 0 0,-1 0 0,1 0 0,0 0 0,0 0 0,-1 0 0,1 0 0,0 1 0,0-1 0,-1 0 0,1 0 0,0 0 0,0 0 0,-1 1 0,1-1 0,-3 2 0,1 0 0,0 1 0,0-1 0,0 0 0,0 1 0,0-1 0,-2 5 0,2-1 0,-1 0 0,1 1 0,0-1 0,1 1 0,0-1 0,0 1 0,0-1 0,1 1 0,0 0 0,0 0 0,1-1 0,-1 1 0,2 0 0,-1-1 0,5 13 0,-5-16 0,1 1 0,-1 0 0,1-1 0,0 0 0,0 1 0,1-1 0,-1 0 0,1 0 0,-1 0 0,1 0 0,0-1 0,0 1 0,0-1 0,0 0 0,1 0 0,-1 0 0,1 0 0,-1 0 0,1-1 0,0 0 0,-1 0 0,1 0 0,0 0 0,0 0 0,0-1 0,0 1 0,0-1 0,6-1 0,0 0 0,0-1 0,1 0 0,-1-1 0,-1 0 0,1-1 0,0 0 0,-1 0 0,0-1 0,0-1 0,0 1 0,0-1 0,-1-1 0,0 1 0,-1-1 0,1-1 0,-1 0 0,9-13 0,1-2 0,-2-1 0,-1-1 0,-1 0 0,0 0 0,10-35 0,-16 39 0,0-1 0,-2 0 0,0 0 0,3-46 0,-8 66 0,0 0 0,0 0 0,0 0 0,0 0 0,0 0 0,-1 0 0,1 0 0,-1 0 0,0 0 0,1 0 0,-1 1 0,0-1 0,-1-2 0,1 3 0,1 1 0,-1 0 0,1-1 0,-1 1 0,0 0 0,1-1 0,-1 1 0,1 0 0,-1 0 0,0-1 0,1 1 0,-1 0 0,0 0 0,1 0 0,-1 0 0,0 0 0,1 0 0,-1 0 0,0 0 0,1 0 0,-1 0 0,1 0 0,-1 1 0,0-1 0,1 0 0,-1 0 0,0 1 0,1-1 0,-1 0 0,1 1 0,-1-1 0,1 0 0,-1 1 0,1-1 0,-1 1 0,1-1 0,-1 1 0,1-1 0,0 1 0,-1-1 0,1 2 0,-5 4 0,1-1 0,1 1 0,-1 0 0,1 0 0,0 0 0,0 1 0,1-1 0,0 1 0,-3 12 0,-7 66 0,11-73 0,-1 8-105,1 0 0,0 0 0,2 1 0,0-1 0,1 0 0,1 0 0,1-1 0,1 1 0,1-1 0,0 0 0,1 0 0,18 32 0,-10-29-6721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2.448"/>
    </inkml:context>
    <inkml:brush xml:id="br0">
      <inkml:brushProperty name="width" value="0.05" units="cm"/>
      <inkml:brushProperty name="height" value="0.05" units="cm"/>
      <inkml:brushProperty name="color" value="#FFFFFF"/>
    </inkml:brush>
  </inkml:definitions>
  <inkml:trace contextRef="#ctx0" brushRef="#br0">18 37 24575,'-5'-5'0,"-7"-8"0,13 7 0,11 2 0,2 4 0,0-1 0,0 2 0,28 3 0,3 1 0,-35-4 0,4 0 0,0 0 0,0 0 0,1-1 0,-1-1 0,0-1 0,0 0 0,0-1 0,26-8 0,-39 11 0,-1 0 0,0-1 0,0 1 0,0 0 0,1 0 0,-1 0 0,0 0 0,0-1 0,1 1 0,-1 0 0,0 0 0,0 0 0,1 0 0,-1 0 0,0 0 0,1 0 0,-1 0 0,0 0 0,0 0 0,1 0 0,-1 0 0,0 0 0,1 0 0,-1 0 0,0 0 0,0 0 0,1 0 0,-1 0 0,0 0 0,0 0 0,1 0 0,-1 1 0,0-1 0,0 0 0,1 0 0,-1 0 0,0 1 0,0-1 0,1 0 0,-1 0 0,0 0 0,0 1 0,0-1 0,0 0 0,0 0 0,1 1 0,-1-1 0,0 0 0,0 0 0,0 1 0,0-1 0,0 0 0,0 1 0,0-1 0,0 0 0,0 1 0,0-1 0,0 0 0,0 0 0,0 1 0,0-1 0,0 1 0,-8 23 0,5-14 0,-6 25 0,1 1 0,2-1 0,-2 58 0,9-76-1365,2-4-5461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2.572"/>
    </inkml:context>
    <inkml:brush xml:id="br0">
      <inkml:brushProperty name="width" value="0.05" units="cm"/>
      <inkml:brushProperty name="height" value="0.05" units="cm"/>
      <inkml:brushProperty name="color" value="#FFFFFF"/>
    </inkml:brush>
  </inkml:definitions>
  <inkml:trace contextRef="#ctx0" brushRef="#br0">66 89 24575,'0'-6'0,"0"-6"0,0-5 0,0-2 0,-2 3 0,-4 3 0,-4 7 0,-3 8 0,-4 2 0,0 2-8191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3.336"/>
    </inkml:context>
    <inkml:brush xml:id="br0">
      <inkml:brushProperty name="width" value="0.05" units="cm"/>
      <inkml:brushProperty name="height" value="0.05" units="cm"/>
      <inkml:brushProperty name="color" value="#FFFFFF"/>
    </inkml:brush>
  </inkml:definitions>
  <inkml:trace contextRef="#ctx0" brushRef="#br0">58 1 24575,'-1'7'0,"0"0"0,0 0 0,-1 0 0,0 0 0,-1 0 0,1-1 0,-1 1 0,-4 6 0,-12 31 0,18-40 0,-3 9 0,1 1 0,0 0 0,0 0 0,0 23 0,3-34 0,0 1 0,1-1 0,-1 1 0,1-1 0,-1 1 0,1-1 0,0 0 0,0 1 0,0-1 0,1 0 0,-1 0 0,1 0 0,0 0 0,0 0 0,0 0 0,0 0 0,0-1 0,1 1 0,-1-1 0,1 1 0,0-1 0,0 0 0,0 0 0,4 2 0,-1-1 0,-1-1 0,0 1 0,1-1 0,-1 0 0,1-1 0,-1 1 0,1-1 0,0 0 0,0-1 0,-1 1 0,1-1 0,0-1 0,0 1 0,0-1 0,0 1 0,-1-2 0,1 1 0,-1-1 0,1 0 0,-1 0 0,1 0 0,-1-1 0,0 0 0,0 0 0,0 0 0,0 0 0,-1-1 0,0 0 0,1 0 0,-1 0 0,-1-1 0,1 1 0,0-1 0,-1 0 0,0 0 0,0 0 0,-1 0 0,0 0 0,3-8 0,-2 3 0,-1 0 0,1 0 0,-2 0 0,1-1 0,-2 1 0,1-1 0,-2-14 0,0 18 0,0 0 0,0 0 0,0 1 0,-1-1 0,0 0 0,0 1 0,-1-1 0,0 1 0,0 0 0,0 0 0,-1 0 0,-5-6 0,8 11 0,0-1 0,0 1 0,-1 0 0,1 0 0,0 0 0,-1 0 0,1 0 0,-1 0 0,1 0 0,-1 0 0,1 1 0,-1-1 0,1 0 0,-1 1 0,0-1 0,1 1 0,-1 0 0,0 0 0,1 0 0,-1 0 0,-3 0 0,2 1 0,0-1 0,0 1 0,0 0 0,0 1 0,0-1 0,0 0 0,1 1 0,-1 0 0,0 0 0,1 0 0,-3 2 0,-1 2 0,0 1 0,0-1 0,1 1 0,0 0 0,0 0 0,1 0 0,0 1 0,-4 9 0,7-14 0,1-1 0,-1 0 0,0 0 0,1 0 0,-1 0 0,1 1 0,0-1 0,0 0 0,-1 0 0,2 1 0,-1-1 0,0 0 0,0 0 0,1 1 0,-1-1 0,1 0 0,0 0 0,-1 0 0,3 3 0,-2-3 0,1 0 0,-1-1 0,1 1 0,-1-1 0,1 0 0,0 1 0,0-1 0,0 0 0,0 0 0,0 0 0,0 0 0,0-1 0,0 1 0,0 0 0,0-1 0,3 1 0,5 0 0,0-1 0,0 0 0,0 0 0,0-1 0,-1-1 0,1 0 0,15-4 0,46-22 0,-55 20 0,1 0 0,0 2 0,0 0 0,31-5 0,-46 10 0,1 1 0,-1 0 0,1 0 0,-1 0 0,1 0 0,-1 0 0,1 1 0,-1-1 0,1 1 0,-1 0 0,0-1 0,1 1 0,-1 0 0,0 1 0,0-1 0,0 0 0,1 0 0,-1 1 0,-1-1 0,1 1 0,0 0 0,0 0 0,-1 0 0,1-1 0,-1 1 0,1 1 0,-1-1 0,0 0 0,0 0 0,1 3 0,3 8 0,-1 0 0,-1 0 0,0 0 0,2 22 0,2 9 0,-7-42 0,1 0 0,-1 0 0,1 0 0,0 0 0,0 0 0,0 0 0,0 0 0,0 0 0,0 0 0,0 0 0,1 0 0,2 2 0,-3-3 0,0-1 0,0 1 0,0-1 0,0 0 0,0 1 0,0-1 0,0 0 0,0 0 0,0 0 0,0 1 0,0-1 0,0 0 0,0-1 0,0 1 0,0 0 0,0 0 0,0 0 0,0-1 0,0 1 0,0 0 0,0-1 0,0 1 0,0-1 0,0 1 0,0-1 0,-1 1 0,1-1 0,0 0 0,1-1 0,18-15 0,22-24 0,-32 29 0,1 1 0,0 0 0,1 1 0,0 0 0,1 1 0,0 0 0,24-12 0,-35 20 0,1 0 0,-1 0 0,1 1 0,-1-1 0,1 0 0,-1 1 0,1 0 0,0-1 0,-1 1 0,1 0 0,-1 1 0,1-1 0,0 0 0,-1 1 0,1-1 0,-1 1 0,1 0 0,-1 0 0,4 1 0,-3 0 0,0 0 0,-1 1 0,1-1 0,0 1 0,-1-1 0,1 1 0,-1 0 0,0 0 0,0 0 0,0 0 0,0 0 0,1 5 0,3 8 0,-1 1 0,-1 0 0,0 0 0,2 27 0,-6-44 0,7 88-1365,-5-50-5461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3.820"/>
    </inkml:context>
    <inkml:brush xml:id="br0">
      <inkml:brushProperty name="width" value="0.05" units="cm"/>
      <inkml:brushProperty name="height" value="0.05" units="cm"/>
      <inkml:brushProperty name="color" value="#FFFFFF"/>
    </inkml:brush>
  </inkml:definitions>
  <inkml:trace contextRef="#ctx0" brushRef="#br0">1 1 24575,'17'0'0,"0"2"0,32 6 0,-3 1 0,409 34-1181,7-24-787,-342-16 1617,148 6-1001,1308 55-3080,-7 79 3317,-1279-101 1755,3 1 4244,-280-42-3672,-24-6-744,-11-2-5464</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0.203"/>
    </inkml:context>
    <inkml:brush xml:id="br0">
      <inkml:brushProperty name="width" value="0.05" units="cm"/>
      <inkml:brushProperty name="height" value="0.05" units="cm"/>
      <inkml:brushProperty name="color" value="#FFFFFF"/>
    </inkml:brush>
  </inkml:definitions>
  <inkml:trace contextRef="#ctx0" brushRef="#br0">384 45 24575,'0'-2'0,"-1"1"0,1-1 0,-1 0 0,0 0 0,0 1 0,1-1 0,-1 1 0,0-1 0,0 1 0,-1-1 0,1 1 0,0-1 0,0 1 0,-1 0 0,1 0 0,-1 0 0,1 0 0,-1 0 0,1 0 0,-3-1 0,0 0 0,-1-1 0,1 1 0,-1 0 0,0 1 0,0-1 0,-6 0 0,3 1 0,-1 1 0,1 1 0,-1-1 0,0 1 0,1 1 0,0 0 0,-1 0 0,1 1 0,0-1 0,-11 7 0,-8 5 0,-38 25 0,52-30 0,1-1 0,1 1 0,0 1 0,0 0 0,0 0 0,2 1 0,-1 1 0,-10 16 0,18-24 0,0-1 0,0 1 0,0 0 0,0 1 0,1-1 0,-1 0 0,1 0 0,0 1 0,0-1 0,1 0 0,-1 1 0,1-1 0,0 1 0,0-1 0,1 1 0,-1-1 0,1 0 0,0 1 0,0-1 0,1 0 0,-1 0 0,1 1 0,0-1 0,0 0 0,0-1 0,0 1 0,1 0 0,0-1 0,0 1 0,0-1 0,4 4 0,4 3 38,0-2 0,0 0 0,0 0 0,1-1 0,0 0 0,1-1 0,0 0 0,20 5 0,-9-4-465,1-1 0,0-2 1,44 3-1,-10-5-6399</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0.484"/>
    </inkml:context>
    <inkml:brush xml:id="br0">
      <inkml:brushProperty name="width" value="0.05" units="cm"/>
      <inkml:brushProperty name="height" value="0.05" units="cm"/>
      <inkml:brushProperty name="color" value="#FFFFFF"/>
    </inkml:brush>
  </inkml:definitions>
  <inkml:trace contextRef="#ctx0" brushRef="#br0">238 29 24575,'-3'-3'0,"0"0"0,0 1 0,0-1 0,0 1 0,0 0 0,-1 0 0,1 0 0,-1 0 0,1 1 0,-1 0 0,0-1 0,0 1 0,1 0 0,-1 1 0,0-1 0,0 1 0,-6 0 0,4 0 0,-1 1 0,1 0 0,0 1 0,0 0 0,0-1 0,0 2 0,1-1 0,-1 1 0,1 0 0,-8 5 0,4-2 0,1 0 0,1 0 0,-1 1 0,1 0 0,0 1 0,1-1 0,0 1 0,0 0 0,1 1 0,0-1 0,0 1 0,1 0 0,-6 19 0,8-23 13,2 0 1,-1 0-1,1 1 0,-1-1 0,1 0 0,1 0 0,-1 1 0,1-1 0,0 0 1,0 0-1,1 0 0,-1 0 0,1 0 0,0 0 0,0 0 0,1-1 0,0 1 1,-1-1-1,2 0 0,-1 1 0,0-1 0,1-1 0,0 1 0,0 0 0,6 3 1,0 1-185,1-2 0,0 1 1,0-1-1,1-1 0,0 0 1,0-1-1,0 0 0,0-1 1,19 3-1,-2-3-6655</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0.624"/>
    </inkml:context>
    <inkml:brush xml:id="br0">
      <inkml:brushProperty name="width" value="0.05" units="cm"/>
      <inkml:brushProperty name="height" value="0.05" units="cm"/>
      <inkml:brushProperty name="color" value="#FFFFFF"/>
    </inkml:brush>
  </inkml:definitions>
  <inkml:trace contextRef="#ctx0" brushRef="#br0">20 30 24575,'-2'0'0,"-5"0"0,0-3 0,4-1 0,5 1 0,7 0 0,8 1 0,7-2 0,7 0 0,6 0 0,-2 2-8191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0.981"/>
    </inkml:context>
    <inkml:brush xml:id="br0">
      <inkml:brushProperty name="width" value="0.05" units="cm"/>
      <inkml:brushProperty name="height" value="0.05" units="cm"/>
      <inkml:brushProperty name="color" value="#FFFFFF"/>
    </inkml:brush>
  </inkml:definitions>
  <inkml:trace contextRef="#ctx0" brushRef="#br0">237 17 24575,'0'0'0,"0"0"0,0 0 0,0 0 0,1 0 0,-1 0 0,0 1 0,0-1 0,0 0 0,0 0 0,1 0 0,-1 0 0,0 0 0,0 0 0,0 0 0,1 0 0,-1 0 0,0 0 0,0 0 0,0-1 0,0 1 0,1 0 0,-1 0 0,0 0 0,0 0 0,0 0 0,0 0 0,0 0 0,1 0 0,-1 0 0,0-1 0,0 1 0,0 0 0,0 0 0,0 0 0,0 0 0,1 0 0,-1 0 0,0-1 0,0 1 0,0 0 0,0 0 0,0 0 0,0 0 0,0-1 0,0 1 0,0 0 0,0 0 0,0 0 0,0-1 0,0 1 0,0 0 0,0 0 0,0 0 0,0 0 0,0-1 0,0 1 0,0 0 0,0 0 0,0 0 0,-1-1 0,-9-6 0,1 6 0,1 0 0,-1 0 0,0 0 0,0 1 0,1 1 0,-1-1 0,0 1 0,1 1 0,-1 0 0,1 0 0,-1 1 0,1 0 0,0 0 0,0 0 0,1 1 0,-13 8 0,14-8 0,0 1 0,1 0 0,-1 0 0,1 0 0,0 0 0,0 1 0,0 0 0,1 0 0,0 0 0,0 0 0,1 1 0,-1 0 0,1 0 0,1-1 0,0 2 0,0-1 0,0 0 0,1 0 0,-2 15 0,4-14 0,-1-1 0,1 1 0,1-1 0,-1 0 0,1 1 0,0-1 0,1 0 0,0 0 0,0 0 0,0-1 0,1 1 0,0-1 0,0 0 0,1 0 0,0 0 0,0 0 0,0-1 0,1 0 0,-1 0 0,1 0 0,0-1 0,1 0 0,-1 0 0,8 3 0,-4-2 0,1 0 0,-1-1 0,1 0 0,0-1 0,0 0 0,0-1 0,0 0 0,1 0 0,-1-2 0,1 1 0,-1-1 0,0-1 0,1 0 0,-1-1 0,15-3 0,-21 3 0,1 0 0,-1-1 0,0 1 0,1-1 0,-1 0 0,-1 0 0,1-1 0,0 1 0,-1-1 0,0 0 0,0 0 0,0-1 0,0 1 0,-1-1 0,1 0 0,4-9 0,-7 10 0,0 1 0,1 0 0,-1-1 0,-1 1 0,1-1 0,0 1 0,-1-1 0,0 0 0,0 1 0,0-1 0,0 1 0,0-1 0,-1 1 0,1-1 0,-1 1 0,0-1 0,0 1 0,-1-1 0,1 1 0,-1 0 0,1 0 0,-1 0 0,0 0 0,0 0 0,-1 0 0,1 0 0,0 1 0,-5-4 0,2 2-273,0 0 0,0 0 0,-1 0 0,-11-4 0,-1 0-6553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1.635"/>
    </inkml:context>
    <inkml:brush xml:id="br0">
      <inkml:brushProperty name="width" value="0.05" units="cm"/>
      <inkml:brushProperty name="height" value="0.05" units="cm"/>
      <inkml:brushProperty name="color" value="#FFFFFF"/>
    </inkml:brush>
  </inkml:definitions>
  <inkml:trace contextRef="#ctx0" brushRef="#br0">0 0 24575,'6'0'0,"4"0"0,3 3 0,5 3 0,2 4 0,1 3 0,-1 1 0,-1 5 0,-4 1 0,-4 3 0,-4 0 0,-7 2 0,-2 2 0,-7-1 0,-4-2 0,-6-2 0,1-6-8191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2.230"/>
    </inkml:context>
    <inkml:brush xml:id="br0">
      <inkml:brushProperty name="width" value="0.05" units="cm"/>
      <inkml:brushProperty name="height" value="0.05" units="cm"/>
      <inkml:brushProperty name="color" value="#FFFFFF"/>
    </inkml:brush>
  </inkml:definitions>
  <inkml:trace contextRef="#ctx0" brushRef="#br0">12 4 24575,'0'-3'0,"0"2"0,0 4 0,0 4 0,0 4 0,0 2 0,0 5 0,0 2 0,0 3 0,0 3 0,-2 3 0,-2-1 0,1 0 0,0-5-8191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42.791"/>
    </inkml:context>
    <inkml:brush xml:id="br0">
      <inkml:brushProperty name="width" value="0.05" units="cm"/>
      <inkml:brushProperty name="height" value="0.05" units="cm"/>
      <inkml:brushProperty name="color" value="#FFFFFF"/>
    </inkml:brush>
  </inkml:definitions>
  <inkml:trace contextRef="#ctx0" brushRef="#br0">8 32 24575,'-1'0'0,"1"0"0,-1-1 0,1 1 0,-1 0 0,1-1 0,-1 1 0,1-1 0,-1 1 0,1-1 0,0 1 0,-1-1 0,1 1 0,0-1 0,-1 1 0,1-1 0,0 0 0,0 1 0,0-1 0,0 1 0,-1-1 0,1 0 0,0 1 0,0-1 0,0 0 0,0 1 0,0-1 0,1 1 0,-1-1 0,0 0 0,1 0 0,-1 0 0,1 0 0,0 0 0,0 1 0,0-1 0,0 0 0,0 1 0,-1-1 0,1 1 0,0-1 0,0 1 0,1-1 0,-1 1 0,2-1 0,40-5 0,-42 6 0,89 1 0,0 4 0,101 19 0,-34-4 0,146 11 0,-301-30 0,0-1 0,1 0 0,-1 1 0,0 0 0,1-1 0,-1 1 0,0 0 0,0 0 0,0 0 0,0 1 0,0-1 0,0 0 0,0 1 0,0-1 0,-1 1 0,1 0 0,0-1 0,-1 1 0,0 0 0,1 0 0,-1 0 0,0 0 0,0 0 0,1 3 0,1 4 0,0 0 0,-1 1 0,0 0 0,1 15 0,0 5 0,38 195 0,-32-195-1365,-3-19-5461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6.073"/>
    </inkml:context>
    <inkml:brush xml:id="br0">
      <inkml:brushProperty name="width" value="0.05" units="cm"/>
      <inkml:brushProperty name="height" value="0.05" units="cm"/>
      <inkml:brushProperty name="color" value="#FFFFFF"/>
    </inkml:brush>
  </inkml:definitions>
  <inkml:trace contextRef="#ctx0" brushRef="#br0">14 0 24575,'-3'0'0,"-3"0"0,1 0 0,8 0 0,9 0 0,7 0 0,9 0 0,11 0 0,9 3 0,5 1 0,4 2 0,4 0 0,-1 0 0,-2-2 0,-2 1 0,-9 0 0,-7 0 0,-9-2-8191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16.259"/>
    </inkml:context>
    <inkml:brush xml:id="br0">
      <inkml:brushProperty name="width" value="0.05" units="cm"/>
      <inkml:brushProperty name="height" value="0.05" units="cm"/>
      <inkml:brushProperty name="color" value="#FFFFFF"/>
    </inkml:brush>
  </inkml:definitions>
  <inkml:trace contextRef="#ctx0" brushRef="#br0">0 34 24575,'6'0'0,"4"-3"0,8-1 0,10 1 0,8-3 0,10 1 0,6 0 0,4 2 0,3 0 0,-1 2 0,-1 1 0,-11 0-8191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26.029"/>
    </inkml:context>
    <inkml:brush xml:id="br0">
      <inkml:brushProperty name="width" value="0.05" units="cm"/>
      <inkml:brushProperty name="height" value="0.05" units="cm"/>
      <inkml:brushProperty name="color" value="#FFFFFF"/>
    </inkml:brush>
  </inkml:definitions>
  <inkml:trace contextRef="#ctx0" brushRef="#br0">1 1 24575,'1'0'0,"0"0"0,0 0 0,0 1 0,0-1 0,0 0 0,0 1 0,0-1 0,0 1 0,0-1 0,0 1 0,0-1 0,0 1 0,0 0 0,-1 0 0,1-1 0,0 1 0,0 0 0,-1 0 0,1 0 0,0 0 0,-1 0 0,1 0 0,-1 0 0,1 0 0,-1 0 0,0 0 0,1 2 0,6 34 0,-6-29 0,19 264 298,-20 2-681,-2-117-897,2-123-5546</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26.261"/>
    </inkml:context>
    <inkml:brush xml:id="br0">
      <inkml:brushProperty name="width" value="0.05" units="cm"/>
      <inkml:brushProperty name="height" value="0.05" units="cm"/>
      <inkml:brushProperty name="color" value="#FFFFFF"/>
    </inkml:brush>
  </inkml:definitions>
  <inkml:trace contextRef="#ctx0" brushRef="#br0">1 0 24575,'0'3'0,"3"0"0,3 3 0,4 4 0,3 1 0,1 1 0,5-1 0,4 2 0,3 1 0,-2-2-8191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26.482"/>
    </inkml:context>
    <inkml:brush xml:id="br0">
      <inkml:brushProperty name="width" value="0.05" units="cm"/>
      <inkml:brushProperty name="height" value="0.05" units="cm"/>
      <inkml:brushProperty name="color" value="#FFFFFF"/>
    </inkml:brush>
  </inkml:definitions>
  <inkml:trace contextRef="#ctx0" brushRef="#br0">215 34 24575,'3'-2'0,"1"-5"0,2 0 0,0-2 0,-3 4 0,-5 2 0,-6 4 0,-3 5 0,-3 5 0,-4 2 0,-5 2 0,-4 2 0,0-3 0,-1-1 0,-1 1 0,2 0 0,4-2-8191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35.207"/>
    </inkml:context>
    <inkml:brush xml:id="br0">
      <inkml:brushProperty name="width" value="0.05" units="cm"/>
      <inkml:brushProperty name="height" value="0.05" units="cm"/>
      <inkml:brushProperty name="color" value="#FFFFFF"/>
    </inkml:brush>
  </inkml:definitions>
  <inkml:trace contextRef="#ctx0" brushRef="#br0">14 53 24575,'-1'0'0,"0"0"0,1 0 0,-1 0 0,1 0 0,-1-1 0,1 1 0,-1 0 0,0 0 0,1 0 0,-1-1 0,1 1 0,-1 0 0,1-1 0,-1 1 0,1 0 0,0-1 0,-1 1 0,1-1 0,-1 1 0,1-1 0,0 1 0,-1-1 0,1 1 0,0-1 0,0 1 0,-1-1 0,1 0 0,0 1 0,0-1 0,0 1 0,0-1 0,0 1 0,0-1 0,0 0 0,0 1 0,0-1 0,0 1 0,0-1 0,0 0 0,0 1 0,0-1 0,1 0 0,-1 0 0,0-1 0,0 1 0,1 0 0,-1-1 0,1 1 0,-1 0 0,1-1 0,0 1 0,-1 0 0,1 0 0,0 0 0,0 0 0,0-1 0,0 1 0,0 0 0,0 1 0,0-1 0,2-2 0,9 0 0,0 1 0,0 0 0,1 0 0,-1 2 0,0-1 0,1 1 0,-1 1 0,0 0 0,15 4 0,-22-4 0,0 0 0,1 0 0,-1 1 0,0 0 0,0 0 0,-1 0 0,1 0 0,0 1 0,-1 0 0,1 0 0,-1 0 0,6 6 0,-8-7 0,0 1 0,-1-1 0,1 0 0,-1 1 0,1-1 0,-1 1 0,0 0 0,0-1 0,0 1 0,0 0 0,0 0 0,-1 0 0,1 0 0,-1-1 0,0 1 0,0 0 0,0 0 0,0 0 0,0 0 0,-1 0 0,1 0 0,-1-1 0,0 1 0,-2 4 0,-1 3 0,-1 0 0,0 0 0,-1 0 0,0-1 0,0 0 0,-12 12 0,-51 46 0,19-19 0,49-48 0,1 0 0,0 0 0,-1 1 0,1-1 0,0 0 0,-1 1 0,1-1 0,0 0 0,-1 1 0,1-1 0,0 1 0,0-1 0,-1 0 0,1 1 0,0-1 0,0 1 0,0-1 0,0 1 0,0-1 0,0 1 0,-1-1 0,1 1 0,0-1 0,0 0 0,0 1 0,1-1 0,-1 1 0,0-1 0,0 1 0,0-1 0,0 1 0,1 0 0,0 0 0,0-1 0,-1 1 0,1-1 0,0 1 0,0-1 0,0 1 0,0-1 0,0 1 0,0-1 0,0 0 0,0 1 0,0-1 0,1 0 0,42 2 0,-38-2 0,47 0-195,-1-3 0,0-2 0,0-2 0,-1-3 0,0-1 0,89-34 0,-107 31-6631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35.563"/>
    </inkml:context>
    <inkml:brush xml:id="br0">
      <inkml:brushProperty name="width" value="0.05" units="cm"/>
      <inkml:brushProperty name="height" value="0.05" units="cm"/>
      <inkml:brushProperty name="color" value="#FFFFFF"/>
    </inkml:brush>
  </inkml:definitions>
  <inkml:trace contextRef="#ctx0" brushRef="#br0">680 13 24575,'-69'-12'0,"34"12"0,1 2 0,0 1 0,0 1 0,0 2 0,1 2 0,0 1 0,0 1 0,1 2 0,0 2 0,1 0 0,1 2 0,-50 35 0,68-42 0,1 1 0,0 0 0,0 1 0,1 0 0,0 0 0,1 1 0,0 1 0,1 0 0,1 0 0,0 0 0,-10 27 0,14-30 0,0 1 0,1 0 0,0 0 0,0-1 0,1 2 0,0-1 0,1 0 0,1 0 0,0 0 0,0 0 0,1 0 0,0 0 0,1-1 0,0 1 0,1-1 0,9 19 0,-4-13 0,0-1 0,1-1 0,1 0 0,0 0 0,1-1 0,1-1 0,18 15 0,-11-12 0,1-1 0,0 0 0,1-2 0,39 16 0,-24-15 0,0-1 0,0-2 0,1-2 0,0-2 0,1-1 0,63 0 0,-78-5 0,0-2 0,-1 0 0,1-1 0,-1-2 0,0 0 0,0-2 0,0 0 0,-1-1 0,34-19 0,-44 20 0,-1 0 0,0-1 0,0 0 0,-1 0 0,0-1 0,0-1 0,-1 0 0,-1 0 0,1-1 0,-2 0 0,1 0 0,-2-1 0,1 0 0,-2 0 0,1 0 0,-2-1 0,0 0 0,4-18 0,-6 17 29,-1 0-1,1 0 1,-2-1-1,0 1 0,-1 0 1,-1 0-1,0 0 1,0-1-1,-2 2 1,0-1-1,-10-25 1,5 22-219,0 0 0,0 1 1,-2 0-1,0 0 0,-1 1 1,0 1-1,-1 0 1,-20-17-1,-29-16-6636</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48.759"/>
    </inkml:context>
    <inkml:brush xml:id="br0">
      <inkml:brushProperty name="width" value="0.05" units="cm"/>
      <inkml:brushProperty name="height" value="0.05" units="cm"/>
      <inkml:brushProperty name="color" value="#FFFFFF"/>
    </inkml:brush>
  </inkml:definitions>
  <inkml:trace contextRef="#ctx0" brushRef="#br0">604 95 24575,'7'-31'0,"-5"27"0,-1 0 0,0 0 0,0 0 0,0 0 0,0-1 0,-1 1 0,1-5 0,-2 8 0,1 0 0,0 0 0,-1 0 0,1-1 0,0 1 0,-1 0 0,0 0 0,1 0 0,-1 0 0,1 0 0,-1 0 0,0 0 0,0 0 0,0 0 0,1 0 0,-1 1 0,0-1 0,0 0 0,0 0 0,0 1 0,-1-1 0,1 1 0,0-1 0,0 1 0,0-1 0,0 1 0,0 0 0,-1 0 0,1-1 0,-1 1 0,-5 0 0,1-1 0,0 1 0,0 0 0,-1 0 0,1 1 0,0 0 0,0 0 0,0 1 0,-11 3 0,-54 26 0,61-26 0,-31 16 0,1 3 0,0 1 0,2 1 0,1 3 0,1 0 0,2 3 0,-55 63 0,78-82 0,2 1 0,-1 0 0,1 0 0,1 1 0,1 0 0,0 0 0,1 1 0,-5 20 0,9-29 0,1 0 0,0 0 0,0 0 0,1 1 0,0-1 0,0 0 0,1 0 0,0 0 0,0 1 0,1-1 0,0 0 0,0 0 0,0-1 0,1 1 0,0 0 0,0-1 0,1 0 0,0 0 0,0 0 0,0 0 0,8 7 0,-2-3 31,0-1 0,1-1 0,1 0 0,-1 0 0,1-1 0,0 0 0,1-1 0,-1-1 1,1 0-1,27 7 0,-11-6-373,-1-1 1,1-2 0,0-1-1,35-1 1,13-6-6485</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49.150"/>
    </inkml:context>
    <inkml:brush xml:id="br0">
      <inkml:brushProperty name="width" value="0.05" units="cm"/>
      <inkml:brushProperty name="height" value="0.05" units="cm"/>
      <inkml:brushProperty name="color" value="#FFFFFF"/>
    </inkml:brush>
  </inkml:definitions>
  <inkml:trace contextRef="#ctx0" brushRef="#br0">162 368 24575,'0'-1'0,"0"0"0,-1 1 0,1-1 0,0 0 0,0 0 0,-1 0 0,1 0 0,-1 1 0,1-1 0,-1 0 0,1 0 0,-1 1 0,1-1 0,-1 0 0,0 1 0,1-1 0,-1 1 0,0-1 0,1 1 0,-1-1 0,0 1 0,0-1 0,0 1 0,1 0 0,-1-1 0,0 1 0,0 0 0,-1 0 0,-1-1 0,1 0 0,0 1 0,-1 0 0,1 0 0,0 0 0,-1 0 0,1 0 0,0 0 0,-5 1 0,5 0 0,0 0 0,0 0 0,-1 1 0,1-1 0,0 1 0,0-1 0,1 1 0,-1 0 0,0 0 0,0 0 0,1 0 0,-1 0 0,1 0 0,0 0 0,-1 0 0,1 1 0,0-1 0,-1 4 0,-1 6 0,-1 1 0,-2 17 0,3-10 0,-13 74 0,12-61 0,-1-1 0,-2-1 0,-16 48 0,23-79 0,0 1 0,0-1 0,0 1 0,0-1 0,-1 1 0,1-1 0,0 1 0,0-1 0,0 0 0,0 1 0,-1-1 0,1 1 0,0-1 0,0 0 0,-1 1 0,1-1 0,0 0 0,-1 1 0,1-1 0,0 0 0,-1 0 0,1 1 0,0-1 0,-1 0 0,1 0 0,-1 1 0,-3-12 0,4-21 0,6-26 0,2 1 0,18-62 0,-19 86 0,6-22 0,1 2 0,3 0 0,3 1 0,42-81 0,-57 122 0,2 2 0,-1-1 0,1 1 0,0 0 0,14-13 0,-20 21 0,0-1 0,1 1 0,-1 0 0,1-1 0,0 1 0,0 0 0,-1 0 0,1 0 0,0 0 0,0 1 0,0-1 0,0 0 0,0 1 0,0-1 0,0 1 0,0 0 0,0 0 0,0-1 0,0 1 0,0 1 0,0-1 0,0 0 0,0 0 0,0 1 0,0-1 0,0 1 0,0 0 0,0 0 0,0-1 0,0 1 0,-1 0 0,1 1 0,0-1 0,-1 0 0,1 0 0,-1 1 0,1-1 0,1 3 0,4 5 0,0 0 0,0 1 0,-1 0 0,-1 0 0,0 0 0,0 1 0,-1-1 0,4 14 0,17 95 0,-20-89 0,42 360-1119,-45-378 873,0 17-6580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49.696"/>
    </inkml:context>
    <inkml:brush xml:id="br0">
      <inkml:brushProperty name="width" value="0.05" units="cm"/>
      <inkml:brushProperty name="height" value="0.05" units="cm"/>
      <inkml:brushProperty name="color" value="#FFFFFF"/>
    </inkml:brush>
  </inkml:definitions>
  <inkml:trace contextRef="#ctx0" brushRef="#br0">14 345 24575,'-1'0'0,"1"0"0,-1 0 0,1 0 0,-1 0 0,1 0 0,-1 0 0,1 0 0,-1 0 0,1 0 0,-1 0 0,1 0 0,-1 0 0,1 0 0,-1-1 0,1 1 0,0 0 0,-1 0 0,1-1 0,-1 1 0,1 0 0,0 0 0,-1-1 0,1 1 0,0 0 0,-1-1 0,1 1 0,0-1 0,-1 1 0,1 0 0,0-2 0,0 2 0,0-1 0,0 1 0,1-1 0,-1 1 0,0-1 0,0 1 0,1-1 0,-1 1 0,1 0 0,-1-1 0,0 1 0,1 0 0,-1-1 0,1 1 0,-1 0 0,1-1 0,-1 1 0,1 0 0,-1 0 0,1 0 0,-1-1 0,1 1 0,-1 0 0,1 0 0,0 0 0,-1 0 0,1 0 0,-1 0 0,1 0 0,0 0 0,75-6 0,-24 3 0,1-2 0,65-16 0,-104 18 0,0-1 0,0-1 0,0 0 0,-1-1 0,0-1 0,0 0 0,0 0 0,-1-1 0,0-1 0,0 0 0,-1-1 0,19-20 0,-30 30 0,17-18 0,-10 18 0,-2 13 0,-3 6 0,-1 0 0,-1 1 0,-3 34 0,-15 61 0,9-68 0,4-13 0,-1-9 0,2 0 0,1 1 0,0 0 0,3 0 0,2 32 0,3-44 0,-5-14 0,0 0 0,0 0 0,0 0 0,0 0 0,1 0 0,-1 0 0,0 0 0,0 0 0,1 0 0,-1 0 0,0 0 0,0 0 0,0 0 0,1 0 0,-1 0 0,0 0 0,0 0 0,0 0 0,1 0 0,-1 0 0,0 0 0,0 0 0,0 0 0,0-1 0,1 1 0,-1 0 0,0 0 0,0 0 0,0 0 0,0 0 0,1 0 0,-1-1 0,0 1 0,0 0 0,0 0 0,2-3 0,-1 1 0,0 0 0,1-1 0,-1 1 0,0-1 0,0 1 0,-1-1 0,2-3 0,6-58 0,1-79 0,-7 90 0,0-26 0,0 15 0,13-89 0,-14 147 0,0-1 0,1 1 0,-1 0 0,1-1 0,1 1 0,-1 0 0,1 0 0,0 1 0,1-1 0,4-5 0,-5 8 0,-1 0 0,1 0 0,1 1 0,-1-1 0,0 1 0,1 0 0,-1 0 0,1 0 0,0 0 0,-1 1 0,1-1 0,0 1 0,0 0 0,0 0 0,0 0 0,0 1 0,6-1 0,8 2 0,0 0 0,-1 2 0,1 0 0,-1 0 0,0 2 0,0 0 0,0 1 0,0 0 0,-1 2 0,0 0 0,-1 1 0,0 0 0,0 1 0,-1 1 0,24 23 0,-36-32 0,1 1 0,-1 0 0,1 0 0,-1 0 0,0 1 0,0-1 0,0 0 0,-1 1 0,1-1 0,-1 1 0,0 0 0,0-1 0,1 8 0,-2-9 0,0 1 0,-1 0 0,1 0 0,0-1 0,-1 1 0,0 0 0,1-1 0,-1 1 0,0 0 0,-1-1 0,1 1 0,0-1 0,-1 0 0,1 1 0,-1-1 0,0 0 0,0 0 0,0 0 0,-3 2 0,-4 3-149,-2 0 0,1-1 1,-1 0-1,0-1 0,0 0 0,0-1 0,-1 0 0,-12 2 0,24-5 124,-39 9-6801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0.146"/>
    </inkml:context>
    <inkml:brush xml:id="br0">
      <inkml:brushProperty name="width" value="0.05" units="cm"/>
      <inkml:brushProperty name="height" value="0.05" units="cm"/>
      <inkml:brushProperty name="color" value="#FFFFFF"/>
    </inkml:brush>
  </inkml:definitions>
  <inkml:trace contextRef="#ctx0" brushRef="#br0">0 369 24575,'1'4'0,"0"-1"0,0 1 0,0-1 0,0 1 0,-1 0 0,0-1 0,0 1 0,0 0 0,0-1 0,0 1 0,-1 0 0,0 3 0,-1 7 0,4 120 0,-1-118 0,2 0 0,-1 0 0,2 0 0,0-1 0,1 1 0,8 16 0,-12-31 0,-1 1 0,1-1 0,-1 0 0,1 0 0,0 1 0,-1-1 0,1 0 0,0 0 0,0 0 0,0 0 0,0 0 0,0 0 0,0 0 0,3 1 0,-4-2 0,1 0 0,-1 0 0,1 0 0,-1 0 0,1 0 0,-1 0 0,1 0 0,-1 0 0,1 0 0,-1 0 0,0 0 0,1 0 0,-1-1 0,1 1 0,-1 0 0,1 0 0,-1 0 0,0-1 0,1 1 0,-1 0 0,1-1 0,-1 1 0,0 0 0,1-1 0,-1 1 0,0 0 0,1-2 0,2-3 0,0 0 0,-1-1 0,1 1 0,-1-1 0,1-6 0,29-100 0,42-129 0,-61 208 0,1 0 0,1 1 0,2 0 0,41-55 0,-50 76 0,1 1 0,0 1 0,0-1 0,1 1 0,0 1 0,1 0 0,20-12 0,-27 18 0,-1 0 0,1 0 0,0 1 0,0 0 0,-1-1 0,1 1 0,0 1 0,0-1 0,0 1 0,0-1 0,0 1 0,0 0 0,0 0 0,0 1 0,0-1 0,0 1 0,0 0 0,0 0 0,0 1 0,-1-1 0,1 1 0,0-1 0,-1 1 0,1 0 0,-1 1 0,0-1 0,1 0 0,-1 1 0,4 4 0,1 4 0,0-1 0,0 1 0,-1 0 0,-1 1 0,0-1 0,0 1 0,-1 1 0,-1-1 0,0 1 0,-1 0 0,3 15 0,1 20 0,0 80 0,-7-56-455,-4 0 0,-14 79 0,12-111-6371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0.723"/>
    </inkml:context>
    <inkml:brush xml:id="br0">
      <inkml:brushProperty name="width" value="0.05" units="cm"/>
      <inkml:brushProperty name="height" value="0.05" units="cm"/>
      <inkml:brushProperty name="color" value="#FFFFFF"/>
    </inkml:brush>
  </inkml:definitions>
  <inkml:trace contextRef="#ctx0" brushRef="#br0">40 57 24575,'-5'-1'0,"-1"0"0,1 0 0,0-1 0,0 0 0,-9-4 0,45 2 0,169 3 0,215-10 0,-404 10 0,-7 0 0,1 1 0,0 0 0,0-1 0,0 2 0,-1-1 0,9 2 0,-12-2 0,1 1 0,-1-1 0,0 1 0,0-1 0,0 1 0,0 0 0,0 0 0,1-1 0,-1 1 0,-1 0 0,1 0 0,0 0 0,0 0 0,0 0 0,0 1 0,-1-1 0,1 0 0,0 0 0,-1 0 0,1 1 0,-1-1 0,0 0 0,1 0 0,-1 1 0,0-1 0,0 0 0,0 1 0,0 1 0,-1 168 0,-2-69 0,11 58 0,-45-360 0,35 178 0,0 0 0,2 0 0,0 0 0,2-1 0,0 1 0,2 0 0,6-24 0,-8 41 0,-1 0 0,1 1 0,0-1 0,0 0 0,0 1 0,1-1 0,-1 1 0,1-1 0,0 1 0,1 0 0,-1 1 0,1-1 0,-1 0 0,1 1 0,0 0 0,0 0 0,1 0 0,-1 0 0,1 1 0,-1 0 0,1 0 0,0 0 0,0 0 0,-1 1 0,1 0 0,0 0 0,1 0 0,-1 1 0,0-1 0,0 1 0,0 0 0,5 1 0,4 0 0,0 1 0,0 0 0,0 1 0,0 0 0,0 1 0,23 11 0,-30-12 0,0 0 0,-1 1 0,1 0 0,0 0 0,-1 1 0,0 0 0,0 0 0,-1 0 0,1 1 0,-1 0 0,0 0 0,-1 0 0,8 13 0,-11-16 0,0 0 0,0 0 0,0-1 0,0 1 0,0 0 0,-1 0 0,1 0 0,-1 0 0,0 0 0,0 0 0,0 0 0,0 0 0,0 0 0,-1 0 0,0 0 0,0 4 0,-1-3 0,0 0 0,-1 1 0,1-1 0,0 0 0,-1 0 0,0-1 0,0 1 0,0-1 0,-6 6 0,-3 0 0,0-1 0,0 0 0,-1 0 0,0-1 0,-22 8 0,1-2-1365,3-3-5461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1.161"/>
    </inkml:context>
    <inkml:brush xml:id="br0">
      <inkml:brushProperty name="width" value="0.05" units="cm"/>
      <inkml:brushProperty name="height" value="0.05" units="cm"/>
      <inkml:brushProperty name="color" value="#FFFFFF"/>
    </inkml:brush>
  </inkml:definitions>
  <inkml:trace contextRef="#ctx0" brushRef="#br0">1 211 24575,'0'0'0,"1"-1"0,-1 0 0,1 0 0,0 1 0,-1-1 0,1 0 0,0 1 0,-1-1 0,1 0 0,0 1 0,0-1 0,-1 1 0,1-1 0,0 1 0,0 0 0,0-1 0,0 1 0,0 0 0,0 0 0,-1 0 0,1-1 0,0 1 0,0 0 0,0 0 0,0 0 0,0 0 0,0 1 0,0-1 0,0 0 0,0 0 0,0 1 0,-1-1 0,1 0 0,0 1 0,0-1 0,0 1 0,0-1 0,-1 1 0,1-1 0,0 1 0,0-1 0,0 2 0,1 1 0,0-1 0,-1 1 0,1 0 0,-1 0 0,0 0 0,0 0 0,0 0 0,0 0 0,0 1 0,-1-1 0,1 3 0,0 239 0,-3-147 0,9-352 0,-2 205 0,1 2 0,2-1 0,19-59 0,-24 99 0,-1 0 0,2 0 0,-1 1 0,1-1 0,0 1 0,0 0 0,6-7 0,-9 13 0,0-1 0,1 1 0,-1-1 0,1 1 0,-1 0 0,1 0 0,0-1 0,-1 1 0,1 1 0,0-1 0,0 0 0,0 0 0,0 1 0,0-1 0,-1 1 0,1-1 0,0 1 0,0 0 0,0 0 0,0 0 0,0 0 0,0 0 0,0 0 0,0 0 0,0 1 0,0-1 0,0 1 0,0-1 0,0 1 0,0 0 0,0 0 0,-1 0 0,1 0 0,2 2 0,10 7 0,0 0 0,0 2 0,-1 0 0,-1 0 0,0 1 0,-1 0 0,0 1 0,-1 1 0,0 0 0,-2 0 0,1 1 0,-2-1 0,8 24 0,-14-35 0,0 0 0,0 0 0,0 1 0,-1-1 0,1 0 0,-1 1 0,0-1 0,0 1 0,-1-1 0,1 0 0,-1 1 0,0-1 0,0 0 0,-1 0 0,1 0 0,-1 0 0,0 0 0,-3 5 0,2-5 0,0-1 0,0 1 0,0-1 0,-1 0 0,0 1 0,1-1 0,-1-1 0,0 1 0,-1-1 0,1 1 0,0-1 0,-1-1 0,1 1 0,-1 0 0,1-1 0,-7 1 0,-24 1-1365,3-3-5461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1.368"/>
    </inkml:context>
    <inkml:brush xml:id="br0">
      <inkml:brushProperty name="width" value="0.05" units="cm"/>
      <inkml:brushProperty name="height" value="0.05" units="cm"/>
      <inkml:brushProperty name="color" value="#FFFFFF"/>
    </inkml:brush>
  </inkml:definitions>
  <inkml:trace contextRef="#ctx0" brushRef="#br0">175 7 24575,'5'-2'0,"-1"1"0,0 0 0,1 0 0,-1 1 0,0-1 0,1 1 0,-1 0 0,1 0 0,-1 0 0,1 1 0,-1-1 0,1 1 0,-1 0 0,0 1 0,0-1 0,1 1 0,-1 0 0,0 0 0,0 0 0,-1 0 0,1 1 0,0-1 0,-1 1 0,1 0 0,-1 0 0,0 0 0,0 1 0,4 5 0,1 4 0,0 0 0,-1 0 0,0 1 0,-1 0 0,-1 0 0,0 1 0,4 18 0,3 15 0,-2 1 0,-3 0 0,-1 1 0,-2 53 0,-4-87 0,-1 0 0,0 1 0,-2-1 0,0 0 0,-1 0 0,0 0 0,-1-1 0,-1 1 0,0-1 0,-1 0 0,-1-1 0,-1 0 0,0 0 0,0-1 0,-1 0 0,-16 16 0,4-11-227,-1 0-1,-1-2 1,0-1-1,-1 0 1,-36 14-1,-39 13-6598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1.912"/>
    </inkml:context>
    <inkml:brush xml:id="br0">
      <inkml:brushProperty name="width" value="0.05" units="cm"/>
      <inkml:brushProperty name="height" value="0.05" units="cm"/>
      <inkml:brushProperty name="color" value="#FFFFFF"/>
    </inkml:brush>
  </inkml:definitions>
  <inkml:trace contextRef="#ctx0" brushRef="#br0">305 90 24575,'47'-34'0,"-20"14"0,28-15 0,-55 35 0,0 0 0,0 0 0,0 0 0,0 0 0,0 0 0,0 0 0,0 0 0,0 0 0,1 0 0,-1 0 0,0 0 0,0 0 0,0 0 0,0 0 0,0 1 0,0-1 0,0 0 0,0 0 0,0 0 0,0 0 0,0 0 0,0 0 0,0 0 0,0 0 0,0 0 0,0 0 0,0 0 0,0 0 0,0 0 0,1 0 0,-1 0 0,0 0 0,0 0 0,0 0 0,0 0 0,0 0 0,0 0 0,0 0 0,0 0 0,0 0 0,0 0 0,0 0 0,0 0 0,0 0 0,1 0 0,-1 0 0,0 0 0,0 0 0,-8 11 0,-15 15 0,-28 29 0,3 1 0,2 3 0,3 2 0,2 2 0,-54 112 0,79-136 0,1 0 0,3 1 0,0 0 0,-9 74 0,18-81 0,1-1 0,1 1 0,2 0 0,2-1 0,1 1 0,14 57 0,-8-59-136,1-1-1,1 0 1,2 0-1,1-2 1,1 0-1,1 0 1,1-2-1,2 0 0,34 35 1,23 11-6690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4.101"/>
    </inkml:context>
    <inkml:brush xml:id="br0">
      <inkml:brushProperty name="width" value="0.05" units="cm"/>
      <inkml:brushProperty name="height" value="0.05" units="cm"/>
      <inkml:brushProperty name="color" value="#FFFFFF"/>
    </inkml:brush>
  </inkml:definitions>
  <inkml:trace contextRef="#ctx0" brushRef="#br0">122 266 24575,'1'0'0,"-1"0"0,0-1 0,1 1 0,-1 0 0,0 0 0,1-1 0,-1 1 0,0 0 0,1 0 0,-1-1 0,1 1 0,-1 0 0,1 0 0,-1 0 0,0 0 0,1 0 0,-1 0 0,1 0 0,-1-1 0,1 1 0,-1 0 0,0 1 0,1-1 0,-1 0 0,1 0 0,-1 0 0,1 0 0,-1 0 0,1 0 0,-1 0 0,0 1 0,1-1 0,-1 0 0,0 0 0,1 1 0,-1-1 0,1 0 0,-1 0 0,0 1 0,0-1 0,1 0 0,-1 1 0,0-1 0,0 1 0,1-1 0,-1 0 0,0 1 0,0 0 0,9 22 0,-4 16 0,-2-1 0,-1 1 0,-4 45 0,0-14 0,1 9 0,1-79 0,0-1 0,0 1 0,-1 0 0,1 0 0,0 0 0,0 0 0,0 0 0,0-1 0,-1 1 0,1 0 0,0 0 0,0 0 0,0 0 0,-1 0 0,1 0 0,0 0 0,0 0 0,0 0 0,-1-1 0,1 1 0,0 0 0,0 0 0,0 0 0,-1 0 0,1 0 0,0 0 0,0 1 0,0-1 0,-1 0 0,1 0 0,0 0 0,0 0 0,0 0 0,-1 0 0,1 0 0,0 0 0,0 0 0,0 1 0,-1-1 0,1 0 0,0 0 0,0 0 0,0 0 0,0 0 0,0 1 0,0-1 0,-1 0 0,1 0 0,0 0 0,0 1 0,0-1 0,0 0 0,0 0 0,0 0 0,0 1 0,0-1 0,0 0 0,0 0 0,0 0 0,0 1 0,0-1 0,0 0 0,0 0 0,0 1 0,0-1 0,0 0 0,0 0 0,-10-15 0,-14-29 0,3-1 0,1-2 0,2 1 0,3-2 0,-19-94 0,33 131 0,0 0 0,0 0 0,1 0 0,0 1 0,1-1 0,1 0 0,0 0 0,0 1 0,1-1 0,6-15 0,-6 19 0,1 0 0,0 0 0,0 0 0,0 1 0,1 0 0,0 0 0,0 0 0,1 0 0,-1 1 0,1 0 0,0 0 0,1 1 0,-1-1 0,1 1 0,9-4 0,2 2 0,-1 0 0,1 1 0,-1 1 0,1 0 0,1 2 0,-1 0 0,0 1 0,25 1 0,-16 2 0,1 1 0,-1 1 0,1 2 0,46 15 0,-66-18 0,0 0 0,-1 0 0,1 1 0,-1 0 0,0 1 0,-1-1 0,1 1 0,9 9 0,-14-12 0,-1 0 0,1 0 0,-1-1 0,1 1 0,-1 0 0,0 1 0,0-1 0,0 0 0,0 0 0,0 0 0,0 1 0,-1-1 0,1 0 0,-1 1 0,1-1 0,-1 0 0,0 1 0,0-1 0,0 1 0,0-1 0,-1 0 0,1 1 0,-1-1 0,1 0 0,-1 1 0,0-1 0,0 0 0,0 0 0,0 0 0,0 1 0,-1-1 0,1-1 0,-2 4 0,-3 2 0,-1 0 0,0-1 0,0 1 0,0-1 0,-1-1 0,1 1 0,-1-1 0,-14 5 0,-72 28 0,79-32 0,-7 0 0,17-6 0,1 1 0,0 0 0,-1 0 0,1 0 0,0 1 0,0-1 0,0 1 0,0 0 0,0 0 0,1 1 0,-1-1 0,-4 5 0,7-6 0,1-1 0,0 1 0,0 0 0,0-1 0,0 1 0,0 0 0,0-1 0,0 1 0,0-1 0,0 1 0,0 0 0,0-1 0,0 1 0,0 0 0,1-1 0,-1 1 0,0-1 0,0 1 0,1-1 0,-1 1 0,0 0 0,1-1 0,-1 1 0,0-1 0,1 1 0,-1-1 0,1 0 0,-1 1 0,1-1 0,-1 1 0,1-1 0,1 1 0,21 12 0,-19-11 0,24 12 0,6 2 0,40 26 0,-65-36 0,-1 0 0,0 1 0,0 0 0,0 0 0,-1 1 0,0 0 0,0 0 0,-1 0 0,7 13 0,-11-19 0,-1 0 0,0 0 0,0 1 0,-1-1 0,1 0 0,0 0 0,-1 0 0,1 1 0,-1-1 0,1 0 0,-1 0 0,0 1 0,0-1 0,0 0 0,-1 1 0,1-1 0,0 0 0,-1 0 0,0 1 0,-1 2 0,1-2 0,-1 0 0,0-1 0,0 1 0,0-1 0,-1 1 0,1-1 0,-1 0 0,1 0 0,-1 0 0,0 0 0,1-1 0,-7 3 0,-6 3 0,-1-2 0,0 0 0,0-1 0,-24 3 0,2-2-341,1-1 0,-1-2-1,-64-4 1,72-2-6485</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4.460"/>
    </inkml:context>
    <inkml:brush xml:id="br0">
      <inkml:brushProperty name="width" value="0.05" units="cm"/>
      <inkml:brushProperty name="height" value="0.05" units="cm"/>
      <inkml:brushProperty name="color" value="#FFFFFF"/>
    </inkml:brush>
  </inkml:definitions>
  <inkml:trace contextRef="#ctx0" brushRef="#br0">109 50 24575,'1'0'0,"0"-1"0,0 1 0,0 0 0,0 0 0,0 0 0,0-1 0,0 1 0,0-1 0,0 1 0,0-1 0,0 1 0,0-1 0,0 1 0,-1-1 0,1 0 0,0 1 0,0-1 0,-1 0 0,1 0 0,-1 0 0,1 1 0,0-1 0,-1 0 0,0 0 0,1 0 0,-1 0 0,1 0 0,-1 0 0,0 0 0,0 0 0,0 0 0,0 0 0,1 0 0,-1 0 0,0 0 0,-1 0 0,1 0 0,0 0 0,0 0 0,0 0 0,-1 0 0,1 0 0,0 0 0,-1 0 0,1 0 0,-1 0 0,1 0 0,-1 0 0,0 1 0,1-1 0,-1 0 0,0 0 0,1 1 0,-1-1 0,0 0 0,0 1 0,0-1 0,1 1 0,-1-1 0,0 1 0,0-1 0,0 1 0,0 0 0,0-1 0,0 1 0,-1 0 0,-1-1 0,0 1 0,0-1 0,0 1 0,0 0 0,0 0 0,0 0 0,0 0 0,0 1 0,0-1 0,0 1 0,0 0 0,0-1 0,1 1 0,-1 1 0,0-1 0,-5 3 0,4-1 0,1 0 0,-1 0 0,0 1 0,1-1 0,0 1 0,0 0 0,0 0 0,0 0 0,-4 8 0,4-5 0,0 0 0,0-1 0,1 1 0,0 1 0,0-1 0,1 0 0,0 0 0,0 0 0,0 1 0,1-1 0,0 1 0,1-1 0,0 0 0,1 8 0,0-8 0,1-1 0,0 1 0,0-1 0,0 1 0,1-1 0,-1 0 0,2-1 0,-1 1 0,0-1 0,1 1 0,0-1 0,1-1 0,6 6 0,-3-4 0,-1-1 0,1 0 0,1-1 0,-1 0 0,0 0 0,1-1 0,0 0 0,17 2 0,-14-3 0,0-1 0,0 0 0,0-1 0,0 0 0,1-1 0,-1-1 0,0 0 0,0-1 0,-1 0 0,1-1 0,-1 0 0,1-1 0,-1-1 0,18-10 0,-23 10 0,1 1 0,-1-1 0,-1 0 0,1-1 0,-1 0 0,0 0 0,0 0 0,-1-1 0,0 0 0,6-12 0,-10 16 0,1 1 0,-1-1 0,0 0 0,0 1 0,0-1 0,-1 0 0,1 1 0,-1-1 0,0 0 0,0 0 0,0 0 0,-1 1 0,1-1 0,-1 0 0,0 1 0,0-1 0,0 0 0,0 1 0,-1-1 0,1 1 0,-1 0 0,0-1 0,0 1 0,-1 0 0,1 0 0,0 0 0,-1 1 0,-3-4 0,0 1 34,-1 0 1,0 0-1,0 1 0,0 0 0,-1 0 0,1 0 0,-1 1 0,0 0 0,-14-3 1,9 4-320,0 0 1,0 1-1,0 0 1,0 1-1,-20 2 1,7 1-6542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4.911"/>
    </inkml:context>
    <inkml:brush xml:id="br0">
      <inkml:brushProperty name="width" value="0.05" units="cm"/>
      <inkml:brushProperty name="height" value="0.05" units="cm"/>
      <inkml:brushProperty name="color" value="#FFFFFF"/>
    </inkml:brush>
  </inkml:definitions>
  <inkml:trace contextRef="#ctx0" brushRef="#br0">126 113 24575,'5'-1'0,"-1"1"0,1-1 0,0-1 0,-1 1 0,1-1 0,0 1 0,-1-1 0,0-1 0,1 1 0,-1-1 0,5-3 0,-6 4 0,-1 0 0,0 0 0,1 0 0,-1 0 0,0 0 0,0 0 0,0 0 0,0-1 0,0 1 0,-1-1 0,1 1 0,-1-1 0,0 0 0,0 1 0,0-1 0,0 0 0,0 0 0,0 0 0,0-3 0,-1 4 0,0 1 0,-1 0 0,1-1 0,0 1 0,-1 0 0,1-1 0,-1 1 0,1 0 0,-1 0 0,1-1 0,-1 1 0,0 0 0,0 0 0,1 0 0,-1 0 0,0 0 0,0 0 0,0 0 0,0 0 0,-3-1 0,1 0 0,1 1 0,-2-1 0,1 1 0,0 0 0,0 0 0,0 1 0,0-1 0,-6 0 0,0 1 0,-1 0 0,1 0 0,-1 1 0,1 0 0,-12 4 0,13-3 0,0 0 0,1 1 0,0 0 0,-1 0 0,1 1 0,0 0 0,1 0 0,-1 0 0,-7 8 0,11-10 0,2 0 0,-1 0 0,0 0 0,0 1 0,1-1 0,-1 1 0,1-1 0,-1 1 0,1-1 0,0 1 0,0 0 0,1-1 0,-1 1 0,0 0 0,1 0 0,0 0 0,-1-1 0,1 1 0,0 0 0,1 0 0,-1 0 0,0 0 0,1 0 0,0-1 0,-1 1 0,1 0 0,0-1 0,0 1 0,2 2 0,3 6 0,1-1 0,-1 0 0,2-1 0,-1 0 0,1 0 0,1 0 0,0-1 0,14 11 0,86 50 0,-89-57 0,-8-4 0,1-1 0,0 0 0,0-1 0,1-1 0,21 6 0,-32-10 0,1 0 0,-1-1 0,1 1 0,0-1 0,-1 0 0,1 0 0,-1-1 0,1 1 0,-1-1 0,1 0 0,-1 0 0,1 0 0,-1 0 0,0 0 0,1-1 0,-1 1 0,0-1 0,0 0 0,0 0 0,0 0 0,-1-1 0,1 1 0,0-1 0,-1 1 0,0-1 0,1 0 0,2-5 0,-1 1 0,-1 0 0,0 0 0,0 0 0,0-1 0,-1 1 0,0-1 0,-1 0 0,1 1 0,-2-1 0,1 0 0,-1 0 0,0 0 0,0 0 0,-4-14 0,3 14 0,-1 1 0,1 0 0,-2 0 0,1 0 0,-1 0 0,0 1 0,0-1 0,-1 1 0,0-1 0,0 1 0,0 1 0,-1-1 0,0 0 0,0 1 0,-11-9 0,10 11 31,0-1 0,0 2 0,0-1 0,0 1 0,0 0 0,0 0 0,-1 0 0,1 1 1,-1 0-1,-11 0 0,14 1-113,0 0 1,1 0 0,-1 0 0,0 1-1,1 0 1,-1-1 0,0 1-1,1 1 1,-1-1 0,1 0 0,0 1-1,-1 0 1,1-1 0,0 1 0,0 1-1,0-1 1,0 0 0,0 1 0,1-1-1,-4 5 1,-1 5-6745</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5.283"/>
    </inkml:context>
    <inkml:brush xml:id="br0">
      <inkml:brushProperty name="width" value="0.05" units="cm"/>
      <inkml:brushProperty name="height" value="0.05" units="cm"/>
      <inkml:brushProperty name="color" value="#FFFFFF"/>
    </inkml:brush>
  </inkml:definitions>
  <inkml:trace contextRef="#ctx0" brushRef="#br0">222 82 24575,'1'0'0,"0"-1"0,0 0 0,0 0 0,-1-1 0,1 1 0,0 0 0,0 0 0,-1 0 0,1-1 0,0 1 0,-1 0 0,1-1 0,-1 1 0,0 0 0,1-1 0,-1 1 0,0 0 0,0-1 0,0 1 0,0-1 0,0 1 0,0-1 0,0 1 0,-1 0 0,1-1 0,0 1 0,-1 0 0,1-1 0,-1 1 0,1 0 0,-1 0 0,0-1 0,0 1 0,1 0 0,-1 0 0,0 0 0,0 0 0,0 0 0,0 0 0,0 0 0,-1 0 0,1 0 0,-2-1 0,-3-1 0,0-1 0,1 1 0,-1 0 0,-1 1 0,1-1 0,0 1 0,-13-2 0,8 2 0,0 1 0,0 0 0,0 1 0,-1 0 0,-15 3 0,23-2 0,0-1 0,0 1 0,1 0 0,-1 0 0,1 1 0,-1-1 0,1 1 0,-1-1 0,1 1 0,0 0 0,0 1 0,0-1 0,0 0 0,0 1 0,0 0 0,1-1 0,-1 1 0,1 0 0,-4 6 0,5-6 0,1 0 0,-1-1 0,0 1 0,1-1 0,0 1 0,-1 0 0,1-1 0,0 1 0,1 0 0,-1-1 0,0 1 0,1-1 0,-1 1 0,1 0 0,0-1 0,0 1 0,0-1 0,0 0 0,0 1 0,1-1 0,-1 0 0,1 0 0,0 0 0,-1 0 0,4 3 0,5 5 0,0-1 0,0 0 0,17 11 0,50 25 0,-57-35 0,-1 1 0,0 0 0,32 27 0,-50-37 0,0 0 0,1 0 0,-1 0 0,0 1 0,0-1 0,0 0 0,0 1 0,0-1 0,0 0 0,0 1 0,-1-1 0,1 1 0,0 0 0,-1-1 0,1 1 0,-1-1 0,0 1 0,1 2 0,-2-2 0,1-1 0,0 0 0,-1 1 0,1-1 0,-1 0 0,1 0 0,-1 1 0,1-1 0,-1 0 0,0 0 0,0 0 0,0 0 0,1 0 0,-1 0 0,0 0 0,0 0 0,-1 0 0,0 0 0,-4 3 0,0-1 0,-1 0 0,1 0 0,-1-1 0,0 0 0,1 0 0,-11 1 0,-6 0-273,0 0 0,-1-2 0,1-1 0,-26-2 0,24-2-6553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5.520"/>
    </inkml:context>
    <inkml:brush xml:id="br0">
      <inkml:brushProperty name="width" value="0.05" units="cm"/>
      <inkml:brushProperty name="height" value="0.05" units="cm"/>
      <inkml:brushProperty name="color" value="#FFFFFF"/>
    </inkml:brush>
  </inkml:definitions>
  <inkml:trace contextRef="#ctx0" brushRef="#br0">1 54 24575,'4'-3'0,"0"1"0,1-1 0,-2 0 0,1 0 0,0-1 0,3-3 0,-5 4 0,1 0 0,-1 1 0,1-1 0,0 1 0,-1 0 0,1 0 0,0 0 0,0 0 0,0 0 0,1 1 0,-1 0 0,7-3 0,-10 4 0,1 0 0,0 0 0,0 0 0,0 0 0,-1 0 0,1 0 0,0 0 0,0 0 0,-1 1 0,1-1 0,0 0 0,-1 0 0,1 1 0,0-1 0,0 0 0,-1 1 0,1-1 0,-1 1 0,1-1 0,0 1 0,-1-1 0,1 1 0,-1-1 0,1 1 0,-1-1 0,1 1 0,-1 0 0,0-1 0,1 1 0,-1 0 0,0-1 0,1 1 0,-1 0 0,0 0 0,0-1 0,0 1 0,0 0 0,0 0 0,0-1 0,0 1 0,0 0 0,0 0 0,0-1 0,0 2 0,-6 40 0,4-36 0,-6 35 0,1 1 0,-2 79 0,9-103 0,1-1 0,0 1 0,1-1 0,1 0 0,1 0 0,0 0 0,2 0 0,0 0 0,13 26 0,-8-26-1365,0-5-5461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5.643"/>
    </inkml:context>
    <inkml:brush xml:id="br0">
      <inkml:brushProperty name="width" value="0.05" units="cm"/>
      <inkml:brushProperty name="height" value="0.05" units="cm"/>
      <inkml:brushProperty name="color" value="#FFFFFF"/>
    </inkml:brush>
  </inkml:definitions>
  <inkml:trace contextRef="#ctx0" brushRef="#br0">1 112 24575,'0'-2'0,"0"-7"0,2-5 0,7-2 0,8-2 0,5 3 0,8 1 0,7 3 0,5 3 0,1 3 0,-1 5 0,-2 3 0,-9 3 0,-9 1-8191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7.856"/>
    </inkml:context>
    <inkml:brush xml:id="br0">
      <inkml:brushProperty name="width" value="0.05" units="cm"/>
      <inkml:brushProperty name="height" value="0.05" units="cm"/>
      <inkml:brushProperty name="color" value="#FFFFFF"/>
    </inkml:brush>
  </inkml:definitions>
  <inkml:trace contextRef="#ctx0" brushRef="#br0">335 400 24575,'0'-5'0,"0"-5"0,0 1 0,0 0 0,-1-1 0,0 1 0,-5-18 0,5 25 0,0 0 0,0 0 0,0 0 0,0 0 0,-1 0 0,1 0 0,0 0 0,-1 0 0,1 0 0,-1 1 0,0-1 0,0 1 0,0-1 0,0 1 0,1 0 0,-2-1 0,1 1 0,0 0 0,0 0 0,0 1 0,0-1 0,-1 0 0,1 1 0,0-1 0,-1 1 0,1 0 0,0 0 0,-1 0 0,-2 0 0,-3 1 0,0 0 0,0 1 0,0-1 0,0 2 0,1-1 0,-1 1 0,1 0 0,-1 0 0,1 1 0,-10 7 0,-4 4 0,1 0 0,-18 19 0,27-23 0,0 0 0,1 1 0,0 0 0,1 0 0,0 1 0,1 0 0,-11 25 0,18-34 0,-1 1 0,1-1 0,-1 1 0,2-1 0,-1 1 0,0 0 0,1-1 0,0 1 0,0 0 0,0-1 0,0 1 0,3 8 0,-2-10 0,1 1 0,-1-1 0,1 1 0,0-1 0,0 0 0,0 0 0,1 0 0,-1 0 0,1 0 0,0 0 0,-1-1 0,1 1 0,0-1 0,1 0 0,-1 0 0,0 0 0,1 0 0,3 1 0,1 0 0,0-1 0,1 1 0,-1-2 0,1 1 0,-1-1 0,1 0 0,0-1 0,-1 0 0,1 0 0,0-1 0,-1 0 0,1 0 0,0-1 0,-1-1 0,0 1 0,14-7 0,-8 3 0,0-1 0,-1 0 0,1-1 0,-2-1 0,1 0 0,-1-1 0,0 0 0,16-19 0,-16 13 0,0-1 0,-1 0 0,-1-1 0,-1 0 0,-1 0 0,0-1 0,-1 0 0,-1-1 0,-1 0 0,3-21 0,-4 14 0,-1-1 0,-2 0 0,0 1 0,-2-1 0,-1 1 0,-10-51 0,10 71 0,0-1 0,-1 1 0,1 0 0,-6-8 0,8 14 0,-1 0 0,0 0 0,1 0 0,-1 0 0,0 0 0,0 0 0,0 0 0,0 0 0,0 0 0,0 0 0,0 1 0,0-1 0,-2-1 0,2 2 0,1 0 0,-1 0 0,0 0 0,1 0 0,-1 0 0,0 0 0,0 0 0,1 0 0,-1 0 0,0 0 0,1 1 0,-1-1 0,0 0 0,1 0 0,-1 1 0,0-1 0,1 0 0,-1 1 0,1-1 0,-1 1 0,0-1 0,1 1 0,-1-1 0,1 1 0,-1-1 0,0 2 0,-2 3 0,-1 1 0,1 0 0,0-1 0,0 1 0,1 0 0,0 1 0,0-1 0,0 0 0,-1 12 0,-3 64 0,5-74 0,1 32 69,1 0-1,2 0 0,1-1 0,16 64 1,-13-77-283,1 0 1,1 0 0,2-1-1,0 0 1,2-1 0,0 0-1,29 36 1,-11-24-6613</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8.451"/>
    </inkml:context>
    <inkml:brush xml:id="br0">
      <inkml:brushProperty name="width" value="0.05" units="cm"/>
      <inkml:brushProperty name="height" value="0.05" units="cm"/>
      <inkml:brushProperty name="color" value="#FFFFFF"/>
    </inkml:brush>
  </inkml:definitions>
  <inkml:trace contextRef="#ctx0" brushRef="#br0">135 470 24575,'-14'0'0,"-45"3"0,55-3 0,-1 1 0,0 0 0,1 0 0,-1 0 0,1 1 0,0 0 0,-1 0 0,1 0 0,-8 5 0,12-7 0,-1 1 0,0-1 0,1 0 0,-1 1 0,1-1 0,-1 1 0,1-1 0,-1 1 0,1 0 0,-1-1 0,1 1 0,-1-1 0,1 1 0,-1 0 0,1-1 0,0 1 0,0 0 0,-1 0 0,1-1 0,0 1 0,0 0 0,0 0 0,0-1 0,0 1 0,0 0 0,0 0 0,0-1 0,0 1 0,0 1 0,1-1 0,0 1 0,0-1 0,0 0 0,0 0 0,0 0 0,0 1 0,0-1 0,0 0 0,0 0 0,1 0 0,-1-1 0,0 1 0,3 1 0,3 1 0,1 1 0,0-2 0,1 1 0,8 1 0,6 0 0,-1-1 0,1-2 0,43-2 0,-56 1 0,0-1 0,0-1 0,0 0 0,0 0 0,-1-1 0,1-1 0,-1 1 0,1-1 0,-1-1 0,-1 0 0,11-7 0,-15 9 0,-1-1 0,0 0 0,1 1 0,-1-2 0,-1 1 0,1 0 0,-1 0 0,1-1 0,-1 1 0,0-1 0,-1 0 0,1 0 0,-1 0 0,0 1 0,0-1 0,-1 0 0,1 0 0,-1 0 0,0 0 0,-1 0 0,1 0 0,-1 0 0,0 0 0,0 0 0,0 0 0,-1 0 0,0 1 0,-4-10 0,4 10 0,-1 0 0,1 0 0,-1-1 0,0 2 0,0-1 0,0 0 0,0 0 0,-1 1 0,0 0 0,1 0 0,-1 0 0,0 0 0,-6-2 0,7 3 0,-1 1 0,1 0 0,-1 0 0,1 0 0,-1 0 0,0 0 0,0 1 0,1 0 0,-1 0 0,0 0 0,0 0 0,1 0 0,-1 1 0,0 0 0,1-1 0,-1 1 0,0 1 0,-5 2 0,4-1 0,-1 1 0,1-1 0,0 1 0,0 0 0,1 1 0,-1-1 0,1 1 0,0 0 0,0 0 0,1 0 0,-1 1 0,1-1 0,0 1 0,1 0 0,-1 0 0,1 0 0,1 0 0,-1 0 0,-1 9 0,2-5 0,-1 0 0,1 0 0,1 0 0,0-1 0,0 1 0,1 0 0,0 0 0,0 0 0,1-1 0,1 1 0,7 18 0,-7-21 0,1 0 0,1 0 0,-1 0 0,1-1 0,0 0 0,0 0 0,1 0 0,0 0 0,0-1 0,1 0 0,-1 0 0,1-1 0,0 0 0,0 0 0,0-1 0,1 0 0,-1 0 0,1 0 0,0-1 0,0 0 0,-1-1 0,1 0 0,0 0 0,1 0 0,-1-1 0,0-1 0,14-1 0,-9 0 0,0-1 0,0 0 0,0-1 0,0 0 0,-1-1 0,0 0 0,1-1 0,-2 0 0,1-1 0,-1 0 0,0-1 0,-1-1 0,0 1 0,0-2 0,-1 1 0,10-13 0,-7 3 0,0-1 0,-2 0 0,0-1 0,-1 0 0,-1 0 0,-1-1 0,8-44 0,-8 15 0,-1 0 0,-3-74 0,-3 116 0,-2-41 0,1 47 0,1-1 0,-1 1 0,0-1 0,0 1 0,0 0 0,0-1 0,-1 1 0,1 0 0,-1 0 0,0 0 0,-2-4 0,3 7 0,1-1 0,-1 1 0,1 0 0,-1-1 0,1 1 0,-1-1 0,1 1 0,-1 0 0,1 0 0,-1-1 0,1 1 0,-1 0 0,0 0 0,1 0 0,-1-1 0,1 1 0,-1 0 0,0 0 0,1 0 0,-1 0 0,1 0 0,-1 0 0,0 1 0,1-1 0,-1 0 0,1 0 0,-1 0 0,0 0 0,1 1 0,-1-1 0,1 0 0,-1 1 0,1-1 0,-1 0 0,1 1 0,-1-1 0,1 0 0,-1 1 0,1-1 0,0 1 0,-1-1 0,1 1 0,0-1 0,-1 1 0,1-1 0,0 1 0,0 0 0,-1 0 0,-12 30 0,6-5 0,1 0 0,1 1 0,1 0 0,1 0 0,3 50 0,3-30 0,2 0 0,17 71 0,-15-86 0,2 0 0,1 0 0,2-1 0,1-1 0,1 0 0,20 30 0,-13-34-1365,-3-8-5461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8.996"/>
    </inkml:context>
    <inkml:brush xml:id="br0">
      <inkml:brushProperty name="width" value="0.05" units="cm"/>
      <inkml:brushProperty name="height" value="0.05" units="cm"/>
      <inkml:brushProperty name="color" value="#FFFFFF"/>
    </inkml:brush>
  </inkml:definitions>
  <inkml:trace contextRef="#ctx0" brushRef="#br0">32 34 24575,'-5'0'0,"-5"-3"0,0-3 0,3-1 0,7 0 0,5 3 0,5 0 0,6 3 0,4 0 0,-3 0-8191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19.698"/>
    </inkml:context>
    <inkml:brush xml:id="br0">
      <inkml:brushProperty name="width" value="0.05" units="cm"/>
      <inkml:brushProperty name="height" value="0.05" units="cm"/>
      <inkml:brushProperty name="color" value="#FFFFFF"/>
    </inkml:brush>
  </inkml:definitions>
  <inkml:trace contextRef="#ctx0" brushRef="#br0">50 505 24575,'-10'0'0,"8"1"0,-1-1 0,1 0 0,-1 0 0,0 0 0,1 0 0,-1 0 0,1-1 0,-1 1 0,1-1 0,-1 1 0,1-1 0,-1 0 0,-3-2 0,6 3 0,0-1 0,0 1 0,0-1 0,0 1 0,0 0 0,1-1 0,-1 1 0,0 0 0,0 0 0,0-1 0,1 1 0,-1 0 0,0-1 0,0 1 0,1 0 0,-1 0 0,0-1 0,0 1 0,1 0 0,-1 0 0,0 0 0,1 0 0,-1-1 0,0 1 0,1 0 0,-1 0 0,0 0 0,1 0 0,-1 0 0,0 0 0,1 0 0,-1 0 0,0 0 0,1 0 0,-1 0 0,1 0 0,-1 0 0,1 0 0,17-2 0,-12 1 0,10 1 0,-1-1 0,0-1 0,0 0 0,-1-2 0,18-5 0,-29 8 0,0 0 0,0 0 0,0 0 0,0-1 0,-1 0 0,1 1 0,0-1 0,-1 0 0,0 0 0,1 0 0,-1-1 0,0 1 0,0-1 0,0 1 0,0-1 0,-1 1 0,1-1 0,-1 0 0,1 0 0,-1 0 0,0 0 0,0 0 0,0 0 0,-1 0 0,1 0 0,-1 0 0,0-1 0,0 1 0,0 0 0,0 0 0,-1-5 0,-1 1 0,1 1 0,-1-1 0,-1 1 0,1 0 0,-1 0 0,0 0 0,-1 0 0,1 0 0,-7-6 0,7 7 0,-1 1 0,1 1 0,-1-1 0,1 0 0,-1 1 0,0 0 0,-1 0 0,1 0 0,0 0 0,-1 1 0,0-1 0,-7-2 0,11 5 0,0 0 0,0 0 0,0 0 0,0 0 0,0 0 0,0 0 0,0 0 0,0 0 0,0 0 0,0 0 0,0 0 0,0 0 0,1 1 0,-1-1 0,0 0 0,0 1 0,0-1 0,0 1 0,0-1 0,0 1 0,1-1 0,-1 1 0,0 0 0,0 0 0,0 0 0,-1 2 0,1-1 0,0 0 0,0 1 0,-1-1 0,1 1 0,1-1 0,-1 1 0,0-1 0,0 5 0,0 3 0,1 0 0,0 0 0,0 1 0,2 10 0,0-7 0,1-1 0,1 0 0,0 0 0,0 0 0,2-1 0,-1 1 0,2-1 0,-1 0 0,2-1 0,-1 0 0,2 0 0,-1-1 0,1 0 0,11 9 0,-12-12 0,1 0 0,-1-1 0,1 0 0,0-1 0,1 0 0,-1 0 0,1-1 0,0-1 0,0 1 0,0-2 0,1 1 0,-1-1 0,0-1 0,1 0 0,0 0 0,-1-1 0,1-1 0,16-2 0,-18 1 0,0 0 0,0-1 0,0 0 0,-1-1 0,1 0 0,-1 0 0,0-1 0,0 1 0,0-2 0,-1 1 0,0-1 0,0-1 0,0 1 0,-1-1 0,1 0 0,-2-1 0,1 1 0,-1-1 0,4-9 0,1-3 0,-1 0 0,-1 0 0,-1-1 0,-1 0 0,-1 0 0,0-1 0,1-23 0,-3 9 0,-3-62 0,-1 80 0,-1 0 0,-1-1 0,-1 1 0,0 1 0,-9-22 0,12 34 0,-1 0 0,-1 1 0,1-1 0,-1 1 0,0 0 0,0-1 0,0 1 0,-4-3 0,6 6 0,0 0 0,0 1 0,1-1 0,-1 0 0,0 1 0,0-1 0,0 1 0,0-1 0,0 1 0,0 0 0,0-1 0,-1 1 0,1 0 0,0 0 0,0 0 0,0-1 0,0 1 0,0 0 0,0 1 0,0-1 0,0 0 0,-1 0 0,1 0 0,0 1 0,0-1 0,0 0 0,0 1 0,0-1 0,0 1 0,0-1 0,0 1 0,0 0 0,1-1 0,-1 1 0,0 0 0,0 0 0,0 0 0,1 0 0,-1-1 0,0 1 0,0 2 0,-5 6 0,1 0 0,0 1 0,0 0 0,1 0 0,0 0 0,1 0 0,0 0 0,0 1 0,1 0 0,0 11 0,-1 12 0,4 65 0,2-59 0,2 0 0,14 58 0,-12-72 0,1-1 0,1 0 0,2 0 0,21 38 0,-29-58-105,-1 0 0,2 0 0,-1 0 0,1-1 0,-1 1 0,1-1 0,0 0 0,1 0 0,-1-1 0,1 1 0,0-1 0,8 5 0,3-3-6721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0.057"/>
    </inkml:context>
    <inkml:brush xml:id="br0">
      <inkml:brushProperty name="width" value="0.05" units="cm"/>
      <inkml:brushProperty name="height" value="0.05" units="cm"/>
      <inkml:brushProperty name="color" value="#FFFFFF"/>
    </inkml:brush>
  </inkml:definitions>
  <inkml:trace contextRef="#ctx0" brushRef="#br0">19 202 24575,'-8'-16'0,"-2"-1"0,10 16 0,0 1 0,0 0 0,0-1 0,0 1 0,0 0 0,0-1 0,0 1 0,0 0 0,0-1 0,0 1 0,0 0 0,0-1 0,1 1 0,-1 0 0,0-1 0,0 1 0,0 0 0,1-1 0,-1 1 0,0 0 0,0 0 0,1-1 0,-1 1 0,0 0 0,0 0 0,1-1 0,-1 1 0,0 0 0,1 0 0,-1 0 0,0 0 0,1 0 0,-1 0 0,0-1 0,1 1 0,-1 0 0,1 0 0,-1 0 0,0 0 0,1 0 0,-1 0 0,0 0 0,1 1 0,-1-1 0,1 0 0,20 0 0,0 2 0,40 7 0,-12-2 0,4 1 0,79 7 0,-118-15 0,0 0 0,1 0 0,-1-2 0,0 1 0,0-2 0,0 0 0,14-5 0,-25 6 0,1 1 0,-1 0 0,1-1 0,-1 0 0,1 0 0,-1 0 0,0 0 0,0-1 0,0 1 0,-1-1 0,1 0 0,0 1 0,-1-1 0,0 0 0,0-1 0,4-5 0,-5 6 0,-1 0 0,1 0 0,0 0 0,-1 0 0,0 0 0,1 0 0,-1 0 0,0 0 0,-1 0 0,1 0 0,0 0 0,-1 0 0,0 0 0,0 0 0,0 0 0,0 0 0,0 0 0,0 0 0,-1 1 0,-3-6 0,1 3 0,0-1 0,0 1 0,0 0 0,-1 0 0,0 0 0,0 1 0,0 0 0,0 0 0,-1 0 0,0 1 0,0 0 0,0 0 0,0 0 0,0 1 0,0-1 0,-1 2 0,1-1 0,-1 1 0,-10-1 0,12 2 0,0 0 0,-1 0 0,1 0 0,0 1 0,0 0 0,0 1 0,0-1 0,0 1 0,0 0 0,0 0 0,0 0 0,1 0 0,-1 1 0,1 0 0,0 0 0,-1 0 0,2 1 0,-1 0 0,0-1 0,1 1 0,-1 0 0,1 1 0,0-1 0,1 0 0,-4 7 0,1 0 0,1 0 0,0 0 0,1 0 0,1 0 0,-1 1 0,2-1 0,0 1 0,0-1 0,1 1 0,0-1 0,1 1 0,0-1 0,1 1 0,0-1 0,1 1 0,0-1 0,1 0 0,0-1 0,1 1 0,0-1 0,1 1 0,7 9 0,-7-12 0,0 0 0,0 0 0,0 0 0,1-1 0,0 0 0,1 0 0,-1-1 0,1 0 0,1 0 0,-1-1 0,1 0 0,0 0 0,0-1 0,0-1 0,1 1 0,-1-1 0,1-1 0,0 0 0,-1 0 0,1-1 0,0 0 0,0-1 0,0 0 0,0 0 0,18-4 0,-20 2-170,-1 0-1,0 0 0,0-1 1,0 0-1,0 0 0,-1-1 1,7-4-1,8-9-6655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1.568"/>
    </inkml:context>
    <inkml:brush xml:id="br0">
      <inkml:brushProperty name="width" value="0.05" units="cm"/>
      <inkml:brushProperty name="height" value="0.05" units="cm"/>
      <inkml:brushProperty name="color" value="#FFFFFF"/>
    </inkml:brush>
  </inkml:definitions>
  <inkml:trace contextRef="#ctx0" brushRef="#br0">358 221 24575,'5'-6'0,"0"0"0,-1-1 0,0 1 0,0-1 0,0 0 0,-1 0 0,0-1 0,3-13 0,-2 7 0,-2 1 0,0-1 0,0 1 0,-1-17 0,-1 27 0,0 1 0,0-1 0,-1 1 0,1-1 0,0 1 0,-1-1 0,0 1 0,0-1 0,0 1 0,0-1 0,0 1 0,0 0 0,-1 0 0,1-1 0,-1 1 0,1 0 0,-1 0 0,0 1 0,0-1 0,0 0 0,0 1 0,0-1 0,0 1 0,0-1 0,-1 1 0,1 0 0,0 0 0,-1 0 0,1 0 0,-1 1 0,1-1 0,-1 1 0,0-1 0,-4 1 0,-4-1 0,0 1 0,0 0 0,-1 1 0,1 1 0,0-1 0,-20 7 0,13-2 0,1 1 0,0 1 0,1 0 0,-1 1 0,2 1 0,-1 0 0,1 1 0,1 1 0,0 0 0,1 1 0,-12 15 0,19-20 0,0 0 0,0 0 0,1 1 0,0 0 0,1-1 0,0 2 0,0-1 0,1 0 0,-4 18 0,6-20 0,1 0 0,-1 0 0,1 1 0,1-1 0,-1 0 0,1 0 0,0 0 0,1 0 0,0 0 0,0 0 0,0 0 0,1 0 0,0-1 0,7 11 0,-5-9 0,0-1 0,0 0 0,1 0 0,1-1 0,-1 1 0,1-1 0,0 0 0,0-1 0,0 0 0,1 0 0,0-1 0,0 0 0,0 0 0,0-1 0,1 0 0,0 0 0,-1-1 0,1 0 0,16 1 0,-14-2 0,-1-1 0,0 0 0,0-1 0,0 0 0,0-1 0,0 0 0,0 0 0,0-1 0,0 0 0,-1-1 0,0 0 0,0-1 0,0 0 0,0 0 0,-1-1 0,1 0 0,9-9 0,-3-3 0,-1 1 0,-1-2 0,0 0 0,-1 0 0,-1-1 0,-1-1 0,-1 0 0,0 0 0,7-34 0,-11 38 0,-6 19 0,-4 31 0,4-18 0,2 0 0,0 0 0,1 1 0,0-1 0,1-1 0,1 1 0,0 0 0,1-1 0,1 0 0,0 0 0,1 0 0,0-1 0,1 0 0,0-1 0,1 1 0,1-2 0,0 1 0,1-1 0,0-1 0,0 0 0,1-1 0,0 0 0,22 12 0,-30-18-85,1-1 0,-1 0-1,0 0 1,1-1 0,-1 1-1,0-1 1,1 0 0,0 0-1,-1 0 1,1-1 0,0 0-1,-1 0 1,1 0 0,0 0-1,4-2 1,7-3-6741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1.944"/>
    </inkml:context>
    <inkml:brush xml:id="br0">
      <inkml:brushProperty name="width" value="0.05" units="cm"/>
      <inkml:brushProperty name="height" value="0.05" units="cm"/>
      <inkml:brushProperty name="color" value="#FFFFFF"/>
    </inkml:brush>
  </inkml:definitions>
  <inkml:trace contextRef="#ctx0" brushRef="#br0">83 101 24575,'-8'-6'0,"4"7"0,4 19 0,0-20 0,15 121 0,39 158 0,-49-258 0,6 22 0,-7-27 0,1 0 0,-2 0 0,0 0 0,1 31 0,-4-47 0,0 1 0,0 0 0,0-1 0,0 1 0,0 0 0,0-1 0,-1 1 0,1 0 0,0-1 0,0 1 0,0 0 0,-1-1 0,1 1 0,0 0 0,-1-1 0,1 1 0,0-1 0,-1 1 0,1-1 0,-1 1 0,1-1 0,-2 2 0,2-2 0,-1 0 0,1 0 0,-1 0 0,0 0 0,1 0 0,-1 0 0,0 0 0,1 0 0,-1-1 0,1 1 0,-1 0 0,1 0 0,-1 0 0,0-1 0,1 1 0,-1 0 0,1-1 0,-1 1 0,1 0 0,-1-1 0,-23-25 0,8 0 0,0 0 0,2-1 0,1 0 0,1-1 0,-13-47 0,14 36 0,3-1 0,1 0 0,-2-70 0,8 96 0,2 0 0,-1 0 0,2 0 0,0 0 0,0 1 0,2-1 0,-1 1 0,2-1 0,6-13 0,-8 21 0,0 0 0,0 1 0,1-1 0,0 1 0,0 0 0,0 0 0,1 0 0,0 1 0,0-1 0,0 1 0,0 0 0,1 1 0,-1-1 0,1 1 0,0 0 0,0 1 0,0-1 0,0 1 0,0 1 0,1-1 0,8 0 0,-6 1 0,1 0 0,-1 1 0,0 1 0,1-1 0,-1 1 0,0 1 0,0 0 0,0 0 0,0 1 0,0 0 0,-1 1 0,12 5 0,-16-6 0,0-1 0,1 1 0,-1 0 0,0 0 0,0 0 0,-1 0 0,1 1 0,-1 0 0,0 0 0,1 0 0,-2 0 0,1 0 0,0 0 0,-1 1 0,0-1 0,0 1 0,0 0 0,-1 0 0,0-1 0,0 1 0,0 0 0,0 0 0,-1 0 0,1 6 0,-2-1 32,-1 0-1,0-1 1,0 1-1,-1 0 0,0-1 1,0 1-1,-1-1 1,0 0-1,-9 13 1,-7 7-334,-32 37 0,22-30-774,16-18-5750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2.428"/>
    </inkml:context>
    <inkml:brush xml:id="br0">
      <inkml:brushProperty name="width" value="0.05" units="cm"/>
      <inkml:brushProperty name="height" value="0.05" units="cm"/>
      <inkml:brushProperty name="color" value="#FFFFFF"/>
    </inkml:brush>
  </inkml:definitions>
  <inkml:trace contextRef="#ctx0" brushRef="#br0">63 182 24575,'0'3'0,"-1"-1"0,1 1 0,-1 0 0,1-1 0,-1 0 0,0 1 0,0-1 0,-3 4 0,-3 10 0,3 2 0,0-1 0,1 1 0,1 0 0,1 0 0,0 0 0,1 0 0,1 0 0,5 29 0,7 11 0,24 71 0,-13-50 0,-19-58 0,-33-71 0,10 9 0,2-1 0,3 0 0,1-1 0,2-1 0,2 0 0,1 0 0,3-1 0,2-69 0,3 99 0,0 0 0,1 0 0,0 0 0,2 0 0,-1 0 0,7-14 0,-8 24 0,0 1 0,0 0 0,1-1 0,-1 1 0,1 0 0,0 0 0,0 1 0,0-1 0,1 0 0,-1 1 0,1 0 0,0 0 0,0 0 0,0 0 0,0 1 0,0 0 0,0 0 0,1 0 0,0 0 0,-1 0 0,1 1 0,7-1 0,1 1 0,-1 0 0,1 1 0,-1 1 0,1 0 0,-1 1 0,1 0 0,-1 1 0,0 0 0,0 1 0,0 1 0,-1 0 0,14 7 0,-13-5 0,0 0 0,0 1 0,-1 0 0,0 1 0,0 0 0,-1 1 0,0 0 0,-1 0 0,0 1 0,12 20 0,-19-28 0,0 1 0,0-1 0,0 1 0,-1 0 0,1 0 0,-1 0 0,0-1 0,0 1 0,-1 0 0,1 0 0,-1 1 0,0-1 0,0 0 0,0 0 0,0 0 0,-1 0 0,0 0 0,-1 4 0,0-3 0,0-1 0,-1 1 0,1-1 0,-1 1 0,0-1 0,-1 0 0,1 0 0,-1-1 0,1 1 0,-1-1 0,0 0 0,-1 0 0,-7 5 0,-2-1 49,0 0 0,0-1 0,-1 0-1,0-1 1,1-1 0,-21 3 0,1-2-903,-60 0 1,64-5-5973</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3.066"/>
    </inkml:context>
    <inkml:brush xml:id="br0">
      <inkml:brushProperty name="width" value="0.05" units="cm"/>
      <inkml:brushProperty name="height" value="0.05" units="cm"/>
      <inkml:brushProperty name="color" value="#FFFFFF"/>
    </inkml:brush>
  </inkml:definitions>
  <inkml:trace contextRef="#ctx0" brushRef="#br0">0 71 24575,'7'-7'0,"1"0"0,0 0 0,0 1 0,0 0 0,0 1 0,1-1 0,0 1 0,0 1 0,1 0 0,13-4 0,-16 6 0,-1 1 0,1 0 0,0 0 0,0 1 0,-1 0 0,1 0 0,0 0 0,0 1 0,-1 0 0,1 0 0,0 1 0,-1 0 0,1 0 0,-1 0 0,0 1 0,9 5 0,1 2 0,-1 1 0,-1 0 0,1 2 0,-2-1 0,16 20 0,-7-5 0,35 56 0,-48-68 0,-1 0 0,7 17 0,-13-27 0,-1-1 0,1 1 0,-1 0 0,0 0 0,0-1 0,0 1 0,-1 0 0,0 0 0,0 0 0,0 0 0,-2 8 0,2-11 0,-1 0 0,0 0 0,0 0 0,0 0 0,0 0 0,0 0 0,-1-1 0,1 1 0,0 0 0,-1-1 0,0 0 0,1 1 0,-1-1 0,0 0 0,1 1 0,-1-1 0,0 0 0,0 0 0,0-1 0,0 1 0,0 0 0,0-1 0,0 1 0,0-1 0,-1 1 0,1-1 0,0 0 0,0 0 0,0 0 0,0 0 0,0-1 0,-3 0 0,-2 1 0,-1-2 0,1 1 0,0-1 0,0 0 0,0 0 0,0-1 0,0 0 0,-7-5 0,10 6 0,0-1 0,0 0 0,1 0 0,-1 0 0,0 0 0,1-1 0,0 1 0,0-1 0,0 0 0,0 0 0,1 0 0,-1 0 0,1-1 0,0 1 0,1 0 0,-1-1 0,1 0 0,-1 1 0,1-1 0,0-6 0,1 6 0,0-1 0,1 0 0,0 0 0,0 1 0,0-1 0,0 1 0,1-1 0,0 1 0,0 0 0,1-1 0,0 1 0,-1 0 0,2 0 0,-1 1 0,0-1 0,8-7 0,0 2 0,1 0 0,0 1 0,0 1 0,1-1 0,0 2 0,0 0 0,1 1 0,0 0 0,15-4 0,8-1 0,0 2 0,52-6 0,-60 12 0,30 0 0,-59 3 0,1 0 0,-1 0 0,0 0 0,0 0 0,0 0 0,1 0 0,-1-1 0,0 1 0,0 0 0,1 0 0,-1 0 0,0 0 0,0 0 0,1 0 0,-1 0 0,0 1 0,0-1 0,0 0 0,1 0 0,-1 0 0,0 0 0,0 0 0,0 0 0,1 0 0,-1 0 0,0 1 0,0-1 0,0 0 0,0 0 0,1 0 0,-1 0 0,0 1 0,0-1 0,0 0 0,0 0 0,0 0 0,0 0 0,1 1 0,-1-1 0,0 0 0,0 0 0,0 1 0,0-1 0,0 0 0,0 0 0,0 0 0,0 1 0,0-1 0,0 0 0,0 0 0,0 1 0,0-1 0,0 0 0,0 1 0,-11 13 0,0 2 0,9-10 0,1 0 0,0 0 0,0 0 0,1 0 0,-1 0 0,1 0 0,0 0 0,1 0 0,0 0 0,0 0 0,0 0 0,3 7 0,4 10 0,17 37 0,-22-54 0,7 17 0,2-1 0,17 26 0,-25-42 0,0-1 0,0 1 0,1-1 0,-1 0 0,1 0 0,0-1 0,1 1 0,-1-1 0,1 0 0,0-1 0,0 1 0,0-1 0,9 3 0,-12-5 0,-1 0 0,1-1 0,0 1 0,-1-1 0,1 1 0,0-1 0,0 0 0,-1 0 0,1 0 0,0-1 0,0 1 0,-1-1 0,1 1 0,0-1 0,-1 0 0,1 0 0,-1 0 0,1 0 0,4-3 0,-5 1 0,1 1 0,0-1 0,-1 0 0,1 0 0,-1 0 0,0 0 0,0 0 0,0-1 0,0 1 0,-1-1 0,0 1 0,2-7 0,0-3 0,0 0 0,-2-1 0,0 1 0,0 0 0,-1-1 0,-1 1 0,-2-14 0,1 16 0,0-1 0,-2 1 0,1 0 0,-1 0 0,-1 0 0,-9-16 0,12 22 0,-1 0 0,-1 1 0,1-1 0,-1 0 0,0 1 0,0 0 0,0 0 0,0 0 0,-1 0 0,0 1 0,1 0 0,-1 0 0,-1 0 0,1 0 0,-7-1 0,10 3 16,0 1-1,-1 0 1,1-1-1,0 1 1,-1 0-1,1 1 1,0-1-1,-1 0 1,1 1-1,0-1 1,-1 1-1,1 0 1,0 0-1,0 0 1,0 0-1,-1 0 1,1 0 0,1 0-1,-1 1 1,0-1-1,-3 4 1,4-4-60,0 0 0,0 0 0,0 0 1,1 0-1,-1 0 0,0 0 0,0 0 1,1 0-1,-1 1 0,1-1 0,-1 0 0,1 0 1,0 1-1,-1-1 0,1 0 0,0 1 1,0-1-1,0 0 0,0 1 0,0-1 1,0 0-1,0 1 0,0-1 0,1 0 1,-1 0-1,0 1 0,1-1 0,-1 0 1,1 0-1,0 1 0,-1-1 0,1 0 1,0 0-1,0 0 0,-1 0 0,1 0 1,0 0-1,2 1 0,7 6-6782</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3.392"/>
    </inkml:context>
    <inkml:brush xml:id="br0">
      <inkml:brushProperty name="width" value="0.05" units="cm"/>
      <inkml:brushProperty name="height" value="0.05" units="cm"/>
      <inkml:brushProperty name="color" value="#FFFFFF"/>
    </inkml:brush>
  </inkml:definitions>
  <inkml:trace contextRef="#ctx0" brushRef="#br0">1 64 24575,'0'-3'0,"0"1"0,0-1 0,0 1 0,1-1 0,-1 1 0,1-1 0,-1 1 0,1-1 0,2-3 0,-3 6 0,0 0 0,1-1 0,-1 1 0,0 0 0,0-1 0,1 1 0,-1 0 0,0 0 0,1-1 0,-1 1 0,0 0 0,1 0 0,-1-1 0,0 1 0,1 0 0,-1 0 0,1 0 0,-1 0 0,0 0 0,1-1 0,-1 1 0,1 0 0,-1 0 0,1 0 0,0 1 0,0-1 0,0 0 0,0 1 0,0-1 0,0 1 0,0-1 0,0 1 0,0 0 0,-1-1 0,1 1 0,0 0 0,0-1 0,-1 1 0,2 1 0,3 5 0,-1 0 0,1 1 0,-1-1 0,-1 1 0,1-1 0,2 14 0,12 51 0,-16-60 0,13 62 0,-6-25 0,19 64 0,-27-110 0,0-1 0,0 1 0,0-1 0,0 0 0,0 0 0,0 1 0,0-1 0,1 0 0,-1 0 0,1 0 0,0 0 0,-1 0 0,1-1 0,0 1 0,3 2 0,-4-4 0,1 0 0,-1 1 0,0-1 0,1 0 0,-1 0 0,0 0 0,1 0 0,-1 0 0,0 0 0,0-1 0,1 1 0,-1 0 0,0-1 0,0 1 0,1-1 0,-1 1 0,0-1 0,0 1 0,0-1 0,0 0 0,0 0 0,0 0 0,0 1 0,0-1 0,0 0 0,0 0 0,0 0 0,-1 0 0,1-1 0,0 1 0,0-1 0,17-25 0,-2-1 0,0-1 0,-2 0 0,-1 0 0,-1-1 0,-2-1 0,-1 0 0,-2-1 0,0 1 0,1-41 0,-7 64 69,-1-1-1,0 1 0,0 0 0,-2-13 1,2 20-104,0 0 0,-1 0 0,1 0 0,0 0 0,0 1 1,-1-1-1,1 0 0,0 0 0,-1 0 0,1 0 0,-1 0 1,1 1-1,-1-1 0,1 0 0,-1 0 0,0 1 0,1-1 1,-1 0-1,0 1 0,0-1 0,0 1 0,1-1 1,-1 1-1,0-1 0,0 1 0,0-1 0,0 1 0,0 0 1,0 0-1,0-1 0,0 1 0,0 0 0,1 0 0,-1 0 1,0 0-1,0 0 0,0 0 0,0 0 0,0 1 0,0-1 1,0 0-1,0 0 0,0 1 0,0-1 0,0 1 0,0-1 1,1 1-1,-3 0 0,-13 9-6791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4.547"/>
    </inkml:context>
    <inkml:brush xml:id="br0">
      <inkml:brushProperty name="width" value="0.05" units="cm"/>
      <inkml:brushProperty name="height" value="0.05" units="cm"/>
      <inkml:brushProperty name="color" value="#FFFFFF"/>
    </inkml:brush>
  </inkml:definitions>
  <inkml:trace contextRef="#ctx0" brushRef="#br0">41 129 24575,'-1'-1'0,"1"1"0,0 0 0,0-1 0,0 1 0,0-1 0,0 1 0,0 0 0,1-1 0,-1 1 0,0 0 0,0-1 0,0 1 0,0 0 0,0-1 0,0 1 0,1 0 0,-1-1 0,0 1 0,0 0 0,0-1 0,1 1 0,-1 0 0,0 0 0,0-1 0,1 1 0,-1 0 0,0 0 0,1-1 0,-1 1 0,0 0 0,1 0 0,0 0 0,13 3 0,14 15 0,-26-17 0,2 2 0,0 1 0,0-1 0,0 0 0,1-1 0,-1 1 0,1-1 0,0 0 0,0 0 0,0 0 0,0-1 0,0 0 0,0 0 0,0 0 0,1-1 0,-1 1 0,0-1 0,0 0 0,1-1 0,-1 1 0,0-1 0,0 0 0,0-1 0,0 1 0,0-1 0,0 0 0,5-3 0,-3 2 0,-1 0 0,-1 0 0,1-1 0,0 0 0,-1 0 0,0 0 0,1-1 0,7-9 0,-12 13 0,0-1 0,0 0 0,0 0 0,0 0 0,0 0 0,0 1 0,-1-1 0,1 0 0,-1 0 0,1 0 0,-1-1 0,0 1 0,0 0 0,0 0 0,0 0 0,0 0 0,0 0 0,0 0 0,-1 0 0,1 0 0,-1 0 0,0 0 0,1 0 0,-1 0 0,0 0 0,0 1 0,0-1 0,0 0 0,-1 1 0,1-1 0,0 0 0,-4-2 0,1 0 0,-2-1 0,1 0 0,0 1 0,-1 0 0,0 1 0,0-1 0,0 1 0,-1 0 0,1 0 0,-1 1 0,1 0 0,-1 0 0,0 1 0,0 0 0,1 0 0,-1 0 0,0 1 0,0 0 0,0 0 0,0 1 0,-10 2 0,11-2 0,-1 1 0,1-1 0,-1 2 0,1-1 0,0 1 0,0-1 0,0 2 0,0-1 0,0 1 0,1 0 0,0 0 0,0 0 0,0 1 0,0-1 0,1 1 0,-1 1 0,1-1 0,0 0 0,1 1 0,0 0 0,0 0 0,-3 8 0,3-2 0,0 0 0,1 1 0,1-1 0,0 1 0,0-1 0,1 1 0,1 0 0,0-1 0,1 1 0,0-1 0,1 0 0,1 0 0,0 0 0,10 22 0,0-6 0,0-2 0,2 1 0,1-2 0,1 0 0,22 22 0,-20-25-273,1-1 0,2-1 0,0-1 0,46 29 0,-23-23-6553</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5.643"/>
    </inkml:context>
    <inkml:brush xml:id="br0">
      <inkml:brushProperty name="width" value="0.05" units="cm"/>
      <inkml:brushProperty name="height" value="0.05" units="cm"/>
      <inkml:brushProperty name="color" value="#FFFFFF"/>
    </inkml:brush>
  </inkml:definitions>
  <inkml:trace contextRef="#ctx0" brushRef="#br0">81 96 24575,'2'-23'0,"-2"16"0,1 1 0,-1 0 0,0-1 0,0 1 0,0 0 0,-1-1 0,0 1 0,-3-9 0,4 15 0,-1-1 0,1 1 0,0-1 0,-1 1 0,1-1 0,-1 1 0,1 0 0,0-1 0,-1 1 0,1 0 0,-1-1 0,1 1 0,-1 0 0,1 0 0,-1-1 0,1 1 0,-1 0 0,0 0 0,1 0 0,-1 0 0,1 0 0,-1 0 0,1 0 0,-1 0 0,0 0 0,1 0 0,-1 0 0,1 0 0,-1 0 0,1 0 0,-1 0 0,1 1 0,-1-1 0,1 0 0,-1 0 0,1 1 0,-1-1 0,1 0 0,-1 1 0,1-1 0,-1 0 0,1 1 0,0-1 0,-1 1 0,-19 21 0,15-14 0,0 0 0,1 0 0,0 0 0,0 1 0,1 0 0,1-1 0,-1 1 0,1 0 0,1 0 0,-1 1 0,2-1 0,-1 0 0,1 0 0,2 16 0,-1-18 0,0 0 0,1-1 0,-1 1 0,1 0 0,0-1 0,1 1 0,0-1 0,0 0 0,0 0 0,1 0 0,0 0 0,0 0 0,0-1 0,1 0 0,0 0 0,0 0 0,0 0 0,0-1 0,1 0 0,6 4 0,-5-5 0,1 1 0,0-1 0,0 0 0,0 0 0,0-1 0,0-1 0,1 1 0,-1-1 0,1 0 0,-1-1 0,1 0 0,-1-1 0,1 1 0,-1-2 0,0 1 0,1-1 0,-1 0 0,0-1 0,0 0 0,0 0 0,-1-1 0,1 0 0,-1 0 0,0-1 0,0 0 0,0 0 0,-1 0 0,1-1 0,-1 0 0,-1 0 0,1-1 0,-1 0 0,0 0 0,-1 0 0,6-11 0,-1-5 0,-2-1 0,0 0 0,6-37 0,-13 61 0,0 0 0,0 0 0,0 0 0,0-1 0,-1 1 0,1 0 0,0 0 0,0 0 0,0 0 0,0 0 0,0 0 0,0 0 0,0 0 0,0 0 0,0 0 0,0-1 0,0 1 0,0 0 0,0 0 0,0 0 0,0 0 0,1 0 0,-1 0 0,0 0 0,0 0 0,0 0 0,0 0 0,0 0 0,0-1 0,0 1 0,0 0 0,0 0 0,0 0 0,0 0 0,0 0 0,0 0 0,0 0 0,0 0 0,0 0 0,1 0 0,-1 0 0,0 0 0,0 0 0,0 0 0,0 0 0,0 0 0,0 0 0,0 0 0,0 0 0,0 0 0,0 0 0,1 0 0,-1 0 0,0 0 0,0 0 0,0 0 0,0 0 0,0 0 0,0 0 0,0 0 0,0 0 0,0 0 0,0 0 0,0 0 0,1 0 0,-1 0 0,0 0 0,5 10 0,6 21 0,-7-19 0,2 2 0,0 0 0,0-1 0,1 0 0,1 0 0,0-1 0,1 0 0,17 18 0,-21-25 0,1 1 0,-1-1 0,1-1 0,0 1 0,0-1 0,1 0 0,-1-1 0,1 1 0,0-1 0,-1-1 0,2 1 0,-1-1 0,0 0 0,0-1 0,1 0 0,-1 0 0,11 0 0,-15-1 0,1-1 0,0 1 0,0-1 0,0 0 0,-1 0 0,1 0 0,0 0 0,-1-1 0,1 1 0,-1-1 0,1 0 0,-1 0 0,0-1 0,0 1 0,0 0 0,0-1 0,0 0 0,-1 0 0,1 0 0,-1 0 0,0 0 0,0 0 0,0-1 0,0 1 0,0 0 0,-1-1 0,1 0 0,-1 1 0,0-1 0,0 0 0,-1 0 0,1-4 0,0-2 0,0-1 0,-1 1 0,0 0 0,-1 0 0,0-1 0,0 1 0,-1 0 0,-1 0 0,0 0 0,0 1 0,-6-12 0,5 12 0,-1 1 0,-1-1 0,-10-13 0,14 20 0,1 0 0,-1 0 0,0 0 0,0 0 0,0 1 0,0-1 0,0 1 0,0-1 0,0 1 0,0 0 0,0 0 0,-1 0 0,1 0 0,-1 0 0,1 0 0,0 1 0,-1-1 0,1 1 0,-1 0 0,-3-1 0,6 1 4,0 0 0,0 0 0,-1 0 0,1 0 0,0 0 0,0 0 0,-1 1 0,1-1 0,0 0 0,-1 0 0,1 0 0,0 0 0,0 0 0,-1 0 0,1 0 0,0 0 0,0 1 0,-1-1 0,1 0 0,0 0 0,0 0 0,0 1 0,-1-1-1,1 0 1,0 0 0,0 0 0,0 1 0,0-1 0,0 0 0,-1 0 0,1 1 0,0-1 0,0 0 0,0 0 0,0 1 0,0-1 0,0 0 0,0 1 0,0-1 0,0 0 0,0 0 0,0 1 0,9 13 167,16 8-1878,-3-8-5119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6.049"/>
    </inkml:context>
    <inkml:brush xml:id="br0">
      <inkml:brushProperty name="width" value="0.05" units="cm"/>
      <inkml:brushProperty name="height" value="0.05" units="cm"/>
      <inkml:brushProperty name="color" value="#FFFFFF"/>
    </inkml:brush>
  </inkml:definitions>
  <inkml:trace contextRef="#ctx0" brushRef="#br0">203 364 24575,'13'-24'0,"-2"-1"0,-1-1 0,-2 0 0,9-39 0,-15 54 0,-1 0 0,0-1 0,0 1 0,-1-1 0,-3-19 0,2 25 0,-1-1 0,1 1 0,-1 0 0,-1 0 0,1 0 0,-1 0 0,0 0 0,0 0 0,-1 1 0,-7-10 0,8 12 0,1 0 0,-1 0 0,1 0 0,-1 1 0,0 0 0,0-1 0,-1 1 0,1 0 0,0 0 0,-1 1 0,1-1 0,-1 1 0,1-1 0,-1 1 0,0 0 0,1 1 0,-1-1 0,0 1 0,0-1 0,0 1 0,0 0 0,1 1 0,-1-1 0,0 1 0,0-1 0,1 1 0,-1 0 0,0 1 0,1-1 0,-1 1 0,-3 1 0,0 2 0,-1 0 0,1 0 0,1 0 0,-1 1 0,1 0 0,0 0 0,0 1 0,0-1 0,1 1 0,0 0 0,1 1 0,-7 14 0,4-4 0,1 1 0,1-1 0,1 1 0,0 1 0,2-1 0,0 0 0,1 1 0,1-1 0,1 1 0,5 29 0,6 15 0,35 111 0,-11-65 0,42 162 0,-77-267 0,1 2 0,-1 0 0,1 1 0,-1-1 0,-1 1 0,0-1 0,0 9 0,0-16 0,0 1 0,0-1 0,0 1 0,0-1 0,0 0 0,0 1 0,-1-1 0,1 1 0,0-1 0,0 1 0,0-1 0,0 1 0,-1-1 0,1 0 0,0 1 0,0-1 0,-1 1 0,1-1 0,0 0 0,-1 1 0,1-1 0,0 0 0,-1 1 0,1-1 0,-1 0 0,1 0 0,0 1 0,-1-1 0,1 0 0,-1 0 0,1 0 0,-1 0 0,1 0 0,-1 1 0,1-1 0,-1 0 0,-1-1 0,1 1 0,-1-1 0,1 0 0,-1 1 0,1-1 0,-1 0 0,1 0 0,0 0 0,0 0 0,-1 0 0,0-1 0,-28-35 0,13 5 0,0-1 0,3 0 0,0-1 0,2-1 0,2 0 0,1 0 0,-7-61 0,14 80 0,1 0 0,0 0 0,1-1 0,1 1 0,1 0 0,4-23 0,-5 33 0,1 1 0,0-1 0,0 1 0,0 0 0,0 0 0,1 0 0,0 0 0,0 0 0,0 1 0,1-1 0,-1 1 0,1 0 0,0 0 0,0 0 0,1 0 0,-1 1 0,1 0 0,0 0 0,0 0 0,0 0 0,9-3 0,-2 3 0,-1 0 0,1 1 0,0 0 0,-1 1 0,1 0 0,0 1 0,0 0 0,18 3 0,-23-2 0,-1 0 0,0 1 0,0-1 0,1 1 0,-1 0 0,0 0 0,-1 1 0,1 0 0,0 0 0,-1 1 0,0-1 0,0 1 0,0 0 0,0 0 0,0 1 0,-1-1 0,6 8 0,-2 8-1365,-6-3-5461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8.779"/>
    </inkml:context>
    <inkml:brush xml:id="br0">
      <inkml:brushProperty name="width" value="0.05" units="cm"/>
      <inkml:brushProperty name="height" value="0.05" units="cm"/>
      <inkml:brushProperty name="color" value="#FFFFFF"/>
    </inkml:brush>
  </inkml:definitions>
  <inkml:trace contextRef="#ctx0" brushRef="#br0">0 319 24575,'8'9'0,"0"1"0,-1 0 0,0 1 0,0-1 0,-1 1 0,-1 1 0,0-1 0,-1 1 0,0 0 0,0 0 0,-1 0 0,1 14 0,1 10 0,-1 1 0,-2-1 0,-4 48 0,3-289 0,-3 91 0,1 48 0,1-55 0,1 103 0,1-1 0,1 1 0,0 0 0,8-24 0,-10 39 0,0 0 0,0 0 0,0 1 0,1-1 0,-1 0 0,0 1 0,1-1 0,0 1 0,0-1 0,-1 1 0,1 0 0,1 0 0,-1 0 0,0 0 0,0 0 0,1 0 0,-1 0 0,6-2 0,-5 4 0,0-1 0,1 1 0,-1-1 0,0 1 0,1 0 0,-1 0 0,0 0 0,0 1 0,1-1 0,-1 1 0,0 0 0,0 0 0,0 0 0,1 0 0,-1 0 0,5 4 0,4 2 0,0 1 0,0 1 0,-1 0 0,0 0 0,0 1 0,-1 1 0,-1 0 0,1 0 0,-2 1 0,0 0 0,0 0 0,8 20 0,-10-20 0,-1 0 0,0 0 0,-1 1 0,0-1 0,-1 1 0,-1 0 0,0 0 0,0 0 0,-1 0 0,-1 0 0,-1 0 0,1 0 0,-2 0 0,-3 14 0,2-18 0,0 0 0,-1-1 0,0 1 0,0-1 0,-1 0 0,0-1 0,0 1 0,-1-1 0,0 0 0,0 0 0,-1-1 0,0 1 0,-14 9 0,12-10 0,-1 0 0,0-1 0,-1 0 0,1 0 0,-1-1 0,0-1 0,0 0 0,0 0 0,0-1 0,-21 1 0,31-3 0,0 0 0,0 0 0,0 0 0,-1 0 0,1 0 0,0 0 0,0 0 0,0 0 0,0 0 0,0-1 0,0 1 0,0 0 0,0-1 0,-1 1 0,1-1 0,1 0 0,-1 1 0,0-1 0,0 0 0,-1 0 0,2 0 0,0 0 0,0 1 0,-1-1 0,1 1 0,0-1 0,0 0 0,1 1 0,-1-1 0,0 0 0,0 1 0,0-1 0,0 0 0,0 1 0,1-1 0,-1 0 0,0 1 0,1-1 0,-1 1 0,0-1 0,1 1 0,-1-1 0,0 1 0,1-1 0,-1 1 0,1-1 0,-1 1 0,1-1 0,0 1 0,-1 0 0,1-1 0,-1 1 0,1 0 0,0-1 0,6-3 0,0 0 0,1 0 0,-1 0 0,1 1 0,0 0 0,0 0 0,0 1 0,0 0 0,0 0 0,0 1 0,1 0 0,10 0 0,-14 2 0,0-1 0,0 1 0,0 0 0,1 0 0,-1 0 0,0 1 0,0 0 0,-1 0 0,1 0 0,0 0 0,-1 1 0,1 0 0,-1 0 0,0 0 0,0 0 0,0 1 0,0 0 0,-1-1 0,1 2 0,4 5 0,21 39 0,-17-28 0,1 0 0,23 27 0,-30-42 0,0 1 0,1-1 0,0 0 0,0-1 0,0 0 0,0 0 0,1 0 0,0-1 0,0 0 0,13 4 0,-15-6 0,-1-1 0,1 1 0,0-1 0,1 0 0,-1 0 0,0 0 0,0-1 0,0 0 0,0 0 0,7-2 0,-10 1 0,-1 1 0,1-1 0,-1 0 0,1 0 0,-1-1 0,0 1 0,1 0 0,-1-1 0,0 1 0,0-1 0,0 0 0,0 0 0,0 0 0,-1 0 0,1 0 0,0 0 0,-1 0 0,0-1 0,1 1 0,-1 0 0,0-1 0,0 1 0,0-1 0,-1 1 0,2-5 0,1-16 0,-2 0 0,0 0 0,-1 0 0,-1 0 0,-6-37 0,2 18 0,3 20 0,0 5 0,0 0 0,0 0 0,-2 0 0,-6-20 0,10 36 0,0 0 0,0 0 0,-1 1 0,1-1 0,0 0 0,-1 0 0,1 0 0,-1 0 0,1 1 0,-1-1 0,1 0 0,-1 1 0,1-1 0,-1 0 0,0 1 0,1-1 0,-1 1 0,0-1 0,0 0 0,1 1 0,-1 0 0,0-1 0,0 1 0,0 0 0,0-1 0,-1 1 0,1 0 0,0 0 0,0 1 0,0-1 0,-1 1 0,1-1 0,0 1 0,0-1 0,0 1 0,0 0 0,0 0 0,0-1 0,0 1 0,1 0 0,-1 0 0,0 0 0,-1 2 0,-4 5 0,1 1 0,0-1 0,-5 15 0,1-3 0,1 1 0,-5 25 0,11-41 0,1 0 0,0 0 0,0 1 0,1-1 0,-1 1 0,1-1 0,1 0 0,-1 1 0,1-1 0,-1 0 0,2 1 0,-1-1 0,0 0 0,1 0 0,2 5 0,-1-7 0,0 0 0,-1 0 0,1 0 0,0 0 0,0-1 0,0 0 0,1 1 0,-1-1 0,0 0 0,1-1 0,-1 1 0,1-1 0,0 1 0,0-1 0,-1 0 0,1 0 0,0-1 0,0 1 0,0-1 0,0 0 0,5 0 0,6-1 0,1 0 0,0-1 0,-1 0 0,16-5 0,-16 3 0,0-1 0,-1-1 0,0 0 0,0-1 0,0-1 0,-1 0 0,17-13 0,-22 15 0,0-1 0,-1 1 0,0-2 0,0 1 0,-1-1 0,0 0 0,0 0 0,-1-1 0,0 1 0,0-1 0,-1 0 0,4-14 0,-7 19 0,0-1 0,0 1 0,-1 0 0,0-1 0,0 1 0,0 0 0,0-1 0,-1 1 0,0 0 0,0 0 0,0-1 0,0 1 0,-1 0 0,1 0 0,-3-4 0,3 6 0,0 0 0,-1 1 0,1-1 0,0 0 0,-1 0 0,1 0 0,-1 1 0,1-1 0,-1 1 0,0 0 0,0-1 0,1 1 0,-1 0 0,0 0 0,0 0 0,0 0 0,0 0 0,0 0 0,-1 1 0,1-1 0,0 1 0,0 0 0,0-1 0,-1 1 0,1 0 0,0 0 0,0 0 0,-1 1 0,1-1 0,-2 1 0,3-1 0,1 0 0,-1 0 0,1 1 0,-1-1 0,1 0 0,-1 0 0,1 1 0,-1-1 0,1 0 0,-1 0 0,1 1 0,-1-1 0,1 1 0,-1-1 0,1 0 0,0 1 0,-1-1 0,1 1 0,0-1 0,-1 1 0,1-1 0,0 1 0,0-1 0,-1 1 0,1-1 0,0 1 0,0-1 0,0 1 0,0 0 0,0-1 0,0 1 0,0-1 0,0 1 0,0-1 0,0 1 0,0 0 0,0-1 0,0 1 0,0-1 0,1 1 0,-1-1 0,1 2 0,14 24 0,-12-21 0,52 77 0,-17-26 0,51 97 0,-86-146 0,8 14 0,-1 1 0,-1 0 0,-1 0 0,-1 1 0,4 27 0,-10-49 11,-1 1-1,0 0 0,1 0 1,-1 0-1,0-1 0,0 1 1,0 0-1,-1 0 0,1 0 1,0-1-1,-1 1 0,1 0 1,-1 0-1,0-1 0,1 1 1,-1-1-1,0 1 0,0 0 1,0-1-1,0 1 0,0-1 1,-1 0-1,1 1 0,0-1 1,-1 0-1,1 0 1,-1 0-1,1 0 0,-1 0 1,1 0-1,-1 0 0,-1 0 1,-2 0-167,0 0 1,0 0 0,1 0 0,-1-1 0,0 0 0,0 0 0,0 0-1,0 0 1,1-1 0,-9-2 0,-11-4-6671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8.950"/>
    </inkml:context>
    <inkml:brush xml:id="br0">
      <inkml:brushProperty name="width" value="0.05" units="cm"/>
      <inkml:brushProperty name="height" value="0.05" units="cm"/>
      <inkml:brushProperty name="color" value="#FFFFFF"/>
    </inkml:brush>
  </inkml:definitions>
  <inkml:trace contextRef="#ctx0" brushRef="#br0">16 0 24575,'-3'0'0,"-3"0"0,-1 3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9.607"/>
    </inkml:context>
    <inkml:brush xml:id="br0">
      <inkml:brushProperty name="width" value="0.05" units="cm"/>
      <inkml:brushProperty name="height" value="0.05" units="cm"/>
      <inkml:brushProperty name="color" value="#FFFFFF"/>
    </inkml:brush>
  </inkml:definitions>
  <inkml:trace contextRef="#ctx0" brushRef="#br0">0 62 24575,'1'3'0,"1"0"0,-1-1 0,0 1 0,1 0 0,-1 0 0,1 0 0,0-1 0,0 1 0,0-1 0,0 0 0,0 1 0,1-1 0,-1 0 0,4 2 0,8 9 0,-6-5 0,0 0 0,1-1 0,19 13 0,-24-17 0,1 0 0,1 0 0,-1 0 0,0-1 0,1 0 0,-1 0 0,1-1 0,-1 1 0,10 0 0,-13-2 0,-1 0 0,0 0 0,1 0 0,-1 0 0,0 0 0,1 0 0,-1 0 0,0-1 0,1 1 0,-1 0 0,0-1 0,0 1 0,0-1 0,1 0 0,-1 1 0,0-1 0,0 0 0,0 0 0,0 0 0,0 0 0,0 1 0,1-3 0,-1 1 0,0 0 0,-1 0 0,1 0 0,0 0 0,-1 0 0,1 0 0,-1 0 0,0 0 0,1 0 0,-1 0 0,0 0 0,-1-4 0,0-2 0,-1 0 0,0 1 0,0-1 0,0 1 0,-1-1 0,-6-9 0,6 10 0,-1 0 0,0 1 0,-1-1 0,1 1 0,-1 0 0,0 0 0,-1 1 0,1-1 0,-1 1 0,-12-7 0,17 11 0,0 1 0,0 0 0,0-1 0,0 1 0,-1 0 0,1 0 0,0-1 0,0 1 0,0 0 0,0 0 0,0 1 0,-1-1 0,1 0 0,0 0 0,0 0 0,0 1 0,0-1 0,0 1 0,0-1 0,-2 2 0,1-1 0,-1 1 0,1 0 0,0 0 0,0 0 0,0 0 0,0 0 0,0 1 0,-1 1 0,-3 6 0,1 0 0,0 0 0,-4 12 0,6-12 0,0 0 0,0 0 0,0 1 0,2-1 0,-1 1 0,1-1 0,1 1 0,0 0 0,0-1 0,1 1 0,1-1 0,-1 1 0,2-1 0,5 19 0,-4-21 0,0 1 0,1 0 0,0-1 0,0 0 0,1 0 0,0 0 0,0-1 0,1 0 0,0 0 0,0-1 0,1 0 0,-1 0 0,1 0 0,0-1 0,1-1 0,12 6 0,-7-4 0,0-1 0,0-1 0,1-1 0,-1 0 0,1 0 0,-1-2 0,1 0 0,0 0 0,0-1 0,0-1 0,20-4 0,-27 3 0,-1 1 0,0-1 0,0 0 0,0-1 0,0 0 0,0 0 0,-1 0 0,1-1 0,-1 0 0,0 0 0,0-1 0,0 0 0,-1 0 0,1 0 0,-1 0 0,0-1 0,-1 0 0,0 0 0,0 0 0,0-1 0,0 1 0,-1-1 0,0 0 0,2-8 0,-2 3 0,-1 1 0,0 0 0,-1-1 0,0 1 0,-1-1 0,-2-17 0,2 25 0,0 1 0,-1-1 0,1 0 0,-1 0 0,0 0 0,-1 0 0,1 0 0,0 1 0,-1-1 0,0 1 0,0-1 0,0 1 0,0-1 0,-1 1 0,1 0 0,-1 0 0,0 0 0,0 1 0,0-1 0,0 1 0,0-1 0,-4-1 0,6 3 0,-1 1 0,1-1 0,0 1 0,0-1 0,-1 1 0,1 0 0,0-1 0,-1 1 0,1 0 0,0 0 0,-1 0 0,1 0 0,0 0 0,-1 0 0,1 0 0,-1 0 0,1 0 0,0 1 0,0-1 0,-1 1 0,1-1 0,0 1 0,-2 1 0,1-1 0,1 0 0,0 1 0,0-1 0,0 1 0,0-1 0,0 1 0,0 0 0,0 0 0,0-1 0,0 1 0,1 0 0,-1 0 0,1 0 0,-1 3 0,0 3 0,1 0 0,0 1 0,0-1 0,1 0 0,0 1 0,3 11 0,-1-10 18,1-1 0,0 1 0,0-1 0,1 0 0,0 0 0,1-1 0,0 0 0,0 0 0,0 0 0,1-1 0,1 0 0,-1 0 0,1 0 0,0-1 0,1-1 0,-1 1 0,1-1 0,18 7 0,-20-9-87,1 0 1,-1-1 0,1 0 0,0 0-1,0-1 1,0 0 0,-1 0-1,1-1 1,0 0 0,0 0 0,0-1-1,0 0 1,0 0 0,0-1 0,0 0-1,-1 0 1,1-1 0,-1 0 0,0-1-1,0 1 1,0-1 0,0 0-1,0-1 1,6-6 0,8-10-6758</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29.904"/>
    </inkml:context>
    <inkml:brush xml:id="br0">
      <inkml:brushProperty name="width" value="0.05" units="cm"/>
      <inkml:brushProperty name="height" value="0.05" units="cm"/>
      <inkml:brushProperty name="color" value="#FFFFFF"/>
    </inkml:brush>
  </inkml:definitions>
  <inkml:trace contextRef="#ctx0" brushRef="#br0">147 110 24575,'-4'-10'0,"0"-1"0,-1 1 0,0 1 0,-9-13 0,11 17 0,0 1 0,-1 0 0,1 0 0,-1 0 0,0 0 0,0 1 0,0-1 0,0 1 0,-1 0 0,-8-4 0,12 6 0,0 1 0,-1-1 0,1 1 0,0 0 0,-1-1 0,1 1 0,-1 0 0,1 0 0,-1 0 0,1 0 0,0 0 0,-1 1 0,1-1 0,-1 0 0,1 1 0,0-1 0,-1 1 0,1-1 0,0 1 0,-1-1 0,1 1 0,0 0 0,0 0 0,0 0 0,0 0 0,0 0 0,0 0 0,0 0 0,0 0 0,0 0 0,0 0 0,0 0 0,1 1 0,-1-1 0,0 2 0,-3 4 0,2 0 0,-1 1 0,1-1 0,0 1 0,-1 10 0,0 13 0,2 0 0,0-1 0,2 1 0,2 0 0,1-1 0,14 58 0,-4-40 0,2 0 0,2-1 0,35 64 0,-43-95 0,-6-14 0,-5-25 0,-1 7 0,0-7 0,0 0 0,2 0 0,0 1 0,6-36 0,-5 53 0,0-1 0,0 0 0,0 1 0,1-1 0,0 1 0,1 0 0,-1-1 0,1 1 0,0 0 0,0 1 0,0-1 0,1 0 0,-1 1 0,1 0 0,1 0 0,-1 0 0,0 0 0,1 1 0,0-1 0,0 1 0,0 1 0,0-1 0,9-3 0,-11 5-41,0 1 0,0-1-1,0 0 1,0 1-1,0 0 1,0 0 0,0 0-1,0 0 1,1 0 0,-1 1-1,0 0 1,0-1-1,0 1 1,0 0 0,0 0-1,0 1 1,-1-1 0,1 0-1,0 1 1,-1 0-1,1 0 1,-1 0 0,1 0-1,-1 0 1,0 0 0,0 0-1,0 1 1,0-1-1,0 1 1,-1 0 0,1-1-1,1 6 1,5 10-6785</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1.863"/>
    </inkml:context>
    <inkml:brush xml:id="br0">
      <inkml:brushProperty name="width" value="0.05" units="cm"/>
      <inkml:brushProperty name="height" value="0.05" units="cm"/>
      <inkml:brushProperty name="color" value="#FFFFFF"/>
    </inkml:brush>
  </inkml:definitions>
  <inkml:trace contextRef="#ctx0" brushRef="#br0">146 384 24575,'-3'13'0,"2"-12"0,1 0 0,-1-1 0,1 1 0,0 0 0,0 0 0,-1-1 0,1 1 0,0 0 0,0 0 0,0 0 0,0-1 0,0 1 0,0 0 0,0 0 0,0 0 0,0 0 0,0-1 0,0 1 0,1 0 0,-1 0 0,0-1 0,0 1 0,1 0 0,-1 0 0,1-1 0,-1 1 0,1 1 0,2 1 0,0 0 0,0-1 0,0 1 0,0 0 0,0-1 0,1 0 0,-1 0 0,1 0 0,-1 0 0,1-1 0,0 1 0,0-1 0,0 0 0,0 0 0,-1 0 0,1-1 0,0 1 0,0-1 0,0 0 0,1 0 0,-1 0 0,0-1 0,5-1 0,4 0 0,-1-1 0,1-1 0,0 0 0,-1 0 0,22-12 0,-28 13 0,-1-1 0,1 1 0,-1-1 0,0 0 0,0 0 0,-1 0 0,1-1 0,-1 0 0,0 0 0,0 0 0,-1 0 0,5-7 0,-7 9 0,0 1 0,0-1 0,-1 1 0,1-1 0,-1 0 0,1 1 0,-1-1 0,0 0 0,0 1 0,0-1 0,0 0 0,0 0 0,0 1 0,-1-1 0,0 0 0,1 1 0,-1-1 0,0 1 0,0-1 0,0 1 0,-1 0 0,1-1 0,-1 1 0,1 0 0,-1 0 0,0 0 0,1 0 0,-1 0 0,0 0 0,-1 0 0,-2-1 0,-2-2 0,1 1 0,-1 0 0,-1 1 0,1 0 0,0 0 0,-1 1 0,0 0 0,1 0 0,-1 0 0,0 1 0,0 1 0,0-1 0,0 1 0,0 0 0,-15 3 0,8-1 0,1 1 0,-1 1 0,1 0 0,0 1 0,0 0 0,1 1 0,-23 13 0,28-13 0,-1 0 0,1 1 0,0 0 0,1 0 0,0 0 0,0 1 0,0 0 0,1 1 0,0-1 0,1 1 0,0 0 0,-4 11 0,7-16 0,0 1 0,1 0 0,-1 0 0,1 0 0,0 1 0,1-1 0,-1 0 0,1 0 0,0 0 0,0 1 0,1-1 0,-1 0 0,1 0 0,0 0 0,1 0 0,-1 0 0,1 0 0,0 0 0,0 0 0,1-1 0,-1 1 0,1-1 0,0 0 0,0 1 0,7 5 0,-1-2 0,1-1 0,-1 0 0,1 0 0,1-1 0,-1 0 0,1-1 0,0 0 0,0-1 0,1 0 0,-1-1 0,1 0 0,0-1 0,13 1 0,7 0 0,1-2 0,0-1 0,51-7 0,-49 2 0,-1-1 0,0-2 0,38-14 0,-54 16 0,-1-2 0,0 0 0,0-1 0,-1 0 0,0-1 0,-1-1 0,21-19 0,-32 27 0,-1 0 0,0-1 0,0 1 0,-1-1 0,1 0 0,-1 0 0,0 0 0,0 0 0,3-8 0,-5 11 0,1 0 0,-1-1 0,0 1 0,0 0 0,0-1 0,0 1 0,0 0 0,0 0 0,0-1 0,0 1 0,0 0 0,-1-1 0,1 1 0,-1 0 0,1 0 0,-1 0 0,1-1 0,-1 1 0,1 0 0,-1 0 0,0 0 0,0 0 0,0 0 0,0 0 0,1 0 0,-1 1 0,0-1 0,-1 0 0,1 0 0,0 1 0,0-1 0,0 0 0,0 1 0,0-1 0,-1 1 0,1 0 0,-3-1 0,4 1 0,-1-1 0,0 1 0,1 0 0,-1 0 0,0-1 0,0 1 0,1 0 0,-1 0 0,0 0 0,0 0 0,1 0 0,-1 0 0,0 0 0,0 0 0,1 0 0,-1 1 0,0-1 0,1 0 0,-1 0 0,0 1 0,0-1 0,1 0 0,-2 1 0,4 0 0,7-6 0,-8 4 0,1-1 0,-1 1 0,1 0 0,-1-1 0,0 1 0,0-1 0,0 0 0,0 1 0,0-1 0,0 0 0,0 1 0,0-1 0,-1 0 0,1 0 0,-1 0 0,1 0 0,-1 0 0,0 1 0,0-1 0,0 0 0,0 0 0,0 0 0,0 0 0,0 0 0,-1 0 0,1 0 0,-1 0 0,1 1 0,-1-1 0,0 0 0,1 0 0,-1 1 0,0-1 0,0 0 0,-1 1 0,1-1 0,0 1 0,0-1 0,-1 1 0,-1-2 0,-2-1 0,1-1 0,-2 1 0,1 0 0,0 0 0,-1 1 0,0 0 0,0 0 0,0 0 0,0 1 0,-9-3 0,12 4 0,0 0 0,0 1 0,0 0 0,0-1 0,0 1 0,0 0 0,0 1 0,0-1 0,0 0 0,0 1 0,1 0 0,-1-1 0,0 1 0,0 0 0,0 1 0,1-1 0,-1 0 0,1 1 0,-1-1 0,1 1 0,0 0 0,-1 0 0,1 0 0,0 0 0,-2 3 0,2-2 0,0 0 0,1 0 0,-1 0 0,1 0 0,0 1 0,0-1 0,0 1 0,0-1 0,0 1 0,1-1 0,-1 1 0,1-1 0,0 1 0,0-1 0,0 1 0,1-1 0,-1 1 0,1-1 0,0 1 0,2 5 0,1-1 0,0 0 0,0-1 0,1 1 0,0-1 0,0-1 0,0 1 0,1-1 0,0 1 0,0-2 0,1 1 0,-1-1 0,1 0 0,1 0 0,-1-1 0,14 7 0,-16-9 0,0 0 0,0 0 0,1 0 0,-1-1 0,0 0 0,0 0 0,1 0 0,-1 0 0,1-1 0,-1 0 0,1 0 0,-1-1 0,0 1 0,1-1 0,-1 0 0,0-1 0,1 1 0,-1-1 0,0 0 0,0-1 0,0 1 0,-1-1 0,1 0 0,0 0 0,5-5 0,0-3 0,-2 1 0,1-1 0,-2-1 0,1 1 0,-1-1 0,-1-1 0,-1 1 0,1-1 0,-2 0 0,0 0 0,3-19 0,1-11 0,-2-1 0,-1-52 0,-4 86 0,-2-46 0,1 53 0,-1 0 0,1 0 0,-1 0 0,1 0 0,-1 0 0,0 0 0,0 1 0,0-1 0,-1 0 0,1 0 0,-1 1 0,1-1 0,-1 1 0,-3-4 0,5 5 0,-1 1 0,1 0 0,-1-1 0,1 1 0,-1 0 0,1-1 0,0 1 0,-1 0 0,1 0 0,-1-1 0,1 1 0,-1 0 0,0 0 0,1 0 0,-1 0 0,1 0 0,-1 0 0,1 0 0,-1 0 0,1 0 0,-1 0 0,1 0 0,-1 0 0,1 0 0,-1 0 0,1 0 0,-1 1 0,0-1 0,-11 14 0,0 23 0,8-14 0,1 1 0,1-1 0,1 1 0,1 0 0,2-1 0,0 1 0,1-1 0,1 0 0,2 0 0,0 0 0,1 0 0,12 25 0,-15-41 0,-1-1 0,1 1 0,0 0 0,1-1 0,0 0 0,0 0 0,0 0 0,0-1 0,1 0 0,0 0 0,0 0 0,1 0 0,-1-1 0,1 0 0,0-1 0,0 0 0,0 0 0,0 0 0,1-1 0,-1 0 0,1 0 0,-1-1 0,1 0 0,0 0 0,0-1 0,-1 0 0,1 0 0,12-3 0,-6 1 0,0 0 0,1-1 0,-1-1 0,0-1 0,20-9 0,-27 11 0,-1-1 0,1 1 0,-1-1 0,0-1 0,0 1 0,0-1 0,-1 0 0,0-1 0,0 1 0,0-1 0,-1 0 0,6-9 0,-10 19 0,0 0 0,0 0 0,0 0 0,1 0 0,-1 0 0,1 0 0,0 0 0,0 0 0,0 0 0,1 0 0,0-1 0,-1 1 0,5 5 0,-3-5-227,-1-1-1,1 1 1,0-1-1,0 0 1,7 5-1,2 0-6598</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2.003"/>
    </inkml:context>
    <inkml:brush xml:id="br0">
      <inkml:brushProperty name="width" value="0.05" units="cm"/>
      <inkml:brushProperty name="height" value="0.05" units="cm"/>
      <inkml:brushProperty name="color" value="#FFFFFF"/>
    </inkml:brush>
  </inkml:definitions>
  <inkml:trace contextRef="#ctx0" brushRef="#br0">67 75 24575,'-3'-5'0,"-6"-8"0,-4-4 0,-3-2 0,1 5 0,6 8 0,8 7 0,6 10 0,5 4 0,1 1-8191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2.270"/>
    </inkml:context>
    <inkml:brush xml:id="br0">
      <inkml:brushProperty name="width" value="0.05" units="cm"/>
      <inkml:brushProperty name="height" value="0.05" units="cm"/>
      <inkml:brushProperty name="color" value="#FFFFFF"/>
    </inkml:brush>
  </inkml:definitions>
  <inkml:trace contextRef="#ctx0" brushRef="#br0">33 40 24575,'0'-3'0,"-1"0"0,1 0 0,-1 0 0,0 0 0,0 0 0,-1 1 0,1-1 0,-1 0 0,1 1 0,-1-1 0,0 1 0,-3-4 0,5 6 0,0 0 0,-1 0 0,1-1 0,0 1 0,-1 0 0,1 0 0,0 0 0,-1 0 0,1 1 0,0-1 0,-1 0 0,1 0 0,0 0 0,-1 0 0,1 0 0,0 0 0,-1 0 0,1 1 0,0-1 0,-1 0 0,1 0 0,0 0 0,0 1 0,-1-1 0,1 0 0,0 0 0,0 1 0,0-1 0,-1 0 0,1 0 0,0 1 0,0-1 0,0 0 0,0 1 0,0-1 0,0 0 0,0 1 0,-1-1 0,1 0 0,0 1 0,0-1 0,0 0 0,0 1 0,0-1 0,0 0 0,1 1 0,-1-1 0,-3 21 0,3-21 0,-1 50 0,2 1 0,2-1 0,16 84 0,-11-91 0,2-1 0,1 0 0,3-1 0,25 57 0,-35-91 86,0 0-1,0-1 0,9 12 1,-12-17-135,-1 0 0,1 0 0,0 0 1,0 0-1,-1 0 0,1 0 0,0 0 0,0-1 1,0 1-1,0 0 0,0-1 0,0 1 1,0 0-1,0-1 0,0 1 0,0-1 1,0 0-1,1 1 0,-1-1 0,0 0 1,0 0-1,0 0 0,0 0 0,1 0 1,-1 0-1,0 0 0,0 0 0,0 0 1,1 0-1,-1-1 0,0 1 0,0 0 0,0-1 1,1 0-1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2.395"/>
    </inkml:context>
    <inkml:brush xml:id="br0">
      <inkml:brushProperty name="width" value="0.05" units="cm"/>
      <inkml:brushProperty name="height" value="0.05" units="cm"/>
      <inkml:brushProperty name="color" value="#FFFFFF"/>
    </inkml:brush>
  </inkml:definitions>
  <inkml:trace contextRef="#ctx0" brushRef="#br0">25 85 24575,'-3'-3'0,"-3"-4"0,-1-2 0,1-4 0,4-2 0,8 2 0,5 3 0,10 3 0,6 2 0,7 3 0,3 2 0,1 0 0,-6 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4.129"/>
    </inkml:context>
    <inkml:brush xml:id="br0">
      <inkml:brushProperty name="width" value="0.05" units="cm"/>
      <inkml:brushProperty name="height" value="0.05" units="cm"/>
      <inkml:brushProperty name="color" value="#FFFFFF"/>
    </inkml:brush>
  </inkml:definitions>
  <inkml:trace contextRef="#ctx0" brushRef="#br0">109 1 24575,'8'0'0,"15"2"0,-23 4 0,-13 6 0,1-3 0,1 1 0,0 1 0,0 0 0,1 1 0,1 0 0,0 0 0,1 1 0,0 0 0,0 0 0,2 1 0,-6 15 0,9-22 0,1 1 0,0-1 0,1 0 0,0 1 0,0-1 0,0 1 0,1 0 0,0-1 0,0 1 0,1-1 0,0 1 0,1-1 0,-1 1 0,2-1 0,-1 0 0,1 0 0,0 0 0,0 0 0,1 0 0,-1-1 0,2 0 0,-1 1 0,1-1 0,6 6 0,-2-3 31,1-1 0,-1-1 0,1 0 0,1 0 0,-1-1 0,1 0 0,0-1 0,0 0 1,1-1-1,13 3 0,3 0-458,0-2 0,0-1 1,34 0-1,-17-2-6399</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5.297"/>
    </inkml:context>
    <inkml:brush xml:id="br0">
      <inkml:brushProperty name="width" value="0.05" units="cm"/>
      <inkml:brushProperty name="height" value="0.05" units="cm"/>
      <inkml:brushProperty name="color" value="#FFFFFF"/>
    </inkml:brush>
  </inkml:definitions>
  <inkml:trace contextRef="#ctx0" brushRef="#br0">52 385 24575,'-4'-2'0,"0"0"0,0-1 0,0 1 0,0-1 0,0 0 0,0 0 0,1-1 0,-1 1 0,1-1 0,0 0 0,0 1 0,1-1 0,-3-5 0,5 8 0,0 1 0,0-1 0,0 1 0,0-1 0,0 0 0,0 1 0,0-1 0,0 1 0,1-1 0,-1 0 0,0 1 0,0-1 0,1 1 0,-1-1 0,0 1 0,1-1 0,-1 1 0,1-1 0,-1 1 0,0 0 0,1-1 0,-1 1 0,1 0 0,-1-1 0,1 1 0,0 0 0,-1-1 0,1 1 0,-1 0 0,1 0 0,-1 0 0,1 0 0,0-1 0,-1 1 0,1 0 0,-1 0 0,1 0 0,0 0 0,0 1 0,28-1 0,-5 5 0,0 0 0,30 12 0,-43-13 0,0 0 0,0 1 0,0 1 0,-1 0 0,0 0 0,17 14 0,-25-18 0,0-1 0,0 1 0,-1 0 0,1 0 0,-1-1 0,1 1 0,-1 0 0,0 0 0,1 0 0,-1 0 0,0 1 0,-1-1 0,1 0 0,0 0 0,0 1 0,-1-1 0,0 0 0,1 1 0,-1-1 0,0 0 0,0 1 0,0-1 0,0 1 0,-2 3 0,1-3 0,0-1 0,0 0 0,-1 1 0,1-1 0,-1 0 0,1 0 0,-1 0 0,0 0 0,0 0 0,0 0 0,0 0 0,0-1 0,0 1 0,-1-1 0,1 1 0,0-1 0,-1 0 0,1 0 0,-1 0 0,1 0 0,-5 0 0,3 0 0,1-1 0,-1 1 0,0-1 0,0 0 0,0 0 0,0 0 0,-6-1 0,9 0 0,1 1 0,-1 0 0,1 0 0,-1 0 0,0 0 0,1-1 0,-1 1 0,1 0 0,-1 0 0,0-1 0,1 1 0,-1 0 0,1-1 0,-1 1 0,1-1 0,-1 1 0,1-1 0,0 1 0,-1-1 0,1 1 0,0-1 0,-1 1 0,1-1 0,0 0 0,-1 1 0,1-1 0,0 1 0,0-1 0,0 0 0,0 1 0,0-1 0,0 0 0,0 1 0,0-1 0,0 0 0,0 1 0,0-1 0,0 0 0,0 1 0,0-1 0,0 1 0,1-1 0,-1 0 0,0 1 0,1-1 0,-1 1 0,0-1 0,1 1 0,-1-1 0,1 1 0,-1-1 0,0 1 0,1-1 0,0 0 0,3-3 0,-1 0 0,1 1 0,0-1 0,0 1 0,1-1 0,-1 1 0,1 0 0,0 1 0,-1-1 0,10-2 0,53-16 0,-60 19 0,18-4 0,1 2 0,-1 0 0,1 2 0,0 0 0,-1 2 0,1 1 0,0 1 0,-1 1 0,1 1 0,-1 2 0,0 0 0,38 16 0,-58-20 0,1 0 0,-1 0 0,0-1 0,1 1 0,0-1 0,6 0 0,-10-1 0,-1 0 0,0 0 0,1 0 0,-1 0 0,0-1 0,0 1 0,1 0 0,-1-1 0,0 1 0,0-1 0,1 1 0,-1-1 0,0 0 0,0 1 0,0-1 0,0 0 0,0 0 0,0 0 0,0 0 0,0 0 0,0 0 0,-1 0 0,1 0 0,0 0 0,-1 0 0,1 0 0,-1-1 0,1 1 0,-1 0 0,1 0 0,-1-1 0,1-1 0,-1-1 0,1 1 0,0-1 0,-1 0 0,1 0 0,-1 0 0,0 1 0,0-1 0,-1 0 0,1 0 0,-1 0 0,0 1 0,0-1 0,0 0 0,0 1 0,-1-1 0,1 1 0,-1-1 0,0 1 0,0 0 0,0 0 0,-1 0 0,1 0 0,-1 0 0,-3-3 0,3 4 0,-1-1 0,0 1 0,1 0 0,-1 0 0,0 0 0,-1 1 0,1 0 0,0-1 0,0 1 0,0 0 0,-1 1 0,1-1 0,-1 1 0,1 0 0,0 0 0,-1 0 0,1 1 0,0 0 0,-1 0 0,-7 2 0,6-1 0,0 1 0,-1-1 0,1 1 0,0 0 0,0 1 0,1 0 0,-1 0 0,1 0 0,0 0 0,0 1 0,0 0 0,0 0 0,1 0 0,0 1 0,-5 8 0,7-11 0,1 1 0,-1-1 0,1 1 0,0-1 0,0 1 0,0 0 0,0-1 0,1 1 0,-1 0 0,1 0 0,0-1 0,0 1 0,1 0 0,-1 0 0,1-1 0,0 1 0,0 0 0,0-1 0,0 1 0,1-1 0,-1 1 0,1-1 0,0 0 0,0 1 0,0-1 0,0 0 0,1-1 0,-1 1 0,5 3 0,1 1 0,0-1 0,0 0 0,1 0 0,0-1 0,0 0 0,1-1 0,-1 0 0,19 5 0,8 0 0,39 5 0,-44-9 0,0-1 0,0-2 0,0-1 0,0-2 0,58-8 0,-75 6 0,-1 0 0,0-1 0,0-1 0,0 0 0,0 0 0,20-13 0,-25 12 0,0 0 0,-1 0 0,0-1 0,1 1 0,-2-2 0,1 1 0,-1-1 0,0 0 0,-1 0 0,6-12 0,-9 16 0,0 1 0,-1 0 0,0 0 0,0-1 0,0 1 0,0-1 0,0 1 0,-1-1 0,1 1 0,-1-1 0,0 1 0,0-1 0,0 1 0,-1-1 0,1 1 0,-1-1 0,-2-6 0,2 8 0,-1 0 0,1 0 0,0 0 0,-1-1 0,0 1 0,0 1 0,1-1 0,-1 0 0,0 0 0,0 1 0,-1-1 0,1 1 0,0 0 0,0-1 0,-1 1 0,1 0 0,-1 0 0,1 1 0,-1-1 0,1 0 0,-1 1 0,1 0 0,-1 0 0,-4 0 0,-1 0 0,0 1 0,0 0 0,0 0 0,0 1 0,1 0 0,-1 0 0,1 1 0,-1 0 0,-7 4 0,9-4 0,1 0 0,-1 1 0,1-1 0,-1 1 0,1 0 0,1 1 0,-1-1 0,0 1 0,1 0 0,0 0 0,-5 8 0,8-11 0,0-1 0,1 1 0,-1-1 0,0 1 0,1-1 0,0 1 0,-1-1 0,1 1 0,0-1 0,0 1 0,-1-1 0,1 1 0,0 0 0,1-1 0,-1 1 0,0-1 0,0 1 0,1-1 0,-1 1 0,1 0 0,0 1 0,1-1 0,-1 0 0,1 0 0,0 0 0,0 0 0,-1 0 0,1 0 0,0 0 0,1-1 0,-1 1 0,0-1 0,5 2 0,3 2 0,1-2 0,-1 1 0,1-1 0,22 2 0,-20-4 0,0 0 0,1-1 0,-1-1 0,0 0 0,0 0 0,0-2 0,16-4 0,-23 5 0,-1 0 0,1 0 0,-1-1 0,1 1 0,-1-1 0,0-1 0,0 1 0,5-5 0,-8 6 0,1 0 0,-1-1 0,0 1 0,0-1 0,-1 1 0,1-1 0,0 0 0,-1 0 0,0 0 0,0 0 0,0 0 0,0 0 0,0 0 0,0 0 0,-1 0 0,1-4 0,-3-4 0,-3 11 0,4 0 0,0 1 0,1-1 0,-1 1 0,1 0 0,-1-1 0,1 1 0,0 0 0,-1-1 0,1 1 0,0 0 0,-1 0 0,1-1 0,0 1 0,0 0 0,0 0 0,-1-1 0,1 1 0,0 0 0,0 0 0,0 0 0,1-1 0,-1 1 0,0 1 0,1 1 0,-1-1 0,1 1 0,0-1 0,0 1 0,0-1 0,1 1 0,-1-1 0,0 0 0,1 0 0,0 1 0,-1-1 0,1 0 0,0-1 0,0 1 0,0 0 0,0 0 0,1-1 0,-1 1 0,0-1 0,1 0 0,-1 0 0,1 0 0,-1 0 0,1 0 0,-1 0 0,1-1 0,0 1 0,3-1 0,2 1 0,-1-1 0,1 0 0,-1 0 0,0-1 0,1 1 0,-1-2 0,1 1 0,-1-1 0,8-3 0,-2-1 0,-1-1 0,0 0 0,0 0 0,-1-1 0,0-1 0,0 0 0,-1 0 0,0-1 0,0 0 0,-1-1 0,-1 0 0,0 0 0,0-1 0,6-13 0,-6 9 0,-1-1 0,0 1 0,-1-1 0,-1-1 0,0 1 0,-2-1 0,0 1 0,-1-1 0,0 0 0,-2-26 0,-1 38 0,0 1 0,0-1 0,0 1 0,0 0 0,-1-1 0,0 1 0,0 0 0,0 0 0,-6-8 0,7 12 0,0-1 0,0 1 0,0-1 0,0 1 0,0 0 0,0 0 0,-1 0 0,1-1 0,0 1 0,-1 0 0,1 1 0,-1-1 0,1 0 0,-1 0 0,0 1 0,1-1 0,-1 1 0,0-1 0,1 1 0,-1 0 0,0-1 0,0 1 0,1 0 0,-1 0 0,0 0 0,1 1 0,-1-1 0,0 0 0,0 1 0,1-1 0,-1 1 0,1-1 0,-1 1 0,-2 1 0,-1 1 0,0 1 0,0-1 0,1 1 0,-1 0 0,1 1 0,0-1 0,0 1 0,0-1 0,1 1 0,0 0 0,0 1 0,0-1 0,0 0 0,-2 10 0,-1 0 0,2 1 0,0 1 0,1-1 0,-2 19 0,4-14 0,0 0 0,2 0 0,0 1 0,1-1 0,2 0 0,0-1 0,10 33 0,-8-37 0,1 1 0,0-1 0,1 0 0,1-1 0,1 0 0,0 0 0,0-1 0,2 0 0,17 17 0,-22-25-227,1 0-1,-1 0 1,1-1-1,0 0 1,10 4-1,6 0-6598</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30:35.623"/>
    </inkml:context>
    <inkml:brush xml:id="br0">
      <inkml:brushProperty name="width" value="0.05" units="cm"/>
      <inkml:brushProperty name="height" value="0.05" units="cm"/>
      <inkml:brushProperty name="color" value="#FFFFFF"/>
    </inkml:brush>
  </inkml:definitions>
  <inkml:trace contextRef="#ctx0" brushRef="#br0">18 221 24575,'-1'-1'0,"-1"0"0,1-1 0,-1 1 0,1 0 0,0-1 0,-1 1 0,1-1 0,0 1 0,0-1 0,0 0 0,0 1 0,1-1 0,-1 0 0,0 0 0,0-3 0,1 5 0,0-1 0,0 1 0,0 0 0,1-1 0,-1 1 0,0-1 0,0 1 0,0 0 0,1-1 0,-1 1 0,0 0 0,0-1 0,1 1 0,-1 0 0,0 0 0,0-1 0,1 1 0,-1 0 0,0 0 0,1-1 0,-1 1 0,0 0 0,1 0 0,0-1 0,19-1 0,50 11 0,-46-5 0,44 2 0,-61-6 0,0 0 0,0-1 0,0 0 0,-1 0 0,1 0 0,0-1 0,0 0 0,-1 0 0,1-1 0,10-6 0,-14 8 0,-1-1 0,1 0 0,-1 0 0,0 0 0,1 0 0,-1 0 0,0 0 0,0 0 0,-1-1 0,1 1 0,0-1 0,-1 0 0,1 1 0,-1-1 0,0 0 0,0 0 0,0 0 0,0 1 0,-1-1 0,1 0 0,-1-3 0,0 1 0,0 0 0,-1 0 0,1 0 0,-1 1 0,0-1 0,0 0 0,-1 1 0,0-1 0,1 0 0,-2 1 0,1 0 0,-4-6 0,3 5 0,-1 0 0,0 1 0,0-1 0,0 1 0,0 0 0,-1 0 0,0 0 0,1 0 0,-2 1 0,-4-3 0,7 5 0,0-1 0,0 1 0,0 0 0,-1 0 0,1 0 0,0 0 0,0 1 0,-1-1 0,1 1 0,0 0 0,0 0 0,-1 0 0,1 0 0,0 1 0,-1 0 0,1-1 0,0 1 0,-4 1 0,4 0 0,0 0 0,0 1 0,0-1 0,0 0 0,1 1 0,-1-1 0,0 1 0,1 0 0,0 0 0,0 0 0,0 0 0,0 0 0,0 1 0,1-1 0,-1 1 0,1-1 0,0 1 0,0-1 0,0 1 0,1-1 0,-1 5 0,-1 4 0,2 0 0,-1 0 0,1 0 0,1 1 0,3 13 0,-2-14-65,1-1 0,0 0 0,0 0 0,2 0 0,-1-1 0,1 1 0,1-1 0,0 0 0,0-1 0,1 0 0,0 0 0,1 0 0,-1 0 0,2-1 0,-1-1 0,1 0 0,1 0 0,-1 0 0,1-1 0,14 6 0,1-3-6761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3.519"/>
    </inkml:context>
    <inkml:brush xml:id="br0">
      <inkml:brushProperty name="width" value="0.05" units="cm"/>
      <inkml:brushProperty name="height" value="0.05" units="cm"/>
      <inkml:brushProperty name="color" value="#FFFFFF"/>
    </inkml:brush>
  </inkml:definitions>
  <inkml:trace contextRef="#ctx0" brushRef="#br0">289 275 24575,'31'-48'0,"-24"39"0,-1 0 0,0 0 0,0-1 0,-1 0 0,4-11 0,-5 9 0,1 0 0,-2 0 0,0-1 0,0 1 0,1-23 0,-4 33 0,0-1 0,-1 1 0,1-1 0,0 0 0,-1 1 0,1 0 0,-1-1 0,0 1 0,0-1 0,0 1 0,0 0 0,0-1 0,0 1 0,0 0 0,-1 0 0,0 0 0,1 0 0,-1 0 0,0 0 0,0 1 0,0-1 0,0 0 0,0 1 0,0 0 0,0-1 0,0 1 0,-1 0 0,1 0 0,0 0 0,-1 1 0,1-1 0,-1 1 0,1-1 0,-1 1 0,-3 0 0,-6-1 0,0 1 0,0 0 0,0 1 0,0 0 0,1 1 0,-15 4 0,-4 2 0,-31 15 0,50-19 0,1 0 0,0 1 0,1 1 0,-1-1 0,1 2 0,0-1 0,1 1 0,0 0 0,-10 12 0,14-15 0,1 1 0,-1 0 0,1-1 0,1 2 0,-1-1 0,1 0 0,0 0 0,0 1 0,0-1 0,1 1 0,0-1 0,0 1 0,0 0 0,1-1 0,0 1 0,0 0 0,0 0 0,1-1 0,1 10 0,2-3 0,0 0 0,0 0 0,1 0 0,1 0 0,0-1 0,0 0 0,9 10 0,61 71 0,-38-48 0,-28-34 0,-3-2 0,-1 0 0,1 0 0,-1 0 0,5 11 0,-10-18 0,0 0 0,-1 0 0,1 0 0,0 1 0,-1-1 0,0 0 0,1 1 0,-1-1 0,1 0 0,-1 1 0,0-1 0,0 0 0,0 1 0,0-1 0,0 0 0,0 1 0,0-1 0,-1 1 0,1-1 0,0 0 0,-1 1 0,1-1 0,-1 0 0,1 0 0,-1 1 0,0-1 0,1 0 0,-1 0 0,0 0 0,0 0 0,0 0 0,0 0 0,0 0 0,0 0 0,0 0 0,0-1 0,-3 2 0,-6 3-124,0-2 0,0 1 0,-1-1 0,1-1 0,-1 0 0,0 0-1,0-1 1,1-1 0,-1 0 0,-15-1 0,0-2-6702</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3.845"/>
    </inkml:context>
    <inkml:brush xml:id="br0">
      <inkml:brushProperty name="width" value="0.05" units="cm"/>
      <inkml:brushProperty name="height" value="0.05" units="cm"/>
      <inkml:brushProperty name="color" value="#FFFFFF"/>
    </inkml:brush>
  </inkml:definitions>
  <inkml:trace contextRef="#ctx0" brushRef="#br0">47 0 24575,'-1'12'0,"0"0"0,-1-1 0,-1 0 0,0 1 0,0-1 0,-6 11 0,-10 38 0,17-49 0,1 1 0,0-1 0,0 1 0,1 0 0,0-1 0,1 1 0,1-1 0,0 1 0,0-1 0,5 13 0,-6-21 0,1 1 0,-1 0 0,1 0 0,0-1 0,0 1 0,0-1 0,1 0 0,-1 1 0,1-1 0,-1 0 0,1-1 0,0 1 0,1 0 0,-1-1 0,0 0 0,1 1 0,-1-2 0,1 1 0,-1 0 0,1-1 0,0 1 0,0-1 0,0 0 0,0 0 0,0-1 0,0 1 0,0-1 0,0 0 0,0 0 0,0 0 0,0 0 0,4-2 0,1 0 0,0 0 0,-1 0 0,1-1 0,-1-1 0,0 1 0,0-2 0,0 1 0,0-1 0,-1 0 0,0 0 0,0-1 0,0 0 0,-1 0 0,8-10 0,-2 2 0,-1-1 0,-1-1 0,0 0 0,-1-1 0,13-30 0,-20 40 0,1 1 0,-1-1 0,-1 0 0,1 1 0,-1-1 0,0 0 0,-1-11 0,0 16 0,0 0 0,0 0 0,0 0 0,-1 0 0,1 0 0,-1 1 0,1-1 0,-1 0 0,0 0 0,1 0 0,-1 1 0,0-1 0,0 0 0,0 1 0,-1-1 0,1 1 0,0-1 0,-1 1 0,1 0 0,-1 0 0,1-1 0,-1 1 0,1 0 0,-1 0 0,0 0 0,0 1 0,1-1 0,-1 0 0,0 1 0,0-1 0,-3 0 0,-11 0-1365,1 1-5461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4.527"/>
    </inkml:context>
    <inkml:brush xml:id="br0">
      <inkml:brushProperty name="width" value="0.05" units="cm"/>
      <inkml:brushProperty name="height" value="0.05" units="cm"/>
      <inkml:brushProperty name="color" value="#FFFFFF"/>
    </inkml:brush>
  </inkml:definitions>
  <inkml:trace contextRef="#ctx0" brushRef="#br0">0 8 24575,'25'-4'0,"-22"3"0,-1 0 0,1 1 0,-1-1 0,1 1 0,-1 0 0,1 0 0,-1 0 0,5 0 0,-5 1 0,-1-1 0,0 1 0,0-1 0,1 1 0,-1 0 0,0 0 0,0-1 0,0 1 0,0 0 0,0 0 0,0 0 0,0 0 0,0 0 0,0 1 0,0-1 0,-1 0 0,1 0 0,0 0 0,-1 1 0,1-1 0,0 2 0,4 13 0,0 0 0,-1 0 0,0 1 0,-2-1 0,0 1 0,0 0 0,-2-1 0,0 1 0,-4 26 0,1-31 0,4-14 0,7-23 0,6-1 0,1 0 0,1 1 0,1 1 0,2 0 0,23-24 0,-41 47 0,0 0 0,1-1 0,-1 1 0,0 0 0,0 0 0,1 0 0,-1 0 0,0 0 0,1 1 0,-1-1 0,1 0 0,-1 0 0,1 1 0,0-1 0,-1 1 0,1 0 0,0-1 0,-1 1 0,1 0 0,-1 0 0,3 0 0,-3 1 0,1 0 0,-1 0 0,0-1 0,0 1 0,0 0 0,0 0 0,0 0 0,0 0 0,0 1 0,0-1 0,0 0 0,0 0 0,-1 0 0,1 1 0,-1-1 0,1 0 0,-1 1 0,1-1 0,-1 1 0,1-1 0,-1 0 0,0 1 0,0-1 0,0 3 0,0 3 0,0 0 0,0 1 0,0-1 0,-1 0 0,-3 10 0,3-10 0,-1 0 0,1 0 0,1 0 0,0 13 0,0-19 0,0-1 0,0 1 0,0-1 0,0 1 0,0-1 0,0 1 0,0-1 0,0 1 0,0-1 0,0 1 0,1-1 0,-1 0 0,0 1 0,0-1 0,1 1 0,-1-1 0,0 1 0,1-1 0,-1 0 0,0 1 0,1-1 0,-1 0 0,0 1 0,1-1 0,-1 0 0,1 0 0,-1 1 0,1-1 0,-1 0 0,1 0 0,-1 0 0,1 0 0,-1 0 0,1 0 0,-1 1 0,1-1 0,-1 0 0,1 0 0,-1 0 0,1-1 0,-1 1 0,0 0 0,1 0 0,-1 0 0,1 0 0,-1 0 0,1-1 0,-1 1 0,1 0 0,-1 0 0,1-1 0,24-15 0,-24 15 0,44-38 0,-31 25 0,1 1 0,0 1 0,0 1 0,1 0 0,20-10 0,-35 21 0,0-1 0,0 1 0,0-1 0,0 1 0,0 0 0,0-1 0,0 1 0,0 0 0,0 0 0,0 0 0,0 0 0,0 0 0,0 0 0,0 0 0,0 0 0,0 0 0,0 0 0,0 1 0,0-1 0,0 0 0,0 1 0,0-1 0,1 1 0,-1 0 0,0 0 0,0 1 0,0-1 0,0 0 0,0 0 0,-1 1 0,1-1 0,0 0 0,-1 1 0,1-1 0,-1 1 0,1-1 0,-1 1 0,1 1 0,0 8 0,-1 0 0,0 0 0,-2 19 0,1-17 0,0 1 0,0 22 0,0-34 0,2-1 0,-1 1 0,0 0 0,0-1 0,0 1 0,1 0 0,-1-1 0,1 1 0,-1-1 0,1 1 0,0-1 0,0 1 0,0-1 0,-1 1 0,1-1 0,2 2 0,-2-3 0,0 1 0,0-1 0,0 1 0,0-1 0,0 0 0,0 1 0,0-1 0,0 0 0,0 0 0,0 0 0,0 0 0,0 0 0,0 0 0,0 0 0,1 0 0,-1 0 0,0 0 0,0-1 0,0 1 0,0 0 0,0-1 0,0 1 0,1-1 0,25-15 0,-21 12 0,23-14 0,41-20 0,-70 38 7,1 0 0,-1-1 0,1 1 0,0 0 0,-1-1 0,1 1 0,0 0 0,-1-1 0,1 1 0,0 0 0,-1 0 0,1 0 0,0 0 0,0 0 0,-1 0 0,1 0 0,0 0 0,0 0 0,-1 0 0,1 0 0,0 0 0,-1 1 0,1-1 0,0 0 0,-1 0 0,1 1 0,0-1 0,-1 1 0,1-1 0,-1 0 0,1 1 0,-1-1 0,1 1 0,-1-1 0,1 1 0,-1-1 0,1 1 0,-1 0 0,1-1 0,-1 1 0,1 1 0,0 2-64,0 1 0,0-1-1,-1 1 1,1-1 0,-1 9-1,1 5-1257,2-6-5511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4.667"/>
    </inkml:context>
    <inkml:brush xml:id="br0">
      <inkml:brushProperty name="width" value="0.05" units="cm"/>
      <inkml:brushProperty name="height" value="0.05" units="cm"/>
      <inkml:brushProperty name="color" value="#FFFFFF"/>
    </inkml:brush>
  </inkml:definitions>
  <inkml:trace contextRef="#ctx0" brushRef="#br0">28 87 24575,'0'-5'0,"0"-5"0,0-4 0,-2-1 0,-5-2 0,-2 3 0,-1 3-8191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4.858"/>
    </inkml:context>
    <inkml:brush xml:id="br0">
      <inkml:brushProperty name="width" value="0.05" units="cm"/>
      <inkml:brushProperty name="height" value="0.05" units="cm"/>
      <inkml:brushProperty name="color" value="#FFFFFF"/>
    </inkml:brush>
  </inkml:definitions>
  <inkml:trace contextRef="#ctx0" brushRef="#br0">11 0 24575,'0'3'0,"0"3"0,0 4 0,0 5 0,0 6 0,0 5 0,0 6 0,0 6 0,0 7 0,0 2 0,-3 0 0,-1 2 0,1-9-8191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4.978"/>
    </inkml:context>
    <inkml:brush xml:id="br0">
      <inkml:brushProperty name="width" value="0.05" units="cm"/>
      <inkml:brushProperty name="height" value="0.05" units="cm"/>
      <inkml:brushProperty name="color" value="#FFFFFF"/>
    </inkml:brush>
  </inkml:definitions>
  <inkml:trace contextRef="#ctx0" brushRef="#br0">0 184 24575,'3'-5'0,"3"-10"0,4-9 0,3-4 0,2-1 0,3 1 0,5 4 0,6 5 0,4 9 0,5 9 0,0 7 0,-5 3-8191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5.743"/>
    </inkml:context>
    <inkml:brush xml:id="br0">
      <inkml:brushProperty name="width" value="0.05" units="cm"/>
      <inkml:brushProperty name="height" value="0.05" units="cm"/>
      <inkml:brushProperty name="color" value="#FFFFFF"/>
    </inkml:brush>
  </inkml:definitions>
  <inkml:trace contextRef="#ctx0" brushRef="#br0">97 294 24575,'0'-2'0,"0"1"0,0-1 0,0 1 0,1-1 0,-1 1 0,0-1 0,1 1 0,-1-1 0,1 1 0,0 0 0,-1-1 0,1 1 0,0 0 0,0-1 0,0 1 0,0 0 0,0 0 0,0 0 0,0 0 0,2-1 0,-3 1 0,1 1 0,-1 0 0,1 0 0,-1-1 0,1 1 0,-1 0 0,1 0 0,-1 0 0,1 0 0,-1 0 0,1 0 0,-1 0 0,1 0 0,-1 0 0,1 0 0,-1 0 0,1 0 0,-1 0 0,1 0 0,-1 0 0,1 1 0,-1-1 0,1 0 0,0 1 0,0 0 0,0-1 0,0 1 0,-1 0 0,1 0 0,0 0 0,0 0 0,-1 0 0,1 0 0,-1 0 0,1 0 0,-1 0 0,1 0 0,0 2 0,1 7 0,0 0 0,-1 0 0,0 0 0,-1 1 0,1-1 0,-2 0 0,-2 19 0,-21 74 0,20-87 0,-4 15 0,4-9 0,-2 1 0,-1-1 0,-1 0 0,0-1 0,-15 25 0,23-45 0,-1 0 0,1 0 0,-1 0 0,1 0 0,-1 0 0,0 0 0,0-1 0,1 1 0,-1 0 0,0 0 0,0 0 0,0-1 0,0 1 0,0 0 0,0-1 0,0 1 0,0-1 0,0 1 0,0-1 0,-2 1 0,3-2 0,-1 1 0,0 0 0,1 0 0,-1-1 0,0 1 0,1 0 0,-1-1 0,0 1 0,1-1 0,-1 1 0,1-1 0,-1 1 0,1-1 0,-1 1 0,1-1 0,-1 1 0,1-1 0,0 0 0,-1 1 0,1-1 0,0 0 0,-1-1 0,-2-6 0,1 0 0,0 0 0,1 0 0,-1-9 0,-2-47 0,3 1 0,3 0 0,3 0 0,14-65 0,5 15 0,-20 96 0,2 0 0,0 0 0,1 1 0,13-22 0,-18 35 0,0 0 0,0 0 0,0 0 0,0 1 0,1-1 0,-1 1 0,1-1 0,-1 1 0,1 0 0,0 0 0,0 0 0,0 0 0,0 0 0,0 1 0,0 0 0,1-1 0,3 0 0,-4 2 0,0 0 0,0-1 0,1 2 0,-1-1 0,0 0 0,0 1 0,0-1 0,0 1 0,0 0 0,0 0 0,-1 0 0,1 0 0,0 1 0,0-1 0,-1 1 0,1-1 0,-1 1 0,1 0 0,3 4 0,4 5 0,0 1 0,-1 0 0,-1 0 0,0 0 0,0 1 0,-1 1 0,-1-1 0,0 1 0,-1 0 0,0 0 0,-1 1 0,-1-1 0,-1 1 0,0 0 0,0 0 0,-2 0 0,0 0 0,-2 16 0,1-22 0,-1 0 0,0 0 0,-1-1 0,0 1 0,0-1 0,-1 1 0,0-1 0,-1 0 0,1-1 0,-2 1 0,1-1 0,-1 0 0,0 0 0,0-1 0,-1 1 0,0-1 0,0-1 0,0 0 0,-1 0 0,0 0 0,-16 7 0,21-11 0,0 0 0,0 1 0,0-1 0,0 1 0,1 0 0,-1 0 0,1 0 0,-1 0 0,-3 5 0,5-6 0,1 0 0,-1 0 0,1 0 0,-1 1 0,1-1 0,0 0 0,-1 0 0,1 1 0,0-1 0,0 0 0,0 0 0,0 1 0,0-1 0,0 0 0,1 0 0,-1 1 0,0-1 0,0 0 0,1 0 0,-1 0 0,1 1 0,-1-1 0,1 0 0,0 0 0,-1 0 0,1 0 0,0 0 0,1 1 0,15 17-170,1 0-1,0-1 0,2-1 1,0-1-1,0-1 0,2 0 1,34 16-1,-28-16-6655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6.243"/>
    </inkml:context>
    <inkml:brush xml:id="br0">
      <inkml:brushProperty name="width" value="0.05" units="cm"/>
      <inkml:brushProperty name="height" value="0.05" units="cm"/>
      <inkml:brushProperty name="color" value="#FFFFFF"/>
    </inkml:brush>
  </inkml:definitions>
  <inkml:trace contextRef="#ctx0" brushRef="#br0">162 176 24575,'1'-42'0,"0"25"0,0 0 0,-2 0 0,0 0 0,-4-21 0,5 36 0,0 1 0,0 0 0,0 0 0,0 0 0,-1-1 0,1 1 0,0 0 0,-1 0 0,1 0 0,-1 0 0,1 0 0,-1 0 0,0 0 0,0 0 0,1 0 0,-1 0 0,0 0 0,0 0 0,0 0 0,0 1 0,0-1 0,0 0 0,0 1 0,0-1 0,0 1 0,0-1 0,0 1 0,0-1 0,-1 1 0,1 0 0,0-1 0,0 1 0,0 0 0,-1 0 0,1 0 0,0 0 0,0 0 0,0 0 0,-1 0 0,1 1 0,0-1 0,0 0 0,0 1 0,0-1 0,-1 1 0,1-1 0,-1 2 0,-5 2 0,1-1 0,0 2 0,1-1 0,-1 1 0,1-1 0,-9 11 0,5-4 0,-1 1 0,2 1 0,0-1 0,-12 26 0,18-33 0,0 0 0,0-1 0,1 1 0,0 0 0,0 1 0,0-1 0,0 10 0,1-12 0,1 0 0,-1-1 0,1 1 0,-1 0 0,1-1 0,0 1 0,0 0 0,0-1 0,0 1 0,0-1 0,1 0 0,-1 1 0,1-1 0,0 0 0,3 4 0,-3-4 0,0-1 0,0 1 0,0-1 0,1 0 0,-1 0 0,0 1 0,0-1 0,1-1 0,-1 1 0,1 0 0,-1-1 0,1 1 0,-1-1 0,1 0 0,-1 1 0,1-1 0,-1-1 0,1 1 0,0 0 0,-1-1 0,1 1 0,-1-1 0,0 1 0,1-1 0,-1 0 0,3-2 0,7-2 0,0-2 0,-1 0 0,19-14 0,-22 14 0,14-12 0,-18 15 0,-1 0 0,1 1 0,1-1 0,-1 1 0,8-5 0,-12 8 0,1 0 0,-1 0 0,0 0 0,0 0 0,0 0 0,0 0 0,1 0 0,-1 0 0,0 0 0,0 0 0,0 0 0,1 0 0,-1 0 0,0 0 0,0 0 0,0 1 0,0-1 0,0 0 0,1 0 0,-1 0 0,0 0 0,0 0 0,0 0 0,0 0 0,0 1 0,0-1 0,1 0 0,-1 0 0,0 0 0,0 0 0,0 1 0,0-1 0,0 0 0,0 0 0,0 0 0,0 1 0,0-1 0,0 0 0,0 0 0,0 0 0,0 0 0,0 1 0,0-1 0,0 0 0,0 0 0,0 15 0,0-7 0,1-7 0,-1 0 0,1 1 0,-1-1 0,1 0 0,0 0 0,-1 0 0,1 1 0,0-1 0,0 0 0,0 0 0,0 0 0,0 0 0,0 0 0,0-1 0,0 1 0,0 0 0,0 0 0,1-1 0,-1 1 0,0-1 0,1 1 0,-1-1 0,0 1 0,1-1 0,-1 0 0,0 1 0,1-1 0,-1 0 0,0 0 0,1 0 0,-1 0 0,1-1 0,-1 1 0,3-1 0,4 0 0,1-1 0,-1 0 0,0-1 0,9-4 0,6-3 0,-1-2 0,31-22 0,-26 16 0,-26 17 0,0 0 0,1 0 0,-1 0 0,1 0 0,-1 1 0,1-1 0,0 0 0,-1 1 0,1-1 0,0 1 0,-1-1 0,1 1 0,0 0 0,2 0 0,-4 0 0,0 0 0,1 0 0,-1 0 0,0 1 0,0-1 0,1 0 0,-1 0 0,0 0 0,0 1 0,1-1 0,-1 0 0,0 0 0,0 1 0,1-1 0,-1 0 0,0 0 0,0 1 0,0-1 0,0 0 0,0 1 0,1-1 0,-1 0 0,0 0 0,0 1 0,0-1 0,0 1 0,-3 17 0,-63 154 0,20-64 0,21-36 0,11-29 0,-2-1 0,-24 43 0,38-82 43,2-1-114,-1-1 1,1 0 0,-1 1-1,1-1 1,-1 0-1,0 0 1,0 0 0,0 1-1,0-1 1,0 0-1,0 0 1,0 0 0,0-1-1,0 1 1,0 0 0,0 0-1,0 0 1,-1-1-1,-2 2 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6.711"/>
    </inkml:context>
    <inkml:brush xml:id="br0">
      <inkml:brushProperty name="width" value="0.05" units="cm"/>
      <inkml:brushProperty name="height" value="0.05" units="cm"/>
      <inkml:brushProperty name="color" value="#FFFFFF"/>
    </inkml:brush>
  </inkml:definitions>
  <inkml:trace contextRef="#ctx0" brushRef="#br0">1 161 24575,'13'-24'0,"2"1"0,0 1 0,2 0 0,28-29 0,-44 49 0,1 0 0,0 0 0,0 1 0,0-1 0,0 0 0,0 1 0,0 0 0,0-1 0,1 1 0,2-1 0,-4 2 0,0 0 0,-1 0 0,1 0 0,0 0 0,0 0 0,0 0 0,-1 0 0,1 1 0,0-1 0,0 0 0,-1 1 0,1-1 0,0 0 0,-1 1 0,1-1 0,0 1 0,-1-1 0,1 1 0,0-1 0,-1 1 0,1-1 0,-1 1 0,1 0 0,-1-1 0,0 1 0,1 0 0,-1-1 0,1 1 0,-1 0 0,0 0 0,0-1 0,0 1 0,1 0 0,-1 1 0,4 11 0,-1 0 0,0 0 0,-1 1 0,-1-1 0,0 20 0,-6 68 0,-9-13 0,7-46 0,6-40 0,1-1 0,0 0 0,-1 0 0,1 0 0,0 0 0,0 0 0,0 1 0,0-1 0,0 0 0,0 0 0,1 0 0,-1 0 0,0 1 0,1 1 0,0-3 0,-1 0 0,0 0 0,0 0 0,1 0 0,-1 0 0,0 0 0,1 0 0,-1 0 0,0 0 0,1 0 0,-1 0 0,0 0 0,1 0 0,-1 0 0,0 0 0,1 0 0,-1 0 0,0 0 0,0 0 0,1 0 0,-1 0 0,0 0 0,1 0 0,-1-1 0,0 1 0,0 0 0,1 0 0,-1 0 0,0-1 0,0 1 0,1-1 0,25-27 0,-23 24 0,20-26 0,0 0 0,2 1 0,53-51 0,-77 79 0,0 0 0,0 0 0,0 0 0,0 0 0,1 0 0,-1 1 0,0-1 0,0 0 0,0 1 0,1-1 0,-1 0 0,0 1 0,1 0 0,-1-1 0,1 1 0,-1 0 0,0 0 0,1 0 0,-1 0 0,1 0 0,-1 0 0,0 0 0,2 1 0,-2-1 0,0 1 0,0 0 0,0 0 0,0 0 0,0 0 0,0 0 0,0 1 0,-1-1 0,1 0 0,-1 0 0,1 0 0,-1 1 0,1-1 0,-1 0 0,0 1 0,1-1 0,-1 0 0,0 1 0,0-1 0,0 0 0,0 1 0,0-1 0,0 0 0,-1 2 0,-5 45 0,3-38 0,2 1 0,-1 0 0,1 0 0,1-1 0,0 1 0,2 13 0,-2-22 0,1 0 0,0 0 0,-1 0 0,1 0 0,0 0 0,0 0 0,0 0 0,0-1 0,0 1 0,1 0 0,-1-1 0,1 1 0,-1-1 0,1 0 0,-1 1 0,1-1 0,0 0 0,-1 0 0,1 0 0,0 0 0,0 0 0,0 0 0,0-1 0,0 1 0,0-1 0,0 1 0,0-1 0,0 0 0,0 1 0,4-2 0,6 1 0,0 0 0,0-2 0,-1 1 0,14-5 0,-21 5 0,56-14 0,-35 8 0,0 0 0,0 2 0,29-2 0,-53 7-54,0 0-1,0 0 0,1-1 1,-1 1-1,0 0 1,0 1-1,0-1 0,0 0 1,0 0-1,0 0 1,1 1-1,-1-1 0,0 0 1,0 1-1,0-1 0,0 1 1,0-1-1,0 1 1,0 0-1,-1-1 0,1 1 1,0 0-1,0 0 1,0 1-1,3 8-6771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28.390"/>
    </inkml:context>
    <inkml:brush xml:id="br0">
      <inkml:brushProperty name="width" value="0.05" units="cm"/>
      <inkml:brushProperty name="height" value="0.05" units="cm"/>
      <inkml:brushProperty name="color" value="#FFFFFF"/>
    </inkml:brush>
  </inkml:definitions>
  <inkml:trace contextRef="#ctx0" brushRef="#br0">81 341 24575,'0'-6'0,"-1"0"0,0-1 0,-1 1 0,-2-9 0,0 3 0,-7 61 0,-4 83 0,4 222 0,10-332 0,-1-15 0,-1-11 0,-3-19 0,0 0 0,2 0 0,-3-42 0,5-75 0,2 109 0,1-32 0,14-100 0,-10 133 0,2 0 0,0 1 0,2-1 0,1 2 0,20-40 0,-26 60 0,1-1 0,1 1 0,-1 0 0,1 1 0,0-1 0,1 1 0,0 0 0,0 1 0,0-1 0,10-5 0,-13 10 0,0 0 0,0 0 0,0 0 0,0 0 0,0 1 0,1 0 0,-1-1 0,1 2 0,-1-1 0,1 0 0,-1 1 0,1 0 0,-1 0 0,1 0 0,-1 1 0,1 0 0,-1-1 0,0 2 0,1-1 0,-1 0 0,0 1 0,0 0 0,7 3 0,-3 0 0,-1 1 0,1-1 0,-1 1 0,0 1 0,-1-1 0,0 1 0,0 1 0,0-1 0,-1 1 0,0 0 0,0 0 0,-1 0 0,0 1 0,0-1 0,-1 1 0,0 0 0,-1 0 0,0 0 0,1 10 0,-1-2 0,-1 0 0,0 0 0,-2 0 0,1 0 0,-2-1 0,-1 1 0,0 0 0,-1-1 0,-10 29 0,6-26 0,-1 0 0,-1 0 0,-1-1 0,0 0 0,-20 22 0,23-30 0,0-1 0,-1-1 0,0 1 0,0-2 0,-1 1 0,0-1 0,0-1 0,-1 1 0,0-2 0,-18 8 0,18-11 0,15-7 0,17-6 0,-17 9 0,0 1 0,0 0 0,0 0 0,0 0 0,1 1 0,-1-1 0,0 1 0,0 0 0,1 0 0,-1 1 0,0-1 0,0 1 0,0 0 0,0 0 0,1 0 0,-1 1 0,-1-1 0,1 1 0,0 0 0,0 0 0,-1 1 0,5 2 0,4 6 0,-1 1 0,0 0 0,-1 0 0,16 24 0,-18-24 0,0 0 0,1 0 0,1-1 0,0 0 0,15 13 0,-21-21 0,0 0 0,0 0 0,1-1 0,-1 0 0,1 0 0,-1 0 0,1 0 0,0 0 0,0-1 0,-1 0 0,1 0 0,0 0 0,0-1 0,0 0 0,0 0 0,0 0 0,9-2 0,-8 0 0,0 0 0,0 0 0,0 0 0,0-1 0,-1 0 0,1-1 0,-1 1 0,0-1 0,0 0 0,0 0 0,0-1 0,-1 1 0,6-8 0,-1 0 0,-1 1 0,-1-1 0,0 0 0,-1-1 0,0 0 0,5-16 0,18-82 0,-21 74 0,-25 102 0,9-36 0,0 0 0,2 1 0,1-1 0,-1 51 0,6-79 0,0 0 0,0 1 0,0-1 0,0 1 0,0-1 0,0 0 0,1 1 0,-1-1 0,1 1 0,-1-1 0,1 0 0,-1 1 0,1-1 0,0 0 0,-1 0 0,1 0 0,0 1 0,0-1 0,0 0 0,1 1 0,-1-2 0,0 0 0,0 1 0,0-1 0,0 0 0,0 0 0,0 0 0,0 0 0,0 0 0,0 0 0,0-1 0,0 1 0,0 0 0,0 0 0,0-1 0,-1 1 0,1 0 0,0-1 0,0 1 0,0-1 0,0 1 0,-1-1 0,1 0 0,0 1 0,0-1 0,-1 0 0,1 1 0,0-1 0,-1 0 0,1-1 0,24-29 0,-2-2 0,-2 0 0,20-41 0,-15 27 0,-23 46 0,-1 7 0,0 18 0,0-3 0,-1-18 0,0-1 0,0 0 0,0 0 0,0 1 0,1-1 0,-1 0 0,0 0 0,1 0 0,0 0 0,-1 0 0,1 0 0,0-1 0,0 1 0,0-1 0,0 1 0,0-1 0,0 0 0,1 1 0,-1-1 0,0-1 0,1 1 0,-1 0 0,0 0 0,1-1 0,-1 1 0,1-1 0,-1 0 0,1 0 0,-1 0 0,1 0 0,-1 0 0,4-1 0,4 0 0,0-1 0,0 0 0,-1 0 0,1-1 0,-1-1 0,17-7 0,-12 3 0,0-1 0,-1 0 0,0-1 0,-1 0 0,0 0 0,0-2 0,-1 1 0,10-16 0,6-12 0,31-57 0,-52 84 0,-5 11 0,-1 0 0,1 0 0,-1-1 0,1 1 0,0 0 0,-1 0 0,1 0 0,0 0 0,0 0 0,0 0 0,0 0 0,0 0 0,0 0 0,2-1 0,-2 2 0,-1 1 0,0-1 0,1 0 0,-1 1 0,0-1 0,1 0 0,-1 1 0,0-1 0,0 0 0,0 1 0,1-1 0,-1 0 0,0 1 0,0-1 0,0 1 0,0-1 0,1 0 0,-1 1 0,0-1 0,0 1 0,0-1 0,0 1 0,0-1 0,0 1 0,0-1 0,0 0 0,-1 2 0,-3 43 0,4-44 0,-11 56 0,-7 66 0,16-111 0,2 1 0,0 0 0,1 0 0,0 0 0,1 0 0,0 0 0,5 14 0,-7-25 0,1 0 0,0 0 0,-1 0 0,1 0 0,0 0 0,0 0 0,0 0 0,0 0 0,1 0 0,-1-1 0,0 1 0,1 0 0,-1-1 0,1 1 0,0-1 0,-1 0 0,1 0 0,0 1 0,0-1 0,0 0 0,0 0 0,0-1 0,0 1 0,0 0 0,0-1 0,0 1 0,0-1 0,0 0 0,0 0 0,0 1 0,0-1 0,1-1 0,-1 1 0,0 0 0,0 0 0,0-1 0,0 1 0,0-1 0,0 0 0,3-1 0,7-4 0,0 0 0,0 0 0,-1-1 0,0-1 0,11-9 0,-17 13 0,14-12 0,0 2 0,1 0 0,0 1 0,34-15 0,-48 25 0,-1 1 0,1 0 0,0 0 0,-1 1 0,1 0 0,0 0 0,0 0 0,0 1 0,0 0 0,0 0 0,0 0 0,0 1 0,0 0 0,0 0 0,-1 1 0,1-1 0,0 1 0,-1 0 0,1 1 0,-1-1 0,0 1 0,0 0 0,9 8 0,-4-2 49,0 0 0,-1 1 0,0 0-1,-1 0 1,0 1 0,9 18 0,-2 0-903,17 45 1,-22-46-5973</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0.121"/>
    </inkml:context>
    <inkml:brush xml:id="br0">
      <inkml:brushProperty name="width" value="0.05" units="cm"/>
      <inkml:brushProperty name="height" value="0.05" units="cm"/>
      <inkml:brushProperty name="color" value="#FFFFFF"/>
    </inkml:brush>
  </inkml:definitions>
  <inkml:trace contextRef="#ctx0" brushRef="#br0">176 410 24575,'-4'-14'0,"1"0"0,-1 0 0,2 0 0,0 0 0,1 0 0,1-22 0,-31 386 0,31-348 0,-2 22 0,-1-17 0,-3-14 0,-2-16 0,1-1 0,-7-39 0,4 15 0,-9-28 0,0 2 0,3-2 0,-8-94 0,24 165 0,0 0 0,0-1 0,0 1 0,0 0 0,1-1 0,0 1 0,0 0 0,1 0 0,-1 0 0,1-1 0,0 2 0,5-10 0,-5 11 0,0 0 0,1 1 0,-1-1 0,1 1 0,0-1 0,0 1 0,0 0 0,0 0 0,0 0 0,0 1 0,0-1 0,0 1 0,1-1 0,-1 1 0,1 0 0,-1 1 0,1-1 0,-1 0 0,7 1 0,13-1 0,-1 0 0,1 2 0,26 4 0,-41-4 0,-1 1 0,0-1 0,1 1 0,-1 1 0,0-1 0,0 1 0,-1 0 0,1 1 0,-1-1 0,1 1 0,-1 1 0,0-1 0,8 9 0,-12-10 0,1 0 0,-1 1 0,0-1 0,0 1 0,0-1 0,-1 1 0,1 0 0,-1-1 0,0 1 0,0 0 0,0 0 0,0 4 0,0 5 0,-1 1 0,-2 17 0,0-23 0,2 0 0,-1 0 0,1 1 0,0-1 0,1 0 0,0 0 0,0 1 0,5 13 0,2-6 0,1 0 0,0-1 0,2 0 0,12 15 0,-7-9 0,14 23 0,-26-37 0,0 0 0,-1 0 0,1 1 0,-2-1 0,1 1 0,-1 0 0,2 12 0,-4-17 0,1-1 0,-1 1 0,0-1 0,0 1 0,-1-1 0,1 1 0,-1-1 0,1 1 0,-1-1 0,0 1 0,0-1 0,0 0 0,0 0 0,0 1 0,0-1 0,-3 4 0,0-3 0,1 0 0,0 0 0,0 0 0,-1 0 0,0-1 0,1 1 0,-1-1 0,-8 3 0,2-1 0,-1 0 0,1-1 0,-1-1 0,0 0 0,0 0 0,-20-1 0,30-1 0,0 1 0,1-1 0,-1 0 0,0 0 0,0 0 0,0 0 0,1 0 0,-1-1 0,0 1 0,0 0 0,1 0 0,-1 0 0,0-1 0,1 1 0,-1 0 0,0-1 0,1 1 0,-1-1 0,-1 0 0,2 1 0,0-1 0,0 1 0,0-1 0,0 1 0,0-1 0,0 1 0,0 0 0,1-1 0,-1 1 0,0-1 0,0 1 0,0 0 0,0-1 0,1 1 0,-1 0 0,0-1 0,0 1 0,1-1 0,-1 1 0,0 0 0,0 0 0,1-1 0,-1 1 0,1-1 0,28-17 0,28-6 0,66-20 0,42-16 0,-160 58 0,0-1 0,0 0 0,-1 0 0,1 0 0,-1 0 0,0-1 0,5-4 0,-8 7 0,0 1 0,-1-1 0,1 0 0,0 0 0,0 0 0,-1 0 0,1 0 0,-1 0 0,1 0 0,-1 0 0,1 0 0,-1 0 0,0 0 0,0 0 0,1 0 0,-1 0 0,0-1 0,0 1 0,0 0 0,0 0 0,0 0 0,0 0 0,-1 0 0,1 0 0,0 0 0,0-1 0,-1 1 0,1 0 0,-1 0 0,1 0 0,-1 0 0,1 0 0,-1 0 0,0 1 0,1-1 0,-1 0 0,0 0 0,0 0 0,0 1 0,0-2 0,0 2 0,0-1 0,0 1 0,0-1 0,0 1 0,0 0 0,0-1 0,0 1 0,1 0 0,-1 0 0,0 0 0,0 0 0,0 0 0,0 0 0,0 0 0,0 0 0,0 0 0,0 0 0,0 0 0,0 1 0,0-1 0,0 0 0,0 1 0,0-1 0,1 1 0,-1-1 0,0 1 0,0-1 0,0 1 0,1-1 0,-1 1 0,0 0 0,1-1 0,-1 1 0,1 0 0,-1 0 0,1 0 0,-1-1 0,0 3 0,-2 2 0,0 0 0,0 0 0,0 0 0,1 0 0,-3 7 0,2 1 0,0 0 0,1 1 0,0-1 0,1 1 0,1-1 0,0 1 0,1-1 0,0 1 0,4 14 0,-5-26 0,1 0 0,-1 0 0,1-1 0,0 1 0,0 0 0,-1-1 0,1 1 0,0 0 0,1-1 0,-1 1 0,0-1 0,0 0 0,1 1 0,-1-1 0,1 0 0,-1 0 0,1 0 0,-1 0 0,1 0 0,0 0 0,3 1 0,-2-1 0,0-1 0,1 1 0,-1-1 0,0 0 0,1 0 0,-1 0 0,0 0 0,1-1 0,-1 0 0,0 1 0,5-3 0,5-2 0,-1 0 0,0-1 0,0-1 0,21-14 0,53-48 0,-75 60 0,-2-1 0,1-1 0,-2 0 0,1 0 0,12-23 0,4-16 0,-3-1 0,-1 0 0,18-73 0,-42 210 0,1-65 0,-5 46 0,2 124 0,5-190 0,0 1 0,0-1 0,0 1 0,0 0 0,1-1 0,-1 1 0,1-1 0,-1 1 0,1-1 0,-1 1 0,1-1 0,0 1 0,-1-1 0,1 0 0,2 3 0,-2-4 0,-1 1 0,1-1 0,0 0 0,-1 1 0,1-1 0,-1 0 0,1 0 0,0 0 0,0 0 0,-1 1 0,1-1 0,0 0 0,-1 0 0,1 0 0,0-1 0,-1 1 0,1 0 0,0 0 0,-1 0 0,1 0 0,0-1 0,-1 1 0,1 0 0,1-1 0,4-3 0,1-1 0,-1 0 0,0 0 0,0 0 0,5-7 0,-1 1 0,5-2 0,0-1 0,1 2 0,0 0 0,1 1 0,25-12 0,-34 19 0,0 0 0,0 1 0,1 0 0,0 1 0,-1 0 0,1 0 0,0 1 0,0 0 0,0 0 0,0 1 0,0 0 0,0 1 0,0 0 0,13 3 0,-18-3 0,0 1 0,0-1 0,0 1 0,-1-1 0,1 1 0,0 0 0,-1 0 0,1 1 0,-1-1 0,1 1 0,-1 0 0,0 0 0,0 0 0,-1 0 0,1 0 0,4 7 0,-5-4 0,0-1 0,0 0 0,0 1 0,0-1 0,-1 1 0,0 0 0,0 0 0,-1-1 0,1 1 0,-1 0 0,-1 6 0,0 1 0,-1 0 0,-1 0 0,0 0 0,-1 0 0,-1-1 0,1 1 0,-2-1 0,0 0 0,-14 21 0,-18 11 0,35-41 0,-1 0 0,0 1 0,0-1 0,0-1 0,0 1 0,0 0 0,-1-1 0,1 0 0,-7 2 0,11-4 0,-1 0 0,1 1 0,-1-1 0,1 0 0,-1 0 0,0 0 0,1 0 0,-1 0 0,1 1 0,-1-1 0,1 0 0,-1 0 0,0-1 0,1 1 0,-1 0 0,1 0 0,-1 0 0,1 0 0,-1 0 0,0-1 0,1 1 0,-1 0 0,1 0 0,-1-1 0,1 1 0,-1 0 0,1-1 0,-1 0 0,1 1 0,0-1 0,-1 0 0,1 0 0,0 0 0,0 0 0,0 0 0,0 0 0,0 1 0,0-1 0,0 0 0,1 0 0,-1 0 0,0 0 0,0 0 0,1 1 0,-1-2 0,20-30 0,26-21-1365,-34 38-5461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27.343"/>
    </inkml:context>
    <inkml:brush xml:id="br0">
      <inkml:brushProperty name="width" value="0.05" units="cm"/>
      <inkml:brushProperty name="height" value="0.05" units="cm"/>
      <inkml:brushProperty name="color" value="#FFFFFF"/>
    </inkml:brush>
  </inkml:definitions>
  <inkml:trace contextRef="#ctx0" brushRef="#br0">218 205 24575,'5'0'0,"0"-1"0,0 0 0,0 0 0,0-1 0,0 1 0,0-1 0,0 0 0,5-4 0,35-21 0,-33 17 0,0 1 0,0-1 0,-2-1 0,1 0 0,-1-1 0,-1 0 0,0 0 0,-1-1 0,0 0 0,10-23 0,-16 24 0,-11 15 0,-12 18 0,-42 60 0,-66 114 0,87-126 0,-53 121 0,80-153 0,1 0 0,2 1 0,2 1 0,1 0 0,-4 54 0,12-78 0,0 0 0,1 0 0,1 0 0,1 0 0,0 0 0,1 0 0,0 0 0,11 27 0,-11-34 0,1 0 0,1 0 0,-1-1 0,1 1 0,0-1 0,1 0 0,0-1 0,0 1 0,0-1 0,1 0 0,0-1 0,0 0 0,0 0 0,1 0 0,0-1 0,12 5 0,-1-2 0,1-2 0,-1 0 0,1-1 0,0-1 0,0-1 0,0 0 0,0-2 0,0-1 0,0 0 0,0-1 0,21-5 0,-8-1 0,0-1 0,-1-2 0,0-1 0,0-1 0,51-31 0,-58 29 0,0-1 0,-2-2 0,0-1 0,-1 0 0,0-2 0,-2 0 0,-1-1 0,0-1 0,27-47 0,-35 50 0,-1 0 0,-1-1 0,-1 0 0,-1-1 0,0 1 0,-2-1 0,-1-1 0,0 1 0,-2-1 0,0 1 0,-2-1 0,0 0 0,-6-30 0,2 31 0,0 0 0,-2 0 0,-1 1 0,0 0 0,-2 0 0,0 1 0,-2 0 0,0 1 0,-1 0 0,0 0 0,-2 2 0,0-1 0,-26-22 0,27 28 0,0 1 0,-2 0 0,1 1 0,-1 1 0,-1 0 0,0 1 0,0 1 0,0 0 0,-1 1 0,0 1 0,0 1 0,-1 0 0,1 1 0,-1 1 0,1 1 0,-1 0 0,-26 3 0,25 0-105,0 1 0,0 1 0,1 1 0,0 1 0,0 0 0,0 1 0,0 1 0,1 1 0,1 0 0,-1 1 0,2 1 0,-17 14 0,-3 9-6721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27.962"/>
    </inkml:context>
    <inkml:brush xml:id="br0">
      <inkml:brushProperty name="width" value="0.05" units="cm"/>
      <inkml:brushProperty name="height" value="0.05" units="cm"/>
      <inkml:brushProperty name="color" value="#FFFFFF"/>
    </inkml:brush>
  </inkml:definitions>
  <inkml:trace contextRef="#ctx0" brushRef="#br0">155 237 24575,'1'-13'0,"0"-1"0,1 1 0,0-1 0,1 1 0,1 0 0,0 0 0,0 0 0,1 1 0,11-19 0,-6 20 0,-10 11 0,0 0 0,0 0 0,0 0 0,0 0 0,1 0 0,-1 0 0,0 0 0,0 0 0,0 0 0,1 0 0,-1 0 0,0 0 0,0 0 0,0 1 0,0-1 0,1 0 0,-1 0 0,0 0 0,0 0 0,0 0 0,0 0 0,0 1 0,1-1 0,-1 0 0,0 0 0,0 0 0,0 0 0,0 0 0,0 1 0,0-1 0,0 0 0,0 0 0,0 0 0,0 1 0,0-1 0,0 0 0,0 0 0,0 1 0,1 2 0,-1 0 0,0 1 0,0-1 0,0 1 0,0-1 0,-2 6 0,-22 89 0,-53 133 0,40-130 0,-24 108 0,57-195 0,2-1 0,0 1 0,0 0 0,1 0 0,2 22 0,-1-32 0,1 0 0,0 0 0,0 0 0,0 0 0,0 0 0,0-1 0,1 1 0,-1 0 0,1-1 0,0 1 0,0-1 0,1 0 0,-1 0 0,1 0 0,-1 0 0,1 0 0,0 0 0,0-1 0,0 1 0,0-1 0,1 0 0,-1 0 0,1 0 0,5 2 0,5 0 0,-1 0 0,1-1 0,1 0 0,-1-1 0,0-1 0,25-1 0,90-12 0,-83 6 0,304-14 0,-252 17 0,-96 3 0,-1 0 0,1 0 0,0 0 0,0 0 0,0-1 0,0 1 0,0 0 0,0-1 0,0 0 0,0 1 0,-1-1 0,1 0 0,0 0 0,0 0 0,-1 0 0,1 0 0,-1 0 0,1 0 0,-1-1 0,1 1 0,-1-1 0,2-2 0,-1 1 0,-1-1 0,0 1 0,0-1 0,0 0 0,-1 0 0,1 0 0,-1 1 0,0-1 0,0 0 0,-1-6 0,-6-65 0,-18-79 0,-28-73 0,51 219 0,-19-77 0,-5 1 0,-37-84 0,61 165 0,-10-22 0,12 24 0,-1 0 0,1 0 0,0 0 0,-1 1 0,1-1 0,-1 0 0,1 1 0,-1-1 0,1 0 0,-1 1 0,1-1 0,-1 1 0,1-1 0,-1 1 0,0-1 0,0 1 0,1-1 0,-1 1 0,0-1 0,0 1 0,1 0 0,-1 0 0,0-1 0,0 1 0,-1 0 0,2 0 15,-1 1-1,1 0 1,-1-1-1,1 1 1,-1-1 0,1 1-1,-1 0 1,1 0-1,-1-1 1,1 1-1,0 0 1,0 0 0,-1-1-1,1 1 1,0 0-1,0 0 1,0 0-1,0-1 1,0 1-1,0 0 1,0 0 0,0 1-1,2 20-1122,-2-19 516,4 19-6234</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0.499"/>
    </inkml:context>
    <inkml:brush xml:id="br0">
      <inkml:brushProperty name="width" value="0.05" units="cm"/>
      <inkml:brushProperty name="height" value="0.05" units="cm"/>
      <inkml:brushProperty name="color" value="#FFFFFF"/>
    </inkml:brush>
  </inkml:definitions>
  <inkml:trace contextRef="#ctx0" brushRef="#br0">63 81 24575,'0'-1'0,"0"0"0,-1-1 0,1 1 0,-1-1 0,1 1 0,-1 0 0,0-1 0,1 1 0,-1 0 0,0 0 0,0 0 0,0 0 0,0 0 0,0 0 0,0 0 0,0 0 0,-1 0 0,1 0 0,0 0 0,0 1 0,-1-1 0,1 1 0,0-1 0,-1 1 0,1-1 0,-3 0 0,-31-5 0,36 5 0,741-13-624,-222-1 257,366 13 367,-860 3 0,-17 0 0,-1-1 0,1 1 0,0-2 0,-1 1 0,1-1 0,-1-1 0,13-3 0,-22 3 326,-8-1 185,-9 0-1722,-2 1-5615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0.873"/>
    </inkml:context>
    <inkml:brush xml:id="br0">
      <inkml:brushProperty name="width" value="0.05" units="cm"/>
      <inkml:brushProperty name="height" value="0.05" units="cm"/>
      <inkml:brushProperty name="color" value="#FFFFFF"/>
    </inkml:brush>
  </inkml:definitions>
  <inkml:trace contextRef="#ctx0" brushRef="#br0">40 9 24575,'-30'-6'0,"20"3"0,203 58 0,-150-45 0,85 24 0,-110-28 0,-1 0 0,0 2 0,0 0 0,30 20 0,-43-26 0,-1 1 0,0 0 0,1 0 0,-1 0 0,0 0 0,0 1 0,-1-1 0,1 1 0,-1-1 0,0 1 0,1 0 0,-2 0 0,4 7 0,-5-8 0,1 0 0,-1 0 0,0 1 0,1-1 0,-1 0 0,-1 0 0,1 0 0,0 0 0,-1 0 0,1 0 0,-1 0 0,0 0 0,0 0 0,0 0 0,-1 0 0,1-1 0,-1 1 0,1 0 0,-1-1 0,-2 3 0,-6 6 0,1-1 0,-2-1 0,1 0 0,-1 0 0,-22 13 0,-67 31 0,71-39 0,-24 13-1365,7-3-5461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2.586"/>
    </inkml:context>
    <inkml:brush xml:id="br0">
      <inkml:brushProperty name="width" value="0.05" units="cm"/>
      <inkml:brushProperty name="height" value="0.05" units="cm"/>
      <inkml:brushProperty name="color" value="#FFFFFF"/>
    </inkml:brush>
  </inkml:definitions>
  <inkml:trace contextRef="#ctx0" brushRef="#br0">339 448 24575,'0'-26'0,"-1"13"0,1-1 0,0 1 0,4-19 0,0 24 0,-1 11 0,3 16 0,1 30 0,2 93 0,-6-79 0,27 1429-866,-68-941 1086,31-480 249,5-60-419,1-8-40,0 0-1,1 1 1,-1-1 0,1 0 0,0 1 0,0-1-1,0 0 1,0 1 0,0-1 0,1 0 0,0 0-1,0 4 1,1-7-10,0 0 0,-1 0 0,1 0 0,0-1 0,-1 1 0,1 0 0,-1-1 0,1 1 0,-1-1 0,1 0 0,-1 1 0,1-1 0,-1 0 0,1 0 0,1-2 0,3 0 0,15-7 0,1 2 0,1 0 0,0 1 0,39-6 0,99-5 0,-131 16 0,331-16 0,139-14 0,-492 31 0,-1 1 0,-1-1 0,1 0 0,-1 0 0,0-1 0,8-2 0,-14 3 0,1 1 0,0 0 0,-1-1 0,1 1 0,0 0 0,-1-1 0,1 1 0,-1-1 0,1 1 0,0-1 0,-1 0 0,1 1 0,-1-1 0,0 0 0,1 1 0,-1-1 0,0 0 0,1 1 0,-1-1 0,1-1 0,-1 1 0,-1 0 0,1 0 0,0 0 0,0 0 0,0-1 0,-1 1 0,1 0 0,0 0 0,-1 0 0,1 0 0,-1 0 0,1 0 0,-1 0 0,0 0 0,1 0 0,-1 0 0,-1-1 0,-46-49 0,35 39 0,0-1 0,1-1 0,1 0 0,0-1 0,1 0 0,-9-16 0,10 8 0,1 1 0,0-1 0,-8-45 0,-2-74 0,15 115 0,-18-348-276,22-2-162,1 171 341,0-63 97,-6-384 0,3 634 10,1-16 15,-2 0 0,-2 1 0,-1 0 0,-11-42 0,15 74-3,1 0 0,-1 0 0,1 0 0,-1 1 0,0-1 0,0 0 0,0 1 0,1-1 0,-2 0 0,1 1 0,0-1 0,0 1 0,0 0 0,-1-1 0,1 1 0,-1 0 0,1 0 0,-1 0 0,-1-1 0,0 1-4,0 1 0,0-1 0,0 1 0,1 0 1,-1 0-1,0 0 0,0 0 0,0 1 0,1-1 1,-1 1-1,0-1 0,-3 2 0,-79 24-18,-141 36 0,-373 29 0,458-74 0,-147 7 0,288-24 0,0 0 0,0 0 0,0 0 0,0 0 0,0 0 0,0 0 0,1 0 0,-1 0 0,0 0 0,0 0 0,0 0 0,0 0 0,0 0 0,0 0 0,0-1 0,0 1 0,0 0 0,0 0 0,0 0 0,0 0 0,0 0 0,0 0 0,0 0 0,0 0 0,0 0 0,0 0 0,0 0 0,0 0 0,0 0 0,0 0 0,0 0 0,0-1 0,0 1 0,0 0 0,0 0 0,0 0 0,0 0 0,0 0 0,0 0 0,0 0 0,13-5 0,17-3 0,-20 7 0,0 0 0,0 0 0,0 1 0,-1 0 0,1 1 0,18 3 0,-25-3 0,1 0 0,-1 0 0,1 1 0,-1 0 0,1-1 0,-1 1 0,0 0 0,0 1 0,0-1 0,0 0 0,0 1 0,-1 0 0,1 0 0,-1 0 0,1 0 0,-1 0 0,0 0 0,-1 0 0,1 1 0,2 6 0,3 13 0,-1 0 0,-2 0 0,0 1 0,1 46 0,0 4 0,1-19 0,2-1 0,2 0 0,22 64 0,-32-117-39,0 0 0,0 0 0,0-1 0,0 1 0,1 0 0,-1 0 0,0-1 0,1 1 0,-1 0 0,0 0 0,1-1 0,-1 1 0,1 0 0,-1-1 0,1 1 0,-1-1 0,1 1 0,-1-1 0,1 1 0,0-1 0,-1 1 0,1-1 0,0 1 0,0-1 0,-1 0 0,1 1 0,0-1 0,0 0 0,-1 0 0,1 0 0,0 1 0,0-1 0,0 0 0,1 0 0,7-3-6787</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4.162"/>
    </inkml:context>
    <inkml:brush xml:id="br0">
      <inkml:brushProperty name="width" value="0.05" units="cm"/>
      <inkml:brushProperty name="height" value="0.05" units="cm"/>
      <inkml:brushProperty name="color" value="#FFFFFF"/>
    </inkml:brush>
  </inkml:definitions>
  <inkml:trace contextRef="#ctx0" brushRef="#br0">312 2976 24575,'-10'-16'0,"0"0"0,-17-20 0,15 21 0,-19-33 0,24 36 0,1 2 0,0 0 0,1-1 0,1 1 0,0-1 0,-5-19 0,9 29 0,0 0 0,0 0 0,0-1 0,0 1 0,0 0 0,0 0 0,0-1 0,0 1 0,1 0 0,-1 0 0,0 0 0,1 0 0,-1-1 0,1 1 0,0 0 0,-1 0 0,1 0 0,0 0 0,0 0 0,-1 0 0,1 0 0,0 1 0,0-1 0,0 0 0,0 0 0,0 1 0,0-1 0,1 0 0,-1 1 0,0-1 0,2 0 0,5-1 0,-1 0 0,1 0 0,0 1 0,8-1 0,-10 2 0,286-21 39,-149 14-385,1188-79-6900,568-34 3273,-4 29 3110,-1565 81 755,387-18 2630,-701 27-2147,23-1 1164,41-7 1,-64 4 175,-16 5-1688,0 0 0,1-1 0,-1 1-1,0 0 1,0 0 0,0 0 0,0 0 0,0 0-1,0 0 1,0 0 0,0 0 0,0 0 0,0-1 0,0 1-1,0 0 1,0 0 0,0 0 0,1 0 0,-1 0 0,0 0-1,0-1 1,0 1 0,0 0 0,0 0 0,0 0-1,-1 0 1,1 0 0,0 0 0,0-1 0,0 1 0,0 0-1,0 0 1,0 0 0,0 0 0,0 0 0,0 0 0,0 0-1,0 0 1,0-1 0,0 1 0,0 0 0,0 0-1,-1 0 1,1 0 0,0 0 0,0 0 0,0 0 0,0 0-1,0 0 1,0 0 0,0 0 0,-1 0 0,-25-8 1800,-222-19-583,76 11-931,168 16-313,0-1 0,0 1 0,0-1 0,0 0 0,0 0 0,1 0 0,-6-2 0,8 3 0,1-1 0,-1 1 0,0-1 0,1 1 0,-1-1 0,1 1 0,-1-1 0,1 0 0,-1 1 0,1-1 0,-1 0 0,1 1 0,-1-1 0,1 0 0,0 1 0,-1-1 0,1 0 0,0 0 0,0 1 0,0-1 0,0 0 0,-1 0 0,1 0 0,0 1 0,0-1 0,1 0 0,-1 0 0,0 0 0,0 1 0,0-1 0,0 0 0,1 0 0,-1 1 0,0-1 0,1 0 0,-1 1 0,1-2 0,7-15 0,-1 1 0,-1-1 0,-1 0 0,-1 0 0,0-1 0,-1 0 0,-1 1 0,0-1 0,-2 0 0,0 0 0,-1 0 0,0 0 0,-8-30 0,-4 0 0,-2 0 0,-38-80 0,-59-85 0,49 98 0,-127-268 0,27 50 0,-18 12 0,161 291 0,-1 1 0,-1 1 0,-1 1 0,-2 1 0,-1 1 0,0 1 0,-2 1 0,-53-33 0,73 51 0,-1-2 0,1 1 0,0-2 0,0 1 0,1-1 0,0 0 0,1 0 0,-7-10 0,11 15 0,0 0 0,-1 1 0,1-1 0,-1 1 0,0 0 0,0 0 0,0 0 0,0 0 0,0 0 0,0 1 0,0-1 0,0 1 0,-1 0 0,1 0 0,-1 0 0,1 0 0,-1 1 0,1-1 0,-1 1 0,1 0 0,-6 1 0,-10 0 0,0 1 0,-34 9 0,31-6 0,-565 138-864,6 28-766,247-71 907,-1002 321 321,34 96 192,835-283-1275,365-174 1663,4 3 0,-130 109 1,121-71 1383,94-86-1146,0-1 0,1 2 0,1 0 0,1 0 0,-14 27 1,23-40-405,0-1 1,0 1 0,0-1 0,0 1-1,1-1 1,-1 1 0,1 0 0,0-1 0,-1 1-1,1 0 1,0 0 0,1-1 0,-1 1-1,0 0 1,1-1 0,-1 1 0,1-1-1,0 1 1,0 0 0,0-1 0,0 0 0,1 1-1,-1-1 1,1 0 0,-1 1 0,4 2-1,3 3 37,1-1 0,0 0-1,0 0 1,1-1 0,12 6 0,-11-5-22,0 0 1,15 11 0,-20-14-28,-1 1 0,0 0 0,1 1 0,-2-1 0,1 1 0,0 0 0,-1 0 0,0 1 0,-1-1 0,0 1 0,0-1 0,0 1 0,-1 0 0,1 1 0,-2-1 0,3 13 0,0 19 0,1 0 0,3-1 0,1 1 0,1-2 0,3 0 0,20 46 0,-21-61 0,0-1 0,1 0 0,1-1 0,0 0 0,2-1 0,0-1 0,1 0 0,1-1 0,1-1 0,0-1 0,25 15 0,-11-12 0,0-1 0,1-1 0,1-2 0,0-2 0,1-1 0,59 10 0,-61-16 0,0-1 0,0-1 0,0-3 0,1 0 0,-1-3 0,0 0 0,45-12 0,-71 13 0,0-1 0,-1 1 0,1-2 0,7-4 0,-14 8 0,1-1 0,-1 0 0,0 0 0,1 0 0,-1 0 0,0 0 0,0 0 0,0 0 0,0 0 0,0-1 0,0 1 0,1-3 0,-2 4 0,0-1 0,0 0 0,0 1 0,0-1 0,0 0 0,0 0 0,0 1 0,0-1 0,0 0 0,0 1 0,0-1 0,-1 0 0,1 0 0,0 1 0,0-1 0,-1 0 0,1 1 0,0-1 0,-1 1 0,1-1 0,-1 1 0,1-1 0,-1 0 0,1 1 0,-1-1 0,1 1 0,-1 0 0,-1-1 0,0-1 0,-1 0 0,0 1 0,1 0 0,-1-1 0,0 1 0,0 1 0,0-1 0,0 0 0,0 0 0,0 1 0,0 0 0,0 0 0,0 0 0,0 0 0,0 0 0,-7 2 0,11-2 5,-1 0 0,0 0 0,0 0 0,0 0 0,0 0 0,0 0 0,0 0 0,0 0 0,0 0 0,0 0 0,0 0 0,1 0 0,-1 0 0,0 0-1,0 0 1,0 0 0,0 1 0,0-1 0,0 0 0,0 0 0,0 0 0,0 0 0,0 0 0,0 0 0,0 0 0,0 0 0,0 0 0,0 1 0,0-1 0,0 0 0,0 0 0,0 0 0,0 0-1,0 0 1,0 0 0,0 0 0,0 0 0,0 1 0,0-1 0,0 0 0,0 0 0,0 0 0,0 0 0,0 0 0,0 0 0,0 0 0,0 0 0,0 0 0,0 0 0,0 1 0,0-1 0,0 0-1,-1 0 1,1 0 0,0 0 0,0 0 0,0 0 0,0 0 0,0 0 0,0 0 0,0 0 0,0 0 0,0 0 0,-1 0 0,1 0 0,0 0 0,0 0 0,0 0 0,8 3-1712,7 1-5119</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5.080"/>
    </inkml:context>
    <inkml:brush xml:id="br0">
      <inkml:brushProperty name="width" value="0.05" units="cm"/>
      <inkml:brushProperty name="height" value="0.05" units="cm"/>
      <inkml:brushProperty name="color" value="#FFFFFF"/>
    </inkml:brush>
  </inkml:definitions>
  <inkml:trace contextRef="#ctx0" brushRef="#br0">18 204 24575,'25'-5'0,"-22"4"0,-1 0 0,1 1 0,0-1 0,-1 0 0,1 1 0,0 0 0,0 0 0,-1 0 0,1 0 0,0 0 0,5 2 0,-4-1 0,0 2 0,0-1 0,0 0 0,0 1 0,0-1 0,-1 1 0,1 0 0,-1 1 0,0-1 0,0 0 0,0 1 0,-1 0 0,1 0 0,-1 0 0,1 0 0,-1 0 0,-1 0 0,1 0 0,1 8 0,4 11 0,-1-1 0,3 35 0,-8-55 0,17 274 49,-22 1-274,4-268 206,-42 636-1030,-26 0 1161,16-172-422,35-165 1514,17-302-1178,0 0-1,1 0 1,-1 0 0,1 0 0,3 10 0,-4-14-22,1-1-1,0 1 1,0 0 0,0-1 0,0 1 0,0 0-1,0-1 1,0 1 0,1-1 0,-1 1 0,0-1-1,1 0 1,-1 0 0,1 0 0,0 0-1,-1 0 1,1 0 0,0 0 0,-1 0 0,1 0-1,3 0 1,11 2-4,1-1 0,-1-1 0,1 0 0,-1-1 0,1-1 0,18-3 0,4 0 0,688-42 0,127-9 0,-806 52 0,-32 3 0,0 0 0,0-1 0,0-1 0,0-1 0,30-9 0,-43 11 0,-1 0 0,0-1 0,0 1 0,0 0 0,0-1 0,0 1 0,0-1 0,-1 0 0,1 0 0,0 0 0,-1 1 0,1-2 0,-1 1 0,0 0 0,0 0 0,0 0 0,0 0 0,0-1 0,0 1 0,0-1 0,-1 1 0,1 0 0,-1-1 0,0 1 0,0-1 0,0 1 0,0-1 0,-1-3 0,-1-9 0,0 1 0,-1 0 0,-10-26 0,4 14 0,-15-69 16,-17-141-1,9-104-170,12 43-406,-37-399-733,51 638 1336,-42-333-198,-21 7 114,2 147 2127,65 232-2059,1 1-24,0 1 0,0 0-1,0-1 1,0 1 0,-1 0-1,1 0 1,-1 0 0,0 0 0,0 0-1,0 0 1,0 0 0,0 1 0,-5-5-1,6 7-1,1 0 0,0 0 0,0-1 0,-1 1 0,1 0 0,0 0 0,0 0 0,-1 0 0,1 0 0,0 0 0,0 0 0,-1 0 0,1 0 0,0 0 0,0 0 0,-1 0 0,1 0 0,0 0 0,-1 1 0,1-1 0,0 0 0,0 0 0,0 0 0,-1 0 0,1 0 0,0 0 0,0 1 0,-1-1 0,1 0 0,0 0 0,0 0 0,0 1 0,0-1 0,-1 0 0,1 1 0,-5 12 0,3 17 0,2-29 0,2 48-1365,2-25-5461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5.786"/>
    </inkml:context>
    <inkml:brush xml:id="br0">
      <inkml:brushProperty name="width" value="0.05" units="cm"/>
      <inkml:brushProperty name="height" value="0.05" units="cm"/>
      <inkml:brushProperty name="color" value="#FFFFFF"/>
    </inkml:brush>
  </inkml:definitions>
  <inkml:trace contextRef="#ctx0" brushRef="#br0">1 220 24575,'2'-1'0,"1"1"0,0-1 0,0 0 0,0 0 0,-1 0 0,1 0 0,-1-1 0,5-2 0,13-7 0,-17 10 0,0 1 0,0-1 0,0 0 0,0 1 0,0 0 0,0-1 0,0 1 0,0 1 0,0-1 0,0 0 0,0 1 0,0-1 0,-1 1 0,1 0 0,0 0 0,0 0 0,0 0 0,4 3 0,-3 0 0,1-1 0,-1 1 0,0 0 0,0 0 0,0 1 0,-1-1 0,1 1 0,-1 0 0,3 6 0,4 10 0,-1 0 0,-1 1 0,8 39 0,1 19-128,-4 1 0,2 89 0,-8 166-389,-7-243 478,-3 631 41,-23 2-50,22-675 175,0-23 45,2 1 0,1 0 0,2 0-1,5 37 1,-5-61-172,0 0 0,1 0 0,0-1 0,0 1 0,1 0 0,-1-1 0,1 1 0,0-1 0,0 0 0,0 0 0,1 0 0,-1 0 0,1-1 0,0 0 0,0 1 0,0-1 0,1-1 0,-1 1 0,1-1 0,8 4 0,8 2 0,-1-2 0,1 0 0,34 4 0,-49-9 0,633 58 0,-623-58 0,15 1 0,111 1 0,-128-4 0,0 0 0,0-1 0,0-1 0,0 0 0,0-1 0,-1 0 0,23-12 0,-29 12 0,-1 0 0,1-1 0,-1 0 0,0 0 0,-1-1 0,1 0 0,-1 0 0,0 0 0,-1 0 0,1-1 0,-1 0 0,-1 0 0,1 0 0,-1 0 0,0 0 0,-1-1 0,0 0 0,0 1 0,1-15 0,0-9 0,-1 1 0,-2-1 0,-6-53 0,-82-508-660,30 244 363,-27-400-893,39-4-1,44 702 1261,3 28 56,-2 0 0,-1 0 0,0 0 0,-9-32 1,11 53-95,-1 0 1,1 1-1,0-1 1,0 0-1,0 0 1,0 0-1,-1 1 1,1-1-1,0 0 1,-1 1-1,1-1 0,-1 0 1,1 1-1,-1-1 1,1 0-1,-1 1 1,1-1-1,-1 1 1,1-1-1,-1 1 1,0-1-1,1 1 1,-1-1-1,0 1 1,1 0-1,-1-1 1,0 1-1,0 0 1,0-1-1,-1 2 14,1-1 1,0 1-1,0-1 0,0 1 0,0 0 0,-1-1 1,1 1-1,0 0 0,0 0 0,0 0 0,1-1 1,-1 1-1,0 0 0,0 0 0,-1 2 0,-5 8 215,1 0 0,-7 18 0,13-29-260,-19 48 88,2 1 0,-14 73 0,-7 103-1401,37-215 1132,-7 45-6646</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6.240"/>
    </inkml:context>
    <inkml:brush xml:id="br0">
      <inkml:brushProperty name="width" value="0.05" units="cm"/>
      <inkml:brushProperty name="height" value="0.05" units="cm"/>
      <inkml:brushProperty name="color" value="#FFFFFF"/>
    </inkml:brush>
  </inkml:definitions>
  <inkml:trace contextRef="#ctx0" brushRef="#br0">1 236 24575,'1271'-40'-4518,"-789"18"2823,1257-22-4583,0 33 3993,-1730 11 2275,2272-52 583,-2253 51-608,389-36 3774,-361 25-1228,-55 12-2476,0 0 0,1-1 0,-1 1 0,0 0 0,0-1 0,1 0 0,-1 1 0,0-1 0,0 0 0,0 1 0,0-1 0,0 0 0,2-1 0,-3 1-59,0 1 0,0 0-1,0-1 1,0 1-1,0 0 1,0 0 0,0-1-1,0 1 1,0 0 0,0-1-1,0 1 1,0 0-1,-1 0 1,1-1 0,0 1-1,0 0 1,0 0-1,0-1 1,0 1 0,-1 0-1,1 0 1,0-1-1,0 1 1,-1 0 0,1 0-1,0 0 1,-1-1-1,1 1 25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7.361"/>
    </inkml:context>
    <inkml:brush xml:id="br0">
      <inkml:brushProperty name="width" value="0.05" units="cm"/>
      <inkml:brushProperty name="height" value="0.05" units="cm"/>
      <inkml:brushProperty name="color" value="#FFFFFF"/>
    </inkml:brush>
  </inkml:definitions>
  <inkml:trace contextRef="#ctx0" brushRef="#br0">15 406 24575,'1'-6'0,"0"1"0,0 0 0,0 0 0,1 0 0,4-8 0,4 40 0,9 54 0,-4 1 0,-3 0 0,1 130 0,-16-249 0,-2-1 0,-17-59 0,5 20 0,-20-136 0,30 159 0,3-108 0,4 151 0,1-1 0,0 0 0,1 1 0,0-1 0,1 0 0,1 1 0,-1 0 0,7-12 0,-7 19 0,-1 0 0,1 0 0,-1 0 0,1 0 0,0 1 0,0-1 0,1 1 0,-1 0 0,1 0 0,0 1 0,-1-1 0,1 0 0,0 1 0,1 0 0,-1 0 0,0 1 0,0-1 0,1 1 0,-1 0 0,1 0 0,0 0 0,-1 0 0,7 1 0,6 0 0,-1 1 0,0 1 0,1 1 0,-1 0 0,0 1 0,0 0 0,-1 2 0,20 8 0,-12-3 0,-2 1 0,1 0 0,-2 2 0,36 30 0,-50-39 0,0 0 0,-1 1 0,0 0 0,0 0 0,0 0 0,-1 1 0,1-1 0,-2 1 0,1 0 0,-1 0 0,0 1 0,2 8 0,-4-10 0,0-1 0,0 1 0,-1-1 0,0 1 0,0-1 0,-1 1 0,0-1 0,0 1 0,0-1 0,0 1 0,-1-1 0,0 0 0,0 0 0,0 0 0,-1 0 0,0 0 0,0 0 0,-3 4 0,-6 5 0,1-1 0,-2 0 0,0 0 0,0-2 0,-20 14 0,-79 44 0,89-55 0,19-12 0,-20 14 0,24-16 0,-1 1 0,1-1 0,0 0 0,-1 1 0,1-1 0,0 1 0,-1-1 0,1 0 0,0 1 0,0-1 0,0 1 0,-1-1 0,1 1 0,0-1 0,0 1 0,0-1 0,0 1 0,0-1 0,0 1 0,0-1 0,0 1 0,0-1 0,0 1 0,0-1 0,0 1 0,0-1 0,0 0 0,0 1 0,0-1 0,1 1 0,-1-1 0,0 1 0,0-1 0,1 1 0,-1-1 0,0 0 0,0 1 0,1-1 0,-1 0 0,1 1 0,-1-1 0,0 0 0,1 1 0,-1-1 0,1 0 0,-1 0 0,0 1 0,1-1 0,0 0 0,15 8 0,0-2 0,1 0 0,0-1 0,0 0 0,24 3 0,11 3 0,-20-3 0,-3-2 0,-1 1 0,0 2 0,0 1 0,-1 1 0,27 15 0,-52-25 0,0 0 0,-1 0 0,1 0 0,0 0 0,-1 0 0,1 1 0,-1-1 0,1 1 0,-1-1 0,1 1 0,-1 0 0,0-1 0,0 1 0,0 0 0,0 0 0,0 0 0,-1 0 0,1 0 0,0 2 0,-1-3 0,0 1 0,-1 0 0,1-1 0,-1 1 0,1-1 0,-1 1 0,1 0 0,-1-1 0,0 1 0,0-1 0,0 0 0,0 1 0,0-1 0,0 0 0,0 0 0,0 1 0,-1-1 0,1 0 0,0 0 0,-1 0 0,1 0 0,-1-1 0,-2 2 0,-15 8 49,0-2 0,-1 0 0,0-1-1,0-1 1,0-1 0,-23 2 0,-126 7-1756,114-12-5119</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7.707"/>
    </inkml:context>
    <inkml:brush xml:id="br0">
      <inkml:brushProperty name="width" value="0.05" units="cm"/>
      <inkml:brushProperty name="height" value="0.05" units="cm"/>
      <inkml:brushProperty name="color" value="#FFFFFF"/>
    </inkml:brush>
  </inkml:definitions>
  <inkml:trace contextRef="#ctx0" brushRef="#br0">78 37 24575,'5'0'0,"0"0"0,-1 0 0,1-1 0,0 0 0,0 0 0,0 0 0,-1 0 0,1-1 0,8-4 0,-40 10 0,21-2 0,-1 1 0,1 0 0,0 0 0,0 1 0,0 0 0,0 0 0,1 0 0,0 1 0,0 0 0,0 0 0,0 0 0,1 1 0,0-1 0,0 1 0,0 0 0,1 0 0,-1 1 0,2-1 0,-1 0 0,1 1 0,-2 8 0,2-9 0,1 0 0,0 1 0,1-1 0,-1 1 0,1-1 0,1 0 0,-1 1 0,1-1 0,0 0 0,0 1 0,1-1 0,0 0 0,0 0 0,0 0 0,1 0 0,0-1 0,0 1 0,0-1 0,1 1 0,0-1 0,0 0 0,0-1 0,7 7 0,-4-6 0,1 0 0,-1 0 0,1 0 0,0-1 0,0 0 0,1-1 0,-1 0 0,1 0 0,-1-1 0,1 0 0,0 0 0,0-1 0,0 0 0,0-1 0,0 0 0,0-1 0,0 1 0,0-2 0,0 1 0,-1-1 0,1 0 0,0-1 0,10-5 0,-9 4 0,-1 0 0,0-1 0,1 0 0,-2-1 0,1 0 0,-1 0 0,0-1 0,0 0 0,-1 0 0,0-1 0,0 0 0,0 0 0,-1 0 0,-1-1 0,1 0 0,-2 0 0,1-1 0,-1 1 0,0-1 0,2-11 0,-5 17 0,0-1 0,-1 1 0,1 0 0,-1-1 0,0 1 0,0-1 0,0 1 0,-1 0 0,0-1 0,1 1 0,-2 0 0,1 0 0,0-1 0,-1 1 0,0 0 0,-4-7 0,3 7 0,-1-1 0,0 1 0,0 0 0,0 0 0,0 0 0,-1 1 0,0-1 0,0 1 0,0 0 0,0 1 0,-7-4 0,-7 0 0,1 1 0,-1 0 0,0 2 0,0 0 0,-1 1 0,-29 0 0,27 3-455,0 0 0,-28 6 0,15 2-6371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39.809"/>
    </inkml:context>
    <inkml:brush xml:id="br0">
      <inkml:brushProperty name="width" value="0.05" units="cm"/>
      <inkml:brushProperty name="height" value="0.05" units="cm"/>
      <inkml:brushProperty name="color" value="#FFFFFF"/>
    </inkml:brush>
  </inkml:definitions>
  <inkml:trace contextRef="#ctx0" brushRef="#br0">442 17 24575,'-3'-2'0,"1"0"0,-1 0 0,0 0 0,0 1 0,0-1 0,0 1 0,0 0 0,0 0 0,-1 0 0,1 1 0,0-1 0,0 1 0,-6-1 0,-43 4 0,31-1 0,0 2 0,0 1 0,1 0 0,-25 11 0,32-11 0,1 1 0,0 0 0,0 0 0,1 1 0,0 1 0,0 0 0,-17 17 0,27-24 0,0 0 0,0 0 0,0 0 0,0 0 0,1 0 0,-1 1 0,0-1 0,1 0 0,-1 0 0,0 0 0,1 1 0,0-1 0,-1 0 0,1 1 0,0-1 0,0 0 0,-1 1 0,1-1 0,0 0 0,0 1 0,0-1 0,1 2 0,0-1 0,0 0 0,0 0 0,0 0 0,0 0 0,0 0 0,0-1 0,1 1 0,-1 0 0,1-1 0,-1 1 0,1-1 0,3 3 0,6 3 0,1 0 0,0-1 0,23 8 0,-22-9 0,37 12 0,-36-13 0,1 1 0,-1 0 0,-1 1 0,1 1 0,-1 0 0,16 11 0,-28-18 0,-1 1 0,1-1 0,0 1 0,-1-1 0,1 1 0,-1-1 0,1 1 0,-1 0 0,1-1 0,-1 1 0,1-1 0,-1 1 0,1 0 0,-1 0 0,0-1 0,0 1 0,1 0 0,-1-1 0,0 1 0,0 0 0,0 0 0,0 0 0,0-1 0,0 1 0,0 0 0,0 0 0,0-1 0,0 2 0,-1 0 0,0-1 0,1 0 0,-1 0 0,0 0 0,0 0 0,0 0 0,0 0 0,-1 0 0,1 0 0,0 0 0,0 0 0,0-1 0,-3 2 0,-4 1 0,0 0 0,0 0 0,0-1 0,-10 1 0,-16 2-227,-1-3-1,0-1 1,1-1-1,-1-2 1,-66-12-1,74 7-6598</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7:40.480"/>
    </inkml:context>
    <inkml:brush xml:id="br0">
      <inkml:brushProperty name="width" value="0.05" units="cm"/>
      <inkml:brushProperty name="height" value="0.05" units="cm"/>
      <inkml:brushProperty name="color" value="#FFFFFF"/>
    </inkml:brush>
  </inkml:definitions>
  <inkml:trace contextRef="#ctx0" brushRef="#br0">227 473 24575,'2'0'0,"-1"0"0,1 0 0,-1 0 0,1 0 0,-1-1 0,1 1 0,-1 0 0,1-1 0,-1 0 0,0 1 0,1-1 0,-1 0 0,0 0 0,1 1 0,-1-1 0,0 0 0,0 0 0,0 0 0,0-1 0,2-1 0,-3 2 0,0 1 0,1-1 0,-1 0 0,0 1 0,0-1 0,0 0 0,1 0 0,-1 1 0,0-1 0,0 0 0,0 0 0,0 1 0,0-1 0,-1 0 0,1 0 0,0 1 0,0-1 0,0 0 0,-1 0 0,1 1 0,0-1 0,-1 0 0,1 1 0,0-1 0,-1 1 0,1-1 0,-1 0 0,1 1 0,-1-1 0,1 1 0,-1-1 0,0 1 0,1-1 0,-1 1 0,0 0 0,1-1 0,-1 1 0,0 0 0,1-1 0,-1 1 0,-1 0 0,-5-2 0,0 0 0,0 0 0,0 1 0,0 0 0,0 0 0,-1 1 0,1 0 0,0 0 0,0 1 0,0 0 0,0 0 0,0 0 0,0 1 0,-12 5 0,10-4 0,-1 1 0,0 1 0,1-1 0,0 2 0,0-1 0,0 1 0,1 1 0,-1 0 0,-9 11 0,15-15 0,0 0 0,1 0 0,0 1 0,-1-1 0,1 1 0,1 0 0,-1 0 0,0 0 0,1 0 0,0 0 0,0 0 0,0 0 0,0 0 0,1 0 0,-1 0 0,1 0 0,0 1 0,1-1 0,-1 0 0,1 0 0,0 0 0,0 0 0,0 0 0,2 7 0,0-7 0,0 1 0,-1 0 0,2 0 0,-1-1 0,0 0 0,1 1 0,0-1 0,0-1 0,0 1 0,0 0 0,1-1 0,-1 0 0,1 0 0,0-1 0,0 1 0,0-1 0,0 0 0,7 2 0,2-1 0,0 0 0,1-1 0,-1 0 0,1-1 0,-1-1 0,1 0 0,0-1 0,-1 0 0,1-2 0,-1 1 0,0-2 0,0 0 0,27-11 0,-31 10 0,1-1 0,-1 0 0,0 0 0,-1-1 0,1 0 0,-1-1 0,-1 0 0,1 0 0,-1-1 0,-1 0 0,0 0 0,0-1 0,-1 0 0,0 0 0,-1-1 0,0 1 0,7-21 0,-5 1 0,-1 0 0,-2 0 0,2-52 0,-9-93 0,1 146 0,-6-66 0,5 81 0,0 18 0,2 24 0,56 566 0,-54-591 0,0 5 0,0 0 0,1-1 0,0 0 0,0 1 0,4 6 0,-6-13 0,1 0 0,-1 0 0,1 0 0,-1 0 0,1 0 0,-1-1 0,1 1 0,0 0 0,0 0 0,-1-1 0,1 1 0,0-1 0,0 1 0,0-1 0,0 1 0,0-1 0,0 1 0,1 0 0,-1-1 0,1 0 0,-1 0 0,0-1 0,1 1 0,-1 0 0,0 0 0,1-1 0,-1 1 0,0-1 0,0 1 0,0-1 0,1 1 0,-1-1 0,0 0 0,0 0 0,0 1 0,0-1 0,1-2 0,20-18 0,-2-1 0,31-43 0,-11 13 0,-25 32 0,-1 2 0,20-21 0,-30 36 0,0-1 0,-1 1 0,1 0 0,0 0 0,1 0 0,-1 0 0,0 1 0,1 0 0,0 0 0,-1 0 0,10-2 0,-12 4 0,0 0 0,1 0 0,-1 0 0,0 0 0,1 1 0,-1-1 0,0 1 0,1 0 0,-1-1 0,0 1 0,0 0 0,0 0 0,0 1 0,0-1 0,0 0 0,0 1 0,0-1 0,0 1 0,-1-1 0,1 1 0,0 0 0,-1 0 0,2 3 0,4 5 0,0 0 0,-1 1 0,5 14 0,-8-19 0,21 54 0,-15-37 0,0-1 0,1 0 0,23 35 0,-32-54-124,1-1 0,-1 0 0,1 0 0,0 0 0,0-1 0,0 1-1,0 0 1,0-1 0,0 1 0,4 1 0,3-1-6702</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7.697"/>
    </inkml:context>
    <inkml:brush xml:id="br0">
      <inkml:brushProperty name="width" value="0.05" units="cm"/>
      <inkml:brushProperty name="height" value="0.05" units="cm"/>
      <inkml:brushProperty name="color" value="#FFFFFF"/>
    </inkml:brush>
  </inkml:definitions>
  <inkml:trace contextRef="#ctx0" brushRef="#br0">1 1 24575,'2'53'0,"8"52"0,-9-99 5,4 18 107,0 0 0,10 24-1,-13-43-224,0 1-1,0-1 0,1 1 1,0-1-1,0 0 0,0 0 0,0 0 1,1-1-1,0 1 0,0-1 1,0 0-1,1 0 0,0 0 1,5 3-1,4 0-6712</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7.853"/>
    </inkml:context>
    <inkml:brush xml:id="br0">
      <inkml:brushProperty name="width" value="0.05" units="cm"/>
      <inkml:brushProperty name="height" value="0.05" units="cm"/>
      <inkml:brushProperty name="color" value="#FFFFFF"/>
    </inkml:brush>
  </inkml:definitions>
  <inkml:trace contextRef="#ctx0" brushRef="#br0">1 1 24575,'0'3'0,"0"3"0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8.324"/>
    </inkml:context>
    <inkml:brush xml:id="br0">
      <inkml:brushProperty name="width" value="0.05" units="cm"/>
      <inkml:brushProperty name="height" value="0.05" units="cm"/>
      <inkml:brushProperty name="color" value="#FFFFFF"/>
    </inkml:brush>
  </inkml:definitions>
  <inkml:trace contextRef="#ctx0" brushRef="#br0">157 118 24575,'0'-2'0,"1"1"0,-1 0 0,0-1 0,0 1 0,0 0 0,0-1 0,0 1 0,-1 0 0,1-1 0,0 1 0,-1 0 0,1 0 0,-1-1 0,1 1 0,-1 0 0,1 0 0,-1 0 0,0-1 0,0 1 0,0 0 0,1 0 0,-1 0 0,0 1 0,0-1 0,0 0 0,0 0 0,-1 0 0,1 1 0,0-1 0,0 0 0,0 1 0,-1-1 0,1 1 0,0 0 0,0-1 0,-1 1 0,1 0 0,-2 0 0,-1 0 0,1 0 0,0 1 0,0-1 0,0 1 0,-1 0 0,1 0 0,0 1 0,0-1 0,0 0 0,0 1 0,1 0 0,-1 0 0,0 0 0,-4 4 0,-1 3 0,-1 0 0,1 1 0,0 0 0,1 0 0,0 1 0,1 0 0,0 0 0,-4 13 0,8-21 0,1 1 0,-1 0 0,1 0 0,0 0 0,0 0 0,1 0 0,-1 0 0,1 0 0,0 0 0,0 0 0,0 0 0,1 0 0,-1 0 0,1 0 0,0 0 0,0 0 0,1-1 0,-1 1 0,1 0 0,0-1 0,-1 1 0,2-1 0,-1 1 0,0-1 0,1 0 0,-1 0 0,1 0 0,5 4 0,-1-2 0,-1-1 0,0 0 0,1 0 0,0 0 0,0-1 0,0-1 0,0 1 0,1-1 0,-1 0 0,0 0 0,1-1 0,0 0 0,-1-1 0,1 1 0,0-1 0,-1-1 0,1 0 0,-1 0 0,1 0 0,-1-1 0,1 0 0,-1 0 0,0-1 0,0 0 0,0 0 0,0-1 0,-1 0 0,1 0 0,-1-1 0,0 1 0,0-1 0,-1-1 0,1 1 0,-1-1 0,0 0 0,-1 0 0,1 0 0,-1-1 0,-1 1 0,4-8 0,-3 3 0,-1 0 0,-1 0 0,0-1 0,0 1 0,-1 0 0,0-1 0,-1 1 0,0-1 0,-1 1 0,-1-1 0,0 1 0,0 0 0,-1 0 0,0 0 0,-1 0 0,0 0 0,-1 1 0,-11-19 0,15 27 0,0 1 0,1 0 0,-1-1 0,0 1 0,0 0 0,0 0 0,0 0 0,0 0 0,0 0 0,0 0 0,-1 0 0,1 0 0,0 1 0,0-1 0,-1 0 0,1 1 0,0-1 0,-1 1 0,1-1 0,-3 0 0,3 2 0,0-1 0,0 1 0,1-1 0,-1 1 0,0-1 0,0 1 0,0 0 0,0 0 0,1-1 0,-1 1 0,0 0 0,1 0 0,-1 0 0,0 0 0,1 0 0,-1-1 0,1 1 0,0 0 0,-1 0 0,1 0 0,0 1 0,-1-1 0,1 0 0,0 0 0,0 0 0,0 0 0,0 0 0,0 2 0,-1 13 38,1 0 0,1 0 0,0 1 0,1-1 0,1 0 0,0 0 0,1-1 0,8 22 0,0-8-465,1 0 0,1-1 1,24 37-1,-26-49-6399</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8.528"/>
    </inkml:context>
    <inkml:brush xml:id="br0">
      <inkml:brushProperty name="width" value="0.05" units="cm"/>
      <inkml:brushProperty name="height" value="0.05" units="cm"/>
      <inkml:brushProperty name="color" value="#FFFFFF"/>
    </inkml:brush>
  </inkml:definitions>
  <inkml:trace contextRef="#ctx0" brushRef="#br0">1 21 24575,'0'-3'0,"0"-3"0,2-2 0,5 5 0,2 4 0,4 6 0,4 4 0,6 5 0,0 6 0,3 4 0,-1 4 0,-2 2 0,-4 1 0,-6 0 0,-8 0 0,-10 0 0,-13-3 0,-3-6-8191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8.793"/>
    </inkml:context>
    <inkml:brush xml:id="br0">
      <inkml:brushProperty name="width" value="0.05" units="cm"/>
      <inkml:brushProperty name="height" value="0.05" units="cm"/>
      <inkml:brushProperty name="color" value="#FFFFFF"/>
    </inkml:brush>
  </inkml:definitions>
  <inkml:trace contextRef="#ctx0" brushRef="#br0">11 4 24575,'-3'-3'0,"-1"2"0,1 4 0,3 7 0,4 7 0,5 6 0,3 5 0,5 5 0,5 3 0,7 4 0,7 0 0,5 2 0,7-1 0,7-5 0,-7-8-8191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17.030"/>
    </inkml:context>
    <inkml:brush xml:id="br0">
      <inkml:brushProperty name="width" value="0.05" units="cm"/>
      <inkml:brushProperty name="height" value="0.05" units="cm"/>
      <inkml:brushProperty name="color" value="#FFFFFF"/>
    </inkml:brush>
  </inkml:definitions>
  <inkml:trace contextRef="#ctx0" brushRef="#br0">0 0 24575,'48'89'-71,"5"-2"1,2-3-1,5-2 0,130 137 0,-58-88-308,260 194 0,-214-198-166,208 111 0,215 59-1391,24-46 3,9-23 851,-502-181 1042,1546 522-1883,28-88-1,-150-162 1276,15-81 0,1317-6 543,-2765-228 452,638 21 1375,-256-15 2293,-458-9-3056,-16 1-190,1-1 0,0-2 1,-1-2-1,45-8 1,-74 10-718,-1 1 1,0 0 0,1 0 0,-1-1-1,1 1 1,-1-1 0,0 1 0,0-1-1,1 1 1,-1-1 0,0 0 0,0 0-1,0 0 1,0 0 0,0 0 0,0 0-1,0 0 1,0 0 0,1-1 0,-2 1-29,0 0 0,0 1 0,0-1 0,0 0 0,0 1 0,-1-1 0,1 0 0,0 0 0,0 1 0,-1-1 0,1 1 0,0-1 0,-1 0 0,1 1 0,-1-1 0,1 1 0,-1-1 0,1 1 0,-1-1 0,1 1 0,-1-1 0,1 1 0,-1-1 0,-1 0 0,-6-3-391,0-1 0,0 2-1,-17-7 1,4 4-6459</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17.281"/>
    </inkml:context>
    <inkml:brush xml:id="br0">
      <inkml:brushProperty name="width" value="0.05" units="cm"/>
      <inkml:brushProperty name="height" value="0.05" units="cm"/>
      <inkml:brushProperty name="color" value="#FFFFFF"/>
    </inkml:brush>
  </inkml:definitions>
  <inkml:trace contextRef="#ctx0" brushRef="#br0">43 15 24575,'-3'-10'0,"2"5"0,10 12 0,11 9 0,-1 2 0,0 1 0,-1 0 0,24 35 0,-35-43 0,0 0 0,-1 0 0,0 1 0,-1 0 0,0 0 0,-1 0 0,0 1 0,-1-1 0,0 1 0,-1 0 0,1 16 0,-3-24 18,-1 1 0,1 0 0,-1 0 0,0 0 0,-1 0 0,1-1 0,-1 1 0,0 0 0,0-1 0,-1 0 0,0 1 0,0-1 0,0 0 0,0 0 0,-1-1 0,0 1 0,0-1 0,-8 7 0,-1-1-303,-1 0 1,0-1-1,0-1 1,-1 0-1,-21 7 1,-27 10-6542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2.424"/>
    </inkml:context>
    <inkml:brush xml:id="br0">
      <inkml:brushProperty name="width" value="0.05" units="cm"/>
      <inkml:brushProperty name="height" value="0.05" units="cm"/>
      <inkml:brushProperty name="color" value="#FFFFFF"/>
    </inkml:brush>
  </inkml:definitions>
  <inkml:trace contextRef="#ctx0" brushRef="#br0">377 241 24575,'2'-1'0,"1"1"0,-1-1 0,0 0 0,1 0 0,-1 0 0,0 0 0,1 0 0,-1 0 0,0-1 0,0 1 0,0-1 0,0 0 0,2-1 0,21-26 0,-20 22 0,0 0 0,0-1 0,-1 1 0,0-1 0,-1 0 0,0 0 0,0 0 0,-1-1 0,0 1 0,0-1 0,0-9 0,-1 15 0,-1-1 0,0 1 0,0 0 0,0 0 0,-1-1 0,1 1 0,-1 0 0,0 0 0,0 0 0,0 0 0,0 0 0,0 0 0,0 0 0,-1 0 0,0 0 0,0 1 0,1-1 0,-1 1 0,-1-1 0,1 1 0,0 0 0,-1-1 0,1 1 0,-1 0 0,1 1 0,-1-1 0,0 0 0,0 1 0,0 0 0,0 0 0,0-1 0,-4 1 0,-5-2 0,0 2 0,-1 0 0,1 0 0,0 1 0,0 0 0,0 1 0,0 1 0,0 0 0,0 1 0,0 0 0,-20 8 0,12-3 0,1 1 0,0 1 0,1 0 0,0 1 0,-33 28 0,40-29 0,1 1 0,0 0 0,0 1 0,1 0 0,1 0 0,0 1 0,1 0 0,0 0 0,-8 22 0,13-28 0,0-1 0,0 1 0,0-1 0,1 1 0,0 0 0,0-1 0,1 1 0,-1 0 0,2 0 0,-1-1 0,1 1 0,0 0 0,0 0 0,1-1 0,-1 1 0,2-1 0,-1 1 0,1-1 0,0 0 0,0 0 0,0 0 0,1-1 0,5 7 0,-5-8 0,0 0 0,0-1 0,0 1 0,0-1 0,0 0 0,0 0 0,1-1 0,0 0 0,-1 1 0,1-1 0,0-1 0,0 1 0,0-1 0,9 2 0,-6-3 0,-1 0 0,1 0 0,0 0 0,0-1 0,0 0 0,-1-1 0,1 0 0,14-5 0,-6 0 0,0-1 0,-1 0 0,0-1 0,-1-1 0,0 0 0,0-1 0,-1-1 0,12-13 0,-10 8 0,-1-1 0,0 0 0,-2-1 0,15-27 0,-21 32 0,0 0 0,0-1 0,-1 1 0,-1-1 0,0 0 0,-2 0 0,3-20 0,-8 5 0,-3 20 0,6 11 0,-1-1 0,1 0 0,-1 0 0,1 0 0,-1 0 0,1 1 0,-1-1 0,1 0 0,-1 0 0,1 1 0,-1-1 0,1 0 0,0 1 0,-1-1 0,1 0 0,0 1 0,-1-1 0,1 1 0,0-1 0,-1 1 0,1-1 0,0 1 0,0-1 0,-1 1 0,-4 10 0,0 0 0,1 1 0,0-1 0,0 1 0,2 0 0,-1-1 0,1 1 0,0 21 0,6 100 0,-4-130 0,1 0 1,1 32 169,9 40 0,-9-65-340,0 0-1,1-1 0,0 1 1,1-1-1,0 0 1,1 0-1,-1 0 0,2 0 1,5 7-1,3-2-6655</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2.782"/>
    </inkml:context>
    <inkml:brush xml:id="br0">
      <inkml:brushProperty name="width" value="0.05" units="cm"/>
      <inkml:brushProperty name="height" value="0.05" units="cm"/>
      <inkml:brushProperty name="color" value="#FFFFFF"/>
    </inkml:brush>
  </inkml:definitions>
  <inkml:trace contextRef="#ctx0" brushRef="#br0">34 71 24575,'-1'-2'0,"1"1"0,0-1 0,0 1 0,-1 0 0,1-1 0,-1 1 0,1 0 0,-1-1 0,0 1 0,1 0 0,-1 0 0,0-1 0,0 1 0,0 0 0,0 0 0,0 0 0,-2-2 0,3 3 0,-1 0 0,1 0 0,-1-1 0,1 1 0,0 0 0,-1 0 0,1 0 0,-1 0 0,1-1 0,0 1 0,-1 0 0,1 0 0,-1 0 0,1 0 0,-1 0 0,1 0 0,0 0 0,-1 0 0,1 0 0,-1 0 0,1 0 0,-1 1 0,1-1 0,-1 0 0,0 1 0,1-1 0,-1 1 0,1-1 0,-1 1 0,1 0 0,0-1 0,-1 1 0,1-1 0,0 1 0,-1 0 0,1-1 0,0 1 0,-1 0 0,1 0 0,0-1 0,0 1 0,0 1 0,-2 15 0,1 0 0,1-1 0,1 1 0,0-1 0,6 26 0,1-6 0,18 49 0,-23-76 0,0 0 0,1-1 0,0 1 0,1-1 0,9 13 0,-13-19 0,0-1 0,1 1 0,-1-1 0,0 1 0,1-1 0,-1 1 0,1-1 0,0 0 0,-1 0 0,1 0 0,0 0 0,0 0 0,0 0 0,0 0 0,0-1 0,0 1 0,0-1 0,0 1 0,0-1 0,0 0 0,0 0 0,0 0 0,0 0 0,0 0 0,0 0 0,0-1 0,0 1 0,0-1 0,0 1 0,0-1 0,3-1 0,1-2 0,0 0 0,0 0 0,0-1 0,0 1 0,-1-1 0,0-1 0,0 1 0,0-1 0,0 0 0,-1 0 0,6-12 0,2-6 0,17-48 0,-21 49 0,8-44 0,-14 59 0,-1 0 0,0 0 0,-1-1 0,0 1 0,0 0 0,0 0 0,-1-1 0,-1 1 0,-2-9 0,4 15-41,-1 0 0,0 0-1,0 1 1,1-1-1,-1 0 1,-1 0 0,1 1-1,0-1 1,0 1 0,-1-1-1,1 1 1,0-1-1,-1 1 1,0 0 0,1 0-1,-1-1 1,0 1 0,1 1-1,-1-1 1,0 0-1,0 0 1,0 1 0,0-1-1,0 1 1,0-1 0,0 1-1,0 0 1,0 0-1,0 0 1,0 0 0,0 0-1,-2 1 1,-11 2-6785</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3.014"/>
    </inkml:context>
    <inkml:brush xml:id="br0">
      <inkml:brushProperty name="width" value="0.05" units="cm"/>
      <inkml:brushProperty name="height" value="0.05" units="cm"/>
      <inkml:brushProperty name="color" value="#FFFFFF"/>
    </inkml:brush>
  </inkml:definitions>
  <inkml:trace contextRef="#ctx0" brushRef="#br0">0 82 24575,'3'-4'0,"0"0"0,-1-1 0,0 1 0,0-1 0,0 0 0,0 0 0,-1 0 0,0 0 0,1-8 0,4-11 0,-6 24 0,0 0 0,0 0 0,0 0 0,0 0 0,0 0 0,0 0 0,0 0 0,1 0 0,-1 0 0,0 0 0,0 0 0,0 0 0,0 0 0,0 0 0,0 0 0,0 0 0,0 0 0,0 0 0,1 0 0,-1 0 0,0 0 0,0 0 0,0 0 0,0 0 0,0 0 0,0 0 0,0 0 0,0 0 0,0 0 0,1 0 0,-1 0 0,0 0 0,0 0 0,0 0 0,0 0 0,0 0 0,0 0 0,0 0 0,0-1 0,0 1 0,0 0 0,0 0 0,0 0 0,0 0 0,0 0 0,0 0 0,0 0 0,1 0 0,-1 0 0,0 0 0,0-1 0,0 1 0,0 0 0,0 0 0,0 0 0,0 0 0,0 0 0,0 0 0,0 0 0,0 0 0,0 0 0,-1-1 0,1 1 0,3 12 0,-2 18 0,-9 135 0,-1 89 0,9-152-1365,0-63-5461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3.684"/>
    </inkml:context>
    <inkml:brush xml:id="br0">
      <inkml:brushProperty name="width" value="0.05" units="cm"/>
      <inkml:brushProperty name="height" value="0.05" units="cm"/>
      <inkml:brushProperty name="color" value="#FFFFFF"/>
    </inkml:brush>
  </inkml:definitions>
  <inkml:trace contextRef="#ctx0" brushRef="#br0">1 249 24575,'0'0'0,"0"-5"0,0 1 0,0-1 0,0 0 0,1 1 0,0-1 0,0 1 0,1-5 0,-1 7 0,0 1 0,0-1 0,0 1 0,0 0 0,0-1 0,0 1 0,0 0 0,1 0 0,-1 0 0,0 0 0,1 0 0,-1 0 0,1 0 0,-1 0 0,1 0 0,0 1 0,-1-1 0,1 1 0,-1-1 0,1 1 0,0 0 0,2-1 0,88-8 0,-70 8 0,1-1 0,0-1 0,-1-1 0,1-1 0,39-14 0,-57 17 0,0-1 0,0 1 0,-1-1 0,1 0 0,-1 0 0,0-1 0,0 1 0,0-1 0,0 0 0,-1 0 0,1 0 0,-1 0 0,3-6 0,-1-1 0,0 0 0,0 0 0,-2 0 0,5-20 0,-2 16 0,-5 28 0,-4 28 0,-6 59 0,8 183 0,1-281 0,0 1 0,1-1 0,-1 1 0,1-1 0,-1 1 0,1-1 0,2 5 0,-3-6 0,1-1 0,-1 1 0,0-1 0,1 0 0,-1 1 0,0-1 0,1 0 0,-1 1 0,0-1 0,1 0 0,-1 0 0,0 1 0,1-1 0,-1 0 0,1 0 0,-1 0 0,1 0 0,-1 0 0,1 1 0,-1-1 0,0 0 0,1 0 0,-1 0 0,1 0 0,-1 0 0,1 0 0,-1 0 0,1-1 0,-1 1 0,1 0 0,-1 0 0,0 0 0,1 0 0,-1 0 0,1-1 0,-1 1 0,0 0 0,1 0 0,-1-1 0,1 1 0,-1 0 0,0-1 0,1 1 0,-1 0 0,0-1 0,0 1 0,1-1 0,-1 1 0,0-1 0,7-8 0,0 0 0,-1-1 0,0 0 0,5-10 0,-6 8 0,2 0 0,0 1 0,12-17 0,-17 26 0,1-1 0,-1 1 0,1 0 0,-1-1 0,1 1 0,-1 0 0,1 1 0,0-1 0,0 0 0,0 1 0,0 0 0,0-1 0,1 1 0,-1 1 0,0-1 0,1 0 0,-1 1 0,5-1 0,-5 2 0,-1-1 0,1 0 0,-1 1 0,1-1 0,-1 1 0,1 0 0,-1 0 0,0 0 0,1 0 0,-1 1 0,0-1 0,0 0 0,3 3 0,25 27 0,-11-12 0,-11-12 0,-1 0 0,2-1 0,-1 0 0,0-1 0,1 0 0,0 0 0,0-1 0,1 0 0,-1 0 0,1-1 0,15 3 0,-16-5 0,0-1 0,0 1 0,-1-1 0,1-1 0,0 0 0,0 0 0,0-1 0,0 0 0,-1 0 0,1-1 0,-1 0 0,0-1 0,11-5 0,-10 3 0,0 0 0,-1 0 0,0-1 0,0 0 0,0 0 0,-1-1 0,0 0 0,-1 0 0,0-1 0,0 0 0,-1 0 0,8-18 0,-10 22 0,-1 0 0,0 0 0,-1 0 0,1 0 0,-1 0 0,0 0 0,-1-1 0,1 1 0,-1 0 0,0-1 0,0 1 0,-1 0 0,1-1 0,-1 1 0,-1 0 0,1 0 0,-1 0 0,1 0 0,-1 0 0,-1 0 0,1 0 0,-1 1 0,0-1 0,0 1 0,0-1 0,-7-6 0,6 8 0,1 0 0,-1 0 0,0 0 0,0 0 0,0 1 0,0 0 0,-1 0 0,1 0 0,-1 0 0,1 0 0,-1 1 0,1 0 0,-1 0 0,0 0 0,1 1 0,-1 0 0,0 0 0,0 0 0,0 0 0,1 1 0,-1-1 0,0 1 0,1 0 0,-1 1 0,0-1 0,1 1 0,-6 3 0,5-2 0,0 0 0,1 0 0,-1 0 0,0 1 0,1 0 0,0 0 0,0 0 0,0 0 0,0 1 0,1-1 0,0 1 0,0 0 0,0 0 0,0 1 0,1-1 0,0 0 0,0 1 0,0-1 0,1 1 0,0 0 0,0-1 0,0 8 0,1-4 27,1 0-1,0-1 0,0 1 0,1 0 1,0-1-1,0 1 0,1-1 0,0 0 1,0 0-1,1 0 0,1 0 0,4 7 1,0-3-271,0 0 0,0-1 0,1 0 0,1-1 1,-1 0-1,18 11 0,4 1-6582</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4.294"/>
    </inkml:context>
    <inkml:brush xml:id="br0">
      <inkml:brushProperty name="width" value="0.05" units="cm"/>
      <inkml:brushProperty name="height" value="0.05" units="cm"/>
      <inkml:brushProperty name="color" value="#FFFFFF"/>
    </inkml:brush>
  </inkml:definitions>
  <inkml:trace contextRef="#ctx0" brushRef="#br0">29 307 24575,'-4'-11'0,"4"9"0,-1 0 0,1 0 0,-1 0 0,0 0 0,0 0 0,0 0 0,0 0 0,0 1 0,0-1 0,0 0 0,0 1 0,-1-1 0,1 0 0,-1 1 0,1 0 0,-3-2 0,4 3 0,0 0 0,-1 0 0,1 1 0,0-1 0,-1 0 0,1 0 0,0 0 0,0 1 0,0-1 0,-1 0 0,1 0 0,0 1 0,0-1 0,0 0 0,-1 0 0,1 1 0,0-1 0,0 0 0,0 1 0,0-1 0,0 0 0,0 1 0,0-1 0,0 0 0,0 1 0,0-1 0,0 0 0,0 1 0,0-1 0,0 0 0,0 1 0,0-1 0,0 0 0,0 1 0,2 16 0,-2-15 0,11 67 0,-4-24 0,2 57 0,-5-72 0,-4-30 0,0 0 0,0 1 0,1-1 0,-1 0 0,0 0 0,0 0 0,0 1 0,0-1 0,0 0 0,0 0 0,0 0 0,1 1 0,-1-1 0,0 0 0,0 0 0,0 0 0,0 0 0,1 1 0,-1-1 0,0 0 0,0 0 0,0 0 0,1 0 0,-1 0 0,0 0 0,0 0 0,1 0 0,-1 1 0,0-1 0,0 0 0,1 0 0,-1 0 0,0 0 0,1 0 0,9-13 0,30-73 0,-27 54 0,18-31 0,-26 55 0,23-37 0,-25 42 0,-1 0 0,0 0 0,1 0 0,0 1 0,0-1 0,-1 1 0,1 0 0,1 0 0,-1 0 0,0 0 0,4-2 0,-6 4 0,0 0 0,0 0 0,0-1 0,0 1 0,0 0 0,0 0 0,0 0 0,0 0 0,0 0 0,0 1 0,0-1 0,0 0 0,0 0 0,0 1 0,0-1 0,0 0 0,0 1 0,0-1 0,0 1 0,-1-1 0,1 1 0,0 0 0,0-1 0,-1 1 0,1 0 0,0 0 0,-1-1 0,1 1 0,-1 0 0,1 0 0,-1 0 0,1 0 0,-1 0 0,1-1 0,-1 1 0,0 0 0,0 0 0,1 0 0,-1 0 0,0 2 0,2 5 0,-1 0 0,0 1 0,0 12 0,-1-18 0,1 22 0,2 50 0,-2-67 0,0 1 0,0-1 0,1 0 0,1 1 0,-1-1 0,6 10 0,-7-16 0,-1 0 0,1-1 0,0 1 0,0-1 0,0 1 0,0-1 0,0 0 0,1 1 0,-1-1 0,0 0 0,1 0 0,-1 0 0,1 0 0,-1 0 0,1 0 0,-1 0 0,1 0 0,-1-1 0,1 1 0,0 0 0,0-1 0,-1 0 0,1 1 0,0-1 0,0 0 0,-1 0 0,1 0 0,0 0 0,0 0 0,0 0 0,-1-1 0,1 1 0,0-1 0,0 1 0,-1-1 0,1 0 0,-1 1 0,1-1 0,0 0 0,-1 0 0,3-2 0,3-2 0,1-1 0,-1 0 0,0 0 0,-1 0 0,0-1 0,10-13 0,-1-4 0,-1 1 0,-1-2 0,-1 1 0,-2-2 0,8-26 0,29-137 0,-31 114 0,-10 54 0,-2 15 0,-2 12 0,2 36 0,-2 1 0,-4 48 0,0-15 0,2-52 18,3 146 301,-1-136-745,2-1 1,2 0-1,9 34 1,-7-42-6401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4.609"/>
    </inkml:context>
    <inkml:brush xml:id="br0">
      <inkml:brushProperty name="width" value="0.05" units="cm"/>
      <inkml:brushProperty name="height" value="0.05" units="cm"/>
      <inkml:brushProperty name="color" value="#FFFFFF"/>
    </inkml:brush>
  </inkml:definitions>
  <inkml:trace contextRef="#ctx0" brushRef="#br0">26 66 24575,'-1'-1'0,"0"0"0,-1 0 0,1 0 0,0 1 0,0-1 0,-1 0 0,1 0 0,0 1 0,-1-1 0,1 1 0,0 0 0,-1-1 0,1 1 0,-1 0 0,1 0 0,-3 0 0,29 13 0,-18-10 0,1-1 0,-1 0 0,1-1 0,-1 0 0,1 0 0,0-1 0,-1 1 0,1-2 0,0 1 0,-1-1 0,1 0 0,-1-1 0,1 0 0,-1 0 0,0 0 0,1-1 0,-1 0 0,-1-1 0,1 1 0,0-1 0,-1-1 0,0 1 0,0-1 0,0 0 0,7-9 0,7-4 0,-20 18 0,1-1 0,-1 1 0,0 0 0,1 0 0,-1 0 0,0 0 0,1 0 0,-1 0 0,0-1 0,1 1 0,-1 0 0,1 0 0,-1 0 0,0 0 0,1 0 0,-1 0 0,0 0 0,1 1 0,-1-1 0,0 0 0,1 0 0,-1 0 0,0 0 0,1 0 0,-1 1 0,1-1 0,0 1 0,-1 0 0,1 0 0,-1-1 0,0 1 0,1 0 0,-1 0 0,0 0 0,1-1 0,-1 1 0,0 0 0,0 0 0,0 0 0,1 0 0,-1 1 0,11 205 0,-2-145-1365,-5-37-5461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4.764"/>
    </inkml:context>
    <inkml:brush xml:id="br0">
      <inkml:brushProperty name="width" value="0.05" units="cm"/>
      <inkml:brushProperty name="height" value="0.05" units="cm"/>
      <inkml:brushProperty name="color" value="#FFFFFF"/>
    </inkml:brush>
  </inkml:definitions>
  <inkml:trace contextRef="#ctx0" brushRef="#br0">34 84 24575,'0'-6'0,"0"-7"0,0-4 0,-2-2 0,-5 3 0,0 6 0,-2 8 0,1 6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5.049"/>
    </inkml:context>
    <inkml:brush xml:id="br0">
      <inkml:brushProperty name="width" value="0.05" units="cm"/>
      <inkml:brushProperty name="height" value="0.05" units="cm"/>
      <inkml:brushProperty name="color" value="#FFFFFF"/>
    </inkml:brush>
  </inkml:definitions>
  <inkml:trace contextRef="#ctx0" brushRef="#br0">240 57 24575,'-6'-5'0,"0"-1"0,0 1 0,0 0 0,-1 0 0,0 1 0,0 0 0,0 0 0,0 1 0,-1-1 0,1 2 0,-14-4 0,17 5 0,-1 0 0,1 0 0,0 1 0,0 0 0,0 0 0,0 0 0,0 0 0,0 1 0,-1-1 0,1 1 0,0 0 0,0 1 0,0-1 0,1 1 0,-1-1 0,0 1 0,0 0 0,1 0 0,0 1 0,-1-1 0,1 1 0,0 0 0,-5 6 0,2-1 0,0 1 0,1-1 0,0 1 0,0 1 0,1-1 0,1 1 0,0-1 0,0 1 0,0 0 0,2 0 0,-1 0 0,1 0 0,1 0 0,-1 1 0,2-1 0,1 13 0,-1-15 0,0 0 0,1 0 0,0-1 0,0 1 0,1-1 0,0 1 0,0-1 0,0 0 0,1 0 0,0-1 0,1 1 0,-1-1 0,1 0 0,1 0 0,-1 0 0,1-1 0,0 1 0,0-2 0,1 1 0,-1-1 0,11 6 0,22 3-1365,-2-4-5461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5.674"/>
    </inkml:context>
    <inkml:brush xml:id="br0">
      <inkml:brushProperty name="width" value="0.05" units="cm"/>
      <inkml:brushProperty name="height" value="0.05" units="cm"/>
      <inkml:brushProperty name="color" value="#FFFFFF"/>
    </inkml:brush>
  </inkml:definitions>
  <inkml:trace contextRef="#ctx0" brushRef="#br0">208 392 24575,'0'-7'0,"-1"-1"0,0 1 0,0 0 0,-1-1 0,0 1 0,0 0 0,-1 0 0,0 0 0,0 1 0,-1-1 0,-5-8 0,6 11 0,0 0 0,0 0 0,0 0 0,0 1 0,-1-1 0,1 1 0,-1 0 0,0 0 0,0 0 0,0 1 0,-1-1 0,1 1 0,-1 0 0,1 0 0,-1 0 0,1 1 0,-11-2 0,12 3 0,0 0 0,0 1 0,0-1 0,0 1 0,0 0 0,0 0 0,0 0 0,0 0 0,1 1 0,-1-1 0,0 1 0,1-1 0,-1 1 0,1 0 0,-1 0 0,1 0 0,0 1 0,0-1 0,0 0 0,0 1 0,0-1 0,-1 5 0,-3 2 0,0 1 0,1 1 0,1-1 0,-7 20 0,10-26 0,0 0 0,0 0 0,1 1 0,-1-1 0,1 0 0,0 1 0,0-1 0,0 0 0,1 1 0,0-1 0,-1 0 0,1 0 0,1 0 0,-1 1 0,1-1 0,2 4 0,-2-5 0,0 0 0,0 0 0,0 0 0,0-1 0,1 1 0,0-1 0,-1 1 0,1-1 0,0 0 0,0 0 0,0 0 0,0-1 0,0 1 0,1-1 0,-1 1 0,0-1 0,1 0 0,-1 0 0,1-1 0,5 1 0,-3-1 0,1 0 0,-1-1 0,0 1 0,1-1 0,-1-1 0,0 1 0,1-1 0,8-5 0,-12 6 0,0 0 0,0 0 0,0 0 0,0-1 0,0 0 0,-1 1 0,1-1 0,-1 0 0,1 0 0,-1 0 0,0-1 0,1 1 0,-1 0 0,3-5 0,-7 16 0,0 1 0,2 1 0,-1-1 0,1 0 0,1 0 0,0 0 0,0 0 0,1 0 0,4 13 0,-5-17 0,0-1 0,1 0 0,0 0 0,0 0 0,1 0 0,-1 0 0,1-1 0,0 1 0,1-1 0,-1 0 0,1 0 0,-1 0 0,1 0 0,0 0 0,1-1 0,-1 0 0,1 0 0,-1 0 0,6 2 0,-7-4 0,0 0 0,1-1 0,-1 1 0,0-1 0,0 0 0,1 0 0,-1 0 0,0-1 0,0 1 0,0-1 0,1 0 0,-1 1 0,0-1 0,0-1 0,0 1 0,0 0 0,-1-1 0,1 0 0,3-1 0,5-5 0,-1 0 0,0-1 0,12-12 0,-6 2 0,0 0 0,-1-1 0,-1-1 0,-1 0 0,0-1 0,-2 0 0,-1-1 0,0 0 0,8-35 0,-13 39 0,-1 1 0,-1-1 0,0 0 0,-2 0 0,0 0 0,-1 0 0,-1 0 0,0 0 0,-2 0 0,0 1 0,-1-1 0,-13-35 0,15 51 0,1-1 0,-1 1 0,0 0 0,0 0 0,0 0 0,0 1 0,0-1 0,0 0 0,-1 1 0,-4-4 0,6 5 0,0 1 0,0-1 0,0 1 0,0-1 0,0 1 0,0-1 0,0 1 0,0 0 0,0 0 0,0 0 0,0-1 0,0 1 0,-1 0 0,1 0 0,0 0 0,0 1 0,0-1 0,0 0 0,0 0 0,0 0 0,0 1 0,0-1 0,0 1 0,0-1 0,0 1 0,0-1 0,0 1 0,0 0 0,0-1 0,0 1 0,0 0 0,1 0 0,-1-1 0,0 1 0,0 0 0,0 1 0,-4 5 0,1 1 0,0-1 0,0 0 0,1 1 0,0 0 0,0 0 0,1 0 0,0 0 0,0 0 0,0 9 0,0 10 0,1 48 0,3-26 171,16 87 0,-12-106-513,2-1 1,1 0 0,1 0-1,15 29 1,-12-32-6485</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6.031"/>
    </inkml:context>
    <inkml:brush xml:id="br0">
      <inkml:brushProperty name="width" value="0.05" units="cm"/>
      <inkml:brushProperty name="height" value="0.05" units="cm"/>
      <inkml:brushProperty name="color" value="#FFFFFF"/>
    </inkml:brush>
  </inkml:definitions>
  <inkml:trace contextRef="#ctx0" brushRef="#br0">0 33 24575,'175'15'0,"-151"-14"0,-7 0 0,1 0 0,18-3 0,-32 2 0,0-1 0,0 1 0,-1-1 0,1 0 0,0 0 0,0 0 0,-1-1 0,1 1 0,-1-1 0,1 0 0,-1 0 0,1 0 0,-1-1 0,5-4 0,-7 6 0,-1 0 0,1 0 0,0 0 0,-1 0 0,1 0 0,-1 0 0,1 0 0,-1-1 0,0 1 0,1 0 0,-1 0 0,0 0 0,0 0 0,0-1 0,0-1 0,-2 1 0,-2 12 0,-1 19 0,2 0 0,1 0 0,1 1 0,2-1 0,5 35 0,1-15-1365,-4-30-5461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6.203"/>
    </inkml:context>
    <inkml:brush xml:id="br0">
      <inkml:brushProperty name="width" value="0.05" units="cm"/>
      <inkml:brushProperty name="height" value="0.05" units="cm"/>
      <inkml:brushProperty name="color" value="#FFFFFF"/>
    </inkml:brush>
  </inkml:definitions>
  <inkml:trace contextRef="#ctx0" brushRef="#br0">90 93 24575,'-2'-6'0,"-5"-4"0,0-6 0,-2-1 0,1 1 0,-1 2 0,-3 4 0,2 7 0,0 5 0,1 9 0,2 3-8191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7.051"/>
    </inkml:context>
    <inkml:brush xml:id="br0">
      <inkml:brushProperty name="width" value="0.05" units="cm"/>
      <inkml:brushProperty name="height" value="0.05" units="cm"/>
      <inkml:brushProperty name="color" value="#FFFFFF"/>
    </inkml:brush>
  </inkml:definitions>
  <inkml:trace contextRef="#ctx0" brushRef="#br0">100 32 24575,'-3'0'0,"1"0"0,-1 0 0,1 1 0,-1-1 0,1 1 0,-1 0 0,1 0 0,-1 0 0,1 0 0,0 0 0,0 0 0,0 1 0,-1-1 0,1 1 0,1-1 0,-4 4 0,0 0 0,1 0 0,0 0 0,1 1 0,-1-1 0,1 1 0,-3 9 0,0 0 0,1 0 0,0 1 0,2-1 0,-4 33 0,6-35 0,0 1 0,1-1 0,0 1 0,1-1 0,1 0 0,0 1 0,5 14 0,-6-25 0,1 0 0,-1 1 0,0-1 0,1 0 0,0 0 0,0 0 0,0 0 0,0 0 0,0 0 0,1-1 0,-1 1 0,1-1 0,0 1 0,0-1 0,0 0 0,0 0 0,0 0 0,0-1 0,0 1 0,0-1 0,1 0 0,-1 0 0,1 0 0,-1 0 0,1 0 0,-1-1 0,1 0 0,-1 1 0,1-1 0,0-1 0,5 0 0,1-1 0,-1 0 0,0 0 0,0-1 0,0 0 0,0-1 0,-1 0 0,1-1 0,-1 1 0,0-2 0,0 1 0,-1-1 0,0 0 0,11-12 0,-6 6 0,-1-1 0,-1 0 0,0-1 0,0 0 0,-2-1 0,13-28 0,-15 29 0,-2 0 0,1-1 0,-2 0 0,3-17 0,-6 28 0,1-1 0,-1 1 0,0-1 0,0 0 0,0 1 0,0-1 0,-1 1 0,0-1 0,0 1 0,0-1 0,0 1 0,-1 0 0,0-1 0,0 1 0,0 0 0,0 0 0,-6-7 0,7 10 0,-1-1 0,1 1 0,-1 0 0,1-1 0,-1 1 0,0 0 0,0 0 0,1 0 0,-1 0 0,0 1 0,0-1 0,0 0 0,0 1 0,0-1 0,0 1 0,0 0 0,0-1 0,0 1 0,0 0 0,-2 1 0,0-1 0,1 1 0,0 0 0,0 0 0,0 0 0,0 1 0,0-1 0,0 1 0,0 0 0,0-1 0,1 1 0,-4 4 0,-2 1 0,1 1 0,0 0 0,0 1 0,1 0 0,0 0 0,-8 16 0,10-15 0,1 0 0,-1 0 0,1 0 0,1 0 0,-2 20 0,4-28 0,0 1 0,-1-1 0,2 1 0,-1 0 0,0-1 0,1 1 0,-1-1 0,1 1 0,0-1 0,-1 1 0,1-1 0,1 0 0,0 3 0,-1-4 0,0 0 0,0 0 0,0 0 0,1 0 0,-1 0 0,0 0 0,0 0 0,1 0 0,-1-1 0,1 1 0,-1-1 0,0 1 0,1-1 0,-1 1 0,1-1 0,-1 0 0,1 0 0,0 1 0,-1-1 0,1 0 0,-1-1 0,1 1 0,2-1 0,1 0 0,1 0 0,-1 0 0,0-1 0,0 0 0,0 0 0,0-1 0,0 0 0,0 1 0,5-6 0,41-37 0,-23 19 0,-5 7 0,0 0 0,37-20 0,-52 34 0,0 0 0,1 1 0,0 0 0,0 0 0,1 1 0,-1 1 0,0-1 0,1 2 0,0-1 0,-1 1 0,14 0 0,-20 2 0,0-1 0,0 1 0,0-1 0,0 1 0,0 0 0,0 0 0,0 0 0,-1 0 0,1 1 0,0-1 0,-1 1 0,1-1 0,-1 1 0,0 0 0,4 4 0,-2-2 0,-1 1 0,0-1 0,0 1 0,0 0 0,0 0 0,-1 0 0,0 0 0,2 6 0,0 8 0,0 1 0,-1 1 0,1 31 0,-3-48 0,-1 115 0,0-119 0,0 1 0,0-1 0,0 1 0,0-1 0,0 1 0,0-1 0,0 0 0,0 1 0,0-1 0,0 1 0,0-1 0,0 1 0,0-1 0,1 0 0,-1 1 0,0-1 0,0 1 0,0-1 0,1 0 0,-1 1 0,0-1 0,0 0 0,1 1 0,-1-1 0,0 0 0,1 1 0,-1-1 0,0 0 0,1 0 0,-1 1 0,0-1 0,1 0 0,-1 0 0,1 0 0,-1 1 0,0-1 0,1 0 0,0 0 0,0-1 0,1 1 0,-1-1 0,1 1 0,-1-1 0,0 0 0,1 1 0,-1-1 0,0 0 0,0 0 0,1 0 0,0-2 0,30-35 0,-31 36 0,129-162 0,-125 159 0,0-1 0,1 1 0,-1 0 0,8-5 0,-13 10 0,1-1 0,0 1 0,-1-1 0,1 1 0,0-1 0,-1 1 0,1-1 0,0 1 0,0 0 0,-1-1 0,1 1 0,0 0 0,0 0 0,-1 0 0,1 0 0,0-1 0,0 1 0,0 0 0,0 0 0,-1 0 0,1 1 0,0-1 0,0 0 0,0 0 0,-1 0 0,1 1 0,0-1 0,0 0 0,-1 1 0,1-1 0,0 0 0,-1 1 0,1-1 0,0 1 0,-1 0 0,1-1 0,-1 1 0,1-1 0,-1 1 0,1 0 0,-1-1 0,1 1 0,-1 0 0,1-1 0,-1 1 0,0 0 0,0 0 0,1 0 0,-1 1 0,13 47 0,-10-31 0,2 0 0,12 31 0,-14-44 0,-1 0 0,1 0 0,0 0 0,0-1 0,0 1 0,0-1 0,1 0 0,0 0 0,0 0 0,0-1 0,0 1 0,1-1 0,-1 0 0,6 2 0,-7-4 0,0 0 0,0 0 0,0 0 0,0 0 0,0-1 0,0 0 0,0 1 0,0-1 0,1 0 0,-1-1 0,0 1 0,0-1 0,0 1 0,0-1 0,0 0 0,0 0 0,0 0 0,0 0 0,-1-1 0,1 1 0,0-1 0,3-2 0,6-5 0,0-1 0,0 0 0,11-14 0,-18 19 0,-5 5 1,2-1-87,-1 0 1,0 0 0,0-1-1,0 1 1,0 0 0,0 0-1,0-1 1,0 1 0,0-1-1,0 1 1,-1-1-1,1 1 1,-1-1 0,1 1-1,-1-3 1,-1-4-6741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28.787"/>
    </inkml:context>
    <inkml:brush xml:id="br0">
      <inkml:brushProperty name="width" value="0.05" units="cm"/>
      <inkml:brushProperty name="height" value="0.05" units="cm"/>
      <inkml:brushProperty name="color" value="#FFFFFF"/>
    </inkml:brush>
  </inkml:definitions>
  <inkml:trace contextRef="#ctx0" brushRef="#br0">0 1 24575,'4'0'0,"-1"0"0,0 0 0,0 1 0,1-1 0,-1 1 0,0 0 0,0 0 0,0 0 0,0 0 0,0 1 0,0-1 0,0 1 0,-1-1 0,1 1 0,0 0 0,-1 0 0,0 1 0,1-1 0,-1 0 0,0 1 0,0-1 0,0 1 0,0 0 0,-1 0 0,1-1 0,-1 1 0,2 6 0,2 5 0,-1 1 0,-1 1 0,0-1 0,0 24 0,-2-30 0,20 353-1365,-21-333-5461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29.226"/>
    </inkml:context>
    <inkml:brush xml:id="br0">
      <inkml:brushProperty name="width" value="0.05" units="cm"/>
      <inkml:brushProperty name="height" value="0.05" units="cm"/>
      <inkml:brushProperty name="color" value="#FFFFFF"/>
    </inkml:brush>
  </inkml:definitions>
  <inkml:trace contextRef="#ctx0" brushRef="#br0">476 24 24575,'-8'-4'0,"0"0"0,-1 1 0,0 0 0,1 0 0,-1 1 0,0 0 0,0 1 0,0 0 0,-1 1 0,1-1 0,0 2 0,-14 1 0,12 0 0,0 1 0,1 1 0,-1-1 0,1 2 0,0-1 0,0 1 0,1 1 0,-1 0 0,-11 9 0,3 2 0,0 0 0,1 1 0,0 1 0,2 1 0,0 1 0,1 0 0,1 0 0,-15 35 0,14-23 0,1 0 0,1 1 0,2 1 0,1-1 0,2 1 0,1 1 0,-1 70 0,7-87 0,2 0 0,0 0 0,1 0 0,1 0 0,1-1 0,0 0 0,9 20 0,-7-24 0,0-1 0,1 1 0,0-1 0,1-1 0,0 0 0,1 0 0,1-1 0,-1 0 0,23 16 0,-12-13 0,0-1 0,0-1 0,1-1 0,1-1 0,0-1 0,0-2 0,1 0 0,-1-1 0,2-1 0,-1-1 0,29 1 0,-12-4 0,1-1 0,-1-2 0,1-2 0,-1-2 0,73-20 0,-81 16 0,0-2 0,-1-1 0,0-1 0,-2-2 0,0-1 0,0-2 0,-2 0 0,0-2 0,34-35 0,-45 39 0,-2 0 0,0-1 0,-2-1 0,0 0 0,-1-1 0,14-30 0,-19 34 0,-1-2 0,0 1 0,-1-1 0,-1 0 0,-1 0 0,-1 0 0,0 0 0,-2-34 0,-1 38 0,-1 0 0,0 0 0,-1 0 0,0 1 0,-1-1 0,-1 1 0,0 0 0,-1 0 0,0 0 0,-1 1 0,0 0 0,-1 0 0,-17-18 0,11 16 0,0 1 0,0 0 0,-2 1 0,1 1 0,-1 0 0,-1 1 0,0 1 0,-1 1 0,-28-10 0,-1 4-227,0 3-1,-1 2 1,0 2-1,0 2 1,-52 1-1,-6 4-6598</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6.011"/>
    </inkml:context>
    <inkml:brush xml:id="br0">
      <inkml:brushProperty name="width" value="0.05" units="cm"/>
      <inkml:brushProperty name="height" value="0.05" units="cm"/>
      <inkml:brushProperty name="color" value="#FFFFFF"/>
    </inkml:brush>
  </inkml:definitions>
  <inkml:trace contextRef="#ctx0" brushRef="#br0">5 32 24575,'0'-1'0,"0"1"0,0 0 0,0 0 0,0 0 0,0 0 0,1 0 0,-1 0 0,0-1 0,0 1 0,0 0 0,0 0 0,0 0 0,0 0 0,0-1 0,0 1 0,0 0 0,0 0 0,0 0 0,0 0 0,0-1 0,0 1 0,0 0 0,0 0 0,0 0 0,0 0 0,0 0 0,0-1 0,0 1 0,-1 0 0,1 0 0,0 0 0,0 0 0,0 0 0,0-1 0,0 1 0,0 0 0,0 0 0,-1 0 0,1 0 0,0 0 0,0 0 0,0 0 0,0 0 0,0-1 0,-1 1 0,1 0 0,0 0 0,0 0 0,0 0 0,0 0 0,-1 0 0,1 0 0,0 0 0,0 0 0,0 0 0,0 0 0,0 0 0,-1 0 0,1 0 0,0 0 0,0 0 0,0 1 0,0-1 0,-1 0 0,1 0 0,14-8 0,18 2 0,2 1 0,58-2 0,69 10 0,-159-3 0,566 47 0,-19-1 0,-544-45 11,18 0-699,38-3 0,-40-2-6138</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6.274"/>
    </inkml:context>
    <inkml:brush xml:id="br0">
      <inkml:brushProperty name="width" value="0.05" units="cm"/>
      <inkml:brushProperty name="height" value="0.05" units="cm"/>
      <inkml:brushProperty name="color" value="#FFFFFF"/>
    </inkml:brush>
  </inkml:definitions>
  <inkml:trace contextRef="#ctx0" brushRef="#br0">0 50 24575,'3'-3'0,"6"-1"0,7-2 0,9 0 0,9 0 0,9 2 0,11 2 0,13-2 0,9-1 0,7 2 0,4 0 0,0 1 0,-3 1 0,-5 1 0,-8 0 0,-14 0 0,-13 0 0,-14 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9:57.442"/>
    </inkml:context>
    <inkml:brush xml:id="br0">
      <inkml:brushProperty name="width" value="0.05" units="cm"/>
      <inkml:brushProperty name="height" value="0.05" units="cm"/>
      <inkml:brushProperty name="color" value="#FFFFFF"/>
    </inkml:brush>
  </inkml:definitions>
  <inkml:trace contextRef="#ctx0" brushRef="#br0">771 1 24575,'-11'13'0,"1"0"0,1 1 0,0 0 0,1 1 0,1 0 0,-11 30 0,1-3 0,-295 674-353,20 8 0,270-666 353,-31 91 0,53-147 23,-1-1 0,1 0 0,-1 0-1,1 0 1,0 1 0,0-1 0,0 0-1,-1 1 1,1-1 0,0 0 0,1 0 0,-1 1-1,0-1 1,1 3 0,-1-4-9,1 0-1,-1 0 1,0 0 0,1 0-1,-1 0 1,1 0 0,-1 0 0,0 0-1,1 0 1,-1 0 0,1 0-1,-1-1 1,0 1 0,1 0-1,-1 0 1,1 0 0,-1 0 0,0-1-1,1 1 1,-1 0 0,0 0-1,1-1 1,-1 1 0,0 0-1,0-1 1,1 1 0,-1 0 0,1-1-1,28-35-638,-25 30-148,9-10-6053</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0.685"/>
    </inkml:context>
    <inkml:brush xml:id="br0">
      <inkml:brushProperty name="width" value="0.05" units="cm"/>
      <inkml:brushProperty name="height" value="0.05" units="cm"/>
      <inkml:brushProperty name="color" value="#FFFFFF"/>
    </inkml:brush>
  </inkml:definitions>
  <inkml:trace contextRef="#ctx0" brushRef="#br0">204 1 24575,'8'114'0,"-1"-16"0,-22 461 0,0-191 0,27 485 0,-21-322 0,4-422 0,3-57 0,-7 53 0,-18 178 0,20 2 0,6-242 0,0 517 0,-2 59 0,-21-2 0,-66 165 0,72-708-1365,13-59-5461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2.699"/>
    </inkml:context>
    <inkml:brush xml:id="br0">
      <inkml:brushProperty name="width" value="0.05" units="cm"/>
      <inkml:brushProperty name="height" value="0.05" units="cm"/>
      <inkml:brushProperty name="color" value="#FFFFFF"/>
    </inkml:brush>
  </inkml:definitions>
  <inkml:trace contextRef="#ctx0" brushRef="#br0">371 32 24575,'1'0'0,"0"0"0,-1 0 0,1 0 0,0 0 0,-1 0 0,1 0 0,-1 0 0,1 0 0,0 0 0,-1 0 0,1 0 0,0 0 0,-1 0 0,1-1 0,0 1 0,-1 0 0,1 0 0,-1-1 0,1 1 0,-1 0 0,1-1 0,-1 1 0,1-1 0,-1 1 0,1 0 0,-1-1 0,1 0 0,-1 0 0,-1 1 0,1-1 0,0 0 0,-1 1 0,1-1 0,-1 1 0,1-1 0,-1 1 0,0 0 0,1-1 0,-1 1 0,1 0 0,-1-1 0,0 1 0,1 0 0,-1-1 0,0 1 0,1 0 0,-1 0 0,0 0 0,1 0 0,-1 0 0,0 0 0,1 0 0,-2 0 0,-66-10 0,-1 4 0,-133 4 0,200 2 0,1 0 0,0 0 0,-1 0 0,1 0 0,-1 1 0,1-1 0,0 0 0,-1 1 0,1-1 0,0 1 0,-1-1 0,1 1 0,0 0 0,0-1 0,0 1 0,-1 0 0,1 0 0,0 0 0,0 0 0,0 0 0,0 0 0,1 0 0,-1 0 0,-1 2 0,1-1 0,1 0 0,0 0 0,0 0 0,0 0 0,0 0 0,0 0 0,0 0 0,0 0 0,0 0 0,1 0 0,-1 0 0,1 0 0,0-1 0,-1 1 0,2 2 0,4 7 0,0-1 0,1 0 0,0-1 0,12 14 0,-12-15 0,0 1 0,-1 0 0,0 0 0,0 1 0,-1-1 0,0 1 0,-1 1 0,0-1 0,-1 0 0,0 1 0,3 20 0,-2 4 0,-2 1 0,-4 47 0,1-29 0,-8 263 0,0 63 0,22 133 0,-10-91 0,-6-386 0,-13 59 0,7-45 0,8-46 0,0-1 0,1 1 0,-1 0 0,1 0 0,0 0 0,0-1 0,0 1 0,2 5 0,-2-8 0,1 0 0,-1 0 0,1-1 0,-1 1 0,1 0 0,-1 0 0,1-1 0,0 1 0,0 0 0,-1 0 0,1-1 0,0 1 0,0-1 0,0 1 0,0-1 0,-1 1 0,1-1 0,0 0 0,0 1 0,0-1 0,0 0 0,0 0 0,0 0 0,0 0 0,0 0 0,0 0 0,0 0 0,0 0 0,0 0 0,0 0 0,0 0 0,0 0 0,0-1 0,0 1 0,1-1 0,39-7 0,1 2 0,-1 2 0,1 2 0,42 3 0,167 25 0,-248-25 0,0 0 0,0-1 0,0 0 0,1 1 0,-1-1 0,0-1 0,0 1 0,1 0 0,-1-1 0,0 1 0,0-1 0,6-2 0,-7 1 0,-1 1 0,1-1 0,-1 1 0,0-1 0,0 1 0,1-1 0,-1 0 0,0 1 0,0-1 0,-1 0 0,1 0 0,0 0 0,0 0 0,-1 0 0,0 0 0,1 0 0,-1 0 0,0 0 0,0 0 0,0 0 0,0-3 0,-1-301 0,1-62 0,8 250 0,25-127 0,40-113 0,-62 308 0,29-161 0,-34 161 0,-2 0 0,-3-64 0,-1 97 0,-2 0 0,0 0 0,-1 1 0,-1-1 0,0 1 0,-1 0 0,-1 0 0,-9-18 0,12 30 0,0 0 0,-1 0 0,1 0 0,-1 1 0,1-1 0,-1 1 0,0 0 0,0 0 0,-1 0 0,-6-3 0,-52-20 0,39 17 0,-20-8 0,-2 3 0,0 2 0,0 1 0,-1 3 0,-1 2 0,-47-1 0,94 7 0,-7 0 0,1 0 0,0 0 0,0 1 0,-8 1 0,14-2 0,0 0 0,1 0 0,-1 1 0,0-1 0,0 0 0,1 0 0,-1 0 0,0 1 0,0-1 0,1 0 0,-1 1 0,0-1 0,1 1 0,-1-1 0,0 1 0,1-1 0,-1 1 0,1-1 0,-1 1 0,1 0 0,-1-1 0,1 1 0,-1-1 0,1 1 0,0 0 0,-1 0 0,1-1 0,0 1 0,-1 0 0,1 0 0,0-1 0,0 1 0,0 0 0,0 0 0,0 0 0,0-1 0,0 1 0,0 0 0,0 0 0,0 0 0,0-1 0,1 1 0,-1 0 0,0 0 0,1-1 0,-1 1 0,0 0 0,2 1 0,8 12-1365,4-1-5461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3.480"/>
    </inkml:context>
    <inkml:brush xml:id="br0">
      <inkml:brushProperty name="width" value="0.05" units="cm"/>
      <inkml:brushProperty name="height" value="0.05" units="cm"/>
      <inkml:brushProperty name="color" value="#FFFFFF"/>
    </inkml:brush>
  </inkml:definitions>
  <inkml:trace contextRef="#ctx0" brushRef="#br0">50 149 24575,'2'-41'0,"-1"28"0,0-1 0,-1 0 0,-1 0 0,0 1 0,-4-19 0,0 24 0,2 16 0,-1 15 0,6 473 0,1-406 0,-11 808 0,-1-766 0,-13 436 0,22-560 0,-1-5 0,1 0 0,0 0 0,0 0 0,0-1 0,0 1 0,1 0 0,-1 0 0,1-1 0,0 1 0,-1 0 0,1-1 0,0 1 0,3 4 0,-4-7-16,1 0 0,-1 0 0,1 0 0,-1 1 0,1-1 0,0 0 0,-1 0 0,1 0 0,-1 0 0,1 0 0,0 0 0,-1 0 0,1 0 0,-1 0 0,1 0 0,0 0 0,-1-1 0,1 1 0,-1 0 0,1 0 0,-1-1 0,1 1 0,0 0 0,-1 0 0,1-1 0,-1 1 0,0-1 0,1 1 0,-1-1 0,1 1 0,-1 0 0,1-2 0,1 1-821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05.137"/>
    </inkml:context>
    <inkml:brush xml:id="br0">
      <inkml:brushProperty name="width" value="0.05" units="cm"/>
      <inkml:brushProperty name="height" value="0.05" units="cm"/>
      <inkml:brushProperty name="color" value="#FFFFFF"/>
    </inkml:brush>
  </inkml:definitions>
  <inkml:trace contextRef="#ctx0" brushRef="#br0">580 36 24575,'7'-3'0,"-13"-3"0,-11-3 0,-2 4 0,0 1 0,-1 0 0,1 2 0,-1 0 0,1 1 0,-29 3 0,8-1 0,-34-2 0,24-1 0,1 2 0,-1 3 0,-58 10 0,107-13 0,-1 1 0,1-1 0,0 0 0,-1 1 0,1-1 0,0 1 0,0-1 0,0 1 0,-1-1 0,1 1 0,0 0 0,0 0 0,0-1 0,0 1 0,-1 2 0,1-2 0,1-1 0,0 1 0,0 0 0,0-1 0,0 1 0,0-1 0,0 1 0,0 0 0,0-1 0,0 1 0,0 0 0,0-1 0,1 1 0,-1-1 0,0 1 0,0-1 0,1 1 0,-1 0 0,0-1 0,1 1 0,-1-1 0,0 1 0,1-1 0,-1 0 0,1 1 0,-1-1 0,1 1 0,-1-1 0,1 0 0,-1 1 0,1-1 0,-1 0 0,1 0 0,0 1 0,2 1 0,0 1 0,0-1 0,-1 1 0,1 0 0,-1 0 0,1 0 0,-1 0 0,0 0 0,0 1 0,-1-1 0,1 1 0,-1-1 0,0 1 0,1-1 0,-2 1 0,1 0 0,0-1 0,0 5 0,0 11 0,-1 0 0,-2 28 0,0-11 0,2 33 0,-5 153 0,0-156 0,-18 89 0,21-141 0,-3 4 0,2 1 0,0 0 0,1 0 0,1 23 0,1-40 0,0-1 0,0 1 0,0-1 0,1 0 0,-1 1 0,1-1 0,-1 0 0,1 0 0,-1 1 0,1-1 0,-1 0 0,1 0 0,0 0 0,0 0 0,0 0 0,0 0 0,0 0 0,0 0 0,0 0 0,0 0 0,0 0 0,0-1 0,0 1 0,0 0 0,1-1 0,-1 1 0,0-1 0,1 0 0,-1 1 0,0-1 0,1 0 0,-1 0 0,0 1 0,3-1 0,6-1 0,-1 1 0,0-1 0,1 0 0,10-4 0,4 1 0,326-3 0,-211 9 0,-122-1 0,-1 0 0,26 7 0,-17-3 0,-23-4-1365</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0.258"/>
    </inkml:context>
    <inkml:brush xml:id="br0">
      <inkml:brushProperty name="width" value="0.05" units="cm"/>
      <inkml:brushProperty name="height" value="0.05" units="cm"/>
      <inkml:brushProperty name="color" value="#FFFFFF"/>
    </inkml:brush>
  </inkml:definitions>
  <inkml:trace contextRef="#ctx0" brushRef="#br0">1 423 24575,'0'1'0,"0"0"0,1 0 0,-1-1 0,1 1 0,-1 0 0,0-1 0,1 1 0,-1 0 0,1-1 0,0 1 0,-1 0 0,1-1 0,-1 1 0,1-1 0,0 1 0,0-1 0,-1 0 0,1 1 0,0-1 0,0 1 0,-1-1 0,1 0 0,0 0 0,0 0 0,0 1 0,0-1 0,-1 0 0,2 0 0,30 2 0,-27-2 0,33 1 0,1-3 0,-1-1 0,50-11 0,110-39 0,-149 37 0,-1-3 0,85-46 0,-113 53 0,0-1 0,-1 0 0,0-1 0,-1-1 0,-1-1 0,-1-1 0,0 0 0,23-33 0,-34 41 86,1 0-1,-1-1 0,5-12 1,-10 21-140,1 0 1,0-1 0,-1 1-1,1-1 1,-1 1 0,1-1-1,-1 1 1,0-1 0,0 1-1,0-1 1,1 1 0,-1-1-1,-1 1 1,1-1 0,0 0-1,0 1 1,-1-1 0,1 1-1,0-1 1,-1 1 0,0 0-1,1-1 1,-1 1 0,0-1-1,0 1 1,0 0 0,0 0-1,0 0 1,0-1 0,0 1-1,-2-2 1,-8-1-6773</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28:20.600"/>
    </inkml:context>
    <inkml:brush xml:id="br0">
      <inkml:brushProperty name="width" value="0.05" units="cm"/>
      <inkml:brushProperty name="height" value="0.05" units="cm"/>
      <inkml:brushProperty name="color" value="#FFFFFF"/>
    </inkml:brush>
  </inkml:definitions>
  <inkml:trace contextRef="#ctx0" brushRef="#br0">0 68 24575,'1'-1'0,"-1"0"0,0 0 0,1 0 0,-1 0 0,1 0 0,-1 0 0,1 0 0,0 0 0,0 0 0,-1 0 0,1 0 0,0 0 0,0 0 0,0 1 0,0-1 0,0 0 0,-1 1 0,2-1 0,-1 1 0,0-1 0,0 1 0,1-1 0,26-8 0,36-1 0,-44 8 0,-1-1 0,1 0 0,27-10 0,-43 11 0,-2 1 0,1 0 0,-1 0 0,1 0 0,0 0 0,-1 1 0,1-1 0,-1 1 0,1-1 0,3 1 0,-5 1 0,1-1 0,-1 1 0,0-1 0,0 1 0,0-1 0,1 1 0,-1 0 0,0 0 0,0 0 0,0 0 0,0 0 0,0 0 0,-1 0 0,1 0 0,0 0 0,0 0 0,-1 0 0,1 0 0,0 1 0,-1-1 0,1 0 0,-1 2 0,4 8-103,-1 1-1,0 0 1,0 0-1,-2 0 1,1 20-1,-1-22-640,1 34-6082</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4.333"/>
    </inkml:context>
    <inkml:brush xml:id="br0">
      <inkml:brushProperty name="width" value="0.05" units="cm"/>
      <inkml:brushProperty name="height" value="0.05" units="cm"/>
      <inkml:brushProperty name="color" value="#FFFFFF"/>
    </inkml:brush>
  </inkml:definitions>
  <inkml:trace contextRef="#ctx0" brushRef="#br0">0 285 24575,'6'-138'0,"-4"120"0,1 0 0,1 0 0,0 0 0,1 0 0,10-22 0,-14 39 0,-1 0 0,0 0 0,1 0 0,-1 0 0,1 0 0,-1 0 0,1 0 0,-1 1 0,1-1 0,0 0 0,-1 0 0,1 1 0,0-1 0,0 0 0,-1 1 0,1-1 0,0 0 0,0 1 0,1-1 0,-1 1 0,-1 0 0,1 0 0,-1 0 0,1 1 0,-1-1 0,1 0 0,-1 0 0,1 0 0,-1 1 0,1-1 0,-1 0 0,0 1 0,1-1 0,-1 0 0,1 1 0,-1-1 0,0 1 0,1-1 0,-1 1 0,0-1 0,0 1 0,1-1 0,-1 1 0,0 0 0,3 5 0,-1 1 0,0-1 0,-1 0 0,2 12 0,6 257 0,-9-197 0,-2 148-50,19 531-526,-7-640 492,5-1-1,6 0 1,4-2 0,57 159 0,-56-210 84,2 0 0,3-2 0,3-1 0,3-2 0,1-1 0,4-2 0,1-2 0,3-2 0,3-2 0,1-2 0,2-2 0,2-3 0,70 42 0,-26-27-177,3-5 1,2-5-1,2-4 0,119 32 0,-25-22-265,275 36 0,-292-65 80,184-1 0,-342-22 400,0-2 0,0 0 0,31-7 0,-53 8 11,0 0 0,0 0 1,-1-1-1,1 1 0,0-1 0,0 1 0,-1-1 1,1 0-1,0 0 0,-1 1 0,1-1 1,0-1-1,-1 1 0,1 0 0,-1 0 0,0 0 1,1-1-1,-1 1 0,0-1 0,0 1 0,0-1 1,0 1-1,0-1 0,1-2 0,-2 2 18,-1 0-1,1 0 0,0 0 0,0 0 0,-1 0 1,1 0-1,-1 1 0,1-1 0,-1 0 1,0 0-1,0 0 0,0 0 0,0 1 0,0-1 1,0 0-1,-1 1 0,1-1 0,0 1 1,-1-1-1,1 1 0,-3-2 0,-12-9-288,0 0 1,-22-11-1,-2 0-6604</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5.422"/>
    </inkml:context>
    <inkml:brush xml:id="br0">
      <inkml:brushProperty name="width" value="0.05" units="cm"/>
      <inkml:brushProperty name="height" value="0.05" units="cm"/>
      <inkml:brushProperty name="color" value="#FFFFFF"/>
    </inkml:brush>
  </inkml:definitions>
  <inkml:trace contextRef="#ctx0" brushRef="#br0">61 868 24575,'2'-30'0,"0"-1"0,2 1 0,14-52 0,-9 61 0,-3 18 0,1 12 0,-1 11 0,0 1 0,-2 1 0,-1-1 0,1 35 0,0-12 0,2 16 0,10 169 0,-18-205 0,-2-16 0,4-8 0,0 0 0,-1 0 0,1 0 0,0-1 0,-1 1 0,1 0 0,0 0 0,0 0 0,-1 0 0,1 0 0,0 0 0,0 0 0,-1 0 0,1-1 0,0 1 0,0 0 0,-1 0 0,1 0 0,0-1 0,0 1 0,0 0 0,0 0 0,-1 0 0,1-1 0,0 1 0,0 0 0,0 0 0,0-1 0,0 1 0,0 0 0,-1-1 0,-8-18 0,1-1 0,1-1 0,0 1 0,-4-26 0,0 2 0,-16-61 0,4-2 0,6 0 0,4-1 0,1-144 0,12 251 0,7-145 0,-5 128 0,0 1 0,2 0 0,0 1 0,0-1 0,2 1 0,9-21 0,-14 34 0,1 0 0,0 0 0,0 0 0,0 1 0,0-1 0,0 0 0,0 1 0,1-1 0,-1 1 0,1 0 0,0 0 0,0 0 0,-1 0 0,1 0 0,1 0 0,-1 1 0,5-2 0,-5 2 0,0 1 0,0 0 0,0 0 0,1 0 0,-1 0 0,0 0 0,0 0 0,0 1 0,1 0 0,-1-1 0,0 1 0,0 0 0,0 1 0,0-1 0,-1 0 0,1 1 0,0 0 0,4 3 0,6 6 0,0 1 0,-1 0 0,0 0 0,-1 2 0,0-1 0,-1 1 0,-1 1 0,0 0 0,-1 0 0,11 28 0,-12-23 0,-1 0 0,0 0 0,-2 0 0,0 1 0,-1-1 0,-1 1 0,-1 0 0,-3 33 0,0-39 0,-1 0 0,0 0 0,-1 0 0,-1 0 0,-12 26 0,-43 63 0,38-70 0,18-26 0,-1-1 0,1 1 0,1 0 0,0 0 0,0 0 0,0 0 0,1 0 0,0 1 0,0-1 0,1 1 0,0 0 0,1-1 0,0 1 0,1 0 0,-1-1 0,1 1 0,1-1 0,0 1 0,0-1 0,1 1 0,0-1 0,0 0 0,7 12 0,1-2 34,0 0 1,1-1-1,1-1 0,0 0 0,1 0 0,1-2 0,1 0 0,0 0 0,24 15 1,-17-15-279,0-1 0,0-1 0,1-1 0,1-1 1,0-2-1,50 12 0,-23-12-6582</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6.232"/>
    </inkml:context>
    <inkml:brush xml:id="br0">
      <inkml:brushProperty name="width" value="0.05" units="cm"/>
      <inkml:brushProperty name="height" value="0.05" units="cm"/>
      <inkml:brushProperty name="color" value="#FFFFFF"/>
    </inkml:brush>
  </inkml:definitions>
  <inkml:trace contextRef="#ctx0" brushRef="#br0">284 351 24575,'-31'-31'0,"-42"-32"0,60 53 0,1 2 0,-1 0 0,-1 0 0,1 1 0,-1 1 0,-30-10 0,42 16 0,0-1 0,-1 0 0,1 1 0,-1 0 0,1-1 0,-1 1 0,1 0 0,-1 1 0,0-1 0,1 0 0,0 1 0,-1-1 0,1 1 0,-1 0 0,1-1 0,0 1 0,-3 2 0,4-2 0,0 0 0,0 0 0,0 0 0,0 0 0,1 0 0,-1 0 0,0 0 0,1 0 0,-1 1 0,1-1 0,-1 0 0,1 0 0,0 1 0,-1-1 0,1 0 0,0 1 0,0-1 0,0 0 0,0 1 0,0-1 0,0 0 0,0 0 0,0 1 0,1-1 0,-1 0 0,1 1 0,-1-1 0,1 0 0,-1 0 0,1 0 0,0 1 0,-1-1 0,3 2 0,1 3 0,0 0 0,1 0 0,0-1 0,0 1 0,0-1 0,1 0 0,0-1 0,0 1 0,0-1 0,0 0 0,1-1 0,-1 1 0,1-1 0,0-1 0,7 3 0,5 0 0,0 0 0,0-1 0,1-1 0,30 1 0,-42-4 0,0 0 0,1-1 0,-1 1 0,0-2 0,1 1 0,-1-1 0,0 0 0,0-1 0,0 0 0,0 0 0,-1-1 0,11-6 0,-14 7 0,0 0 0,-1 0 0,1 0 0,0-1 0,-1 0 0,0 1 0,0-1 0,0-1 0,-1 1 0,1 0 0,-1-1 0,0 1 0,0-1 0,-1 1 0,1-1 0,-1 0 0,0 0 0,0 0 0,-1 0 0,1 0 0,-1 1 0,-1-7 0,0-1 0,-1 0 0,0 0 0,-1 0 0,0 1 0,0-1 0,-2 1 0,1 0 0,-2 0 0,1 1 0,-11-15 0,12 19 0,-1 0 0,1 1 0,-1 0 0,0 0 0,-1 0 0,1 1 0,-1-1 0,-9-4 0,11 7 0,0 0 0,0 0 0,-1 1 0,1 0 0,0-1 0,-1 2 0,1-1 0,-1 0 0,1 1 0,-1 0 0,1 0 0,-1 0 0,0 0 0,-4 2 0,4 0 0,-1 0 0,1 0 0,0 0 0,0 1 0,0 0 0,0 0 0,0 0 0,1 1 0,-1-1 0,1 1 0,0 0 0,0 0 0,1 1 0,-1-1 0,1 1 0,0 0 0,0 0 0,0 0 0,1 0 0,-4 10 0,1-1 0,0 1 0,2-1 0,-1 1 0,2 0 0,0 0 0,0 27 0,2-28 0,2 0 0,0 0 0,0 0 0,2 0 0,-1 0 0,2-1 0,0 1 0,0-1 0,1 0 0,1-1 0,0 0 0,1 0 0,0 0 0,1-1 0,0 0 0,1-1 0,0 0 0,0 0 0,1-1 0,1-1 0,20 13 0,-18-13 0,1 0 0,0-2 0,0 1 0,1-2 0,-1 0 0,1-1 0,1 0 0,-1-1 0,0-1 0,1-1 0,-1 0 0,1-1 0,-1-1 0,1 0 0,-1-2 0,0 0 0,1 0 0,21-9 0,-31 9 0,0 0 0,0 0 0,-1 0 0,1-1 0,-1-1 0,0 1 0,0-1 0,-1 0 0,1 0 0,-1 0 0,0-1 0,0 0 0,4-8 0,-3 5 0,-2 0 0,1-1 0,-2 0 0,1 0 0,-1 0 0,-1 0 0,1 0 0,0-17 0,-2-5 0,-2 0 0,-1 0 0,-1 0 0,-2 0 0,-10-35 0,14 61 0,-1-6 0,-1 1 0,0 0 0,0 0 0,-1 0 0,-1 0 0,0 1 0,-8-14 0,13 23 0,-1 1 0,1-1 0,0 1 0,0 0 0,0-1 0,-1 1 0,1 0 0,0-1 0,-1 1 0,1 0 0,0-1 0,-1 1 0,1 0 0,0-1 0,-1 1 0,1 0 0,-1 0 0,1 0 0,0-1 0,-1 1 0,1 0 0,-1 0 0,1 0 0,-1 0 0,1 0 0,-1 0 0,-2 10 0,6 18 0,1-16 0,0-1 0,1 0 0,0 0 0,1-1 0,13 19 0,-15-24 0,0 0 0,0 0 0,0-1 0,0 1 0,0-1 0,1 0 0,0-1 0,0 1 0,0-1 0,0 0 0,1 0 0,-1 0 0,9 2 0,-12-5 0,-1 1 0,0-1 0,1 0 0,-1 0 0,1 0 0,-1 0 0,1 0 0,-1 0 0,1 0 0,-1 0 0,0 0 0,1-1 0,-1 1 0,1-1 0,-1 1 0,0-1 0,1 0 0,-1 1 0,0-1 0,0 0 0,2-1 0,-1 0 0,0 0 0,-1 0 0,1-1 0,-1 1 0,0 0 0,1-1 0,-1 1 0,0 0 0,0-1 0,-1 0 0,2-2 0,0-8 0,-1 0 0,0-1 0,-1-23 0,-1 29 0,2 4 0,-1-1 0,-1 1 0,1 0 0,-1-1 0,1 1 0,-1 0 0,0 0 0,-1-1 0,1 1 0,-4-7 0,4 11 0,1 0 0,0 0 0,-1 0 0,1 1 0,0-1 0,-1 0 0,1 0 0,0 1 0,-1-1 0,1 0 0,0 0 0,0 1 0,-1-1 0,1 0 0,0 1 0,0-1 0,0 0 0,0 1 0,-1-1 0,1 0 0,0 1 0,0-1 0,0 0 0,0 1 0,0-1 0,0 0 0,0 1 0,0-1 0,0 0 0,0 1 0,0-1 0,0 1 0,0-1 0,0 1 0,-2 17 0,2-13 5,-1 17 163,4 34-1,-2-50-309,-1-1 0,1 1 0,1 0 0,-1-1 0,1 1 0,0-1 0,0 0-1,1 1 1,0-1 0,0 0 0,4 6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6.947"/>
    </inkml:context>
    <inkml:brush xml:id="br0">
      <inkml:brushProperty name="width" value="0.05" units="cm"/>
      <inkml:brushProperty name="height" value="0.05" units="cm"/>
      <inkml:brushProperty name="color" value="#FFFFFF"/>
    </inkml:brush>
  </inkml:definitions>
  <inkml:trace contextRef="#ctx0" brushRef="#br0">1 64 24575,'0'-11'0,"0"8"0,-1 0 0,1 0 0,0 0 0,0 0 0,1 0 0,-1 0 0,0 0 0,1 0 0,0 0 0,0 0 0,0 0 0,0 0 0,0 0 0,3-4 0,-4 7 0,1-1 0,-1 1 0,1 0 0,-1-1 0,1 1 0,-1 0 0,1 0 0,-1-1 0,1 1 0,-1 0 0,1 0 0,-1 0 0,1 0 0,-1-1 0,1 1 0,0 0 0,-1 0 0,1 0 0,-1 0 0,1 0 0,-1 1 0,1-1 0,0 0 0,-1 0 0,1 0 0,-1 0 0,1 1 0,-1-1 0,1 0 0,-1 0 0,1 1 0,-1-1 0,1 0 0,-1 1 0,0-1 0,1 1 0,-1-1 0,1 0 0,-1 1 0,0-1 0,1 1 0,-1 0 0,16 23 0,3 20 0,-1 1 0,21 92 0,-23-78 0,124 423-1365,-133-458-5461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7.507"/>
    </inkml:context>
    <inkml:brush xml:id="br0">
      <inkml:brushProperty name="width" value="0.05" units="cm"/>
      <inkml:brushProperty name="height" value="0.05" units="cm"/>
      <inkml:brushProperty name="color" value="#FFFFFF"/>
    </inkml:brush>
  </inkml:definitions>
  <inkml:trace contextRef="#ctx0" brushRef="#br0">171 391 24575,'-8'-8'0,"-85"-92"0,84 88 0,0-1 0,0 0 0,1 0 0,0-1 0,2 0 0,-9-24 0,13 34 0,1 0 0,0 0 0,0 0 0,1 0 0,-1-1 0,1 1 0,0 0 0,0 0 0,1 0 0,-1 0 0,1 0 0,-1 0 0,1-1 0,1 2 0,-1-1 0,1 0 0,-1 0 0,4-5 0,-2 4 0,1 1 0,0-1 0,0 1 0,0 0 0,1 0 0,-1 0 0,1 1 0,0-1 0,0 1 0,0 1 0,1-1 0,6-2 0,9-2 0,-1 0 0,1 2 0,1 0 0,-1 2 0,23-1 0,110 2 0,-112 2 0,6 0 0,-1 3 0,0 1 0,55 12 0,-98-15 0,0 0 0,0 1 0,-1-1 0,1 1 0,-1 0 0,1 0 0,-1 0 0,0 0 0,1 1 0,-1-1 0,0 1 0,-1 0 0,1 0 0,0 0 0,-1 0 0,0 0 0,0 1 0,0-1 0,0 1 0,0-1 0,-1 1 0,1 0 0,0 6 0,2 7 0,-1 1 0,-1-1 0,-1 1 0,0 20 0,-1-6 0,5 55 0,4 0 0,31 133 0,-23-155 0,3 0 0,3-2 0,58 115 0,-80-176 0,2 2 0,-1 1 0,1-1 0,-1 1 0,-1 0 0,1-1 0,1 7 0,-3-10 0,0 0 0,0-1 0,0 1 0,0 0 0,0 0 0,0-1 0,0 1 0,0 0 0,-1 0 0,1-1 0,0 1 0,0 0 0,-1-1 0,1 1 0,0 0 0,-1-1 0,1 1 0,-1 0 0,0 0 0,0 0 0,0 0 0,0-1 0,0 1 0,0-1 0,-1 1 0,1 0 0,0-1 0,0 0 0,-1 1 0,1-1 0,0 0 0,0 0 0,-1 0 0,1 0 0,-2 0 0,-129-8 0,27-1 0,10 7-455,0 4 0,-126 19 0,129-5-6371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8.098"/>
    </inkml:context>
    <inkml:brush xml:id="br0">
      <inkml:brushProperty name="width" value="0.05" units="cm"/>
      <inkml:brushProperty name="height" value="0.05" units="cm"/>
      <inkml:brushProperty name="color" value="#FFFFFF"/>
    </inkml:brush>
  </inkml:definitions>
  <inkml:trace contextRef="#ctx0" brushRef="#br0">20 50 24575,'-3'-2'0,"-3"-2"0,-1-3 0,3 1 0,6 0 0,7 2 0,8-1 0,7 0 0,10 1 0,9 1 0,13 1 0,9 1 0,8 1 0,7 0 0,-9 0-8191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8.270"/>
    </inkml:context>
    <inkml:brush xml:id="br0">
      <inkml:brushProperty name="width" value="0.05" units="cm"/>
      <inkml:brushProperty name="height" value="0.05" units="cm"/>
      <inkml:brushProperty name="color" value="#FFFFFF"/>
    </inkml:brush>
  </inkml:definitions>
  <inkml:trace contextRef="#ctx0" brushRef="#br0">21 23 24575,'-6'0'0,"-4"0"0,5 0 0,9 0 0,11 0 0,15-3 0,13 0 0,13-1 0,10 1 0,8-2 0,-8 0-8191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8.446"/>
    </inkml:context>
    <inkml:brush xml:id="br0">
      <inkml:brushProperty name="width" value="0.05" units="cm"/>
      <inkml:brushProperty name="height" value="0.05" units="cm"/>
      <inkml:brushProperty name="color" value="#FFFFFF"/>
    </inkml:brush>
  </inkml:definitions>
  <inkml:trace contextRef="#ctx0" brushRef="#br0">0 26 24575,'0'3'0,"6"1"0,7-1 0,12-3 0,13-4 0,11-2 0,8 0 0,8-1 0,4 0 0,-10 2-8191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8.584"/>
    </inkml:context>
    <inkml:brush xml:id="br0">
      <inkml:brushProperty name="width" value="0.05" units="cm"/>
      <inkml:brushProperty name="height" value="0.05" units="cm"/>
      <inkml:brushProperty name="color" value="#FFFFFF"/>
    </inkml:brush>
  </inkml:definitions>
  <inkml:trace contextRef="#ctx0" brushRef="#br0">0 11 24575,'6'0'0,"7"0"0,9 0 0,12 0 0,15-3 0,11 0 0,-3-1-8191</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0.304"/>
    </inkml:context>
    <inkml:brush xml:id="br0">
      <inkml:brushProperty name="width" value="0.05" units="cm"/>
      <inkml:brushProperty name="height" value="0.05" units="cm"/>
      <inkml:brushProperty name="color" value="#FFFFFF"/>
    </inkml:brush>
  </inkml:definitions>
  <inkml:trace contextRef="#ctx0" brushRef="#br0">0 424 24575,'12'13'0,"-2"0"0,1 0 0,-2 1 0,10 17 0,9 15 0,11 6 0,1-1 0,2-1 0,3-3 0,2-2 0,1-2 0,3-2 0,106 66 0,-55-51-80,2-5-1,3-5 1,135 40-1,348 66-621,120-14-957,820 52 1,-907-150 1108,0-27 1,0-28-1,643-99 1,721-278 637,-52-207-1181,-1376 388 1833,32-11 69,-108 44 5119,-475 175-6007,1 0-226,0 0 0,-1 0 1,15-9-1,-14 5-6521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0.633"/>
    </inkml:context>
    <inkml:brush xml:id="br0">
      <inkml:brushProperty name="width" value="0.05" units="cm"/>
      <inkml:brushProperty name="height" value="0.05" units="cm"/>
      <inkml:brushProperty name="color" value="#FFFFFF"/>
    </inkml:brush>
  </inkml:definitions>
  <inkml:trace contextRef="#ctx0" brushRef="#br0">177 65 24575,'-10'-1'0,"-1"0"0,1-1 0,-1 0 0,1-1 0,-11-5 0,-5 0 0,9 4 0,6 1 0,-1-1 0,1 0 0,-16-7 0,28 11 0,-1 0 0,0 0 0,0 0 0,1 0 0,-1 0 0,0 0 0,0 0 0,1-1 0,-1 1 0,0 0 0,0 0 0,0 0 0,1 0 0,-1 0 0,0 0 0,0-1 0,0 1 0,0 0 0,1 0 0,-1 0 0,0-1 0,0 1 0,0 0 0,0 0 0,0 0 0,0-1 0,0 1 0,1 0 0,-1 0 0,0-1 0,0 1 0,0 0 0,0 0 0,0-1 0,0 1 0,0 0 0,0 0 0,0 0 0,0-1 0,0 1 0,-1 0 0,1 0 0,0-1 0,0 1 0,0 0 0,0 0 0,0 0 0,0-1 0,0 1 0,-1 0 0,1 0 0,0 0 0,0-1 0,0 1 0,0 0 0,-1 0 0,1 0 0,0 0 0,-1-1 0,26-1 0,52 4 0,93 16 0,-90-8 0,-44-6 0,53 5 0,0 3 0,110 32 0,-188-41 0,0 1 0,0 0 0,0 1 0,-1 0 0,0 0 0,17 13 0,-24-16 0,-1 0 0,0 0 0,0 0 0,0 0 0,0 1 0,0-1 0,0 0 0,-1 1 0,1 0 0,-1-1 0,1 1 0,-1 0 0,0 0 0,0 0 0,-1 0 0,1 0 0,0 0 0,-1 0 0,0 0 0,0 0 0,0 0 0,0 0 0,0 0 0,-1 0 0,1 0 0,-1 0 0,0 0 0,0 0 0,0 0 0,-2 4 0,-3 5 0,-1 1 0,-1-1 0,0 0 0,0 0 0,-15 14 0,-57 51 0,56-55 0,-187 167-1365,143-128-5461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3.793"/>
    </inkml:context>
    <inkml:brush xml:id="br0">
      <inkml:brushProperty name="width" value="0.05" units="cm"/>
      <inkml:brushProperty name="height" value="0.05" units="cm"/>
      <inkml:brushProperty name="color" value="#FFFFFF"/>
    </inkml:brush>
  </inkml:definitions>
  <inkml:trace contextRef="#ctx0" brushRef="#br0">131 98 24575,'0'-2'0,"0"1"0,0 0 0,0-1 0,0 1 0,0 0 0,0-1 0,0 1 0,0 0 0,-1-1 0,1 1 0,0 0 0,-1-1 0,1 1 0,-1 0 0,1 0 0,-1 0 0,0-1 0,0 1 0,1 0 0,-1 0 0,0 0 0,0 0 0,0 0 0,0 1 0,0-1 0,0 0 0,0 0 0,-1 0 0,1 1 0,0-1 0,0 1 0,-1-1 0,1 1 0,0 0 0,-1-1 0,1 1 0,-3 0 0,1 0 0,0 0 0,0 1 0,0-1 0,1 1 0,-1 0 0,0 0 0,0 0 0,0 0 0,1 0 0,-1 1 0,0-1 0,1 1 0,0 0 0,-1 0 0,1 0 0,-4 3 0,0 3 0,0 0 0,1 1 0,0-1 0,0 1 0,1 0 0,0 0 0,0 1 0,1-1 0,0 1 0,1 0 0,-2 18 0,3-24 0,1 0 0,0 1 0,0-1 0,1 0 0,-1 1 0,1-1 0,0 0 0,0 0 0,1 0 0,-1 0 0,1 0 0,3 7 0,-2-8 0,-1 0 0,0-1 0,0 1 0,1-1 0,0 0 0,-1 1 0,1-1 0,0-1 0,0 1 0,0 0 0,0-1 0,0 1 0,1-1 0,-1 0 0,0 0 0,1 0 0,-1-1 0,5 1 0,-3 0 0,1-1 0,-1 0 0,0 0 0,1-1 0,-1 1 0,1-1 0,-1 0 0,1 0 0,-1-1 0,0 0 0,0 0 0,0 0 0,0-1 0,0 1 0,-1-1 0,1 0 0,-1 0 0,1-1 0,-1 0 0,0 1 0,-1-1 0,1 0 0,-1-1 0,1 1 0,-1-1 0,4-9 0,-3 7 0,-1 0 0,0 0 0,-1 0 0,0 0 0,0 0 0,0-1 0,-1 1 0,0-1 0,-1 1 0,1-1 0,-1 0 0,-1 1 0,0-1 0,0 1 0,0-1 0,-1 1 0,0 0 0,0 0 0,-4-8 0,3 10-59,1 0 0,-1 0-1,0 0 1,0 0-1,-1 1 1,1-1 0,-1 1-1,0 0 1,0 0 0,-1 0-1,1 1 1,-1 0 0,0-1-1,0 2 1,0-1-1,0 0 1,0 1 0,0 0-1,-1 1 1,1-1 0,-1 1-1,-10-1 1,-6 3-6767</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4.620"/>
    </inkml:context>
    <inkml:brush xml:id="br0">
      <inkml:brushProperty name="width" value="0.05" units="cm"/>
      <inkml:brushProperty name="height" value="0.05" units="cm"/>
      <inkml:brushProperty name="color" value="#FFFFFF"/>
    </inkml:brush>
  </inkml:definitions>
  <inkml:trace contextRef="#ctx0" brushRef="#br0">532 131 24575,'-7'-6'0,"0"0"0,0 1 0,-1 1 0,1-1 0,-1 1 0,0 0 0,0 1 0,-1 0 0,1 0 0,-1 0 0,1 1 0,-1 1 0,0 0 0,0 0 0,0 0 0,-13 2 0,5 0 0,0 1 0,1 0 0,-1 1 0,1 1 0,0 0 0,0 2 0,-29 12 0,30-9 0,0 1 0,0 0 0,1 1 0,1 0 0,0 1 0,0 1 0,1 0 0,1 0 0,0 1 0,1 1 0,-16 29 0,17-27 0,1 1 0,1 0 0,1 0 0,0 0 0,1 1 0,1-1 0,1 1 0,1 0 0,0 0 0,3 36 0,0-43 0,1 1 0,0-1 0,1 0 0,1 0 0,0 0 0,0 0 0,1-1 0,1 0 0,0 0 0,0 0 0,11 13 0,-6-12 0,0 1 0,1-1 0,0-1 0,1 0 0,0-1 0,1-1 0,26 15 0,-14-12 0,0-1 0,0-1 0,1-2 0,1 0 0,0-2 0,-1-1 0,2-1 0,-1-1 0,49-3 0,-53-2 0,-1-1 0,0-1 0,0-1 0,-1-1 0,1-1 0,-1-2 0,-1 0 0,0-1 0,0 0 0,-1-2 0,0-1 0,-1 0 0,0-2 0,-1 0 0,22-25 0,-25 25 0,-1-2 0,-1 0 0,0 0 0,-2-1 0,0-1 0,-1 0 0,-1 0 0,0-1 0,-2 0 0,0 0 0,-1-1 0,-2 0 0,0 0 0,-1 0 0,-1-1 0,-1-42 0,-2 52 0,-1 0 0,0-1 0,-1 1 0,0 0 0,-1 1 0,0-1 0,-1 1 0,0-1 0,-1 2 0,0-1 0,0 0 0,-17-18 0,13 18 0,-1 1 0,-1-1 0,0 2 0,0 0 0,-1 0 0,0 1 0,0 1 0,-1 0 0,0 1 0,-17-5 0,-12-2-227,0 3-1,-2 2 1,1 2-1,0 1 1,-61 3-1,28 4-6598</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6.088"/>
    </inkml:context>
    <inkml:brush xml:id="br0">
      <inkml:brushProperty name="width" value="0.05" units="cm"/>
      <inkml:brushProperty name="height" value="0.05" units="cm"/>
      <inkml:brushProperty name="color" value="#FFFFFF"/>
    </inkml:brush>
  </inkml:definitions>
  <inkml:trace contextRef="#ctx0" brushRef="#br0">334 27 24575,'0'-1'0,"0"0"0,-1 0 0,1-1 0,0 1 0,-1 0 0,1 0 0,-1 0 0,0 0 0,1 0 0,-1 0 0,0 0 0,1 0 0,-1 0 0,0 0 0,0 0 0,0 0 0,0 1 0,0-1 0,0 0 0,0 1 0,0-1 0,0 1 0,0-1 0,0 1 0,-1-1 0,1 1 0,0 0 0,0-1 0,-2 1 0,-2-1 0,-1 0 0,1 1 0,0-1 0,0 1 0,-9 1 0,2 1 0,0 1 0,-1 1 0,1 0 0,1 0 0,-1 1 0,1 1 0,-1 0 0,2 0 0,-1 1 0,1 1 0,0 0 0,0 0 0,1 1 0,0 0 0,1 0 0,-10 15 0,8-10 0,1 0 0,0 0 0,1 1 0,1 0 0,0 0 0,1 0 0,1 1 0,1 0 0,0 1 0,1-1 0,-2 33 0,5-36 0,0 0 0,2 0 0,-1 0 0,2 0 0,0 0 0,0-1 0,1 0 0,1 1 0,0-1 0,0-1 0,1 1 0,1-1 0,0 0 0,0-1 0,14 15 0,-14-17 0,1 0 0,1-1 0,-1 0 0,1-1 0,0 0 0,1 0 0,0-1 0,-1 0 0,2-1 0,-1 0 0,0-1 0,1 0 0,-1 0 0,1-1 0,0-1 0,0 1 0,0-2 0,17 0 0,-17-1 0,0-1 0,0 1 0,0-2 0,0 1 0,-1-2 0,1 1 0,-1-2 0,0 1 0,0-1 0,-1-1 0,1 1 0,-1-2 0,0 1 0,-1-1 0,0-1 0,0 0 0,0 0 0,7-11 0,-7 8 0,-2 1 0,0-1 0,0-1 0,-1 1 0,0-1 0,-1 0 0,0 0 0,-1 0 0,-1-1 0,0 1 0,0-1 0,-1 1 0,-1-1 0,0 0 0,-3-22 0,0 19 34,-1 0 1,0 0-1,-1 0 0,0 0 0,-2 0 0,1 1 0,-2 0 0,0 1 0,-12-16 1,14 21-149,-1 1 0,-1-1 0,0 1 0,0 0 1,0 1-1,-1 0 0,0 0 0,0 1 1,-1 0-1,0 1 0,0 0 0,0 1 1,-1 0-1,-14-4 0,-16 1-6712</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6.589"/>
    </inkml:context>
    <inkml:brush xml:id="br0">
      <inkml:brushProperty name="width" value="0.05" units="cm"/>
      <inkml:brushProperty name="height" value="0.05" units="cm"/>
      <inkml:brushProperty name="color" value="#FFFFFF"/>
    </inkml:brush>
  </inkml:definitions>
  <inkml:trace contextRef="#ctx0" brushRef="#br0">261 10 24575,'0'-1'0,"1"1"0,-1 0 0,0-1 0,0 1 0,0 0 0,0-1 0,0 1 0,0 0 0,0-1 0,0 1 0,0 0 0,0-1 0,-1 1 0,1 0 0,0-1 0,0 1 0,0 0 0,0-1 0,0 1 0,-1 0 0,1 0 0,0-1 0,0 1 0,0 0 0,-1-1 0,1 1 0,-1 0 0,-6 5 0,-12 24 0,14-20 0,-48 71 0,-34 56 0,69-104 0,0 1 0,-15 46 0,29-69 0,1 0 0,0 0 0,1 0 0,0 0 0,-1 15 0,3-22 0,0 0 0,0 0 0,0 0 0,1 0 0,-1 0 0,1 0 0,0 0 0,0 0 0,0 0 0,0-1 0,0 1 0,0 0 0,1 0 0,-1-1 0,1 1 0,0-1 0,0 0 0,0 1 0,0-1 0,0 0 0,1 0 0,3 3 0,4 0 0,0 0 0,0-1 0,0 0 0,1 0 0,-1-1 0,1-1 0,0 0 0,0 0 0,18 0 0,-5-2 0,0 0 0,0-2 0,33-6 0,-36 3 0,0 0 0,0-1 0,-1-1 0,1-1 0,-1-1 0,-1-1 0,29-18 0,-41 23 0,0 0 0,0-1 0,-1 1 0,0-1 0,0 0 0,0-1 0,-1 1 0,0-1 0,0-1 0,0 1 0,-1 0 0,0-1 0,-1 0 0,0 0 0,0 0 0,-1 0 0,1-1 0,-2 1 0,1 0 0,-2-1 0,1-16 0,-2 15-52,0 0-1,-1 0 1,0 0-1,-1 0 1,0 0-1,-1 0 1,0 1-1,0-1 1,-1 1-1,0 0 1,-1 1-1,0-1 1,0 1-1,0 0 1,-1 1-1,-1 0 1,1 0-1,-1 0 1,0 1-1,-1 0 0,0 0 1,0 1-1,0 1 1,0-1-1,-11-2 1,5 3-6774</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7.587"/>
    </inkml:context>
    <inkml:brush xml:id="br0">
      <inkml:brushProperty name="width" value="0.05" units="cm"/>
      <inkml:brushProperty name="height" value="0.05" units="cm"/>
      <inkml:brushProperty name="color" value="#FFFFFF"/>
    </inkml:brush>
  </inkml:definitions>
  <inkml:trace contextRef="#ctx0" brushRef="#br0">1 390 24575,'1'4'0,"-1"0"0,2-1 0,-1 1 0,0 0 0,1-1 0,0 0 0,-1 1 0,4 3 0,2 5 0,13 24 0,2 0 0,2-1 0,1-2 0,2 0 0,43 41 0,-15-24 0,2-2 0,77 49 0,-8-19-120,3-5 0,170 68 1,289 80-620,-296-125 141,4-13 1,3-12-1,2-14 1,352 21-1,-410-66 523,2-10 0,-1-10 0,-1-11 0,0-11 0,408-104 0,-374 49 123,410-183 1,219-210-1252,-324 87 1119,-223 95 4640,-345 284-4391,-9 8-65,0 0 0,-1 0 0,1 0 0,-1-1 0,0 0 0,0 1-1,0-2 1,0 1 0,3-9 0,-6 14-97,-1 0-1,0-1 0,0 1 1,0-1-1,0 1 1,0-1-1,0 1 1,1-1-1,-1 1 1,0-1-1,-1 1 1,1-1-1,0 1 1,0-1-1,0 1 0,0-1 1,0 1-1,0-1 1,-1 1-1,1-1 1,0 1-1,0 0 1,-1-1-1,1 1 1,0-1-1,0 1 1,-1 0-1,1-1 0,-1 1 1,1 0-1,0-1 1,-1 1-1,1 0 1,-1 0-1,1-1 1,0 1-1,-1 0 1,1 0-1,-1 0 0,1 0 1,-1-1-1,1 1 1,-1 0-1,1 0 1,-1 0-1,1 0 1,-1 0-1,-24 2-1479,10 3-5349</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8.195"/>
    </inkml:context>
    <inkml:brush xml:id="br0">
      <inkml:brushProperty name="width" value="0.05" units="cm"/>
      <inkml:brushProperty name="height" value="0.05" units="cm"/>
      <inkml:brushProperty name="color" value="#FFFFFF"/>
    </inkml:brush>
  </inkml:definitions>
  <inkml:trace contextRef="#ctx0" brushRef="#br0">0 0 24575,'1'1'0,"-1"-1"0,0 1 0,0 0 0,1-1 0,-1 1 0,1-1 0,-1 1 0,0-1 0,1 1 0,-1 0 0,1-1 0,-1 0 0,1 1 0,0-1 0,-1 1 0,1-1 0,-1 0 0,1 1 0,0-1 0,-1 0 0,1 0 0,0 1 0,-1-1 0,2 0 0,23 5 0,-16-3 0,593 179-581,-9 35-496,-299-106 666,575 172-678,26-91-72,-659-160 1164,1-11 0,0-10 1,443-39-1,-509 6-10,-1-8-1,170-53 0,-206 41-40,-1-5 0,239-126 0,-141 33-725,-181 105 944,-2-2 0,58-58-1,-88 78 31,-2-1 1,18-25-1,-30 39-27,0 0 0,-1 0 0,0-1 0,0 1-1,-1-1 1,0 0 0,0 1 0,0-1 0,0 0 0,-1-1 0,0 1 0,0 0 0,-1 0 0,0-7 0,0 12-121,0-1 1,0 1 0,-1-1-1,1 1 1,0 0 0,-1-1-1,1 1 1,-1 0 0,0-1-1,1 1 1,-1 0-1,0 0 1,0 0 0,0-1-1,0 1 1,0 0 0,0 0-1,0 0 1,0 1 0,0-1-1,0 0 1,-1 0 0,1 1-1,-3-2 1,2 1-145,-1 1 0,1-1-1,-1 1 1,0 0 0,1 0 0,-1 0 0,0 0 0,1 0 0,-1 0-1,1 1 1,-1-1 0,-3 2 0,-14 5-6735</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48.726"/>
    </inkml:context>
    <inkml:brush xml:id="br0">
      <inkml:brushProperty name="width" value="0.05" units="cm"/>
      <inkml:brushProperty name="height" value="0.05" units="cm"/>
      <inkml:brushProperty name="color" value="#FFFFFF"/>
    </inkml:brush>
  </inkml:definitions>
  <inkml:trace contextRef="#ctx0" brushRef="#br0">118 22 24575,'-69'-15'0,"47"10"0,20 5 0,1 0 0,0-1 0,0 1 0,-1 0 0,1 0 0,0 0 0,-1 0 0,1 0 0,0 0 0,-1 0 0,1 1 0,0-1 0,-3 1 0,4 0 0,-1-1 0,1 0 0,0 1 0,-1-1 0,1 0 0,0 1 0,-1-1 0,1 1 0,0-1 0,-1 0 0,1 1 0,0-1 0,0 1 0,-1-1 0,1 1 0,0-1 0,0 1 0,0-1 0,0 1 0,0-1 0,0 1 0,0-1 0,0 2 0,1 3 0,0-1 0,0 1 0,0 0 0,1-1 0,0 1 0,2 4 0,1 4 0,20 45-35,2-1-1,2-1 1,3-1 0,2-1-1,2-3 1,85 94 0,-63-88-57,3-1-1,2-4 1,2-2 0,139 79 0,-79-64-125,3-6-1,2-6 0,2-5 1,2-7-1,2-5 0,251 33 0,-273-59 169,-1-4 0,1-5 0,0-5-1,0-5 1,157-33 0,-153 15-10,-2-5 0,-1-5 0,-2-5-1,211-112 1,-175 65 1112,-123 72-749,-1-2 0,-1-1 1,33-34-1,-56 53-354,-1 1 24,1 0 0,-1-1 0,1 1-1,-1 0 1,1-1 0,-1 1-1,0-1 1,1 1 0,-1-1 0,0 1-1,1-1 1,-1 1 0,0-1-1,0 1 1,1-1 0,-1 1-1,0-1 1,0 1 0,0-1 0,0 0-1,0 1 1,1-1 0,-1 1-1,0-1 1,-1 0 0,1 1 0,0-1-1,0 0 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1.007"/>
    </inkml:context>
    <inkml:brush xml:id="br0">
      <inkml:brushProperty name="width" value="0.05" units="cm"/>
      <inkml:brushProperty name="height" value="0.05" units="cm"/>
      <inkml:brushProperty name="color" value="#FFFFFF"/>
    </inkml:brush>
  </inkml:definitions>
  <inkml:trace contextRef="#ctx0" brushRef="#br0">0 0 24575,'3'3'0,"1"6"0,2 8 0,6 5 0,6 8 0,6 7 0,4 8 0,5 7 0,6 4 0,4 2 0,3 0 0,-1-4 0,-3-7 0,-2-5 0,-6-7 0,-6-9 0,-5-10 0,-6-7-8191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1.224"/>
    </inkml:context>
    <inkml:brush xml:id="br0">
      <inkml:brushProperty name="width" value="0.05" units="cm"/>
      <inkml:brushProperty name="height" value="0.05" units="cm"/>
      <inkml:brushProperty name="color" value="#FFFFFF"/>
    </inkml:brush>
  </inkml:definitions>
  <inkml:trace contextRef="#ctx0" brushRef="#br0">504 8 24575,'0'0'0,"0"0"0,0-1 0,0 1 0,0 0 0,0-1 0,0 1 0,0 0 0,0 0 0,-1-1 0,1 1 0,0 0 0,0-1 0,0 1 0,0 0 0,-1-1 0,1 1 0,0 0 0,0 0 0,0 0 0,-1-1 0,1 1 0,0 0 0,-1 0 0,1 0 0,0-1 0,0 1 0,-1 0 0,1 0 0,0 0 0,-1 0 0,1 0 0,0 0 0,-1 0 0,1 0 0,0 0 0,-1 0 0,1 0 0,0 0 0,-1 0 0,1 0 0,0 0 0,-1 0 0,1 0 0,0 0 0,-1 0 0,1 0 0,0 1 0,-1-1 0,1 0 0,0 0 0,0 0 0,-1 1 0,1-1 0,0 0 0,-1 1 0,-17 12 0,-30 37 0,-76 105 0,92-112 0,-49 68-682,-91 162-1,157-245-6143</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1.677"/>
    </inkml:context>
    <inkml:brush xml:id="br0">
      <inkml:brushProperty name="width" value="0.05" units="cm"/>
      <inkml:brushProperty name="height" value="0.05" units="cm"/>
      <inkml:brushProperty name="color" value="#FFFFFF"/>
    </inkml:brush>
  </inkml:definitions>
  <inkml:trace contextRef="#ctx0" brushRef="#br0">241 101 24575,'6'-29'0,"-5"25"0,1 0 0,-1 0 0,0 0 0,-1 0 0,1-1 0,-1-4 0,0 7 0,0 1 0,0 0 0,-1 0 0,1-1 0,0 1 0,-1 0 0,1-1 0,-1 1 0,0 0 0,1 0 0,-1 0 0,0 0 0,0 0 0,0 0 0,1 0 0,-1 0 0,0 0 0,0 0 0,-1 0 0,1 0 0,0 1 0,0-1 0,0 0 0,-3 0 0,-2-1 0,0 0 0,-1 0 0,0 0 0,1 1 0,-1 0 0,0 1 0,1-1 0,-1 1 0,0 1 0,0-1 0,1 1 0,-1 0 0,0 1 0,1 0 0,-1 0 0,1 0 0,0 1 0,0 0 0,0 0 0,-10 7 0,9-6 0,0 1 0,1 0 0,0 0 0,0 0 0,0 1 0,1 0 0,0 0 0,0 0 0,0 1 0,1-1 0,0 1 0,0 0 0,1 1 0,0-1 0,0 1 0,1-1 0,-3 11 0,5-9 0,0 0 0,0-1 0,1 1 0,0 0 0,1-1 0,0 1 0,0-1 0,0 0 0,1 0 0,1 0 0,-1 0 0,1 0 0,1 0 0,-1-1 0,1 0 0,12 13 0,7 6 0,1 0 0,50 36 0,-64-52 0,4 1 0,28 26 0,-39-34 0,-1 1 0,1-1 0,-1 1 0,0 0 0,0 0 0,-1 1 0,1-1 0,2 7 0,-5-9 0,1-1 0,-1 0 0,1 1 0,-1-1 0,0 0 0,0 1 0,0-1 0,0 1 0,0-1 0,0 0 0,0 1 0,0-1 0,-1 0 0,1 1 0,0-1 0,-1 0 0,1 1 0,-1-1 0,1 0 0,-1 0 0,0 0 0,-1 2 0,0 0 0,0-1 0,-1 0 0,1 0 0,-1-1 0,1 1 0,-1 0 0,0-1 0,1 0 0,-6 3 0,-5-1 0,1 0 0,-1 0 0,-22 1 0,14-2-455,0-1 0,-37-4 0,32-1-6371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2.052"/>
    </inkml:context>
    <inkml:brush xml:id="br0">
      <inkml:brushProperty name="width" value="0.05" units="cm"/>
      <inkml:brushProperty name="height" value="0.05" units="cm"/>
      <inkml:brushProperty name="color" value="#FFFFFF"/>
    </inkml:brush>
  </inkml:definitions>
  <inkml:trace contextRef="#ctx0" brushRef="#br0">0 48 24575,'1'-5'0,"0"-1"0,0 1 0,1 0 0,0 0 0,4-9 0,-2 38 0,-4-24 0,7 184 0,-3-140 0,2 1 0,13 46 0,-18-86 0,0 0 0,1 0 0,0 0 0,0 0 0,0-1 0,1 1 0,-1-1 0,1 1 0,0-1 0,4 4 0,-5-6 0,0-1 0,-1 0 0,1 1 0,0-1 0,0 0 0,0 0 0,-1 0 0,1 0 0,0-1 0,0 1 0,0 0 0,1-1 0,-1 1 0,0-1 0,0 0 0,0 0 0,0 0 0,0 0 0,1 0 0,-1 0 0,0 0 0,0-1 0,0 1 0,0-1 0,0 0 0,3-1 0,3-2 0,0 0 0,-1-1 0,0 0 0,0 0 0,0-1 0,-1 0 0,0 0 0,0 0 0,0-1 0,-1 0 0,0 0 0,0 0 0,-1-1 0,7-14 0,-1-2 0,-1-1 0,-1 0 0,8-43 0,-12 49-170,-1 0-1,-1 0 0,-1 0 1,0 0-1,-2 0 0,0-1 1,-7-36-1,1 34-6655</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2.487"/>
    </inkml:context>
    <inkml:brush xml:id="br0">
      <inkml:brushProperty name="width" value="0.05" units="cm"/>
      <inkml:brushProperty name="height" value="0.05" units="cm"/>
      <inkml:brushProperty name="color" value="#FFFFFF"/>
    </inkml:brush>
  </inkml:definitions>
  <inkml:trace contextRef="#ctx0" brushRef="#br0">68 258 24575,'-3'81'0,"-3"0"0,-19 86 0,24-161 0,1-3 0,-1 0 0,1 0 0,-1 0 0,1 0 0,-1 0 0,0-1 0,0 1 0,0 0 0,-1 0 0,1-1 0,0 1 0,-1-1 0,-3 4 0,5-6 0,-1 1 0,1-1 0,0 0 0,0 0 0,-1 0 0,1 0 0,0 0 0,0 0 0,-1 0 0,1 0 0,0 0 0,0 0 0,-1 0 0,1 0 0,0 0 0,0 0 0,-1 0 0,1 0 0,0 0 0,0 0 0,-1-1 0,1 1 0,0 0 0,0 0 0,-1 0 0,1 0 0,0 0 0,0-1 0,0 1 0,-1 0 0,1 0 0,0 0 0,0-1 0,0 1 0,0 0 0,0 0 0,-1-1 0,1 1 0,0 0 0,0 0 0,0-1 0,0 1 0,0 0 0,0 0 0,0-1 0,0 1 0,0-1 0,-3-14 0,3 15 0,-2-38 0,1 0 0,1 0 0,3 0 0,8-46 0,1 24 0,37-108 0,-42 149 0,20-50 0,-25 64 0,1 0 0,0-1 0,0 1 0,1 0 0,-1 1 0,1-1 0,0 0 0,0 1 0,8-5 0,-11 8 0,1 0 0,-1 0 0,1 0 0,-1 0 0,1 0 0,0 1 0,0-1 0,-1 1 0,1-1 0,0 1 0,0 0 0,-1 0 0,1 0 0,0 0 0,0 0 0,0 0 0,-1 0 0,1 1 0,0-1 0,0 0 0,-1 1 0,1 0 0,0-1 0,-1 1 0,1 0 0,0 0 0,-1 0 0,0 0 0,1 0 0,-1 0 0,1 0 0,-1 1 0,0-1 0,0 0 0,2 3 0,3 5 0,0 0 0,0 0 0,-1 0 0,7 17 0,8 24 0,-2 1 0,-2 1 0,-3 0 0,-2 1 0,8 95 0,-18-130-682,-3 35-1,-2-27-6143</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3.050"/>
    </inkml:context>
    <inkml:brush xml:id="br0">
      <inkml:brushProperty name="width" value="0.05" units="cm"/>
      <inkml:brushProperty name="height" value="0.05" units="cm"/>
      <inkml:brushProperty name="color" value="#FFFFFF"/>
    </inkml:brush>
  </inkml:definitions>
  <inkml:trace contextRef="#ctx0" brushRef="#br0">0 480 24575,'0'-4'0,"0"0"0,0 0 0,0 0 0,1 0 0,0 0 0,-1 0 0,1 0 0,1 0 0,-1 0 0,0 1 0,4-7 0,-3 8 0,0 0 0,0 0 0,0 0 0,0 0 0,0 0 0,1 1 0,-1-1 0,1 1 0,-1-1 0,1 1 0,0 0 0,-1 0 0,1 0 0,0 0 0,0 0 0,0 1 0,3-1 0,70-7 0,13-2 0,-78 8 0,0-1 0,-1 0 0,1-1 0,-1 0 0,0 0 0,12-8 0,-22 12 0,1-1 0,0 1 0,-1-1 0,1 1 0,0 0 0,-1-1 0,1 1 0,0 0 0,0-1 0,-1 1 0,1 0 0,0 0 0,0 0 0,-1 0 0,1 0 0,0 0 0,0 0 0,-1 0 0,1 0 0,0 0 0,0 0 0,-1 0 0,1 1 0,0-1 0,0 1 0,0-1 0,0 1 0,0 0 0,0 0 0,-1 0 0,1 0 0,0 0 0,-1 0 0,1 0 0,-1 0 0,1 0 0,-1 0 0,1 0 0,-1 0 0,0 1 0,0 0 0,2 8 0,-1 0 0,-1 1 0,-1 12 0,1-11 0,-1 48 0,-1-10 0,3-1 0,11 87 0,-8-209 0,-11-63 0,-2-88 0,10 183 0,1 0 0,2-1 0,14-54 0,-17 90 0,1 1 0,0-1 0,0 0 0,0 1 0,1-1 0,0 1 0,0 0 0,0 0 0,6-6 0,-8 9 0,0 1 0,1 0 0,-1 0 0,0-1 0,1 1 0,0 0 0,-1 1 0,1-1 0,0 0 0,-1 0 0,1 1 0,0-1 0,0 1 0,0-1 0,-1 1 0,1 0 0,0 0 0,0 0 0,0 0 0,0 0 0,-1 0 0,1 0 0,0 1 0,0-1 0,0 1 0,0-1 0,-1 1 0,1 0 0,0-1 0,-1 1 0,1 0 0,-1 0 0,1 0 0,1 2 0,5 4 0,0 0 0,0 0 0,0 1 0,-1 0 0,0 1 0,-1-1 0,0 1 0,0 1 0,4 9 0,6 15 0,14 44 0,-15-32 171,17 88 0,-28-111-415,-2 0 0,0 0 0,-1 0 0,-2 0 1,0 0-1,-5 23 0,-1-14-6582</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3.221"/>
    </inkml:context>
    <inkml:brush xml:id="br0">
      <inkml:brushProperty name="width" value="0.05" units="cm"/>
      <inkml:brushProperty name="height" value="0.05" units="cm"/>
      <inkml:brushProperty name="color" value="#FFFFFF"/>
    </inkml:brush>
  </inkml:definitions>
  <inkml:trace contextRef="#ctx0" brushRef="#br0">10 160 24575,'-2'-3'0,"-2"-3"0,0-7 0,7-3 0,5-2 0,7 0 0,6-1 0,5 4 0,7 1 0,5 3 0,5 1 0,3 2 0,-1 3 0,-2 1 0,-6 5 0,-10 2-8191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3.518"/>
    </inkml:context>
    <inkml:brush xml:id="br0">
      <inkml:brushProperty name="width" value="0.05" units="cm"/>
      <inkml:brushProperty name="height" value="0.05" units="cm"/>
      <inkml:brushProperty name="color" value="#FFFFFF"/>
    </inkml:brush>
  </inkml:definitions>
  <inkml:trace contextRef="#ctx0" brushRef="#br0">1 282 24575,'18'-1'0,"1"-1"0,30-8 0,-7 1 0,1143-141-3182,131 53 1757,-1229 90 828,-26 2-2390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56.241"/>
    </inkml:context>
    <inkml:brush xml:id="br0">
      <inkml:brushProperty name="width" value="0.05" units="cm"/>
      <inkml:brushProperty name="height" value="0.05" units="cm"/>
      <inkml:brushProperty name="color" value="#FFFFFF"/>
    </inkml:brush>
  </inkml:definitions>
  <inkml:trace contextRef="#ctx0" brushRef="#br0">831 1 24575,'-32'12'0,"0"1"0,2 2 0,-37 23 0,-80 67 0,98-64-55,2 2-1,1 2 1,3 3-1,2 1 1,1 1-1,4 3 1,1 0-1,-34 74 1,47-79-14,2 1 0,3 0 1,1 1-1,-11 67 0,21-76 43,1 1 0,2-1 0,2 1 0,2-1 0,11 77 0,-5-86 26,0-1 0,2 0 0,1 0 0,2-1 0,1-1 0,1 0 0,2 0 0,0-2 0,2 0 0,1-1 0,37 39 0,-29-38 0,1-2 0,1 0 0,2-2 0,0-2 0,2 0 0,0-2 0,1-2 0,0-1 0,57 17 0,-42-19 0,0-2 0,1-3 0,0-2 0,0-2 0,0-2 0,1-2 0,-1-3 0,1-1 0,-1-3 0,0-2 0,64-20 0,-71 15 0,0-2 0,-2-1 0,0-3 0,-1-1 0,0-2 0,-2-2 0,-1-1 0,-1-2 0,-1-1 0,-2-2 0,0-2 0,54-69 0,-54 53 0,-3-1 0,-1-1 0,-3-2 0,-2-1 0,-2-1 0,16-61 0,-21 48 0,-2-1 0,-4 0 0,-2-1 0,-1-123 0,-9 153 0,-2 0-1,-1 0 0,-2 1 1,-2 0-1,-1 0 0,-17-42 1,17 59 5,0 1 1,-1 0-1,-1 1 1,0 0-1,-2 1 1,0 0-1,-1 1 1,-1 0-1,0 1 1,-2 1-1,1 1 1,-24-16-1,17 17 13,0 0-1,0 2 0,-2 0 0,1 2 1,-1 0-1,-32-6 0,16 7-347,-1 2 0,0 2 0,-45 1 0,-4 6-5730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1.713"/>
    </inkml:context>
    <inkml:brush xml:id="br0">
      <inkml:brushProperty name="width" value="0.05" units="cm"/>
      <inkml:brushProperty name="height" value="0.05" units="cm"/>
      <inkml:brushProperty name="color" value="#FFFFFF"/>
    </inkml:brush>
  </inkml:definitions>
  <inkml:trace contextRef="#ctx0" brushRef="#br0">46 388 24575,'-23'7'0,"5"-2"0,18-5 0,0 1 0,-1-1 0,1 0 0,0 0 0,0 0 0,0 0 0,0 0 0,0 0 0,0 0 0,0 0 0,0 0 0,-1 0 0,1 0 0,0 0 0,0 0 0,0 0 0,0 0 0,0 0 0,0 0 0,0 0 0,0 0 0,-1 0 0,1 0 0,0 0 0,0 0 0,0 0 0,0 0 0,0 0 0,0 0 0,0 0 0,0 0 0,-1 0 0,1 0 0,0-1 0,0 1 0,0 0 0,0 0 0,0 0 0,0 0 0,0 0 0,0 0 0,0 0 0,0 0 0,0 0 0,0 0 0,0-1 0,0 1 0,-1 0 0,1 0 0,0 0 0,0 0 0,0 0 0,0 0 0,0 0 0,0-1 0,0 1 0,0 0 0,0 0 0,0 0 0,1 0 0,-1 0 0,0 0 0,0 0 0,0-1 0,8-7 0,18-8 0,19-3 27,79-24-1,57-3-197,-147 38 75,552-115-1642,5 21-210,-512 89 1569,29-5-3533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31.901"/>
    </inkml:context>
    <inkml:brush xml:id="br0">
      <inkml:brushProperty name="width" value="0.05" units="cm"/>
      <inkml:brushProperty name="height" value="0.05" units="cm"/>
      <inkml:brushProperty name="color" value="#FFFFFF"/>
    </inkml:brush>
  </inkml:definitions>
  <inkml:trace contextRef="#ctx0" brushRef="#br0">49 204 24575,'-11'5'0,"-6"5"0,2 3 0,9 3 0,20-3 0,29-2 0,32-6 0,35-10 0,39-6 0,36-7 0,34-9-2229,26-5 2229,18-5 0,8-2-2655,-4 0 2655,-17 1 0,-52 8-3307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06.179"/>
    </inkml:context>
    <inkml:brush xml:id="br0">
      <inkml:brushProperty name="width" value="0.05" units="cm"/>
      <inkml:brushProperty name="height" value="0.05" units="cm"/>
      <inkml:brushProperty name="color" value="#FFFFFF"/>
    </inkml:brush>
  </inkml:definitions>
  <inkml:trace contextRef="#ctx0" brushRef="#br0">1 0 24575,'0'3'0,"3"4"0,14 0 0,29-1 0,45-1 0,51-2 0,67-1 0,52-1 0,37 0-2111,22-1 2111,-5-1 0,-28 1 0,-53 0 0,-60-1-434,-66 1 434,-61 0 0,-48 3 0,-23 0-5646</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06.634"/>
    </inkml:context>
    <inkml:brush xml:id="br0">
      <inkml:brushProperty name="width" value="0.05" units="cm"/>
      <inkml:brushProperty name="height" value="0.05" units="cm"/>
      <inkml:brushProperty name="color" value="#FFFFFF"/>
    </inkml:brush>
  </inkml:definitions>
  <inkml:trace contextRef="#ctx0" brushRef="#br0">4 1 24575,'-3'2'0,"2"2"0,18 0 0,27-1 0,45-1 0,56-1 0,56-1 0,48 1-1473,31-1 1473,11 0-1883,-10-1 1883,-32 1 0,-41 0-724,-46 0 724,-47 0 0,-43 0-4111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14.512"/>
    </inkml:context>
    <inkml:brush xml:id="br0">
      <inkml:brushProperty name="width" value="0.05" units="cm"/>
      <inkml:brushProperty name="height" value="0.05" units="cm"/>
      <inkml:brushProperty name="color" value="#FFFFFF"/>
    </inkml:brush>
  </inkml:definitions>
  <inkml:trace contextRef="#ctx0" brushRef="#br0">0 0 24575,'3'3'0,"14"1"0,27-1 0,27 0 0,40-1 0,34 0 0,25-2 0,17 0 0,3 0-635,-5 0 635,-24 0 0,-26 0 0,-29 0 0,-31 0 0,-28 0-7556</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14.933"/>
    </inkml:context>
    <inkml:brush xml:id="br0">
      <inkml:brushProperty name="width" value="0.05" units="cm"/>
      <inkml:brushProperty name="height" value="0.05" units="cm"/>
      <inkml:brushProperty name="color" value="#FFFFFF"/>
    </inkml:brush>
  </inkml:definitions>
  <inkml:trace contextRef="#ctx0" brushRef="#br0">0 171 24575,'3'0'0,"12"-5"0,13-8 0,28-4 0,37-2 0,46-8 0,43-1 0,40 6-1142,20 5 1142,-3 7 0,-26 4 0,-36 4 0,-45 2 0,-42-2 0,-36-1-7049</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27.484"/>
    </inkml:context>
    <inkml:brush xml:id="br0">
      <inkml:brushProperty name="width" value="0.05" units="cm"/>
      <inkml:brushProperty name="height" value="0.05" units="cm"/>
      <inkml:brushProperty name="color" value="#FFFFFF"/>
    </inkml:brush>
  </inkml:definitions>
  <inkml:trace contextRef="#ctx0" brushRef="#br0">9018 681 24575,'-6'-4'0,"1"-1"0,-1 1 0,1 1 0,-9-5 0,-13-9 0,-23-24 0,29 23 0,-1 0 0,-35-21 0,-13 2 10,-1 4 0,-77-26 0,-155-36-157,302 94 146,-310-82-534,-4 13 1,-3 14 0,-510-24-1,-560 70 535,918 14 0,-115 13-556,1 43-477,-885 251 715,951-153 2,19 52-136,113 12 2676,-70 35 483,393-224-4072,41-18-5461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28.154"/>
    </inkml:context>
    <inkml:brush xml:id="br0">
      <inkml:brushProperty name="width" value="0.05" units="cm"/>
      <inkml:brushProperty name="height" value="0.05" units="cm"/>
      <inkml:brushProperty name="color" value="#FFFFFF"/>
    </inkml:brush>
  </inkml:definitions>
  <inkml:trace contextRef="#ctx0" brushRef="#br0">69 1 24575,'-6'21'0,"1"1"0,1-1 0,-1 34 0,3-31 0,-1-1 0,-8 36 0,-1-29 0,8-20 0,0 0 0,0 0 0,-3 19 0,6-27 0,1 0 0,0 1 0,-1-1 0,1 0 0,0 0 0,1 1 0,-1-1 0,0 0 0,1 0 0,-1 1 0,1-1 0,-1 0 0,1 0 0,0 0 0,0 0 0,0 0 0,0 0 0,1 0 0,-1 0 0,0-1 0,1 1 0,0 0 0,1 1 0,2 0 0,-1 0 0,1-1 0,0 1 0,0-1 0,0 0 0,0 0 0,1-1 0,-1 1 0,0-1 0,9 0 0,60 1 0,-55-2 0,45-1-1365,-39 0-5461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35.414"/>
    </inkml:context>
    <inkml:brush xml:id="br0">
      <inkml:brushProperty name="width" value="0.05" units="cm"/>
      <inkml:brushProperty name="height" value="0.05" units="cm"/>
      <inkml:brushProperty name="color" value="#FFFFFF"/>
    </inkml:brush>
  </inkml:definitions>
  <inkml:trace contextRef="#ctx0" brushRef="#br0">14185 1595 24575,'-1'-2'0,"0"-1"0,0 1 0,0-1 0,0 1 0,0-1 0,-1 1 0,1 0 0,-1-1 0,0 1 0,1 0 0,-1 0 0,-3-2 0,-3-5 0,-96-126 0,33 42 0,44 55 0,-59-64 0,60 75 0,14 14 0,0 1 0,0 0 0,-1 1 0,-27-18 0,-40-11 0,-157-55 0,-125-25-507,-653-124 0,-238 41-1049,459 102 1109,131 19 85,5 15 516,-79-11 254,107 27 2087,-4 50-2609,346 4-230,-312-4 18,-452 5-765,722 9 1116,-412 70-1,-306 154-630,931-203 542,-770 245 17,771-230 763,1 4 0,3 5 1,-144 100-1,98-57-716,-121 87 0,48-4 311,-105 79-1987,313-246-5150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36.471"/>
    </inkml:context>
    <inkml:brush xml:id="br0">
      <inkml:brushProperty name="width" value="0.05" units="cm"/>
      <inkml:brushProperty name="height" value="0.05" units="cm"/>
      <inkml:brushProperty name="color" value="#FFFFFF"/>
    </inkml:brush>
  </inkml:definitions>
  <inkml:trace contextRef="#ctx0" brushRef="#br0">63 1 24575,'-1'12'0,"0"1"0,-1-1 0,-1 0 0,-5 16 0,-1 3 0,-7 20 0,12-39 0,0 0 0,0 0 0,1 0 0,0 0 0,1 1 0,0 20 0,2-31 0,0 0 0,1 0 0,-1 0 0,1 0 0,0 0 0,0 0 0,0 0 0,-1 0 0,2-1 0,-1 1 0,0 0 0,0-1 0,0 1 0,1-1 0,-1 1 0,1-1 0,-1 1 0,1-1 0,0 0 0,-1 0 0,1 0 0,0 0 0,0 0 0,0 0 0,0-1 0,0 1 0,0-1 0,0 1 0,0-1 0,2 1 0,9 0 0,0 1 0,0-2 0,22-1 0,-18 0 0,425-2-1365,-419 3-5461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39.662"/>
    </inkml:context>
    <inkml:brush xml:id="br0">
      <inkml:brushProperty name="width" value="0.05" units="cm"/>
      <inkml:brushProperty name="height" value="0.05" units="cm"/>
      <inkml:brushProperty name="color" value="#FFFFFF"/>
    </inkml:brush>
  </inkml:definitions>
  <inkml:trace contextRef="#ctx0" brushRef="#br0">1 1 24575,'3'3'0,"-1"1"0,1-1 0,-1 1 0,0 0 0,0 0 0,0 0 0,2 6 0,4 9 0,36 55 0,53 69 0,-25-41 0,33 46-130,7-4-1,139 138 0,-82-115-245,216 163 1,-172-172-213,387 215 1,274 57-954,-187-160 1211,21-50 356,-353-120 268,1000 280-3541,-882-255 1541,64 9 855,1082 210-1815,23-79 836,557 19 579,8-81 340,-498-135 1338,-8-66-1,-551-67 1058,-929 35-521,-1-9 0,-2-10 1,236-86-1,150-133 3088,-271 110 636,-311 148-11475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40.361"/>
    </inkml:context>
    <inkml:brush xml:id="br0">
      <inkml:brushProperty name="width" value="0.05" units="cm"/>
      <inkml:brushProperty name="height" value="0.05" units="cm"/>
      <inkml:brushProperty name="color" value="#FFFFFF"/>
    </inkml:brush>
  </inkml:definitions>
  <inkml:trace contextRef="#ctx0" brushRef="#br0">1 1 24575,'1008'0'0,"-1001"0"0,0-1 0,0 1 0,1 0 0,-1 1 0,0 0 0,1 0 0,9 3 0,-16-3 0,1 0 0,-1-1 0,0 1 0,1 0 0,-1 0 0,0 0 0,1 0 0,-1 0 0,0 1 0,0-1 0,0 0 0,0 1 0,0-1 0,0 0 0,-1 1 0,1-1 0,0 1 0,-1-1 0,1 1 0,-1-1 0,1 1 0,-1 0 0,0-1 0,0 1 0,1-1 0,-1 1 0,0 0 0,-1-1 0,1 1 0,0 0 0,0-1 0,-1 1 0,0 1 0,-2 10 0,-1-1 0,0 1 0,-1-1 0,0 0 0,-1 0 0,0-1 0,-1 0 0,-13 17 0,2-6 0,0-1 0,-2-1 0,-22 19 0,-1-6 0,-76 43 0,72-48 0,-68 53 0,43-18-1365,53-47-5461</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49.596"/>
    </inkml:context>
    <inkml:brush xml:id="br0">
      <inkml:brushProperty name="width" value="0.05" units="cm"/>
      <inkml:brushProperty name="height" value="0.05" units="cm"/>
      <inkml:brushProperty name="color" value="#FFFFFF"/>
    </inkml:brush>
  </inkml:definitions>
  <inkml:trace contextRef="#ctx0" brushRef="#br0">1 119 24575,'3'-1'0,"0"-1"0,-1 1 0,1-1 0,0 0 0,-1 1 0,1-1 0,-1 0 0,0 0 0,0-1 0,1 1 0,-1 0 0,1-4 0,4-2 0,7-9 0,-12 14 0,0 0 0,1-1 0,-1 1 0,1 0 0,0 0 0,0 1 0,0-1 0,6-3 0,-9 6 0,1 0 0,-1 0 0,1 0 0,-1-1 0,0 1 0,1 1 0,-1-1 0,1 0 0,-1 0 0,1 0 0,-1 0 0,0 0 0,1 0 0,-1 0 0,1 0 0,-1 1 0,0-1 0,1 0 0,-1 0 0,1 1 0,-1-1 0,0 0 0,0 1 0,1-1 0,-1 0 0,0 1 0,1-1 0,-1 0 0,0 1 0,0-1 0,0 0 0,1 1 0,-1-1 0,0 1 0,0-1 0,0 0 0,0 1 0,0-1 0,0 1 0,0 0 0,5 23 0,-5-18 0,11 68 0,-4-17 0,19 73 0,-22-114 0,1 0 0,1 0 0,1-1 0,0 0 0,1 0 0,0 0 0,1-1 0,1 0 0,11 12 0,-16-21 0,0 0 0,0 0 0,1-1 0,-1 0 0,1 0 0,0 0 0,0-1 0,0 0 0,0 0 0,1-1 0,-1 0 0,1 0 0,0 0 0,-1-1 0,1 1 0,0-2 0,0 1 0,0-1 0,0 0 0,0-1 0,-1 1 0,1-1 0,0-1 0,0 1 0,-1-1 0,1 0 0,6-4 0,5-2 0,1-1 0,-2-1 0,1-1 0,-1-1 0,-1 0 0,0-1 0,28-30 0,-29 27 0,0-1 0,-2-1 0,0 0 0,-1-1 0,0-1 0,-2 0 0,15-41 0,-22 53 0,-1 0 0,0 0 0,-1-1 0,0 1 0,0-1 0,-1 1 0,0-1 0,0 0 0,-1 1 0,-2-12 0,1 14 0,0-1 0,0 1 0,-1 0 0,0 1 0,0-1 0,-1 0 0,1 1 0,-1 0 0,0 0 0,0 0 0,-1 0 0,0 1 0,0-1 0,0 1 0,-6-4 0,1 3-124,1 0 0,-1 0 0,0 1 0,-1 0 0,1 1 0,0 0-1,-1 1 1,0 0 0,0 0 0,-17 1 0,2 1-6702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49.907"/>
    </inkml:context>
    <inkml:brush xml:id="br0">
      <inkml:brushProperty name="width" value="0.05" units="cm"/>
      <inkml:brushProperty name="height" value="0.05" units="cm"/>
      <inkml:brushProperty name="color" value="#FFFFFF"/>
    </inkml:brush>
  </inkml:definitions>
  <inkml:trace contextRef="#ctx0" brushRef="#br0">100 1 24575,'0'0'0,"0"0"0,1 1 0,-1-1 0,0 1 0,0-1 0,0 1 0,1-1 0,-1 1 0,0-1 0,0 1 0,0-1 0,0 1 0,0-1 0,0 1 0,0-1 0,0 1 0,0-1 0,0 1 0,0-1 0,0 1 0,0-1 0,-1 1 0,1-1 0,0 1 0,0-1 0,0 1 0,-1-1 0,1 1 0,0-1 0,-1 0 0,1 1 0,0-1 0,-1 1 0,1-1 0,-1 0 0,1 1 0,0-1 0,-1 0 0,1 0 0,-1 1 0,1-1 0,-1 0 0,1 0 0,-1 0 0,0 1 0,-30 11 0,24-9 0,4-2 0,-1 0 0,1 0 0,0 1 0,0-1 0,1 1 0,-1 0 0,0 0 0,1 0 0,-1 0 0,1 0 0,-1 1 0,1-1 0,0 1 0,0 0 0,0-1 0,1 1 0,-1 0 0,1 0 0,-1 0 0,1 0 0,0 1 0,0-1 0,0 0 0,1 0 0,-1 0 0,1 1 0,-1-1 0,1 0 0,1 1 0,-1-1 0,0 0 0,1 1 0,-1-1 0,1 0 0,1 4 0,2 4 0,0-1 0,1 1 0,0-1 0,1 0 0,0 0 0,0 0 0,1-1 0,16 17 0,98 82 0,-120-106 0,1-1 0,-1 0 0,0 1 0,0-1 0,1 1 0,-1-1 0,0 1 0,-1 0 0,1-1 0,0 1 0,0 0 0,0 2 0,-1-3 0,0-1 0,0 1 0,0 0 0,0 0 0,0 0 0,0 0 0,0-1 0,0 1 0,0 0 0,0 0 0,-1 0 0,1-1 0,0 1 0,-1 0 0,1 0 0,-1-1 0,1 1 0,0 0 0,-1-1 0,0 2 0,-1-1 0,0 1 0,0-1 0,0 0 0,0 0 0,0 0 0,0 0 0,0 0 0,-1 0 0,1-1 0,0 1 0,-1-1 0,1 1 0,0-1 0,-1 0 0,1 0 0,0 0 0,-5-1 0,-16-3-1365,2-3-5461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0.548"/>
    </inkml:context>
    <inkml:brush xml:id="br0">
      <inkml:brushProperty name="width" value="0.05" units="cm"/>
      <inkml:brushProperty name="height" value="0.05" units="cm"/>
      <inkml:brushProperty name="color" value="#FFFFFF"/>
    </inkml:brush>
  </inkml:definitions>
  <inkml:trace contextRef="#ctx0" brushRef="#br0">51 306 24575,'33'13'0,"-28"-14"0,0 1 0,0 0 0,-1-1 0,1 0 0,0 0 0,-1 0 0,1-1 0,-1 0 0,1 0 0,-1 0 0,0 0 0,8-6 0,5-4 0,25-24 0,-32 27 0,-2 2 0,40-39 0,-45 43 0,-1 0 0,1-1 0,-1 1 0,0 0 0,1-1 0,-1 1 0,-1-1 0,1 1 0,-1-1 0,1 0 0,-1 0 0,0 0 0,0-6 0,-1 9 0,0 0 0,0 0 0,0 0 0,0 0 0,0-1 0,-1 1 0,1 0 0,-1 0 0,1 0 0,0 0 0,-1 0 0,0 0 0,1 0 0,-1 0 0,0 0 0,1 0 0,-1 0 0,0 1 0,0-1 0,0 0 0,0 0 0,0 1 0,0-1 0,0 1 0,0-1 0,0 1 0,0-1 0,0 1 0,0-1 0,0 1 0,0 0 0,0 0 0,-3-1 0,0 1 0,-1 0 0,1 0 0,-1 0 0,1 0 0,0 1 0,-1 0 0,1 0 0,-5 1 0,-5 4 0,0 0 0,0 1 0,1 1 0,0 0 0,0 1 0,1 0 0,0 1 0,1 0 0,0 1 0,0 0 0,-16 23 0,19-22 0,0-1 0,1 1 0,0 0 0,1 1 0,0 0 0,1 0 0,1 0 0,0 0 0,0 1 0,2-1 0,0 1 0,0 0 0,1 19 0,1-27 0,1 0 0,0 0 0,0 0 0,0 0 0,1 0 0,0-1 0,0 1 0,0 0 0,1-1 0,0 0 0,0 1 0,0-1 0,0 0 0,1-1 0,0 1 0,0-1 0,1 1 0,-1-1 0,1 0 0,0-1 0,-1 1 0,2-1 0,-1 0 0,0 0 0,1-1 0,-1 0 0,1 0 0,8 2 0,1 0 0,0-2 0,0 0 0,1 0 0,-1-2 0,0 0 0,0 0 0,1-2 0,-1 0 0,0 0 0,20-7 0,-17 3 0,0-1 0,0-1 0,-1 0 0,0-1 0,-1-1 0,1-1 0,-2 0 0,0-1 0,0-1 0,-1 0 0,-1-1 0,15-20 0,-18 21 0,0-1 0,-1 0 0,-1-1 0,0 1 0,-1-2 0,-1 1 0,0-1 0,-1 0 0,-1 0 0,-1 0 0,0-1 0,-1 1 0,-1-1 0,0-24 0,-8-1 0,7 40 0,-1 1 0,1-1 0,0 1 0,-1 0 0,1-1 0,-1 1 0,0 0 0,1 0 0,-1-1 0,0 1 0,0 0 0,1 0 0,-1 0 0,0 0 0,0 0 0,0 0 0,-1 0 0,1 0 0,0 0 0,0 1 0,0-1 0,-1 0 0,1 1 0,0-1 0,-1 1 0,0-1 0,1 1 0,0 0 0,0 1 0,0-1 0,0 0 0,1 1 0,-1-1 0,0 1 0,0-1 0,0 1 0,1-1 0,-1 1 0,0-1 0,1 1 0,-1-1 0,0 1 0,1 0 0,-1 0 0,1-1 0,-1 1 0,1 0 0,0 0 0,-1 0 0,1-1 0,0 1 0,-1 0 0,1 0 0,0 0 0,0 0 0,0 1 0,-5 31 0,5-31 0,0 15 0,1 1 0,0-1 0,1 0 0,1 0 0,8 28 0,33 78 0,-20-58 0,-28-81 0,1 0 0,0 0 0,1 0 0,0 0 0,2 0 0,0 0 0,0-1 0,2 1 0,0 0 0,1 0 0,0 0 0,2 1 0,0-1 0,0 1 0,1 0 0,15-25 0,-14 28 0,0 1 0,0 0 0,1 0 0,1 1 0,0 0 0,0 1 0,1 0 0,0 0 0,1 1 0,0 0 0,0 1 0,1 0 0,0 1 0,0 0 0,0 1 0,1 0 0,0 1 0,-1 1 0,2 0 0,20-2 0,-20 4 49,0 1 0,1 0 0,-1 1-1,0 1 1,0 0 0,16 5 0,-24-6-150,0 1 1,0 1-1,0-1 1,0 1 0,-1 0-1,1 0 1,-1 0-1,0 1 1,0 0 0,0 0-1,0 0 1,-1 1 0,0 0-1,0-1 1,0 2-1,3 5 1,7 18-6726</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3.458"/>
    </inkml:context>
    <inkml:brush xml:id="br0">
      <inkml:brushProperty name="width" value="0.05" units="cm"/>
      <inkml:brushProperty name="height" value="0.05" units="cm"/>
      <inkml:brushProperty name="color" value="#FFFFFF"/>
    </inkml:brush>
  </inkml:definitions>
  <inkml:trace contextRef="#ctx0" brushRef="#br0">4156 222 24575,'-22'-20'3,"-1"0"-1,-1 2 0,-1 0 1,0 2-1,-1 0 0,-1 2 1,-1 1-1,0 1 1,0 2-1,-54-13 0,10 9-34,0 2-1,-1 4 0,-96 0 1,92 9-78,1 3 1,-1 3-1,1 4 1,-148 41-1,159-31 76,1 3 0,0 3 0,2 2 0,2 4 0,-105 73-1,82-41-354,3 4 0,-122 136 0,-109 189-1185,134-136 1217,12 8 0,12 7 0,11 6 0,13 5 1,13 7-1,-97 371 0,31 129 357,39 9 0,92-509 0,5-28-57,-87 528-510,45 4 162,82-655 397,5 1-1,6-1 1,7 1-1,38 182 1,-29-233 3,4-1 0,3-2-1,4 0 1,4-2 0,3-2 0,4-2-1,88 124 1,-76-134 8,4-3-1,3-2 1,3-3-1,2-2 1,3-4 0,149 93-1,-97-81-58,4-5 0,2-6 0,236 73 0,-116-62 43,2-12 0,2-10 0,320 17 0,-271-51 17,0-13-1,442-58 1,-504 24-4,-1-11 0,447-146 0,-537 136 0,-2-7 0,-4-7 0,-2-5 0,-3-6 0,192-151 0,-204 126 0,-4-5 0,111-134 0,-98 83 0,131-205 0,71-207 0,-49-24 0,-129 229 0,-16-7 0,99-422 0,-178 522 0,-12-2 0,-11-2 0,4-507 0,-48 596 83,-9 0-1,-8 1 1,-52-218 0,43 291-35,-4 2-1,-5 1 0,-5 2 1,-5 3-1,-4 1 0,-84-123 1,61 123-48,-6 3 0,-173-171 0,140 169 0,-5 6 0,-144-91 0,89 82 0,-6 7 0,-4 9 0,-4 8 0,-231-71 0,111 64 660,-3 13 0,-430-51 1,682 123 672,-99 0 1,135 8-1066,0 1 0,0 1 0,1 1 1,-1 1-1,1 1 0,0 1 0,-23 10 0,37-13-234,-6 4-383,-1-2-1,0 0 0,-20 5 0,21-9-6476</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4.203"/>
    </inkml:context>
    <inkml:brush xml:id="br0">
      <inkml:brushProperty name="width" value="0.05" units="cm"/>
      <inkml:brushProperty name="height" value="0.05" units="cm"/>
      <inkml:brushProperty name="color" value="#FFFFFF"/>
    </inkml:brush>
  </inkml:definitions>
  <inkml:trace contextRef="#ctx0" brushRef="#br0">146 269 24575,'0'-13'0,"1"8"0,-1 1 0,0-1 0,0 0 0,0 1 0,0-1 0,-1 0 0,0 0 0,0 1 0,0-1 0,-1 1 0,1-1 0,-5-7 0,5 11 0,1 1 0,0 0 0,0-1 0,0 1 0,-1 0 0,1 0 0,0 0 0,0-1 0,-1 1 0,1 0 0,0 0 0,0 0 0,-1 0 0,1-1 0,0 1 0,-1 0 0,1 0 0,0 0 0,0 0 0,-1 0 0,1 0 0,0 0 0,-1 0 0,1 0 0,0 0 0,-1 0 0,1 0 0,0 0 0,-1 0 0,1 0 0,0 0 0,-1 0 0,1 1 0,-1-1 0,-9 11 0,-6 24 0,13-30 0,-18 49 0,2 1 0,2 0 0,3 2 0,-9 70 0,29-146 0,0 1 0,1-1 0,13-21 0,1-7 0,-13 30 0,32-81 0,105-180 0,-141 272 0,0 0 0,0 0 0,1 1 0,9-11 0,-13 16 0,0-1 0,0 0 0,0 0 0,0 0 0,0 1 0,0-1 0,0 1 0,1-1 0,-1 1 0,0-1 0,0 1 0,0-1 0,1 1 0,-1 0 0,0 0 0,0 0 0,1 0 0,-1 0 0,0 0 0,0 0 0,1 0 0,-1 0 0,0 0 0,0 1 0,1-1 0,-1 1 0,0-1 0,0 1 0,0-1 0,0 1 0,0-1 0,0 1 0,0 0 0,0 0 0,1 1 0,2 2 0,0 0 0,-1 1 0,0-1 0,0 1 0,0 0 0,0 0 0,-1 0 0,3 8 0,12 50 0,-11-37 0,20 80-682,19 183-1,-43-258-6143</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4.748"/>
    </inkml:context>
    <inkml:brush xml:id="br0">
      <inkml:brushProperty name="width" value="0.05" units="cm"/>
      <inkml:brushProperty name="height" value="0.05" units="cm"/>
      <inkml:brushProperty name="color" value="#FFFFFF"/>
    </inkml:brush>
  </inkml:definitions>
  <inkml:trace contextRef="#ctx0" brushRef="#br0">7 64 24575,'-6'-1'0,"9"-3"0,12-3 0,41 2 0,109 5 0,-77 1 0,-40-1 0,54 1 0,-100-1 0,-1 1 0,1-1 0,-1 0 0,1 1 0,-1-1 0,1 1 0,-1-1 0,0 1 0,1 0 0,-1-1 0,0 1 0,1 0 0,-1 0 0,0 0 0,0 0 0,0 0 0,0 0 0,0 0 0,0 1 0,0-1 0,0 0 0,0 1 0,0-1 0,-1 0 0,1 1 0,-1-1 0,1 1 0,-1-1 0,1 1 0,-1-1 0,0 1 0,0-1 0,0 1 0,0 0 0,0 1 0,0 9 0,-1-1 0,-1 1 0,-4 21 0,1-14 0,0 10 0,-13 90 0,16-98 0,1-1 0,1 1 0,4 35 0,1-38 0,-5-18 0,1 1 0,-1-1 0,0 0 0,0 0 0,0 0 0,0 0 0,0 0 0,1 0 0,-1 1 0,0-1 0,0 0 0,0 0 0,0 0 0,1 0 0,-1 0 0,0 0 0,0 0 0,0 0 0,0 0 0,1 0 0,-1 0 0,0 0 0,0 0 0,0 0 0,1 0 0,-1 0 0,0 0 0,0 0 0,0 0 0,0 0 0,1 0 0,-1 0 0,0-1 0,0 1 0,0 0 0,0 0 0,1 0 0,-1 0 0,0 0 0,0 0 0,0 0 0,0-1 0,0 1 0,2-2 0,0-1 0,-1 0 0,0 1 0,0-1 0,0 0 0,0 1 0,0-1 0,0 0 0,0-4 0,5-51 0,-3 0 0,-4-58 0,1-25 0,-1 138 0,2 0 0,-1 0 0,0 0 0,1 0 0,-1 0 0,1 0 0,0 0 0,0 0 0,0 0 0,0 1 0,1-1 0,-1 0 0,4-4 0,-4 6 0,0 0 0,1 0 0,-1 0 0,1 0 0,-1 0 0,1 0 0,-1 1 0,1-1 0,0 0 0,-1 1 0,1 0 0,0-1 0,0 1 0,-1 0 0,1 0 0,0 0 0,0 0 0,-1 0 0,1 0 0,0 0 0,-1 0 0,1 1 0,0-1 0,0 1 0,1 0 0,9 3 0,0 1 0,0 1 0,0-1 0,-1 2 0,0-1 0,0 2 0,0 0 0,-1 0 0,0 0 0,-1 1 0,0 1 0,0 0 0,-1 0 0,9 15 0,-16-22 11,1 0 0,-1 0 0,0 0 0,0 0 0,0 0 0,0 0 0,-1 0 0,0 0 0,1 0 0,-1 0 0,0 1 0,0-1 0,0 0 0,-1 0 0,1 0 0,-1 0 0,0 1 0,0-1 0,0 0 0,0 0 0,0-1 1,-1 1-1,1 0 0,-1 0 0,0-1 0,0 1 0,0-1 0,0 1 0,0-1 0,-3 2 0,-2 2-167,0-1 1,0 0 0,0 0 0,0 0 0,-1-1 0,1-1 0,-1 1-1,0-1 1,0-1 0,-9 3 0,-5-1-6671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5.122"/>
    </inkml:context>
    <inkml:brush xml:id="br0">
      <inkml:brushProperty name="width" value="0.05" units="cm"/>
      <inkml:brushProperty name="height" value="0.05" units="cm"/>
      <inkml:brushProperty name="color" value="#FFFFFF"/>
    </inkml:brush>
  </inkml:definitions>
  <inkml:trace contextRef="#ctx0" brushRef="#br0">1 135 24575,'0'0'0,"1"0"0,0 1 0,-1-1 0,1 1 0,0-1 0,-1 0 0,1 1 0,0-1 0,-1 1 0,1-1 0,-1 1 0,1 0 0,-1-1 0,1 1 0,-1-1 0,1 1 0,-1 0 0,0 0 0,1-1 0,-1 1 0,0 0 0,0-1 0,1 1 0,-1 0 0,0 0 0,0 0 0,0 1 0,3 26 0,-3-25 0,1 42 0,3 0 0,1 0 0,13 48 0,-6-50 0,-4-16 0,-1 0 0,4 29 0,-27-102 0,5-4 0,-8-101 0,18 121 0,1 0 0,1 1 0,2-1 0,12-55 0,-14 79 0,1-1 0,1 0 0,-1 0 0,1 1 0,0 0 0,1-1 0,0 1 0,0 0 0,0 1 0,0-1 0,1 1 0,0 0 0,5-5 0,-5 7 0,-1 0 0,1 0 0,-1 1 0,1-1 0,0 1 0,0 1 0,0-1 0,0 0 0,0 1 0,0 0 0,0 0 0,1 1 0,-1-1 0,0 1 0,0 1 0,1-1 0,-1 0 0,6 3 0,0-1 0,-1 1 0,0 0 0,0 1 0,0 0 0,-1 0 0,1 1 0,-1 1 0,0 0 0,-1 0 0,1 0 0,11 13 0,-17-16 0,1 0 0,-1 1 0,0 0 0,-1 0 0,1 0 0,-1 0 0,1 0 0,-1 0 0,0 1 0,-1-1 0,1 1 0,-1-1 0,0 1 0,0 0 0,0-1 0,-1 1 0,0 0 0,0-1 0,0 1 0,0 0 0,-1 0 0,1-1 0,-1 1 0,-1 0 0,1-1 0,0 1 0,-5 7 0,2-4-341,-1 0 0,-1 0-1,-8 9 1,-21 20-6485</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7.072"/>
    </inkml:context>
    <inkml:brush xml:id="br0">
      <inkml:brushProperty name="width" value="0.05" units="cm"/>
      <inkml:brushProperty name="height" value="0.05" units="cm"/>
      <inkml:brushProperty name="color" value="#FFFFFF"/>
    </inkml:brush>
  </inkml:definitions>
  <inkml:trace contextRef="#ctx0" brushRef="#br0">56 1 24575,'-5'1'0,"0"0"0,-1 0 0,1 0 0,0 1 0,1 0 0,-1 0 0,0 0 0,0 1 0,-5 3 0,10-5 0,0-1 0,0 0 0,0 0 0,0 1 0,0-1 0,0 0 0,0 0 0,-1 1 0,1-1 0,0 0 0,0 0 0,1 1 0,-1-1 0,0 0 0,0 0 0,0 1 0,0-1 0,0 0 0,0 0 0,0 1 0,0-1 0,0 0 0,0 0 0,1 1 0,-1-1 0,0 0 0,0 0 0,0 0 0,0 1 0,1-1 0,-1 0 0,0 0 0,0 0 0,1 0 0,-1 1 0,0-1 0,0 0 0,1 0 0,-1 0 0,0 0 0,14 5 0,31 4 0,-1-3 0,91 1 0,-90-5 0,1458 49-2286,-1424-48-3619</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7:57.324"/>
    </inkml:context>
    <inkml:brush xml:id="br0">
      <inkml:brushProperty name="width" value="0.05" units="cm"/>
      <inkml:brushProperty name="height" value="0.05" units="cm"/>
      <inkml:brushProperty name="color" value="#FFFFFF"/>
    </inkml:brush>
  </inkml:definitions>
  <inkml:trace contextRef="#ctx0" brushRef="#br0">8 38 24575,'-8'6'0,"17"-3"0,21-4 0,-26 1 0,90-6 0,350-13 0,-329 19 153,264-15-1671,-340 9-5308</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8:00.239"/>
    </inkml:context>
    <inkml:brush xml:id="br0">
      <inkml:brushProperty name="width" value="0.05" units="cm"/>
      <inkml:brushProperty name="height" value="0.05" units="cm"/>
      <inkml:brushProperty name="color" value="#FFFFFF"/>
    </inkml:brush>
  </inkml:definitions>
  <inkml:trace contextRef="#ctx0" brushRef="#br0">3283 670 24575,'10'-19'0,"-1"-1"0,0 0 0,-2 0 0,-1-1 0,0 0 0,-1 0 0,2-26 0,-7 36 0,1 0 0,-2 1 0,1-1 0,-1 0 0,-1 0 0,0 0 0,-1 1 0,0-1 0,0 1 0,-1-1 0,0 1 0,-1 1 0,0-1 0,-1 1 0,0-1 0,-8-7 0,-4-3 0,0 1 0,-2 1 0,0 1 0,-1 1 0,-1 0 0,0 2 0,-34-16 0,4 6 0,-2 2 0,-75-20 0,65 25 0,0 3 0,-1 3 0,0 2 0,0 3 0,-78 4 0,94 4 0,1 3 0,0 2 0,0 2 0,1 2 0,0 2 0,1 2 0,-77 36 0,58-16-74,2 3-1,1 3 1,2 2-1,-75 71 0,44-26-312,-137 174 0,114-110-34,7 5 1,-100 199 0,101-142 321,-103 299 0,-12 253 296,72 12-276,96-389-382,-6 642-1,72-737 329,-7-242 635,2 1-1,3-2 1,25 77-1,-28-107-393,0-1-1,1-1 0,1 1 1,1-2-1,1 1 0,1-2 1,0 1-1,18 16 0,-19-22-55,1-1 0,0 0 0,1-1 0,1 0 0,-1-1 0,1-1 0,1 0 0,-1-1 0,1-1 0,29 7 0,-13-7-52,-1-1 0,1-1 0,0-2 0,0-2 0,0-1 0,39-6 0,7-6 0,104-30 0,-88 14-49,-2-5 0,-1-3 0,-1-4-1,-3-4 1,-1-4 0,-3-3 0,-2-4-1,-3-4 1,-2-3 0,-3-3 0,64-76 0,-20 5-423,101-154 0,70-172 89,-162 234-421,-10-5 0,99-286 0,-162 362 321,-7-1 1,-6-3 0,-8-1-1,17-253 1,-62-418 630,-23 548 2156,25 234-2086,-2 1 0,-2-1 0,-30-64-1,16 57-4990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8:00.770"/>
    </inkml:context>
    <inkml:brush xml:id="br0">
      <inkml:brushProperty name="width" value="0.05" units="cm"/>
      <inkml:brushProperty name="height" value="0.05" units="cm"/>
      <inkml:brushProperty name="color" value="#FFFFFF"/>
    </inkml:brush>
  </inkml:definitions>
  <inkml:trace contextRef="#ctx0" brushRef="#br0">46 50 24575,'0'-3'0,"0"0"0,0 1 0,0-1 0,1 0 0,-1 0 0,1 0 0,-1 1 0,1-1 0,0 0 0,1 1 0,-1-1 0,0 1 0,1-1 0,-1 1 0,1 0 0,0-1 0,2-1 0,-4 4 0,0 0 0,1-1 0,-1 1 0,0 0 0,1 0 0,-1 0 0,0 0 0,0 0 0,1 0 0,-1 0 0,0 0 0,0 0 0,1 0 0,-1 0 0,0 0 0,1 0 0,-1 1 0,0-1 0,0 0 0,1 0 0,-1 0 0,0 0 0,0 0 0,1 1 0,-1-1 0,0 0 0,0 0 0,0 0 0,1 1 0,-1-1 0,0 0 0,0 0 0,0 0 0,0 1 0,0-1 0,1 0 0,-1 0 0,0 1 0,0-1 0,0 0 0,0 1 0,0-1 0,0 0 0,0 0 0,0 1 0,0-1 0,0 0 0,0 1 0,0-1 0,0 1 0,0 16 0,-33 169 0,-3 19 0,32-96-1365,5-67-5461</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30.260"/>
    </inkml:context>
    <inkml:brush xml:id="br0">
      <inkml:brushProperty name="width" value="0.05" units="cm"/>
      <inkml:brushProperty name="height" value="0.05" units="cm"/>
      <inkml:brushProperty name="color" value="#FFFFFF"/>
    </inkml:brush>
  </inkml:definitions>
  <inkml:trace contextRef="#ctx0" brushRef="#br0">1 1 24575,'5'0'0,"11"3"0,32 0 0,40 1 0,56-1 0,40-1 0,44-1-1637,36 0 1637,21-1 0,12 0-1662,-23 0 1662,-38 0 0,-58-1 0,-58 1-4892</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32.274"/>
    </inkml:context>
    <inkml:brush xml:id="br0">
      <inkml:brushProperty name="width" value="0.05" units="cm"/>
      <inkml:brushProperty name="height" value="0.05" units="cm"/>
      <inkml:brushProperty name="color" value="#FFFFFF"/>
    </inkml:brush>
  </inkml:definitions>
  <inkml:trace contextRef="#ctx0" brushRef="#br0">1 23 24575,'8'-3'0,"19"-1"0,43 1 0,38 0 0,32 1 0,23 1 0,11 0 0,-8 1 0,-23 0 0,-29 0 0,-25 0 0,-22 0 0,-20-2 0,-18-2-8191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0.090"/>
    </inkml:context>
    <inkml:brush xml:id="br0">
      <inkml:brushProperty name="width" value="0.05" units="cm"/>
      <inkml:brushProperty name="height" value="0.05" units="cm"/>
      <inkml:brushProperty name="color" value="#FFFFFF"/>
    </inkml:brush>
  </inkml:definitions>
  <inkml:trace contextRef="#ctx0" brushRef="#br0">0 146 24575,'53'-2'0,"89"-15"0,-49 4 0,1231-83-1304,-866 93 1255,-174 2-6,-268 2-24,-14-1 9,1 1 0,0-1 0,-1 0 0,1 0 0,0 0 0,0 0-1,-1-1 1,1 1 0,0-1 0,-1 1 0,1-1 0,-1 0-1,1 0 1,4-3 0,-6-2-5582</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0.854"/>
    </inkml:context>
    <inkml:brush xml:id="br0">
      <inkml:brushProperty name="width" value="0.05" units="cm"/>
      <inkml:brushProperty name="height" value="0.05" units="cm"/>
      <inkml:brushProperty name="color" value="#FFFFFF"/>
    </inkml:brush>
  </inkml:definitions>
  <inkml:trace contextRef="#ctx0" brushRef="#br0">1 1 24575,'22'2'0,"0"1"0,0 1 0,0 0 0,0 2 0,-1 1 0,23 10 0,-10-5 0,671 208 0,-427-151 0,38 10 0,-299-73 0,41 13 0,-53-17 0,0 1 0,-1-1 0,1 1 0,-1 0 0,1 0 0,-1 0 0,0 0 0,6 7 0,-10-10 0,0 0 0,1 1 0,-1-1 0,0 0 0,0 1 0,1-1 0,-1 0 0,0 1 0,0-1 0,0 0 0,1 1 0,-1-1 0,0 0 0,0 1 0,0-1 0,0 1 0,0-1 0,0 0 0,0 1 0,0-1 0,0 0 0,0 1 0,0-1 0,0 1 0,0-1 0,0 0 0,0 1 0,0-1 0,0 0 0,-1 1 0,1-1 0,0 1 0,0-1 0,0 0 0,-1 0 0,1 1 0,0-1 0,0 0 0,-1 1 0,1-1 0,0 0 0,-1 0 0,1 1 0,0-1 0,-1 0 0,1 0 0,0 0 0,-1 0 0,1 1 0,0-1 0,-1 0 0,0 0 0,-23 5 0,21-5 0,-45 8 0,2 1 0,-1 3 0,2 2 0,-73 32 0,-167 99 0,167-81 0,-263 112-1365,347-161-5461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2.456"/>
    </inkml:context>
    <inkml:brush xml:id="br0">
      <inkml:brushProperty name="width" value="0.05" units="cm"/>
      <inkml:brushProperty name="height" value="0.05" units="cm"/>
      <inkml:brushProperty name="color" value="#FFFFFF"/>
    </inkml:brush>
  </inkml:definitions>
  <inkml:trace contextRef="#ctx0" brushRef="#br0">0 40 24575,'3'0'0,"9"-3"0,19-1 0,26-2 0,25-1 0,21 2 0,12 1 0,-3 1 0,-15 1 0,-16 2 0,-19 0 0,-17 0 0,-13-3 0,-13 0-8191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3.464"/>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6.115"/>
    </inkml:context>
    <inkml:brush xml:id="br0">
      <inkml:brushProperty name="width" value="0.05" units="cm"/>
      <inkml:brushProperty name="height" value="0.05" units="cm"/>
      <inkml:brushProperty name="color" value="#FFFFFF"/>
    </inkml:brush>
  </inkml:definitions>
  <inkml:trace contextRef="#ctx0" brushRef="#br0">16 0 24575,'-1'1'0,"0"-1"0,0 1 0,0 0 0,1 0 0,-1-1 0,0 1 0,1 0 0,-1 0 0,1 0 0,-1 0 0,1 0 0,-1 0 0,1 0 0,0 0 0,-1 0 0,1 0 0,0 0 0,0 0 0,0 0 0,0 0 0,0 0 0,0 2 0,0 0 0,-4 54 0,2 1 0,3 0 0,14 90 0,-9-88 0,130 703 0,-129-736 0,73 393 0,-79-409 342,0-8-684,-3-14-7849</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6.710"/>
    </inkml:context>
    <inkml:brush xml:id="br0">
      <inkml:brushProperty name="width" value="0.05" units="cm"/>
      <inkml:brushProperty name="height" value="0.05" units="cm"/>
      <inkml:brushProperty name="color" value="#FFFFFF"/>
    </inkml:brush>
  </inkml:definitions>
  <inkml:trace contextRef="#ctx0" brushRef="#br0">0 0 24575,'10'1'0,"1"0"0,-1 1 0,0 0 0,0 0 0,0 1 0,0 1 0,-1-1 0,1 2 0,-1-1 0,17 12 0,6 6 0,43 41 0,-65-55 0,56 51 0,139 112 0,-195-164 0,1 0 0,0 0 0,0-1 0,1-1 0,0 0 0,0 0 0,0-1 0,24 4 0,-27-7 0,1 0 0,-1-1 0,1 0 0,-1-1 0,0 0 0,1-1 0,-1 1 0,0-2 0,0 1 0,0-2 0,0 1 0,16-9 0,-3-2 49,0 0 0,-1-2 0,0 0-1,-1-1 1,-1-1 0,24-30 0,89-133-1756,-112 150-5119</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8.693"/>
    </inkml:context>
    <inkml:brush xml:id="br0">
      <inkml:brushProperty name="width" value="0.05" units="cm"/>
      <inkml:brushProperty name="height" value="0.05" units="cm"/>
      <inkml:brushProperty name="color" value="#FFFFFF"/>
    </inkml:brush>
  </inkml:definitions>
  <inkml:trace contextRef="#ctx0" brushRef="#br0">1 5155 24575,'-1'6'0,"2"1"0,-1 0 0,0-1 0,1 1 0,0-1 0,1 1 0,0-1 0,0 0 0,0 1 0,0-1 0,1 0 0,0 0 0,1-1 0,-1 1 0,1-1 0,0 1 0,0-1 0,8 7 0,14 10 0,0-2 0,1-1 0,1-1 0,1-1 0,0-1 0,53 19 0,198 52 0,-129-51-167,268 29 0,163-35-490,378-33-414,-812-2 959,240-39-1,-318 30 106,-1-3-1,0-3 0,-1-2 0,-1-4 0,96-52 1,88-85 1202,-11-18-373,-42 30-939,148-102-394,726-561 421,-959 721 92,387-345-43,-436 368 162,-2-2 0,-4-3 0,68-116 0,118-262 455,-212 389-563,166-385-13,-30-13 0,-134 364 0,66-232 0,-45 140 0,-9 33 0,-7 24 0,13-48 0,-19 68 0,6-22 0,-34 113-40,2 0-1,16-36 0,-11 31-1202,-5 9-5583</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49.521"/>
    </inkml:context>
    <inkml:brush xml:id="br0">
      <inkml:brushProperty name="width" value="0.05" units="cm"/>
      <inkml:brushProperty name="height" value="0.05" units="cm"/>
      <inkml:brushProperty name="color" value="#FFFFFF"/>
    </inkml:brush>
  </inkml:definitions>
  <inkml:trace contextRef="#ctx0" brushRef="#br0">691 25 24575,'-10'8'0,"0"1"0,0 0 0,1 0 0,0 1 0,-15 21 0,0 0 0,-239 283 0,-19-13 0,275-294 0,2-2 0,1-1 0,-1 1 0,0-1 0,0 0 0,0 0 0,-7 3 0,10-8 0,5-5 0,105-158 0,-33 56 0,127-186 0,-147 215 0,-34 47 0,41-48 0,-60 78 0,0 0 0,-1 0 0,1 0 0,0 1 0,0-1 0,0 1 0,0-1 0,0 1 0,0 0 0,0 0 0,1 0 0,-1 0 0,0 0 0,1 0 0,-1 1 0,5-1 0,-4 1 0,-1 0 0,0 1 0,1-1 0,-1 1 0,0 0 0,0 0 0,0 0 0,0 0 0,0 0 0,0 0 0,0 0 0,0 1 0,0-1 0,0 1 0,-1-1 0,1 1 0,-1 0 0,3 3 0,27 38 0,43 80 0,-10-14 0,-35-65 139,-3-2-891,56 68 0,-64-90-6074</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50.506"/>
    </inkml:context>
    <inkml:brush xml:id="br0">
      <inkml:brushProperty name="width" value="0.05" units="cm"/>
      <inkml:brushProperty name="height" value="0.05" units="cm"/>
      <inkml:brushProperty name="color" value="#FFFFFF"/>
    </inkml:brush>
  </inkml:definitions>
  <inkml:trace contextRef="#ctx0" brushRef="#br0">0 2735 24575,'234'1'0,"294"-3"0,-35-41-350,-1-38 0,946-252-1063,-1236 275 1416,371-111 7,-12-25-77,-472 158 110,-1-4 1,-2-3-1,-3-4 0,-1-4 1,139-113-1,164-197 1311,-155 140-801,-175 170-553,185-188 0,-213 207 0,-1-1 0,-2-1 0,-1-1 0,-2-1 0,-1-1 0,16-43 0,-11 15-455,3 2 0,58-99 0,-69 136-6371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51.284"/>
    </inkml:context>
    <inkml:brush xml:id="br0">
      <inkml:brushProperty name="width" value="0.05" units="cm"/>
      <inkml:brushProperty name="height" value="0.05" units="cm"/>
      <inkml:brushProperty name="color" value="#FFFFFF"/>
    </inkml:brush>
  </inkml:definitions>
  <inkml:trace contextRef="#ctx0" brushRef="#br0">12 254 24575,'-6'23'0,"5"-21"0,0-1 0,0 1 0,1 0 0,-1 0 0,1-1 0,-1 1 0,1 0 0,0 0 0,-1 0 0,1 0 0,0 0 0,0-1 0,0 1 0,0 0 0,1 3 0,0-4 0,-1-1 0,1 0 0,-1 0 0,0 1 0,1-1 0,-1 0 0,1 0 0,-1 1 0,1-1 0,-1 0 0,1 0 0,-1 0 0,1 0 0,-1 0 0,1 0 0,-1 0 0,1 0 0,-1 0 0,1 0 0,-1 0 0,1 0 0,-1 0 0,1 0 0,-1 0 0,1-1 0,-1 1 0,0 0 0,1 0 0,-1-1 0,1 1 0,-1 0 0,0 0 0,1-1 0,-1 1 0,1 0 0,-1-1 0,1 0 0,19-15 0,-19 15 0,3-3 0,205-165 0,-165 138 0,-21 13 0,1 2 0,0 1 0,40-19 0,-63 34 0,0-1 0,0 1 0,0-1 0,0 1 0,0 0 0,0 0 0,0-1 0,1 1 0,-1 0 0,0 0 0,0 0 0,0 0 0,0 0 0,0 0 0,0 1 0,1-1 0,-1 0 0,0 1 0,0-1 0,0 0 0,0 1 0,0-1 0,0 1 0,0 0 0,0-1 0,0 1 0,-1 0 0,1-1 0,0 1 0,0 0 0,0 0 0,-1 0 0,1 0 0,0 1 0,2 4 0,0 0 0,-1 0 0,0 0 0,0 0 0,1 8 0,2 6 0,13 47 0,-3 1 0,11 128 0,-2-13 0,-20-161-273,1 0 0,0-1 0,2 0 0,10 24 0,-11-34-6553</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53.490"/>
    </inkml:context>
    <inkml:brush xml:id="br0">
      <inkml:brushProperty name="width" value="0.05" units="cm"/>
      <inkml:brushProperty name="height" value="0.05" units="cm"/>
      <inkml:brushProperty name="color" value="#FFFFFF"/>
    </inkml:brush>
  </inkml:definitions>
  <inkml:trace contextRef="#ctx0" brushRef="#br0">4977 4900 24575,'-19'-8'0,"2"0"0,-63-10 0,-107-9 0,-82 7 0,258 19 0,-144-7 0,-193-13 0,1-23 0,223 19 0,-152-50 0,206 50 0,0-3 0,3-2 0,-101-63 0,68 25-101,3-4 0,-158-156-1,-141-199-299,298 316 375,-403-480 26,55-43 0,212 233 0,30-14 0,54 9 0,28-5 0,108 357 143,5 18 151,-22-58 0,23 75-294,0 0 0,2-1 0,0 0 0,1 0 0,-4-41 0,6 34 0,-2 0 0,-14-44 0,-3-15 0,6-43-1365,12 108-5461</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5:54.222"/>
    </inkml:context>
    <inkml:brush xml:id="br0">
      <inkml:brushProperty name="width" value="0.05" units="cm"/>
      <inkml:brushProperty name="height" value="0.05" units="cm"/>
      <inkml:brushProperty name="color" value="#FFFFFF"/>
    </inkml:brush>
  </inkml:definitions>
  <inkml:trace contextRef="#ctx0" brushRef="#br0">275 201 24575,'-6'17'0,"0"-1"0,0 1 0,-16 26 0,-3 6 0,-22 61 0,-54 111 0,96-213 0,1 0 0,-1 0 0,-1 0 0,-6 7 0,12-15 0,-1 0 0,1 1 0,0-1 0,0 1 0,-1-1 0,1 0 0,0 1 0,-1-1 0,1 0 0,-1 1 0,1-1 0,0 0 0,-1 0 0,1 1 0,-1-1 0,1 0 0,-1 0 0,1 0 0,-1 0 0,1 0 0,-1 1 0,1-1 0,0 0 0,-1 0 0,1 0 0,-1 0 0,1-1 0,-1 1 0,1 0 0,-1 0 0,1 0 0,-1 0 0,1 0 0,-1-1 0,1 1 0,-1 0 0,1 0 0,0 0 0,-1-1 0,1 1 0,0 0 0,-1-1 0,1 1 0,-1 0 0,1-1 0,0 1 0,0-1 0,-1 1 0,1-1 0,0 1 0,0 0 0,0-1 0,-1 1 0,1-1 0,0 0 0,-6-30 0,6 31 0,-2-22 0,2-1 0,0 0 0,2 1 0,0-1 0,8-29 0,3-1 0,23-55 0,-19 63 0,2 1 0,2 0 0,2 2 0,2 1 0,45-57 0,-67 94 0,0 0 0,0 1 0,1-1 0,-1 1 0,1 0 0,0 0 0,0 0 0,0 1 0,1-1 0,-1 1 0,0 0 0,1 0 0,-1 0 0,10-1 0,-3 2 0,-1 0 0,1 1 0,0 0 0,0 1 0,17 3 0,10 5 0,-1 1 0,0 2 0,0 2 0,47 26 0,-67-32 0,145 78 320,-41-20-2005,-104-58-5141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06.462"/>
    </inkml:context>
    <inkml:brush xml:id="br0">
      <inkml:brushProperty name="width" value="0.05" units="cm"/>
      <inkml:brushProperty name="height" value="0.05" units="cm"/>
      <inkml:brushProperty name="color" value="#FFFFFF"/>
    </inkml:brush>
  </inkml:definitions>
  <inkml:trace contextRef="#ctx0" brushRef="#br0">1 148 24575,'0'0'0,"0"1"0,0-1 0,0 0 0,0 0 0,0 1 0,0-1 0,1 0 0,-1 0 0,0 0 0,0 1 0,0-1 0,0 0 0,0 0 0,1 0 0,-1 0 0,0 0 0,0 1 0,0-1 0,1 0 0,-1 0 0,0 0 0,0 0 0,0 0 0,1 0 0,-1 0 0,0 0 0,0 0 0,1 0 0,-1 0 0,0 0 0,0 0 0,0 0 0,1 0 0,-1 0 0,0 0 0,0 0 0,1 0 0,-1 0 0,0 0 0,0 0 0,0 0 0,1 0 0,-1 0 0,0 0 0,0-1 0,0 1 0,1 0 0,-1 0 0,0 0 0,0-1 0,261-66 0,-104 38-209,206-11 0,165 26-209,-12 33 418,-17-1 0,-454-20 296,-31 1-116,0 0 0,24 3 0,-28 2-1545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6:07.070"/>
    </inkml:context>
    <inkml:brush xml:id="br0">
      <inkml:brushProperty name="width" value="0.05" units="cm"/>
      <inkml:brushProperty name="height" value="0.05" units="cm"/>
      <inkml:brushProperty name="color" value="#FFFFFF"/>
    </inkml:brush>
  </inkml:definitions>
  <inkml:trace contextRef="#ctx0" brushRef="#br0">1 1 24575,'13'0'0,"27"0"0,29 0 0,40 0 0,45 0 0,47 0 0,37 0-1834,23 0 1834,10 0 0,3 0 0,-18 0 0,-36 0 0,-39 0 0,-45 0 442,-42 0-442,-38 0-6799</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8:43.052"/>
    </inkml:context>
    <inkml:brush xml:id="br0">
      <inkml:brushProperty name="width" value="0.05" units="cm"/>
      <inkml:brushProperty name="height" value="0.05" units="cm"/>
      <inkml:brushProperty name="color" value="#FFFFFF"/>
    </inkml:brush>
  </inkml:definitions>
  <inkml:trace contextRef="#ctx0" brushRef="#br0">4109 438 24575,'-8'-9'0,"0"0"0,1-1 0,1 0 0,0-1 0,-8-16 0,10 18 0,0 0 0,-1 0 0,0 0 0,0 1 0,-1 0 0,0 0 0,0 0 0,-1 1 0,-12-11 0,5 9 0,0 1 0,-1 1 0,0 0 0,0 1 0,0 0 0,-20-4 0,-102-16 0,100 20 0,-178-32 0,-68-10 0,-50 2 0,-465-5 0,626 51 0,-417 3 0,553 0 0,-1 1 0,1 1 0,0 2 0,0 2 0,-45 17 0,4 5 0,-90 50 0,76-29 0,3 4 0,-91 75 0,-147 150 0,310-267 0,1 1 0,0 1 0,-17 24 0,27-33 0,1 0 0,-1 1 0,2 0 0,-1 0 0,1 0 0,0 0 0,1 0 0,0 1 0,0-1 0,1 1 0,-1 9 0,1 10 0,1 0 0,1 0 0,1-1 0,2 1 0,1-1 0,8 27 0,-10-42 0,2 0 0,0-1 0,0 1 0,1-1 0,0 0 0,1-1 0,0 1 0,1-2 0,0 1 0,1-1 0,0 0 0,0-1 0,1 1 0,0-2 0,18 11 0,3-2 0,1-2 0,0-1 0,60 15 0,106 12 0,-186-38 0,718 104 0,-363-56 0,67 8 0,-252-37 0,480 36 0,-614-57 0,0-2 0,0-2 0,0-3 0,-1-1 0,0-2 0,88-32 0,-76 17 0,-1-2 0,-1-3 0,-1-2 0,85-66 0,-41 21 0,-3-4 0,126-136 0,-209 201 0,0-1 0,17-28 0,-26 38 0,-2 0 0,1-1 0,-1 1 0,0-1 0,-1 0 0,0 0 0,0 0 0,0 0 0,0-16 0,-2 6 0,-1 0 0,-1 0 0,0 0 0,-1 0 0,-1 0 0,-1 1 0,0 0 0,-1 0 0,-1 0 0,-1 0 0,0 1 0,-1 1 0,-1-1 0,-1 2 0,0-1 0,0 1 0,-2 1 0,1 0 0,-19-13 0,4 5 0,-2 1 0,-59-31 0,-66-18 0,108 50-455,-1 2 0,-80-18 0,112 33-6371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8:44.327"/>
    </inkml:context>
    <inkml:brush xml:id="br0">
      <inkml:brushProperty name="width" value="0.05" units="cm"/>
      <inkml:brushProperty name="height" value="0.05" units="cm"/>
      <inkml:brushProperty name="color" value="#FFFFFF"/>
    </inkml:brush>
  </inkml:definitions>
  <inkml:trace contextRef="#ctx0" brushRef="#br0">2992 150 24575,'0'-7'0,"0"-1"0,0 1 0,-1 0 0,0 0 0,-3-13 0,3 17 0,-1 0 0,1 0 0,-1 0 0,0 1 0,1-1 0,-1 1 0,0-1 0,0 1 0,-1 0 0,1 0 0,0 0 0,-1 0 0,1 0 0,-1 0 0,0 1 0,-4-2 0,-7-4 0,0 2 0,0 0 0,-1 0 0,0 2 0,-16-3 0,-77-3 0,77 7 0,-866-9-905,620 13 755,52-2 150,-239 3 0,414-2 0,-94 16 0,121-12 0,1 0 0,0 2 0,0 0 0,1 2 0,0 0 0,-27 17 0,22-8 59,1 0 0,1 2-1,1 1 1,1 1-1,1 1 1,0 0 0,2 2-1,-19 32 1,-10 25 205,-51 119-1,79-151-263,1 1 0,3 0 0,2 1 0,2 1 0,3 0 0,2 0 0,2 1 0,5 107 0,2-150 0,0-1 0,0 0 0,0 1 0,2-1 0,-1 0 0,1 0 0,1-1 0,-1 1 0,2-1 0,-1 0 0,1 0 0,1-1 0,-1 1 0,16 12 0,3 1 0,1-1 0,1-1 0,47 26 0,-8-10-133,2-3 1,2-3-1,88 25 0,233 39-398,-155-57 106,313 9 1,241-39-455,-771-7 878,53 0 57,316-9-294,-293 3 58,0-5 1,94-23-1,-157 26 168,0-1 0,0-2 0,57-28 0,-73 31 103,-1-2 1,-1 1-1,0-2 0,0 0 1,-1 0-1,0-1 0,-1-1 0,21-28 1,-17 16 139,-1 0 1,-2-1-1,12-31 1,25-86 1076,-11 26-804,-8 34-504,-3-1 0,19-100 0,-44 166 0,0-1 0,-2 0 0,0 0 0,-2 1 0,0-1 0,-1 0 0,-1 0 0,0 1 0,-12-36 0,5 30 0,-1 0 0,-1 1 0,-1 0 0,0 1 0,-2 0 0,-27-30 0,17 24 0,-1 1 0,-1 2 0,-1 0 0,-1 2 0,-45-27 0,53 37 0,-1 2 0,-1 0 0,0 2 0,0 0 0,-1 2 0,0 0 0,0 2 0,0 0 0,-28 0 0,-334 5 202,195 4-1769,152-4-5259</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8:46.352"/>
    </inkml:context>
    <inkml:brush xml:id="br0">
      <inkml:brushProperty name="width" value="0.05" units="cm"/>
      <inkml:brushProperty name="height" value="0.05" units="cm"/>
      <inkml:brushProperty name="color" value="#FFFFFF"/>
    </inkml:brush>
  </inkml:definitions>
  <inkml:trace contextRef="#ctx0" brushRef="#br0">0 19 24575,'61'-10'0,"387"2"0,-296 9 0,417-1-1365</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02.904"/>
    </inkml:context>
    <inkml:brush xml:id="br0">
      <inkml:brushProperty name="width" value="0.05" units="cm"/>
      <inkml:brushProperty name="height" value="0.05" units="cm"/>
      <inkml:brushProperty name="color" value="#FFFFFF"/>
    </inkml:brush>
  </inkml:definitions>
  <inkml:trace contextRef="#ctx0" brushRef="#br0">1 644 24575,'1'0'0,"1"1"0,-1-1 0,1 0 0,-1 1 0,1 0 0,-1-1 0,1 1 0,-1 0 0,1 0 0,-1 0 0,0 0 0,1 0 0,-1 0 0,0 0 0,0 0 0,0 0 0,2 3 0,15 25 0,-17-27 0,39 85 0,-32-63 0,2-1 0,1-1 0,23 35 0,-32-55 0,-1 1 0,1-1 0,0 0 0,0 0 0,0-1 0,1 1 0,-1 0 0,0-1 0,1 1 0,-1-1 0,1 0 0,-1 0 0,1 0 0,0 0 0,0 0 0,4 0 0,-1 0 0,0-1 0,1 0 0,-1 0 0,0-1 0,1 1 0,9-4 0,3-1 0,0-1 0,0-1 0,-1-1 0,0-1 0,0 0 0,27-20 0,0-6 0,49-46 0,152-177-100,-19-17-1213,-169 203 573,49-61-5298</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05.049"/>
    </inkml:context>
    <inkml:brush xml:id="br0">
      <inkml:brushProperty name="width" value="0.05" units="cm"/>
      <inkml:brushProperty name="height" value="0.05" units="cm"/>
      <inkml:brushProperty name="color" value="#FFFFFF"/>
    </inkml:brush>
  </inkml:definitions>
  <inkml:trace contextRef="#ctx0" brushRef="#br0">327 0 24575,'1'2'0,"0"1"0,1-1 0,-1 0 0,0 1 0,-1-1 0,1 1 0,0 0 0,-1-1 0,1 1 0,-1-1 0,0 1 0,0 5 0,1 4 0,20 337 22,-19 3-58,-2-187-45,1-11-258,-4 191 188,-1-284 154,-3 0 1,-2-1 0,-29 96 0,26-121 51,-2-2 0,-1 1 0,-1-2 0,-40 57 0,24-45-412,-2-1 1,-61 56-1,70-75-6469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05.500"/>
    </inkml:context>
    <inkml:brush xml:id="br0">
      <inkml:brushProperty name="width" value="0.05" units="cm"/>
      <inkml:brushProperty name="height" value="0.05" units="cm"/>
      <inkml:brushProperty name="color" value="#FFFFFF"/>
    </inkml:brush>
  </inkml:definitions>
  <inkml:trace contextRef="#ctx0" brushRef="#br0">1 1 24575,'0'26'0,"1"0"0,7 37 0,-6-54 0,0 1 0,0-1 0,1 0 0,1 0 0,-1 0 0,1-1 0,1 1 0,0-1 0,11 15 0,-12-19 0,1 0 0,-1 0 0,1 0 0,1-1 0,-1 1 0,0-1 0,1 0 0,-1-1 0,1 0 0,0 0 0,0 0 0,0 0 0,12 1 0,8-1 0,-1 0 0,27-2 0,-25-1 0,19 1 171,88-13 0,-118 11-361,0-2 0,0 0 1,0-1-1,-1 0 0,0-1 1,0-1-1,0 0 1,26-19-1,-22 10-6636</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12.854"/>
    </inkml:context>
    <inkml:brush xml:id="br0">
      <inkml:brushProperty name="width" value="0.05" units="cm"/>
      <inkml:brushProperty name="height" value="0.05" units="cm"/>
      <inkml:brushProperty name="color" value="#FFFFFF"/>
    </inkml:brush>
  </inkml:definitions>
  <inkml:trace contextRef="#ctx0" brushRef="#br0">16889 4517 24575,'6'-36'0,"0"7"0,-1-30 0,-2 0 0,-6-60 0,0 86 0,-2 1 0,-1-1 0,-1 1 0,-1 0 0,-17-39 0,-3 11-58,-2 2-1,-3 0 1,-3 3 0,-2 1-1,-2 1 1,-2 3-1,-60-56 1,2 16-98,-4 3 1,-178-112-1,41 54-1010,-447-198-1,-296-34-287,-58 47 477,-13 34-457,623 178 1234,-910-209-917,-3 102 737,-7 39-239,534 76 460,-78-15 288,-465-64 403,1033 140-390,-99-13 2319,-5 34 1991,161 32-3754,-309-8 495,214-46-1193,71 5 0,-338 32 0,83 6 0,386-8-682,-227-51-1,368 61-6143</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13.836"/>
    </inkml:context>
    <inkml:brush xml:id="br0">
      <inkml:brushProperty name="width" value="0.05" units="cm"/>
      <inkml:brushProperty name="height" value="0.05" units="cm"/>
      <inkml:brushProperty name="color" value="#FFFFFF"/>
    </inkml:brush>
  </inkml:definitions>
  <inkml:trace contextRef="#ctx0" brushRef="#br0">468 0 24575,'-21'18'0,"-1"-1"0,0-2 0,-1 0 0,-1-1 0,-38 16 0,41-19 0,-54 23 0,38-18 0,0 1 0,-60 39 0,95-54 0,0 0 0,0 0 0,0 0 0,0 1 0,0-1 0,0 1 0,0-1 0,1 1 0,-1-1 0,1 1 0,0 0 0,-1 0 0,2-1 0,-1 1 0,0 0 0,0 0 0,1 0 0,0 0 0,-1 0 0,1 0 0,0 0 0,1 0 0,-1 0 0,0 0 0,1 0 0,0 0 0,-1 0 0,1 0 0,2 3 0,3 9 0,1 1 0,1-1 0,19 28 0,-19-31 0,10 16-341,1-2 0,1-1-1,30 30 1,-40-46-6485</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17.214"/>
    </inkml:context>
    <inkml:brush xml:id="br0">
      <inkml:brushProperty name="width" value="0.05" units="cm"/>
      <inkml:brushProperty name="height" value="0.05" units="cm"/>
      <inkml:brushProperty name="color" value="#FFFFFF"/>
    </inkml:brush>
  </inkml:definitions>
  <inkml:trace contextRef="#ctx0" brushRef="#br0">0 17 24575,'23'-5'0,"1"1"0,-1 0 0,1 2 0,-1 1 0,28 2 0,-6-1 0,661 2-455,3 45-636,-372-4-602,53 14 702,1099 159-1644,-1087-159 2429,1506 257 303,-213-30-585,-866-165-1914,127 19 1843,-456-51 559,-5 22 0,681 242 0,-1112-328 1,746 264 132,2-21-14,-576-196 294,249 79 1878,-12 34-793,-185-36 1083,-253-125-2100,0 2 0,-2 1 0,-1 2 0,-1 1 0,48 55 0,52 103-128,-98-133-316,2-2 0,2-1 0,62 63 0,-36-59-37,103 69 0,-94-72 0,-59-42-136,-1 1-1,0 0 1,0 1-1,-1 1 1,0-1-1,-1 2 1,0-1-1,-1 1 0,11 22 1,-15-23-6690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17.744"/>
    </inkml:context>
    <inkml:brush xml:id="br0">
      <inkml:brushProperty name="width" value="0.05" units="cm"/>
      <inkml:brushProperty name="height" value="0.05" units="cm"/>
      <inkml:brushProperty name="color" value="#FFFFFF"/>
    </inkml:brush>
  </inkml:definitions>
  <inkml:trace contextRef="#ctx0" brushRef="#br0">583 0 24575,'1'21'0,"1"0"0,0-1 0,2 1 0,0-1 0,2 0 0,0 0 0,1 0 0,10 19 0,6 5 0,1-1 0,38 49 0,-37-60 0,-15-21 0,-1 1 0,-1 0 0,10 18 0,-15-26 0,-1 1 0,-1 0 0,1-1 0,-1 1 0,0 0 0,0 0 0,0 0 0,0 0 0,-1 0 0,0-1 0,0 1 0,0 0 0,-1 0 0,-1 6 0,-1-2 0,1-1 0,-2 0 0,1 0 0,-1 0 0,0 0 0,-1-1 0,1 0 0,-2 0 0,1 0 0,-10 9 0,-6 4 0,-1-2 0,-24 16 0,-30 17 0,-121 59 0,-91 19 0,272-122 0,9-4 0,1 1 0,-1-1 0,0-1 0,-1 1 0,1-1 0,0-1 0,-1 1 0,1-1 0,-1-1 0,-9 1 0,16-1 8,1 0 1,-1 0-1,1 0 0,0 0 0,-1 0 0,1-1 0,-1 1 0,1 0 0,-1 0 1,1 0-1,0 0 0,-1-1 0,1 1 0,0 0 0,-1 0 0,1-1 0,-1 1 1,1 0-1,0 0 0,0-1 0,-1 1 0,1-1 0,0 1 0,0 0 0,-1-1 1,1 1-1,0 0 0,0-1 0,0 1 0,0-1 0,-1 1 0,1-1 0,0 1 1,0 0-1,0-1 0,0 1 0,0-1 0,0 1 0,0-1 0,0 1 0,1-1 1,7-15-1716,9-5-5119</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18.650"/>
    </inkml:context>
    <inkml:brush xml:id="br0">
      <inkml:brushProperty name="width" value="0.05" units="cm"/>
      <inkml:brushProperty name="height" value="0.05" units="cm"/>
      <inkml:brushProperty name="color" value="#FFFFFF"/>
    </inkml:brush>
  </inkml:definitions>
  <inkml:trace contextRef="#ctx0" brushRef="#br0">5787 0 24575,'2'30'0,"9"57"0,-1-22 0,36 266 0,14 125 0,-53-359 0,-4-1 0,-17 169 0,-15-82-224,-88 304-1,57-296 169,-149 323 0,137-371 63,-6-4 1,-167 224-1,93-175-321,-220 209 1,-223 118-315,429-391 567,-5-8 1,-192 98 0,229-147-24,-3-5 0,-2-7-1,-229 59 1,-328 22-28,-6-38 129,320-47-25,82-3 2,-100 13 287,375-59-6332</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19.346"/>
    </inkml:context>
    <inkml:brush xml:id="br0">
      <inkml:brushProperty name="width" value="0.05" units="cm"/>
      <inkml:brushProperty name="height" value="0.05" units="cm"/>
      <inkml:brushProperty name="color" value="#FFFFFF"/>
    </inkml:brush>
  </inkml:definitions>
  <inkml:trace contextRef="#ctx0" brushRef="#br0">378 0 24575,'0'4'0,"-1"1"0,1-1 0,-1 0 0,-1 1 0,1-1 0,-1 0 0,1 0 0,-1 0 0,0 0 0,0 0 0,-4 3 0,-32 41 0,30-38 0,-45 45 0,-3-1 0,-70 51 0,116-97 0,-1 1 0,1 0 0,-12 15 0,19-20 0,0 0 0,1 0 0,0-1 0,0 1 0,0 1 0,0-1 0,0 0 0,1 0 0,0 1 0,0-1 0,0 1 0,1-1 0,-1 1 0,1 4 0,0-3 0,0-1 0,0 0 0,1 0 0,0 0 0,-1 0 0,2 0 0,-1 0 0,1 0 0,0 0 0,0 0 0,0 0 0,0-1 0,1 1 0,0-1 0,0 0 0,0 0 0,0 0 0,1 0 0,0 0 0,-1-1 0,1 1 0,1-1 0,-1 0 0,0-1 0,1 1 0,-1-1 0,9 3 0,15 5 68,1-2 0,0-1 0,0-2 0,59 5 0,-60-9-311,-1 2-1,0 1 0,0 1 1,0 1-1,0 1 1,27 12-1,-25-4-6582</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22.809"/>
    </inkml:context>
    <inkml:brush xml:id="br0">
      <inkml:brushProperty name="width" value="0.05" units="cm"/>
      <inkml:brushProperty name="height" value="0.05" units="cm"/>
      <inkml:brushProperty name="color" value="#FFFFFF"/>
    </inkml:brush>
  </inkml:definitions>
  <inkml:trace contextRef="#ctx0" brushRef="#br0">567 2065 24575,'-17'0'0,"1"-2"0,-1 0 0,1-1 0,0 0 0,0-2 0,0 0 0,1 0 0,-21-11 0,16 6 0,1-1 0,1-1 0,-1-1 0,2 0 0,-29-29 0,32 26 0,1 0 0,1-1 0,0-1 0,1 0 0,1 0 0,1-1 0,-10-28 0,-36-146 0,53 186 0,-69-320 0,58 258 0,3-1 0,-1-80 0,12-141 0,1 135 0,-1-205 0,-1 348-195,1 1 0,1-1 0,0 1 0,0 0 0,1 0 0,9-21 0,-3 11-6631</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8:49:23.898"/>
    </inkml:context>
    <inkml:brush xml:id="br0">
      <inkml:brushProperty name="width" value="0.05" units="cm"/>
      <inkml:brushProperty name="height" value="0.05" units="cm"/>
      <inkml:brushProperty name="color" value="#FFFFFF"/>
    </inkml:brush>
  </inkml:definitions>
  <inkml:trace contextRef="#ctx0" brushRef="#br0">0 184 24575,'0'1'0,"0"-1"0,0 0 0,0 1 0,0-1 0,0 0 0,0 0 0,0 1 0,1-1 0,-1 0 0,0 1 0,0-1 0,0 0 0,0 0 0,0 1 0,1-1 0,-1 0 0,0 0 0,0 1 0,0-1 0,1 0 0,-1 0 0,0 0 0,0 1 0,1-1 0,-1 0 0,0 0 0,0 0 0,1 0 0,-1 0 0,0 1 0,1-1 0,-1 0 0,0 0 0,1 0 0,-1 0 0,0 0 0,0 0 0,1 0 0,-1 0 0,0 0 0,1 0 0,-1 0 0,0-1 0,1 1 0,-1 0 0,0 0 0,0 0 0,1 0 0,-1-1 0,16-8 0,-4-3 0,-2-1 0,0 0 0,11-20 0,-15 23 0,1-1 0,-1 1 0,2 1 0,-1-1 0,1 1 0,1 0 0,0 1 0,13-10 0,-16 15 0,-1 1 0,1 0 0,0 0 0,0 0 0,0 1 0,0 0 0,0 0 0,0 0 0,12 1 0,3 1 0,31 5 0,-42-5 20,-1 2 0,1-1 0,-1 2 1,0-1-1,0 1 0,0 0 0,0 1 0,-1 0 0,1 1 0,-2-1 0,1 1 0,0 1 0,-1 0 0,0 0 0,-1 0 0,8 11 1,4 10-448,0 1 0,-2 1 1,17 42-1,-20-42-6399</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18.397"/>
    </inkml:context>
    <inkml:brush xml:id="br0">
      <inkml:brushProperty name="width" value="0.05" units="cm"/>
      <inkml:brushProperty name="height" value="0.05" units="cm"/>
      <inkml:brushProperty name="color" value="#FF0066"/>
    </inkml:brush>
  </inkml:definitions>
  <inkml:trace contextRef="#ctx0" brushRef="#br0">0 1 24575,'6'0'0,"14"0"0,20 0 0,35 0 0,26 6 0,22 2 0,24-1 0,20-1 0,5-2 0,-9-1 0,-20-2 0,-32 0 0,-34-1-8191</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0:37:08.68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5.625"/>
    </inkml:context>
    <inkml:brush xml:id="br0">
      <inkml:brushProperty name="width" value="0.05" units="cm"/>
      <inkml:brushProperty name="height" value="0.05" units="cm"/>
      <inkml:brushProperty name="color" value="#FFFFFF"/>
    </inkml:brush>
  </inkml:definitions>
  <inkml:trace contextRef="#ctx0" brushRef="#br0">0 619 24575,'2'30'0,"2"-1"0,0 0 0,15 51 0,-2-11 0,71 467 0,-74-379 0,-9 229 0,-42 37 0,-23-4 0,53-376 0,-9 70 0,15-98 0,0 0 0,1 0 0,1 0 0,1 0 0,4 21 0,-5-31 0,1 0 0,0 0 0,0 1 0,1-1 0,-1-1 0,1 1 0,0 0 0,1-1 0,-1 1 0,1-1 0,0 0 0,5 5 0,-1-3 0,0 0 0,0-1 0,1 0 0,-1-1 0,1 0 0,14 5 0,9 0 0,1-2 0,-1-1 0,40 1 0,-59-5 0,491 24-461,4-24-509,-478-2 911,2196-56-5644,-1182 20 4086,2583-34 678,-3569 69 883,363-18 2739,-419 19-2571,9-1 386,-1 0-1,0-1 0,0 0 0,12-5 1,-21 7-410,1-1 0,-1 1 0,1-1-1,-1 1 1,0-1 0,1 0 0,-1 0 0,0 0 0,1 0 0,-1 0 0,0 0 0,0 0 0,0 0 0,0 0 0,0 0 0,0 0 0,0-1 0,-1 1 0,1 0 0,0-1 0,-1 1 0,1-1 0,-1 1 0,1 0 0,-1-1-1,0 1 1,1-1 0,-1 1 0,0-1 0,0 0 0,0 1 0,0-1 0,0 1 0,-1-1 0,0-1 0,-4-9 68,0 0 0,-1 1 0,-1-1 0,0 2 0,0-1 0,-1 1 0,-10-10 0,-3-6-47,-33-47-189,3-3-1,3-2 0,4-3 0,-45-112 1,29 32-122,-55-230 0,80 232 202,7 0 0,7-2 0,7-1 0,7 0 0,8 0 0,30-242 0,41 4 134,-70 384 58,-6 10 4,3 6-171,-1 0-1,0 0 1,0 0-1,1 1 0,-1-1 1,0 1-1,1-1 1,-1 1-1,0 0 0,-2 1 1,-4 2-9,-58 22-91,0-2-1,-2-4 0,-80 14 0,-217 17-486,-799 16-2715,942-59 2210,-4146 172-2925,3834-157 4663,180-9 5514,350-15-6062,-1 2 1,0-1-1,1 0 1,-1 1-1,0 0 0,1 0 1,-1 0-1,1 0 1,0 1-1,-1 0 1,1 0-1,0 0 1,0 0-1,0 1 0,0 0 1,0 0-1,1 0 1,-5 4-1,-4 4-123,0-1 0,-2-1 0,1 1 0,-1-2 0,-15 7 0,-76 29 0,-112 21 0,164-51 0,50-13 6,1 0 0,-1 0 0,1 0-1,-1 0 1,0 1 0,1-1-1,0 1 1,-1-1 0,1 1 0,0 0-1,0 0 1,0 0 0,0 0 0,0 0-1,1 0 1,-1 1 0,1-1 0,-1 0-1,1 1 1,0-1 0,0 1 0,0 0-1,0-1 1,-1 6 0,-11 23-1515,5-17-5317</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6.416"/>
    </inkml:context>
    <inkml:brush xml:id="br0">
      <inkml:brushProperty name="width" value="0.05" units="cm"/>
      <inkml:brushProperty name="height" value="0.05" units="cm"/>
      <inkml:brushProperty name="color" value="#FFFFFF"/>
    </inkml:brush>
  </inkml:definitions>
  <inkml:trace contextRef="#ctx0" brushRef="#br0">28 254 24575,'-1'-7'0,"0"-1"0,0 1 0,-1-1 0,0 1 0,0 0 0,-4-8 0,4 11 0,0-1 0,0 0 0,0 0 0,1 0 0,0-1 0,0 1 0,0 0 0,0 0 0,1-1 0,0 1 0,0 0 0,1-1 0,1-7 0,-2 13 0,0-1 0,0 0 0,0 0 0,0 0 0,1 0 0,-1 0 0,1 0 0,-1 0 0,0 0 0,1 0 0,0 1 0,-1-1 0,1 0 0,-1 0 0,1 1 0,0-1 0,0 0 0,-1 1 0,1-1 0,0 1 0,0-1 0,0 1 0,0-1 0,-1 1 0,1-1 0,0 1 0,0 0 0,0 0 0,2-1 0,-1 2 0,0-1 0,0 1 0,-1-1 0,1 1 0,0 0 0,0-1 0,0 1 0,0 0 0,-1 0 0,1 1 0,0-1 0,-1 0 0,3 3 0,3 3 0,1 1 0,-1 1 0,-1-1 0,7 12 0,8 20 0,-1 0 0,-2 1 0,-2 1 0,14 61 0,-28-95 0,0-1 0,0 0 0,-1 0 0,0 1 0,0-1 0,0 0 0,-1 1 0,-1 9 0,1-17 0,0 0 0,0 1 0,0-1 0,0 0 0,0 0 0,0 0 0,0 0 0,0 0 0,0 0 0,0 0 0,0 0 0,0 0 0,0 0 0,0 0 0,0 0 0,0 0 0,0 1 0,0-1 0,0 0 0,0 0 0,0 0 0,0 0 0,0 0 0,0 0 0,0 0 0,0 0 0,0 0 0,0 0 0,0 0 0,0 0 0,0 0 0,0 1 0,0-1 0,0 0 0,-1 0 0,1 0 0,0 0 0,0 0 0,0 0 0,0 0 0,0 0 0,0 0 0,0 0 0,0 0 0,0 0 0,0 0 0,0 0 0,0 0 0,0 0 0,-1 0 0,1 0 0,0 0 0,0 0 0,0 0 0,0 0 0,0 0 0,0 0 0,0 0 0,0 0 0,0 0 0,0 0 0,0 0 0,0 0 0,0 0 0,-1 0 0,1 0 0,0 0 0,0 0 0,0-1 0,-3-6 0,-1-14 0,1-12 0,1 0 0,2 0 0,7-53 0,-3 63 0,0 1 0,1 1 0,1-1 0,1 1 0,1 0 0,14-27 0,-18 42 0,-1 1 0,1-1 0,0 1 0,0 0 0,0 0 0,1 0 0,0 0 0,0 1 0,0 0 0,11-7 0,-13 10 0,0-1 0,0 1 0,0 0 0,0 0 0,0 0 0,0 0 0,0 1 0,0-1 0,0 1 0,0 0 0,0 0 0,1 0 0,-1 0 0,0 1 0,0-1 0,0 1 0,0 0 0,0 0 0,0 0 0,0 0 0,0 0 0,0 1 0,-1-1 0,5 4 0,0 0 0,0 1 0,-1-1 0,0 1 0,0 1 0,-1-1 0,1 1 0,-2 0 0,1 0 0,-1 1 0,6 11 0,0 7 0,12 50 0,-17-57 0,-4-30 0,1-1 0,0 1 0,1 0 0,0 0 0,5-10 0,-6 16 0,5-16 0,1 1 0,21-36 0,-25 48 0,1 1 0,0 0 0,0 0 0,1 0 0,0 0 0,0 1 0,1 0 0,-1 0 0,16-9 0,-20 14 0,1 0 0,-1 0 0,1 0 0,-1 0 0,1 0 0,-1 0 0,1 1 0,-1-1 0,1 1 0,0 0 0,-1 0 0,1 0 0,0 0 0,-1 0 0,1 1 0,0-1 0,-1 1 0,3 0 0,0 1 0,-1 0 0,0 1 0,0-1 0,0 1 0,0-1 0,0 1 0,-1 0 0,0 1 0,5 4 0,4 7 0,-2 1 0,0-1 0,-1 1 0,7 18 0,52 115-1365,-55-122-5461</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6.789"/>
    </inkml:context>
    <inkml:brush xml:id="br0">
      <inkml:brushProperty name="width" value="0.05" units="cm"/>
      <inkml:brushProperty name="height" value="0.05" units="cm"/>
      <inkml:brushProperty name="color" value="#FFFFFF"/>
    </inkml:brush>
  </inkml:definitions>
  <inkml:trace contextRef="#ctx0" brushRef="#br0">0 118 24575,'1'-81'0,"0"89"0,5 40 0,16 57 0,-19-93 0,1 1 0,0-1 0,1 0 0,1 0 0,0-1 0,0 0 0,1 0 0,0 0 0,17 18 0,-21-26 0,-1-1 0,1 1 0,0-1 0,0 0 0,0 0 0,0 0 0,1 0 0,-1 0 0,1-1 0,-1 1 0,1-1 0,-1 0 0,1 0 0,0 0 0,-1-1 0,8 1 0,-8-1 0,1-1 0,-1 0 0,0 0 0,0 0 0,1 0 0,-1 0 0,0 0 0,0-1 0,0 0 0,0 1 0,0-1 0,-1 0 0,1 0 0,0-1 0,-1 1 0,0-1 0,1 1 0,2-5 0,6-10 0,-1 0 0,0 0 0,-2-1 0,0 0 0,-1 0 0,8-33 0,17-117 0,-50 388 0,13-140 0,-3 67 198,-25 238-1761,26-344-5263</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7.116"/>
    </inkml:context>
    <inkml:brush xml:id="br0">
      <inkml:brushProperty name="width" value="0.05" units="cm"/>
      <inkml:brushProperty name="height" value="0.05" units="cm"/>
      <inkml:brushProperty name="color" value="#FFFFFF"/>
    </inkml:brush>
  </inkml:definitions>
  <inkml:trace contextRef="#ctx0" brushRef="#br0">317 286 24575,'0'-14'0,"-1"0"0,0 0 0,-1 0 0,-1 1 0,0-1 0,-1 0 0,-1 1 0,0 0 0,0 0 0,-2 0 0,1 1 0,-2 0 0,1 0 0,-2 1 0,1 0 0,-2 0 0,-13-12 0,18 18 0,-1 0 0,1 0 0,-1 1 0,0 0 0,0 1 0,0-1 0,-1 1 0,1 0 0,-1 1 0,-10-3 0,14 4 0,0 1 0,0 0 0,0 0 0,0 0 0,0 0 0,0 0 0,0 1 0,0-1 0,0 1 0,0 0 0,1 0 0,-1 0 0,0 0 0,0 1 0,1-1 0,-1 1 0,0-1 0,1 1 0,0 0 0,-1 0 0,1 0 0,0 0 0,0 1 0,0-1 0,0 1 0,-2 4 0,-5 8 0,1 0 0,1 0 0,0 1 0,1 0 0,1 1 0,1-1 0,0 1 0,-3 31 0,5-21 0,1 0 0,2-1 0,0 1 0,10 51 0,-8-65 43,0 1 0,1-1-1,1-1 1,0 1 0,1-1-1,0 1 1,11 14 0,-12-19-186,1-1 1,0 0 0,1 0 0,-1-1-1,2 1 1,-1-1 0,0-1 0,1 0 0,0 0-1,1 0 1,10 4 0,23 5-6684</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7.956"/>
    </inkml:context>
    <inkml:brush xml:id="br0">
      <inkml:brushProperty name="width" value="0.05" units="cm"/>
      <inkml:brushProperty name="height" value="0.05" units="cm"/>
      <inkml:brushProperty name="color" value="#FFFFFF"/>
    </inkml:brush>
  </inkml:definitions>
  <inkml:trace contextRef="#ctx0" brushRef="#br0">222 298 24575,'10'-10'0,"0"-1"0,-1 0 0,9-16 0,-15 21 0,1 0 0,-1 0 0,0-1 0,0 1 0,-1-1 0,0 1 0,0-1 0,1-11 0,-3 13 0,0 0 0,-1-1 0,0 1 0,0 0 0,0 0 0,-1 0 0,1 0 0,-1 0 0,-1 0 0,1 0 0,-1 1 0,1-1 0,-1 1 0,-1 0 0,1 0 0,0 0 0,-1 0 0,0 0 0,0 1 0,0 0 0,0 0 0,-1 0 0,-4-3 0,4 4 0,0-1 0,1 0 0,-1 1 0,0 0 0,0 0 0,0 1 0,-1 0 0,1 0 0,0 0 0,-1 0 0,1 1 0,0-1 0,-1 2 0,1-1 0,0 0 0,-1 1 0,1 0 0,0 0 0,0 1 0,0-1 0,0 1 0,-8 4 0,5 0 0,1 0 0,0 1 0,0-1 0,1 1 0,0 1 0,0-1 0,1 1 0,-1 0 0,2 0 0,-1 0 0,1 1 0,-4 14 0,2-7 0,2-1 0,0 1 0,1 0 0,1 0 0,0 0 0,1 25 0,1-34 0,0 0 0,1 0 0,0 0 0,1-1 0,-1 1 0,1-1 0,1 1 0,-1-1 0,1 0 0,0 1 0,8 10 0,-9-14 0,0-1 0,1 1 0,-1-1 0,1 0 0,-1 0 0,1 0 0,0 0 0,0 0 0,0 0 0,0-1 0,0 0 0,0 1 0,0-1 0,0 0 0,1 0 0,-1-1 0,0 1 0,1-1 0,-1 0 0,1 0 0,-1 0 0,0 0 0,1 0 0,-1-1 0,6-1 0,3-2 0,0 0 0,-1-1 0,1 0 0,-1-1 0,0 0 0,0 0 0,-1-2 0,0 1 0,0-1 0,-1-1 0,0 1 0,-1-2 0,9-11 0,-2 2 0,-2-1 0,0-1 0,-1 0 0,-1 0 0,15-44 0,-22 50 0,2-10 0,-4 24 0,-2 14 0,0-3 0,-1 13 0,1-1 0,0 1 0,5 27 0,-4-45 0,0 0 0,0-1 0,0 1 0,0 0 0,1 0 0,0-1 0,0 1 0,0-1 0,0 0 0,1 1 0,0-1 0,0 0 0,0-1 0,0 1 0,1 0 0,-1-1 0,1 0 0,0 0 0,0 0 0,0 0 0,6 2 0,-6-3 0,0-1 0,0 0 0,1 0 0,-1-1 0,0 1 0,1-1 0,-1 0 0,1 0 0,-1-1 0,0 1 0,1-1 0,-1 0 0,0 0 0,1 0 0,-1-1 0,0 1 0,0-1 0,0 0 0,7-5 0,0 0 0,0-1 0,0-1 0,-1 0 0,0 0 0,10-13 0,-10 9 0,1-1 0,-2-1 0,0 0 0,-1 0 0,0-1 0,-1 0 0,-1 0 0,0-1 0,-2 1 0,0-1 0,0 0 0,-2-1 0,0 1 0,-1-21 0,-1 68 0,5 100 0,38 134 0,-29-208 0,2-1 0,39 89 0,-54-142 0,13 25 0,-14-26 0,1 0 0,-1 0 0,1 0 0,-1 0 0,1 0 0,-1-1 0,1 1 0,-1 0 0,1 0 0,0-1 0,-1 1 0,1 0 0,0-1 0,0 1 0,-1-1 0,1 1 0,0-1 0,0 1 0,0-1 0,0 0 0,0 1 0,0-1 0,0 0 0,0 1 0,0-2 0,0 1 0,-1-1 0,1 1 0,-1-1 0,1 0 0,-1 1 0,0-1 0,1 1 0,-1-1 0,1 0 0,-1 0 0,0 1 0,0-1 0,1 0 0,-1 1 0,0-1 0,0 0 0,0 0 0,0 1 0,0-1 0,0 0 0,0 0 0,0 1 0,0-1 0,-1-1 0,-3-25 0,3 21 0,-76-258 0,49 177 0,8 31 0,11 36 0,2 0 0,1 0 0,0-1 0,1 0 0,-2-33 0,7 51 0,0 0 0,0 0 0,0 0 0,1 1 0,0-1 0,-1 0 0,1 0 0,0 0 0,0 0 0,1 1 0,-1-1 0,1 1 0,-1-1 0,1 1 0,0-1 0,0 1 0,0 0 0,0 0 0,0 0 0,0 0 0,1 0 0,-1 1 0,1-1 0,-1 0 0,1 1 0,0 0 0,-1 0 0,1 0 0,0 0 0,0 0 0,0 1 0,0-1 0,4 0 0,0 0 0,0 1 0,0 0 0,0 0 0,0 0 0,0 0 0,0 1 0,-1 1 0,1-1 0,0 1 0,0 0 0,-1 0 0,1 1 0,8 5 0,-11-6 0,1 1 0,-1 1 0,0-1 0,0 1 0,0-1 0,0 1 0,-1 0 0,1 0 0,-1 1 0,0-1 0,0 1 0,-1-1 0,1 1 0,-1 0 0,0 0 0,0 0 0,-1 0 0,0 1 0,0-1 0,0 0 0,0 1 0,-1-1 0,0 0 0,0 1 0,0-1 0,-1 0 0,0 1 0,0-1 0,0 0 0,0 0 0,-1 0 0,0 0 0,0 0 0,-1 0 0,1 0 0,-1-1 0,0 1 0,0-1 0,-1 0 0,1 0 0,-1 0 0,0 0 0,-8 6 0,1-2-227,0-1-1,-1 0 1,0-1-1,0 0 1,-24 8-1,6-5-6598</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8.999"/>
    </inkml:context>
    <inkml:brush xml:id="br0">
      <inkml:brushProperty name="width" value="0.05" units="cm"/>
      <inkml:brushProperty name="height" value="0.05" units="cm"/>
      <inkml:brushProperty name="color" value="#FFFFFF"/>
    </inkml:brush>
  </inkml:definitions>
  <inkml:trace contextRef="#ctx0" brushRef="#br0">320 328 24575,'1'0'0,"0"0"0,-1-1 0,1 1 0,0 0 0,0-1 0,-1 1 0,1-1 0,0 1 0,-1-1 0,1 0 0,-1 1 0,1-1 0,0 0 0,-1 1 0,0-1 0,1 0 0,-1 1 0,1-1 0,-1 0 0,0 0 0,1 0 0,-1 1 0,0-1 0,0 0 0,0 0 0,0 0 0,0-1 0,3-25 0,-4 17 0,-1 1 0,0-1 0,0 1 0,-1-1 0,0 1 0,0 0 0,-9-15 0,-37-59 0,46 79 0,2 2 0,0 0 0,0 0 0,0 1 0,0-1 0,0 1 0,0-1 0,-1 1 0,1 0 0,-1-1 0,1 1 0,-1 0 0,1 0 0,-1 0 0,0 0 0,1 0 0,-1 0 0,0 1 0,0-1 0,0 0 0,0 1 0,1 0 0,-1-1 0,-3 1 0,1 1 0,0 0 0,0 0 0,1 0 0,-1 0 0,0 1 0,1-1 0,-1 1 0,1 0 0,0 0 0,-5 5 0,-10 6 0,1 1 0,1 1 0,0 1 0,-25 32 0,33-37 0,0 1 0,0 1 0,1-1 0,1 1 0,0 0 0,1 1 0,0 0 0,-4 20 0,8-30 0,1 0 0,-1-1 0,1 1 0,0 0 0,0 0 0,0 0 0,0 0 0,1 0 0,-1 0 0,1-1 0,0 1 0,1 0 0,-1 0 0,0-1 0,1 1 0,0-1 0,0 1 0,0-1 0,0 0 0,1 0 0,3 4 0,-1-3 0,-1 0 0,1-1 0,0 0 0,0 0 0,0-1 0,1 1 0,-1-1 0,0 0 0,1-1 0,-1 1 0,1-1 0,0 0 0,0 0 0,6-1 0,-3 1 0,1-2 0,0 1 0,-1-1 0,1-1 0,-1 1 0,0-2 0,0 1 0,0-1 0,0-1 0,16-8 0,-13 5 0,-1 0 0,0-1 0,-1-1 0,1 0 0,-1 0 0,-1-1 0,9-12 0,-5 5 0,-1-1 0,-1 0 0,-1-1 0,0 0 0,-2-1 0,0 0 0,-1 0 0,-1-1 0,5-32 0,-13 73 0,1 1 0,1 0 0,1 0 0,1-1 0,8 41 0,-6-44 0,1 0 0,0-1 0,1 0 0,1 0 0,0 0 0,1-1 0,1 0 0,13 17 0,-19-27 0,1-1 0,0 0 0,0 0 0,0 0 0,1 0 0,-1-1 0,1 1 0,0-1 0,0-1 0,0 1 0,0-1 0,0 1 0,1-1 0,-1-1 0,1 1 0,-1-1 0,1 0 0,0 0 0,6-1 0,-3 0 0,-1-1 0,1-1 0,-1 1 0,0-1 0,0-1 0,0 0 0,0 0 0,0 0 0,0-1 0,-1 0 0,0-1 0,9-6 0,-2 0 0,-1 0 0,0-1 0,-1 0 0,-1-1 0,0-1 0,-1 1 0,0-2 0,14-28 0,-17 30 0,-2 0 0,0 0 0,0-1 0,-1 0 0,-1 0 0,0 0 0,-1 0 0,-1 0 0,0 0 0,0-1 0,-3-15 0,2 29 0,0-1 0,0 1 0,0 0 0,-1 0 0,1 0 0,0 0 0,0 0 0,-1 0 0,1 0 0,-1 0 0,1 0 0,-1 0 0,0 0 0,1 0 0,-1 0 0,-1-1 0,1 1 0,1 1 0,-1 0 0,1 0 0,-1 0 0,1-1 0,-1 1 0,1 0 0,-1 0 0,1 0 0,-1 0 0,1 0 0,-1 0 0,1 0 0,-1 0 0,1 0 0,-1 1 0,1-1 0,-1 0 0,1 0 0,-1 0 0,1 0 0,0 1 0,-1-1 0,1 0 0,-1 1 0,-2 1 0,1 0 0,0 0 0,0 0 0,0 0 0,0 0 0,1 1 0,-1-1 0,0 0 0,1 1 0,0 0 0,-2 3 0,0 4 0,1 0 0,0 0 0,0 0 0,1 0 0,1 1 0,0-1 0,1 14 0,16 75 0,-5-33 0,-5-16 0,7 54 0,-14-111 0,3-230 0,1 185 0,1 0 0,20-78 0,-23 121 0,0 0 0,1 0 0,0 1 0,9-17 0,-11 24 0,0 0 0,0-1 0,0 1 0,0-1 0,0 1 0,0 0 0,0 0 0,0 0 0,0 0 0,0 0 0,1 0 0,-1 0 0,1 0 0,-1 0 0,0 0 0,1 1 0,0-1 0,-1 1 0,1-1 0,-1 1 0,1-1 0,-1 1 0,1 0 0,0 0 0,-1 0 0,1 0 0,0 0 0,-1 0 0,1 1 0,-1-1 0,1 0 0,0 1 0,-1-1 0,1 1 0,2 1 0,2 1 0,0 1 0,0 0 0,-1 0 0,1 1 0,-1 0 0,0 0 0,0 0 0,0 0 0,-1 1 0,0 0 0,0 0 0,0 0 0,-1 0 0,0 1 0,0-1 0,-1 1 0,3 9 0,-3-7 0,0-1 0,0 1 0,-1 0 0,0-1 0,-1 1 0,0 0 0,0 0 0,-1-1 0,0 1 0,-1 0 0,0-1 0,0 1 0,-7 14 0,3-10 86,-1 1-1,-1-2 0,-14 18 1,18-24-257,-1-1 0,0 0 1,0 0-1,0 0 0,-1-1 1,0 1-1,1-1 0,-2-1 1,-7 5-1,-2-3-6655</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9.386"/>
    </inkml:context>
    <inkml:brush xml:id="br0">
      <inkml:brushProperty name="width" value="0.05" units="cm"/>
      <inkml:brushProperty name="height" value="0.05" units="cm"/>
      <inkml:brushProperty name="color" value="#FFFFFF"/>
    </inkml:brush>
  </inkml:definitions>
  <inkml:trace contextRef="#ctx0" brushRef="#br0">0 161 24575,'5'0'0,"0"0"0,-1 0 0,1 0 0,0 1 0,-1 0 0,1 0 0,0 0 0,-1 0 0,9 5 0,-11-5 0,1 1 0,-1 0 0,1 0 0,-1 1 0,0-1 0,0 0 0,0 1 0,0-1 0,0 1 0,0 0 0,-1-1 0,1 1 0,-1 0 0,0 0 0,2 5 0,1 10 0,-1 0 0,0 0 0,1 30 0,3 23 0,6-2 0,11 69 0,-25-115 0,-3-19 0,-3-13 0,-1-8 0,1-1 0,0 0 0,1-1 0,2 1 0,-6-34 0,-1-98 0,10 107 0,5-60 0,-3 89 0,1 0 0,1 1 0,0-1 0,1 1 0,0 0 0,1 0 0,0 0 0,12-18 0,-16 28 0,1 1 0,0-1 0,0 1 0,0-1 0,0 1 0,0-1 0,0 1 0,1 0 0,-1 0 0,1 0 0,-1 1 0,1-1 0,0 1 0,0-1 0,0 1 0,0 0 0,0 0 0,0 0 0,4-1 0,-3 2 0,0 0 0,0 1 0,0-1 0,-1 1 0,1 0 0,0 0 0,-1 0 0,1 0 0,-1 1 0,1-1 0,-1 1 0,0 0 0,1 0 0,2 2 0,3 4 0,0 0 0,0 0 0,-1 1 0,0 0 0,-1 0 0,0 1 0,-1 0 0,1 0 0,5 15 0,-10-21 0,0 1 0,0 0 0,-1 0 0,0 0 0,0-1 0,0 1 0,-1 1 0,1-1 0,-1 0 0,0 0 0,-1 0 0,1 0 0,-1 0 0,0 0 0,0 0 0,0-1 0,-1 1 0,0 0 0,-4 7 0,2-6 0,0 0 0,0-1 0,-1 0 0,1 1 0,-1-2 0,0 1 0,-1-1 0,1 1 0,-1-2 0,0 1 0,0 0 0,0-1 0,0 0 0,-8 2 0,-4 0-273,-1 0 0,1-2 0,-1 0 0,-28 1 0,-17-2-6553</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1.129"/>
    </inkml:context>
    <inkml:brush xml:id="br0">
      <inkml:brushProperty name="width" value="0.05" units="cm"/>
      <inkml:brushProperty name="height" value="0.05" units="cm"/>
      <inkml:brushProperty name="color" value="#FFFFFF"/>
    </inkml:brush>
  </inkml:definitions>
  <inkml:trace contextRef="#ctx0" brushRef="#br0">6041 2396 24575,'0'2'0,"0"0"0,0 0 0,1 0 0,-1 1 0,1-1 0,-1 0 0,1 0 0,0 0 0,0 0 0,-1-1 0,2 1 0,-1 0 0,0 0 0,0 0 0,0-1 0,1 1 0,-1-1 0,1 1 0,2 1 0,-3-2 0,0-1 0,0 1 0,0 0 0,0-1 0,0 1 0,0-1 0,0 0 0,0 1 0,1-1 0,-1 0 0,0 0 0,0 0 0,0 0 0,1 0 0,-1 0 0,0 0 0,0 0 0,0 0 0,1-1 0,-1 1 0,0 0 0,0-1 0,0 1 0,0-1 0,0 1 0,0-1 0,0 1 0,0-1 0,0 0 0,0 0 0,0 1 0,0-1 0,0 0 0,1-2 0,4-5 0,0-1 0,-1 1 0,0-1 0,0-1 0,0 1 0,-1-1 0,2-11 0,18-76 0,-17 64 0,11-62 0,-4-1 0,1-101 0,-14-197 0,-3 233 0,2 77 0,-2-81 0,-2 145 0,0 18 0,-2 11 0,3-1 0,-1-1 0,0 1 0,0-1 0,-1 0 0,0 0 0,0 0 0,0-1 0,-1 0 0,0 0 0,0 0 0,-1-1 0,0 0 0,1 0 0,-2 0 0,-12 5 0,0-1 0,-2-1 0,1 0 0,-1-2 0,-25 4 0,-93 8 0,110-15 0,-703 40-1351,-5-37-405,565-6 1657,-1228-29-1732,2-73-3,840 26 2468,190 9 2748,318 56-2095,-63-21 0,112 31-1283,1 1 0,-1 0 1,1-1-1,-1 0 0,1 1 0,0-1 1,-1 0-1,1 1 0,0-1 1,-1 0-1,1 0 0,0 0 1,0 0-1,0 0 0,0-1 0,0 1 1,0 0-1,0 0 0,0-1 1,1 1-1,-1 0 0,0-1 1,1 1-1,-1-1 0,1 1 0,0-1 1,-1 1-1,1-1 0,0 1 1,0-1-1,0 1 0,0-1 1,0 0-1,1-2 0,1-3 15,1-1 1,0 1-1,0 0 0,0 0 0,9-13 0,1-2-3,-1-4-16,-1 0 0,-2 0 0,0-1 0,7-42 0,7-114 0,6-31 0,-24 195 0,1-6 0,-5 19 0,-3 7 0,1 0 0,1 0 0,-1 1 0,1-1 0,-1 0 0,0 0 0,0 0 0,1 0 0,-1-1 0,0 1 0,0 0 0,0 0 0,0 0 0,0-1 0,0 1 0,0 0 0,0-1 0,0 1 0,-1-1 0,1 1 0,0-1 0,-3 1 0,3-2 0,0 1 0,0 0 0,0-1 0,0 1 0,0-1 0,0 1 0,0-1 0,0 1 0,0-1 0,1 1 0,-1-1 0,0 0 0,0 0 0,0 0 0,1 1 0,-1-1 0,0 0 0,1 0 0,-1-1 0,-4-7 0,1 1 0,1-1 0,-1 0 0,-1-10 0,4 18 0,-1-12 0,1 10 0,1 0 0,0 0 0,-1 0 0,0 0 0,0 1 0,0-1 0,0 0 0,0 0 0,0 1 0,-1-1 0,1 0 0,-1 1 0,-2-3 0,3 5 0,1-1 0,-1 1 0,1 0 0,-1 0 0,1 0 0,-1 0 0,1 0 0,-1 0 0,0 0 0,1 0 0,-1 0 0,1 1 0,-1-1 0,1 0 0,-1 0 0,1 0 0,-1 1 0,1-1 0,-1 0 0,1 0 0,-1 1 0,1-1 0,0 0 0,-1 1 0,1-1 0,-1 1 0,1-1 0,0 0 0,-1 1 0,1 0 0,-12 16 0,10-14 0,-90 180 0,23-39 0,-34 22 0,89-152 0,14-14 0,-1 0 0,1 0 0,0 0 0,0 0 0,0 0 0,-1 0 0,1 0 0,0 0 0,0-1 0,0 1 0,0 0 0,-1 0 0,1 0 0,0 0 0,0 0 0,0-1 0,0 1 0,0 0 0,0 0 0,-1 0 0,1 0 0,0-1 0,0 1 0,0 0 0,0 0 0,0 0 0,0-1 0,0 1 0,0 0 0,0 0 0,0 0 0,0-1 0,0 1 0,0 0 0,0 0 0,0 0 0,0-1 0,0 1 0,0 0 0,0 0 0,0 0 0,1-1 0,7-36 0,44-103 0,79-154 0,-127 285 0,5-9 0,17-26 0,-23 40 0,-1 0 0,2 0 0,-1 0 0,0 1 0,1-1 0,0 1 0,-1 0 0,1 0 0,1 0 0,-1 0 0,7-3 0,-9 6 0,0-1 0,0 1 0,0 0 0,0-1 0,-1 1 0,1 0 0,0 0 0,0 0 0,0 1 0,0-1 0,0 0 0,0 1 0,0-1 0,0 1 0,0 0 0,0 0 0,-1-1 0,1 1 0,0 0 0,-1 1 0,1-1 0,-1 0 0,1 0 0,2 4 0,2 1 0,0 1 0,-1 0 0,1 0 0,4 10 0,18 37 79,24 64-1,-20-41-1600,-10-29-5304</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2.581"/>
    </inkml:context>
    <inkml:brush xml:id="br0">
      <inkml:brushProperty name="width" value="0.05" units="cm"/>
      <inkml:brushProperty name="height" value="0.05" units="cm"/>
      <inkml:brushProperty name="color" value="#FFFFFF"/>
    </inkml:brush>
  </inkml:definitions>
  <inkml:trace contextRef="#ctx0" brushRef="#br0">520 2635 24575,'-3'0'0,"1"0"0,0 0 0,0-1 0,-1 1 0,1 0 0,0-1 0,0 1 0,-1-1 0,1 0 0,0 0 0,0 0 0,0 0 0,0 0 0,0 0 0,0 0 0,1-1 0,-1 1 0,-2-3 0,1 1 0,1-1 0,-1 0 0,1 0 0,0 0 0,0-1 0,0 1 0,1 0 0,-2-7 0,-27-122 0,-22-223 0,48 319 0,-36-534 0,33-2 0,1 467 0,1 47 0,5 48 0,1-1 0,1 1 0,0-1 0,0 1 0,1 0 0,6-16 0,6-22 0,-5-6 0,-2 0 0,-2-1 0,-3 0 0,-2 0 0,-3 1 0,-10-65 0,12 119 0,0 0 0,0 1 0,0-1 0,0 0 0,0 1 0,0-1 0,0 0 0,0 1 0,-1-1 0,1 1 0,0-1 0,0 0 0,-1 1 0,1-1 0,0 1 0,-1-1 0,1 1 0,0-1 0,-1 1 0,1-1 0,-1 1 0,1-1 0,-1 1 0,0-1 0,0 1 0,0 0 0,1 0 0,-1 0 0,0 1 0,1-1 0,-1 0 0,1 0 0,-1 1 0,0-1 0,1 1 0,-1-1 0,1 0 0,-1 1 0,1-1 0,-1 1 0,1-1 0,-1 1 0,1-1 0,-1 2 0,-22 38 0,18-30 0,-32 48 0,-3-2 0,-56 62 0,6-8 0,78-93 0,4-6 0,-1-1 0,-13 15 0,37-43 0,0-1 0,21-38 0,-15 24 0,54-85 0,103-147 0,-171 256 0,0 1 0,1-1 0,0 1 0,0 0 0,1 1 0,-1 0 0,14-7 0,-19 12 0,0 1 0,-1-1 0,1 1 0,0 0 0,0 0 0,0 0 0,0 1 0,0-1 0,0 1 0,0-1 0,1 1 0,-1 0 0,0 0 0,0 0 0,0 1 0,0-1 0,0 1 0,0 0 0,0 0 0,0 0 0,0 0 0,0 0 0,0 1 0,-1-1 0,1 1 0,0 0 0,-1 0 0,0 0 0,1 0 0,3 4 0,4 7 0,0 0 0,0 0 0,-1 1 0,-1 1 0,0-1 0,-1 1 0,8 28 0,26 116 0,-39-150 0,16 83-1365,-3-6-5461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3.993"/>
    </inkml:context>
    <inkml:brush xml:id="br0">
      <inkml:brushProperty name="width" value="0.05" units="cm"/>
      <inkml:brushProperty name="height" value="0.05" units="cm"/>
      <inkml:brushProperty name="color" value="#FFFFFF"/>
    </inkml:brush>
  </inkml:definitions>
  <inkml:trace contextRef="#ctx0" brushRef="#br0">66 2730 24575,'16'-186'0,"-48"-404"0,9 322 0,22 246 0,-24-576 0,25 595 0,-1 0 0,2 1 0,-1-1 0,0 0 0,0 0 0,1 1 0,0-1 0,-1 0 0,1 1 0,0-1 0,0 1 0,3-6 0,-3 7 0,1 0 0,-1 1 0,0-1 0,0 0 0,0 0 0,1 1 0,-1-1 0,0 1 0,1-1 0,-1 1 0,0 0 0,1-1 0,-1 1 0,0 0 0,1 0 0,-1 0 0,1 0 0,-1 0 0,1 0 0,-1 0 0,0 1 0,1-1 0,-1 0 0,0 1 0,1-1 0,-1 1 0,2 1 0,124 42 0,3-6 0,1-5 0,1-6 0,182 14 0,499-25-1017,-631-17 679,2013-60-1169,-1200-40 586,-879 82 2055,170-50-1,-275 66-1021,-5 1 13,0 1 0,0-1 0,0 0 0,-1-1 0,1 0 0,-1 1 0,1-2 0,-1 1 0,7-6 0,-12 8-123,1 1 1,-1-1-1,1 0 0,-1 0 0,0 1 1,1-1-1,-1 0 0,0 0 1,1 1-1,-1-1 0,0 0 1,0 0-1,0 0 0,0 0 0,0 1 1,0-1-1,0 0 0,0 0 1,0 0-1,0 0 0,0 0 1,0 1-1,-1-1 0,1 0 0,0 0 1,-1 1-1,1-1 0,0 0 1,-1 0-1,1 1 0,-1-1 1,1 0-1,-1 1 0,0-1 0,0 0 1,-29-24 60,20 17-55,-1-1-8,0-2 0,1 1 0,0-1 0,1 0 0,0-1 0,1 0 0,0-1 0,1 0 0,0 0 0,1 0 0,-7-24 0,8 16 0,1 0 0,1 0 0,1-1 0,0 1 0,2 0 0,0-1 0,5-29 0,27-134 0,-15 103 0,6-100 0,-28 194 0,-1 0 0,0-1 0,-1 0 0,-8 12 0,13-21 0,-24 23 0,25-25 0,0 1 0,0 0 0,0-1 0,0 1 0,-1-1 0,1 1 0,0-1 0,0 0 0,0 1 0,0-1 0,-1 0 0,1 0 0,0 0 0,0 0 0,-1 0 0,1 0 0,0 0 0,0-1 0,0 1 0,0 0 0,-1-1 0,1 1 0,0 0 0,0-1 0,-2-1 0,-1 0 0,1 1 0,-1-1 0,0 1 0,0-1 0,-1 1 0,1 0 0,0 1 0,0-1 0,0 1 0,-1-1 0,1 1 0,0 1 0,0-1 0,-8 2 0,-7 2 0,1 1 0,-20 8 0,8-3 0,-1 0 0,19-5 0,0-1 0,0 0 0,-1-1 0,-15 2 0,28-5 0,-1 0 0,1 0 0,0 0 0,-1 0 0,1 0 0,-1 0 0,1 1 0,0-1 0,-1 0 0,1 0 0,-1 0 0,1 0 0,0-1 0,-1 1 0,1 0 0,-1 0 0,1 0 0,0 0 0,-1 0 0,1 0 0,0-1 0,-1 1 0,1 0 0,0 0 0,-1 0 0,1-1 0,0 1 0,-1 0 0,1-1 0,0 1 0,0 0 0,-1 0 0,1-1 0,0 1 0,0-1 0,0 1 0,-1 0 0,1-1 0,0 1 0,0 0 0,0-1 0,0 1 0,0-1 0,0 1 0,0 0 0,0-1 0,0 1 0,0-1 0,0 1 0,0 0 0,0-1 0,0 1 0,0-1 0,0 1 0,1 0 0,-1-1 0,0 1 0,0 0 0,0-1 0,1 1 0,-1 0 0,0-1 0,1 1 0,16-23 0,13-5 0,1 1 0,1 2 0,53-33 0,-77 53 0,1 0 0,0 1 0,0 0 0,0 0 0,0 1 0,1 0 0,-1 0 0,1 1 0,12-1 0,-15 3 0,-1 0 0,1 1 0,-1-1 0,1 1 0,-1 0 0,0 1 0,1 0 0,-1 0 0,0 0 0,0 1 0,0 0 0,0 0 0,-1 0 0,1 1 0,4 4 0,5 5-341,-1 0 0,-1 1-1,19 25 1,1 6-6485</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5.751"/>
    </inkml:context>
    <inkml:brush xml:id="br0">
      <inkml:brushProperty name="width" value="0.05" units="cm"/>
      <inkml:brushProperty name="height" value="0.05" units="cm"/>
      <inkml:brushProperty name="color" value="#FFFFFF"/>
    </inkml:brush>
  </inkml:definitions>
  <inkml:trace contextRef="#ctx0" brushRef="#br0">2473 282 24575,'-4'-8'0,"0"0"0,-1 0 0,0 1 0,0 0 0,-1 0 0,1 0 0,-2 1 0,1 0 0,-1 0 0,-7-5 0,3 4 0,-1 0 0,0 1 0,-1 0 0,1 1 0,-26-8 0,7 7 0,-1 0 0,0 2 0,0 1 0,-57 3 0,18 5-79,1 3 1,-91 23-1,-132 54-360,146-32 365,-158 81 1,197-78 77,3 5 0,-101 77 0,142-89-2,3 3 1,1 3-1,3 2 0,3 3 0,-66 92 1,89-105-9,2 1 0,2 2 0,-27 68 0,39-78-23,2 1-1,2 0 0,1 1 0,-7 82 0,16-93 29,1 0 0,1 0-1,1 0 1,2 0-1,2 0 1,0-1 0,2 1-1,2-2 1,0 1-1,2-1 1,1-1 0,2 0-1,0-1 1,2-1 0,1 0-1,0-1 1,2-1-1,1-1 1,1-1 0,1-1-1,1-1 1,31 20 0,-12-13-21,2-2 1,1-1-1,1-3 1,1-2-1,0-2 1,66 14-1,13-5-392,172 11 1,447-15-22,-1-74 1,-296-16 337,-332 43-11,209-75 0,-259 73 62,-1-3 0,-2-2 1,-1-4-1,73-53 0,-94 56 28,-1-1-1,-2-2 0,-2-2 0,-1-1 1,-2-2-1,46-71 0,-59 76 97,0 0 0,-2-2 0,-2 0 0,-2-1 0,14-53 0,-23 65 128,-1 0 0,-1 0-1,-1 0 1,-2-1 0,-1 1-1,0-1 1,-3 1 0,0-1-1,-8-28 1,0 16-83,-2 1 1,-2 1 0,-2 0-1,-1 1 1,-1 1-1,-46-61 1,7 21-382,-125-122-1,92 112 216,-113-83 1,131 116 34,-3 3 1,-110-53-1,128 76 10,-1 2 0,-1 3 0,-1 3 0,-67-12-1,78 23 1,-1 1 0,0 3-1,0 2 1,0 2 0,-85 12-1,84-4-80,0 3 0,1 2 0,1 3 0,0 1 0,1 3 0,1 1 0,-76 48 0,75-37-6744</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7.431"/>
    </inkml:context>
    <inkml:brush xml:id="br0">
      <inkml:brushProperty name="width" value="0.05" units="cm"/>
      <inkml:brushProperty name="height" value="0.05" units="cm"/>
      <inkml:brushProperty name="color" value="#FFFFFF"/>
    </inkml:brush>
  </inkml:definitions>
  <inkml:trace contextRef="#ctx0" brushRef="#br0">0 130 24575,'0'-16'0,"0"12"0,0 6 0,3 36 0,34 163 0,-28-165 0,2 0 0,1-1 0,24 50 0,-31-75 0,1 0 0,0-1 0,0 0 0,1 0 0,0 0 0,0-1 0,1 0 0,16 13 0,-20-19 0,0 1 0,0 0 0,1-1 0,-1 0 0,1 0 0,-1 0 0,1-1 0,0 1 0,0-1 0,0 0 0,0-1 0,0 1 0,0-1 0,0 0 0,0 0 0,-1-1 0,1 1 0,0-1 0,0 0 0,0-1 0,8-2 0,0-2 0,-1 0 0,1-2 0,-1 1 0,-1-1 0,0-1 0,0 0 0,0-1 0,-1 0 0,0 0 0,-1-1 0,-1 0 0,10-16 0,0-3 0,-2 0 0,-1-1 0,21-64 0,-30 74 0,0-1 0,-1-1 0,-1 1 0,-2 0 0,1-35 0,-3 49 0,0 1 0,0-1 0,-1 0 0,0 0 0,-1 0 0,0 1 0,0-1 0,0 1 0,-1-1 0,0 1 0,-1 0 0,1 0 0,-1 0 0,-1 1 0,1-1 0,-1 1 0,0 0 0,-1 1 0,-7-7 0,11 10-50,-1 0-1,0 0 1,0 1-1,0-1 0,0 1 1,0-1-1,0 1 1,0 0-1,0 1 1,0-1-1,-1 0 0,1 1 1,0 0-1,0 0 1,-1 0-1,1 0 1,0 0-1,-1 0 0,1 1 1,0 0-1,0 0 1,0 0-1,0 0 1,0 0-1,0 1 1,-5 2-1,-8 7-6775</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7.808"/>
    </inkml:context>
    <inkml:brush xml:id="br0">
      <inkml:brushProperty name="width" value="0.05" units="cm"/>
      <inkml:brushProperty name="height" value="0.05" units="cm"/>
      <inkml:brushProperty name="color" value="#FFFFFF"/>
    </inkml:brush>
  </inkml:definitions>
  <inkml:trace contextRef="#ctx0" brushRef="#br0">122 129 24575,'13'-5'0,"-1"0"0,26-4 0,-23 6 0,0-1 0,21-9 0,-32 12 0,-1-1 0,0 0 0,1 0 0,-1 0 0,0 0 0,0 0 0,0-1 0,0 1 0,0-1 0,-1 0 0,1 0 0,-1 0 0,0 0 0,3-6 0,-4 8 0,0 0 0,-1 0 0,1 0 0,-1 0 0,1-1 0,-1 1 0,1 0 0,-1 0 0,0-1 0,0 1 0,0 0 0,0 0 0,0-1 0,0 1 0,0 0 0,0 0 0,0-1 0,0 1 0,-1 0 0,1 0 0,0-1 0,-1 1 0,1 0 0,-1 0 0,0-1 0,-1 0 0,1 1 0,-1 0 0,0-1 0,1 1 0,-1 0 0,0 0 0,0 0 0,1 1 0,-1-1 0,0 0 0,0 1 0,0-1 0,0 1 0,-3-1 0,-6 0 0,0 1 0,-1 0 0,1 0 0,-17 3 0,17-1 0,0 1 0,0 0 0,0 1 0,0 0 0,1 0 0,-1 1 0,1 0 0,0 1 0,1 1 0,0-1 0,0 1 0,-11 11 0,16-14 0,1-1 0,-1 1 0,1 0 0,0 1 0,0-1 0,0 0 0,1 1 0,-1 0 0,1 0 0,0 0 0,0-1 0,1 2 0,0-1 0,0 0 0,0 0 0,0 0 0,1 1 0,0-1 0,0 0 0,0 0 0,1 1 0,-1-1 0,1 0 0,1 0 0,-1 0 0,1 0 0,0 0 0,4 7 0,0-1 0,1 0 0,0-1 0,1 0 0,0 0 0,0-1 0,1 0 0,0-1 0,1 0 0,0 0 0,15 8 0,11 4 0,70 27 0,-17-9 0,-87-37 0,5 2 0,0 1 0,0 0 0,0 0 0,7 7 0,-13-10 0,0-1 0,0 1 0,0 0 0,-1-1 0,1 1 0,0 0 0,-1-1 0,1 1 0,0 0 0,-1 0 0,1 0 0,-1-1 0,1 1 0,-1 0 0,0 0 0,1 0 0,-1 0 0,0 0 0,0 0 0,0 0 0,1 0 0,-1 0 0,0 0 0,0 0 0,0 0 0,-1 0 0,1 0 0,0 0 0,0 0 0,0 0 0,-1 0 0,1-1 0,-1 1 0,1 0 0,0 0 0,-1 0 0,0 0 0,1 0 0,-1-1 0,1 1 0,-1 0 0,0-1 0,1 1 0,-1 0 0,-1 0 0,-9 7 0,0-1 0,0-1 0,0 0 0,-1 0 0,-18 5 0,-63 15 0,-73-1-389,137-22-587,-8 1-5850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29.372"/>
    </inkml:context>
    <inkml:brush xml:id="br0">
      <inkml:brushProperty name="width" value="0.05" units="cm"/>
      <inkml:brushProperty name="height" value="0.05" units="cm"/>
      <inkml:brushProperty name="color" value="#FFFFFF"/>
    </inkml:brush>
  </inkml:definitions>
  <inkml:trace contextRef="#ctx0" brushRef="#br0">2283 226 24575,'0'-21'0,"1"8"0,-1-1 0,-1 0 0,0 1 0,-4-18 0,4 27 0,0 0 0,-1 0 0,0 0 0,1 0 0,-2 0 0,1 0 0,0 0 0,-1 1 0,1-1 0,-1 1 0,0-1 0,0 1 0,-1 0 0,1 0 0,0 1 0,-1-1 0,-5-2 0,-9-4 0,0 2 0,0 0 0,-1 0 0,0 2 0,0 1 0,-35-5 0,-119 2 0,167 7 0,-84 2-39,0 4 0,0 4 0,1 4-1,0 4 1,2 4 0,0 3 0,-113 50-1,110-34-4,2 4-1,3 3 0,1 4 0,3 4 0,3 3 0,-114 110 1,150-127 40,2 2 0,2 1 0,2 3 1,2 0-1,2 2 0,-45 96 0,65-118 13,1 0-1,2 1 0,0 1 0,2-1 0,2 1 0,0 0 1,2 1-1,2-1 0,0 1 0,2-1 0,2 1 0,0-1 1,2 0-1,1 0 0,11 29 0,-2-21 30,1 1 0,3-2-1,0-1 1,3 0 0,1-1 0,1-2 0,2 0-1,40 39 1,-21-30-7,1-1-1,2-3 1,1-2-1,2-2 1,57 28-1,-22-20-88,2-5 0,2-3 0,1-5 0,148 29-1,-47-27-86,241 9 0,-275-34 145,-1-8 0,229-30 0,-280 15 0,-1-4 0,0-5 0,-2-5 0,150-65 0,-195 67 0,0-2 0,-3-2 0,0-3 0,-2-2 0,-2-3 0,81-83 0,-93 81 0,-1-2 0,-2-2 0,-3 0 0,-1-3 0,-3 0 0,-2-2 0,36-98 0,-53 116 36,-1-1 0,-1 1 1,-2-1-1,-2-1 0,-1 1 1,-1-1-1,-2 1 0,-2-1 1,-1 1-1,-2 0 0,-1 0 1,-2 0-1,-2 1 1,-1 0-1,-24-53 0,13 39-36,-2 2 0,-2 1 0,-2 0 0,-2 3 0,-2 0 0,-1 2 0,-2 1 0,-2 2 0,-1 2 0,-2 1 0,-2 2 0,0 2 0,-94-49 0,75 51 0,-2 3 0,-1 3 0,0 3 0,-84-14 0,25 14 0,-174-3 0,167 17 228,-162-2-1821,278 7-5233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0.757"/>
    </inkml:context>
    <inkml:brush xml:id="br0">
      <inkml:brushProperty name="width" value="0.05" units="cm"/>
      <inkml:brushProperty name="height" value="0.05" units="cm"/>
      <inkml:brushProperty name="color" value="#FFFFFF"/>
    </inkml:brush>
  </inkml:definitions>
  <inkml:trace contextRef="#ctx0" brushRef="#br0">1 106 24575,'95'-90'0,"-94"88"0,1 1 0,0-1 0,-1 1 0,1-1 0,0 1 0,0 0 0,-1 0 0,1 0 0,0 0 0,3-1 0,2 5 0,-4 12 0,-6 13 0,0-1 0,-12 45 0,-2 14 0,1 30-1365,12-86-5461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1.226"/>
    </inkml:context>
    <inkml:brush xml:id="br0">
      <inkml:brushProperty name="width" value="0.05" units="cm"/>
      <inkml:brushProperty name="height" value="0.05" units="cm"/>
      <inkml:brushProperty name="color" value="#FFFFFF"/>
    </inkml:brush>
  </inkml:definitions>
  <inkml:trace contextRef="#ctx0" brushRef="#br0">1 180 24575,'4'-14'0,"-4"12"0,1 0 0,-1 0 0,1 0 0,-1 0 0,1 0 0,0 0 0,0 0 0,0 0 0,0 1 0,0-1 0,0 0 0,0 1 0,2-3 0,-2 4 0,0 1 0,-1-1 0,1 0 0,-1 1 0,1-1 0,0 1 0,-1-1 0,1 0 0,-1 1 0,1 0 0,-1-1 0,1 1 0,-1-1 0,0 1 0,1-1 0,-1 1 0,0 0 0,1-1 0,-1 1 0,0 0 0,0-1 0,1 1 0,-1 0 0,0-1 0,0 1 0,0 0 0,0 0 0,0 0 0,3 26 0,-3-24 0,0 101 0,1 16 0,-1-120 0,0 1 0,0-1 0,0 0 0,0 0 0,0 0 0,0 0 0,0 0 0,0 0 0,0 0 0,0 1 0,0-1 0,0 0 0,0 0 0,0 0 0,0 0 0,0 0 0,0 0 0,0 1 0,0-1 0,0 0 0,0 0 0,0 0 0,0 0 0,0 0 0,0 0 0,0 0 0,0 1 0,0-1 0,0 0 0,0 0 0,0 0 0,0 0 0,0 0 0,1 0 0,-1 0 0,0 0 0,0 0 0,0 0 0,0 1 0,0-1 0,0 0 0,0 0 0,0 0 0,1 0 0,-1 0 0,0 0 0,0 0 0,0 0 0,0 0 0,0 0 0,0 0 0,1 0 0,-1 0 0,0 0 0,0 0 0,0 0 0,0 0 0,0 0 0,0 0 0,0 0 0,1 0 0,-1-1 0,6-9 0,6-16 0,8-37 0,-9 28 0,1 0 0,29-55 0,-40 87 0,0 1 0,0 0 0,0 0 0,0 0 0,1 0 0,-1 0 0,1 0 0,-1 0 0,1 1 0,0-1 0,0 1 0,0-1 0,0 1 0,0 0 0,0-1 0,0 1 0,0 0 0,3-1 0,-3 2 0,0 1 0,0-1 0,1 0 0,-1 1 0,0-1 0,0 1 0,0-1 0,0 1 0,0 0 0,0 0 0,0 0 0,0 0 0,0 0 0,-1 1 0,1-1 0,0 0 0,-1 1 0,1-1 0,-1 1 0,2 2 0,26 29 0,-14-15 0,34 30 0,-44-44 0,0 0 0,-1 0 0,1-1 0,1 0 0,-1 0 0,1 0 0,-1-1 0,1 0 0,0 0 0,-1 0 0,1-1 0,9 2 0,-12-3 0,-1 0 0,1 0 0,-1 0 0,1-1 0,-1 1 0,0-1 0,1 1 0,-1-1 0,0 0 0,1 0 0,-1 0 0,0 0 0,0 0 0,0 0 0,0-1 0,2-1 0,0 0 0,-1 0 0,0-1 0,0 0 0,0 0 0,0 0 0,-1 0 0,4-8 0,1-5 0,-1-1 0,-1 1 0,4-25 0,-6 29 0,4-31 307,-5 28-864,0 1-1,6-18 1,-4 22-6269</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09.453"/>
    </inkml:context>
    <inkml:brush xml:id="br0">
      <inkml:brushProperty name="width" value="0.05" units="cm"/>
      <inkml:brushProperty name="height" value="0.05" units="cm"/>
      <inkml:brushProperty name="color" value="#FFFFFF"/>
    </inkml:brush>
  </inkml:definitions>
  <inkml:trace contextRef="#ctx0" brushRef="#br0">0 58 24575,'0'-3'0,"0"-1"0,0 1 0,0-1 0,1 1 0,-1-1 0,1 1 0,0-1 0,0 1 0,0 0 0,1-1 0,1-2 0,-2 5 0,0 0 0,0 0 0,0 0 0,0 0 0,0 0 0,0 0 0,0 0 0,1 0 0,-1 1 0,0-1 0,1 0 0,-1 1 0,0-1 0,1 1 0,-1 0 0,1-1 0,-1 1 0,1 0 0,-1 0 0,1 0 0,-1 0 0,1 0 0,-1 0 0,0 1 0,1-1 0,-1 0 0,1 1 0,1 0 0,1 0 0,-1 1 0,1-1 0,-1 1 0,0 0 0,0 0 0,0 0 0,0 0 0,0 1 0,-1-1 0,1 1 0,-1 0 0,0 0 0,1-1 0,-1 2 0,0-1 0,-1 0 0,1 0 0,0 0 0,-1 1 0,0-1 0,0 1 0,0-1 0,1 6 0,1 10 0,0 1 0,-2-1 0,0 23 0,-1-25 0,2 382 0,11 278 0,-3-539-455,6 0 0,47 190 0,-46-267-6371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0.297"/>
    </inkml:context>
    <inkml:brush xml:id="br0">
      <inkml:brushProperty name="width" value="0.05" units="cm"/>
      <inkml:brushProperty name="height" value="0.05" units="cm"/>
      <inkml:brushProperty name="color" value="#FFFFFF"/>
    </inkml:brush>
  </inkml:definitions>
  <inkml:trace contextRef="#ctx0" brushRef="#br0">3460 29 24575,'-21'-2'0,"-1"0"0,-27-6 0,-18-2 0,-26 4 0,-145 9 0,-94 29 0,249-23 0,-1150 164-814,898-114 814,-394 125 0,724-183 0,-34 11 0,1 1 0,1 1 0,-56 30 0,88-41 34,0 0 0,1 0 0,-1 1 0,1 0 0,0-1 0,-7 10 0,10-12-21,0 0 1,0 0 0,0 0 0,1 1 0,-1-1-1,1 0 1,-1 1 0,1-1 0,-1 0-1,1 1 1,0-1 0,-1 1 0,1-1 0,0 1-1,0-1 1,0 0 0,0 1 0,0-1-1,1 1 1,-1-1 0,0 1 0,1-1 0,-1 0-1,1 1 1,-1-1 0,1 0 0,0 1-1,-1-1 1,1 0 0,0 0 0,1 1 0,3 3 1,-1-1 0,1 1 0,0-1 1,0-1-1,0 1 0,1-1 1,0 0-1,-1 0 0,1 0 0,9 2 1,11 2-30,31 6 0,-37-9 9,123 20-582,190 8 0,151-21-1315,-400-11 1676,1534-25-2484,-1-48 609,-1607 73 2101,867-52-571,-8-45 343,-848 94 434,50-8 886,0-2 1,104-34 0,-171 46-1019,40-18 611,-42 18-571,1 0 1,-1 0-1,0-1 1,0 1-1,0-1 1,0 1-1,0-1 1,0 0-1,0 0 1,-1 0-1,1 0 1,-1 0-1,0 0 1,2-4-1,-2 5-76,-1 0 1,0-1-1,0 1 0,1 0 1,-1-1-1,0 1 0,0 0 1,0 0-1,-1-1 0,1 1 1,0 0-1,0-1 0,-1 1 1,1 0-1,-1 0 0,1-1 1,-1 1-1,1 0 0,-1 0 1,0 0-1,0 0 0,0 0 1,-1-2-1,-2-1 155,0 0 1,-1 1-1,1-1 1,-8-4-1,-6-2-52,0 1 0,0 1 0,-1 0 0,-19-4 0,-82-17 209,97 25-340,-545-84-1553,-8 36 0,-1785-30-1359,2146 86 699</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1.027"/>
    </inkml:context>
    <inkml:brush xml:id="br0">
      <inkml:brushProperty name="width" value="0.05" units="cm"/>
      <inkml:brushProperty name="height" value="0.05" units="cm"/>
      <inkml:brushProperty name="color" value="#FFFFFF"/>
    </inkml:brush>
  </inkml:definitions>
  <inkml:trace contextRef="#ctx0" brushRef="#br0">7 0 24575,'0'0'0,"0"1"0,-1-1 0,1 0 0,-1 0 0,1 0 0,0 0 0,-1 1 0,1-1 0,0 0 0,-1 0 0,1 1 0,0-1 0,-1 0 0,1 1 0,0-1 0,0 0 0,0 1 0,-1-1 0,1 0 0,0 1 0,0-1 0,0 0 0,0 1 0,-1-1 0,1 1 0,0-1 0,0 1 0,0-1 0,0 0 0,0 1 0,0-1 0,0 1 0,0-1 0,0 0 0,0 1 0,1-1 0,-1 1 0,0-1 0,0 0 0,0 1 0,0-1 0,1 0 0,-1 1 0,9 23 0,-7-21 0,19 55 0,-2 1 0,-2 1 0,-4 0 0,9 74 0,4 251 0,-26-367 0,5 566 0,-5-157 0,1-392 0,1-1 0,1 1 0,3 0 0,0-1 0,13 38 0,-13-55 0,0-1 0,1-1 0,1 1 0,0-1 0,1-1 0,1 0 0,0 0 0,1 0 0,0-2 0,1 1 0,1-2 0,20 16 0,-11-13 0,1 0 0,0-2 0,1-1 0,0-1 0,1-1 0,0-1 0,0-1 0,49 6 0,17-3 0,109-4 0,-164-6 0,888-7-2591,68 1-285,651 58 1498,308 2-406,-1875-53 1940,202-3 2012,-193-3-1093,102-17 0,-176 20-859,1 0 257,0 0-1,0-1 1,-1 0 0,19-8 0,-28 10-410,1-1 0,-1 1 0,1-1 0,-1 1 0,0-1 0,1 0 0,-1 0 0,0 0 0,0 0 0,-1 0 0,1 0 0,0 0 0,-1-1 0,1 1 0,-1-1 0,0 1 0,0-1 0,0 0 0,0 1 0,0-1 0,0 0 0,-1 0 0,0 1 0,1-7 0,-2-16-404,-1-1 0,-1 1-1,-7-30 1,1 18-6485</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1.307"/>
    </inkml:context>
    <inkml:brush xml:id="br0">
      <inkml:brushProperty name="width" value="0.05" units="cm"/>
      <inkml:brushProperty name="height" value="0.05" units="cm"/>
      <inkml:brushProperty name="color" value="#FFFFFF"/>
    </inkml:brush>
  </inkml:definitions>
  <inkml:trace contextRef="#ctx0" brushRef="#br0">228 384 24575,'-38'-124'0,"-39"-105"0,76 226 0,-1 0 0,1 0 0,-1 0 0,1 1 0,-1-1 0,0 0 0,-5-4 0,7 7 0,-1-1 0,1 1 0,-1-1 0,0 1 0,1 0 0,-1 0 0,1-1 0,-1 1 0,1 0 0,-1 0 0,0 0 0,1 0 0,-1-1 0,0 1 0,1 0 0,-1 0 0,0 0 0,1 1 0,-1-1 0,1 0 0,-1 0 0,0 0 0,1 0 0,-1 0 0,1 1 0,-1-1 0,0 0 0,1 1 0,-1-1 0,1 0 0,-1 1 0,1-1 0,-1 1 0,1-1 0,0 0 0,-1 1 0,1-1 0,-1 1 0,1-1 0,0 1 0,-1 0 0,1-1 0,0 1 0,0-1 0,-1 2 0,-5 12 0,0 1 0,1 0 0,0 1 0,2-1 0,-1 1 0,0 20 0,0-12 0,-25 309 26,25 4-99,4-257 15,39 705-466,-6-597-737,-16-117-5040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1.789"/>
    </inkml:context>
    <inkml:brush xml:id="br0">
      <inkml:brushProperty name="width" value="0.05" units="cm"/>
      <inkml:brushProperty name="height" value="0.05" units="cm"/>
      <inkml:brushProperty name="color" value="#FFFFFF"/>
    </inkml:brush>
  </inkml:definitions>
  <inkml:trace contextRef="#ctx0" brushRef="#br0">171 288 24575,'-6'1'0,"-1"0"0,1 0 0,-1 1 0,-6 2 0,-9 2 0,21-6 0,0 0 0,0 0 0,0 0 0,0 1 0,0-1 0,0 0 0,0 0 0,0 0 0,0 1 0,0-1 0,0 1 0,1-1 0,-1 1 0,0-1 0,0 1 0,0-1 0,1 1 0,-1 0 0,0-1 0,1 1 0,-1 0 0,-1 1 0,3-1 0,-1-1 0,0 1 0,0 0 0,1 0 0,-1-1 0,0 1 0,1 0 0,-1-1 0,0 1 0,1-1 0,-1 1 0,1 0 0,-1-1 0,1 1 0,0-1 0,-1 1 0,1-1 0,-1 0 0,1 1 0,0-1 0,0 1 0,7 3 0,-1-1 0,0 0 0,1 0 0,9 2 0,-5-2 0,1-1 0,-1-1 0,0 0 0,1 0 0,-1-1 0,1-1 0,-1 0 0,0-1 0,17-4 0,-22 4 0,-1 0 0,1-1 0,-1 0 0,0 0 0,0 0 0,0-1 0,0 0 0,-1 0 0,1 0 0,-1-1 0,0 0 0,-1 0 0,1 0 0,-1-1 0,0 1 0,0-1 0,0 0 0,2-8 0,-2 4 0,0 0 0,-1 0 0,-1 0 0,0 0 0,0-1 0,-1 1 0,0-1 0,-1 1 0,0 0 0,0-1 0,-2 1 0,1-1 0,-1 1 0,-4-14 0,4 20 0,1-1 0,-1 0 0,0 0 0,0 1 0,-1-1 0,1 1 0,-1 0 0,0 0 0,0 0 0,-1 0 0,1 0 0,-1 1 0,0-1 0,0 1 0,0 0 0,0 0 0,0 1 0,-1-1 0,1 1 0,-1 0 0,1 0 0,-1 1 0,0-1 0,0 1 0,0 0 0,0 0 0,0 1 0,0-1 0,0 1 0,0 0 0,-7 1 0,2 1 0,0 0 0,0 1 0,1 0 0,-1 1 0,1 0 0,0 0 0,0 1 0,0 0 0,1 0 0,-1 1 0,1 0 0,1 1 0,-1 0 0,-7 10 0,0-1 0,2 1 0,0 1 0,1 0 0,0 1 0,-13 32 0,17-33 0,2 0 0,0 0 0,1 1 0,1 0 0,0 0 0,2 0 0,0 1 0,2-1 0,0 0 0,0 1 0,7 29 0,-5-35 0,1-1 0,1-1 0,0 1 0,1 0 0,0-1 0,1 0 0,1 0 0,0-1 0,0 0 0,1 0 0,0 0 0,1-1 0,0-1 0,1 1 0,0-1 0,0-1 0,19 12 0,-12-11-114,1-1 1,1-1-1,-1 0 0,1-2 0,0 0 1,0-1-1,1-1 0,-1 0 0,1-2 1,0 0-1,37-4 0,4-3-6712</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2.273"/>
    </inkml:context>
    <inkml:brush xml:id="br0">
      <inkml:brushProperty name="width" value="0.05" units="cm"/>
      <inkml:brushProperty name="height" value="0.05" units="cm"/>
      <inkml:brushProperty name="color" value="#FFFFFF"/>
    </inkml:brush>
  </inkml:definitions>
  <inkml:trace contextRef="#ctx0" brushRef="#br0">79 268 24575,'-3'-31'0,"0"0"0,-2 1 0,-2-1 0,0 1 0,-23-55 0,19 63 0,4 15 0,7 7 0,0 0 0,-1 0 0,1 0 0,0 0 0,0 0 0,0 0 0,-1 0 0,1 0 0,0 0 0,0 0 0,0 0 0,0 0 0,-1 0 0,1 0 0,0 0 0,0 1 0,0-1 0,0 0 0,-1 0 0,1 0 0,0 0 0,0 0 0,0 1 0,0-1 0,0 0 0,0 0 0,0 0 0,-1 0 0,1 1 0,0-1 0,0 0 0,0 0 0,0 0 0,0 1 0,0-1 0,0 0 0,0 0 0,0 0 0,0 1 0,0-1 0,0 0 0,0 14 0,0-1 0,0 1 0,1 0 0,1-1 0,1 0 0,3 15 0,3 12 0,16 134 0,5 33 0,-27-205 0,0-10 0,3-15 0,-5 21 0,11-50 0,33-117 0,-36 143 0,0 1 0,2 0 0,1 1 0,20-32 0,-30 53 0,0 1 0,0-1 0,0 1 0,0-1 0,0 1 0,0 0 0,1 0 0,-1 0 0,1 0 0,0 0 0,2-1 0,-4 3 0,1 0 0,-1-1 0,0 1 0,0 0 0,0 0 0,0 0 0,0 0 0,0 0 0,0 0 0,0 0 0,1 0 0,-1 0 0,0 0 0,0 1 0,0-1 0,0 0 0,0 1 0,0-1 0,0 1 0,0 0 0,0-1 0,0 1 0,0-1 0,-1 1 0,1 0 0,0 0 0,0 0 0,-1-1 0,1 1 0,0 0 0,-1 0 0,1 0 0,0 2 0,6 11 0,-1 0 0,0 0 0,-1 1 0,0 0 0,4 28 0,7 24 0,-16-66 0,0 0 0,1 0 0,-1 0 0,0 0 0,1 0 0,-1 0 0,0-1 0,1 1 0,-1 0 0,1 0 0,-1-1 0,1 1 0,0 0 0,-1-1 0,1 1 0,0 0 0,-1-1 0,2 2 0,-1-2 0,-1 0 0,1 0 0,-1 0 0,1 0 0,-1 0 0,1-1 0,-1 1 0,1 0 0,-1 0 0,1 0 0,-1 0 0,1-1 0,-1 1 0,1 0 0,-1 0 0,1-1 0,-1 1 0,0 0 0,1-1 0,-1 1 0,0 0 0,1-1 0,0 0 0,17-33 0,-16 30 0,7-18 0,-1 4 0,-1 0 0,2 0 0,0 1 0,1 1 0,24-30 0,-34 45 0,1 0 0,0 0 0,0 0 0,0 0 0,0 0 0,0 0 0,0 0 0,0 0 0,0 0 0,0 1 0,0-1 0,0 0 0,1 1 0,-1-1 0,0 1 0,1-1 0,-1 1 0,0 0 0,1-1 0,-1 1 0,0 0 0,1 0 0,-1 0 0,0 0 0,1 0 0,-1 0 0,0 1 0,1-1 0,-1 0 0,0 1 0,1-1 0,-1 1 0,0-1 0,0 1 0,1 0 0,-1-1 0,0 1 0,0 0 0,0 0 0,0 0 0,0 0 0,0 0 0,0 0 0,0 0 0,-1 0 0,2 2 0,3 5 0,0 0 0,-1 1 0,0-1 0,-1 1 0,4 14 0,6 35-512,11 103 0,-23-151 171,3 33-6485</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12.663"/>
    </inkml:context>
    <inkml:brush xml:id="br0">
      <inkml:brushProperty name="width" value="0.05" units="cm"/>
      <inkml:brushProperty name="height" value="0.05" units="cm"/>
      <inkml:brushProperty name="color" value="#FFFFFF"/>
    </inkml:brush>
  </inkml:definitions>
  <inkml:trace contextRef="#ctx0" brushRef="#br0">1 113 24575,'1'0'0,"1"1"0,0-1 0,0 1 0,0-1 0,-1 1 0,1 0 0,0 0 0,-1 0 0,1 0 0,-1 0 0,1 0 0,-1 0 0,1 0 0,-1 1 0,0-1 0,0 0 0,1 1 0,-1-1 0,0 1 0,0-1 0,0 1 0,-1 0 0,1 0 0,0-1 0,-1 1 0,1 0 0,-1 0 0,1 3 0,2 8 0,-1 1 0,2 24 0,-4-28 0,11 192 0,26 227 0,-36-502 0,-4 26 0,-10-245 0,13 220 0,4 0 0,12-73 0,-14 134 0,1-10 0,13-40 0,-15 57 0,0 0 0,1 0 0,-1 1 0,1-1 0,0 0 0,0 0 0,0 1 0,1 0 0,-1-1 0,1 1 0,0 0 0,0 0 0,0 0 0,0 1 0,1-1 0,5-3 0,-7 6 0,-1-1 0,1 0 0,0 1 0,0-1 0,0 1 0,0 0 0,0 0 0,0 0 0,0 0 0,0 0 0,0 0 0,0 0 0,0 1 0,0-1 0,0 1 0,0-1 0,3 2 0,-2 0 0,1 0 0,0 1 0,0-1 0,-1 1 0,0 0 0,1 0 0,4 6 0,-1 0 0,0 0 0,-1 1 0,0 0 0,0 0 0,5 14 0,-8-16 0,0 0 0,0 0 0,0 1 0,-1-1 0,-1 1 0,1 0 0,-1 0 0,-1-1 0,0 1 0,0 0 0,0 0 0,-1 0 0,-1-1 0,1 1 0,-2-1 0,1 1 0,-1-1 0,0 1 0,-1-1 0,0-1 0,-7 12 0,1-6-455,0-1 0,-14 13 0,-26 19-6371</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9.133"/>
    </inkml:context>
    <inkml:brush xml:id="br0">
      <inkml:brushProperty name="width" value="0.05" units="cm"/>
      <inkml:brushProperty name="height" value="0.05" units="cm"/>
      <inkml:brushProperty name="color" value="#FFFFFF"/>
    </inkml:brush>
  </inkml:definitions>
  <inkml:trace contextRef="#ctx0" brushRef="#br0">1528 179 24575,'-8'-9'0,"1"0"0,0-1 0,0 0 0,-9-19 0,13 22 0,-1 0 0,0 0 0,0 0 0,0 0 0,-1 1 0,0 0 0,0 0 0,0 0 0,-1 0 0,0 1 0,0 0 0,0 0 0,-8-3 0,3 3 0,-1 1 0,1 0 0,0 1 0,-1 1 0,0 0 0,0 0 0,0 1 0,0 1 0,-14 0 0,-14 3 0,-54 12 0,24 0 0,1 3 0,1 3 0,0 3 0,2 3 0,1 3 0,1 3 0,-78 53 0,93-51 0,1 1 0,2 2 0,2 3 0,2 1 0,2 2 0,1 2 0,2 1 0,3 2 0,-33 61 0,53-82 0,1 0 0,2 0 0,1 1 0,1 0 0,1 1 0,-7 56 0,13-64 0,1 1 0,1-1 0,1 0 0,1 1 0,1-1 0,1 0 0,1 0 0,1-1 0,1 0 0,10 23 0,-1-12 0,2-1 0,1 0 0,1-1 0,2-1 0,1-1 0,1-1 0,1-1 0,1-1 0,38 26 0,-19-19 0,1-2 0,1-2 0,1-2 0,2-2 0,75 25 0,-62-30-54,2-3-1,-1-3 1,2-3-1,-1-3 1,1-2-1,111-7 1,-62-8-42,-2-6 1,0-4 0,111-35-1,-95 16 96,136-60 0,-188 64 0,-2-3 0,136-93 0,-185 112 0,-2 0 0,0-2 0,-1 0 0,-1-2 0,-2-1 0,0 0 0,19-32 0,-29 40 0,-1-1 0,-1-1 0,0 0 0,-1 0 0,-1 0 0,-1-1 0,-1 1 0,0-1 0,-2 0 0,0-1 0,-1 1 0,-3-35 0,-1 29 17,-1 0 0,-1 0 0,-1 1 0,-1 0 1,-2 0-1,-21-44 0,13 37 35,-2 1 0,-1 1 1,-1 1-1,-35-36 1,8 17 23,-3 3 0,-1 2 1,-2 2-1,-104-58 0,74 54-76,-1 4 0,-2 4 0,-1 3 0,-2 5 0,0 3 0,-119-16 0,205 40 1,-22-3 84,1 1 0,0 1 0,-34 2 0,51 1-129,1 0 0,0 0-1,0 1 1,0-1 0,0 2-1,0-1 1,-7 4 0,11-4-53,-1 0 1,1 0-1,0 1 0,-1-1 1,1 1-1,1-1 1,-1 1-1,0 0 1,1 0-1,-1 1 1,1-1-1,0 0 1,-3 8-1,-2 7-6729</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9.930"/>
    </inkml:context>
    <inkml:brush xml:id="br0">
      <inkml:brushProperty name="width" value="0.05" units="cm"/>
      <inkml:brushProperty name="height" value="0.05" units="cm"/>
      <inkml:brushProperty name="color" value="#FFFFFF"/>
    </inkml:brush>
  </inkml:definitions>
  <inkml:trace contextRef="#ctx0" brushRef="#br0">396 98 24575,'5'-26'0,"-4"24"0,-1 1 0,1-1 0,-1 1 0,1-1 0,-1 1 0,1-1 0,-1 1 0,0-1 0,0 0 0,0 1 0,0-1 0,0 1 0,0-1 0,0 0 0,-1 1 0,1-1 0,-1 1 0,1-1 0,-1 1 0,1-1 0,-1 1 0,0-1 0,0 1 0,1 0 0,-1-1 0,0 1 0,-1 0 0,1 0 0,0 0 0,-2-2 0,-2 0 0,0-1 0,-1 2 0,1-1 0,0 1 0,-1-1 0,0 1 0,1 1 0,-1-1 0,0 1 0,0 0 0,0 1 0,0-1 0,0 1 0,0 0 0,0 1 0,-7 1 0,-2 0 0,0 1 0,0 1 0,0 0 0,0 1 0,-16 8 0,18-6 0,0 0 0,1 1 0,0 1 0,0 0 0,1 0 0,0 1 0,1 1 0,0 0 0,0 0 0,1 1 0,1 0 0,0 0 0,-7 15 0,11-19 0,0 0 0,1 1 0,-1 0 0,2 0 0,-1 0 0,1 0 0,1 0 0,0 0 0,0 0 0,1 1 0,0-1 0,0 0 0,1 1 0,0-1 0,1 0 0,0 0 0,0 0 0,1 0 0,0-1 0,1 1 0,8 14 0,-5-13 29,1 0-1,0 0 1,0 0-1,2-1 0,-1 0 1,1-1-1,0 0 1,0-1-1,1 0 1,0 0-1,19 7 1,-10-5-314,1-2 1,0 0-1,1-2 1,-1 0-1,40 3 1,16-5-6542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40.145"/>
    </inkml:context>
    <inkml:brush xml:id="br0">
      <inkml:brushProperty name="width" value="0.05" units="cm"/>
      <inkml:brushProperty name="height" value="0.05" units="cm"/>
      <inkml:brushProperty name="color" value="#FFFFFF"/>
    </inkml:brush>
  </inkml:definitions>
  <inkml:trace contextRef="#ctx0" brushRef="#br0">74 45 24575,'-6'-5'0,"3"0"0,-1 1 0,-1 0 0,1 0 0,-1 0 0,1 1 0,-1-1 0,0 1 0,0 0 0,-7-2 0,12 5 0,0 0 0,-1 0 0,1 0 0,-1-1 0,1 1 0,-1 0 0,1 0 0,-1 0 0,1 0 0,-1 0 0,1 0 0,-1 0 0,1 0 0,-1 1 0,1-1 0,-1 0 0,1 0 0,-1 0 0,1 0 0,0 1 0,-1-1 0,1 0 0,-1 0 0,1 1 0,0-1 0,-1 0 0,1 1 0,0-1 0,-1 0 0,1 1 0,0-1 0,-1 1 0,1-1 0,0 1 0,0-1 0,0 0 0,-1 1 0,1-1 0,0 1 0,0-1 0,0 1 0,0-1 0,0 1 0,0-1 0,0 1 0,0-1 0,0 1 0,0-1 0,0 1 0,0-1 0,0 1 0,0-1 0,1 1 0,-1 0 0,9 29 0,-9-29 0,22 56 47,53 161 233,-65-183-619,-2 0 1,-2 1 0,-1-1-1,0 52 1,-6-64-6488</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40.931"/>
    </inkml:context>
    <inkml:brush xml:id="br0">
      <inkml:brushProperty name="width" value="0.05" units="cm"/>
      <inkml:brushProperty name="height" value="0.05" units="cm"/>
      <inkml:brushProperty name="color" value="#FFFFFF"/>
    </inkml:brush>
  </inkml:definitions>
  <inkml:trace contextRef="#ctx0" brushRef="#br0">1 200 24575,'0'-8'0,"0"0"0,1 0 0,-1-1 0,2 1 0,-1 0 0,1 0 0,0 0 0,6-11 0,-6 15 0,0 0 0,0 1 0,1-1 0,0 1 0,0-1 0,0 1 0,0 0 0,0 0 0,1 0 0,-1 1 0,1-1 0,0 1 0,0 0 0,0 0 0,0 0 0,0 0 0,7-1 0,5-1 0,1 1 0,0 0 0,0 1 0,0 1 0,-1 0 0,1 2 0,0 0 0,22 4 0,-26-3 0,0 1 0,0 0 0,0 1 0,-1 1 0,0 0 0,0 0 0,0 1 0,-1 1 0,1 0 0,-2 1 0,13 10 0,-18-14 0,-1 2 0,0-1 0,0 0 0,0 1 0,0 0 0,-1 0 0,0 0 0,0 0 0,0 0 0,1 8 0,-3-10 0,0 0 0,0 0 0,0 0 0,-1 0 0,1 0 0,-1 0 0,0 0 0,-1 0 0,1 0 0,-1 0 0,1 0 0,-1 0 0,0 0 0,-1-1 0,1 1 0,-1 0 0,0-1 0,-3 6 0,5-8 0,-1 0 0,1 0 0,-1 0 0,0 0 0,1 0 0,-1-1 0,0 1 0,0 0 0,0 0 0,0-1 0,0 1 0,0 0 0,0-1 0,0 1 0,0-1 0,0 1 0,0-1 0,0 0 0,0 1 0,0-1 0,-2 0 0,2 0 0,0 0 0,0-1 0,0 1 0,0 0 0,0-1 0,0 1 0,0-1 0,1 1 0,-1-1 0,0 1 0,0-1 0,0 0 0,1 0 0,-1 1 0,0-1 0,0 0 0,1 0 0,-2-1 0,0-2 0,0 0 0,1 1 0,-1-1 0,1 0 0,-1 0 0,1 0 0,0 0 0,1 0 0,-1-1 0,1-5 0,1 0 0,1-1 0,0 1 0,1 0 0,0 0 0,0 0 0,1 0 0,0 1 0,1 0 0,0-1 0,1 2 0,12-16 0,-11 15 0,0 1 0,1-1 0,0 2 0,1-1 0,0 1 0,0 0 0,1 1 0,0 0 0,0 0 0,17-6 0,-16 8 0,0 1 0,0 1 0,1 0 0,-1 0 0,0 1 0,21 0 0,-30 1 0,1 0 0,0 0 0,0 1 0,-1-1 0,1 1 0,0-1 0,0 1 0,-1 0 0,1 0 0,-1 0 0,1 0 0,-1 0 0,1 1 0,-1-1 0,0 1 0,0 0 0,0 0 0,0-1 0,0 1 0,0 0 0,0 1 0,-1-1 0,1 0 0,-1 0 0,1 1 0,-1-1 0,0 1 0,0-1 0,0 1 0,0 0 0,0-1 0,0 6 0,0 8 0,1-1 0,1 1 0,1-1 0,0 0 0,7 16 0,-8-23 0,1-1 0,0 0 0,1 0 0,0 0 0,0-1 0,0 1 0,1-1 0,-1 0 0,2-1 0,-1 1 0,11 6 0,-7-6 0,0-1 0,1 0 0,0 0 0,0-1 0,0 0 0,1-1 0,-1 0 0,1-1 0,-1 0 0,1-1 0,0 0 0,0-1 0,0-1 0,0 1 0,-1-2 0,1 0 0,0 0 0,12-5 0,-13 4 0,-1-1 0,0 0 0,-1 0 0,1-1 0,-1-1 0,0 1 0,0-1 0,-1-1 0,0 0 0,0 0 0,0 0 0,-1-1 0,0 0 0,-1-1 0,1 1 0,-2-1 0,1 0 0,-1-1 0,-1 1 0,6-16 0,-9 19 0,0-1 0,0 1 0,0-1 0,-1 1 0,1 0 0,-2-1 0,0-9 0,1 14 0,0 1 0,0 0 0,-1 0 0,1 0 0,0-1 0,0 1 0,-1 0 0,1 0 0,0 0 0,-1 0 0,0 0 0,1-1 0,-1 1 0,1 0 0,-1 0 0,0 1 0,0-1 0,0 0 0,1 0 0,-1 0 0,0 0 0,0 1 0,0-1 0,0 0 0,0 1 0,-1-1 0,1 1 0,0-1 0,0 1 0,0 0 0,0-1 0,0 1 0,-1 0 0,1 0 0,0 0 0,0 0 0,-1 0 0,1 0 0,0 0 0,0 0 0,0 1 0,0-1 0,-1 0 0,1 1 0,0-1 0,0 1 0,-1 0 0,-3 1 0,1 1 0,0-1 0,0 1 0,1 0 0,-1 0 0,1 1 0,-1-1 0,1 1 0,0-1 0,0 1 0,1 0 0,-1 0 0,1 1 0,-3 6 0,-1 2 0,2-1 0,0 1 0,0 0 0,-1 14 0,2-2 0,2-1 0,1 1 0,0-1 0,2 1 0,1-1 0,1 0 0,1 0 0,12 36 0,12 20 0,42 80 0,-70-158 0,22 44 0,-12-25 0,0 1 0,-1 1 0,-1-1 0,6 30 0,-14-51 0,-1-1 0,0 1 0,0 0 0,0 0 0,0 0 0,0 0 0,1-1 0,-1 1 0,-1 0 0,1 0 0,0 0 0,0 0 0,0 0 0,0-1 0,-1 1 0,1 0 0,0 0 0,-1 0 0,1-1 0,0 1 0,-2 1 0,2-2 0,-1 0 0,1 1 0,-1-1 0,0 0 0,0 1 0,1-1 0,-1 0 0,0 0 0,1 0 0,-1 0 0,0 0 0,1 0 0,-1 0 0,0 0 0,0 0 0,1 0 0,-1 0 0,0 0 0,-1-1 0,-4-1 0,0-1 0,0 0 0,0 0 0,-6-4 0,11 6 0,-32-20 0,1-1 0,1-2 0,2-1 0,-46-49 0,69 67 0,0-1 0,0 1 0,1-1 0,1 0 0,-8-15 0,11 21 0,0 0 0,1 0 0,-1 0 0,0 0 0,1 0 0,-1-1 0,1 1 0,0 0 0,0 0 0,0-1 0,0 1 0,0 0 0,0 0 0,1 0 0,-1-1 0,1 1 0,-1 0 0,1 0 0,0 0 0,0 0 0,0 0 0,0 0 0,0 0 0,1 0 0,-1 0 0,0 1 0,1-1 0,3-3 0,12-7-5,1 1 0,1 0 1,22-9-1,-11 6-1341,8-6-5480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41.146"/>
    </inkml:context>
    <inkml:brush xml:id="br0">
      <inkml:brushProperty name="width" value="0.05" units="cm"/>
      <inkml:brushProperty name="height" value="0.05" units="cm"/>
      <inkml:brushProperty name="color" value="#FFFFFF"/>
    </inkml:brush>
  </inkml:definitions>
  <inkml:trace contextRef="#ctx0" brushRef="#br0">38 56 24575,'-3'0'0,"-3"-2"0,-2-5 0,-1 0 0,1-2 0,4 1 0,8 1 0,7 2 0,6 2 0,9-1 0,0 0-8191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41.286"/>
    </inkml:context>
    <inkml:brush xml:id="br0">
      <inkml:brushProperty name="width" value="0.05" units="cm"/>
      <inkml:brushProperty name="height" value="0.05" units="cm"/>
      <inkml:brushProperty name="color" value="#FFFFFF"/>
    </inkml:brush>
  </inkml:definitions>
  <inkml:trace contextRef="#ctx0" brushRef="#br0">29 1 24575,'-3'3'0,"-4"0"0,-2 4 0,1-1 0,7 0 0,7-2 0,9-4 0,2-2-8191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41.659"/>
    </inkml:context>
    <inkml:brush xml:id="br0">
      <inkml:brushProperty name="width" value="0.05" units="cm"/>
      <inkml:brushProperty name="height" value="0.05" units="cm"/>
      <inkml:brushProperty name="color" value="#FFFFFF"/>
    </inkml:brush>
  </inkml:definitions>
  <inkml:trace contextRef="#ctx0" brushRef="#br0">36 98 24575,'0'0'0,"0"-1"0,0 0 0,0 1 0,0-1 0,0 0 0,0 1 0,0-1 0,0 0 0,0 1 0,-1-1 0,1 1 0,0-1 0,0 0 0,-1 1 0,1-1 0,0 1 0,-1-1 0,1 1 0,0-1 0,-1 1 0,1-1 0,-1 1 0,1-1 0,-1 1 0,1 0 0,-1-1 0,1 1 0,-1 0 0,0-1 0,1 1 0,-1 0 0,1 0 0,-1-1 0,0 1 0,1 0 0,-2 0 0,1 0 0,0 0 0,1 0 0,-1 1 0,0-1 0,0 0 0,0 0 0,1 1 0,-1-1 0,0 1 0,1-1 0,-1 0 0,0 1 0,1 0 0,-1-1 0,0 1 0,1-1 0,-1 1 0,1 0 0,-1-1 0,1 1 0,-1 0 0,1-1 0,0 1 0,-1 0 0,1 0 0,0 0 0,-1-1 0,1 1 0,0 1 0,-2 11 0,0 0 0,2 0 0,-1 0 0,1 0 0,1 0 0,1-1 0,-1 1 0,2 0 0,0-1 0,0 1 0,2-1 0,8 21 0,-10-27 0,0-1 0,1 1 0,-1 0 0,1-1 0,0 0 0,0 0 0,1 0 0,0-1 0,-1 1 0,2-1 0,-1 0 0,0 0 0,1-1 0,-1 0 0,1 0 0,0 0 0,0 0 0,1-1 0,-1 0 0,0-1 0,1 1 0,-1-1 0,1 0 0,-1-1 0,1 0 0,11-1 0,-12 0 0,0 0 0,0 0 0,0-1 0,0 0 0,0 0 0,0-1 0,-1 0 0,1 0 0,-1 0 0,0-1 0,0 1 0,0-1 0,0-1 0,-1 1 0,1-1 0,-1 1 0,0-1 0,-1 0 0,1-1 0,-1 1 0,4-9 0,0-2 0,0 0 0,-1 0 0,-1-1 0,0 0 0,-1 0 0,2-26 0,-5 31 69,-1 1-1,0-1 0,-1 1 0,-2-14 1,3 20-212,-1 0 1,-1-1 0,1 1 0,-1 0-1,0 1 1,0-1 0,0 0 0,-1 0 0,1 1-1,-1 0 1,-4-6 0,-5 1-6684</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41.982"/>
    </inkml:context>
    <inkml:brush xml:id="br0">
      <inkml:brushProperty name="width" value="0.05" units="cm"/>
      <inkml:brushProperty name="height" value="0.05" units="cm"/>
      <inkml:brushProperty name="color" value="#FFFFFF"/>
    </inkml:brush>
  </inkml:definitions>
  <inkml:trace contextRef="#ctx0" brushRef="#br0">337 161 24575,'4'-2'0,"0"0"0,0-1 0,-1 0 0,1 1 0,0-1 0,-1 0 0,0-1 0,0 1 0,0-1 0,0 1 0,0-1 0,-1 0 0,0 0 0,1 0 0,-2 0 0,1 0 0,0-1 0,0-4 0,-1 7 0,-1-1 0,0 0 0,1 0 0,-1 1 0,0-1 0,-1 0 0,1 0 0,-1 1 0,1-1 0,-1 0 0,0 1 0,0-1 0,0 1 0,0-1 0,0 1 0,0-1 0,-1 1 0,1 0 0,-1-1 0,0 1 0,0 0 0,0 0 0,0 0 0,0 1 0,0-1 0,0 0 0,-1 1 0,1-1 0,0 1 0,-5-2 0,-5-1 0,0 0 0,0 1 0,0 1 0,-1-1 0,1 2 0,0 0 0,-1 0 0,1 2 0,-1-1 0,1 1 0,-1 1 0,1 0 0,0 1 0,0 0 0,0 1 0,0 1 0,1-1 0,-1 2 0,-17 11 0,27-16 0,-1 1 0,0 1 0,1-1 0,-1 0 0,1 1 0,-1-1 0,1 1 0,0 0 0,0 0 0,1 0 0,-1 0 0,0 0 0,1 0 0,0 0 0,0 0 0,0 1 0,0-1 0,-1 6 0,3-5 0,-1 1 0,0-1 0,1 1 0,0-1 0,0 1 0,0-1 0,0 0 0,1 1 0,0-1 0,0 0 0,0 0 0,4 5 0,5 6 0,0-1 0,1-1 0,1 0 0,0 0 0,28 19 0,124 71 0,-35-24 0,-108-60 0,-22-19 0,1 0 0,-1 1 0,0-1 0,0 0 0,0 1 0,0-1 0,1 0 0,-1 1 0,0-1 0,0 0 0,0 1 0,0-1 0,0 0 0,0 1 0,0-1 0,0 0 0,0 1 0,0-1 0,0 0 0,0 1 0,0-1 0,0 0 0,-1 1 0,1-1 0,0 0 0,0 1 0,-1 0 0,0-1 0,1 1 0,-1 0 0,0-1 0,0 1 0,0-1 0,0 1 0,1-1 0,-1 1 0,0-1 0,0 0 0,0 1 0,0-1 0,-1 0 0,-39 7 0,0-3 0,1-1 0,-48-3 0,30 0 0,-51 1-1365,6-1-5461</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59.695"/>
    </inkml:context>
    <inkml:brush xml:id="br0">
      <inkml:brushProperty name="width" value="0.05" units="cm"/>
      <inkml:brushProperty name="height" value="0.05" units="cm"/>
      <inkml:brushProperty name="color" value="#FFFFFF"/>
    </inkml:brush>
  </inkml:definitions>
  <inkml:trace contextRef="#ctx0" brushRef="#br0">1 82 24575,'6'14'0,"1"-1"0,15 21 0,-19-29 0,-1-1 0,1 1 0,1-1 0,-1 0 0,0 0 0,1 0 0,0 0 0,0-1 0,0 0 0,0 1 0,1-1 0,-1-1 0,1 1 0,0-1 0,-1 0 0,9 3 0,-6-4 0,0 0 0,-1 0 0,1-1 0,0 0 0,-1 0 0,1-1 0,0 0 0,-1 0 0,1 0 0,0-1 0,-1 0 0,7-3 0,18-10-38,0-1 0,-1-1 0,0-2-1,-2 0 1,28-27 0,-12 12-1098,-9 7-5690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00.053"/>
    </inkml:context>
    <inkml:brush xml:id="br0">
      <inkml:brushProperty name="width" value="0.05" units="cm"/>
      <inkml:brushProperty name="height" value="0.05" units="cm"/>
      <inkml:brushProperty name="color" value="#FFFFFF"/>
    </inkml:brush>
  </inkml:definitions>
  <inkml:trace contextRef="#ctx0" brushRef="#br0">13 107 24575,'-1'-1'0,"1"1"0,-1 0 0,0 0 0,0 0 0,1 0 0,-1-1 0,0 1 0,1 0 0,-1-1 0,0 1 0,1 0 0,-1-1 0,1 1 0,-1-1 0,1 1 0,-1-1 0,1 1 0,-1-1 0,1 0 0,-1 0 0,1-2 0,8 8 0,24 28 0,-24-24 0,1 0 0,-1-1 0,2 1 0,-1-2 0,1 1 0,12 6 0,-19-13 0,0 0 0,0 0 0,0-1 0,0 1 0,0-1 0,1 0 0,-1 0 0,0 0 0,0 0 0,0 0 0,0-1 0,0 1 0,0-1 0,0 0 0,0 0 0,0 0 0,0 0 0,0-1 0,0 1 0,-1-1 0,1 0 0,0 1 0,-1-1 0,4-4 0,7-6 0,0-1 0,-2 0 0,13-17 0,-13 16 0,53-70-1365,-53 72-5461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00.412"/>
    </inkml:context>
    <inkml:brush xml:id="br0">
      <inkml:brushProperty name="width" value="0.05" units="cm"/>
      <inkml:brushProperty name="height" value="0.05" units="cm"/>
      <inkml:brushProperty name="color" value="#FFFFFF"/>
    </inkml:brush>
  </inkml:definitions>
  <inkml:trace contextRef="#ctx0" brushRef="#br0">1 207 24575,'2'0'0,"1"0"0,-1 1 0,1-1 0,-1 1 0,0 0 0,1 0 0,-1 0 0,0 0 0,0 0 0,0 1 0,0-1 0,0 0 0,0 1 0,0 0 0,0-1 0,0 1 0,-1 0 0,1 0 0,-1 0 0,2 2 0,4 7 0,-1 1 0,8 18 0,-7-16 0,-1 0 0,-3-6 0,0-1 0,1 1 0,0-1 0,0 0 0,6 7 0,-9-13 0,0 0 0,0 1 0,1-1 0,-1 0 0,0 0 0,0 0 0,1 0 0,-1-1 0,0 1 0,1 0 0,-1 0 0,1-1 0,-1 1 0,1-1 0,-1 1 0,1-1 0,0 0 0,-1 0 0,1 1 0,-1-1 0,1 0 0,0-1 0,-1 1 0,1 0 0,-1 0 0,1-1 0,-1 1 0,1-1 0,-1 1 0,1-1 0,2-1 0,5-3 0,-1-1 0,0 0 0,0 0 0,0 0 0,12-15 0,32-43 0,-35 41 0,134-174-1365,-118 156-5461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2.208"/>
    </inkml:context>
    <inkml:brush xml:id="br0">
      <inkml:brushProperty name="width" value="0.05" units="cm"/>
      <inkml:brushProperty name="height" value="0.05" units="cm"/>
      <inkml:brushProperty name="color" value="#FFFFFF"/>
    </inkml:brush>
  </inkml:definitions>
  <inkml:trace contextRef="#ctx0" brushRef="#br0">2606 166 24575,'-42'-12'6,"0"1"0,-1 2-1,0 2 1,0 2 0,-1 2 0,-63 4-1,10 6-105,-171 37 0,152-18-30,2 6 0,2 5 0,-165 77 0,186-68 74,2 3 0,2 5 0,3 4 0,-111 97 0,104-71 56,3 5 0,5 3 0,3 4 0,5 3 0,-87 150 0,140-209-13,2 0 0,1 1 0,2 2 0,3 0 0,-16 68 0,26-89 7,1 1 0,1 0 0,0 0 0,2 0 1,1 0-1,1 0 0,0-1 0,2 1 0,1 0 0,0-1 0,2 0 0,16 37 0,-10-36-10,0 0-1,1-1 1,1 0 0,2-1 0,26 27 0,-15-21-45,2-2 0,0-1 0,40 24 1,-2-9-98,1-3 0,2-3 0,87 27 0,8-7-341,2-8 0,256 34 1,355-20-1159,-189-74 1178,-436-1 190,282-65 0,-337 54 167,-1-5 0,-1-3 0,157-84 1,-186 80 87,-2-2 0,-2-4-1,-2-2 1,-2-3 0,85-92 0,-109 101 70,-1-1 1,-2-2-1,-2-2 0,-2 0 1,-2-2-1,38-96 0,-54 113 2,-1-1 0,-1 0 0,-2 0 0,-2-1 0,0 1 0,-3-1 0,0 0 0,-2-1 0,-2 1 0,-1 0 0,-1 1 0,-15-54 0,8 52 0,-1 1-1,-2 0 1,-1 1 0,-35-53 0,22 44-63,-3 1 1,-64-66 0,23 41 248,-2 3 0,-2 4 0,-89-52 0,17 24-190,-3 7 0,-3 6 0,-3 7 0,-207-57 1,280 100 371,0 3 1,-2 4-1,-108-7 1,151 21-353,0 1 0,0 3 0,-1 2 0,1 1 0,1 2 0,-1 2 0,1 2 0,-57 23 0,49-11-5299</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2.911"/>
    </inkml:context>
    <inkml:brush xml:id="br0">
      <inkml:brushProperty name="width" value="0.05" units="cm"/>
      <inkml:brushProperty name="height" value="0.05" units="cm"/>
      <inkml:brushProperty name="color" value="#FFFFFF"/>
    </inkml:brush>
  </inkml:definitions>
  <inkml:trace contextRef="#ctx0" brushRef="#br0">69 92 24575,'-4'-6'0,"1"-1"0,0 0 0,0 0 0,0 0 0,1-1 0,0 1 0,0-8 0,2 14 0,0 0 0,0 1 0,1-1 0,-1 0 0,0 0 0,0 1 0,1-1 0,-1 0 0,1 1 0,-1-1 0,1 0 0,-1 1 0,1-1 0,-1 1 0,1-1 0,0 1 0,-1-1 0,1 1 0,0-1 0,-1 1 0,1 0 0,0-1 0,-1 1 0,1 0 0,0-1 0,0 1 0,0 0 0,1 0 0,25-3 0,-23 3 0,133 0 0,-67 1 0,92-10 0,-159 9 0,2-1 0,-1 1 0,1-1 0,-1 1 0,1 0 0,8 1 0,-12-1 0,0 1 0,0-1 0,-1 0 0,1 0 0,0 1 0,0-1 0,-1 1 0,1-1 0,0 0 0,-1 1 0,1-1 0,0 1 0,-1 0 0,1-1 0,-1 1 0,1 0 0,-1-1 0,1 1 0,-1 0 0,0-1 0,1 1 0,-1 0 0,0 0 0,1-1 0,-1 1 0,0 0 0,0 0 0,0 0 0,0-1 0,0 1 0,0 0 0,0 0 0,0 0 0,0 0 0,0-1 0,0 1 0,0 0 0,-1 0 0,1 1 0,-18 63 0,10-40 0,2 0 0,-5 36 0,8 51 0,2-12 0,1-100 0,0 1 0,0 0 0,0 0 0,0-1 0,0 1 0,0 0 0,0-1 0,-1 1 0,1 0 0,0-1 0,0 1 0,-1 0 0,1-1 0,0 1 0,-1 0 0,1-1 0,-1 1 0,1-1 0,-1 1 0,1-1 0,-1 1 0,1-1 0,-1 1 0,0-1 0,1 0 0,-1 1 0,1-1 0,-1 0 0,0 1 0,1-1 0,-1 0 0,0 0 0,1 0 0,-1 0 0,0 0 0,0 0 0,1 1 0,-1-2 0,0 1 0,1 0 0,-1 0 0,0 0 0,0 0 0,0-1 0,-6-1 0,1 0 0,0 0 0,0-1 0,-7-4 0,-2 0 0,0 1 0,-1 1 0,1 1 0,-1 0 0,0 1 0,-1 1 0,1 0 0,0 1 0,-1 1 0,1 1 0,0 0 0,-1 1 0,1 0 0,0 2 0,0 0 0,1 1 0,-1 0 0,1 1 0,0 1 0,0 0 0,1 1 0,-19 14 0,30-20-105,1 0 0,0 0 0,-1 0 0,1 0 0,0 1 0,0-1 0,0 1 0,0-1 0,0 1 0,1 0 0,-1 0 0,-1 4 0,1 9-6721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4:33.395"/>
    </inkml:context>
    <inkml:brush xml:id="br0">
      <inkml:brushProperty name="width" value="0.05" units="cm"/>
      <inkml:brushProperty name="height" value="0.05" units="cm"/>
      <inkml:brushProperty name="color" value="#FFFFFF"/>
    </inkml:brush>
  </inkml:definitions>
  <inkml:trace contextRef="#ctx0" brushRef="#br0">1 240 24575,'0'-2'0,"2"7"0,2 18 0,4 35 0,-7 116 0,11-385 0,-7 170 0,3 0 0,1 0 0,16-42 0,-22 74 0,0 1 0,1 0 0,0 0 0,0 1 0,8-12 0,-11 18 0,1-1 0,-1 0 0,0 1 0,1-1 0,-1 1 0,1 0 0,-1-1 0,1 1 0,0 0 0,0 0 0,-1 0 0,1 0 0,0 0 0,0 0 0,0 1 0,0-1 0,0 1 0,0-1 0,0 1 0,0 0 0,0 0 0,0 0 0,0 0 0,1 0 0,-1 0 0,0 1 0,0-1 0,4 2 0,3 2 0,-1 0 0,1 1 0,0 0 0,-1 1 0,0 0 0,-1 0 0,11 10 0,-15-13 0,0 0 0,0 0 0,0 0 0,0 1 0,-1-1 0,0 1 0,1 0 0,-1 0 0,0 0 0,-1 0 0,1 0 0,-1 0 0,0 0 0,0 0 0,0 1 0,0-1 0,-1 0 0,0 9 0,-1-9 17,0-1-1,0 0 0,0 0 0,-1 0 1,1 0-1,-1 0 0,0 0 0,0 0 1,0-1-1,0 1 0,0-1 0,0 1 1,-1-1-1,1 0 0,-1 0 0,0 0 1,0 0-1,0-1 0,0 1 0,-4 1 1,-6 2-444,-1 0 0,1-1 1,-19 4-1,-6-1-6399</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02.705"/>
    </inkml:context>
    <inkml:brush xml:id="br0">
      <inkml:brushProperty name="width" value="0.05" units="cm"/>
      <inkml:brushProperty name="height" value="0.05" units="cm"/>
      <inkml:brushProperty name="color" value="#FFFFFF"/>
    </inkml:brush>
  </inkml:definitions>
  <inkml:trace contextRef="#ctx0" brushRef="#br0">1 104 24575,'984'-50'0,"-652"25"0,-280 22 117,155-17-1599,-179 15-5344</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09.597"/>
    </inkml:context>
    <inkml:brush xml:id="br0">
      <inkml:brushProperty name="width" value="0.05" units="cm"/>
      <inkml:brushProperty name="height" value="0.05" units="cm"/>
      <inkml:brushProperty name="color" value="#FFFFFF"/>
    </inkml:brush>
  </inkml:definitions>
  <inkml:trace contextRef="#ctx0" brushRef="#br0">0 49 24575,'1'0'0,"-1"-1"0,0 0 0,1 0 0,-1 0 0,0 1 0,1-1 0,-1 0 0,1 0 0,0 1 0,-1-1 0,1 1 0,0-1 0,-1 0 0,1 1 0,0-1 0,-1 1 0,1-1 0,0 1 0,0 0 0,0-1 0,1 1 0,19-8 0,11 0 0,0 2 0,0 1 0,34-1 0,99 3 0,-162 3 0,0 0 0,1 0 0,0 0 0,-1 1 0,1-1 0,-1 1 0,1 0 0,-1 0 0,0 0 0,1 0 0,-1 0 0,4 3 0,-5-3 0,0 1 0,-1-1 0,1 1 0,0 0 0,-1 0 0,1 0 0,-1 0 0,0 0 0,1 0 0,-1 0 0,0 0 0,0 0 0,-1 1 0,1-1 0,0 0 0,-1 1 0,1 3 0,44 278 0,-45-281 0,1-1 0,-1 1 0,1-1 0,-1 1 0,0-1 0,0 1 0,0-1 0,-1 0 0,1 1 0,0-1 0,-1 1 0,-1 2 0,2-5 0,0 1 0,0-1 0,-1 0 0,1 1 0,0-1 0,-1 0 0,1 1 0,0-1 0,-1 0 0,1 0 0,0 1 0,-1-1 0,1 0 0,0 0 0,-1 0 0,1 0 0,-1 0 0,1 1 0,-1-1 0,1 0 0,0 0 0,-1 0 0,1 0 0,-1 0 0,0 0 0,-18-10 0,-5-6 0,0 1 0,-1 1 0,-1 1 0,-53-19 0,64 27 0,-1 1 0,0 0 0,0 1 0,0 1 0,0 0 0,0 2 0,0 0 0,-1 0 0,1 1 0,-21 5 0,34-5 19,0 0 0,0 0 0,0 0 0,0 0 0,0 0 0,0 1 0,0-1 0,1 1 0,-1 0 0,1 0 0,-1 0 0,1 0 0,0 0 0,-1 1 0,1-1 0,0 1 0,-1 2 0,2-3-83,0 0 1,0 0 0,0 0 0,1 0 0,-1 0-1,1 0 1,0 0 0,-1 0 0,1 0 0,0 0-1,0 0 1,1 0 0,-1 0 0,0 0-1,0 0 1,1 0 0,0 0 0,-1 0 0,1 0-1,0 0 1,0-1 0,0 1 0,0 0 0,0 0-1,0-1 1,3 4 0,6 5-6763</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0.097"/>
    </inkml:context>
    <inkml:brush xml:id="br0">
      <inkml:brushProperty name="width" value="0.05" units="cm"/>
      <inkml:brushProperty name="height" value="0.05" units="cm"/>
      <inkml:brushProperty name="color" value="#FFFFFF"/>
    </inkml:brush>
  </inkml:definitions>
  <inkml:trace contextRef="#ctx0" brushRef="#br0">10 71 24575,'0'0'0,"0"0"0,0-1 0,1 1 0,-1 0 0,0 0 0,0 0 0,1 0 0,-1 0 0,0-1 0,1 1 0,-1 0 0,0 0 0,1 0 0,-1 0 0,0 0 0,0 0 0,1 0 0,-1 0 0,0 0 0,1 0 0,-1 0 0,0 0 0,1 0 0,-1 0 0,0 1 0,1-1 0,-1 0 0,0 0 0,0 0 0,1 0 0,-1 0 0,0 1 0,0-1 0,1 0 0,-1 0 0,0 1 0,0-1 0,0 0 0,1 0 0,-1 1 0,0-1 0,0 0 0,0 0 0,0 1 0,0-1 0,1 0 0,-1 1 0,0-1 0,0 0 0,0 1 0,0-1 0,0 0 0,0 0 0,0 1 0,6 24 0,-5-19 0,11 60 0,5 83 0,-21-179 0,-13-44 0,9 48 0,2-1 0,1 0 0,1 0 0,-1-28 0,5 52 0,0 1 0,0 0 0,1 0 0,-1 0 0,0 0 0,1 0 0,0 0 0,-1 0 0,1 0 0,0 0 0,0 0 0,0 0 0,0 0 0,1 0 0,-1 0 0,0 1 0,1-1 0,-1 1 0,4-3 0,-2 1 0,1 2 0,-1-1 0,1 0 0,-1 1 0,1-1 0,0 1 0,-1 0 0,1 0 0,0 1 0,5-1 0,2 0 0,0 1 0,0 1 0,0 0 0,0 1 0,0 0 0,-1 0 0,14 5 0,-20-5 0,0-1 0,0 1 0,-1 0 0,1 0 0,-1 0 0,1 1 0,-1-1 0,0 1 0,0 0 0,0-1 0,0 1 0,5 7 0,-7-8 0,-1-1 0,1 1 0,0 0 0,0 0 0,-1 0 0,1 0 0,-1 0 0,1 1 0,-1-1 0,0 0 0,0 0 0,0 0 0,0 0 0,0 0 0,-1 0 0,1 0 0,0 0 0,-1 0 0,0 0 0,1 0 0,-1 0 0,0 0 0,0 0 0,0 0 0,0 0 0,-1-1 0,0 3 0,-5 3 38,-1 1 0,1-1 0,-1 0 0,0 0 0,-1-1 0,0 0 0,0-1 0,-12 6 0,-79 30-1745,69-31-5119</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0.330"/>
    </inkml:context>
    <inkml:brush xml:id="br0">
      <inkml:brushProperty name="width" value="0.05" units="cm"/>
      <inkml:brushProperty name="height" value="0.05" units="cm"/>
      <inkml:brushProperty name="color" value="#FFFFFF"/>
    </inkml:brush>
  </inkml:definitions>
  <inkml:trace contextRef="#ctx0" brushRef="#br0">1 17 24575,'10'-4'0,"-1"1"0,1 1 0,0-1 0,0 1 0,0 1 0,0 0 0,1 0 0,-1 1 0,0 0 0,0 1 0,1 0 0,-1 1 0,0 0 0,0 1 0,-1-1 0,1 2 0,0 0 0,14 8 0,-15-6 0,1 0 0,-1 1 0,0 1 0,0-1 0,-1 1 0,0 1 0,-1 0 0,0 0 0,0 0 0,-1 1 0,0 0 0,-1 0 0,0 0 0,5 16 0,-7-17 0,0-1 0,-1 1 0,0 1 0,-1-1 0,0 0 0,0 0 0,-1 1 0,0-1 0,-1 0 0,0 0 0,0 1 0,-1-1 0,0 0 0,-1 0 0,0-1 0,0 1 0,-1 0 0,-5 9 0,-2-3-151,-1 0-1,-1 0 0,0-1 0,-1 0 1,0-2-1,-1 1 0,0-2 1,-19 11-1,-25 14-6674</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0.625"/>
    </inkml:context>
    <inkml:brush xml:id="br0">
      <inkml:brushProperty name="width" value="0.05" units="cm"/>
      <inkml:brushProperty name="height" value="0.05" units="cm"/>
      <inkml:brushProperty name="color" value="#FFFFFF"/>
    </inkml:brush>
  </inkml:definitions>
  <inkml:trace contextRef="#ctx0" brushRef="#br0">61 1 24575,'0'3'0,"-2"6"0,-4 4 0,-2 6 0,0 5 0,-3 6 0,0 7 0,3 5 0,2 3 0,6 6 0,7 1 0,9 1 0,9 0 0,12-5 0,12-4 0,16-7 0,-4-10-8191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5.030"/>
    </inkml:context>
    <inkml:brush xml:id="br0">
      <inkml:brushProperty name="width" value="0.05" units="cm"/>
      <inkml:brushProperty name="height" value="0.05" units="cm"/>
      <inkml:brushProperty name="color" value="#FFFFFF"/>
    </inkml:brush>
  </inkml:definitions>
  <inkml:trace contextRef="#ctx0" brushRef="#br0">51 1008 24575,'-7'-8'0,"2"0"0,-1 0 0,1-1 0,0 0 0,1 0 0,0 0 0,0 0 0,1-1 0,1 1 0,-3-17 0,5 17 0,5 11 0,6 12 0,2 16 0,-1 1 0,-2-1 0,-1 2 0,6 39 0,-11-55 0,45 374 0,-50-368 0,-6-32 0,-8-36 0,-33-290 0,37 237 0,-12-112 0,4-250 0,20 419 0,1 1 0,13-63 0,-12 91 0,1-1 0,0 1 0,1 1 0,12-24 0,-13 29 0,0 1 0,0 0 0,1 0 0,0 1 0,0-1 0,0 1 0,1 0 0,-1 0 0,1 1 0,7-4 0,-7 4 0,1 1 0,-1 0 0,1 1 0,0 0 0,0 0 0,0 0 0,0 1 0,0 0 0,0 0 0,10 1 0,-5 0 0,0 1 0,0 1 0,0 0 0,-1 1 0,19 6 0,-5 1 0,-2 1 0,0 1 0,0 1 0,41 32 0,-32-19 0,-2 1 0,-1 1 0,-1 2 0,-2 1 0,25 36 0,-34-41 0,-1 0 0,-1 0 0,-2 2 0,-1 0 0,-1 0 0,-1 1 0,9 43 0,-17-57 0,0 0 0,-1 1 0,0-1 0,-1 0 0,-1 1 0,0-1 0,-1 0 0,-1 0 0,0 0 0,-1 0 0,-1 0 0,-8 18 0,5-18 0,-1 0 0,0 0 0,-1-1 0,0 0 0,-1-1 0,0 0 0,-1-1 0,-1-1 0,0 1 0,-26 16 0,16-14 0,-1-1 0,0-1 0,0-1 0,-1-2 0,0 0 0,-1-1 0,-28 4 0,35-9 0,0 0 0,-1-1 0,1-2 0,-1 0 0,1 0 0,-1-2 0,1-1 0,-1 0 0,1-1 0,-25-10 0,35 10 0,0 0 0,0-1 0,1 0 0,0 0 0,0-1 0,0 0 0,1-1 0,0 1 0,-9-12 0,14 16 0,0-1 0,1 1 0,-1-1 0,1 1 0,-1-1 0,1 0 0,0 0 0,0 0 0,0 0 0,0 0 0,0 0 0,1 0 0,0 0 0,-1-4 0,2 4 0,-1 1 0,1-1 0,-1 1 0,1 0 0,0-1 0,0 1 0,0 0 0,0-1 0,1 1 0,-1 0 0,1 0 0,-1 0 0,1 0 0,0 0 0,-1 0 0,1 1 0,0-1 0,0 1 0,5-3 0,-1 0 0,0 1 0,0 0 0,1 1 0,-1-1 0,1 1 0,0 1 0,0-1 0,0 1 0,-1 0 0,1 1 0,0-1 0,0 2 0,0-1 0,0 1 0,0 0 0,0 0 0,0 0 0,-1 1 0,1 1 0,7 2 0,4 3 0,-1 1 0,1 0 0,-2 1 0,1 1 0,29 25 0,-21-12 0,-1 1 0,-1 0 0,32 48 0,46 92 0,-19-27 0,-74-127-170,-1 0-1,1-1 0,1 1 1,0-2-1,0 1 0,1-1 1,18 13-1,-2-7-6655</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5.901"/>
    </inkml:context>
    <inkml:brush xml:id="br0">
      <inkml:brushProperty name="width" value="0.05" units="cm"/>
      <inkml:brushProperty name="height" value="0.05" units="cm"/>
      <inkml:brushProperty name="color" value="#FFFFFF"/>
    </inkml:brush>
  </inkml:definitions>
  <inkml:trace contextRef="#ctx0" brushRef="#br0">169 356 24575,'5'-25'0,"-4"21"0,0 1 0,0-1 0,0 1 0,0-1 0,-1 0 0,0 0 0,0-4 0,0 6 0,0 1 0,0 0 0,-1 0 0,1 0 0,-1 0 0,1 0 0,-1 0 0,1 1 0,-1-1 0,0 0 0,1 0 0,-1 0 0,0 0 0,0 1 0,0-1 0,0 0 0,1 1 0,-1-1 0,0 1 0,0-1 0,0 1 0,0-1 0,0 1 0,0 0 0,0-1 0,-1 1 0,1 0 0,0 0 0,0 0 0,-2 0 0,1-1 0,-1 1 0,1 0 0,-1 0 0,1 0 0,0 1 0,-1-1 0,1 0 0,-1 1 0,1 0 0,0-1 0,-1 1 0,1 0 0,0 0 0,0 0 0,-1 1 0,-2 1 0,2 0 0,0 0 0,-1 1 0,1-1 0,0 1 0,1-1 0,-1 1 0,1 0 0,-3 6 0,0 2 0,0 0 0,1 0 0,1 0 0,0 1 0,-2 17 0,4-17 0,0 0 0,1 0 0,0 0 0,1 0 0,1 0 0,4 20 0,-4-28 0,-1-1 0,1 1 0,0-1 0,0 0 0,0 0 0,0 0 0,1 0 0,0 0 0,5 5 0,-6-7 0,0 0 0,1 0 0,-1 0 0,1-1 0,-1 1 0,1-1 0,0 1 0,-1-1 0,1 0 0,0 0 0,0-1 0,0 1 0,0 0 0,0-1 0,0 0 0,4 0 0,-4 0 0,0 0 0,-1 0 0,1-1 0,0 1 0,-1-1 0,1 0 0,0 0 0,-1 0 0,1 0 0,-1 0 0,1 0 0,-1-1 0,0 0 0,1 1 0,2-4 0,-1 1 0,-1 1 0,0-2 0,0 1 0,0 0 0,0-1 0,0 1 0,3-10 0,-2 3 0,-1-1 0,0 1 0,-1-1 0,0 1 0,-1-1 0,1-21 0,-3 15 0,-1 0 0,0 0 0,-2 0 0,0 0 0,-1 0 0,-11-28 0,13 40 0,1 0 0,-1-1 0,-1 1 0,1 0 0,-1 0 0,0 1 0,-1-1 0,1 1 0,-1 0 0,0 0 0,0 1 0,-1-1 0,1 1 0,-1 0 0,0 1 0,0-1 0,-1 1 0,1 1 0,0-1 0,-11-2 0,14 4 0,0 1 0,-1 0 0,1-1 0,0 1 0,0 1 0,0-1 0,-1 0 0,1 1 0,0-1 0,0 1 0,0 0 0,0 0 0,0 0 0,0 1 0,0-1 0,0 1 0,1-1 0,-1 1 0,1 0 0,-1 0 0,1 0 0,-3 4 0,3-4 0,0 0 0,1 0 0,0 0 0,0 0 0,-1 1 0,1-1 0,0 1 0,1-1 0,-1 1 0,0-1 0,1 1 0,0-1 0,-1 1 0,1-1 0,0 1 0,0 0 0,1-1 0,-1 1 0,0-1 0,1 1 0,-1-1 0,1 1 0,0-1 0,0 1 0,0-1 0,0 0 0,3 5 0,2 0 0,-1 0 0,1-1 0,0 0 0,1 0 0,-1 0 0,1 0 0,1-1 0,-1 0 0,1-1 0,-1 0 0,1 0 0,1 0 0,-1-1 0,13 3 0,-1-1 0,1-1 0,0 0 0,0-1 0,42-1 0,-43-3 0,0 0 0,0-2 0,1 0 0,-2-1 0,1-1 0,0-1 0,-1 0 0,20-11 0,-28 11 0,0 0 0,-1-1 0,1 0 0,-2 0 0,1-1 0,-1 0 0,0-1 0,-1 0 0,0-1 0,-1 1 0,1-2 0,-2 1 0,0-1 0,8-16 0,-13 23 0,6-12 0,-4 14 0,-2 7 0,1 45 0,-3-28 0,2-1 0,1 1 0,0-1 0,8 27 0,-6-32 0,2 0 0,0 0 0,1-1 0,12 20 0,-16-29 0,1 0 0,0-1 0,0 1 0,1-1 0,-1 0 0,1-1 0,0 1 0,1-1 0,-1 0 0,1 0 0,-1 0 0,1-1 0,11 4 0,-13-6 0,-1 0 0,1 0 0,-1-1 0,1 0 0,0 0 0,0 0 0,-1 0 0,1 0 0,0-1 0,-1 0 0,1 0 0,-1 0 0,1 0 0,-1 0 0,1-1 0,-1 1 0,0-1 0,1 0 0,-1 0 0,0 0 0,0-1 0,-1 1 0,1-1 0,0 1 0,3-6 0,6-7 0,-1 0 0,0-1 0,13-28 0,-21 39 0,31-72 0,-22 49 0,14-27 0,-25 54 0,-1 0 0,0 0 0,1 1 0,-1-1 0,1 0 0,-1 1 0,1-1 0,-1 0 0,1 1 0,0-1 0,-1 1 0,1-1 0,0 0 0,-1 1 0,1 0 0,0-1 0,-1 1 0,2-1 0,-1 1 0,-1 0 0,1 0 0,-1 0 0,1 0 0,-1 1 0,0-1 0,1 0 0,-1 0 0,1 0 0,-1 1 0,1-1 0,-1 0 0,0 0 0,1 1 0,-1-1 0,0 0 0,1 1 0,-1-1 0,0 0 0,0 1 0,1-1 0,-1 0 0,1 2 0,11 32 0,-10-25 0,3 5 0,0-1 0,1 1 0,1-1 0,0-1 0,15 21 0,-17-26 0,0-1 0,1 0 0,-1 0 0,2 0 0,-1-1 0,0 1 0,1-1 0,0-1 0,0 0 0,0 0 0,12 5 0,-17-9 0,-1 1 0,1-1 0,-1 1 0,1-1 0,0 1 0,-1-1 0,1 0 0,0 0 0,-1 0 0,1 0 0,-1 0 0,1 0 0,0-1 0,-1 1 0,1 0 0,-1-1 0,1 1 0,-1-1 0,1 0 0,-1 1 0,1-1 0,2-2 0,-2 1 0,-1 0 0,1 0 0,-1 0 0,1 0 0,-1-1 0,0 1 0,1 0 0,-1-1 0,0 1 0,-1-1 0,1 1 0,0-6 0,1-5 0,-1-1 0,-1 1 0,0-1 0,-3-18 0,-1 7 0,0 0 0,-2 1 0,-1 0 0,-1 0 0,-1 0 0,-1 1 0,-1 1 0,-1 0 0,-17-24 0,25 40 49,0 2 0,0-1 0,-1 0-1,1 1 1,-1 0 0,-9-6 0,13 9-93,-1 0 0,1 0 0,0 1 1,0-1-1,0 1 0,0-1 0,0 1 1,-1-1-1,1 1 0,0 0 0,-1-1 0,1 1 1,0 0-1,0 0 0,-1 0 0,1 0 1,0 0-1,-1 0 0,1 1 0,0-1 1,0 0-1,-1 1 0,1-1 0,0 1 1,0-1-1,0 1 0,0-1 0,0 1 1,-1 0-1,1 0 0,0 0 0,1-1 1,-1 1-1,0 0 0,0 0 0,0 0 1,0 0-1,0 2 0,-6 12-6782</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6.353"/>
    </inkml:context>
    <inkml:brush xml:id="br0">
      <inkml:brushProperty name="width" value="0.05" units="cm"/>
      <inkml:brushProperty name="height" value="0.05" units="cm"/>
      <inkml:brushProperty name="color" value="#FFFFFF"/>
    </inkml:brush>
  </inkml:definitions>
  <inkml:trace contextRef="#ctx0" brushRef="#br0">22 1065 24575,'-1'-2'0,"0"-1"0,0 1 0,0 0 0,-1 0 0,1 0 0,-1 0 0,1 0 0,-1 1 0,-2-3 0,-2 0 0,16 15 0,-3-3 0,1-1 0,0 0 0,1 0 0,-1-1 0,1 0 0,1 0 0,-1-1 0,1 0 0,0-1 0,0 0 0,11 2 0,-16-4 0,1-1 0,-1 0 0,1 0 0,-1 0 0,1-1 0,-1 0 0,1 0 0,-1 0 0,1-1 0,-1 0 0,1 0 0,-1 0 0,0 0 0,0-1 0,1 0 0,-1 0 0,0-1 0,-1 1 0,1-1 0,0 0 0,-1 0 0,1-1 0,4-4 0,-1-3 0,0 0 0,0 0 0,-1 0 0,-1-1 0,0 0 0,-1-1 0,0 1 0,0-1 0,-2 0 0,4-19 0,0-14 0,2-78 0,-7 12 0,-4-1 0,-6 1 0,-44-219 0,49 319 0,0 0 0,0 0 0,-1 0 0,0 1 0,-12-21 0,16 31 0,0 0 0,-1 1 0,1-1 0,0 1 0,-1-1 0,1 1 0,0-1 0,-1 1 0,1-1 0,-1 1 0,1-1 0,-1 1 0,1 0 0,-1-1 0,1 1 0,-1 0 0,1-1 0,-1 1 0,1 0 0,-1 0 0,0 0 0,1-1 0,-1 1 0,0 0 0,1 0 0,-1 0 0,1 0 0,-1 0 0,0 0 0,0 1 0,0 0 0,0-1 0,0 1 0,0 0 0,0 0 0,1-1 0,-1 1 0,0 0 0,0 0 0,1 0 0,-1 0 0,1 0 0,-1 0 0,1 0 0,-1 2 0,-5 16 0,0 1 0,2-1 0,0 2 0,1-1 0,0 29 0,1-21 0,-4 62 0,4-1 0,4 0 0,4 1 0,3-1 0,5-1 0,27 95 0,-32-151 114,3 1 0,19 39 0,-24-58-328,1 0 1,0-1 0,1 0-1,1 0 1,0-1 0,0 0-1,14 10 1,13 6-6613</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7.549"/>
    </inkml:context>
    <inkml:brush xml:id="br0">
      <inkml:brushProperty name="width" value="0.05" units="cm"/>
      <inkml:brushProperty name="height" value="0.05" units="cm"/>
      <inkml:brushProperty name="color" value="#FFFFFF"/>
    </inkml:brush>
  </inkml:definitions>
  <inkml:trace contextRef="#ctx0" brushRef="#br0">97 903 24575,'0'-4'0,"0"0"0,0 1 0,-1-1 0,0 0 0,0 1 0,0-1 0,0 0 0,0 1 0,-1-1 0,0 1 0,-2-4 0,3 6 0,1 0 0,-1 0 0,0 0 0,1 1 0,-1-1 0,0 0 0,0 1 0,0-1 0,0 0 0,1 1 0,-1-1 0,0 1 0,0-1 0,0 1 0,0 0 0,0-1 0,0 1 0,0 0 0,0 0 0,0 0 0,0 0 0,-1 0 0,1 0 0,0 0 0,0 0 0,0 0 0,0 0 0,0 1 0,0-1 0,0 0 0,0 1 0,0-1 0,0 1 0,0-1 0,1 1 0,-1-1 0,0 1 0,0 0 0,0-1 0,0 1 0,1 0 0,-1 0 0,0-1 0,0 3 0,-2 1 0,0 0 0,0 0 0,0 0 0,1 0 0,-1 1 0,1-1 0,0 1 0,1-1 0,-1 1 0,1 0 0,0 0 0,0 0 0,0 0 0,1-1 0,0 9 0,0-10 0,0 1 0,0-1 0,0 0 0,1 0 0,-1 1 0,1-1 0,0 0 0,0 0 0,0 0 0,0 0 0,1 0 0,-1 0 0,1 0 0,0-1 0,0 1 0,0 0 0,0-1 0,0 1 0,0-1 0,1 0 0,-1 0 0,1 0 0,0 0 0,3 2 0,1-2 0,-1 1 0,1-1 0,0-1 0,-1 1 0,1-1 0,0 0 0,0-1 0,0 1 0,0-1 0,0-1 0,-1 1 0,1-1 0,0-1 0,0 1 0,-1-1 0,1 0 0,-1-1 0,1 1 0,-1-1 0,0 0 0,0-1 0,0 0 0,0 0 0,-1 0 0,0 0 0,0-1 0,0 0 0,0 0 0,-1 0 0,0-1 0,0 0 0,0 1 0,-1-1 0,1-1 0,-2 1 0,1 0 0,-1-1 0,3-12 0,-3 8 0,-1 0 0,0-1 0,-1 1 0,0 0 0,-1 0 0,0-1 0,-1 1 0,0 0 0,-1 0 0,-4-12 0,5 19 0,1-1 0,-1 1 0,0 0 0,0-1 0,-1 1 0,1 0 0,-1 1 0,0-1 0,0 0 0,0 1 0,0-1 0,-1 1 0,1 0 0,-1 0 0,0 1 0,0-1 0,0 1 0,0 0 0,0 0 0,-1 0 0,1 0 0,0 1 0,-1-1 0,0 1 0,1 1 0,-10-2 0,9 3 0,-1-1 0,0 1 0,1 1 0,-1-1 0,1 1 0,0 0 0,-1 0 0,1 0 0,0 1 0,0-1 0,0 1 0,1 1 0,-1-1 0,1 1 0,-1-1 0,1 1 0,1 1 0,-1-1 0,0 0 0,1 1 0,-4 8 0,-1 0 0,1 1 0,0 0 0,1 0 0,1 1 0,0 0 0,-4 27 0,7-30 0,0 0 0,2 1 0,-1-1 0,1 1 0,1-1 0,0 0 0,1 1 0,1-1 0,-1 0 0,2 0 0,8 21 0,-8-25 0,1 1 0,0-1 0,0 0 0,1-1 0,0 1 0,0-1 0,1 0 0,0 0 0,0-1 0,0 0 0,1 0 0,0-1 0,0 0 0,1-1 0,16 8 0,-12-8 0,1 1 0,-1-2 0,1 0 0,0-1 0,-1 0 0,1-1 0,0 0 0,0-2 0,0 1 0,23-5 0,-29 3 0,0 1 0,0-2 0,-1 1 0,1-1 0,0 0 0,-1-1 0,0 0 0,0 0 0,0 0 0,0-1 0,-1 0 0,1 0 0,-1-1 0,-1 0 0,1 0 0,-1 0 0,0-1 0,0 0 0,4-9 0,-2 1 0,-2 0 0,1 0 0,-2-1 0,0 0 0,-1 0 0,-1 1 0,-1-1 0,1-17 0,-3 8 0,0 0 0,-2 1 0,0-1 0,-10-36 0,5 40 0,3 14 0,0 14 0,3 8 0,0 0 0,0 1 0,2-1 0,0 1 0,3 20 0,0-9 0,2-1 0,9 34 0,-9-46 0,0-1 0,12 24 0,-15-32 0,1-1 0,-1 0 0,1 0 0,0 0 0,0-1 0,0 1 0,1-1 0,-1 0 0,1 0 0,0 0 0,0 0 0,5 3 0,-7-6 0,-1 1 0,1 0 0,-1-1 0,1 0 0,-1 1 0,1-1 0,-1 0 0,1 0 0,0 0 0,-1 0 0,1 0 0,-1 0 0,1 0 0,0 0 0,-1-1 0,1 1 0,-1-1 0,1 1 0,2-2 0,-1 0 0,0 0 0,-1 0 0,1 0 0,0-1 0,-1 1 0,0-1 0,1 1 0,2-6 0,2-3 0,-1 0 0,-1 0 0,0 0 0,4-13 0,2-15 0,-2-1 0,4-45 0,-9 56 0,-5 44 0,1-1 0,0 1 0,1 0 0,1-1 0,6 28 0,-5-33 0,0 0 0,0 1 0,1-1 0,0 0 0,6 10 0,-7-15 0,0-1 0,-1 1 0,1 0 0,0-1 0,1 0 0,-1 0 0,1 0 0,-1 0 0,1 0 0,0-1 0,0 1 0,5 1 0,-2-1 0,0-1 0,1 0 0,-1 0 0,0-1 0,1 0 0,-1-1 0,0 1 0,1-1 0,-1-1 0,1 1 0,-1-1 0,10-3 0,-7 1 0,1 0 0,-1-1 0,0 0 0,-1-1 0,1 0 0,-1-1 0,0 0 0,9-8 0,-9 7 0,0-1 0,0 0 0,-1-1 0,0 0 0,-1 0 0,0-1 0,-1 0 0,0 0 0,0 0 0,-1-1 0,0 0 0,-1 0 0,0 0 0,-1-1 0,0 1 0,1-16 0,-4 24 0,1 0 0,-1 0 0,0-1 0,-1 1 0,1 0 0,0-1 0,-1 1 0,0 0 0,0 0 0,0 0 0,0 0 0,0-1 0,-1 2 0,1-1 0,-1 0 0,0 0 0,0 0 0,0 1 0,0-1 0,0 1 0,0 0 0,-1-1 0,1 1 0,-1 0 0,0 0 0,0 1 0,1-1 0,-1 1 0,0-1 0,0 1 0,-1 0 0,1 0 0,0 0 0,0 0 0,0 1 0,-1 0 0,1-1 0,0 1 0,-1 0 0,1 0 0,0 1 0,0-1 0,-1 1 0,1 0 0,0 0 0,0 0 0,0 0 0,0 0 0,0 0 0,0 1 0,0 0 0,-5 3 0,3 0 0,-1 0 0,1 0 0,0 0 0,0 0 0,1 1 0,0 0 0,0 0 0,0 0 0,1 1 0,-1-1 0,2 1 0,-1 0 0,1-1 0,0 1 0,0 0 0,1 1 0,0-1 0,0 0 0,1 0 0,0 11 0,0-5 0,1 0 0,0 0 0,1 0 0,1 0 0,0 0 0,0 0 0,2-1 0,-1 1 0,2-1 0,9 17 0,-9-21 0,0 0 0,0 0 0,1-1 0,0 0 0,0 0 0,0-1 0,1 0 0,0 0 0,1-1 0,-1 0 0,1 0 0,0-1 0,0 0 0,1-1 0,-1 0 0,1 0 0,-1-1 0,1 0 0,0-1 0,0 0 0,0-1 0,-1 0 0,16-1 0,-12-1 0,0 0 0,0 0 0,0-1 0,0-1 0,-1 0 0,0-1 0,0 0 0,0-1 0,0 0 0,-1-1 0,0 0 0,-1-1 0,0 0 0,0-1 0,0 0 0,-1 0 0,11-16 0,-8 6 0,-1 0 0,0-2 0,-2 1 0,0-1 0,-2 0 0,0-1 0,-1 0 0,4-34 0,-2-14 0,-2-99 0,-15-52 0,4 176 0,-2 1 0,-24-82 0,28 117 0,0-1 0,-1 1 0,0-1 0,0 1 0,-1 0 0,0 1 0,-8-11 0,13 18 0,-1 1 0,1-1 0,-1 0 0,0 0 0,0 0 0,1 1 0,-1-1 0,0 0 0,0 1 0,0-1 0,0 1 0,0-1 0,0 1 0,0 0 0,0-1 0,0 1 0,0 0 0,0-1 0,0 1 0,0 0 0,0 0 0,0 0 0,0 0 0,0 0 0,-2 0 0,2 1 0,-1 0 0,1 0 0,0 0 0,-1 0 0,1 0 0,0 0 0,0 0 0,0 0 0,0 1 0,0-1 0,0 0 0,0 1 0,0-1 0,0 0 0,0 2 0,-3 8 0,0 0 0,1 0 0,-4 19 0,7-30 0,-11 71 0,2 0 0,3 140 0,11-118 0,30 168 0,-25-216 0,1 1 0,26 65 0,-30-95 0,0 0 0,0-1 0,2 0 0,0-1 0,0 1 0,2-2 0,0 0 0,0 0 0,1-1 0,15 13 0,-19-20-170,0 1-1,0-2 0,1 1 1,-1-1-1,1-1 0,0 1 1,12 2-1,15 0-6655</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17.937"/>
    </inkml:context>
    <inkml:brush xml:id="br0">
      <inkml:brushProperty name="width" value="0.05" units="cm"/>
      <inkml:brushProperty name="height" value="0.05" units="cm"/>
      <inkml:brushProperty name="color" value="#FFFFFF"/>
    </inkml:brush>
  </inkml:definitions>
  <inkml:trace contextRef="#ctx0" brushRef="#br0">0 475 24575,'5'2'0,"1"-1"0,-1 1 0,0-1 0,0 0 0,1 0 0,-1-1 0,1 1 0,5-2 0,0 2 0,96-3-44,160-22 1,-198 15-179,1054-135-5565,396-44 557,987 73 5368,-2323 115 2779,-146-2-2837</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1.868"/>
    </inkml:context>
    <inkml:brush xml:id="br0">
      <inkml:brushProperty name="width" value="0.05" units="cm"/>
      <inkml:brushProperty name="height" value="0.05" units="cm"/>
      <inkml:brushProperty name="color" value="#FFFFFF"/>
    </inkml:brush>
  </inkml:definitions>
  <inkml:trace contextRef="#ctx0" brushRef="#br0">0 0 24575,'22'724'0,"-2"-514"-682,65 295-1,-70-442-6143</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2.396"/>
    </inkml:context>
    <inkml:brush xml:id="br0">
      <inkml:brushProperty name="width" value="0.05" units="cm"/>
      <inkml:brushProperty name="height" value="0.05" units="cm"/>
      <inkml:brushProperty name="color" value="#FFFFFF"/>
    </inkml:brush>
  </inkml:definitions>
  <inkml:trace contextRef="#ctx0" brushRef="#br0">8 0 24575,'0'0'0,"0"0"0,-1 1 0,1-1 0,0 0 0,-1 0 0,1 0 0,0 0 0,-1 0 0,1 1 0,0-1 0,-1 0 0,1 0 0,0 0 0,-1 1 0,1-1 0,0 0 0,0 1 0,0-1 0,-1 0 0,1 0 0,0 1 0,0-1 0,0 0 0,-1 1 0,1-1 0,0 0 0,0 1 0,0-1 0,0 1 0,0-1 0,0 0 0,0 1 0,0-1 0,0 1 0,1 16 0,0-13 0,9 59 0,32 104 0,-8-40 0,55 387 342,-42 3-2049,-41-438-5119</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3.550"/>
    </inkml:context>
    <inkml:brush xml:id="br0">
      <inkml:brushProperty name="width" value="0.05" units="cm"/>
      <inkml:brushProperty name="height" value="0.05" units="cm"/>
      <inkml:brushProperty name="color" value="#FFFFFF"/>
    </inkml:brush>
  </inkml:definitions>
  <inkml:trace contextRef="#ctx0" brushRef="#br0">244 461 24575,'0'-2'0,"1"0"0,0 0 0,-1 0 0,1 0 0,0 0 0,0 0 0,0 0 0,1 0 0,1-2 0,5-8 0,-3 3 0,-1-1 0,0 0 0,0 0 0,-1-1 0,-1 1 0,3-21 0,-5 28 0,0 1 0,0-1 0,0 0 0,0 1 0,0-1 0,-1 1 0,1-1 0,-1 1 0,0-1 0,0 1 0,0-1 0,0 1 0,0 0 0,0 0 0,-1-1 0,1 1 0,-1 0 0,1 0 0,-1 0 0,0 1 0,0-1 0,0 0 0,0 1 0,0-1 0,0 1 0,-1 0 0,1-1 0,0 1 0,-1 0 0,1 0 0,0 1 0,-1-1 0,1 0 0,-4 1 0,0-1 0,0 0 0,0 0 0,-1 1 0,1 0 0,0 0 0,0 0 0,0 1 0,0 0 0,-1 0 0,2 1 0,-1 0 0,-12 4 0,11-1 0,-1-1 0,0 1 0,1 0 0,0 1 0,0-1 0,0 1 0,1 1 0,-7 8 0,3-2 0,1 0 0,1 0 0,0 1 0,1 0 0,1 1 0,0-1 0,1 1 0,0 0 0,-4 31 0,8-36 0,0 0 0,0 0 0,2 0 0,-1 0 0,1 0 0,0 0 0,1 0 0,0 0 0,1-1 0,0 1 0,1-1 0,8 18 0,-8-21 0,0 0 0,0-1 0,0 1 0,1-1 0,0 0 0,0 0 0,0-1 0,0 1 0,1-1 0,0 0 0,0-1 0,0 1 0,0-1 0,0-1 0,1 1 0,-1-1 0,1 0 0,0 0 0,11 1 0,-10-2 0,0 0 0,1-1 0,-1 0 0,1-1 0,-1 1 0,1-2 0,-1 1 0,0-1 0,0 0 0,0-1 0,0 0 0,0 0 0,0-1 0,-1 1 0,0-2 0,1 1 0,10-10 0,-9 5 0,-1 0 0,1 0 0,-1-1 0,-1 0 0,0 0 0,0-1 0,-1 0 0,-1 0 0,0-1 0,0 0 0,4-16 0,-5 13 0,0 0 0,-1-1 0,0 0 0,-1 0 0,-1 0 0,0 0 0,-2 0 0,0 0 0,-4-23 0,5 37 0,0 0 0,-1 0 0,1 1 0,-1-1 0,0 0 0,1 1 0,-1-1 0,0 1 0,0-1 0,0 1 0,0-1 0,0 1 0,-1-1 0,1 1 0,0 0 0,-1 0 0,1 0 0,-3-2 0,3 3 0,0 0 0,0-1 0,-1 1 0,1 0 0,0 1 0,0-1 0,0 0 0,0 0 0,0 0 0,0 1 0,0-1 0,0 0 0,1 1 0,-1-1 0,0 1 0,0-1 0,0 1 0,0 0 0,0-1 0,1 1 0,-1 0 0,0-1 0,0 1 0,1 0 0,-1 0 0,1 0 0,-1 0 0,1 0 0,-1-1 0,1 1 0,-1 0 0,1 0 0,0 1 0,-6 11 0,2 0 0,-1-1 0,2 1 0,-1 1 0,2-1 0,0 0 0,1 1 0,0-1 0,1 1 0,0-1 0,1 1 0,1-1 0,0 0 0,1 1 0,0-1 0,1 0 0,0 0 0,9 17 0,-9-22 0,0 0 0,1 0 0,0 0 0,0-1 0,0 0 0,1 0 0,0 0 0,1-1 0,0 1 0,0-1 0,0-1 0,0 0 0,1 0 0,0 0 0,0-1 0,0 0 0,1-1 0,-1 1 0,1-2 0,0 1 0,-1-1 0,1-1 0,1 1 0,-1-2 0,0 1 0,0-1 0,0-1 0,9 0 0,-6-1 0,-1-1 0,1 1 0,-1-2 0,0 1 0,0-2 0,-1 1 0,1-1 0,-1-1 0,0 0 0,-1-1 0,18-14 0,-16 10 0,0 0 0,-1-1 0,-1 0 0,1-1 0,-2 0 0,0-1 0,-1 1 0,7-19 0,-5 7 0,-1 0 0,-2 0 0,0 0 0,-2-1 0,0 0 0,-2 0 0,-1 0 0,-1 0 0,-1 0 0,-7-38 0,2 36 0,-1 0 0,-11-29 0,15 47 0,-2 0 0,1 0 0,-1 0 0,-1 1 0,0 0 0,0 0 0,-1 0 0,-11-12 0,17 20 0,-1-1 0,1 1 0,0 0 0,-1 0 0,1-1 0,-1 1 0,1 0 0,-1 0 0,1 0 0,-1 1 0,0-1 0,1 0 0,-1 1 0,0-1 0,0 1 0,1-1 0,-1 1 0,0 0 0,0 0 0,0 0 0,1 0 0,-1 0 0,0 0 0,0 0 0,0 1 0,1-1 0,-1 1 0,0-1 0,0 1 0,1 0 0,-1-1 0,0 1 0,1 0 0,-1 0 0,1 0 0,-1 0 0,1 1 0,0-1 0,-1 0 0,1 1 0,0-1 0,0 1 0,-2 2 0,-1 4 0,-1 0 0,1 0 0,0 0 0,1 1 0,0 0 0,0-1 0,-2 14 0,0 11 0,2 0 0,1 1 0,2-1 0,1 0 0,1 1 0,2-1 0,16 64 0,-12-69 0,1 0 0,1 0 0,2-1 0,0 0 0,2-1 0,1-1 0,1 0 0,1-1 0,25 27 0,-34-42 0,1-1 0,-1 0 0,2-1 0,-1 0 0,1 0 0,0-1 0,0 0 0,0-1 0,1 0 0,0-1 0,14 4 0,-18-6 0,0-1 0,0 0 0,0 0 0,0-1 0,1 0 0,-1-1 0,0 1 0,0-1 0,0-1 0,0 1 0,0-1 0,0 0 0,-1-1 0,1 0 0,-1 0 0,1 0 0,-1-1 0,0 0 0,8-7 0,-1 0 0,-1-2 0,0 0 0,-1 0 0,0-1 0,-1 0 0,-1-1 0,0 0 0,-1 0 0,-1-1 0,-1 0 0,8-25 0,-4 2 0,-1-1 0,-2 1 0,3-75 0,-10-10 0,-1 112 0,0 0 0,-1 0 0,-1 1 0,1-1 0,-2 1 0,0-1 0,0 1 0,-8-14 0,12 24 0,-1-1 0,0 0 0,0 1 0,0 0 0,0-1 0,0 1 0,-1 0 0,1-1 0,0 1 0,0 0 0,-1 0 0,1 0 0,-1 0 0,1 0 0,-1 0 0,0 0 0,1 1 0,-1-1 0,-2 0 0,2 1 0,1 0 0,-1 0 0,1 1 0,-1-1 0,1 0 0,0 1 0,-1-1 0,1 1 0,-1-1 0,1 1 0,0 0 0,0-1 0,-1 1 0,1 0 0,0 0 0,0 0 0,0 0 0,-2 2 0,-1 2 0,0 0 0,0 1 0,1 0 0,-1 0 0,1 0 0,0 0 0,1 0 0,-4 12 0,2 6 0,0 0 0,2 1 0,0-1 0,4 46 0,19 96 0,-4-75-682,51 162-1,-57-223-6143</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4.021"/>
    </inkml:context>
    <inkml:brush xml:id="br0">
      <inkml:brushProperty name="width" value="0.05" units="cm"/>
      <inkml:brushProperty name="height" value="0.05" units="cm"/>
      <inkml:brushProperty name="color" value="#FFFFFF"/>
    </inkml:brush>
  </inkml:definitions>
  <inkml:trace contextRef="#ctx0" brushRef="#br0">80 194 24575,'-7'-3'0,"0"-1"0,0 1 0,0-2 0,0 1 0,1-1 0,-1 0 0,1 0 0,0-1 0,1 1 0,-7-10 0,12 14 0,-1 0 0,1 0 0,-1 0 0,1 0 0,0 0 0,0 0 0,0 0 0,0 0 0,0 0 0,0 0 0,0 0 0,0 0 0,0 0 0,0 0 0,0 0 0,1 0 0,-1 0 0,0-1 0,1 2 0,-1-1 0,1 0 0,-1 0 0,1 0 0,0 0 0,-1 0 0,1 0 0,0 0 0,-1 1 0,1-1 0,0 0 0,0 1 0,1-2 0,5-2 0,-1 0 0,0 0 0,13-5 0,-14 7 0,34-14 0,1 2 0,1 2 0,0 1 0,1 2 0,-1 3 0,2 0 0,-1 3 0,0 2 0,1 1 0,46 7 0,-71-4 0,1 0 0,-1 1 0,0 1 0,0 0 0,0 2 0,29 14 0,-40-17 0,1 1 0,0 0 0,-1 0 0,0 1 0,-1 0 0,1 0 0,-1 1 0,0 0 0,0 0 0,-1 0 0,0 0 0,0 1 0,-1 0 0,0 0 0,-1 0 0,4 10 0,-4-5 0,1 0 0,-2 1 0,0-1 0,0 1 0,-2 0 0,1 0 0,-2 0 0,0-1 0,0 1 0,-2 0 0,1-1 0,-2 1 0,-8 21 0,10-31 0,0 0 0,0 0 0,-1 0 0,0-1 0,0 1 0,-6 5 0,9-8 0,-1-1 0,1 1 0,-1-1 0,1 1 0,-1-1 0,0 1 0,1-1 0,-1 1 0,0-1 0,1 1 0,-1-1 0,0 0 0,0 0 0,1 1 0,-1-1 0,0 0 0,0 0 0,1 0 0,-1 0 0,0 0 0,0 0 0,0 0 0,1 0 0,-1 0 0,0 0 0,0 0 0,0 0 0,1-1 0,-1 1 0,0 0 0,0-1 0,1 1 0,-1 0 0,0-1 0,1 1 0,-1-1 0,0 1 0,1-1 0,-1 1 0,1-1 0,-1 0 0,1 1 0,-1-1 0,1 0 0,-1 0 0,-2-5 0,1 0 0,0 0 0,0 0 0,0 0 0,1 0 0,0 0 0,0-1 0,1 1 0,-1 0 0,1 0 0,1-1 0,1-11 0,2-4 0,1 1 0,10-29 0,-10 33 0,2 1 0,0 0 0,1 0 0,1 1 0,0 0 0,1 0 0,0 1 0,17-17 0,-20 24 0,0 0 0,1 1 0,0 0 0,0 0 0,0 1 0,1 0 0,-1 1 0,1 0 0,0 0 0,1 0 0,-1 2 0,0-1 0,1 1 0,0 0 0,-1 1 0,15 0 0,-14 0-227,0 1-1,0 1 1,1 0-1,-1 0 1,15 5-1,-14-2-6598</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4.302"/>
    </inkml:context>
    <inkml:brush xml:id="br0">
      <inkml:brushProperty name="width" value="0.05" units="cm"/>
      <inkml:brushProperty name="height" value="0.05" units="cm"/>
      <inkml:brushProperty name="color" value="#FFFFFF"/>
    </inkml:brush>
  </inkml:definitions>
  <inkml:trace contextRef="#ctx0" brushRef="#br0">0 7 24575,'0'-3'0,"3"0"0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4.962"/>
    </inkml:context>
    <inkml:brush xml:id="br0">
      <inkml:brushProperty name="width" value="0.05" units="cm"/>
      <inkml:brushProperty name="height" value="0.05" units="cm"/>
      <inkml:brushProperty name="color" value="#FFFFFF"/>
    </inkml:brush>
  </inkml:definitions>
  <inkml:trace contextRef="#ctx0" brushRef="#br0">230 112 24575,'-28'-1'0,"-55"-11"0,40 5 0,17 4 0,19 3 0,0 0 0,0-1 0,1 0 0,-1-1 0,-9-2 0,16 4 0,1 0 0,-1 0 0,0 0 0,0 0 0,0 0 0,0 0 0,0 0 0,0 0 0,0 0 0,0 0 0,1 0 0,-1 0 0,0 0 0,0 0 0,0 0 0,0 0 0,0 0 0,0 0 0,0 0 0,0 0 0,0 0 0,1 0 0,-1 0 0,0 0 0,0-1 0,0 1 0,0 0 0,0 0 0,0 0 0,0 0 0,0 0 0,0 0 0,0 0 0,0 0 0,0 0 0,0 0 0,0 0 0,1-1 0,-1 1 0,0 0 0,0 0 0,0 0 0,0 0 0,0 0 0,0 0 0,0 0 0,0 0 0,0-1 0,0 1 0,0 0 0,0 0 0,0 0 0,0 0 0,-1 0 0,1 0 0,0 0 0,0 0 0,0 0 0,0-1 0,0 1 0,0 0 0,0 0 0,0 0 0,0 0 0,8-2 0,1 0 0,0 1 0,0 0 0,13 0 0,-5 0 0,1235-30-892,-337 14 278,-597-1-671,-296 16-4115</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5.278"/>
    </inkml:context>
    <inkml:brush xml:id="br0">
      <inkml:brushProperty name="width" value="0.05" units="cm"/>
      <inkml:brushProperty name="height" value="0.05" units="cm"/>
      <inkml:brushProperty name="color" value="#FFFFFF"/>
    </inkml:brush>
  </inkml:definitions>
  <inkml:trace contextRef="#ctx0" brushRef="#br0">39 145 24575,'-9'0'0,"7"0"0,0 0 0,-1 0 0,1 0 0,-1 0 0,1 0 0,-1 0 0,1-1 0,-1 1 0,-3-2 0,6 2 0,0-1 0,0 1 0,0 0 0,0 0 0,0 0 0,-1 0 0,1 0 0,0 0 0,0 0 0,0 0 0,0-1 0,0 1 0,0 0 0,0 0 0,0 0 0,0 0 0,0 0 0,0 0 0,0-1 0,0 1 0,0 0 0,0 0 0,0 0 0,0 0 0,0 0 0,0-1 0,0 1 0,0 0 0,0 0 0,0 0 0,0 0 0,0 0 0,0 0 0,0 0 0,0-1 0,0 1 0,1 0 0,-1 0 0,0 0 0,0 0 0,0 0 0,0 0 0,0 0 0,0 0 0,0 0 0,0-1 0,1 1 0,-1 0 0,0 0 0,0 0 0,0 0 0,0 0 0,0 0 0,0 0 0,1 0 0,-1 0 0,10-4 0,8-1 0,0 1 0,0 1 0,31-1 0,-10 1 0,556-37-681,0 23-721,239-11 54,-650 10 478,-132 8-3020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27.638"/>
    </inkml:context>
    <inkml:brush xml:id="br0">
      <inkml:brushProperty name="width" value="0.05" units="cm"/>
      <inkml:brushProperty name="height" value="0.05" units="cm"/>
      <inkml:brushProperty name="color" value="#FFFFFF"/>
    </inkml:brush>
  </inkml:definitions>
  <inkml:trace contextRef="#ctx0" brushRef="#br0">3586 311 24575,'0'-1'0,"1"1"0,0 0 0,0-1 0,-1 1 0,1-1 0,0 1 0,-1-1 0,1 1 0,0-1 0,-1 1 0,1-1 0,-1 0 0,1 1 0,-1-1 0,1 0 0,-1 0 0,1 1 0,-1-1 0,0 0 0,0 0 0,1 0 0,-1 1 0,0-1 0,0 0 0,0 0 0,0 0 0,0-1 0,2-24 0,-2 21 0,-1 0 0,0 1 0,0-1 0,0 0 0,-1 1 0,1-1 0,-1 1 0,0 0 0,-1 0 0,1 0 0,-1 0 0,0 0 0,0 0 0,0 1 0,0-1 0,0 1 0,-1 0 0,0 0 0,1 0 0,-1 0 0,0 1 0,-9-4 0,-5-3 0,0 2 0,-1 0 0,0 1 0,-21-4 0,-77-13 0,-184-13 0,-123 20 0,319 14 0,-769 32-332,611 0 166,-336 82 1,273-18 165,291-80 0,0 1 0,1 1 0,0 2 0,1 1 0,2 2 0,-56 46 0,76-56 25,0 0 1,0 0-1,1 2 1,0-1-1,1 1 1,1 0-1,0 1 1,1 0-1,0 0 1,1 1-1,1 0 1,0 0-1,1 0 1,1 1-1,0-1 1,1 1 0,1-1-1,0 1 1,1 0-1,1 0 1,1-1-1,0 1 1,1 0-1,0-1 1,9 25-1,0-14-25,1 0 0,1-1 0,1-1 0,1 0 0,1-1 0,1-1 0,1-1 0,35 31 0,-6-12 0,1-3 0,106 61 0,-66-51-87,3-4 0,1-4 1,155 42-1,-74-39-87,207 24 0,-205-45 174,1-8 0,324-19 0,-425-1-11,-1-4 0,0-3-1,-1-3 1,-1-3 0,114-48 0,-132 42 2,-1-1 1,-1-3 0,-2-2-1,-1-3 1,-2-2 0,-1-1-1,62-68 1,-62 54-5,-2-2 0,-3-2 1,39-69-1,-64 96 83,-2-1-1,-1 0 1,-1-1-1,-2 0 1,-1-1-1,-1 0 1,-2-1 0,5-57-1,-11 75-54,-1 0 1,-1-1-1,-1 1 0,0 0 0,-1 0 1,0 0-1,-1 0 0,-1 0 0,0 1 1,-1 0-1,-1 0 0,0 0 0,-12-17 0,6 14-10,-1 1-1,0 0 0,-1 1 0,-1 1 0,0 0 0,-1 1 0,0 1 0,-1 1 0,-23-11 0,-14-4-51,-2 2-1,0 3 1,-112-25-1,-187-6-304,-53 32-1014,297 19-4917</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0.260"/>
    </inkml:context>
    <inkml:brush xml:id="br0">
      <inkml:brushProperty name="width" value="0.05" units="cm"/>
      <inkml:brushProperty name="height" value="0.05" units="cm"/>
      <inkml:brushProperty name="color" value="#FFFFFF"/>
    </inkml:brush>
  </inkml:definitions>
  <inkml:trace contextRef="#ctx0" brushRef="#br0">37 627 24575,'2'-2'0,"0"0"0,-2 4 0,-2 9 0,3 420 0,27-2 0,4 342 0,-37-615 0,-1-15 0,15 181 0,-6-299 0,0 0 0,1-1 0,1 1 0,1-1 0,1 0 0,14 29 0,-15-41 0,-1 0 0,2 0 0,-1-1 0,1 0 0,1 0 0,0 0 0,0-1 0,0 0 0,1-1 0,0 0 0,1 0 0,0-1 0,0 0 0,17 7 0,3-2 0,1-1 0,0-2 0,63 10 0,102-4 0,392-8-1664,2-25-478,-457 14 2031,4063-189-6094,-2979 134 5082,-802 41 971,861-58 2177,-1210 71-7,0-3 0,89-22 1,-150 29-1887,0 1-1,0-1 1,0 0-1,0-1 1,0 1 0,0-1-1,-1 0 1,1 0 0,-1 0-1,0-1 1,0 0 0,0 1-1,0-1 1,4-6-1,-4 3 19,0-1-1,-1 1 0,0-1 0,0 1 0,0-1 1,-1 0-1,0 0 0,1-14 0,4-44-149,-3-105 0,-18-68 0,-9-46-127,-24-418-373,45 290 500,-2-41 0,3 426 13,-8-126 328,7 133-295,-2 1-1,0-1 1,-1 1-1,-1 0 1,-11-23-1,15 39-45,0 0 0,-1 1 0,1-1 0,-1 1 0,0 0 0,0-1 0,0 1 0,0 1 0,-1-1 0,1 0 0,-1 1 0,0 0 0,0 0 0,0 0 0,0 0 0,0 0 0,0 1 0,0 0 0,0 0 0,-8-1 0,-8 0 0,1 1 0,-1 0 0,-25 4 0,34-3 0,-1022 67-1299,-1050 80-4767,-1 29 4642,1742-146 1115,-1068 89 58,52-23 3879,1264-92-2949,-144 12 2439,203-11-2733,1 1 0,0 2 0,0 1-1,-59 26 1,68-25-385,-1 0 0,0-2 0,0-1 0,-46 6 0,67-13 0,-1 0 0,1 0 0,0 0 0,-1-1 0,1 0 0,-8-2 0,8 1 0,1 1 0,-1 0 0,1 0 0,-1 1 0,1-1 0,-1 1 0,1 0 0,-8 1 0,12-1 7,0 0 0,-1 0 0,1 0 0,0 0-1,0 0 1,-1 0 0,1 0 0,0 0 0,0 0 0,0 0-1,-1 0 1,1 1 0,0-1 0,0 0 0,-1 0-1,1 0 1,0 0 0,0 0 0,0 1 0,0-1 0,-1 0-1,1 0 1,0 0 0,0 0 0,0 1 0,0-1 0,0 0-1,-1 0 1,1 0 0,0 1 0,0-1 0,0 0 0,0 0-1,0 1 1,0-1 0,0 0 0,0 0 0,0 1-1,0-1 1,0 0 0,0 0 0,0 1 0,0-1 0,0 0-1,0 0 1,0 0 0,0 1 0,0-1 0,1 0 0,7 10-1714,3-1-5119</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0.652"/>
    </inkml:context>
    <inkml:brush xml:id="br0">
      <inkml:brushProperty name="width" value="0.05" units="cm"/>
      <inkml:brushProperty name="height" value="0.05" units="cm"/>
      <inkml:brushProperty name="color" value="#FFFFFF"/>
    </inkml:brush>
  </inkml:definitions>
  <inkml:trace contextRef="#ctx0" brushRef="#br0">1 0 24575,'2'2'0,"-1"0"0,1 0 0,0-1 0,-1 1 0,1 0 0,-1 1 0,1-1 0,-1 0 0,0 0 0,0 1 0,0-1 0,0 0 0,1 5 0,0-1 0,13 33 0,-2 1 0,12 63 0,5 89 0,-23-140 0,84 767-332,28 192-123,-116-996 455,9 64 0,31 103 0,-42-178 23,0 0-128,0-1 1,0 0-1,0 0 0,0 0 0,1 0 0,-1 0 1,1 0-1,0 0 0,0 0 0,0 0 0,4 3 1,2-3-6066</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0.982"/>
    </inkml:context>
    <inkml:brush xml:id="br0">
      <inkml:brushProperty name="width" value="0.05" units="cm"/>
      <inkml:brushProperty name="height" value="0.05" units="cm"/>
      <inkml:brushProperty name="color" value="#FFFFFF"/>
    </inkml:brush>
  </inkml:definitions>
  <inkml:trace contextRef="#ctx0" brushRef="#br0">0 6 24575,'0'-1'0,"1"1"0,-1-1 0,0 1 0,0 0 0,1-1 0,-1 1 0,0 0 0,1 0 0,-1-1 0,0 1 0,1 0 0,-1-1 0,0 1 0,1 0 0,-1 0 0,1 0 0,-1 0 0,0-1 0,1 1 0,-1 0 0,1 0 0,-1 0 0,1 0 0,-1 0 0,0 0 0,1 0 0,-1 0 0,1 0 0,-1 0 0,1 0 0,-1 1 0,0-1 0,1 0 0,-1 0 0,1 0 0,-1 0 0,1 1 0,0 0 0,0 1 0,0-1 0,0 0 0,0 1 0,-1-1 0,1 1 0,0-1 0,-1 1 0,1 0 0,0 2 0,5 42 0,1 98 0,8 109 0,44 222-304,-1-4 3,-33-201 301,50 414 0,-58-587-1264,-9-73-5058</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1.297"/>
    </inkml:context>
    <inkml:brush xml:id="br0">
      <inkml:brushProperty name="width" value="0.05" units="cm"/>
      <inkml:brushProperty name="height" value="0.05" units="cm"/>
      <inkml:brushProperty name="color" value="#FFFFFF"/>
    </inkml:brush>
  </inkml:definitions>
  <inkml:trace contextRef="#ctx0" brushRef="#br0">1 7 24575,'0'-1'0,"0"1"0,1-1 0,-1 1 0,1-1 0,0 1 0,-1-1 0,1 1 0,-1 0 0,1-1 0,0 1 0,-1 0 0,1-1 0,0 1 0,-1 0 0,1 0 0,0 0 0,-1-1 0,1 1 0,0 0 0,0 0 0,-1 0 0,1 0 0,0 0 0,-1 1 0,1-1 0,0 0 0,0 0 0,-1 0 0,1 0 0,0 1 0,-1-1 0,1 0 0,-1 1 0,1-1 0,0 1 0,-1-1 0,1 0 0,-1 1 0,1 0 0,-1-1 0,1 1 0,-1-1 0,1 1 0,0 0 0,1 4 0,1 0 0,0 0 0,-1 0 0,3 10 0,10 42 0,-3 1 0,-3 1 0,3 72 0,-7-75 0,78 696-353,57-7 0,-128-697 253,103 369-1047,-104-388-5091</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1.597"/>
    </inkml:context>
    <inkml:brush xml:id="br0">
      <inkml:brushProperty name="width" value="0.05" units="cm"/>
      <inkml:brushProperty name="height" value="0.05" units="cm"/>
      <inkml:brushProperty name="color" value="#FFFFFF"/>
    </inkml:brush>
  </inkml:definitions>
  <inkml:trace contextRef="#ctx0" brushRef="#br0">1 0 24575,'0'1'0,"1"-1"0,-1 0 0,1 1 0,0-1 0,-1 1 0,1-1 0,-1 1 0,1-1 0,-1 1 0,1-1 0,-1 1 0,0-1 0,1 1 0,-1 0 0,0-1 0,1 1 0,-1 0 0,0-1 0,0 1 0,1 0 0,-1-1 0,0 1 0,0 0 0,0 0 0,0 0 0,2 25 0,-1-22 0,25 543-183,64 410-813,34-4 1070,-119-916-176,23 129-978,-19-136-4824</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1.864"/>
    </inkml:context>
    <inkml:brush xml:id="br0">
      <inkml:brushProperty name="width" value="0.05" units="cm"/>
      <inkml:brushProperty name="height" value="0.05" units="cm"/>
      <inkml:brushProperty name="color" value="#FFFFFF"/>
    </inkml:brush>
  </inkml:definitions>
  <inkml:trace contextRef="#ctx0" brushRef="#br0">1 38 24575,'2'-3'0,"0"0"0,0 0 0,1 0 0,-1 0 0,1 0 0,0 1 0,0-1 0,0 1 0,0 0 0,0 0 0,0 0 0,1 0 0,4-2 0,-6 4 0,-1 0 0,1-1 0,0 1 0,-1 0 0,1 0 0,-1 0 0,1 0 0,-1 1 0,1-1 0,-1 0 0,1 1 0,0-1 0,-1 1 0,0-1 0,1 1 0,-1 0 0,1 0 0,-1-1 0,0 1 0,1 0 0,-1 0 0,0 0 0,0 0 0,0 1 0,0-1 0,0 0 0,0 0 0,0 1 0,0-1 0,-1 1 0,1-1 0,0 0 0,-1 1 0,1 2 0,5 15 0,-1-1 0,0 1 0,-2 0 0,0 0 0,-2 1 0,0 31 0,0-19 0,3 434-547,-1-51 90,40 466 517,-19-461-1428,-20-346-4511</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2.508"/>
    </inkml:context>
    <inkml:brush xml:id="br0">
      <inkml:brushProperty name="width" value="0.05" units="cm"/>
      <inkml:brushProperty name="height" value="0.05" units="cm"/>
      <inkml:brushProperty name="color" value="#FFFFFF"/>
    </inkml:brush>
  </inkml:definitions>
  <inkml:trace contextRef="#ctx0" brushRef="#br0">33 59 24575,'-3'-3'0,"0"-3"0,-4-1 0,1-5 0,1-3 0,1 4 0,1 7 0,2 6 0,3 8 0,1 9 0,3 6 0,1 4 0,1 3 0,0 1 0,-2-2 0,1-4 0,0-6-8191</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2.633"/>
    </inkml:context>
    <inkml:brush xml:id="br0">
      <inkml:brushProperty name="width" value="0.05" units="cm"/>
      <inkml:brushProperty name="height" value="0.05" units="cm"/>
      <inkml:brushProperty name="color" value="#FFFFFF"/>
    </inkml:brush>
  </inkml:definitions>
  <inkml:trace contextRef="#ctx0" brushRef="#br0">1 43 24575,'0'-5'0,"0"-5"0,0-3 0,0 3 0,0 6 0,0 6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3.070"/>
    </inkml:context>
    <inkml:brush xml:id="br0">
      <inkml:brushProperty name="width" value="0.05" units="cm"/>
      <inkml:brushProperty name="height" value="0.05" units="cm"/>
      <inkml:brushProperty name="color" value="#FFFFFF"/>
    </inkml:brush>
  </inkml:definitions>
  <inkml:trace contextRef="#ctx0" brushRef="#br0">228 327 24575,'0'-1'0,"-1"-1"0,1 0 0,-1 1 0,0-1 0,1 1 0,-1-1 0,0 0 0,0 1 0,0 0 0,0-1 0,0 1 0,0-1 0,0 1 0,-1 0 0,1 0 0,0 0 0,-1 0 0,1 0 0,-1 0 0,-2-1 0,-2-1 0,0 0 0,0 0 0,0 1 0,-9-2 0,10 3 0,-1 0 0,1 1 0,-1 0 0,1 0 0,0 0 0,-1 1 0,1-1 0,-1 1 0,1 1 0,0-1 0,0 1 0,-1 0 0,1 0 0,1 0 0,-1 1 0,0 0 0,0 0 0,1 0 0,0 0 0,0 1 0,-4 4 0,2-3 0,2 0 0,-1 1 0,1-1 0,0 1 0,0 0 0,0 1 0,1-1 0,0 1 0,0-1 0,1 1 0,0 0 0,0 0 0,0 0 0,1 0 0,0 11 0,0-16 0,1 0 0,0-1 0,1 1 0,-1 0 0,0-1 0,0 1 0,1 0 0,-1-1 0,1 1 0,-1-1 0,1 1 0,0-1 0,0 1 0,0-1 0,-1 1 0,1-1 0,1 0 0,-1 1 0,0-1 0,0 0 0,2 1 0,-1 0 0,0-1 0,1 0 0,-1 0 0,1 0 0,-1 0 0,1 0 0,-1-1 0,1 1 0,0-1 0,-1 0 0,1 0 0,3 0 0,2 0 0,0-1 0,0-1 0,0 1 0,0-1 0,0 0 0,0-1 0,14-7 0,-14 6 0,-1-1 0,0 0 0,0 0 0,0-1 0,0 0 0,-1 0 0,0-1 0,0 1 0,0-1 0,-1-1 0,6-11 0,-5 8 0,-2 0 0,1 0 0,-2-1 0,1 1 0,-2-1 0,1 0 0,0-19 0,-3 0 0,-1 0 0,-1 0 0,-2 0 0,-1 1 0,-15-50 0,12 59 0,4 16 0,2 13 0,2 11 0,0 0 0,2 0 0,0-1 0,1 1 0,11 35 0,-3-22 0,1-1 0,25 46 0,-21-49-682,27 36-1,-16-30-6143</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3.444"/>
    </inkml:context>
    <inkml:brush xml:id="br0">
      <inkml:brushProperty name="width" value="0.05" units="cm"/>
      <inkml:brushProperty name="height" value="0.05" units="cm"/>
      <inkml:brushProperty name="color" value="#FFFFFF"/>
    </inkml:brush>
  </inkml:definitions>
  <inkml:trace contextRef="#ctx0" brushRef="#br0">1 153 24575,'0'-11'0,"-1"-22"0,1 32 0,0 0 0,0 0 0,0 0 0,0 0 0,1 0 0,-1 0 0,0 0 0,0 0 0,1 0 0,-1 0 0,1 0 0,-1 0 0,0 0 0,1 0 0,0 0 0,-1 1 0,1-1 0,0 0 0,-1 0 0,1 0 0,1 0 0,-1 1 0,-1 0 0,1 0 0,0 0 0,-1 0 0,1 0 0,0 0 0,-1 0 0,1 1 0,0-1 0,-1 0 0,1 0 0,-1 1 0,1-1 0,0 0 0,-1 1 0,1-1 0,-1 0 0,1 1 0,-1-1 0,1 1 0,-1-1 0,0 1 0,1-1 0,-1 1 0,1 0 0,10 16 0,-10-15 0,8 16 0,-2 1 0,0 0 0,-1 0 0,8 39 0,-9-87 0,2 0 0,15-37 0,-18 54 0,1 0 0,0 1 0,1 0 0,0 0 0,1 0 0,12-14 0,-16 22 0,-1 0 0,1 1 0,0-1 0,-1 1 0,1 0 0,0 0 0,0 0 0,1 0 0,-1 1 0,0-1 0,0 1 0,1 0 0,-1 0 0,1 0 0,-1 0 0,1 1 0,0-1 0,-1 1 0,1 0 0,-1 0 0,1 0 0,0 0 0,-1 1 0,1 0 0,-1 0 0,1 0 0,3 1 0,1 2 31,-1 0 0,1 0 0,-1 0 0,0 1 0,-1 0 0,1 1 0,-1-1 0,0 1 1,0 0-1,7 11 0,-1 0-458,-1 0 0,-1 1 1,9 21-1,-6-10-6399</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4.377"/>
    </inkml:context>
    <inkml:brush xml:id="br0">
      <inkml:brushProperty name="width" value="0.05" units="cm"/>
      <inkml:brushProperty name="height" value="0.05" units="cm"/>
      <inkml:brushProperty name="color" value="#FFFFFF"/>
    </inkml:brush>
  </inkml:definitions>
  <inkml:trace contextRef="#ctx0" brushRef="#br0">220 96 24575,'0'-6'0,"0"0"0,0 0 0,0-1 0,-1 1 0,0-1 0,0 1 0,-2-7 0,2 10 0,0 1 0,0 0 0,0 0 0,-1 0 0,1 0 0,0 0 0,-1 1 0,0-1 0,1 0 0,-1 1 0,0-1 0,0 1 0,0-1 0,0 1 0,0 0 0,0 0 0,0 0 0,0 0 0,-1 0 0,-2 0 0,-1 0 0,1-1 0,-1 1 0,1 1 0,-1-1 0,0 1 0,1 0 0,-1 0 0,1 1 0,-1 0 0,1-1 0,-1 2 0,1-1 0,-1 1 0,1 0 0,0 0 0,0 0 0,0 1 0,0 0 0,0 0 0,1 0 0,-1 0 0,1 1 0,0 0 0,0 0 0,0 0 0,1 0 0,-1 1 0,1-1 0,0 1 0,-4 10 0,3-9 0,1 0 0,0 1 0,1-1 0,0 1 0,0 0 0,0 0 0,1-1 0,0 1 0,0 0 0,1 1 0,0-1 0,0 0 0,0 0 0,1 0 0,0 0 0,1 0 0,-1-1 0,1 1 0,1 0 0,-1-1 0,1 1 0,0-1 0,1 0 0,5 9 0,-2-8 0,1 0 0,0 0 0,0 0 0,0-1 0,0 0 0,1-1 0,0 0 0,0 0 0,1-1 0,-1 0 0,1-1 0,0 0 0,0-1 0,0 0 0,0 0 0,1-1 0,-1 0 0,0-1 0,19-2 0,-13 1 0,0-1 0,0-1 0,-1 0 0,1-1 0,-1-1 0,0 0 0,-1-1 0,1-1 0,-1 0 0,0-1 0,-1-1 0,16-12 0,-23 17 0,-2-1 0,1 0 0,0 0 0,-1-1 0,0 1 0,-1-1 0,1 1 0,-1-1 0,0-1 0,0 1 0,-1 0 0,0-1 0,0 1 0,0-1 0,-1 1 0,0-1 0,0 0 0,-1 0 0,0 1 0,0-1 0,0 0 0,-1 0 0,0 1 0,0-1 0,-1 1 0,0-1 0,0 1 0,-1-1 0,1 1 0,-7-10 0,8 15 0,1 0 0,-1 0 0,1 0 0,-1 0 0,0 0 0,0 0 0,1 0 0,-1 1 0,0-1 0,0 0 0,0 0 0,0 1 0,0-1 0,0 1 0,0-1 0,0 1 0,0-1 0,-1 0 0,1 2 0,1-1 0,-1 0 0,1 0 0,-1 0 0,1 1 0,0-1 0,-1 0 0,1 1 0,-1-1 0,1 0 0,0 1 0,-1-1 0,1 0 0,0 1 0,-1-1 0,1 1 0,0-1 0,0 1 0,-1-1 0,1 1 0,0-1 0,0 1 0,0-1 0,0 1 0,0-1 0,0 1 0,-1 5 0,0 0 0,1 0 0,0-1 0,0 1 0,2 9 0,6 22-455,2-1 0,18 42 0,-21-61-6371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4.526"/>
    </inkml:context>
    <inkml:brush xml:id="br0">
      <inkml:brushProperty name="width" value="0.05" units="cm"/>
      <inkml:brushProperty name="height" value="0.05" units="cm"/>
      <inkml:brushProperty name="color" value="#FFFFFF"/>
    </inkml:brush>
  </inkml:definitions>
  <inkml:trace contextRef="#ctx0" brushRef="#br0">28 108 24575,'-2'-8'0,"-5"-9"0,0-6 0,1-2 0,1 6 0,5 8 0,4 7 0,2 6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5.118"/>
    </inkml:context>
    <inkml:brush xml:id="br0">
      <inkml:brushProperty name="width" value="0.05" units="cm"/>
      <inkml:brushProperty name="height" value="0.05" units="cm"/>
      <inkml:brushProperty name="color" value="#FFFFFF"/>
    </inkml:brush>
  </inkml:definitions>
  <inkml:trace contextRef="#ctx0" brushRef="#br0">163 183 24575,'1'0'0,"0"0"0,0 0 0,0 0 0,-1 0 0,1 0 0,0-1 0,0 1 0,0 0 0,0 0 0,0 0 0,0-1 0,0 1 0,-1-1 0,1 1 0,0-1 0,0 1 0,-1-1 0,1 1 0,0-1 0,0 1 0,-1-1 0,1 0 0,-1 0 0,1 1 0,-1-1 0,1 0 0,-1 0 0,1-1 0,0-1 0,-1 1 0,1-1 0,-1 0 0,0 1 0,0-1 0,0 1 0,0-1 0,0 0 0,-1 1 0,0-4 0,-3-5 0,1 1 0,-1-1 0,-1 1 0,-6-11 0,7 13 0,-2 0 0,1 1 0,-1-1 0,0 1 0,-1 0 0,-11-9 0,17 14 0,-1 1 0,0 0 0,1 0 0,-1 0 0,0 0 0,0 0 0,0 0 0,0 0 0,0 0 0,0 1 0,0-1 0,0 1 0,0 0 0,0-1 0,0 1 0,0 0 0,0 0 0,0 0 0,0 1 0,0-1 0,0 0 0,0 1 0,0-1 0,0 1 0,0 0 0,0 0 0,0 0 0,0 0 0,0 0 0,1 0 0,-1 0 0,0 0 0,1 1 0,-1-1 0,-2 3 0,0 1 0,0 1 0,1-1 0,-1 1 0,1 0 0,0-1 0,0 1 0,1 1 0,0-1 0,0 0 0,0 1 0,1-1 0,0 1 0,0-1 0,1 1 0,0 10 0,0-14 0,0 0 0,0 0 0,1 1 0,-1-1 0,1 0 0,0 0 0,0 0 0,0 0 0,0 0 0,1 0 0,-1 0 0,1 0 0,0-1 0,0 1 0,0 0 0,0-1 0,0 1 0,0-1 0,1 0 0,-1 0 0,1 0 0,0 0 0,-1 0 0,1-1 0,0 1 0,0-1 0,0 0 0,0 0 0,0 0 0,0 0 0,0 0 0,6 0 0,-2 0 0,-1-1 0,1 0 0,0 0 0,-1 0 0,1-1 0,-1 0 0,1 0 0,-1-1 0,1 1 0,-1-1 0,0-1 0,0 1 0,0-1 0,0 0 0,0-1 0,-1 1 0,1-1 0,-1 0 0,0-1 0,0 1 0,-1-1 0,1 0 0,5-8 0,-9 11 0,0 0 0,0 1 0,1-1 0,-1 0 0,0 1 0,1-1 0,-1 1 0,1-1 0,3-1 0,-5 3 0,0 0 0,0 0 0,1 0 0,-1 0 0,0 0 0,0 0 0,0 0 0,1 0 0,-1 0 0,0 0 0,0 0 0,1 0 0,-1 0 0,0 0 0,0 0 0,1 0 0,-1 0 0,0 0 0,0 0 0,0 0 0,1 0 0,-1 0 0,0 0 0,0 1 0,0-1 0,0 0 0,1 0 0,-1 0 0,0 0 0,0 1 0,0-1 0,4 15 0,-5 227 0,1-237 0,-1 9 0,0 0 0,-1 0 0,0-1 0,-8 24 0,9-34 0,-1 1 0,1 0 0,-1-1 0,0 1 0,0-1 0,0 0 0,-1 0 0,1 1 0,-5 3 0,5-6 0,1 0 0,-1 0 0,0 0 0,0 0 0,1 0 0,-1 0 0,0 0 0,0 0 0,0-1 0,0 1 0,0-1 0,0 0 0,0 1 0,0-1 0,0 0 0,0 0 0,0 0 0,0 0 0,-3-1 0,0-1 16,1 1-1,-1-1 1,1 0-1,0 0 1,0 0-1,-1 0 1,2-1-1,-1 0 1,0 0-1,0 0 1,1 0-1,0 0 1,0-1-1,0 0 1,0 1-1,0-1 1,1 0 0,-1 0-1,1-1 1,0 1-1,-1-5 1,-1-2-260,0-1 0,1 1 0,1-1 0,-1 0 1,2 0-1,-1-24 0,4 2-6582</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5.792"/>
    </inkml:context>
    <inkml:brush xml:id="br0">
      <inkml:brushProperty name="width" value="0.05" units="cm"/>
      <inkml:brushProperty name="height" value="0.05" units="cm"/>
      <inkml:brushProperty name="color" value="#FFFFFF"/>
    </inkml:brush>
  </inkml:definitions>
  <inkml:trace contextRef="#ctx0" brushRef="#br0">13 138 24575,'3'2'0,"-1"-1"0,1 1 0,-1 0 0,0 0 0,1 0 0,-1 0 0,3 4 0,5 5 0,-8-10 0,0 1 0,0-1 0,0 0 0,0 0 0,0 0 0,0 0 0,0 0 0,1 0 0,-1 0 0,0-1 0,1 1 0,-1-1 0,0 0 0,1 1 0,-1-1 0,0 0 0,1 0 0,-1-1 0,1 1 0,-1 0 0,0-1 0,1 0 0,-1 1 0,0-1 0,0 0 0,0 0 0,1 0 0,-1-1 0,0 1 0,0 0 0,-1-1 0,1 1 0,0-1 0,0 0 0,-1 0 0,1 1 0,1-4 0,0 1 0,1-1 0,-1 1 0,-1-1 0,1 1 0,-1-1 0,0 0 0,0 0 0,0 0 0,0 0 0,-1-1 0,0 1 0,0 0 0,0 0 0,-1-1 0,0 1 0,0-7 0,-1 9 0,0 0 0,0-1 0,0 1 0,0 0 0,0-1 0,0 1 0,-1 0 0,0 0 0,1 0 0,-1 0 0,0 1 0,-1-1 0,1 0 0,0 1 0,-1 0 0,1-1 0,-1 1 0,0 0 0,0 0 0,-3-1 0,4 2 0,-1 0 0,1 0 0,0 1 0,-1-1 0,1 1 0,-1 0 0,1 0 0,0 0 0,-1 0 0,1 0 0,-1 0 0,1 0 0,0 1 0,-1-1 0,1 1 0,0 0 0,-1 0 0,1 0 0,0 0 0,0 0 0,0 0 0,0 1 0,0-1 0,0 1 0,0-1 0,0 1 0,1 0 0,-1-1 0,-1 4 0,-3 3 0,1 0 0,0 0 0,0 0 0,1 1 0,0 0 0,1 0 0,0 0 0,0 1 0,1-1 0,0 1 0,1-1 0,0 1 0,0-1 0,1 1 0,1 14 0,0-19 0,-1 1 0,1 0 0,0 0 0,0 0 0,1-1 0,0 1 0,0-1 0,0 1 0,0-1 0,1 0 0,0 0 0,0 0 0,1 0 0,-1 0 0,1-1 0,0 1 0,0-1 0,0 0 0,1-1 0,0 1 0,-1-1 0,1 0 0,0 0 0,1 0 0,-1-1 0,8 3 0,-6-3 0,0-1 0,0 0 0,0 0 0,1-1 0,-1 0 0,0-1 0,0 1 0,0-1 0,0-1 0,0 1 0,0-1 0,-1 0 0,1-1 0,0 0 0,-1 0 0,0 0 0,0-1 0,0 1 0,6-6 0,-3 2 0,-1 0 0,0 0 0,-1-1 0,1 0 0,-2 0 0,1-1 0,-1 0 0,0 0 0,-1-1 0,0 1 0,7-20 0,-9 18 0,0-1 0,-1 1 0,0-1 0,-1 0 0,0 0 0,-1 0 0,0 0 0,-1 0 0,-1 0 0,-3-15 0,2 18 0,3 20 0,6 22 0,-4-26 0,2 9 0,1-1 0,1 1 0,0-1 0,1-1 0,0 1 0,18 23 0,-25-37 0,1 0 0,-1-1 0,1 1 0,0 0 0,-1-1 0,1 1 0,0 0 0,-1-1 0,1 1 0,0-1 0,0 1 0,0-1 0,-1 0 0,1 1 0,0-1 0,0 0 0,0 0 0,0 1 0,0-1 0,0 0 0,-1 0 0,1 0 0,0 0 0,0 0 0,0 0 0,2-1 0,-2 0 0,1 0 0,-1 1 0,1-1 0,-1-1 0,1 1 0,-1 0 0,0 0 0,0-1 0,1 1 0,-1 0 0,0-1 0,1-2 0,4-7 0,-1-1 0,0 1 0,3-15 0,-6 20 0,2-8 0,-1 3 0,1 0 0,0 0 0,5-10 0,-8 19 0,0 0 0,-1 0 0,1 1 0,0-1 0,0 0 0,1 1 0,-1 0 0,0-1 0,0 1 0,1-1 0,-1 1 0,1 0 0,-1 0 0,1 0 0,0 0 0,-1 0 0,1 0 0,0 0 0,-1 1 0,1-1 0,0 1 0,0-1 0,0 1 0,0 0 0,2-1 0,-2 2 0,0-1 0,0 1 0,0-1 0,-1 1 0,1 0 0,0 0 0,0 0 0,-1 0 0,1 0 0,-1 0 0,1 0 0,-1 1 0,1-1 0,1 2 0,18 26 0,-13-19 0,48 73-1365,-40-59-5461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7.720"/>
    </inkml:context>
    <inkml:brush xml:id="br0">
      <inkml:brushProperty name="width" value="0.05" units="cm"/>
      <inkml:brushProperty name="height" value="0.05" units="cm"/>
      <inkml:brushProperty name="color" value="#FFFFFF"/>
    </inkml:brush>
  </inkml:definitions>
  <inkml:trace contextRef="#ctx0" brushRef="#br0">139 304 24575,'0'-8'0,"0"2"0,0-1 0,0 1 0,-1-1 0,1 1 0,-1 0 0,-3-7 0,4 11 0,0 1 0,-1 0 0,0 0 0,1 0 0,-1 0 0,0 0 0,1 0 0,-1 0 0,0 0 0,0 0 0,0 0 0,0 1 0,0-1 0,0 0 0,0 0 0,0 1 0,0-1 0,0 1 0,0-1 0,0 1 0,-1-1 0,1 1 0,0 0 0,0 0 0,-1-1 0,1 1 0,0 0 0,0 0 0,-1 0 0,1 0 0,0 1 0,0-1 0,0 0 0,-1 0 0,1 1 0,0-1 0,0 1 0,-2 0 0,-1 1 0,0 0 0,0 0 0,0 1 0,0-1 0,1 1 0,-1 0 0,1 0 0,-1 1 0,1-1 0,0 0 0,0 1 0,1 0 0,-1 0 0,1 0 0,-2 4 0,-3 7 0,0 0 0,-8 30 0,13-36 0,0 1 0,0-1 0,1 0 0,0 1 0,0 0 0,1-1 0,1 1 0,0-1 0,0 1 0,3 11 0,-2-16 0,-1 1 0,1-1 0,1 0 0,-1 0 0,1 1 0,0-2 0,0 1 0,0 0 0,1-1 0,0 1 0,-1-1 0,2 0 0,-1 0 0,0 0 0,1-1 0,0 0 0,-1 0 0,8 3 0,-3-2 0,0-1 0,-1 0 0,1 0 0,1-1 0,-1 0 0,0-1 0,0 0 0,1-1 0,-1 0 0,0 0 0,1-1 0,-1 0 0,0-1 0,0 0 0,0 0 0,0-1 0,0 0 0,0 0 0,10-7 0,-12 6 0,1 0 0,-1-1 0,1 0 0,-1-1 0,-1 0 0,1 0 0,-1 0 0,0-1 0,0 0 0,-1 0 0,0 0 0,0-1 0,-1 0 0,0 1 0,-1-2 0,1 1 0,-1 0 0,-1-1 0,0 1 0,2-13 0,-3 6 0,-1 0 0,0 0 0,-1-1 0,-1 1 0,0 0 0,-2 0 0,-6-22 0,-47-101 0,29 75 0,22 48 0,-8-19 0,12 31 0,8 21 0,145 466 0,-145-466 0,-6-18 0,0 0 0,0 1 0,0-1 0,0 0 0,0 0 0,0 0 0,0 0 0,0 0 0,0 0 0,0 0 0,0 0 0,0 0 0,0 1 0,0-1 0,0 0 0,1 0 0,-1 0 0,0 0 0,0 0 0,0 0 0,0 0 0,0 0 0,0 0 0,0 0 0,0 0 0,0 0 0,0 0 0,0 0 0,1 0 0,-1 0 0,0 0 0,0 0 0,0 0 0,0 0 0,0 0 0,0 0 0,0 0 0,0 0 0,0 0 0,1 0 0,-1 0 0,0 0 0,0 0 0,0 0 0,0 0 0,0 0 0,0 0 0,0 0 0,0 0 0,0 0 0,0 0 0,1 0 0,-1 0 0,0 0 0,0 0 0,0 0 0,0 0 0,0 0 0,0-1 0,0 1 0,0 0 0,0 0 0,5-26 0,0 0 0,-5 26 0,0 0 0,1 0 0,-1 0 0,1 0 0,-1 0 0,1 0 0,-1 0 0,1 0 0,-1 0 0,1 0 0,-1 0 0,1 0 0,-1 0 0,1 1 0,-1-1 0,0 0 0,1 0 0,-1 0 0,1 1 0,-1-1 0,1 0 0,-1 0 0,0 1 0,1-1 0,-1 0 0,0 1 0,1-1 0,-1 1 0,0-1 0,1 1 0,14 15 0,-13-13 0,2 2 0,0-1 0,1 1 0,0-1 0,-1 0 0,10 6 0,-13-9 0,0-1 0,1 1 0,-1-1 0,0 1 0,0-1 0,0 0 0,0 1 0,0-1 0,0 0 0,0 0 0,0 0 0,1 0 0,-1 0 0,0 0 0,0 0 0,0 0 0,0-1 0,0 1 0,0 0 0,0-1 0,0 1 0,0 0 0,0-1 0,0 0 0,0 1 0,0-1 0,0 1 0,0-1 0,0 0 0,0 0 0,0 0 0,-1 1 0,1-1 0,0 0 0,-1 0 0,1 0 0,-1 0 0,1 0 0,0-2 0,3-6 0,0-1 0,-1 1 0,0-1 0,0 0 0,-1 0 0,0 0 0,-1 0 0,0 0 0,-1 0 0,0 0 0,0 0 0,-3-11 0,0-4 0,-2 1 0,-1 0 0,-17-43 0,19 58 0,0 1 0,0-1 0,-1 0 0,0 1 0,0 0 0,-1 0 0,0 1 0,-8-8 0,11 12 0,0 1 0,0-1 0,0 1 0,0 0 0,0 0 0,0 0 0,0 1 0,-1-1 0,1 1 0,-1-1 0,1 1 0,-1 1 0,0-1 0,1 0 0,-1 1 0,0 0 0,0-1 0,1 2 0,-1-1 0,0 0 0,1 1 0,-1-1 0,0 1 0,-4 2 0,0 1 0,0 0 0,0 0 0,0 1 0,0 0 0,1 0 0,-1 1 0,1 0 0,1 0 0,-11 14 0,6-7 0,1 0 0,1 1 0,0 1 0,-10 22 0,17-33 27,1 0-1,-1 0 0,1 0 0,0 0 1,0 0-1,1 0 0,-1 0 0,1 0 1,0 1-1,0-1 0,0 0 0,2 8 1,-1-9-113,0-1 1,0 1 0,0 0-1,0-1 1,0 1 0,1-1-1,-1 0 1,1 1 0,-1-1-1,1 0 1,0 0 0,0 0-1,0 0 1,0-1 0,1 1-1,-1 0 1,0-1 0,1 1-1,4 1 1,11 3-6741</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8.050"/>
    </inkml:context>
    <inkml:brush xml:id="br0">
      <inkml:brushProperty name="width" value="0.05" units="cm"/>
      <inkml:brushProperty name="height" value="0.05" units="cm"/>
      <inkml:brushProperty name="color" value="#FFFFFF"/>
    </inkml:brush>
  </inkml:definitions>
  <inkml:trace contextRef="#ctx0" brushRef="#br0">41 129 24575,'-15'-8'0,"-4"-2"0,13 14 0,6 11 0,8 17 0,1-1 0,1 0 0,1 0 0,2-2 0,24 41 0,-28-55 0,0 0 0,19 24 0,-24-35 0,0 0 0,-1 0 0,2 0 0,-1 0 0,0-1 0,1 1 0,-1-1 0,1-1 0,0 1 0,0 0 0,0-1 0,10 3 0,-14-5 0,1 1 0,0-1 0,0 0 0,0 0 0,0 0 0,0 0 0,-1 0 0,1-1 0,0 1 0,0-1 0,0 1 0,-1-1 0,1 1 0,0-1 0,0 0 0,-1 0 0,1 0 0,-1 0 0,3-2 0,-1 0 0,0 0 0,0 0 0,-1 0 0,1-1 0,-1 1 0,0-1 0,0 1 0,2-8 0,0-2 0,0-1 0,0 0 0,-2 0 0,2-17 0,-3-2-170,-1-1-1,-2 1 0,-2 0 1,0 0-1,-2 0 0,-2 0 1,-18-49-1,18 61-6655</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8.682"/>
    </inkml:context>
    <inkml:brush xml:id="br0">
      <inkml:brushProperty name="width" value="0.05" units="cm"/>
      <inkml:brushProperty name="height" value="0.05" units="cm"/>
      <inkml:brushProperty name="color" value="#FFFFFF"/>
    </inkml:brush>
  </inkml:definitions>
  <inkml:trace contextRef="#ctx0" brushRef="#br0">1 479 24575,'0'-12'0,"0"12"0,0 0 0,0 0 0,0 0 0,0 0 0,0 0 0,0 0 0,0 0 0,0 0 0,1 0 0,-1 0 0,0 0 0,0 0 0,0 0 0,0 0 0,0 0 0,0 0 0,6 15 0,16 41 0,-2 0 0,-3 1 0,14 89 0,-32-163 0,0 0 0,1 0 0,4-30 0,13-62 0,-2 44 0,-13 59 0,0-1 0,0 1 0,1 0 0,0 0 0,1 0 0,-1 0 0,8-8 0,-11 13 0,1 0 0,0 0 0,0 1 0,0-1 0,0 0 0,0 0 0,0 0 0,0 1 0,0-1 0,0 1 0,0-1 0,1 1 0,-1-1 0,0 1 0,0-1 0,0 1 0,1 0 0,-1 0 0,0 0 0,0 0 0,1 0 0,-1 0 0,2 0 0,-1 1 0,1 0 0,-1 0 0,0 0 0,0 0 0,0 0 0,0 0 0,0 1 0,0-1 0,0 1 0,0-1 0,2 4 0,4 5 0,0 0 0,-1 0 0,10 20 0,-15-26 0,7 14 0,0 0 0,1 0 0,1-1 0,16 21 0,-24-35 0,-1 1 0,1-1 0,0 0 0,1 0 0,-1 0 0,0 0 0,1-1 0,0 1 0,-1-1 0,1 0 0,0 0 0,0-1 0,0 1 0,1-1 0,-1 1 0,0-2 0,0 1 0,1 0 0,-1-1 0,0 1 0,6-2 0,-6 0 0,0 0 0,0 0 0,-1 0 0,1-1 0,0 1 0,-1-1 0,1 0 0,-1 0 0,0 0 0,1-1 0,-1 1 0,0-1 0,0 0 0,-1 0 0,1 0 0,-1 0 0,1 0 0,-1-1 0,0 1 0,2-6 0,2-3 0,-1 0 0,-1-1 0,0 1 0,5-26 0,-4-2 0,-2 1 0,-1-1 0,-4-50 0,-25-117 0,27 206 0,-5-31 0,-18-57 0,18 80 0,2 15 0,3 19 0,45 268 0,-35-237 0,36 165-1365,-39-184-5461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39.398"/>
    </inkml:context>
    <inkml:brush xml:id="br0">
      <inkml:brushProperty name="width" value="0.05" units="cm"/>
      <inkml:brushProperty name="height" value="0.05" units="cm"/>
      <inkml:brushProperty name="color" value="#FFFFFF"/>
    </inkml:brush>
  </inkml:definitions>
  <inkml:trace contextRef="#ctx0" brushRef="#br0">3 401 24575,'-1'-48'0,"-1"19"0,6-48 0,-4 73 0,1 0 0,0 0 0,0 0 0,0 0 0,0 0 0,1 1 0,0-1 0,-1 1 0,1-1 0,1 1 0,-1-1 0,0 1 0,1 0 0,0 0 0,5-5 0,-3 5 0,0 0 0,0 0 0,0 0 0,0 1 0,0-1 0,0 1 0,1 0 0,-1 1 0,1-1 0,8 0 0,-7 1 0,0 1 0,0-1 0,0 1 0,0 1 0,0-1 0,0 1 0,0 0 0,0 1 0,0 0 0,0 0 0,-1 0 0,1 1 0,-1 0 0,1 0 0,-1 1 0,0-1 0,0 1 0,7 7 0,-8-4 0,0 0 0,0 0 0,-1 0 0,0 0 0,0 1 0,-1 0 0,0 0 0,0 0 0,-1 0 0,0 0 0,2 14 0,-3-16 0,0 1 0,-1-1 0,1 1 0,-2-1 0,1 0 0,0 1 0,-1-1 0,-1 1 0,1-1 0,-1 0 0,0 1 0,0-1 0,-1 0 0,1 0 0,-6 7 0,7-12 0,1 0 0,-1 0 0,1-1 0,-1 1 0,1 0 0,-1-1 0,0 1 0,1 0 0,-1-1 0,0 1 0,1-1 0,-1 1 0,0-1 0,0 1 0,1-1 0,-1 0 0,0 0 0,0 1 0,0-1 0,0 0 0,-1 0 0,2 0 0,-1 0 0,0 0 0,1-1 0,-1 1 0,1 0 0,-1-1 0,1 1 0,-1-1 0,1 1 0,-1-1 0,1 1 0,0-1 0,-1 1 0,1-1 0,-1 1 0,1-1 0,0 1 0,0-1 0,-1 0 0,1 1 0,0-2 0,-1-3 0,0 0 0,0 1 0,0-1 0,1 0 0,0 0 0,0-6 0,4-10 0,0 0 0,2 0 0,0 1 0,1 0 0,1 0 0,1 0 0,1 1 0,1 1 0,17-23 0,-26 38 0,0 0 0,0 0 0,0 1 0,1-1 0,-1 1 0,1 0 0,0 0 0,0 0 0,0 0 0,5-2 0,-7 3 0,0 1 0,0 0 0,0-1 0,0 1 0,0 0 0,0 0 0,0 0 0,1 0 0,-1 0 0,0 0 0,0 1 0,0-1 0,0 0 0,0 0 0,0 1 0,0-1 0,0 1 0,0-1 0,0 1 0,0-1 0,0 1 0,0 0 0,0-1 0,0 1 0,-1 0 0,1 0 0,0 0 0,0 0 0,-1 0 0,1-1 0,-1 1 0,1 0 0,-1 0 0,1 0 0,0 2 0,15 42 0,-13-37 0,-1 1 0,2-1 0,-1 0 0,1 0 0,5 9 0,-7-14 0,0-1 0,1 1 0,-1-1 0,0 0 0,1 0 0,0 1 0,-1-1 0,1-1 0,0 1 0,0 0 0,0-1 0,0 0 0,0 1 0,0-1 0,1-1 0,-1 1 0,7 1 0,-3-2 0,1 0 0,0 0 0,0 0 0,0-1 0,0-1 0,-1 1 0,1-1 0,0 0 0,-1-1 0,0 0 0,1 0 0,-1 0 0,-1-1 0,1 0 0,0-1 0,-1 1 0,0-1 0,0-1 0,0 1 0,-1-1 0,5-6 0,-2 3 0,-1-1 0,0 0 0,0-1 0,-1 1 0,-1-1 0,0 0 0,0-1 0,-1 1 0,0-1 0,-1 0 0,-1 1 0,2-24 0,-3 32 0,-1 0 0,-1 1 0,1-1 0,0 0 0,-1 0 0,1 1 0,-1-1 0,0 0 0,0 1 0,-2-5 0,3 7 0,0-1 0,0 1 0,-1 0 0,1-1 0,0 1 0,-1 0 0,1 0 0,0-1 0,-1 1 0,1 0 0,0 0 0,-1-1 0,1 1 0,0 0 0,-1 0 0,1 0 0,-1 0 0,1-1 0,0 1 0,-1 0 0,1 0 0,-1 0 0,1 0 0,0 0 0,-1 0 0,0 0 0,0 1 0,0-1 0,0 1 0,0-1 0,0 1 0,0 0 0,0-1 0,0 1 0,0 0 0,0 0 0,0 0 0,0 0 0,0-1 0,-1 4 0,-4 5 0,0 1 0,1 0 0,0 0 0,1 0 0,0 1 0,-5 21 0,-8 71 0,12-47 0,3 1 0,2-1 0,8 57 0,35 166 0,-30-202 0,-9-59 0,3 25 0,-7-40 0,0 0 0,0 0 0,0-1 0,0 1 0,0 0 0,-1 0 0,1 0 0,-1-1 0,0 1 0,0 0 0,-1 3 0,1-5 0,0 0 0,1 0 0,-1-1 0,0 1 0,1-1 0,-1 1 0,0 0 0,1-1 0,-1 1 0,0-1 0,0 0 0,0 1 0,0-1 0,1 0 0,-1 1 0,0-1 0,0 0 0,0 0 0,0 0 0,0 0 0,0 0 0,0 0 0,0 0 0,0 0 0,1 0 0,-1 0 0,0 0 0,0-1 0,0 1 0,-1-1 0,-27-14 0,13 4 0,1-1 0,0-1 0,1 0 0,1 0 0,0-2 0,1 0 0,0 0 0,1-1 0,-12-23 0,16 24 0,-1 0 0,2 0 0,0 0 0,1-1 0,1 0 0,0 0 0,1 0 0,1-1 0,0 1 0,1-1 0,2-20 0,-1 30 0,1 0 0,1 0 0,-1 0 0,1 0 0,0 0 0,1 0 0,-1 1 0,2-1 0,-1 1 0,0-1 0,1 1 0,0 1 0,1-1 0,-1 0 0,1 1 0,9-8 0,-8 9 0,1-1 0,0 1 0,0 1 0,0-1 0,0 1 0,0 0 0,0 1 0,1 0 0,0 0 0,-1 1 0,1 0 0,0 0 0,0 0 0,-1 1 0,10 1 0,-4 0 43,0 1 0,0 1-1,-1 0 1,1 1 0,-1 0-1,1 0 1,17 11 0,-23-12-165,0 1 0,-1 0 0,1 1 0,-1 0 0,0 0 0,-1 0 0,1 0 0,-1 1 0,0 0 1,0 0-1,0 1 0,-1-1 0,6 13 0,-3 6-6704</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0.381"/>
    </inkml:context>
    <inkml:brush xml:id="br0">
      <inkml:brushProperty name="width" value="0.05" units="cm"/>
      <inkml:brushProperty name="height" value="0.05" units="cm"/>
      <inkml:brushProperty name="color" value="#FFFFFF"/>
    </inkml:brush>
  </inkml:definitions>
  <inkml:trace contextRef="#ctx0" brushRef="#br0">18 365 24575,'-17'0'0,"18"0"0,34 0 0,1033-88-2562,-812 62 1991,444-50-342,-4-27 531,-642 94 361,-26 5 64,-1-1-1,1-1 0,-1-2 1,30-11-1,-40 7-96,-16 4-3846</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2.321"/>
    </inkml:context>
    <inkml:brush xml:id="br0">
      <inkml:brushProperty name="width" value="0.05" units="cm"/>
      <inkml:brushProperty name="height" value="0.05" units="cm"/>
      <inkml:brushProperty name="color" value="#FFFFFF"/>
    </inkml:brush>
  </inkml:definitions>
  <inkml:trace contextRef="#ctx0" brushRef="#br0">17 13 24575,'-3'-2'0,"0"-5"0,-1 3 0,2 4 0,0 5 0,1 7 0,0 8 0,1 4 0,0 8 0,0 3 0,0 4 0,0 1 0,0-1 0,0-2 0,0-6-8191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2.796"/>
    </inkml:context>
    <inkml:brush xml:id="br0">
      <inkml:brushProperty name="width" value="0.05" units="cm"/>
      <inkml:brushProperty name="height" value="0.05" units="cm"/>
      <inkml:brushProperty name="color" value="#FFFFFF"/>
    </inkml:brush>
  </inkml:definitions>
  <inkml:trace contextRef="#ctx0" brushRef="#br0">0 223 24575,'0'-31'0,"0"23"0,0 23 0,2 48 0,-1-26 0,-3 41 0,11-127 0,3 1 0,27-72 0,-36 112 0,-1 0 0,1 0 0,1 0 0,-1 1 0,8-13 0,-10 19 0,-1 0 0,1 0 0,0 0 0,0 0 0,-1 1 0,1-1 0,0 0 0,0 0 0,0 0 0,0 1 0,0-1 0,0 0 0,0 1 0,0-1 0,0 1 0,0-1 0,1 1 0,-1 0 0,0-1 0,0 1 0,0 0 0,0 0 0,1 0 0,-1 0 0,0 0 0,0 0 0,1 0 0,-1 0 0,0 0 0,0 1 0,0-1 0,0 0 0,0 1 0,1-1 0,-1 1 0,0 0 0,0-1 0,0 1 0,1 1 0,7 6 0,0 0 0,-1 0 0,0 1 0,7 10 0,-7-9 0,-1-1 0,1 0 0,0 0 0,15 11 0,-18-17 0,1 1 0,-1-1 0,1 0 0,-1 0 0,1 0 0,0-1 0,0 0 0,0 0 0,1-1 0,-1 1 0,0-1 0,1-1 0,-1 1 0,0-1 0,10-1 0,-12 0 0,1 0 0,-1 0 0,1-1 0,-1 1 0,0-1 0,1 0 0,-1 0 0,0 0 0,0-1 0,0 0 0,-1 0 0,1 0 0,-1 0 0,1 0 0,-1-1 0,0 1 0,0-1 0,-1 0 0,1 0 0,-1 0 0,4-8 0,-3 3 43,0 0 0,0-1-1,0 0 1,-2 0 0,1 0-1,-1 0 1,0-16 0,-2 22-81,1-1 0,0 1 0,-1 0 0,0-1 0,0 1 0,0 0 0,-1 0 0,-3-8 0,4 10-30,0 0 0,-1 1-1,1-1 1,0 0 0,-1 1 0,1-1-1,-1 1 1,1 0 0,-1-1 0,0 1-1,0 0 1,1 0 0,-1 0 0,0 0-1,0 1 1,0-1 0,0 0 0,0 1-1,-3-1 1,-9 0-6758</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3.075"/>
    </inkml:context>
    <inkml:brush xml:id="br0">
      <inkml:brushProperty name="width" value="0.05" units="cm"/>
      <inkml:brushProperty name="height" value="0.05" units="cm"/>
      <inkml:brushProperty name="color" value="#FFFFFF"/>
    </inkml:brush>
  </inkml:definitions>
  <inkml:trace contextRef="#ctx0" brushRef="#br0">16 4 24575,'-3'0'0,"-1"-3"0,1 2 0,0 4 0,1 4 0,3 6 0,2 4 0,1 4 0,-2 5 0,1 3 0,-2-1 0,0 0 0,-1-1 0,0-3 0,0-6-8191</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3.573"/>
    </inkml:context>
    <inkml:brush xml:id="br0">
      <inkml:brushProperty name="width" value="0.05" units="cm"/>
      <inkml:brushProperty name="height" value="0.05" units="cm"/>
      <inkml:brushProperty name="color" value="#FFFFFF"/>
    </inkml:brush>
  </inkml:definitions>
  <inkml:trace contextRef="#ctx0" brushRef="#br0">1 133 24575,'0'0'0,"0"0"0,0 0 0,0-1 0,0 1 0,0 0 0,0 0 0,0 0 0,0-1 0,0 1 0,0 0 0,0 0 0,0-1 0,0 1 0,0 0 0,0 0 0,0 0 0,0-1 0,0 1 0,0 0 0,1 0 0,-1 0 0,0-1 0,0 1 0,0 0 0,0 0 0,1 0 0,-1 0 0,0-1 0,0 1 0,0 0 0,1 0 0,-1 0 0,0 0 0,0 0 0,0 0 0,1 0 0,-1 0 0,0 0 0,0 0 0,0 0 0,1 0 0,-1 0 0,0 0 0,0 0 0,1 0 0,-1 0 0,0 0 0,0 0 0,1 0 0,-1 0 0,0 0 0,0 0 0,0 0 0,1 0 0,-1 0 0,0 1 0,0-1 0,0 0 0,1 0 0,-1 0 0,0 0 0,0 0 0,0 1 0,0-1 0,1 0 0,11 12 0,0 9 0,-1 0 0,0 1 0,-2 0 0,0 1 0,-2 0 0,9 42 0,-18-92 0,3-49 0,0 59 0,-1 2 0,1-1 0,1 1 0,0 0 0,1 0 0,4-17 0,-6 31 0,-1 1 0,0-1 0,1 0 0,-1 0 0,0 0 0,1 0 0,-1 0 0,1 0 0,-1 0 0,1 1 0,0-1 0,-1 0 0,1 0 0,0 1 0,-1-1 0,1 0 0,0 1 0,0-1 0,0 1 0,0-1 0,-1 1 0,1-1 0,0 1 0,0 0 0,1-1 0,0 1 0,-1 1 0,1-1 0,-1 0 0,0 1 0,1-1 0,-1 1 0,0-1 0,0 1 0,1-1 0,-1 1 0,0 0 0,0 0 0,0 0 0,0-1 0,2 3 0,3 4 0,1 0 0,-1 1 0,9 15 0,-6-7 0,2 0 0,18 22 0,-25-34 0,-1 0 0,1 0 0,1 0 0,-1-1 0,0 1 0,1-1 0,0 0 0,0-1 0,0 1 0,0-1 0,0 0 0,0 0 0,7 1 0,-10-2 0,0-1 0,0 0 0,0 0 0,0 0 0,0 0 0,0-1 0,0 1 0,0-1 0,0 1 0,0-1 0,0 0 0,0 1 0,0-1 0,0 0 0,0 0 0,-1-1 0,1 1 0,0 0 0,-1 0 0,1-1 0,-1 1 0,1-1 0,-1 0 0,0 1 0,0-1 0,1 0 0,-1 0 0,-1 1 0,1-1 0,0 0 0,0 0 0,0-4 0,3-6 0,-2 1 0,1-1 0,-2 1 0,2-18 0,-2 11 0,0-45 0,-1 58 0,0 0 0,-1-1 0,0 1 0,0 0 0,0 0 0,0 0 0,-1 0 0,-4-9 0,-4 5-1365,0 7-5461</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3.951"/>
    </inkml:context>
    <inkml:brush xml:id="br0">
      <inkml:brushProperty name="width" value="0.05" units="cm"/>
      <inkml:brushProperty name="height" value="0.05" units="cm"/>
      <inkml:brushProperty name="color" value="#FFFFFF"/>
    </inkml:brush>
  </inkml:definitions>
  <inkml:trace contextRef="#ctx0" brushRef="#br0">7 124 24575,'0'0'0,"0"1"0,-1-1 0,1 0 0,0 0 0,0-1 0,-1 1 0,1 0 0,0 0 0,0 0 0,0 0 0,-1 0 0,1 0 0,0 0 0,0 0 0,-1 0 0,1 0 0,0-1 0,0 1 0,0 0 0,-1 0 0,1 0 0,0 0 0,0-1 0,0 1 0,0 0 0,0 0 0,-1 0 0,1-1 0,0 1 0,0 0 0,0 0 0,0 0 0,0-1 0,0 1 0,0 0 0,0 0 0,0-1 0,1 1 0,-1 0 0,0 0 0,0 0 0,0 0 0,0 0 0,1 0 0,-1 0 0,0 0 0,0-1 0,0 1 0,1 0 0,-1 0 0,0 0 0,0 0 0,0 0 0,1 0 0,-1 0 0,0 0 0,0 0 0,0 0 0,1 0 0,-1 0 0,0 0 0,0 0 0,0 1 0,1-1 0,-1 0 0,0 0 0,0 0 0,0 0 0,0 0 0,1 0 0,-1 0 0,0 1 0,0-1 0,0 0 0,0 0 0,0 0 0,0 0 0,1 0 0,-1 1 0,29 27 0,-24-22 0,1 0 0,-1 0 0,2 0 0,-1-1 0,8 5 0,-13-9 0,1 0 0,-1 0 0,1-1 0,-1 1 0,1-1 0,-1 1 0,1-1 0,-1 0 0,1 1 0,-1-1 0,1 0 0,0 0 0,-1 0 0,1 0 0,-1 0 0,1 0 0,0-1 0,-1 1 0,1-1 0,-1 1 0,1-1 0,-1 1 0,1-1 0,-1 0 0,0 0 0,1 1 0,-1-1 0,0 0 0,0 0 0,3-3 0,3-4 0,0 0 0,0-1 0,-1 0 0,0 0 0,0-1 0,-1 1 0,0-1 0,-1 0 0,0-1 0,-1 1 0,0-1 0,3-20 0,-6 29 27,0 0-1,0 0 0,0 0 0,0 0 1,0 0-1,0 0 0,-1 0 0,1 0 1,-1 1-1,1-1 0,-1 0 0,-1-2 1,2 3-82,-1 0-1,1 1 1,-1-1 0,1 1 0,-1-1 0,0 1 0,1-1 0,-1 1 0,1-1 0,-1 1 0,0-1 0,0 1 0,1 0 0,-1 0 0,0-1 0,0 1 0,1 0 0,-1 0 0,0 0 0,0 0-1,0 0 1,1 0 0,-1 0 0,0 0 0,0 0 0,1 0 0,-1 0 0,0 0 0,0 0 0,-1 1 0,-10 4-6771</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4.263"/>
    </inkml:context>
    <inkml:brush xml:id="br0">
      <inkml:brushProperty name="width" value="0.05" units="cm"/>
      <inkml:brushProperty name="height" value="0.05" units="cm"/>
      <inkml:brushProperty name="color" value="#FFFFFF"/>
    </inkml:brush>
  </inkml:definitions>
  <inkml:trace contextRef="#ctx0" brushRef="#br0">95 143 24575,'7'-4'0,"-1"0"0,1-1 0,0 0 0,-1 0 0,0-1 0,9-10 0,-12 13 0,-1 0 0,0 1 0,0-1 0,0 0 0,0-1 0,0 1 0,-1 0 0,1 0 0,-1-1 0,0 1 0,0-1 0,0 1 0,0-1 0,-1 0 0,0 1 0,1-1 0,-2-4 0,1 6 0,0 0 0,-1 1 0,0-1 0,1 0 0,-1 1 0,0-1 0,0 1 0,0-1 0,0 1 0,0-1 0,0 1 0,0 0 0,0-1 0,-1 1 0,1 0 0,0 0 0,-1 0 0,1 0 0,-1 0 0,1 0 0,-1 0 0,0 1 0,1-1 0,-1 1 0,0-1 0,1 1 0,-1-1 0,0 1 0,0 0 0,1 0 0,-1 0 0,0 0 0,0 0 0,1 0 0,-1 1 0,-3 0 0,-2 0 0,1 0 0,-1 1 0,0 0 0,1 0 0,0 1 0,-1 0 0,1 0 0,-7 5 0,9-5 0,-1 0 0,1 0 0,1 0 0,-1 1 0,1-1 0,-1 1 0,1 0 0,0 0 0,0 0 0,1 0 0,-1 1 0,1-1 0,0 1 0,0 0 0,0-1 0,1 1 0,0 0 0,0 0 0,0 0 0,0 0 0,1 0 0,0 0 0,0 0 0,0 0 0,1 0 0,-1 0 0,1 0 0,1 0 0,-1 0 0,1 0 0,-1-1 0,1 1 0,1 0 0,-1-1 0,1 0 0,-1 0 0,7 7 0,0-1 0,1-1 0,1 0 0,0 0 0,0-1 0,15 7 0,7 6 0,-32-20 16,0 0-1,0-1 1,0 1-1,0-1 1,0 1-1,0 0 1,0 0-1,-1-1 1,1 1-1,0 0 1,0 0-1,-1 0 1,1 0-1,0 0 1,-1 0-1,1 0 1,-1 0 0,0 0-1,1 0 1,-1 1-1,1 1 1,-2-2-82,1 0 0,-1-1 1,1 1-1,-1 0 0,1 0 1,-1-1-1,0 1 0,1 0 1,-1 0-1,0-1 1,0 1-1,1-1 0,-1 1 1,0-1-1,0 1 0,0-1 1,0 0-1,0 1 0,0-1 1,0 0-1,0 1 1,0-1-1,0 0 0,1 0 1,-3 0-1,-18 3-6760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5.030"/>
    </inkml:context>
    <inkml:brush xml:id="br0">
      <inkml:brushProperty name="width" value="0.05" units="cm"/>
      <inkml:brushProperty name="height" value="0.05" units="cm"/>
      <inkml:brushProperty name="color" value="#FFFFFF"/>
    </inkml:brush>
  </inkml:definitions>
  <inkml:trace contextRef="#ctx0" brushRef="#br0">111 1 24575,'0'4'0,"0"0"0,0 1 0,0-1 0,1 0 0,0 1 0,0-1 0,0 0 0,0 0 0,1 1 0,-1-1 0,1-1 0,0 1 0,0 0 0,1 0 0,-1-1 0,5 5 0,-1-1 0,1 1 0,-2 0 0,1 0 0,-1 1 0,0-1 0,-1 1 0,0 0 0,4 12 0,-6-14 0,-1 0 0,1 0 0,-1 0 0,-1 0 0,0 0 0,0 0 0,0 1 0,0-1 0,-1 0 0,-1 0 0,1 0 0,-4 9 0,1-6 34,0 0 1,0-1-1,-1 1 0,0-1 0,-1 0 0,0 0 0,0-1 0,-1 0 0,-9 9 1,11-12-149,-1-1 0,1 1 0,-1-1 0,0-1 1,0 1-1,-1-1 0,1 0 0,0 0 1,-1-1-1,0 0 0,0 0 0,0-1 1,0 1-1,-12-1 0,5-1-6712</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5.265"/>
    </inkml:context>
    <inkml:brush xml:id="br0">
      <inkml:brushProperty name="width" value="0.05" units="cm"/>
      <inkml:brushProperty name="height" value="0.05" units="cm"/>
      <inkml:brushProperty name="color" value="#FFFFFF"/>
    </inkml:brush>
  </inkml:definitions>
  <inkml:trace contextRef="#ctx0" brushRef="#br0">0 13 24575,'3'0'0,"6"0"0,5 0 0,5 0 0,7 0 0,5-2 0,6-2 0,4 0 0,-4 2-8191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5.688"/>
    </inkml:context>
    <inkml:brush xml:id="br0">
      <inkml:brushProperty name="width" value="0.05" units="cm"/>
      <inkml:brushProperty name="height" value="0.05" units="cm"/>
      <inkml:brushProperty name="color" value="#FFFFFF"/>
    </inkml:brush>
  </inkml:definitions>
  <inkml:trace contextRef="#ctx0" brushRef="#br0">1 257 24575,'0'2'0,"1"-1"0,0 1 0,0 0 0,-1 0 0,1-1 0,1 1 0,-1 0 0,0-1 0,3 3 0,6 10 0,29 90 0,-38-111 0,-1-7 0,-8-35 0,-10-86 0,17 118 0,0 0 0,2 0 0,0-1 0,1 1 0,7-30 0,-8 43 0,1 0 0,-1 1 0,1-1 0,-1 0 0,1 1 0,1-1 0,-1 1 0,0 0 0,1-1 0,0 1 0,-1 0 0,7-4 0,-8 6 0,1 0 0,-1 0 0,0 1 0,1-1 0,-1 1 0,0-1 0,1 1 0,-1-1 0,1 1 0,-1 0 0,1 0 0,-1 0 0,1-1 0,-1 2 0,1-1 0,-1 0 0,1 0 0,-1 0 0,0 1 0,1-1 0,-1 1 0,1-1 0,-1 1 0,0-1 0,1 1 0,-1 0 0,0 0 0,0-1 0,1 1 0,-1 0 0,0 0 0,0 0 0,0 1 0,0-1 0,0 0 0,-1 0 0,1 0 0,1 2 0,0 2-54,1 0-1,-1-1 0,0 1 1,-1 0-1,1 0 1,-1 0-1,0 0 0,0 0 1,-1 1-1,1-1 1,-1 0-1,0 0 0,-1 0 1,1 1-1,-1-1 0,0 0 1,0 0-1,-1 0 1,1 0-1,-1 0 0,0 0 1,-1-1-1,1 1 1,-5 5-1,-7 8-6771</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6.147"/>
    </inkml:context>
    <inkml:brush xml:id="br0">
      <inkml:brushProperty name="width" value="0.05" units="cm"/>
      <inkml:brushProperty name="height" value="0.05" units="cm"/>
      <inkml:brushProperty name="color" value="#FFFFFF"/>
    </inkml:brush>
  </inkml:definitions>
  <inkml:trace contextRef="#ctx0" brushRef="#br0">74 10 24575,'3'-1'0,"-1"-1"0,1 1 0,-1 0 0,1 0 0,0 0 0,-1 0 0,1 1 0,0-1 0,4 0 0,-2 2 0,0 0 0,0 0 0,0 1 0,-1-1 0,1 1 0,0 0 0,-1 0 0,1 1 0,-1-1 0,0 1 0,0 0 0,0 0 0,0 1 0,0-1 0,3 5 0,6 8 0,0 0 0,14 24 0,-25-38 0,0 1 0,-1 0 0,1 0 0,-1 0 0,1 0 0,-1 0 0,0 0 0,0 0 0,0 1 0,-1-1 0,1 0 0,-1 0 0,0 4 0,0-5 0,-1 0 0,1-1 0,-1 1 0,1-1 0,-1 1 0,0 0 0,0-1 0,0 0 0,0 1 0,0-1 0,0 1 0,0-1 0,0 0 0,-1 0 0,1 0 0,-1 0 0,1 0 0,0 0 0,-1 0 0,0 0 0,1 0 0,-1-1 0,1 1 0,-1-1 0,-3 1 0,-10 4 69,-1-2-1,0 0 0,0-1 0,-23 1 1,29-3-283,-1 0 1,1-1 0,-1 0-1,1-1 1,0 0 0,0 0-1,-19-8 1,18 4-6613</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6.585"/>
    </inkml:context>
    <inkml:brush xml:id="br0">
      <inkml:brushProperty name="width" value="0.05" units="cm"/>
      <inkml:brushProperty name="height" value="0.05" units="cm"/>
      <inkml:brushProperty name="color" value="#FFFFFF"/>
    </inkml:brush>
  </inkml:definitions>
  <inkml:trace contextRef="#ctx0" brushRef="#br0">1 334 24575,'1'-1'0,"0"0"0,0-1 0,0 1 0,0 0 0,1 0 0,-1 0 0,0 0 0,1 0 0,-1 0 0,1 0 0,-1 0 0,1 0 0,0 1 0,-1-1 0,1 1 0,0-1 0,-1 1 0,1 0 0,0-1 0,-1 1 0,1 0 0,0 0 0,0 0 0,2 1 0,-2 0 0,0 1 0,0-1 0,0 0 0,0 1 0,0 0 0,0-1 0,-1 1 0,1 0 0,-1 0 0,1 0 0,-1 0 0,0 0 0,1 0 0,-1 1 0,-1-1 0,1 0 0,1 3 0,21 64 0,-26-81 0,0 1 0,1-1 0,0 1 0,1-1 0,0-13 0,2-75 0,0 75 0,1-1 0,9-40 0,-9 56 0,1-1 0,0 1 0,1 0 0,0-1 0,1 1 0,0 1 0,0-1 0,12-14 0,-16 23 0,0 0 0,0-1 0,-1 1 0,1 0 0,0 0 0,0 0 0,0 0 0,1 0 0,-1 0 0,0 0 0,0 1 0,0-1 0,1 0 0,-1 1 0,0-1 0,1 1 0,-1-1 0,1 1 0,-1-1 0,0 1 0,1 0 0,-1 0 0,1 0 0,-1 0 0,1 0 0,-1 0 0,1 0 0,-1 0 0,3 1 0,-2 1 0,-1-1 0,1 1 0,0-1 0,-1 1 0,1 0 0,0-1 0,-1 1 0,0 0 0,0 0 0,1 0 0,-1 0 0,0 0 0,0 0 0,-1 1 0,1-1 0,0 0 0,-1 0 0,1 3 0,0-1 17,-1 0 0,1 0 0,-1 0 1,0 0-1,0 0 0,0 1 0,0-1 0,-1 0 0,0 0 0,1 0 0,-2 0 0,1 0 0,0-1 0,-1 1 0,0 0 0,1-1 0,-2 1 0,1-1 1,-5 7-1,1-4-207,-1 0 0,0 0 1,0 0-1,0-1 0,0 0 1,-1-1-1,0 0 1,-8 4-1,-18 6-6636</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8.089"/>
    </inkml:context>
    <inkml:brush xml:id="br0">
      <inkml:brushProperty name="width" value="0.05" units="cm"/>
      <inkml:brushProperty name="height" value="0.05" units="cm"/>
      <inkml:brushProperty name="color" value="#FFFFFF"/>
    </inkml:brush>
  </inkml:definitions>
  <inkml:trace contextRef="#ctx0" brushRef="#br0">1355 1 24575,'-104'18'-49,"1"5"0,-184 67 1,-79 58-742,285-108 821,1 4-1,-99 72 1,175-113-25,-24 17 51,-31 31 0,52-45-51,0 1 0,1 0 0,0 1 0,0 0 0,0 0 0,1 0 0,1 0 0,-1 1 1,-3 11-1,7-17-1,1 0 1,-1 0 0,0 0-1,1 0 1,0 0 0,-1 0-1,1 0 1,1 0 0,-1 1-1,0-1 1,1 0 0,-1 0 0,1 0-1,0 0 1,0-1 0,0 1-1,1 0 1,-1 0 0,1 0-1,-1-1 1,1 1 0,0-1 0,0 0-1,0 1 1,0-1 0,0 0-1,1 0 1,-1 0 0,1 0-1,-1-1 1,1 1 0,0-1-1,2 2 1,9 3 54,0 0 0,0-1 0,1-1 0,-1 0 0,24 3 0,16-1-26,1-2-1,91-4 1,112-27-815,-123 6 741,0-5 1,-2-6-1,250-96 1,-222 50 39,-139 65 0,-1-1 0,0 0 0,-1-2 0,33-33 0,-47 43 0,0-1 0,0 0 0,-1 0 0,0-1 0,0 0 0,-1 0 0,0 0 0,6-16 0,-9 20 0,0-1 0,-1 1 0,1 0 0,-1 0 0,1-1 0,-1 1 0,-1 0 0,1-1 0,-1 1 0,1 0 0,-1 0 0,0 0 0,-1 0 0,1-1 0,-1 2 0,0-1 0,0 0 0,0 0 0,0 0 0,-4-3 0,-1-1 0,0 0 0,-1 0 0,0 1 0,-1 0 0,0 1 0,0 0 0,0 0 0,-1 1 0,1 0 0,-21-6 0,-3 1 0,0 1 0,-43-5 0,12 6 128,-114 0 0,-62 20-1661,76 4-4433</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8.902"/>
    </inkml:context>
    <inkml:brush xml:id="br0">
      <inkml:brushProperty name="width" value="0.05" units="cm"/>
      <inkml:brushProperty name="height" value="0.05" units="cm"/>
      <inkml:brushProperty name="color" value="#FFFFFF"/>
    </inkml:brush>
  </inkml:definitions>
  <inkml:trace contextRef="#ctx0" brushRef="#br0">1057 0 24575,'-51'1'0,"0"2"0,0 2 0,1 2 0,-56 16 0,71-13 0,-1 2 0,1 2 0,1 1 0,1 1 0,0 2 0,-40 29 0,25-10 0,1 1 0,2 3 0,-77 91 0,93-95 0,2 1 0,1 1 0,2 1 0,2 1 0,-29 76 0,45-101 0,1 1 0,0 0 0,1 1 0,1-1 0,1 1 0,-1 32 0,4-43 0,-1 0 0,1-1 0,0 1 0,0-1 0,1 0 0,0 1 0,0-1 0,1 0 0,-1 0 0,1 0 0,1 0 0,-1-1 0,1 1 0,0-1 0,0 0 0,0 0 0,1-1 0,0 1 0,0-1 0,0 0 0,9 6 0,3-2 0,0 0 0,0-1 0,1-1 0,-1 0 0,1-2 0,0 0 0,1-1 0,30 2 0,8-4 0,88-8 0,-36-6-133,0-3-1,-1-6 1,-2-5-1,0-3 1,-2-6 0,-2-4-1,126-69 1,-169 76 136,-2-3 0,64-52 0,-98 69-27,-1 0 1,-2-2-1,0 0 0,-1-2 0,-1 0 0,-1 0 0,23-43 0,-35 56 21,-1 0-1,0-1 0,0 1 0,-1-1 0,0 0 0,-1 0 0,0 0 0,-1-1 0,0-17 0,-1 22 5,-1-1-1,-1 0 0,1 1 0,-1-1 0,0 1 0,-1 0 1,1 0-1,-1-1 0,-1 2 0,0-1 0,0 0 1,0 1-1,0 0 0,-11-11 0,4 7 1,-1-1-1,0 2 0,-1-1 1,0 2-1,-1 0 0,0 0 1,0 2-1,0-1 0,-26-6 1,-4 1-20,-1 3 1,-53-5 0,-46 4-434,0 6 1,-156 17-1,108 2-5048</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49.718"/>
    </inkml:context>
    <inkml:brush xml:id="br0">
      <inkml:brushProperty name="width" value="0.05" units="cm"/>
      <inkml:brushProperty name="height" value="0.05" units="cm"/>
      <inkml:brushProperty name="color" value="#FFFFFF"/>
    </inkml:brush>
  </inkml:definitions>
  <inkml:trace contextRef="#ctx0" brushRef="#br0">1102 126 24575,'0'-5'0,"0"1"0,0-1 0,-1 1 0,0-1 0,0 1 0,0 0 0,0-1 0,-1 1 0,1 0 0,-1 0 0,0 0 0,0 0 0,-1 0 0,1 1 0,-1-1 0,-3-3 0,1 3 0,0-1 0,0 1 0,-1 0 0,0 0 0,0 1 0,0 0 0,0 0 0,0 0 0,-11-3 0,-1 2 0,1 1 0,-1 0 0,1 1 0,-1 1 0,0 1 0,1 0 0,-24 5 0,10 0 0,0 3 0,1 0 0,-1 2 0,2 1 0,0 2 0,0 0 0,1 2 0,1 1 0,-36 28 0,32-19 0,0 1 0,2 1 0,2 2 0,0 1 0,2 1 0,1 0 0,-22 41 0,33-47 0,0 0 0,2 1 0,0 1 0,2 0 0,1 0 0,1 0 0,2 1 0,0 0 0,0 41 0,5-52 0,1 0 0,0 0 0,2-1 0,0 1 0,0 0 0,2-1 0,8 22 0,-7-26 0,0 0 0,0-1 0,1 1 0,1-1 0,-1-1 0,2 0 0,0 0 0,0 0 0,1-1 0,13 10 0,-4-7 4,0 0-1,1-2 1,0 0-1,1-1 0,0-1 1,1-1-1,-1-1 1,1 0-1,0-2 0,1-1 1,26 1-1,0-3-44,1-2 0,-1-2 0,0-3 0,51-12 0,-32 3-175,-1-4-1,-1-2 0,91-44 1,-112 43 223,-1-2 1,0-2 0,-2-3-1,-2 0 1,54-52-1,-77 65-10,-2-1-1,0 0 0,-1-1 0,0-1 1,-2 0-1,0-1 0,-1 0 0,-2-1 1,13-34-1,-19 44 3,0 0 1,-1 0-1,0-1 1,-1 1-1,0 0 1,-1-1 0,0 1-1,-1 0 1,0 0-1,0-1 1,-2 1-1,1 0 1,-1 0-1,-1 1 1,0-1-1,0 1 1,-1-1-1,-1 1 1,0 1-1,0-1 1,-9-9-1,1 3-2,-1 2 0,0 0 0,-2 1 0,1 0 0,-1 1-1,-1 1 1,0 1 0,-1 1 0,0 0 0,0 1 0,-33-8 0,2 3-259,0 3 1,-2 2-1,-81-3 1,30 11 41,1 4 1,-155 26 0,-190 67-1513,229-38-1953</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54.349"/>
    </inkml:context>
    <inkml:brush xml:id="br0">
      <inkml:brushProperty name="width" value="0.05" units="cm"/>
      <inkml:brushProperty name="height" value="0.05" units="cm"/>
      <inkml:brushProperty name="color" value="#FFFFFF"/>
    </inkml:brush>
  </inkml:definitions>
  <inkml:trace contextRef="#ctx0" brushRef="#br0">2838 290 24575,'-15'-9'0,"1"0"0,0-1 0,1-1 0,-23-22 0,-3-3 0,16 18 0,0 1 0,-1 2 0,-1 0 0,-1 1 0,0 2 0,-1 0 0,0 2 0,0 1 0,-1 1 0,-45-6 0,-42-3-49,-1 5-1,0 5 1,0 6-1,0 4 1,-200 32-1,157-4-24,3 6 0,1 6-1,-237 102 1,299-104 74,-105 62 0,166-83 0,0 2 0,1 0 0,1 2 0,1 2 0,1 0 0,-33 43 0,51-57 22,0 1-1,1 1 1,1 0-1,0 0 1,1 0-1,0 1 1,1 0-1,1 1 1,1-1-1,0 1 1,1 0-1,0 0 1,2 0 0,-1 0-1,2 0 1,1 0-1,0 0 1,0 0-1,2 0 1,0 0-1,1 0 1,6 15-1,1-5-11,1 0 0,1-1-1,1-1 1,2 0 0,0-1 0,2 0-1,0-2 1,1 0 0,1-1 0,1-1-1,26 18 1,5-1-40,0-2-1,3-3 0,112 48 1,-61-39-159,1-5-1,206 39 1,-153-49 212,225 4 0,-241-27-551,199-23 1,-248 8 496,-1-4 0,0-4 1,98-36-1,-149 41 0,-1-1 0,-1-3 0,-1-1-1,-1-2 1,-1-2 0,55-45 0,-67 46 7,-1-1 0,0-1-1,-2-1 1,-2-1 0,0 0 0,-2-2 0,-1-1-1,27-62 1,-32 60 24,-3 0 0,0 0 0,-2-1 0,-2-1 0,-1 1 0,-1-1 0,-2 0 0,-5-66 0,0 76 0,-1 0 0,0 1 0,-2-1 0,-1 1 0,-1 1 0,-1-1 0,-1 1 0,-1 1 0,-1 0 0,0 1 0,-2 0 0,-1 0 0,-19-20 0,11 19 105,-1 1 0,0 2-1,-2 0 1,0 2 0,-1 0 0,-1 2 0,0 1-1,-1 2 1,0 0 0,-1 2 0,0 1-1,-33-5 1,25 8-162,-1 0 1,1 3-1,-1 1 0,0 2 1,0 2-1,1 1 0,-1 2 1,1 2-1,-51 15 0,29 0-6689</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54.817"/>
    </inkml:context>
    <inkml:brush xml:id="br0">
      <inkml:brushProperty name="width" value="0.05" units="cm"/>
      <inkml:brushProperty name="height" value="0.05" units="cm"/>
      <inkml:brushProperty name="color" value="#FFFFFF"/>
    </inkml:brush>
  </inkml:definitions>
  <inkml:trace contextRef="#ctx0" brushRef="#br0">11 17 24575,'0'-3'0,"-3"-1"0,-1-2 0,1 2 0,3 5 0,1 8 0,2 4 0,-1 7 0,2 4 0,1 4 0,-1 3 0,-1 1 0,-1 1 0,0 0 0,-2 1 0,0-4 0,0-1 0,0-5-8191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55.066"/>
    </inkml:context>
    <inkml:brush xml:id="br0">
      <inkml:brushProperty name="width" value="0.05" units="cm"/>
      <inkml:brushProperty name="height" value="0.05" units="cm"/>
      <inkml:brushProperty name="color" value="#FFFFFF"/>
    </inkml:brush>
  </inkml:definitions>
  <inkml:trace contextRef="#ctx0" brushRef="#br0">1 12 24575,'0'0'0,"0"-1"0,0 1 0,0-1 0,0 1 0,0-1 0,0 1 0,0-1 0,0 1 0,0 0 0,0-1 0,1 1 0,-1-1 0,0 1 0,0 0 0,0-1 0,1 1 0,-1-1 0,0 1 0,0 0 0,1-1 0,-1 1 0,0 0 0,1 0 0,-1-1 0,1 1 0,-1 0 0,0 0 0,1-1 0,-1 1 0,1 0 0,-1 0 0,0 0 0,1 0 0,-1 0 0,1-1 0,-1 1 0,1 0 0,-1 0 0,0 0 0,1 0 0,-1 0 0,1 1 0,-1-1 0,1 0 0,-1 0 0,1 0 0,-1 0 0,0 0 0,1 1 0,-1-1 0,1 0 0,-1 0 0,0 0 0,1 1 0,0 0 0,32 19 0,-19-10 0,-2-5 31,0 0 0,-1-1 0,2 0 0,-1-1 0,0 0 0,0-1 0,1 0 0,-1-1 1,1-1-1,13-1 0,-14 1-174,-1-2 1,0 1 0,0-1 0,0-1-1,-1 0 1,1-1 0,-1 0 0,1 0 0,-1-1-1,0 0 1,13-11 0,-7 3-6684</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55.937"/>
    </inkml:context>
    <inkml:brush xml:id="br0">
      <inkml:brushProperty name="width" value="0.05" units="cm"/>
      <inkml:brushProperty name="height" value="0.05" units="cm"/>
      <inkml:brushProperty name="color" value="#FFFFFF"/>
    </inkml:brush>
  </inkml:definitions>
  <inkml:trace contextRef="#ctx0" brushRef="#br0">139 171 24575,'-11'-5'0,"-1"1"0,-20-5 0,25 7 0,-1 0 0,0 0 0,1-1 0,-1 0 0,1 0 0,0 0 0,0-1 0,-12-9 0,19 13 0,0 0 0,-1 0 0,1 0 0,0 0 0,-1-1 0,1 1 0,0 0 0,-1 0 0,1-1 0,0 1 0,-1 0 0,1-1 0,0 1 0,0 0 0,-1-1 0,1 1 0,0 0 0,0-1 0,0 1 0,0-1 0,-1 1 0,1 0 0,0-1 0,0 1 0,0 0 0,0-1 0,0 1 0,0-1 0,0 1 0,0-1 0,0 1 0,0 0 0,0-1 0,0 1 0,1-1 0,-1 1 0,0 0 0,0-1 0,0 1 0,0 0 0,1-1 0,-1 1 0,0 0 0,0-1 0,1 1 0,-1 0 0,0-1 0,1 1 0,-1 0 0,0 0 0,1 0 0,0-1 0,24-6 0,84-7 0,133 1 0,-149 10 0,720-23-757,-155 7 205,-378 6-595,-181 8-4588</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5:56.138"/>
    </inkml:context>
    <inkml:brush xml:id="br0">
      <inkml:brushProperty name="width" value="0.05" units="cm"/>
      <inkml:brushProperty name="height" value="0.05" units="cm"/>
      <inkml:brushProperty name="color" value="#FFFFFF"/>
    </inkml:brush>
  </inkml:definitions>
  <inkml:trace contextRef="#ctx0" brushRef="#br0">4 17 24575,'-3'3'0,"5"0"0,13 1 0,17-2 0,20 0 0,23-3 0,26-2 0,26-3 0,24 0 0,19 0-1230,14 2 1230,8 1 0,-29 2-6961</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2.516"/>
    </inkml:context>
    <inkml:brush xml:id="br0">
      <inkml:brushProperty name="width" value="0.05" units="cm"/>
      <inkml:brushProperty name="height" value="0.05" units="cm"/>
      <inkml:brushProperty name="color" value="#FFFFFF"/>
    </inkml:brush>
  </inkml:definitions>
  <inkml:trace contextRef="#ctx0" brushRef="#br0">544 86 24575,'1'-3'0,"0"0"0,0 0 0,0 0 0,0 1 0,0-1 0,0 0 0,1 0 0,1-2 0,-1 2 0,0-1 0,0 0 0,0 1 0,0-1 0,1-7 0,-3 10 0,0 0 0,0 1 0,0-1 0,0 0 0,0 0 0,0 0 0,0 1 0,0-1 0,0 0 0,-1 0 0,1 1 0,0-1 0,0 0 0,-1 1 0,1-1 0,-1 0 0,1 1 0,0-1 0,-1 1 0,1-1 0,-1 0 0,1 1 0,-1-1 0,0 1 0,1-1 0,-1 1 0,0 0 0,1-1 0,-1 1 0,0 0 0,1-1 0,-1 1 0,0 0 0,0 0 0,0 0 0,-9-3 0,0 1 0,0 0 0,0 1 0,0 1 0,0-1 0,-13 2 0,-62 11 0,83-12 0,-37 7 0,1 1 0,0 2 0,0 1 0,1 2 0,0 2 0,-50 28 0,80-38 0,-1-1 0,1 2 0,0-1 0,1 1 0,-1 0 0,-8 12 0,13-17 0,1 1 0,0 0 0,-1 0 0,1-1 0,0 1 0,0 0 0,1 0 0,-1 0 0,0 0 0,1 0 0,-1 1 0,1-1 0,-1 0 0,1 0 0,0 0 0,0 0 0,0 0 0,0 1 0,1-1 0,-1 0 0,0 0 0,1 0 0,0 0 0,-1 0 0,1 0 0,0 0 0,0 0 0,0 0 0,0 0 0,1 0 0,-1-1 0,2 3 0,3 2 0,0-1 0,-1 0 0,2-1 0,-1 0 0,0 0 0,1 0 0,0 0 0,0-1 0,12 3 0,9 3 0,34 4 0,-47-10 0,159 22 0,-111-18 0,0 2 0,119 35 0,-174-42 0,-1 1 0,1 1 0,-1-1 0,1 1 0,-1 0 0,7 6 0,-12-9 0,-1 0 0,0 0 0,0 0 0,0 1 0,0-1 0,0 0 0,0 0 0,0 1 0,0-1 0,0 1 0,-1-1 0,1 0 0,0 1 0,-1-1 0,1 1 0,-1 0 0,0-1 0,0 1 0,1-1 0,-1 1 0,0 0 0,0-1 0,0 1 0,-1-1 0,1 1 0,0-1 0,-1 1 0,1 0 0,-1-1 0,1 1 0,-1-1 0,0 0 0,1 1 0,-1-1 0,0 1 0,0-1 0,0 0 0,-2 2 0,-4 4 0,0 1 0,-1-1 0,0 0 0,0-1 0,-1 0 0,1 0 0,-1-1 0,-1 0 0,-10 4 0,-17 5 0,-39 10 0,72-23 0,-187 45 342,149-39-911,0-2 0,-68 0 0,64-7-6257</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2.828"/>
    </inkml:context>
    <inkml:brush xml:id="br0">
      <inkml:brushProperty name="width" value="0.05" units="cm"/>
      <inkml:brushProperty name="height" value="0.05" units="cm"/>
      <inkml:brushProperty name="color" value="#FFFFFF"/>
    </inkml:brush>
  </inkml:definitions>
  <inkml:trace contextRef="#ctx0" brushRef="#br0">1 38 24575,'0'-37'0,"13"78"0,114 672 0,-111-590-1365,-13-97-5461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3.359"/>
    </inkml:context>
    <inkml:brush xml:id="br0">
      <inkml:brushProperty name="width" value="0.05" units="cm"/>
      <inkml:brushProperty name="height" value="0.05" units="cm"/>
      <inkml:brushProperty name="color" value="#FFFFFF"/>
    </inkml:brush>
  </inkml:definitions>
  <inkml:trace contextRef="#ctx0" brushRef="#br0">51 153 24575,'-1'-1'0,"-1"-1"0,1 1 0,0 0 0,0 0 0,0 0 0,-1 0 0,1 0 0,0 0 0,-1 0 0,1 1 0,-1-1 0,1 0 0,-1 1 0,1-1 0,-1 1 0,-2-1 0,3 2 0,0-1 0,0 0 0,0 1 0,0-1 0,0 1 0,0 0 0,0-1 0,1 1 0,-1-1 0,0 1 0,0 0 0,1 0 0,-1 0 0,0-1 0,1 1 0,-1 0 0,1 0 0,-1 0 0,1 0 0,-1 0 0,1 0 0,0 0 0,-1 0 0,1 0 0,0 0 0,0 2 0,-3 12 0,1 1 0,0-1 0,1 0 0,1 1 0,0-1 0,5 25 0,1-3 0,18 57 0,-17-72 0,1 0 0,14 29 0,-18-45 0,-1 1 0,1-1 0,0-1 0,0 1 0,0-1 0,1 1 0,0-1 0,0 0 0,0-1 0,1 1 0,-1-1 0,10 5 0,-12-8 0,-1 0 0,1 0 0,0 0 0,0 0 0,0 0 0,0-1 0,0 1 0,0-1 0,0 0 0,0 0 0,0 0 0,0 0 0,0-1 0,0 1 0,5-2 0,-3 0 0,0 0 0,0-1 0,-1 1 0,1-1 0,-1 0 0,0 0 0,0 0 0,6-6 0,0-1 0,-1-1 0,-1 0 0,0 0 0,0-1 0,11-24 0,-8 10 0,-1 0 0,-1 0 0,-2-1 0,-1 0 0,4-32 0,-8 39 0,0 0 0,-2-1 0,0 1 0,-1-1 0,-1 1 0,-1-1 0,-10-31 0,12 47-76,0-1 1,-1 1-1,0 0 0,0 0 0,-1 0 0,1 0 0,-1 1 0,0-1 1,0 0-1,-1 1 0,1 0 0,-1 0 0,0 0 0,0 1 1,0-1-1,-1 1 0,-6-4 0,-4 2-6750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3.732"/>
    </inkml:context>
    <inkml:brush xml:id="br0">
      <inkml:brushProperty name="width" value="0.05" units="cm"/>
      <inkml:brushProperty name="height" value="0.05" units="cm"/>
      <inkml:brushProperty name="color" value="#FFFFFF"/>
    </inkml:brush>
  </inkml:definitions>
  <inkml:trace contextRef="#ctx0" brushRef="#br0">192 117 24575,'5'-5'0,"2"-1"0,-1 0 0,0-1 0,8-12 0,-12 17 0,-1-1 0,0 1 0,0 0 0,0-1 0,0 1 0,0-1 0,0 1 0,-1-1 0,1 1 0,-1-1 0,0 1 0,0-1 0,0 1 0,0-1 0,0 0 0,0 1 0,-2-5 0,1 6 0,1-1 0,-1 0 0,0 1 0,0-1 0,0 1 0,-1 0 0,1-1 0,0 1 0,0 0 0,-1 0 0,1 0 0,-1 0 0,1 0 0,-1 0 0,0 0 0,1 0 0,-1 1 0,0-1 0,1 0 0,-1 1 0,0 0 0,0-1 0,1 1 0,-1 0 0,0 0 0,0 0 0,0 0 0,-2 1 0,-4-1 0,1 1 0,-1 0 0,0 0 0,1 1 0,-11 3 0,8-1 0,-1 1 0,2 0 0,-1 0 0,0 1 0,1 1 0,0-1 0,1 1 0,0 1 0,0 0 0,-13 16 0,18-20 0,1-1 0,-1 1 0,1 0 0,0-1 0,0 1 0,0 0 0,0 0 0,1 1 0,0-1 0,0 0 0,0 0 0,0 1 0,1-1 0,0 0 0,-1 1 0,2-1 0,-1 0 0,0 1 0,1-1 0,0 0 0,0 1 0,0-1 0,0 0 0,1 0 0,0 0 0,0 0 0,0 0 0,0-1 0,0 1 0,4 4 0,8 6 0,1 1 0,0-2 0,1 0 0,1 0 0,34 18 0,-27-17 0,-1 2 0,26 21 0,-47-36 0,-1 0 0,0 0 0,0 0 0,0 0 0,0 0 0,0 0 0,0 0 0,0 0 0,0 1 0,0-1 0,0 0 0,-1 0 0,1 1 0,0-1 0,-1 1 0,1-1 0,-1 0 0,0 1 0,1-1 0,-1 1 0,0-1 0,0 1 0,0-1 0,0 1 0,0-1 0,-1 3 0,0-2 0,-1 1 0,1-1 0,-1 1 0,0-1 0,0 0 0,0 0 0,0 0 0,0 0 0,0 0 0,0 0 0,-1-1 0,1 1 0,-3 1 0,-8 4-136,1-1-1,-1 0 1,0-1-1,-1 0 1,1-1-1,-1 0 1,0-1-1,0-1 0,-17 1 1,14-2-6690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4.138"/>
    </inkml:context>
    <inkml:brush xml:id="br0">
      <inkml:brushProperty name="width" value="0.05" units="cm"/>
      <inkml:brushProperty name="height" value="0.05" units="cm"/>
      <inkml:brushProperty name="color" value="#FFFFFF"/>
    </inkml:brush>
  </inkml:definitions>
  <inkml:trace contextRef="#ctx0" brushRef="#br0">36 197 24575,'6'-1'0,"-10"-1"0,-2 4 0,9 9 0,-1-8 0,0-1 0,1 1 0,0-1 0,-1 1 0,1-1 0,0 0 0,0 0 0,0 0 0,0 0 0,0-1 0,0 1 0,1-1 0,-1 0 0,1 0 0,4 1 0,0-1 0,0 1 0,1-1 0,-1 0 0,0-1 0,14-1 0,-15 0 0,0 0 0,1-1 0,-1 0 0,0 0 0,-1 0 0,1-1 0,0 0 0,-1-1 0,0 0 0,1 0 0,-2 0 0,8-7 0,-10 9 0,0-1 0,0 0 0,-1 0 0,1 0 0,-1-1 0,0 1 0,0 0 0,0-1 0,-1 1 0,1-1 0,-1 0 0,0 0 0,0 1 0,0-1 0,0 0 0,-1 0 0,1 0 0,-1 0 0,0 0 0,0 0 0,-1 0 0,1 0 0,-1 0 0,-1-4 0,0 2 0,0 0 0,-1 0 0,0 0 0,1 1 0,-2-1 0,1 1 0,-1 0 0,0 0 0,0 0 0,0 0 0,-1 1 0,1-1 0,-1 1 0,0 0 0,0 1 0,-1-1 0,1 1 0,-1 0 0,0 1 0,0-1 0,0 1 0,0 0 0,-6-1 0,7 2 0,-1 1 0,1-1 0,0 1 0,-1 0 0,1 0 0,0 0 0,0 1 0,-1 0 0,1 0 0,0 0 0,0 1 0,0 0 0,0 0 0,0 0 0,1 0 0,-1 1 0,1 0 0,-1 0 0,1 0 0,0 0 0,0 1 0,0 0 0,1 0 0,-1 0 0,1 0 0,0 0 0,-5 9 0,4-3 0,0-1 0,0 0 0,1 1 0,0 0 0,1-1 0,0 1 0,1 0 0,0 0 0,0 0 0,1 0 0,1 1 0,-1-1 0,1 0 0,1 0 0,0-1 0,1 1 0,0 0 0,0-1 0,8 17 0,-5-15 0,0 0 0,0-1 0,1 0 0,0 0 0,0 0 0,1-1 0,1 0 0,0-1 0,0 1 0,0-2 0,1 1 0,0-2 0,1 1 0,-1-1 0,1-1 0,12 5 0,-12-7-273,1 0 0,-1-1 0,1 0 0,20 1 0,2-4-6553</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4.482"/>
    </inkml:context>
    <inkml:brush xml:id="br0">
      <inkml:brushProperty name="width" value="0.05" units="cm"/>
      <inkml:brushProperty name="height" value="0.05" units="cm"/>
      <inkml:brushProperty name="color" value="#FFFFFF"/>
    </inkml:brush>
  </inkml:definitions>
  <inkml:trace contextRef="#ctx0" brushRef="#br0">43 313 24575,'-12'-43'0,"-8"-48"0,11 47 0,7 24 0,2 20 0,0-1 0,0 1 0,0 0 0,0 0 0,0 0 0,0 0 0,0 0 0,0 0 0,0-1 0,0 1 0,0 0 0,0 0 0,0 0 0,0 0 0,0 0 0,1 0 0,-1-1 0,0 1 0,0 0 0,0 0 0,0 0 0,0 0 0,0 0 0,0 0 0,0 0 0,1 0 0,-1 0 0,0 0 0,0-1 0,0 1 0,0 0 0,0 0 0,0 0 0,1 0 0,-1 0 0,0 0 0,0 0 0,0 0 0,0 0 0,0 0 0,0 0 0,1 0 0,-1 0 0,0 0 0,0 0 0,0 0 0,0 0 0,0 0 0,1 1 0,-1-1 0,0 0 0,0 0 0,0 0 0,23 26 0,81 131 0,-86-126 0,-2 2 0,-1 0 0,12 41 0,-24-53 0,-3-21 0,0 1 0,0-1 0,0 1 0,0-1 0,-1 0 0,1 1 0,0-1 0,0 0 0,0 0 0,0 1 0,-1-1 0,1 0 0,0 1 0,0-1 0,0 0 0,-1 0 0,1 1 0,0-1 0,-1 0 0,1 0 0,0 1 0,0-1 0,-1 0 0,1 0 0,0 0 0,-1 0 0,1 0 0,-1 1 0,-1-2 0,1 1 0,-1 0 0,0-1 0,1 0 0,-1 1 0,1-1 0,-1 0 0,0 0 0,1 1 0,0-1 0,-1 0 0,1-1 0,0 1 0,-1 0 0,1 0 0,0 0 0,0-1 0,-1-1 0,-7-9 0,1-1 0,0 0 0,1-1 0,1 1 0,0-1 0,1 0 0,0-1 0,1 1 0,1-1 0,0 0 0,1 0 0,0-18 0,1 19 0,1 0 0,1 0 0,0 0 0,1 1 0,0-1 0,1 0 0,1 1 0,0 0 0,1-1 0,0 2 0,1-1 0,1 1 0,10-17 0,-12 23-76,0 0 1,0 0-1,1 1 0,-1-1 0,1 1 0,1 1 0,-1-1 0,0 1 1,1 0-1,0 1 0,0-1 0,0 1 0,0 1 0,1-1 1,-1 1-1,1 1 0,11-2 0,1 2-6750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5.012"/>
    </inkml:context>
    <inkml:brush xml:id="br0">
      <inkml:brushProperty name="width" value="0.05" units="cm"/>
      <inkml:brushProperty name="height" value="0.05" units="cm"/>
      <inkml:brushProperty name="color" value="#FFFFFF"/>
    </inkml:brush>
  </inkml:definitions>
  <inkml:trace contextRef="#ctx0" brushRef="#br0">70 65 24575,'-1'-1'0,"0"0"0,0 0 0,0 0 0,0 0 0,1-1 0,-1 1 0,0 0 0,1 0 0,-1-1 0,1 1 0,-1 0 0,1-1 0,0 1 0,-1 0 0,1-1 0,0 1 0,0-1 0,0 1 0,0 0 0,0-1 0,0 1 0,1-1 0,0-1 0,-3 4 0,1 0 0,0 0 0,-1-1 0,1 1 0,0 0 0,-1 0 0,1-1 0,-1 1 0,1-1 0,-1 1 0,0-1 0,1 0 0,-1 0 0,1 0 0,-1 0 0,0 0 0,1 0 0,-1 0 0,-1 0 0,1-1 0,1 1 0,0 0 0,-1 0 0,1-1 0,-1 1 0,1-1 0,0 1 0,-1-1 0,1 1 0,0-1 0,0 0 0,-1 0 0,1 1 0,0-1 0,0 0 0,0 0 0,0 0 0,0 0 0,0-1 0,1 1 0,-1 0 0,0 0 0,0 0 0,1-1 0,-2-1 0,2 2 0,1 0 0,-1 0 0,0 1 0,0-1 0,0 0 0,1 1 0,-1-1 0,0 0 0,1 1 0,-1-1 0,0 0 0,1 1 0,-1-1 0,1 1 0,-1-1 0,1 1 0,-1-1 0,1 1 0,0-1 0,-1 1 0,1 0 0,-1-1 0,1 1 0,0 0 0,-1-1 0,1 1 0,0 0 0,0 0 0,-1 0 0,1 0 0,0 0 0,-1 0 0,1 0 0,0 0 0,1 0 0,27-2 0,-4 7 0,-24-5 0,0 0 0,0 1 0,0-1 0,0 1 0,0-1 0,0 1 0,0-1 0,0 1 0,0 0 0,0-1 0,0 1 0,0 0 0,-1 0 0,1-1 0,0 1 0,0 0 0,-1 0 0,1 0 0,0 1 0,-1-1-41,0-1 0,0 0-1,0 1 1,0-1-1,0 1 1,0-1 0,0 0-1,0 1 1,-1-1 0,1 1-1,0-1 1,0 0-1,0 1 1,0-1 0,-1 0-1,1 1 1,0-1 0,0 0-1,-1 1 1,1-1-1,0 0 1,-1 0 0,1 1-1,0-1 1,-1 0 0,1 0-1,0 0 1,-1 0-1,1 1 1,-1-1 0,1 0-1,-1 0 1,-7 3-6785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5.872"/>
    </inkml:context>
    <inkml:brush xml:id="br0">
      <inkml:brushProperty name="width" value="0.05" units="cm"/>
      <inkml:brushProperty name="height" value="0.05" units="cm"/>
      <inkml:brushProperty name="color" value="#FFFFFF"/>
    </inkml:brush>
  </inkml:definitions>
  <inkml:trace contextRef="#ctx0" brushRef="#br0">275 96 24575,'36'-26'0,"-31"23"0,0 0 0,0-1 0,0 1 0,0-1 0,-1 0 0,0 0 0,0 0 0,0 0 0,4-6 0,-8 9 0,0 0 0,1 1 0,-1-1 0,0 1 0,0-1 0,1 1 0,-1-1 0,0 0 0,0 1 0,0-1 0,0 1 0,0-1 0,0 0 0,0 1 0,0-1 0,0 1 0,0-1 0,-1 0 0,1 1 0,0-1 0,0 1 0,-1-1 0,1 0 0,0 1 0,0-1 0,-1 1 0,1-1 0,-1 1 0,1 0 0,0-1 0,-1 1 0,1-1 0,-1 1 0,1 0 0,-1-1 0,1 1 0,-1 0 0,1-1 0,-1 1 0,0 0 0,1 0 0,-1 0 0,0-1 0,-29-4 0,15 6 0,0 0 0,0 1 0,0 0 0,0 1 0,1 1 0,-1 1 0,1 0 0,0 0 0,0 2 0,1-1 0,0 2 0,0 0 0,0 1 0,1 0 0,-15 15 0,18-16 0,1 1 0,0 0 0,1 0 0,0 1 0,0 0 0,1 0 0,0 1 0,-8 21 0,11-24 0,1 0 0,0 0 0,1 1 0,0-1 0,0 0 0,1 0 0,0 0 0,0 1 0,1-1 0,0 0 0,0 0 0,1 0 0,4 14 0,-3-15 0,0 0 0,0 0 0,1 0 0,0 0 0,0-1 0,1 0 0,-1 0 0,2 0 0,-1 0 0,0-1 0,1 0 0,8 6 0,-5-5 0,0-1 0,1 0 0,0 0 0,0-1 0,0 0 0,0-1 0,22 4 0,-11-4 0,1-1 0,0-1 0,0-1 0,0-1 0,0-1 0,-1-1 0,1-1 0,22-7 0,-14 1-341,-1 0 0,-1-3-1,48-27 1,-34 14-6485</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6.107"/>
    </inkml:context>
    <inkml:brush xml:id="br0">
      <inkml:brushProperty name="width" value="0.05" units="cm"/>
      <inkml:brushProperty name="height" value="0.05" units="cm"/>
      <inkml:brushProperty name="color" value="#FFFFFF"/>
    </inkml:brush>
  </inkml:definitions>
  <inkml:trace contextRef="#ctx0" brushRef="#br0">18 52 24575,'-3'-3'0,"1"-1"0,0 1 0,1-1 0,-1 0 0,1 0 0,-1 0 0,1 0 0,0 0 0,0-5 0,-1 0 0,11 35 0,16 29 0,-9-20 0,62 163 0,-63-151 0,-2 0 0,8 65 0,-18-85-1365,-1-7-5461</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7.044"/>
    </inkml:context>
    <inkml:brush xml:id="br0">
      <inkml:brushProperty name="width" value="0.05" units="cm"/>
      <inkml:brushProperty name="height" value="0.05" units="cm"/>
      <inkml:brushProperty name="color" value="#FFFFFF"/>
    </inkml:brush>
  </inkml:definitions>
  <inkml:trace contextRef="#ctx0" brushRef="#br0">22 377 24575,'-2'-2'0,"0"0"0,0 0 0,1 0 0,-1 0 0,1 0 0,-1 0 0,1 0 0,-1 0 0,1-1 0,0 1 0,0-1 0,0 1 0,1-1 0,-1 1 0,1-1 0,-1 1 0,1-1 0,0 1 0,0-5 0,0 4 0,1 0 0,0-1 0,1 1 0,-1 0 0,0 0 0,1 0 0,0 0 0,-1 0 0,1 1 0,0-1 0,0 0 0,1 1 0,-1 0 0,6-5 0,5-3 0,1 0 0,1 1 0,0 0 0,0 1 0,1 1 0,0 0 0,0 1 0,18-4 0,-9 4 0,-1 1 0,1 1 0,0 2 0,49 0 0,-61 3 0,0 1 0,0 0 0,0 1 0,0 0 0,-1 1 0,0 0 0,1 1 0,-2 0 0,14 8 0,-21-9 0,1-1 0,0 0 0,-1 1 0,0 0 0,0 0 0,0 0 0,0 0 0,-1 1 0,1-1 0,2 7 0,-4-7 0,0 0 0,-1 0 0,0-1 0,0 1 0,0 0 0,0 0 0,-1 0 0,0 0 0,1 0 0,-1 0 0,-1 0 0,1 0 0,0 0 0,-1 0 0,-2 7 0,1-6 0,0 0 0,0 0 0,-1-1 0,1 1 0,-1-1 0,0 0 0,-1 0 0,1 0 0,0 0 0,-1 0 0,0-1 0,0 0 0,0 0 0,0 0 0,-1 0 0,1 0 0,-1-1 0,0 0 0,0 0 0,1 0 0,-1-1 0,0 1 0,0-1 0,-1-1 0,1 1 0,0-1 0,0 1 0,0-2 0,0 1 0,-10-2 0,13 1 0,0 1 0,0-1 0,0-1 0,0 1 0,0 0 0,1 0 0,-1-1 0,0 1 0,0-1 0,1 1 0,-1-1 0,1 0 0,0 0 0,-1 1 0,1-1 0,0 0 0,0 0 0,0 0 0,0 0 0,1-1 0,-1 1 0,0 0 0,1 0 0,0 0 0,-1-1 0,1 1 0,0 0 0,0 0 0,1-4 0,-1-4 0,1 0 0,1 0 0,0 0 0,0 1 0,5-13 0,-1 5 0,2 1 0,0 0 0,0 1 0,2 0 0,0 0 0,0 1 0,1 0 0,1 1 0,1 0 0,-1 1 0,26-18 0,-25 21 0,0 0 0,0 1 0,1 1 0,1 0 0,-1 0 0,1 2 0,0 0 0,0 0 0,1 2 0,-1 0 0,1 1 0,0 0 0,20 1 0,-34 1 0,1 0 0,0 0 0,-1 0 0,1 0 0,0 1 0,-1 0 0,1-1 0,0 1 0,-1 0 0,1 0 0,-1 0 0,1 0 0,-1 1 0,0-1 0,0 1 0,1-1 0,2 4 0,-2-1 0,-1 1 0,0-1 0,1 0 0,-2 1 0,1-1 0,0 1 0,-1 0 0,0-1 0,0 6 0,2 3 0,1-1 0,-1 1 0,2-1 0,0 0 0,0 0 0,1 0 0,1-1 0,9 14 0,-13-22 0,0 1 0,0-1 0,0 0 0,1 0 0,-1 0 0,1-1 0,-1 1 0,1-1 0,0 0 0,0 0 0,0 0 0,4 1 0,-4-2 0,-1 0 0,1-1 0,-1 1 0,1-1 0,-1 0 0,0 0 0,1-1 0,-1 1 0,1-1 0,-1 0 0,0 1 0,1-2 0,-1 1 0,0 0 0,0 0 0,0-1 0,4-2 0,2-2 0,-2 0 0,1 0 0,-1-1 0,0 0 0,0 0 0,-1-1 0,0 0 0,0 0 0,-1 0 0,0-1 0,0 1 0,-1-1 0,0 0 0,-1-1 0,0 1 0,0-1 0,-1 1 0,0-1 0,-1 0 0,0 1 0,-1-1 0,0 0 0,-1-16 0,1 25 0,-1 0 0,1-1 0,0 1 0,0 0 0,-1-1 0,1 1 0,0 0 0,-1 0 0,0-1 0,1 1 0,-1 0 0,0 0 0,1 0 0,-1 0 0,0 0 0,0 0 0,0 0 0,0 0 0,0 0 0,0 0 0,0 0 0,0 0 0,0 1 0,-1-1 0,1 1 0,-2-2 0,2 2 0,-1 1 0,1-1 0,0 0 0,0 1 0,-1-1 0,1 1 0,0-1 0,0 1 0,0 0 0,-1-1 0,1 1 0,0 0 0,0 0 0,0 0 0,0 0 0,1 0 0,-1 0 0,0 0 0,0 0 0,0 0 0,1 0 0,-1 0 0,1 0 0,-1 1 0,1-1 0,-1 2 0,-3 9 0,1-1 0,0 0 0,1 1 0,0-1 0,1 1 0,0 0 0,1-1 0,1 1 0,-1 0 0,2-1 0,3 18 0,6 13 0,28 70 0,-36-102 0,57 127 0,-37-88 0,-1 2 0,-3 0 0,13 55 0,-31-102 0,0 0 0,-1 0 0,1 0 0,-1-1 0,0 1 0,0 0 0,0 0 0,0 0 0,-1-1 0,1 1 0,-1 0 0,0 0 0,-1-1 0,1 1 0,-3 5 0,2-6 0,0-1 0,0 0 0,0 0 0,0 0 0,0 0 0,-1 0 0,1-1 0,0 1 0,-1-1 0,1 1 0,-1-1 0,0 0 0,1 0 0,-1 0 0,0 0 0,0-1 0,0 1 0,1-1 0,-1 1 0,0-1 0,-5 0 0,-3-1 0,-1-1 0,1 1 0,0-2 0,0 0 0,0 0 0,0-1 0,1 0 0,-1 0 0,1-2 0,0 1 0,1-1 0,-1 0 0,-16-16 0,18 15 0,-1 0 0,2-1 0,-1-1 0,1 1 0,0-1 0,1 0 0,0-1 0,1 1 0,-1-1 0,2 0 0,0-1 0,0 1 0,1-1 0,-3-14 0,5 19 0,1 0 0,0 0 0,0 0 0,0 0 0,1 0 0,0 0 0,0 0 0,1 0 0,-1 0 0,1 1 0,6-12 0,-3 9 0,0 0 0,0 0 0,1 0 0,0 1 0,1 0 0,13-12 0,0 5 0,-1 0 0,2 1 0,0 2 0,0 0 0,27-10 0,-41 19 19,7-4-296,0 1 1,0 0-1,1 1 0,17-2 0,-17 5-6549</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08.699"/>
    </inkml:context>
    <inkml:brush xml:id="br0">
      <inkml:brushProperty name="width" value="0.05" units="cm"/>
      <inkml:brushProperty name="height" value="0.05" units="cm"/>
      <inkml:brushProperty name="color" value="#FFFFFF"/>
    </inkml:brush>
  </inkml:definitions>
  <inkml:trace contextRef="#ctx0" brushRef="#br0">34 921 24575,'-25'4'0,"16"-1"0,13-1 0,10-1 0,-1-2 0,1 1 0,-1-1 0,1-1 0,18-5 0,-4 1 0,576-111-1807,534-96-3788,116 11 2036,246-42 2583,-1490 242 960,471-94 2215,-451 90-1521,-23 5-482,1-1 0,-1 1 0,0-1 0,1-1 1,-1 0-1,0 0 0,0 0 0,6-5 0,-9 1-1076</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17.031"/>
    </inkml:context>
    <inkml:brush xml:id="br0">
      <inkml:brushProperty name="width" value="0.05" units="cm"/>
      <inkml:brushProperty name="height" value="0.05" units="cm"/>
      <inkml:brushProperty name="color" value="#FFFFFF"/>
    </inkml:brush>
  </inkml:definitions>
  <inkml:trace contextRef="#ctx0" brushRef="#br0">2 11 24575,'0'0'0,"0"0"0,0-1 0,-1 1 0,1 0 0,0-1 0,0 1 0,0 0 0,0-1 0,0 1 0,0 0 0,0-1 0,0 1 0,0 0 0,0-1 0,0 1 0,0 0 0,0-1 0,0 1 0,0-1 0,0 1 0,1 0 0,-1-1 0,0 1 0,0 0 0,0 0 0,1-1 0,-1 1 0,0 0 0,0-1 0,1 1 0,-1 0 0,0-1 0,6 14 0,4 24 0,11 175 0,-9-55 0,-7-125 0,0 0 0,18 55 0,-14-67-1365,-1-7-5461</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17.266"/>
    </inkml:context>
    <inkml:brush xml:id="br0">
      <inkml:brushProperty name="width" value="0.05" units="cm"/>
      <inkml:brushProperty name="height" value="0.05" units="cm"/>
      <inkml:brushProperty name="color" value="#FFFFFF"/>
    </inkml:brush>
  </inkml:definitions>
  <inkml:trace contextRef="#ctx0" brushRef="#br0">1 79 24575,'0'-7'0,"1"1"0,0-1 0,0 0 0,1 0 0,0 1 0,0-1 0,0 1 0,1 0 0,0 0 0,5-7 0,-8 13 0,0 0 0,0 0 0,0 0 0,0-1 0,1 1 0,-1 0 0,0 0 0,0 0 0,0 0 0,1 0 0,-1 0 0,0 0 0,0 0 0,0 0 0,0 0 0,1 1 0,-1-1 0,0 0 0,0 0 0,0 0 0,0 0 0,1 0 0,-1 0 0,0 0 0,0 0 0,0 0 0,0 1 0,0-1 0,1 0 0,-1 0 0,0 0 0,0 0 0,0 0 0,0 1 0,0-1 0,0 0 0,0 0 0,0 0 0,0 0 0,0 1 0,0-1 0,1 0 0,-1 0 0,0 0 0,0 0 0,0 1 0,0-1 0,0 0 0,-1 0 0,5 14 0,-3-12 0,6 34 0,4 64 0,-3-21 0,3 6 149,35 199-1663,-41-263-5312</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19.499"/>
    </inkml:context>
    <inkml:brush xml:id="br0">
      <inkml:brushProperty name="width" value="0.05" units="cm"/>
      <inkml:brushProperty name="height" value="0.05" units="cm"/>
      <inkml:brushProperty name="color" value="#FFFFFF"/>
    </inkml:brush>
  </inkml:definitions>
  <inkml:trace contextRef="#ctx0" brushRef="#br0">1 142 24575,'3'-2'0,"3"-5"0,7-2 0,6-4 0,8 1 0,8 0 0,6-1 0,7-1 0,3-1 0,5 0 0,-3-1 0,-9 2-8191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19.671"/>
    </inkml:context>
    <inkml:brush xml:id="br0">
      <inkml:brushProperty name="width" value="0.05" units="cm"/>
      <inkml:brushProperty name="height" value="0.05" units="cm"/>
      <inkml:brushProperty name="color" value="#FFFFFF"/>
    </inkml:brush>
  </inkml:definitions>
  <inkml:trace contextRef="#ctx0" brushRef="#br0">1 48 24575,'0'2'0,"3"2"0,3-1 0,4 0 0,5-4 0,3-1 0,4-4 0,7-3 0,3 0 0,2-1 0,3-2 0,-4 1-8191</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0.030"/>
    </inkml:context>
    <inkml:brush xml:id="br0">
      <inkml:brushProperty name="width" value="0.05" units="cm"/>
      <inkml:brushProperty name="height" value="0.05" units="cm"/>
      <inkml:brushProperty name="color" value="#FFFFFF"/>
    </inkml:brush>
  </inkml:definitions>
  <inkml:trace contextRef="#ctx0" brushRef="#br0">241 131 24575,'0'-7'0,"-1"0"0,1 0 0,-2 0 0,1 0 0,-1 0 0,0 1 0,0-1 0,-1 0 0,0 1 0,0 0 0,-1 0 0,0 0 0,0 0 0,-8-9 0,10 13 0,0 0 0,0 0 0,0 0 0,-1 0 0,1 0 0,-1 0 0,1 1 0,-1 0 0,0-1 0,0 1 0,1 0 0,-1 0 0,0 0 0,0 1 0,0-1 0,0 1 0,0 0 0,0-1 0,0 1 0,0 1 0,0-1 0,0 0 0,0 1 0,0-1 0,0 1 0,0 0 0,1 0 0,-1 0 0,0 1 0,0-1 0,1 0 0,-1 1 0,1 0 0,-1 0 0,1-1 0,-3 4 0,-4 4 0,0-1 0,0 1 0,1 1 0,1 0 0,-1 0 0,2 0 0,-1 1 0,1 0 0,1 0 0,0 0 0,-6 24 0,9-29 0,1 0 0,0 0 0,0 1 0,0-1 0,1 1 0,0-1 0,0 0 0,1 1 0,0-1 0,0 1 0,0-1 0,1 0 0,0 0 0,0 0 0,1 0 0,-1 0 0,1 0 0,1-1 0,-1 1 0,1-1 0,0 0 0,0 0 0,0 0 0,9 7 0,-5-6 38,-1-1 0,1 0 0,0-1 0,0 1 0,1-1 0,-1-1 0,1 0 0,15 4 0,-8-4-465,0-1 0,0 0 1,33-1-1,-9-3-6399</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0.377"/>
    </inkml:context>
    <inkml:brush xml:id="br0">
      <inkml:brushProperty name="width" value="0.05" units="cm"/>
      <inkml:brushProperty name="height" value="0.05" units="cm"/>
      <inkml:brushProperty name="color" value="#FFFFFF"/>
    </inkml:brush>
  </inkml:definitions>
  <inkml:trace contextRef="#ctx0" brushRef="#br0">164 133 24575,'-14'-17'0,"8"11"0,1 0 0,-1 0 0,0 0 0,0 1 0,-13-8 0,16 11 0,0 0 0,0 0 0,0 1 0,0 0 0,-1-1 0,1 1 0,0 0 0,-1 1 0,1-1 0,0 1 0,-1-1 0,1 1 0,-1 0 0,-5 1 0,7-1 0,0 1 0,0 0 0,0 0 0,0 0 0,0 0 0,0 0 0,0 0 0,0 0 0,0 1 0,1-1 0,-1 0 0,0 1 0,1 0 0,0-1 0,-1 1 0,1 0 0,0 0 0,0 0 0,0 0 0,0 0 0,0 0 0,0 0 0,-1 4 0,0 2 0,0 1 0,0-1 0,1 0 0,0 1 0,1-1 0,-1 1 0,2 0 0,-1-1 0,1 1 0,1-1 0,4 16 0,-5-19 0,1-1 0,-1 0 0,1 0 0,0 1 0,1-1 0,-1 0 0,1-1 0,0 1 0,0 0 0,0-1 0,0 0 0,1 0 0,-1 0 0,1 0 0,0 0 0,0-1 0,0 1 0,0-1 0,0 0 0,0 0 0,1-1 0,-1 1 0,6 0 0,-4-1 0,1 0 0,-1 0 0,1 0 0,-1-1 0,1 0 0,-1 0 0,1-1 0,-1 0 0,0 0 0,1-1 0,-1 1 0,11-6 0,-13 5 0,0 0 0,0-1 0,-1 1 0,1-1 0,-1 0 0,1 0 0,-1 0 0,0-1 0,0 1 0,0-1 0,-1 0 0,1 0 0,-1 0 0,0 0 0,0 0 0,-1 0 0,1 0 0,1-9 0,-1 4 29,-1 0-1,0 0 1,-1 0-1,0 0 0,0 0 1,-1 0-1,-1 0 1,1 0-1,-1 0 1,-1 1-1,-4-13 1,5 15-130,-1 0 1,1 0-1,-1 1 1,0-1 0,-1 1-1,1 0 1,-1 0-1,0 0 1,-1 0 0,1 0-1,-1 1 1,0 0 0,0 0-1,0 0 1,0 1-1,-12-5 1,3 3-6726</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0.706"/>
    </inkml:context>
    <inkml:brush xml:id="br0">
      <inkml:brushProperty name="width" value="0.05" units="cm"/>
      <inkml:brushProperty name="height" value="0.05" units="cm"/>
      <inkml:brushProperty name="color" value="#FFFFFF"/>
    </inkml:brush>
  </inkml:definitions>
  <inkml:trace contextRef="#ctx0" brushRef="#br0">1 76 24575,'1'13'0,"0"1"0,1-1 0,1 1 0,0-1 0,1 0 0,0 0 0,1 0 0,8 16 0,-10-23 0,0 0 0,0 0 0,1-1 0,0 1 0,0-1 0,0 0 0,0 0 0,1 0 0,0 0 0,0-1 0,0 0 0,0 0 0,1 0 0,0-1 0,0 0 0,0 0 0,0 0 0,0-1 0,0 0 0,8 1 0,-11-2 0,1-1 0,0 0 0,0 0 0,0 0 0,0 0 0,0-1 0,0 1 0,-1-1 0,1 0 0,0 0 0,-1-1 0,1 1 0,0-1 0,-1 0 0,0 1 0,6-6 0,-4 3 0,-1 0 0,0 0 0,0-1 0,0 0 0,0 0 0,-1 0 0,0 0 0,0 0 0,4-11 0,-2 1 0,-1 0 0,0 0 0,-1-1 0,0 1 0,-2-1 0,1 1 0,-3-23 0,1 30-195,-1 0 0,0 1 0,0-1 0,-1 1 0,0-1 0,-5-12 0,0 7-6631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1.160"/>
    </inkml:context>
    <inkml:brush xml:id="br0">
      <inkml:brushProperty name="width" value="0.05" units="cm"/>
      <inkml:brushProperty name="height" value="0.05" units="cm"/>
      <inkml:brushProperty name="color" value="#FFFFFF"/>
    </inkml:brush>
  </inkml:definitions>
  <inkml:trace contextRef="#ctx0" brushRef="#br0">0 50 24575,'34'-12'0,"-29"12"0,0 0 0,0 0 0,0 1 0,1 0 0,-1 0 0,0 1 0,0-1 0,0 1 0,0 0 0,-1 0 0,1 1 0,-1-1 0,1 1 0,-1 0 0,0 0 0,0 1 0,0-1 0,0 1 0,-1 0 0,1 0 0,3 5 0,0 2 0,0 0 0,0 0 0,-1 1 0,0 0 0,-1 0 0,-1 0 0,5 18 0,-8-26 0,0 0 0,-1 0 0,0 1 0,0-1 0,0 0 0,0 0 0,0 0 0,-1 0 0,0 0 0,0 1 0,-3 6 0,4-10 0,-1 1 0,0-1 0,1 1 0,-1-1 0,0 1 0,0-1 0,0 0 0,0 1 0,0-1 0,-1 0 0,1 0 0,0 0 0,-1 0 0,1 0 0,0 0 0,-1 0 0,1 0 0,-1-1 0,0 1 0,1 0 0,-1-1 0,1 1 0,-1-1 0,0 0 0,1 0 0,-1 1 0,0-1 0,0 0 0,1 0 0,-1-1 0,-2 1 0,2-1 0,0 0 0,0 1 0,0-1 0,1 0 0,-1 0 0,0 0 0,0 0 0,1-1 0,-1 1 0,0 0 0,1-1 0,0 1 0,-1-1 0,1 0 0,0 1 0,0-1 0,0 0 0,0 0 0,0 1 0,0-1 0,0 0 0,0 0 0,1 0 0,-1 0 0,1 0 0,0 0 0,-1-3 0,0-3 0,1 0 0,-1 0 0,1-1 0,1 1 0,1-12 0,1 6 0,1 1 0,0 0 0,0-1 0,1 1 0,1 1 0,0-1 0,9-12 0,-12 20 0,-1 1 0,1 0 0,1 0 0,-1 0 0,0 0 0,1 0 0,0 1 0,0 0 0,0-1 0,0 2 0,0-1 0,1 0 0,-1 1 0,1 0 0,0 0 0,0 0 0,-1 0 0,1 1 0,0 0 0,1 0 0,-1 0 0,7 1 0,-8 0 0,-1 1 0,1-1 0,0 1 0,0 0 0,0 0 0,-1 1 0,1-1 0,-1 1 0,1 0 0,-1 0 0,0 0 0,5 4 0,2 3 0,0 1 0,10 13 0,-15-17 0,-1 0 0,1 0 0,0-1 0,1 1 0,-1-1 0,1 0 0,0-1 0,0 0 0,0 0 0,1 0 0,12 5 0,-15-8-57,-1-1 0,1 1 1,0-1-1,0 0 0,0 0 0,0 0 0,-1 0 0,1 0 0,0-1 0,0 0 0,0 0 1,-1 0-1,1 0 0,-1-1 0,1 1 0,-1-1 0,1 0 0,-1 0 0,0 0 1,0 0-1,0-1 0,0 1 0,5-7 0,6-7-6769</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2.015"/>
    </inkml:context>
    <inkml:brush xml:id="br0">
      <inkml:brushProperty name="width" value="0.05" units="cm"/>
      <inkml:brushProperty name="height" value="0.05" units="cm"/>
      <inkml:brushProperty name="color" value="#FFFFFF"/>
    </inkml:brush>
  </inkml:definitions>
  <inkml:trace contextRef="#ctx0" brushRef="#br0">16 226 24575,'-8'-109'0,"4"73"0,0-42 0,4 78 0,0 0 0,0 0 0,0 0 0,1 0 0,-1 0 0,0 0 0,0 0 0,0 0 0,0 0 0,0 0 0,0 0 0,0 0 0,0 0 0,0 0 0,1 0 0,-1 0 0,0 0 0,0 0 0,0 0 0,0 0 0,0 0 0,0 0 0,0 0 0,0 0 0,0 0 0,1 0 0,-1 0 0,0 0 0,0 0 0,0 0 0,0 0 0,0 0 0,0-1 0,0 1 0,0 0 0,0 0 0,0 0 0,0 0 0,0 0 0,0 0 0,0 0 0,0 0 0,0 0 0,0-1 0,0 1 0,0 0 0,0 0 0,0 0 0,0 0 0,0 0 0,0 0 0,0 0 0,0 0 0,0 0 0,0-1 0,0 1 0,6 13 0,6 20 0,45 214 0,-26-113 0,-19-81 0,21 106 0,-32-157 0,-1-1 0,0 1 0,1 0 0,-1-1 0,0 1 0,0 0 0,0 0 0,-1-1 0,1 1 0,0 0 0,-1-1 0,1 1 0,-1 0 0,1-1 0,-1 1 0,0-1 0,0 1 0,-1 1 0,2-3 0,-1 0 0,1 1 0,0-1 0,-1 0 0,1 0 0,0 1 0,-1-1 0,1 0 0,-1 0 0,1 0 0,-1 0 0,1 0 0,-1 0 0,1 0 0,0 1 0,-1-1 0,1 0 0,-1-1 0,1 1 0,-1 0 0,1 0 0,-1 0 0,1 0 0,-1 0 0,-14-13 0,8 5 0,1-1 0,0 0 0,1 0 0,0 0 0,0 0 0,1-1 0,0 0 0,1 1 0,0-2 0,0 1 0,-1-15 0,3 18 0,1 1 0,0-1 0,1 0 0,-1 1 0,1-1 0,1 0 0,-1 1 0,1-1 0,0 1 0,1 0 0,-1 0 0,1 0 0,1 0 0,-1 0 0,1 1 0,0-1 0,0 1 0,9-9 0,-2 4 0,0 2 0,1-1 0,0 2 0,0 0 0,0 0 0,1 1 0,0 0 0,1 2 0,-1-1 0,23-3 0,-30 6 0,1 2 0,0-1 0,-1 1 0,1 0 0,-1 0 0,1 1 0,0-1 0,-1 2 0,1-1 0,11 5 0,-14-4 0,0 0 0,0 0 0,0 0 0,-1 1 0,1 0 0,-1-1 0,0 1 0,0 1 0,0-1 0,0 0 0,-1 1 0,1-1 0,-1 1 0,0 0 0,0-1 0,0 1 0,0 0 0,1 5 0,2 20 0,-5-25 0,1 1 0,0 0 0,0-1 0,0 1 0,0-1 0,1 1 0,3 6 0,-4-10 0,0 0 0,0 0 0,0 0 0,0 0 0,0 0 0,0 0 0,0 0 0,0-1 0,1 1 0,-1-1 0,0 1 0,0-1 0,1 1 0,-1-1 0,0 0 0,1 1 0,-1-1 0,0 0 0,1 0 0,-1 0 0,0 0 0,1 0 0,-1 0 0,0-1 0,1 1 0,-1 0 0,0-1 0,1 1 0,-1-1 0,0 1 0,0-1 0,2-1 0,24-11 0,0-1 0,46-33 0,-8 4 0,-64 43 0,-1 0 0,0 0 0,0-1 0,0 1 0,0 0 0,0 0 0,1 0 0,-1 0 0,0 0 0,0 0 0,0 0 0,0 0 0,0 0 0,1-1 0,-1 1 0,0 0 0,0 0 0,0 0 0,1 0 0,-1 0 0,0 0 0,0 0 0,0 0 0,0 0 0,1 0 0,-1 0 0,0 1 0,0-1 0,0 0 0,0 0 0,1 0 0,-1 0 0,0 0 0,0 0 0,0 0 0,0 0 0,0 0 0,1 1 0,-1-1 0,0 0 0,0 0 0,0 0 0,0 0 0,0 0 0,0 1 0,0-1 0,0 0 0,1 0 0,-1 0 0,0 0 0,0 1 0,0-1 0,0 0 0,0 0 0,0 0 0,0 0 0,0 1 0,0-1 0,0 0 0,-2 14 0,1-11 0,-2 24 0,1 0 0,2 0 0,0-1 0,1 1 0,2 0 0,6 26 0,7 12 0,29 76 0,-28-93 0,26 80 0,-37-104 0,0 1 0,-2-1 0,2 34 0,-5-53 0,-1-1 0,0 1 0,-1-1 0,1 0 0,-1 1 0,0-1 0,0 0 0,0 1 0,-3 4 0,4-7 0,-1-1 0,0 0 0,0 0 0,1 0 0,-1 0 0,0 0 0,0 0 0,0 0 0,0 0 0,0-1 0,0 1 0,0 0 0,0 0 0,0-1 0,-1 1 0,1-1 0,0 1 0,0-1 0,-1 0 0,1 1 0,0-1 0,0 0 0,-1 0 0,1 0 0,0 0 0,-1 0 0,1 0 0,0 0 0,-1 0 0,1 0 0,0-1 0,0 1 0,-1-1 0,1 1 0,-1-1 0,-6-3 0,1 1 0,0-1 0,0-1 0,1 1 0,-1-1 0,1 0 0,0 0 0,0-1 0,-7-9 0,-1-3 0,-25-40 0,28 38 0,0 0 0,2-1 0,0-1 0,2 1 0,0-1 0,-5-30 0,10 39 0,1 1 0,0-1 0,1 1 0,0 0 0,4-23 0,-2 28 0,-1 0 0,1 0 0,1-1 0,-1 1 0,1 0 0,1 1 0,-1-1 0,1 1 0,0-1 0,7-6 0,-6 8-65,0 0 0,1 1 0,-1 0 0,1 0 0,0 1 0,0-1 0,0 1 0,0 0 0,0 1 0,1 0 0,-1 0 0,1 0 0,0 1 0,0 0 0,-1 0 0,1 1 0,0-1 0,0 2 0,0-1 0,8 2 0,7 3-6761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3.369"/>
    </inkml:context>
    <inkml:brush xml:id="br0">
      <inkml:brushProperty name="width" value="0.05" units="cm"/>
      <inkml:brushProperty name="height" value="0.05" units="cm"/>
      <inkml:brushProperty name="color" value="#FFFFFF"/>
    </inkml:brush>
  </inkml:definitions>
  <inkml:trace contextRef="#ctx0" brushRef="#br0">1 1812 24575,'1'2'0,"1"-1"0,-1 0 0,1 0 0,0 0 0,0 0 0,0 0 0,0 0 0,0 0 0,0-1 0,0 1 0,0-1 0,0 1 0,0-1 0,0 0 0,3 0 0,36-4 0,-25 1 0,405-69-800,-236 36 281,1470-242-7489,-690 120 5202,3711-673-1324,-3626 640 4528,-717 130 188,-53 8-148,-201 38 100,370-78 3126,-378 74-2473,-49 10 1324,-45 9-1228,-34 7 165,-12 3-5449</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9.021"/>
    </inkml:context>
    <inkml:brush xml:id="br0">
      <inkml:brushProperty name="width" value="0.05" units="cm"/>
      <inkml:brushProperty name="height" value="0.05" units="cm"/>
      <inkml:brushProperty name="color" value="#FFFFFF"/>
    </inkml:brush>
  </inkml:definitions>
  <inkml:trace contextRef="#ctx0" brushRef="#br0">306 36 24575,'0'0'0,"0"0"0,0 0 0,0 0 0,0 0 0,0 0 0,-1 0 0,1 0 0,0 0 0,0 0 0,0 0 0,0 0 0,0 0 0,0 0 0,0 0 0,0 0 0,0 0 0,0 0 0,-1 0 0,1 0 0,0 0 0,0 0 0,0-1 0,0 1 0,0 0 0,0 0 0,0 0 0,0 0 0,0 0 0,0 0 0,0 0 0,0 0 0,0 0 0,0 0 0,0 0 0,0 0 0,0-1 0,0 1 0,0 0 0,0 0 0,0 0 0,0 0 0,0 0 0,0 0 0,0 0 0,0 0 0,0 0 0,0-1 0,0 1 0,0 0 0,0 0 0,0 0 0,0 0 0,0 0 0,0 0 0,0 0 0,0 0 0,0 0 0,0 0 0,0 0 0,0-1 0,0 1 0,7-8 0,9-5 0,-1 3 0,-15 10 0,0 0 0,0 0 0,0 0 0,0 0 0,0 0 0,0 0 0,0 0 0,0 0 0,0 0 0,0 0 0,1 0 0,-1 0 0,0 0 0,0 0 0,0 1 0,0-1 0,0 0 0,0 0 0,0 0 0,0 0 0,0 0 0,0 0 0,0 0 0,-27 18 0,-71 35 0,-85 52 0,180-103 0,0 0 0,1 0 0,-1 0 0,1 0 0,-1 0 0,1 0 0,0 1 0,0-1 0,0 1 0,0 0 0,0 0 0,1-1 0,-3 7 0,4-7 0,-1 0 0,1 0 0,0 0 0,0 0 0,0 0 0,0 0 0,1 0 0,-1 0 0,0 0 0,1 0 0,-1 0 0,1 0 0,0-1 0,0 1 0,0 0 0,0 0 0,0 0 0,0-1 0,0 1 0,1-1 0,-1 1 0,0-1 0,3 2 0,15 15 69,0-2-1,2 0 0,0-2 0,29 17 1,96 38-1776,-111-55-5119</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7T09:26:29.241"/>
    </inkml:context>
    <inkml:brush xml:id="br0">
      <inkml:brushProperty name="width" value="0.05" units="cm"/>
      <inkml:brushProperty name="height" value="0.05" units="cm"/>
      <inkml:brushProperty name="color" value="#FFFFFF"/>
    </inkml:brush>
  </inkml:definitions>
  <inkml:trace contextRef="#ctx0" brushRef="#br0">32 200 24575,'-4'-4'0,"0"0"0,0 0 0,1 0 0,-1 0 0,1-1 0,-4-7 0,6 11 0,1-1 0,0 1 0,-1-1 0,1 1 0,0-1 0,0 1 0,-1-1 0,1 1 0,1-1 0,-1 1 0,0-1 0,0 1 0,0-1 0,1 1 0,-1-1 0,1 1 0,-1-1 0,1 1 0,0 0 0,-1-1 0,1 1 0,0 0 0,0-1 0,0 1 0,0 0 0,0 0 0,0 0 0,2-2 0,5-3 0,-1 1 0,2-1 0,-1 1 0,0 0 0,1 1 0,0 0 0,0 0 0,0 1 0,11-2 0,91-15 0,-88 17 0,299-24 0,-102 11 0,-212 16 96,-5 0-259,1-1 1,-1 1 0,0-1-1,0 1 1,1-1 0,-1 0 0,0 0-1,4-2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7/27/2026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7/27/2026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4" Type="http://schemas.openxmlformats.org/officeDocument/2006/relationships/customXml" Target="../ink/ink3.xml"/><Relationship Id="rId33" Type="http://schemas.openxmlformats.org/officeDocument/2006/relationships/image" Target="../media/image1321.png"/><Relationship Id="rId2" Type="http://schemas.openxmlformats.org/officeDocument/2006/relationships/customXml" Target="../ink/ink1.xml"/><Relationship Id="rId1" Type="http://schemas.openxmlformats.org/officeDocument/2006/relationships/slideLayout" Target="../slideLayouts/slideLayout2.xml"/><Relationship Id="rId32" Type="http://schemas.openxmlformats.org/officeDocument/2006/relationships/customXml" Target="../ink/ink2.xml"/><Relationship Id="rId31" Type="http://schemas.openxmlformats.org/officeDocument/2006/relationships/image" Target="../media/image1320.png"/><Relationship Id="rId35" Type="http://schemas.openxmlformats.org/officeDocument/2006/relationships/image" Target="../media/image24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17" Type="http://schemas.openxmlformats.org/officeDocument/2006/relationships/image" Target="../media/image69.png"/><Relationship Id="rId299" Type="http://schemas.openxmlformats.org/officeDocument/2006/relationships/image" Target="../media/image159.png"/><Relationship Id="rId21" Type="http://schemas.openxmlformats.org/officeDocument/2006/relationships/image" Target="../media/image21.png"/><Relationship Id="rId63" Type="http://schemas.openxmlformats.org/officeDocument/2006/relationships/image" Target="../media/image42.png"/><Relationship Id="rId159" Type="http://schemas.openxmlformats.org/officeDocument/2006/relationships/image" Target="../media/image90.png"/><Relationship Id="rId170" Type="http://schemas.openxmlformats.org/officeDocument/2006/relationships/customXml" Target="../ink/ink88.xml"/><Relationship Id="rId226" Type="http://schemas.openxmlformats.org/officeDocument/2006/relationships/customXml" Target="../ink/ink117.xml"/><Relationship Id="rId268" Type="http://schemas.openxmlformats.org/officeDocument/2006/relationships/customXml" Target="../ink/ink138.xml"/><Relationship Id="rId32" Type="http://schemas.openxmlformats.org/officeDocument/2006/relationships/customXml" Target="../ink/ink19.xml"/><Relationship Id="rId74" Type="http://schemas.openxmlformats.org/officeDocument/2006/relationships/customXml" Target="../ink/ink40.xml"/><Relationship Id="rId128" Type="http://schemas.openxmlformats.org/officeDocument/2006/relationships/customXml" Target="../ink/ink67.xml"/><Relationship Id="rId5" Type="http://schemas.openxmlformats.org/officeDocument/2006/relationships/image" Target="../media/image1310.png"/><Relationship Id="rId181" Type="http://schemas.openxmlformats.org/officeDocument/2006/relationships/image" Target="../media/image101.png"/><Relationship Id="rId237" Type="http://schemas.openxmlformats.org/officeDocument/2006/relationships/image" Target="../media/image128.png"/><Relationship Id="rId279" Type="http://schemas.openxmlformats.org/officeDocument/2006/relationships/image" Target="../media/image149.png"/><Relationship Id="rId43" Type="http://schemas.openxmlformats.org/officeDocument/2006/relationships/image" Target="../media/image32.png"/><Relationship Id="rId139" Type="http://schemas.openxmlformats.org/officeDocument/2006/relationships/image" Target="../media/image80.png"/><Relationship Id="rId290" Type="http://schemas.openxmlformats.org/officeDocument/2006/relationships/customXml" Target="../ink/ink149.xml"/><Relationship Id="rId85" Type="http://schemas.openxmlformats.org/officeDocument/2006/relationships/image" Target="../media/image53.png"/><Relationship Id="rId150" Type="http://schemas.openxmlformats.org/officeDocument/2006/relationships/customXml" Target="../ink/ink78.xml"/><Relationship Id="rId192" Type="http://schemas.openxmlformats.org/officeDocument/2006/relationships/customXml" Target="../ink/ink99.xml"/><Relationship Id="rId206" Type="http://schemas.openxmlformats.org/officeDocument/2006/relationships/customXml" Target="../ink/ink106.xml"/><Relationship Id="rId248" Type="http://schemas.openxmlformats.org/officeDocument/2006/relationships/customXml" Target="../ink/ink128.xml"/><Relationship Id="rId12" Type="http://schemas.openxmlformats.org/officeDocument/2006/relationships/customXml" Target="../ink/ink9.xml"/><Relationship Id="rId108" Type="http://schemas.openxmlformats.org/officeDocument/2006/relationships/customXml" Target="../ink/ink57.xml"/><Relationship Id="rId54" Type="http://schemas.openxmlformats.org/officeDocument/2006/relationships/customXml" Target="../ink/ink30.xml"/><Relationship Id="rId96" Type="http://schemas.openxmlformats.org/officeDocument/2006/relationships/customXml" Target="../ink/ink51.xml"/><Relationship Id="rId161" Type="http://schemas.openxmlformats.org/officeDocument/2006/relationships/image" Target="../media/image91.png"/><Relationship Id="rId217" Type="http://schemas.openxmlformats.org/officeDocument/2006/relationships/image" Target="../media/image118.png"/><Relationship Id="rId6" Type="http://schemas.openxmlformats.org/officeDocument/2006/relationships/customXml" Target="../ink/ink6.xml"/><Relationship Id="rId238" Type="http://schemas.openxmlformats.org/officeDocument/2006/relationships/customXml" Target="../ink/ink123.xml"/><Relationship Id="rId259" Type="http://schemas.openxmlformats.org/officeDocument/2006/relationships/image" Target="../media/image139.png"/><Relationship Id="rId23" Type="http://schemas.openxmlformats.org/officeDocument/2006/relationships/image" Target="../media/image22.png"/><Relationship Id="rId119" Type="http://schemas.openxmlformats.org/officeDocument/2006/relationships/image" Target="../media/image70.png"/><Relationship Id="rId270" Type="http://schemas.openxmlformats.org/officeDocument/2006/relationships/customXml" Target="../ink/ink139.xml"/><Relationship Id="rId291" Type="http://schemas.openxmlformats.org/officeDocument/2006/relationships/image" Target="../media/image155.png"/><Relationship Id="rId44" Type="http://schemas.openxmlformats.org/officeDocument/2006/relationships/customXml" Target="../ink/ink25.xml"/><Relationship Id="rId65" Type="http://schemas.openxmlformats.org/officeDocument/2006/relationships/image" Target="../media/image43.png"/><Relationship Id="rId86" Type="http://schemas.openxmlformats.org/officeDocument/2006/relationships/customXml" Target="../ink/ink46.xml"/><Relationship Id="rId130" Type="http://schemas.openxmlformats.org/officeDocument/2006/relationships/customXml" Target="../ink/ink68.xml"/><Relationship Id="rId151" Type="http://schemas.openxmlformats.org/officeDocument/2006/relationships/image" Target="../media/image86.png"/><Relationship Id="rId172" Type="http://schemas.openxmlformats.org/officeDocument/2006/relationships/customXml" Target="../ink/ink89.xml"/><Relationship Id="rId193" Type="http://schemas.openxmlformats.org/officeDocument/2006/relationships/image" Target="../media/image107.png"/><Relationship Id="rId207" Type="http://schemas.openxmlformats.org/officeDocument/2006/relationships/image" Target="../media/image114.png"/><Relationship Id="rId228" Type="http://schemas.openxmlformats.org/officeDocument/2006/relationships/customXml" Target="../ink/ink118.xml"/><Relationship Id="rId249" Type="http://schemas.openxmlformats.org/officeDocument/2006/relationships/image" Target="../media/image134.png"/><Relationship Id="rId13" Type="http://schemas.openxmlformats.org/officeDocument/2006/relationships/image" Target="../media/image17.png"/><Relationship Id="rId109" Type="http://schemas.openxmlformats.org/officeDocument/2006/relationships/image" Target="../media/image65.png"/><Relationship Id="rId260" Type="http://schemas.openxmlformats.org/officeDocument/2006/relationships/customXml" Target="../ink/ink134.xml"/><Relationship Id="rId281" Type="http://schemas.openxmlformats.org/officeDocument/2006/relationships/image" Target="../media/image150.png"/><Relationship Id="rId34" Type="http://schemas.openxmlformats.org/officeDocument/2006/relationships/customXml" Target="../ink/ink20.xml"/><Relationship Id="rId55" Type="http://schemas.openxmlformats.org/officeDocument/2006/relationships/image" Target="../media/image38.png"/><Relationship Id="rId76" Type="http://schemas.openxmlformats.org/officeDocument/2006/relationships/customXml" Target="../ink/ink41.xml"/><Relationship Id="rId97" Type="http://schemas.openxmlformats.org/officeDocument/2006/relationships/image" Target="../media/image59.png"/><Relationship Id="rId120" Type="http://schemas.openxmlformats.org/officeDocument/2006/relationships/customXml" Target="../ink/ink63.xml"/><Relationship Id="rId141" Type="http://schemas.openxmlformats.org/officeDocument/2006/relationships/image" Target="../media/image81.png"/><Relationship Id="rId7" Type="http://schemas.openxmlformats.org/officeDocument/2006/relationships/image" Target="../media/image1410.png"/><Relationship Id="rId162" Type="http://schemas.openxmlformats.org/officeDocument/2006/relationships/customXml" Target="../ink/ink84.xml"/><Relationship Id="rId183" Type="http://schemas.openxmlformats.org/officeDocument/2006/relationships/image" Target="../media/image102.png"/><Relationship Id="rId218" Type="http://schemas.openxmlformats.org/officeDocument/2006/relationships/customXml" Target="../ink/ink113.xml"/><Relationship Id="rId239" Type="http://schemas.openxmlformats.org/officeDocument/2006/relationships/image" Target="../media/image129.png"/><Relationship Id="rId250" Type="http://schemas.openxmlformats.org/officeDocument/2006/relationships/customXml" Target="../ink/ink129.xml"/><Relationship Id="rId271" Type="http://schemas.openxmlformats.org/officeDocument/2006/relationships/image" Target="../media/image145.png"/><Relationship Id="rId292" Type="http://schemas.openxmlformats.org/officeDocument/2006/relationships/customXml" Target="../ink/ink150.xml"/><Relationship Id="rId24" Type="http://schemas.openxmlformats.org/officeDocument/2006/relationships/customXml" Target="../ink/ink15.xml"/><Relationship Id="rId45" Type="http://schemas.openxmlformats.org/officeDocument/2006/relationships/image" Target="../media/image33.png"/><Relationship Id="rId66" Type="http://schemas.openxmlformats.org/officeDocument/2006/relationships/customXml" Target="../ink/ink36.xml"/><Relationship Id="rId87" Type="http://schemas.openxmlformats.org/officeDocument/2006/relationships/image" Target="../media/image54.png"/><Relationship Id="rId110" Type="http://schemas.openxmlformats.org/officeDocument/2006/relationships/customXml" Target="../ink/ink58.xml"/><Relationship Id="rId131" Type="http://schemas.openxmlformats.org/officeDocument/2006/relationships/image" Target="../media/image76.png"/><Relationship Id="rId152" Type="http://schemas.openxmlformats.org/officeDocument/2006/relationships/customXml" Target="../ink/ink79.xml"/><Relationship Id="rId173" Type="http://schemas.openxmlformats.org/officeDocument/2006/relationships/image" Target="../media/image97.png"/><Relationship Id="rId194" Type="http://schemas.openxmlformats.org/officeDocument/2006/relationships/customXml" Target="../ink/ink100.xml"/><Relationship Id="rId208" Type="http://schemas.openxmlformats.org/officeDocument/2006/relationships/customXml" Target="../ink/ink107.xml"/><Relationship Id="rId229" Type="http://schemas.openxmlformats.org/officeDocument/2006/relationships/image" Target="../media/image124.png"/><Relationship Id="rId240" Type="http://schemas.openxmlformats.org/officeDocument/2006/relationships/customXml" Target="../ink/ink124.xml"/><Relationship Id="rId261" Type="http://schemas.openxmlformats.org/officeDocument/2006/relationships/image" Target="../media/image140.png"/><Relationship Id="rId14" Type="http://schemas.openxmlformats.org/officeDocument/2006/relationships/customXml" Target="../ink/ink10.xml"/><Relationship Id="rId35" Type="http://schemas.openxmlformats.org/officeDocument/2006/relationships/image" Target="../media/image28.png"/><Relationship Id="rId56" Type="http://schemas.openxmlformats.org/officeDocument/2006/relationships/customXml" Target="../ink/ink31.xml"/><Relationship Id="rId77" Type="http://schemas.openxmlformats.org/officeDocument/2006/relationships/image" Target="../media/image49.png"/><Relationship Id="rId100" Type="http://schemas.openxmlformats.org/officeDocument/2006/relationships/customXml" Target="../ink/ink53.xml"/><Relationship Id="rId282" Type="http://schemas.openxmlformats.org/officeDocument/2006/relationships/customXml" Target="../ink/ink145.xml"/><Relationship Id="rId8" Type="http://schemas.openxmlformats.org/officeDocument/2006/relationships/customXml" Target="../ink/ink7.xml"/><Relationship Id="rId98" Type="http://schemas.openxmlformats.org/officeDocument/2006/relationships/customXml" Target="../ink/ink52.xml"/><Relationship Id="rId121" Type="http://schemas.openxmlformats.org/officeDocument/2006/relationships/image" Target="../media/image71.png"/><Relationship Id="rId142" Type="http://schemas.openxmlformats.org/officeDocument/2006/relationships/customXml" Target="../ink/ink74.xml"/><Relationship Id="rId163" Type="http://schemas.openxmlformats.org/officeDocument/2006/relationships/image" Target="../media/image92.png"/><Relationship Id="rId184" Type="http://schemas.openxmlformats.org/officeDocument/2006/relationships/customXml" Target="../ink/ink95.xml"/><Relationship Id="rId219" Type="http://schemas.openxmlformats.org/officeDocument/2006/relationships/image" Target="../media/image119.png"/><Relationship Id="rId230" Type="http://schemas.openxmlformats.org/officeDocument/2006/relationships/customXml" Target="../ink/ink119.xml"/><Relationship Id="rId251" Type="http://schemas.openxmlformats.org/officeDocument/2006/relationships/image" Target="../media/image135.png"/><Relationship Id="rId25" Type="http://schemas.openxmlformats.org/officeDocument/2006/relationships/image" Target="../media/image23.png"/><Relationship Id="rId46" Type="http://schemas.openxmlformats.org/officeDocument/2006/relationships/customXml" Target="../ink/ink26.xml"/><Relationship Id="rId67" Type="http://schemas.openxmlformats.org/officeDocument/2006/relationships/image" Target="../media/image44.png"/><Relationship Id="rId272" Type="http://schemas.openxmlformats.org/officeDocument/2006/relationships/customXml" Target="../ink/ink140.xml"/><Relationship Id="rId293" Type="http://schemas.openxmlformats.org/officeDocument/2006/relationships/image" Target="../media/image156.png"/><Relationship Id="rId88" Type="http://schemas.openxmlformats.org/officeDocument/2006/relationships/customXml" Target="../ink/ink47.xml"/><Relationship Id="rId111" Type="http://schemas.openxmlformats.org/officeDocument/2006/relationships/image" Target="../media/image66.png"/><Relationship Id="rId132" Type="http://schemas.openxmlformats.org/officeDocument/2006/relationships/customXml" Target="../ink/ink69.xml"/><Relationship Id="rId153" Type="http://schemas.openxmlformats.org/officeDocument/2006/relationships/image" Target="../media/image87.png"/><Relationship Id="rId174" Type="http://schemas.openxmlformats.org/officeDocument/2006/relationships/customXml" Target="../ink/ink90.xml"/><Relationship Id="rId195" Type="http://schemas.openxmlformats.org/officeDocument/2006/relationships/image" Target="../media/image108.png"/><Relationship Id="rId209" Type="http://schemas.openxmlformats.org/officeDocument/2006/relationships/image" Target="../media/image115.png"/><Relationship Id="rId220" Type="http://schemas.openxmlformats.org/officeDocument/2006/relationships/customXml" Target="../ink/ink114.xml"/><Relationship Id="rId241" Type="http://schemas.openxmlformats.org/officeDocument/2006/relationships/image" Target="../media/image130.png"/><Relationship Id="rId15" Type="http://schemas.openxmlformats.org/officeDocument/2006/relationships/image" Target="../media/image18.png"/><Relationship Id="rId36" Type="http://schemas.openxmlformats.org/officeDocument/2006/relationships/customXml" Target="../ink/ink21.xml"/><Relationship Id="rId57" Type="http://schemas.openxmlformats.org/officeDocument/2006/relationships/image" Target="../media/image39.png"/><Relationship Id="rId262" Type="http://schemas.openxmlformats.org/officeDocument/2006/relationships/customXml" Target="../ink/ink135.xml"/><Relationship Id="rId283" Type="http://schemas.openxmlformats.org/officeDocument/2006/relationships/image" Target="../media/image151.png"/><Relationship Id="rId78" Type="http://schemas.openxmlformats.org/officeDocument/2006/relationships/customXml" Target="../ink/ink42.xml"/><Relationship Id="rId99" Type="http://schemas.openxmlformats.org/officeDocument/2006/relationships/image" Target="../media/image60.png"/><Relationship Id="rId101" Type="http://schemas.openxmlformats.org/officeDocument/2006/relationships/image" Target="../media/image61.png"/><Relationship Id="rId122" Type="http://schemas.openxmlformats.org/officeDocument/2006/relationships/customXml" Target="../ink/ink64.xml"/><Relationship Id="rId143" Type="http://schemas.openxmlformats.org/officeDocument/2006/relationships/image" Target="../media/image82.png"/><Relationship Id="rId164" Type="http://schemas.openxmlformats.org/officeDocument/2006/relationships/customXml" Target="../ink/ink85.xml"/><Relationship Id="rId185" Type="http://schemas.openxmlformats.org/officeDocument/2006/relationships/image" Target="../media/image103.png"/><Relationship Id="rId9" Type="http://schemas.openxmlformats.org/officeDocument/2006/relationships/image" Target="../media/image15.png"/><Relationship Id="rId210" Type="http://schemas.openxmlformats.org/officeDocument/2006/relationships/customXml" Target="../ink/ink108.xml"/><Relationship Id="rId26" Type="http://schemas.openxmlformats.org/officeDocument/2006/relationships/customXml" Target="../ink/ink16.xml"/><Relationship Id="rId231" Type="http://schemas.openxmlformats.org/officeDocument/2006/relationships/image" Target="../media/image125.png"/><Relationship Id="rId252" Type="http://schemas.openxmlformats.org/officeDocument/2006/relationships/customXml" Target="../ink/ink130.xml"/><Relationship Id="rId273" Type="http://schemas.openxmlformats.org/officeDocument/2006/relationships/image" Target="../media/image146.png"/><Relationship Id="rId294" Type="http://schemas.openxmlformats.org/officeDocument/2006/relationships/customXml" Target="../ink/ink151.xml"/><Relationship Id="rId47" Type="http://schemas.openxmlformats.org/officeDocument/2006/relationships/image" Target="../media/image34.png"/><Relationship Id="rId68" Type="http://schemas.openxmlformats.org/officeDocument/2006/relationships/customXml" Target="../ink/ink37.xml"/><Relationship Id="rId89" Type="http://schemas.openxmlformats.org/officeDocument/2006/relationships/image" Target="../media/image55.png"/><Relationship Id="rId112" Type="http://schemas.openxmlformats.org/officeDocument/2006/relationships/customXml" Target="../ink/ink59.xml"/><Relationship Id="rId133" Type="http://schemas.openxmlformats.org/officeDocument/2006/relationships/image" Target="../media/image77.png"/><Relationship Id="rId154" Type="http://schemas.openxmlformats.org/officeDocument/2006/relationships/customXml" Target="../ink/ink80.xml"/><Relationship Id="rId175" Type="http://schemas.openxmlformats.org/officeDocument/2006/relationships/image" Target="../media/image98.png"/><Relationship Id="rId196" Type="http://schemas.openxmlformats.org/officeDocument/2006/relationships/customXml" Target="../ink/ink101.xml"/><Relationship Id="rId200" Type="http://schemas.openxmlformats.org/officeDocument/2006/relationships/customXml" Target="../ink/ink103.xml"/><Relationship Id="rId16" Type="http://schemas.openxmlformats.org/officeDocument/2006/relationships/customXml" Target="../ink/ink11.xml"/><Relationship Id="rId221" Type="http://schemas.openxmlformats.org/officeDocument/2006/relationships/image" Target="../media/image120.png"/><Relationship Id="rId242" Type="http://schemas.openxmlformats.org/officeDocument/2006/relationships/customXml" Target="../ink/ink125.xml"/><Relationship Id="rId263" Type="http://schemas.openxmlformats.org/officeDocument/2006/relationships/image" Target="../media/image141.png"/><Relationship Id="rId284" Type="http://schemas.openxmlformats.org/officeDocument/2006/relationships/customXml" Target="../ink/ink146.xml"/><Relationship Id="rId37" Type="http://schemas.openxmlformats.org/officeDocument/2006/relationships/image" Target="../media/image29.png"/><Relationship Id="rId58" Type="http://schemas.openxmlformats.org/officeDocument/2006/relationships/customXml" Target="../ink/ink32.xml"/><Relationship Id="rId79" Type="http://schemas.openxmlformats.org/officeDocument/2006/relationships/image" Target="../media/image50.png"/><Relationship Id="rId102" Type="http://schemas.openxmlformats.org/officeDocument/2006/relationships/customXml" Target="../ink/ink54.xml"/><Relationship Id="rId123" Type="http://schemas.openxmlformats.org/officeDocument/2006/relationships/image" Target="../media/image72.png"/><Relationship Id="rId144" Type="http://schemas.openxmlformats.org/officeDocument/2006/relationships/customXml" Target="../ink/ink75.xml"/><Relationship Id="rId90" Type="http://schemas.openxmlformats.org/officeDocument/2006/relationships/customXml" Target="../ink/ink48.xml"/><Relationship Id="rId165" Type="http://schemas.openxmlformats.org/officeDocument/2006/relationships/image" Target="../media/image93.png"/><Relationship Id="rId186" Type="http://schemas.openxmlformats.org/officeDocument/2006/relationships/customXml" Target="../ink/ink96.xml"/><Relationship Id="rId211" Type="http://schemas.openxmlformats.org/officeDocument/2006/relationships/image" Target="../media/image116.png"/><Relationship Id="rId232" Type="http://schemas.openxmlformats.org/officeDocument/2006/relationships/customXml" Target="../ink/ink120.xml"/><Relationship Id="rId253" Type="http://schemas.openxmlformats.org/officeDocument/2006/relationships/image" Target="../media/image136.png"/><Relationship Id="rId274" Type="http://schemas.openxmlformats.org/officeDocument/2006/relationships/customXml" Target="../ink/ink141.xml"/><Relationship Id="rId295" Type="http://schemas.openxmlformats.org/officeDocument/2006/relationships/image" Target="../media/image157.png"/><Relationship Id="rId27" Type="http://schemas.openxmlformats.org/officeDocument/2006/relationships/image" Target="../media/image24.png"/><Relationship Id="rId48" Type="http://schemas.openxmlformats.org/officeDocument/2006/relationships/customXml" Target="../ink/ink27.xml"/><Relationship Id="rId69" Type="http://schemas.openxmlformats.org/officeDocument/2006/relationships/image" Target="../media/image45.png"/><Relationship Id="rId113" Type="http://schemas.openxmlformats.org/officeDocument/2006/relationships/image" Target="../media/image67.png"/><Relationship Id="rId134" Type="http://schemas.openxmlformats.org/officeDocument/2006/relationships/customXml" Target="../ink/ink70.xml"/><Relationship Id="rId80" Type="http://schemas.openxmlformats.org/officeDocument/2006/relationships/customXml" Target="../ink/ink43.xml"/><Relationship Id="rId155" Type="http://schemas.openxmlformats.org/officeDocument/2006/relationships/image" Target="../media/image88.png"/><Relationship Id="rId176" Type="http://schemas.openxmlformats.org/officeDocument/2006/relationships/customXml" Target="../ink/ink91.xml"/><Relationship Id="rId197" Type="http://schemas.openxmlformats.org/officeDocument/2006/relationships/image" Target="../media/image109.png"/><Relationship Id="rId201" Type="http://schemas.openxmlformats.org/officeDocument/2006/relationships/image" Target="../media/image111.png"/><Relationship Id="rId222" Type="http://schemas.openxmlformats.org/officeDocument/2006/relationships/customXml" Target="../ink/ink115.xml"/><Relationship Id="rId243" Type="http://schemas.openxmlformats.org/officeDocument/2006/relationships/image" Target="../media/image131.png"/><Relationship Id="rId264" Type="http://schemas.openxmlformats.org/officeDocument/2006/relationships/customXml" Target="../ink/ink136.xml"/><Relationship Id="rId285" Type="http://schemas.openxmlformats.org/officeDocument/2006/relationships/image" Target="../media/image152.png"/><Relationship Id="rId17" Type="http://schemas.openxmlformats.org/officeDocument/2006/relationships/image" Target="../media/image19.png"/><Relationship Id="rId38" Type="http://schemas.openxmlformats.org/officeDocument/2006/relationships/customXml" Target="../ink/ink22.xml"/><Relationship Id="rId59" Type="http://schemas.openxmlformats.org/officeDocument/2006/relationships/image" Target="../media/image40.png"/><Relationship Id="rId103" Type="http://schemas.openxmlformats.org/officeDocument/2006/relationships/image" Target="../media/image62.png"/><Relationship Id="rId124" Type="http://schemas.openxmlformats.org/officeDocument/2006/relationships/customXml" Target="../ink/ink65.xml"/><Relationship Id="rId70" Type="http://schemas.openxmlformats.org/officeDocument/2006/relationships/customXml" Target="../ink/ink38.xml"/><Relationship Id="rId91" Type="http://schemas.openxmlformats.org/officeDocument/2006/relationships/image" Target="../media/image56.png"/><Relationship Id="rId145" Type="http://schemas.openxmlformats.org/officeDocument/2006/relationships/image" Target="../media/image83.png"/><Relationship Id="rId166" Type="http://schemas.openxmlformats.org/officeDocument/2006/relationships/customXml" Target="../ink/ink86.xml"/><Relationship Id="rId187" Type="http://schemas.openxmlformats.org/officeDocument/2006/relationships/image" Target="../media/image104.png"/><Relationship Id="rId1" Type="http://schemas.openxmlformats.org/officeDocument/2006/relationships/slideLayout" Target="../slideLayouts/slideLayout2.xml"/><Relationship Id="rId212" Type="http://schemas.openxmlformats.org/officeDocument/2006/relationships/customXml" Target="../ink/ink109.xml"/><Relationship Id="rId233" Type="http://schemas.openxmlformats.org/officeDocument/2006/relationships/image" Target="../media/image126.png"/><Relationship Id="rId254" Type="http://schemas.openxmlformats.org/officeDocument/2006/relationships/customXml" Target="../ink/ink131.xml"/><Relationship Id="rId28" Type="http://schemas.openxmlformats.org/officeDocument/2006/relationships/customXml" Target="../ink/ink17.xml"/><Relationship Id="rId49" Type="http://schemas.openxmlformats.org/officeDocument/2006/relationships/image" Target="../media/image35.png"/><Relationship Id="rId114" Type="http://schemas.openxmlformats.org/officeDocument/2006/relationships/customXml" Target="../ink/ink60.xml"/><Relationship Id="rId275" Type="http://schemas.openxmlformats.org/officeDocument/2006/relationships/image" Target="../media/image147.png"/><Relationship Id="rId296" Type="http://schemas.openxmlformats.org/officeDocument/2006/relationships/customXml" Target="../ink/ink152.xml"/><Relationship Id="rId300" Type="http://schemas.openxmlformats.org/officeDocument/2006/relationships/customXml" Target="../ink/ink154.xml"/><Relationship Id="rId60" Type="http://schemas.openxmlformats.org/officeDocument/2006/relationships/customXml" Target="../ink/ink33.xml"/><Relationship Id="rId81" Type="http://schemas.openxmlformats.org/officeDocument/2006/relationships/image" Target="../media/image51.png"/><Relationship Id="rId135" Type="http://schemas.openxmlformats.org/officeDocument/2006/relationships/image" Target="../media/image78.png"/><Relationship Id="rId156" Type="http://schemas.openxmlformats.org/officeDocument/2006/relationships/customXml" Target="../ink/ink81.xml"/><Relationship Id="rId177" Type="http://schemas.openxmlformats.org/officeDocument/2006/relationships/image" Target="../media/image99.png"/><Relationship Id="rId198" Type="http://schemas.openxmlformats.org/officeDocument/2006/relationships/customXml" Target="../ink/ink102.xml"/><Relationship Id="rId202" Type="http://schemas.openxmlformats.org/officeDocument/2006/relationships/customXml" Target="../ink/ink104.xml"/><Relationship Id="rId223" Type="http://schemas.openxmlformats.org/officeDocument/2006/relationships/image" Target="../media/image121.png"/><Relationship Id="rId244" Type="http://schemas.openxmlformats.org/officeDocument/2006/relationships/customXml" Target="../ink/ink126.xml"/><Relationship Id="rId18" Type="http://schemas.openxmlformats.org/officeDocument/2006/relationships/customXml" Target="../ink/ink12.xml"/><Relationship Id="rId39" Type="http://schemas.openxmlformats.org/officeDocument/2006/relationships/image" Target="../media/image30.png"/><Relationship Id="rId265" Type="http://schemas.openxmlformats.org/officeDocument/2006/relationships/image" Target="../media/image142.png"/><Relationship Id="rId286" Type="http://schemas.openxmlformats.org/officeDocument/2006/relationships/customXml" Target="../ink/ink147.xml"/><Relationship Id="rId50" Type="http://schemas.openxmlformats.org/officeDocument/2006/relationships/customXml" Target="../ink/ink28.xml"/><Relationship Id="rId104" Type="http://schemas.openxmlformats.org/officeDocument/2006/relationships/customXml" Target="../ink/ink55.xml"/><Relationship Id="rId125" Type="http://schemas.openxmlformats.org/officeDocument/2006/relationships/image" Target="../media/image73.png"/><Relationship Id="rId146" Type="http://schemas.openxmlformats.org/officeDocument/2006/relationships/customXml" Target="../ink/ink76.xml"/><Relationship Id="rId167" Type="http://schemas.openxmlformats.org/officeDocument/2006/relationships/image" Target="../media/image94.png"/><Relationship Id="rId188" Type="http://schemas.openxmlformats.org/officeDocument/2006/relationships/customXml" Target="../ink/ink97.xml"/><Relationship Id="rId71" Type="http://schemas.openxmlformats.org/officeDocument/2006/relationships/image" Target="../media/image46.png"/><Relationship Id="rId92" Type="http://schemas.openxmlformats.org/officeDocument/2006/relationships/customXml" Target="../ink/ink49.xml"/><Relationship Id="rId213" Type="http://schemas.openxmlformats.org/officeDocument/2006/relationships/customXml" Target="../ink/ink110.xml"/><Relationship Id="rId234" Type="http://schemas.openxmlformats.org/officeDocument/2006/relationships/customXml" Target="../ink/ink121.xml"/><Relationship Id="rId2" Type="http://schemas.openxmlformats.org/officeDocument/2006/relationships/customXml" Target="../ink/ink4.xml"/><Relationship Id="rId29" Type="http://schemas.openxmlformats.org/officeDocument/2006/relationships/image" Target="../media/image25.png"/><Relationship Id="rId255" Type="http://schemas.openxmlformats.org/officeDocument/2006/relationships/image" Target="../media/image137.png"/><Relationship Id="rId276" Type="http://schemas.openxmlformats.org/officeDocument/2006/relationships/customXml" Target="../ink/ink142.xml"/><Relationship Id="rId297" Type="http://schemas.openxmlformats.org/officeDocument/2006/relationships/image" Target="../media/image158.png"/><Relationship Id="rId40" Type="http://schemas.openxmlformats.org/officeDocument/2006/relationships/customXml" Target="../ink/ink23.xml"/><Relationship Id="rId115" Type="http://schemas.openxmlformats.org/officeDocument/2006/relationships/image" Target="../media/image68.png"/><Relationship Id="rId136" Type="http://schemas.openxmlformats.org/officeDocument/2006/relationships/customXml" Target="../ink/ink71.xml"/><Relationship Id="rId157" Type="http://schemas.openxmlformats.org/officeDocument/2006/relationships/image" Target="../media/image89.png"/><Relationship Id="rId178" Type="http://schemas.openxmlformats.org/officeDocument/2006/relationships/customXml" Target="../ink/ink92.xml"/><Relationship Id="rId301" Type="http://schemas.openxmlformats.org/officeDocument/2006/relationships/image" Target="../media/image160.png"/><Relationship Id="rId61" Type="http://schemas.openxmlformats.org/officeDocument/2006/relationships/image" Target="../media/image41.png"/><Relationship Id="rId82" Type="http://schemas.openxmlformats.org/officeDocument/2006/relationships/customXml" Target="../ink/ink44.xml"/><Relationship Id="rId199" Type="http://schemas.openxmlformats.org/officeDocument/2006/relationships/image" Target="../media/image110.png"/><Relationship Id="rId203" Type="http://schemas.openxmlformats.org/officeDocument/2006/relationships/image" Target="../media/image112.png"/><Relationship Id="rId19" Type="http://schemas.openxmlformats.org/officeDocument/2006/relationships/image" Target="../media/image20.png"/><Relationship Id="rId224" Type="http://schemas.openxmlformats.org/officeDocument/2006/relationships/customXml" Target="../ink/ink116.xml"/><Relationship Id="rId245" Type="http://schemas.openxmlformats.org/officeDocument/2006/relationships/image" Target="../media/image132.png"/><Relationship Id="rId266" Type="http://schemas.openxmlformats.org/officeDocument/2006/relationships/customXml" Target="../ink/ink137.xml"/><Relationship Id="rId287" Type="http://schemas.openxmlformats.org/officeDocument/2006/relationships/image" Target="../media/image153.png"/><Relationship Id="rId30" Type="http://schemas.openxmlformats.org/officeDocument/2006/relationships/customXml" Target="../ink/ink18.xml"/><Relationship Id="rId105" Type="http://schemas.openxmlformats.org/officeDocument/2006/relationships/image" Target="../media/image63.png"/><Relationship Id="rId126" Type="http://schemas.openxmlformats.org/officeDocument/2006/relationships/customXml" Target="../ink/ink66.xml"/><Relationship Id="rId147" Type="http://schemas.openxmlformats.org/officeDocument/2006/relationships/image" Target="../media/image84.png"/><Relationship Id="rId168" Type="http://schemas.openxmlformats.org/officeDocument/2006/relationships/customXml" Target="../ink/ink87.xml"/><Relationship Id="rId51" Type="http://schemas.openxmlformats.org/officeDocument/2006/relationships/image" Target="../media/image36.png"/><Relationship Id="rId72" Type="http://schemas.openxmlformats.org/officeDocument/2006/relationships/customXml" Target="../ink/ink39.xml"/><Relationship Id="rId93" Type="http://schemas.openxmlformats.org/officeDocument/2006/relationships/image" Target="../media/image57.png"/><Relationship Id="rId189" Type="http://schemas.openxmlformats.org/officeDocument/2006/relationships/image" Target="../media/image105.png"/><Relationship Id="rId3" Type="http://schemas.openxmlformats.org/officeDocument/2006/relationships/image" Target="../media/image1210.png"/><Relationship Id="rId214" Type="http://schemas.openxmlformats.org/officeDocument/2006/relationships/customXml" Target="../ink/ink111.xml"/><Relationship Id="rId235" Type="http://schemas.openxmlformats.org/officeDocument/2006/relationships/image" Target="../media/image127.png"/><Relationship Id="rId256" Type="http://schemas.openxmlformats.org/officeDocument/2006/relationships/customXml" Target="../ink/ink132.xml"/><Relationship Id="rId277" Type="http://schemas.openxmlformats.org/officeDocument/2006/relationships/image" Target="../media/image148.png"/><Relationship Id="rId298" Type="http://schemas.openxmlformats.org/officeDocument/2006/relationships/customXml" Target="../ink/ink153.xml"/><Relationship Id="rId116" Type="http://schemas.openxmlformats.org/officeDocument/2006/relationships/customXml" Target="../ink/ink61.xml"/><Relationship Id="rId137" Type="http://schemas.openxmlformats.org/officeDocument/2006/relationships/image" Target="../media/image79.png"/><Relationship Id="rId158" Type="http://schemas.openxmlformats.org/officeDocument/2006/relationships/customXml" Target="../ink/ink82.xml"/><Relationship Id="rId302" Type="http://schemas.openxmlformats.org/officeDocument/2006/relationships/image" Target="../media/image161.jpeg"/><Relationship Id="rId20" Type="http://schemas.openxmlformats.org/officeDocument/2006/relationships/customXml" Target="../ink/ink13.xml"/><Relationship Id="rId41" Type="http://schemas.openxmlformats.org/officeDocument/2006/relationships/image" Target="../media/image31.png"/><Relationship Id="rId62" Type="http://schemas.openxmlformats.org/officeDocument/2006/relationships/customXml" Target="../ink/ink34.xml"/><Relationship Id="rId83" Type="http://schemas.openxmlformats.org/officeDocument/2006/relationships/image" Target="../media/image52.png"/><Relationship Id="rId179" Type="http://schemas.openxmlformats.org/officeDocument/2006/relationships/image" Target="../media/image100.png"/><Relationship Id="rId190" Type="http://schemas.openxmlformats.org/officeDocument/2006/relationships/customXml" Target="../ink/ink98.xml"/><Relationship Id="rId204" Type="http://schemas.openxmlformats.org/officeDocument/2006/relationships/customXml" Target="../ink/ink105.xml"/><Relationship Id="rId225" Type="http://schemas.openxmlformats.org/officeDocument/2006/relationships/image" Target="../media/image122.png"/><Relationship Id="rId246" Type="http://schemas.openxmlformats.org/officeDocument/2006/relationships/customXml" Target="../ink/ink127.xml"/><Relationship Id="rId267" Type="http://schemas.openxmlformats.org/officeDocument/2006/relationships/image" Target="../media/image143.png"/><Relationship Id="rId288" Type="http://schemas.openxmlformats.org/officeDocument/2006/relationships/customXml" Target="../ink/ink148.xml"/><Relationship Id="rId106" Type="http://schemas.openxmlformats.org/officeDocument/2006/relationships/customXml" Target="../ink/ink56.xml"/><Relationship Id="rId127" Type="http://schemas.openxmlformats.org/officeDocument/2006/relationships/image" Target="../media/image74.png"/><Relationship Id="rId10" Type="http://schemas.openxmlformats.org/officeDocument/2006/relationships/customXml" Target="../ink/ink8.xml"/><Relationship Id="rId31" Type="http://schemas.openxmlformats.org/officeDocument/2006/relationships/image" Target="../media/image26.png"/><Relationship Id="rId52" Type="http://schemas.openxmlformats.org/officeDocument/2006/relationships/customXml" Target="../ink/ink29.xml"/><Relationship Id="rId73" Type="http://schemas.openxmlformats.org/officeDocument/2006/relationships/image" Target="../media/image47.png"/><Relationship Id="rId94" Type="http://schemas.openxmlformats.org/officeDocument/2006/relationships/customXml" Target="../ink/ink50.xml"/><Relationship Id="rId148" Type="http://schemas.openxmlformats.org/officeDocument/2006/relationships/customXml" Target="../ink/ink77.xml"/><Relationship Id="rId169" Type="http://schemas.openxmlformats.org/officeDocument/2006/relationships/image" Target="../media/image95.png"/><Relationship Id="rId4" Type="http://schemas.openxmlformats.org/officeDocument/2006/relationships/customXml" Target="../ink/ink5.xml"/><Relationship Id="rId180" Type="http://schemas.openxmlformats.org/officeDocument/2006/relationships/customXml" Target="../ink/ink93.xml"/><Relationship Id="rId215" Type="http://schemas.openxmlformats.org/officeDocument/2006/relationships/image" Target="../media/image117.png"/><Relationship Id="rId236" Type="http://schemas.openxmlformats.org/officeDocument/2006/relationships/customXml" Target="../ink/ink122.xml"/><Relationship Id="rId257" Type="http://schemas.openxmlformats.org/officeDocument/2006/relationships/image" Target="../media/image138.png"/><Relationship Id="rId278" Type="http://schemas.openxmlformats.org/officeDocument/2006/relationships/customXml" Target="../ink/ink143.xml"/><Relationship Id="rId42" Type="http://schemas.openxmlformats.org/officeDocument/2006/relationships/customXml" Target="../ink/ink24.xml"/><Relationship Id="rId84" Type="http://schemas.openxmlformats.org/officeDocument/2006/relationships/customXml" Target="../ink/ink45.xml"/><Relationship Id="rId138" Type="http://schemas.openxmlformats.org/officeDocument/2006/relationships/customXml" Target="../ink/ink72.xml"/><Relationship Id="rId191" Type="http://schemas.openxmlformats.org/officeDocument/2006/relationships/image" Target="../media/image106.png"/><Relationship Id="rId205" Type="http://schemas.openxmlformats.org/officeDocument/2006/relationships/image" Target="../media/image113.png"/><Relationship Id="rId247" Type="http://schemas.openxmlformats.org/officeDocument/2006/relationships/image" Target="../media/image133.png"/><Relationship Id="rId107" Type="http://schemas.openxmlformats.org/officeDocument/2006/relationships/image" Target="../media/image64.png"/><Relationship Id="rId289" Type="http://schemas.openxmlformats.org/officeDocument/2006/relationships/image" Target="../media/image154.png"/><Relationship Id="rId11" Type="http://schemas.openxmlformats.org/officeDocument/2006/relationships/image" Target="../media/image16.png"/><Relationship Id="rId53" Type="http://schemas.openxmlformats.org/officeDocument/2006/relationships/image" Target="../media/image37.png"/><Relationship Id="rId149" Type="http://schemas.openxmlformats.org/officeDocument/2006/relationships/image" Target="../media/image85.png"/><Relationship Id="rId95" Type="http://schemas.openxmlformats.org/officeDocument/2006/relationships/image" Target="../media/image58.png"/><Relationship Id="rId160" Type="http://schemas.openxmlformats.org/officeDocument/2006/relationships/customXml" Target="../ink/ink83.xml"/><Relationship Id="rId216" Type="http://schemas.openxmlformats.org/officeDocument/2006/relationships/customXml" Target="../ink/ink112.xml"/><Relationship Id="rId258" Type="http://schemas.openxmlformats.org/officeDocument/2006/relationships/customXml" Target="../ink/ink133.xml"/><Relationship Id="rId22" Type="http://schemas.openxmlformats.org/officeDocument/2006/relationships/customXml" Target="../ink/ink14.xml"/><Relationship Id="rId64" Type="http://schemas.openxmlformats.org/officeDocument/2006/relationships/customXml" Target="../ink/ink35.xml"/><Relationship Id="rId118" Type="http://schemas.openxmlformats.org/officeDocument/2006/relationships/customXml" Target="../ink/ink62.xml"/><Relationship Id="rId171" Type="http://schemas.openxmlformats.org/officeDocument/2006/relationships/image" Target="../media/image96.png"/><Relationship Id="rId227" Type="http://schemas.openxmlformats.org/officeDocument/2006/relationships/image" Target="../media/image123.png"/><Relationship Id="rId269" Type="http://schemas.openxmlformats.org/officeDocument/2006/relationships/image" Target="../media/image144.png"/><Relationship Id="rId33" Type="http://schemas.openxmlformats.org/officeDocument/2006/relationships/image" Target="../media/image27.png"/><Relationship Id="rId129" Type="http://schemas.openxmlformats.org/officeDocument/2006/relationships/image" Target="../media/image75.png"/><Relationship Id="rId280" Type="http://schemas.openxmlformats.org/officeDocument/2006/relationships/customXml" Target="../ink/ink144.xml"/><Relationship Id="rId75" Type="http://schemas.openxmlformats.org/officeDocument/2006/relationships/image" Target="../media/image48.png"/><Relationship Id="rId140" Type="http://schemas.openxmlformats.org/officeDocument/2006/relationships/customXml" Target="../ink/ink73.xml"/><Relationship Id="rId182" Type="http://schemas.openxmlformats.org/officeDocument/2006/relationships/customXml" Target="../ink/ink9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17" Type="http://schemas.openxmlformats.org/officeDocument/2006/relationships/image" Target="../media/image219.png"/><Relationship Id="rId21" Type="http://schemas.openxmlformats.org/officeDocument/2006/relationships/image" Target="../media/image171.png"/><Relationship Id="rId42" Type="http://schemas.openxmlformats.org/officeDocument/2006/relationships/customXml" Target="../ink/ink175.xml"/><Relationship Id="rId63" Type="http://schemas.openxmlformats.org/officeDocument/2006/relationships/image" Target="../media/image192.png"/><Relationship Id="rId84" Type="http://schemas.openxmlformats.org/officeDocument/2006/relationships/customXml" Target="../ink/ink196.xml"/><Relationship Id="rId138" Type="http://schemas.openxmlformats.org/officeDocument/2006/relationships/customXml" Target="../ink/ink223.xml"/><Relationship Id="rId159" Type="http://schemas.openxmlformats.org/officeDocument/2006/relationships/image" Target="../media/image240.png"/><Relationship Id="rId170" Type="http://schemas.openxmlformats.org/officeDocument/2006/relationships/customXml" Target="../ink/ink239.xml"/><Relationship Id="rId107" Type="http://schemas.openxmlformats.org/officeDocument/2006/relationships/image" Target="../media/image214.png"/><Relationship Id="rId11" Type="http://schemas.openxmlformats.org/officeDocument/2006/relationships/image" Target="../media/image166.png"/><Relationship Id="rId32" Type="http://schemas.openxmlformats.org/officeDocument/2006/relationships/customXml" Target="../ink/ink170.xml"/><Relationship Id="rId53" Type="http://schemas.openxmlformats.org/officeDocument/2006/relationships/image" Target="../media/image187.png"/><Relationship Id="rId74" Type="http://schemas.openxmlformats.org/officeDocument/2006/relationships/customXml" Target="../ink/ink191.xml"/><Relationship Id="rId128" Type="http://schemas.openxmlformats.org/officeDocument/2006/relationships/customXml" Target="../ink/ink218.xml"/><Relationship Id="rId149" Type="http://schemas.openxmlformats.org/officeDocument/2006/relationships/image" Target="../media/image235.png"/><Relationship Id="rId5" Type="http://schemas.openxmlformats.org/officeDocument/2006/relationships/image" Target="../media/image163.png"/><Relationship Id="rId95" Type="http://schemas.openxmlformats.org/officeDocument/2006/relationships/image" Target="../media/image208.png"/><Relationship Id="rId160" Type="http://schemas.openxmlformats.org/officeDocument/2006/relationships/customXml" Target="../ink/ink234.xml"/><Relationship Id="rId181" Type="http://schemas.openxmlformats.org/officeDocument/2006/relationships/image" Target="../media/image251.png"/><Relationship Id="rId22" Type="http://schemas.openxmlformats.org/officeDocument/2006/relationships/customXml" Target="../ink/ink165.xml"/><Relationship Id="rId43" Type="http://schemas.openxmlformats.org/officeDocument/2006/relationships/image" Target="../media/image182.png"/><Relationship Id="rId64" Type="http://schemas.openxmlformats.org/officeDocument/2006/relationships/customXml" Target="../ink/ink186.xml"/><Relationship Id="rId118" Type="http://schemas.openxmlformats.org/officeDocument/2006/relationships/customXml" Target="../ink/ink213.xml"/><Relationship Id="rId139" Type="http://schemas.openxmlformats.org/officeDocument/2006/relationships/image" Target="../media/image230.png"/><Relationship Id="rId85" Type="http://schemas.openxmlformats.org/officeDocument/2006/relationships/image" Target="../media/image203.png"/><Relationship Id="rId150" Type="http://schemas.openxmlformats.org/officeDocument/2006/relationships/customXml" Target="../ink/ink229.xml"/><Relationship Id="rId171" Type="http://schemas.openxmlformats.org/officeDocument/2006/relationships/image" Target="../media/image246.png"/><Relationship Id="rId12" Type="http://schemas.openxmlformats.org/officeDocument/2006/relationships/customXml" Target="../ink/ink160.xml"/><Relationship Id="rId33" Type="http://schemas.openxmlformats.org/officeDocument/2006/relationships/image" Target="../media/image177.png"/><Relationship Id="rId108" Type="http://schemas.openxmlformats.org/officeDocument/2006/relationships/customXml" Target="../ink/ink208.xml"/><Relationship Id="rId129" Type="http://schemas.openxmlformats.org/officeDocument/2006/relationships/image" Target="../media/image225.png"/><Relationship Id="rId54" Type="http://schemas.openxmlformats.org/officeDocument/2006/relationships/customXml" Target="../ink/ink181.xml"/><Relationship Id="rId75" Type="http://schemas.openxmlformats.org/officeDocument/2006/relationships/image" Target="../media/image198.png"/><Relationship Id="rId96" Type="http://schemas.openxmlformats.org/officeDocument/2006/relationships/customXml" Target="../ink/ink202.xml"/><Relationship Id="rId140" Type="http://schemas.openxmlformats.org/officeDocument/2006/relationships/customXml" Target="../ink/ink224.xml"/><Relationship Id="rId161" Type="http://schemas.openxmlformats.org/officeDocument/2006/relationships/image" Target="../media/image241.png"/><Relationship Id="rId182" Type="http://schemas.openxmlformats.org/officeDocument/2006/relationships/customXml" Target="../ink/ink245.xml"/><Relationship Id="rId6" Type="http://schemas.openxmlformats.org/officeDocument/2006/relationships/customXml" Target="../ink/ink157.xml"/><Relationship Id="rId23" Type="http://schemas.openxmlformats.org/officeDocument/2006/relationships/image" Target="../media/image172.png"/><Relationship Id="rId119" Type="http://schemas.openxmlformats.org/officeDocument/2006/relationships/image" Target="../media/image220.png"/><Relationship Id="rId44" Type="http://schemas.openxmlformats.org/officeDocument/2006/relationships/customXml" Target="../ink/ink176.xml"/><Relationship Id="rId65" Type="http://schemas.openxmlformats.org/officeDocument/2006/relationships/image" Target="../media/image193.png"/><Relationship Id="rId86" Type="http://schemas.openxmlformats.org/officeDocument/2006/relationships/customXml" Target="../ink/ink197.xml"/><Relationship Id="rId130" Type="http://schemas.openxmlformats.org/officeDocument/2006/relationships/customXml" Target="../ink/ink219.xml"/><Relationship Id="rId151" Type="http://schemas.openxmlformats.org/officeDocument/2006/relationships/image" Target="../media/image236.png"/><Relationship Id="rId172" Type="http://schemas.openxmlformats.org/officeDocument/2006/relationships/customXml" Target="../ink/ink240.xml"/><Relationship Id="rId13" Type="http://schemas.openxmlformats.org/officeDocument/2006/relationships/image" Target="../media/image167.png"/><Relationship Id="rId18" Type="http://schemas.openxmlformats.org/officeDocument/2006/relationships/customXml" Target="../ink/ink163.xml"/><Relationship Id="rId39" Type="http://schemas.openxmlformats.org/officeDocument/2006/relationships/image" Target="../media/image180.png"/><Relationship Id="rId109" Type="http://schemas.openxmlformats.org/officeDocument/2006/relationships/image" Target="../media/image215.png"/><Relationship Id="rId34" Type="http://schemas.openxmlformats.org/officeDocument/2006/relationships/customXml" Target="../ink/ink171.xml"/><Relationship Id="rId50" Type="http://schemas.openxmlformats.org/officeDocument/2006/relationships/customXml" Target="../ink/ink179.xml"/><Relationship Id="rId55" Type="http://schemas.openxmlformats.org/officeDocument/2006/relationships/image" Target="../media/image188.png"/><Relationship Id="rId76" Type="http://schemas.openxmlformats.org/officeDocument/2006/relationships/customXml" Target="../ink/ink192.xml"/><Relationship Id="rId97" Type="http://schemas.openxmlformats.org/officeDocument/2006/relationships/image" Target="../media/image209.png"/><Relationship Id="rId104" Type="http://schemas.openxmlformats.org/officeDocument/2006/relationships/customXml" Target="../ink/ink206.xml"/><Relationship Id="rId120" Type="http://schemas.openxmlformats.org/officeDocument/2006/relationships/customXml" Target="../ink/ink214.xml"/><Relationship Id="rId125" Type="http://schemas.openxmlformats.org/officeDocument/2006/relationships/image" Target="../media/image223.png"/><Relationship Id="rId141" Type="http://schemas.openxmlformats.org/officeDocument/2006/relationships/image" Target="../media/image231.png"/><Relationship Id="rId146" Type="http://schemas.openxmlformats.org/officeDocument/2006/relationships/customXml" Target="../ink/ink227.xml"/><Relationship Id="rId167" Type="http://schemas.openxmlformats.org/officeDocument/2006/relationships/image" Target="../media/image244.png"/><Relationship Id="rId7" Type="http://schemas.openxmlformats.org/officeDocument/2006/relationships/image" Target="../media/image164.png"/><Relationship Id="rId71" Type="http://schemas.openxmlformats.org/officeDocument/2006/relationships/image" Target="../media/image196.png"/><Relationship Id="rId92" Type="http://schemas.openxmlformats.org/officeDocument/2006/relationships/customXml" Target="../ink/ink200.xml"/><Relationship Id="rId162" Type="http://schemas.openxmlformats.org/officeDocument/2006/relationships/customXml" Target="../ink/ink235.xml"/><Relationship Id="rId183" Type="http://schemas.openxmlformats.org/officeDocument/2006/relationships/image" Target="../media/image252.png"/><Relationship Id="rId2" Type="http://schemas.openxmlformats.org/officeDocument/2006/relationships/customXml" Target="../ink/ink155.xml"/><Relationship Id="rId29" Type="http://schemas.openxmlformats.org/officeDocument/2006/relationships/image" Target="../media/image175.png"/><Relationship Id="rId24" Type="http://schemas.openxmlformats.org/officeDocument/2006/relationships/customXml" Target="../ink/ink166.xml"/><Relationship Id="rId40" Type="http://schemas.openxmlformats.org/officeDocument/2006/relationships/customXml" Target="../ink/ink174.xml"/><Relationship Id="rId45" Type="http://schemas.openxmlformats.org/officeDocument/2006/relationships/image" Target="../media/image183.png"/><Relationship Id="rId66" Type="http://schemas.openxmlformats.org/officeDocument/2006/relationships/customXml" Target="../ink/ink187.xml"/><Relationship Id="rId87" Type="http://schemas.openxmlformats.org/officeDocument/2006/relationships/image" Target="../media/image204.png"/><Relationship Id="rId110" Type="http://schemas.openxmlformats.org/officeDocument/2006/relationships/customXml" Target="../ink/ink209.xml"/><Relationship Id="rId115" Type="http://schemas.openxmlformats.org/officeDocument/2006/relationships/image" Target="../media/image218.png"/><Relationship Id="rId131" Type="http://schemas.openxmlformats.org/officeDocument/2006/relationships/image" Target="../media/image226.png"/><Relationship Id="rId136" Type="http://schemas.openxmlformats.org/officeDocument/2006/relationships/customXml" Target="../ink/ink222.xml"/><Relationship Id="rId157" Type="http://schemas.openxmlformats.org/officeDocument/2006/relationships/image" Target="../media/image239.png"/><Relationship Id="rId178" Type="http://schemas.openxmlformats.org/officeDocument/2006/relationships/customXml" Target="../ink/ink243.xml"/><Relationship Id="rId61" Type="http://schemas.openxmlformats.org/officeDocument/2006/relationships/image" Target="../media/image191.png"/><Relationship Id="rId82" Type="http://schemas.openxmlformats.org/officeDocument/2006/relationships/customXml" Target="../ink/ink195.xml"/><Relationship Id="rId152" Type="http://schemas.openxmlformats.org/officeDocument/2006/relationships/customXml" Target="../ink/ink230.xml"/><Relationship Id="rId173" Type="http://schemas.openxmlformats.org/officeDocument/2006/relationships/image" Target="../media/image247.png"/><Relationship Id="rId19" Type="http://schemas.openxmlformats.org/officeDocument/2006/relationships/image" Target="../media/image170.png"/><Relationship Id="rId14" Type="http://schemas.openxmlformats.org/officeDocument/2006/relationships/customXml" Target="../ink/ink161.xml"/><Relationship Id="rId30" Type="http://schemas.openxmlformats.org/officeDocument/2006/relationships/customXml" Target="../ink/ink169.xml"/><Relationship Id="rId35" Type="http://schemas.openxmlformats.org/officeDocument/2006/relationships/image" Target="../media/image178.png"/><Relationship Id="rId56" Type="http://schemas.openxmlformats.org/officeDocument/2006/relationships/customXml" Target="../ink/ink182.xml"/><Relationship Id="rId77" Type="http://schemas.openxmlformats.org/officeDocument/2006/relationships/image" Target="../media/image199.png"/><Relationship Id="rId100" Type="http://schemas.openxmlformats.org/officeDocument/2006/relationships/customXml" Target="../ink/ink204.xml"/><Relationship Id="rId105" Type="http://schemas.openxmlformats.org/officeDocument/2006/relationships/image" Target="../media/image213.png"/><Relationship Id="rId126" Type="http://schemas.openxmlformats.org/officeDocument/2006/relationships/customXml" Target="../ink/ink217.xml"/><Relationship Id="rId147" Type="http://schemas.openxmlformats.org/officeDocument/2006/relationships/image" Target="../media/image234.png"/><Relationship Id="rId168" Type="http://schemas.openxmlformats.org/officeDocument/2006/relationships/customXml" Target="../ink/ink238.xml"/><Relationship Id="rId8" Type="http://schemas.openxmlformats.org/officeDocument/2006/relationships/customXml" Target="../ink/ink158.xml"/><Relationship Id="rId51" Type="http://schemas.openxmlformats.org/officeDocument/2006/relationships/image" Target="../media/image186.png"/><Relationship Id="rId72" Type="http://schemas.openxmlformats.org/officeDocument/2006/relationships/customXml" Target="../ink/ink190.xml"/><Relationship Id="rId93" Type="http://schemas.openxmlformats.org/officeDocument/2006/relationships/image" Target="../media/image207.png"/><Relationship Id="rId98" Type="http://schemas.openxmlformats.org/officeDocument/2006/relationships/customXml" Target="../ink/ink203.xml"/><Relationship Id="rId121" Type="http://schemas.openxmlformats.org/officeDocument/2006/relationships/image" Target="../media/image221.png"/><Relationship Id="rId142" Type="http://schemas.openxmlformats.org/officeDocument/2006/relationships/customXml" Target="../ink/ink225.xml"/><Relationship Id="rId163" Type="http://schemas.openxmlformats.org/officeDocument/2006/relationships/image" Target="../media/image242.png"/><Relationship Id="rId184" Type="http://schemas.openxmlformats.org/officeDocument/2006/relationships/customXml" Target="../ink/ink246.xml"/><Relationship Id="rId3" Type="http://schemas.openxmlformats.org/officeDocument/2006/relationships/image" Target="../media/image162.png"/><Relationship Id="rId25" Type="http://schemas.openxmlformats.org/officeDocument/2006/relationships/image" Target="../media/image173.png"/><Relationship Id="rId46" Type="http://schemas.openxmlformats.org/officeDocument/2006/relationships/customXml" Target="../ink/ink177.xml"/><Relationship Id="rId67" Type="http://schemas.openxmlformats.org/officeDocument/2006/relationships/image" Target="../media/image194.png"/><Relationship Id="rId116" Type="http://schemas.openxmlformats.org/officeDocument/2006/relationships/customXml" Target="../ink/ink212.xml"/><Relationship Id="rId137" Type="http://schemas.openxmlformats.org/officeDocument/2006/relationships/image" Target="../media/image229.png"/><Relationship Id="rId158" Type="http://schemas.openxmlformats.org/officeDocument/2006/relationships/customXml" Target="../ink/ink233.xml"/><Relationship Id="rId20" Type="http://schemas.openxmlformats.org/officeDocument/2006/relationships/customXml" Target="../ink/ink164.xml"/><Relationship Id="rId41" Type="http://schemas.openxmlformats.org/officeDocument/2006/relationships/image" Target="../media/image181.png"/><Relationship Id="rId62" Type="http://schemas.openxmlformats.org/officeDocument/2006/relationships/customXml" Target="../ink/ink185.xml"/><Relationship Id="rId83" Type="http://schemas.openxmlformats.org/officeDocument/2006/relationships/image" Target="../media/image202.png"/><Relationship Id="rId88" Type="http://schemas.openxmlformats.org/officeDocument/2006/relationships/customXml" Target="../ink/ink198.xml"/><Relationship Id="rId111" Type="http://schemas.openxmlformats.org/officeDocument/2006/relationships/image" Target="../media/image216.png"/><Relationship Id="rId132" Type="http://schemas.openxmlformats.org/officeDocument/2006/relationships/customXml" Target="../ink/ink220.xml"/><Relationship Id="rId153" Type="http://schemas.openxmlformats.org/officeDocument/2006/relationships/image" Target="../media/image237.png"/><Relationship Id="rId174" Type="http://schemas.openxmlformats.org/officeDocument/2006/relationships/customXml" Target="../ink/ink241.xml"/><Relationship Id="rId179" Type="http://schemas.openxmlformats.org/officeDocument/2006/relationships/image" Target="../media/image250.png"/><Relationship Id="rId15" Type="http://schemas.openxmlformats.org/officeDocument/2006/relationships/image" Target="../media/image168.png"/><Relationship Id="rId36" Type="http://schemas.openxmlformats.org/officeDocument/2006/relationships/customXml" Target="../ink/ink172.xml"/><Relationship Id="rId57" Type="http://schemas.openxmlformats.org/officeDocument/2006/relationships/image" Target="../media/image189.png"/><Relationship Id="rId106" Type="http://schemas.openxmlformats.org/officeDocument/2006/relationships/customXml" Target="../ink/ink207.xml"/><Relationship Id="rId127" Type="http://schemas.openxmlformats.org/officeDocument/2006/relationships/image" Target="../media/image224.png"/><Relationship Id="rId10" Type="http://schemas.openxmlformats.org/officeDocument/2006/relationships/customXml" Target="../ink/ink159.xml"/><Relationship Id="rId31" Type="http://schemas.openxmlformats.org/officeDocument/2006/relationships/image" Target="../media/image176.png"/><Relationship Id="rId52" Type="http://schemas.openxmlformats.org/officeDocument/2006/relationships/customXml" Target="../ink/ink180.xml"/><Relationship Id="rId73" Type="http://schemas.openxmlformats.org/officeDocument/2006/relationships/image" Target="../media/image197.png"/><Relationship Id="rId78" Type="http://schemas.openxmlformats.org/officeDocument/2006/relationships/customXml" Target="../ink/ink193.xml"/><Relationship Id="rId94" Type="http://schemas.openxmlformats.org/officeDocument/2006/relationships/customXml" Target="../ink/ink201.xml"/><Relationship Id="rId99" Type="http://schemas.openxmlformats.org/officeDocument/2006/relationships/image" Target="../media/image210.png"/><Relationship Id="rId101" Type="http://schemas.openxmlformats.org/officeDocument/2006/relationships/image" Target="../media/image211.png"/><Relationship Id="rId122" Type="http://schemas.openxmlformats.org/officeDocument/2006/relationships/customXml" Target="../ink/ink215.xml"/><Relationship Id="rId143" Type="http://schemas.openxmlformats.org/officeDocument/2006/relationships/image" Target="../media/image232.png"/><Relationship Id="rId148" Type="http://schemas.openxmlformats.org/officeDocument/2006/relationships/customXml" Target="../ink/ink228.xml"/><Relationship Id="rId164" Type="http://schemas.openxmlformats.org/officeDocument/2006/relationships/customXml" Target="../ink/ink236.xml"/><Relationship Id="rId169" Type="http://schemas.openxmlformats.org/officeDocument/2006/relationships/image" Target="../media/image245.png"/><Relationship Id="rId185" Type="http://schemas.openxmlformats.org/officeDocument/2006/relationships/image" Target="../media/image253.png"/><Relationship Id="rId4" Type="http://schemas.openxmlformats.org/officeDocument/2006/relationships/customXml" Target="../ink/ink156.xml"/><Relationship Id="rId9" Type="http://schemas.openxmlformats.org/officeDocument/2006/relationships/image" Target="../media/image165.png"/><Relationship Id="rId180" Type="http://schemas.openxmlformats.org/officeDocument/2006/relationships/customXml" Target="../ink/ink244.xml"/><Relationship Id="rId26" Type="http://schemas.openxmlformats.org/officeDocument/2006/relationships/customXml" Target="../ink/ink167.xml"/><Relationship Id="rId47" Type="http://schemas.openxmlformats.org/officeDocument/2006/relationships/image" Target="../media/image184.png"/><Relationship Id="rId68" Type="http://schemas.openxmlformats.org/officeDocument/2006/relationships/customXml" Target="../ink/ink188.xml"/><Relationship Id="rId89" Type="http://schemas.openxmlformats.org/officeDocument/2006/relationships/image" Target="../media/image205.png"/><Relationship Id="rId112" Type="http://schemas.openxmlformats.org/officeDocument/2006/relationships/customXml" Target="../ink/ink210.xml"/><Relationship Id="rId133" Type="http://schemas.openxmlformats.org/officeDocument/2006/relationships/image" Target="../media/image227.png"/><Relationship Id="rId154" Type="http://schemas.openxmlformats.org/officeDocument/2006/relationships/customXml" Target="../ink/ink231.xml"/><Relationship Id="rId175" Type="http://schemas.openxmlformats.org/officeDocument/2006/relationships/image" Target="../media/image248.png"/><Relationship Id="rId16" Type="http://schemas.openxmlformats.org/officeDocument/2006/relationships/customXml" Target="../ink/ink162.xml"/><Relationship Id="rId37" Type="http://schemas.openxmlformats.org/officeDocument/2006/relationships/image" Target="../media/image179.png"/><Relationship Id="rId58" Type="http://schemas.openxmlformats.org/officeDocument/2006/relationships/customXml" Target="../ink/ink183.xml"/><Relationship Id="rId79" Type="http://schemas.openxmlformats.org/officeDocument/2006/relationships/image" Target="../media/image200.png"/><Relationship Id="rId102" Type="http://schemas.openxmlformats.org/officeDocument/2006/relationships/customXml" Target="../ink/ink205.xml"/><Relationship Id="rId123" Type="http://schemas.openxmlformats.org/officeDocument/2006/relationships/image" Target="../media/image222.png"/><Relationship Id="rId144" Type="http://schemas.openxmlformats.org/officeDocument/2006/relationships/customXml" Target="../ink/ink226.xml"/><Relationship Id="rId90" Type="http://schemas.openxmlformats.org/officeDocument/2006/relationships/customXml" Target="../ink/ink199.xml"/><Relationship Id="rId165" Type="http://schemas.openxmlformats.org/officeDocument/2006/relationships/image" Target="../media/image243.png"/><Relationship Id="rId27" Type="http://schemas.openxmlformats.org/officeDocument/2006/relationships/image" Target="../media/image174.png"/><Relationship Id="rId48" Type="http://schemas.openxmlformats.org/officeDocument/2006/relationships/customXml" Target="../ink/ink178.xml"/><Relationship Id="rId69" Type="http://schemas.openxmlformats.org/officeDocument/2006/relationships/image" Target="../media/image195.png"/><Relationship Id="rId113" Type="http://schemas.openxmlformats.org/officeDocument/2006/relationships/image" Target="../media/image217.png"/><Relationship Id="rId134" Type="http://schemas.openxmlformats.org/officeDocument/2006/relationships/customXml" Target="../ink/ink221.xml"/><Relationship Id="rId80" Type="http://schemas.openxmlformats.org/officeDocument/2006/relationships/customXml" Target="../ink/ink194.xml"/><Relationship Id="rId155" Type="http://schemas.openxmlformats.org/officeDocument/2006/relationships/image" Target="../media/image238.png"/><Relationship Id="rId176" Type="http://schemas.openxmlformats.org/officeDocument/2006/relationships/customXml" Target="../ink/ink242.xml"/><Relationship Id="rId17" Type="http://schemas.openxmlformats.org/officeDocument/2006/relationships/image" Target="../media/image169.png"/><Relationship Id="rId38" Type="http://schemas.openxmlformats.org/officeDocument/2006/relationships/customXml" Target="../ink/ink173.xml"/><Relationship Id="rId59" Type="http://schemas.openxmlformats.org/officeDocument/2006/relationships/image" Target="../media/image190.png"/><Relationship Id="rId103" Type="http://schemas.openxmlformats.org/officeDocument/2006/relationships/image" Target="../media/image212.png"/><Relationship Id="rId124" Type="http://schemas.openxmlformats.org/officeDocument/2006/relationships/customXml" Target="../ink/ink216.xml"/><Relationship Id="rId70" Type="http://schemas.openxmlformats.org/officeDocument/2006/relationships/customXml" Target="../ink/ink189.xml"/><Relationship Id="rId91" Type="http://schemas.openxmlformats.org/officeDocument/2006/relationships/image" Target="../media/image206.png"/><Relationship Id="rId145" Type="http://schemas.openxmlformats.org/officeDocument/2006/relationships/image" Target="../media/image233.png"/><Relationship Id="rId166" Type="http://schemas.openxmlformats.org/officeDocument/2006/relationships/customXml" Target="../ink/ink237.xml"/><Relationship Id="rId1" Type="http://schemas.openxmlformats.org/officeDocument/2006/relationships/slideLayout" Target="../slideLayouts/slideLayout2.xml"/><Relationship Id="rId28" Type="http://schemas.openxmlformats.org/officeDocument/2006/relationships/customXml" Target="../ink/ink168.xml"/><Relationship Id="rId49" Type="http://schemas.openxmlformats.org/officeDocument/2006/relationships/image" Target="../media/image185.png"/><Relationship Id="rId114" Type="http://schemas.openxmlformats.org/officeDocument/2006/relationships/customXml" Target="../ink/ink211.xml"/><Relationship Id="rId60" Type="http://schemas.openxmlformats.org/officeDocument/2006/relationships/customXml" Target="../ink/ink184.xml"/><Relationship Id="rId81" Type="http://schemas.openxmlformats.org/officeDocument/2006/relationships/image" Target="../media/image201.png"/><Relationship Id="rId135" Type="http://schemas.openxmlformats.org/officeDocument/2006/relationships/image" Target="../media/image228.png"/><Relationship Id="rId156" Type="http://schemas.openxmlformats.org/officeDocument/2006/relationships/customXml" Target="../ink/ink232.xml"/><Relationship Id="rId177" Type="http://schemas.openxmlformats.org/officeDocument/2006/relationships/image" Target="../media/image249.png"/></Relationships>
</file>

<file path=ppt/slides/_rels/slide15.xml.rels><?xml version="1.0" encoding="UTF-8" standalone="yes"?>
<Relationships xmlns="http://schemas.openxmlformats.org/package/2006/relationships"><Relationship Id="rId117" Type="http://schemas.openxmlformats.org/officeDocument/2006/relationships/image" Target="../media/image311.png"/><Relationship Id="rId299" Type="http://schemas.openxmlformats.org/officeDocument/2006/relationships/customXml" Target="../ink/ink396.xml"/><Relationship Id="rId21" Type="http://schemas.openxmlformats.org/officeDocument/2006/relationships/image" Target="../media/image263.png"/><Relationship Id="rId63" Type="http://schemas.openxmlformats.org/officeDocument/2006/relationships/image" Target="../media/image284.png"/><Relationship Id="rId159" Type="http://schemas.openxmlformats.org/officeDocument/2006/relationships/image" Target="../media/image332.png"/><Relationship Id="rId324" Type="http://schemas.openxmlformats.org/officeDocument/2006/relationships/image" Target="../media/image413.png"/><Relationship Id="rId366" Type="http://schemas.openxmlformats.org/officeDocument/2006/relationships/image" Target="../media/image434.png"/><Relationship Id="rId170" Type="http://schemas.openxmlformats.org/officeDocument/2006/relationships/customXml" Target="../ink/ink331.xml"/><Relationship Id="rId226" Type="http://schemas.openxmlformats.org/officeDocument/2006/relationships/customXml" Target="../ink/ink359.xml"/><Relationship Id="rId268" Type="http://schemas.openxmlformats.org/officeDocument/2006/relationships/image" Target="../media/image385.png"/><Relationship Id="rId32" Type="http://schemas.openxmlformats.org/officeDocument/2006/relationships/customXml" Target="../ink/ink262.xml"/><Relationship Id="rId74" Type="http://schemas.openxmlformats.org/officeDocument/2006/relationships/customXml" Target="../ink/ink283.xml"/><Relationship Id="rId128" Type="http://schemas.openxmlformats.org/officeDocument/2006/relationships/customXml" Target="../ink/ink310.xml"/><Relationship Id="rId335" Type="http://schemas.openxmlformats.org/officeDocument/2006/relationships/customXml" Target="../ink/ink414.xml"/><Relationship Id="rId377" Type="http://schemas.openxmlformats.org/officeDocument/2006/relationships/customXml" Target="../ink/ink435.xml"/><Relationship Id="rId5" Type="http://schemas.openxmlformats.org/officeDocument/2006/relationships/image" Target="../media/image255.png"/><Relationship Id="rId181" Type="http://schemas.openxmlformats.org/officeDocument/2006/relationships/image" Target="../media/image343.png"/><Relationship Id="rId237" Type="http://schemas.openxmlformats.org/officeDocument/2006/relationships/image" Target="../media/image370.png"/><Relationship Id="rId402" Type="http://schemas.openxmlformats.org/officeDocument/2006/relationships/image" Target="../media/image452.png"/><Relationship Id="rId279" Type="http://schemas.openxmlformats.org/officeDocument/2006/relationships/customXml" Target="../ink/ink386.xml"/><Relationship Id="rId43" Type="http://schemas.openxmlformats.org/officeDocument/2006/relationships/image" Target="../media/image274.png"/><Relationship Id="rId139" Type="http://schemas.openxmlformats.org/officeDocument/2006/relationships/image" Target="../media/image322.png"/><Relationship Id="rId290" Type="http://schemas.openxmlformats.org/officeDocument/2006/relationships/image" Target="../media/image396.png"/><Relationship Id="rId304" Type="http://schemas.openxmlformats.org/officeDocument/2006/relationships/image" Target="../media/image403.png"/><Relationship Id="rId346" Type="http://schemas.openxmlformats.org/officeDocument/2006/relationships/image" Target="../media/image424.png"/><Relationship Id="rId388" Type="http://schemas.openxmlformats.org/officeDocument/2006/relationships/image" Target="../media/image445.png"/><Relationship Id="rId85" Type="http://schemas.openxmlformats.org/officeDocument/2006/relationships/image" Target="../media/image295.png"/><Relationship Id="rId150" Type="http://schemas.openxmlformats.org/officeDocument/2006/relationships/customXml" Target="../ink/ink321.xml"/><Relationship Id="rId192" Type="http://schemas.openxmlformats.org/officeDocument/2006/relationships/customXml" Target="../ink/ink342.xml"/><Relationship Id="rId206" Type="http://schemas.openxmlformats.org/officeDocument/2006/relationships/customXml" Target="../ink/ink349.xml"/><Relationship Id="rId413" Type="http://schemas.openxmlformats.org/officeDocument/2006/relationships/customXml" Target="../ink/ink453.xml"/><Relationship Id="rId248" Type="http://schemas.openxmlformats.org/officeDocument/2006/relationships/customXml" Target="../ink/ink370.xml"/><Relationship Id="rId12" Type="http://schemas.openxmlformats.org/officeDocument/2006/relationships/customXml" Target="../ink/ink252.xml"/><Relationship Id="rId108" Type="http://schemas.openxmlformats.org/officeDocument/2006/relationships/customXml" Target="../ink/ink300.xml"/><Relationship Id="rId315" Type="http://schemas.openxmlformats.org/officeDocument/2006/relationships/customXml" Target="../ink/ink404.xml"/><Relationship Id="rId357" Type="http://schemas.openxmlformats.org/officeDocument/2006/relationships/customXml" Target="../ink/ink425.xml"/><Relationship Id="rId54" Type="http://schemas.openxmlformats.org/officeDocument/2006/relationships/customXml" Target="../ink/ink273.xml"/><Relationship Id="rId96" Type="http://schemas.openxmlformats.org/officeDocument/2006/relationships/customXml" Target="../ink/ink294.xml"/><Relationship Id="rId161" Type="http://schemas.openxmlformats.org/officeDocument/2006/relationships/image" Target="../media/image333.png"/><Relationship Id="rId217" Type="http://schemas.openxmlformats.org/officeDocument/2006/relationships/image" Target="../media/image360.png"/><Relationship Id="rId399" Type="http://schemas.openxmlformats.org/officeDocument/2006/relationships/customXml" Target="../ink/ink446.xml"/><Relationship Id="rId259" Type="http://schemas.openxmlformats.org/officeDocument/2006/relationships/customXml" Target="../ink/ink376.xml"/><Relationship Id="rId23" Type="http://schemas.openxmlformats.org/officeDocument/2006/relationships/image" Target="../media/image264.png"/><Relationship Id="rId119" Type="http://schemas.openxmlformats.org/officeDocument/2006/relationships/image" Target="../media/image312.png"/><Relationship Id="rId270" Type="http://schemas.openxmlformats.org/officeDocument/2006/relationships/image" Target="../media/image386.png"/><Relationship Id="rId326" Type="http://schemas.openxmlformats.org/officeDocument/2006/relationships/image" Target="../media/image414.png"/><Relationship Id="rId65" Type="http://schemas.openxmlformats.org/officeDocument/2006/relationships/image" Target="../media/image285.png"/><Relationship Id="rId130" Type="http://schemas.openxmlformats.org/officeDocument/2006/relationships/customXml" Target="../ink/ink311.xml"/><Relationship Id="rId368" Type="http://schemas.openxmlformats.org/officeDocument/2006/relationships/image" Target="../media/image435.png"/><Relationship Id="rId172" Type="http://schemas.openxmlformats.org/officeDocument/2006/relationships/customXml" Target="../ink/ink332.xml"/><Relationship Id="rId228" Type="http://schemas.openxmlformats.org/officeDocument/2006/relationships/customXml" Target="../ink/ink360.xml"/><Relationship Id="rId281" Type="http://schemas.openxmlformats.org/officeDocument/2006/relationships/customXml" Target="../ink/ink387.xml"/><Relationship Id="rId337" Type="http://schemas.openxmlformats.org/officeDocument/2006/relationships/customXml" Target="../ink/ink415.xml"/><Relationship Id="rId34" Type="http://schemas.openxmlformats.org/officeDocument/2006/relationships/customXml" Target="../ink/ink263.xml"/><Relationship Id="rId76" Type="http://schemas.openxmlformats.org/officeDocument/2006/relationships/customXml" Target="../ink/ink284.xml"/><Relationship Id="rId141" Type="http://schemas.openxmlformats.org/officeDocument/2006/relationships/image" Target="../media/image323.png"/><Relationship Id="rId379" Type="http://schemas.openxmlformats.org/officeDocument/2006/relationships/customXml" Target="../ink/ink436.xml"/><Relationship Id="rId7" Type="http://schemas.openxmlformats.org/officeDocument/2006/relationships/image" Target="../media/image256.png"/><Relationship Id="rId183" Type="http://schemas.openxmlformats.org/officeDocument/2006/relationships/image" Target="../media/image344.png"/><Relationship Id="rId239" Type="http://schemas.openxmlformats.org/officeDocument/2006/relationships/image" Target="../media/image371.png"/><Relationship Id="rId390" Type="http://schemas.openxmlformats.org/officeDocument/2006/relationships/image" Target="../media/image446.png"/><Relationship Id="rId404" Type="http://schemas.openxmlformats.org/officeDocument/2006/relationships/image" Target="../media/image453.png"/><Relationship Id="rId250" Type="http://schemas.openxmlformats.org/officeDocument/2006/relationships/customXml" Target="../ink/ink371.xml"/><Relationship Id="rId292" Type="http://schemas.openxmlformats.org/officeDocument/2006/relationships/image" Target="../media/image397.png"/><Relationship Id="rId306" Type="http://schemas.openxmlformats.org/officeDocument/2006/relationships/image" Target="../media/image404.png"/><Relationship Id="rId45" Type="http://schemas.openxmlformats.org/officeDocument/2006/relationships/image" Target="../media/image275.png"/><Relationship Id="rId87" Type="http://schemas.openxmlformats.org/officeDocument/2006/relationships/image" Target="../media/image296.png"/><Relationship Id="rId110" Type="http://schemas.openxmlformats.org/officeDocument/2006/relationships/customXml" Target="../ink/ink301.xml"/><Relationship Id="rId348" Type="http://schemas.openxmlformats.org/officeDocument/2006/relationships/image" Target="../media/image425.png"/><Relationship Id="rId152" Type="http://schemas.openxmlformats.org/officeDocument/2006/relationships/customXml" Target="../ink/ink322.xml"/><Relationship Id="rId194" Type="http://schemas.openxmlformats.org/officeDocument/2006/relationships/customXml" Target="../ink/ink343.xml"/><Relationship Id="rId208" Type="http://schemas.openxmlformats.org/officeDocument/2006/relationships/customXml" Target="../ink/ink350.xml"/><Relationship Id="rId261" Type="http://schemas.openxmlformats.org/officeDocument/2006/relationships/customXml" Target="../ink/ink377.xml"/><Relationship Id="rId14" Type="http://schemas.openxmlformats.org/officeDocument/2006/relationships/customXml" Target="../ink/ink253.xml"/><Relationship Id="rId56" Type="http://schemas.openxmlformats.org/officeDocument/2006/relationships/customXml" Target="../ink/ink274.xml"/><Relationship Id="rId317" Type="http://schemas.openxmlformats.org/officeDocument/2006/relationships/customXml" Target="../ink/ink405.xml"/><Relationship Id="rId359" Type="http://schemas.openxmlformats.org/officeDocument/2006/relationships/customXml" Target="../ink/ink426.xml"/><Relationship Id="rId98" Type="http://schemas.openxmlformats.org/officeDocument/2006/relationships/customXml" Target="../ink/ink295.xml"/><Relationship Id="rId121" Type="http://schemas.openxmlformats.org/officeDocument/2006/relationships/image" Target="../media/image313.png"/><Relationship Id="rId163" Type="http://schemas.openxmlformats.org/officeDocument/2006/relationships/image" Target="../media/image334.png"/><Relationship Id="rId219" Type="http://schemas.openxmlformats.org/officeDocument/2006/relationships/image" Target="../media/image361.png"/><Relationship Id="rId370" Type="http://schemas.openxmlformats.org/officeDocument/2006/relationships/image" Target="../media/image436.png"/><Relationship Id="rId230" Type="http://schemas.openxmlformats.org/officeDocument/2006/relationships/customXml" Target="../ink/ink361.xml"/><Relationship Id="rId25" Type="http://schemas.openxmlformats.org/officeDocument/2006/relationships/image" Target="../media/image265.png"/><Relationship Id="rId67" Type="http://schemas.openxmlformats.org/officeDocument/2006/relationships/image" Target="../media/image286.png"/><Relationship Id="rId272" Type="http://schemas.openxmlformats.org/officeDocument/2006/relationships/image" Target="../media/image387.png"/><Relationship Id="rId328" Type="http://schemas.openxmlformats.org/officeDocument/2006/relationships/image" Target="../media/image415.png"/><Relationship Id="rId132" Type="http://schemas.openxmlformats.org/officeDocument/2006/relationships/customXml" Target="../ink/ink312.xml"/><Relationship Id="rId174" Type="http://schemas.openxmlformats.org/officeDocument/2006/relationships/customXml" Target="../ink/ink333.xml"/><Relationship Id="rId381" Type="http://schemas.openxmlformats.org/officeDocument/2006/relationships/customXml" Target="../ink/ink437.xml"/><Relationship Id="rId241" Type="http://schemas.openxmlformats.org/officeDocument/2006/relationships/image" Target="../media/image372.png"/><Relationship Id="rId36" Type="http://schemas.openxmlformats.org/officeDocument/2006/relationships/customXml" Target="../ink/ink264.xml"/><Relationship Id="rId283" Type="http://schemas.openxmlformats.org/officeDocument/2006/relationships/customXml" Target="../ink/ink388.xml"/><Relationship Id="rId339" Type="http://schemas.openxmlformats.org/officeDocument/2006/relationships/customXml" Target="../ink/ink416.xml"/><Relationship Id="rId78" Type="http://schemas.openxmlformats.org/officeDocument/2006/relationships/customXml" Target="../ink/ink285.xml"/><Relationship Id="rId101" Type="http://schemas.openxmlformats.org/officeDocument/2006/relationships/image" Target="../media/image303.png"/><Relationship Id="rId143" Type="http://schemas.openxmlformats.org/officeDocument/2006/relationships/image" Target="../media/image324.png"/><Relationship Id="rId185" Type="http://schemas.openxmlformats.org/officeDocument/2006/relationships/image" Target="../media/image345.png"/><Relationship Id="rId350" Type="http://schemas.openxmlformats.org/officeDocument/2006/relationships/image" Target="../media/image426.png"/><Relationship Id="rId406" Type="http://schemas.openxmlformats.org/officeDocument/2006/relationships/image" Target="../media/image454.png"/><Relationship Id="rId9" Type="http://schemas.openxmlformats.org/officeDocument/2006/relationships/image" Target="../media/image257.png"/><Relationship Id="rId210" Type="http://schemas.openxmlformats.org/officeDocument/2006/relationships/customXml" Target="../ink/ink351.xml"/><Relationship Id="rId392" Type="http://schemas.openxmlformats.org/officeDocument/2006/relationships/image" Target="../media/image447.png"/><Relationship Id="rId252" Type="http://schemas.openxmlformats.org/officeDocument/2006/relationships/customXml" Target="../ink/ink372.xml"/><Relationship Id="rId294" Type="http://schemas.openxmlformats.org/officeDocument/2006/relationships/image" Target="../media/image398.png"/><Relationship Id="rId308" Type="http://schemas.openxmlformats.org/officeDocument/2006/relationships/image" Target="../media/image405.png"/><Relationship Id="rId47" Type="http://schemas.openxmlformats.org/officeDocument/2006/relationships/image" Target="../media/image276.png"/><Relationship Id="rId89" Type="http://schemas.openxmlformats.org/officeDocument/2006/relationships/image" Target="../media/image297.png"/><Relationship Id="rId112" Type="http://schemas.openxmlformats.org/officeDocument/2006/relationships/customXml" Target="../ink/ink302.xml"/><Relationship Id="rId154" Type="http://schemas.openxmlformats.org/officeDocument/2006/relationships/customXml" Target="../ink/ink323.xml"/><Relationship Id="rId361" Type="http://schemas.openxmlformats.org/officeDocument/2006/relationships/customXml" Target="../ink/ink427.xml"/><Relationship Id="rId196" Type="http://schemas.openxmlformats.org/officeDocument/2006/relationships/customXml" Target="../ink/ink344.xml"/><Relationship Id="rId16" Type="http://schemas.openxmlformats.org/officeDocument/2006/relationships/customXml" Target="../ink/ink254.xml"/><Relationship Id="rId221" Type="http://schemas.openxmlformats.org/officeDocument/2006/relationships/image" Target="../media/image362.png"/><Relationship Id="rId263" Type="http://schemas.openxmlformats.org/officeDocument/2006/relationships/customXml" Target="../ink/ink378.xml"/><Relationship Id="rId319" Type="http://schemas.openxmlformats.org/officeDocument/2006/relationships/customXml" Target="../ink/ink406.xml"/><Relationship Id="rId58" Type="http://schemas.openxmlformats.org/officeDocument/2006/relationships/customXml" Target="../ink/ink275.xml"/><Relationship Id="rId123" Type="http://schemas.openxmlformats.org/officeDocument/2006/relationships/image" Target="../media/image314.png"/><Relationship Id="rId330" Type="http://schemas.openxmlformats.org/officeDocument/2006/relationships/image" Target="../media/image416.png"/><Relationship Id="rId165" Type="http://schemas.openxmlformats.org/officeDocument/2006/relationships/image" Target="../media/image335.png"/><Relationship Id="rId372" Type="http://schemas.openxmlformats.org/officeDocument/2006/relationships/image" Target="../media/image437.png"/><Relationship Id="rId232" Type="http://schemas.openxmlformats.org/officeDocument/2006/relationships/customXml" Target="../ink/ink362.xml"/><Relationship Id="rId274" Type="http://schemas.openxmlformats.org/officeDocument/2006/relationships/image" Target="../media/image388.png"/><Relationship Id="rId27" Type="http://schemas.openxmlformats.org/officeDocument/2006/relationships/image" Target="../media/image266.png"/><Relationship Id="rId69" Type="http://schemas.openxmlformats.org/officeDocument/2006/relationships/image" Target="../media/image287.png"/><Relationship Id="rId134" Type="http://schemas.openxmlformats.org/officeDocument/2006/relationships/customXml" Target="../ink/ink313.xml"/><Relationship Id="rId80" Type="http://schemas.openxmlformats.org/officeDocument/2006/relationships/customXml" Target="../ink/ink286.xml"/><Relationship Id="rId155" Type="http://schemas.openxmlformats.org/officeDocument/2006/relationships/image" Target="../media/image330.png"/><Relationship Id="rId176" Type="http://schemas.openxmlformats.org/officeDocument/2006/relationships/customXml" Target="../ink/ink334.xml"/><Relationship Id="rId197" Type="http://schemas.openxmlformats.org/officeDocument/2006/relationships/image" Target="../media/image350.png"/><Relationship Id="rId341" Type="http://schemas.openxmlformats.org/officeDocument/2006/relationships/customXml" Target="../ink/ink417.xml"/><Relationship Id="rId362" Type="http://schemas.openxmlformats.org/officeDocument/2006/relationships/image" Target="../media/image432.png"/><Relationship Id="rId383" Type="http://schemas.openxmlformats.org/officeDocument/2006/relationships/customXml" Target="../ink/ink438.xml"/><Relationship Id="rId201" Type="http://schemas.openxmlformats.org/officeDocument/2006/relationships/image" Target="../media/image352.png"/><Relationship Id="rId222" Type="http://schemas.openxmlformats.org/officeDocument/2006/relationships/customXml" Target="../ink/ink357.xml"/><Relationship Id="rId243" Type="http://schemas.openxmlformats.org/officeDocument/2006/relationships/image" Target="../media/image373.png"/><Relationship Id="rId264" Type="http://schemas.openxmlformats.org/officeDocument/2006/relationships/image" Target="../media/image383.png"/><Relationship Id="rId285" Type="http://schemas.openxmlformats.org/officeDocument/2006/relationships/customXml" Target="../ink/ink389.xml"/><Relationship Id="rId17" Type="http://schemas.openxmlformats.org/officeDocument/2006/relationships/image" Target="../media/image261.png"/><Relationship Id="rId38" Type="http://schemas.openxmlformats.org/officeDocument/2006/relationships/customXml" Target="../ink/ink265.xml"/><Relationship Id="rId59" Type="http://schemas.openxmlformats.org/officeDocument/2006/relationships/image" Target="../media/image282.png"/><Relationship Id="rId103" Type="http://schemas.openxmlformats.org/officeDocument/2006/relationships/image" Target="../media/image304.png"/><Relationship Id="rId124" Type="http://schemas.openxmlformats.org/officeDocument/2006/relationships/customXml" Target="../ink/ink308.xml"/><Relationship Id="rId310" Type="http://schemas.openxmlformats.org/officeDocument/2006/relationships/image" Target="../media/image406.png"/><Relationship Id="rId70" Type="http://schemas.openxmlformats.org/officeDocument/2006/relationships/customXml" Target="../ink/ink281.xml"/><Relationship Id="rId91" Type="http://schemas.openxmlformats.org/officeDocument/2006/relationships/image" Target="../media/image298.png"/><Relationship Id="rId145" Type="http://schemas.openxmlformats.org/officeDocument/2006/relationships/image" Target="../media/image325.png"/><Relationship Id="rId166" Type="http://schemas.openxmlformats.org/officeDocument/2006/relationships/customXml" Target="../ink/ink329.xml"/><Relationship Id="rId187" Type="http://schemas.openxmlformats.org/officeDocument/2006/relationships/image" Target="../media/image346.png"/><Relationship Id="rId331" Type="http://schemas.openxmlformats.org/officeDocument/2006/relationships/customXml" Target="../ink/ink412.xml"/><Relationship Id="rId352" Type="http://schemas.openxmlformats.org/officeDocument/2006/relationships/image" Target="../media/image427.png"/><Relationship Id="rId373" Type="http://schemas.openxmlformats.org/officeDocument/2006/relationships/customXml" Target="../ink/ink433.xml"/><Relationship Id="rId394" Type="http://schemas.openxmlformats.org/officeDocument/2006/relationships/image" Target="../media/image448.png"/><Relationship Id="rId408" Type="http://schemas.openxmlformats.org/officeDocument/2006/relationships/image" Target="../media/image455.png"/><Relationship Id="rId1" Type="http://schemas.openxmlformats.org/officeDocument/2006/relationships/slideLayout" Target="../slideLayouts/slideLayout2.xml"/><Relationship Id="rId212" Type="http://schemas.openxmlformats.org/officeDocument/2006/relationships/customXml" Target="../ink/ink352.xml"/><Relationship Id="rId233" Type="http://schemas.openxmlformats.org/officeDocument/2006/relationships/image" Target="../media/image368.png"/><Relationship Id="rId254" Type="http://schemas.openxmlformats.org/officeDocument/2006/relationships/customXml" Target="../ink/ink373.xml"/><Relationship Id="rId28" Type="http://schemas.openxmlformats.org/officeDocument/2006/relationships/customXml" Target="../ink/ink260.xml"/><Relationship Id="rId49" Type="http://schemas.openxmlformats.org/officeDocument/2006/relationships/image" Target="../media/image277.png"/><Relationship Id="rId114" Type="http://schemas.openxmlformats.org/officeDocument/2006/relationships/customXml" Target="../ink/ink303.xml"/><Relationship Id="rId275" Type="http://schemas.openxmlformats.org/officeDocument/2006/relationships/customXml" Target="../ink/ink384.xml"/><Relationship Id="rId296" Type="http://schemas.openxmlformats.org/officeDocument/2006/relationships/image" Target="../media/image399.png"/><Relationship Id="rId300" Type="http://schemas.openxmlformats.org/officeDocument/2006/relationships/image" Target="../media/image401.png"/><Relationship Id="rId60" Type="http://schemas.openxmlformats.org/officeDocument/2006/relationships/customXml" Target="../ink/ink276.xml"/><Relationship Id="rId81" Type="http://schemas.openxmlformats.org/officeDocument/2006/relationships/image" Target="../media/image293.png"/><Relationship Id="rId135" Type="http://schemas.openxmlformats.org/officeDocument/2006/relationships/image" Target="../media/image320.png"/><Relationship Id="rId156" Type="http://schemas.openxmlformats.org/officeDocument/2006/relationships/customXml" Target="../ink/ink324.xml"/><Relationship Id="rId177" Type="http://schemas.openxmlformats.org/officeDocument/2006/relationships/image" Target="../media/image341.png"/><Relationship Id="rId198" Type="http://schemas.openxmlformats.org/officeDocument/2006/relationships/customXml" Target="../ink/ink345.xml"/><Relationship Id="rId321" Type="http://schemas.openxmlformats.org/officeDocument/2006/relationships/customXml" Target="../ink/ink407.xml"/><Relationship Id="rId342" Type="http://schemas.openxmlformats.org/officeDocument/2006/relationships/image" Target="../media/image422.png"/><Relationship Id="rId363" Type="http://schemas.openxmlformats.org/officeDocument/2006/relationships/customXml" Target="../ink/ink428.xml"/><Relationship Id="rId384" Type="http://schemas.openxmlformats.org/officeDocument/2006/relationships/image" Target="../media/image443.png"/><Relationship Id="rId202" Type="http://schemas.openxmlformats.org/officeDocument/2006/relationships/customXml" Target="../ink/ink347.xml"/><Relationship Id="rId223" Type="http://schemas.openxmlformats.org/officeDocument/2006/relationships/image" Target="../media/image363.png"/><Relationship Id="rId244" Type="http://schemas.openxmlformats.org/officeDocument/2006/relationships/customXml" Target="../ink/ink368.xml"/><Relationship Id="rId18" Type="http://schemas.openxmlformats.org/officeDocument/2006/relationships/customXml" Target="../ink/ink255.xml"/><Relationship Id="rId39" Type="http://schemas.openxmlformats.org/officeDocument/2006/relationships/image" Target="../media/image272.png"/><Relationship Id="rId265" Type="http://schemas.openxmlformats.org/officeDocument/2006/relationships/customXml" Target="../ink/ink379.xml"/><Relationship Id="rId286" Type="http://schemas.openxmlformats.org/officeDocument/2006/relationships/image" Target="../media/image394.png"/><Relationship Id="rId50" Type="http://schemas.openxmlformats.org/officeDocument/2006/relationships/customXml" Target="../ink/ink271.xml"/><Relationship Id="rId104" Type="http://schemas.openxmlformats.org/officeDocument/2006/relationships/customXml" Target="../ink/ink298.xml"/><Relationship Id="rId125" Type="http://schemas.openxmlformats.org/officeDocument/2006/relationships/image" Target="../media/image315.png"/><Relationship Id="rId146" Type="http://schemas.openxmlformats.org/officeDocument/2006/relationships/customXml" Target="../ink/ink319.xml"/><Relationship Id="rId167" Type="http://schemas.openxmlformats.org/officeDocument/2006/relationships/image" Target="../media/image336.png"/><Relationship Id="rId188" Type="http://schemas.openxmlformats.org/officeDocument/2006/relationships/customXml" Target="../ink/ink340.xml"/><Relationship Id="rId311" Type="http://schemas.openxmlformats.org/officeDocument/2006/relationships/customXml" Target="../ink/ink402.xml"/><Relationship Id="rId332" Type="http://schemas.openxmlformats.org/officeDocument/2006/relationships/image" Target="../media/image417.png"/><Relationship Id="rId353" Type="http://schemas.openxmlformats.org/officeDocument/2006/relationships/customXml" Target="../ink/ink423.xml"/><Relationship Id="rId374" Type="http://schemas.openxmlformats.org/officeDocument/2006/relationships/image" Target="../media/image438.png"/><Relationship Id="rId395" Type="http://schemas.openxmlformats.org/officeDocument/2006/relationships/customXml" Target="../ink/ink444.xml"/><Relationship Id="rId409" Type="http://schemas.openxmlformats.org/officeDocument/2006/relationships/customXml" Target="../ink/ink451.xml"/><Relationship Id="rId71" Type="http://schemas.openxmlformats.org/officeDocument/2006/relationships/image" Target="../media/image288.png"/><Relationship Id="rId92" Type="http://schemas.openxmlformats.org/officeDocument/2006/relationships/customXml" Target="../ink/ink292.xml"/><Relationship Id="rId213" Type="http://schemas.openxmlformats.org/officeDocument/2006/relationships/image" Target="../media/image358.png"/><Relationship Id="rId234" Type="http://schemas.openxmlformats.org/officeDocument/2006/relationships/customXml" Target="../ink/ink363.xml"/><Relationship Id="rId2" Type="http://schemas.openxmlformats.org/officeDocument/2006/relationships/customXml" Target="../ink/ink247.xml"/><Relationship Id="rId29" Type="http://schemas.openxmlformats.org/officeDocument/2006/relationships/image" Target="../media/image267.png"/><Relationship Id="rId255" Type="http://schemas.openxmlformats.org/officeDocument/2006/relationships/image" Target="../media/image379.png"/><Relationship Id="rId276" Type="http://schemas.openxmlformats.org/officeDocument/2006/relationships/image" Target="../media/image389.png"/><Relationship Id="rId297" Type="http://schemas.openxmlformats.org/officeDocument/2006/relationships/customXml" Target="../ink/ink395.xml"/><Relationship Id="rId40" Type="http://schemas.openxmlformats.org/officeDocument/2006/relationships/customXml" Target="../ink/ink266.xml"/><Relationship Id="rId115" Type="http://schemas.openxmlformats.org/officeDocument/2006/relationships/image" Target="../media/image310.png"/><Relationship Id="rId136" Type="http://schemas.openxmlformats.org/officeDocument/2006/relationships/customXml" Target="../ink/ink314.xml"/><Relationship Id="rId157" Type="http://schemas.openxmlformats.org/officeDocument/2006/relationships/image" Target="../media/image331.png"/><Relationship Id="rId178" Type="http://schemas.openxmlformats.org/officeDocument/2006/relationships/customXml" Target="../ink/ink335.xml"/><Relationship Id="rId301" Type="http://schemas.openxmlformats.org/officeDocument/2006/relationships/customXml" Target="../ink/ink397.xml"/><Relationship Id="rId322" Type="http://schemas.openxmlformats.org/officeDocument/2006/relationships/image" Target="../media/image412.png"/><Relationship Id="rId343" Type="http://schemas.openxmlformats.org/officeDocument/2006/relationships/customXml" Target="../ink/ink418.xml"/><Relationship Id="rId364" Type="http://schemas.openxmlformats.org/officeDocument/2006/relationships/image" Target="../media/image433.png"/><Relationship Id="rId61" Type="http://schemas.openxmlformats.org/officeDocument/2006/relationships/image" Target="../media/image283.png"/><Relationship Id="rId82" Type="http://schemas.openxmlformats.org/officeDocument/2006/relationships/customXml" Target="../ink/ink287.xml"/><Relationship Id="rId199" Type="http://schemas.openxmlformats.org/officeDocument/2006/relationships/image" Target="../media/image351.png"/><Relationship Id="rId203" Type="http://schemas.openxmlformats.org/officeDocument/2006/relationships/image" Target="../media/image353.png"/><Relationship Id="rId385" Type="http://schemas.openxmlformats.org/officeDocument/2006/relationships/customXml" Target="../ink/ink439.xml"/><Relationship Id="rId19" Type="http://schemas.openxmlformats.org/officeDocument/2006/relationships/image" Target="../media/image262.png"/><Relationship Id="rId224" Type="http://schemas.openxmlformats.org/officeDocument/2006/relationships/customXml" Target="../ink/ink358.xml"/><Relationship Id="rId245" Type="http://schemas.openxmlformats.org/officeDocument/2006/relationships/image" Target="../media/image374.png"/><Relationship Id="rId266" Type="http://schemas.openxmlformats.org/officeDocument/2006/relationships/image" Target="../media/image384.png"/><Relationship Id="rId287" Type="http://schemas.openxmlformats.org/officeDocument/2006/relationships/customXml" Target="../ink/ink390.xml"/><Relationship Id="rId410" Type="http://schemas.openxmlformats.org/officeDocument/2006/relationships/image" Target="../media/image456.png"/><Relationship Id="rId30" Type="http://schemas.openxmlformats.org/officeDocument/2006/relationships/customXml" Target="../ink/ink261.xml"/><Relationship Id="rId105" Type="http://schemas.openxmlformats.org/officeDocument/2006/relationships/image" Target="../media/image305.png"/><Relationship Id="rId126" Type="http://schemas.openxmlformats.org/officeDocument/2006/relationships/customXml" Target="../ink/ink309.xml"/><Relationship Id="rId147" Type="http://schemas.openxmlformats.org/officeDocument/2006/relationships/image" Target="../media/image326.png"/><Relationship Id="rId168" Type="http://schemas.openxmlformats.org/officeDocument/2006/relationships/customXml" Target="../ink/ink330.xml"/><Relationship Id="rId312" Type="http://schemas.openxmlformats.org/officeDocument/2006/relationships/image" Target="../media/image407.png"/><Relationship Id="rId333" Type="http://schemas.openxmlformats.org/officeDocument/2006/relationships/customXml" Target="../ink/ink413.xml"/><Relationship Id="rId354" Type="http://schemas.openxmlformats.org/officeDocument/2006/relationships/image" Target="../media/image428.png"/><Relationship Id="rId51" Type="http://schemas.openxmlformats.org/officeDocument/2006/relationships/image" Target="../media/image278.png"/><Relationship Id="rId72" Type="http://schemas.openxmlformats.org/officeDocument/2006/relationships/customXml" Target="../ink/ink282.xml"/><Relationship Id="rId93" Type="http://schemas.openxmlformats.org/officeDocument/2006/relationships/image" Target="../media/image299.png"/><Relationship Id="rId189" Type="http://schemas.openxmlformats.org/officeDocument/2006/relationships/image" Target="../media/image247.png"/><Relationship Id="rId375" Type="http://schemas.openxmlformats.org/officeDocument/2006/relationships/customXml" Target="../ink/ink434.xml"/><Relationship Id="rId396" Type="http://schemas.openxmlformats.org/officeDocument/2006/relationships/image" Target="../media/image449.png"/><Relationship Id="rId3" Type="http://schemas.openxmlformats.org/officeDocument/2006/relationships/image" Target="../media/image254.png"/><Relationship Id="rId214" Type="http://schemas.openxmlformats.org/officeDocument/2006/relationships/customXml" Target="../ink/ink353.xml"/><Relationship Id="rId235" Type="http://schemas.openxmlformats.org/officeDocument/2006/relationships/image" Target="../media/image369.png"/><Relationship Id="rId256" Type="http://schemas.openxmlformats.org/officeDocument/2006/relationships/customXml" Target="../ink/ink374.xml"/><Relationship Id="rId277" Type="http://schemas.openxmlformats.org/officeDocument/2006/relationships/customXml" Target="../ink/ink385.xml"/><Relationship Id="rId298" Type="http://schemas.openxmlformats.org/officeDocument/2006/relationships/image" Target="../media/image400.png"/><Relationship Id="rId400" Type="http://schemas.openxmlformats.org/officeDocument/2006/relationships/image" Target="../media/image451.png"/><Relationship Id="rId116" Type="http://schemas.openxmlformats.org/officeDocument/2006/relationships/customXml" Target="../ink/ink304.xml"/><Relationship Id="rId137" Type="http://schemas.openxmlformats.org/officeDocument/2006/relationships/image" Target="../media/image321.png"/><Relationship Id="rId158" Type="http://schemas.openxmlformats.org/officeDocument/2006/relationships/customXml" Target="../ink/ink325.xml"/><Relationship Id="rId302" Type="http://schemas.openxmlformats.org/officeDocument/2006/relationships/image" Target="../media/image402.png"/><Relationship Id="rId323" Type="http://schemas.openxmlformats.org/officeDocument/2006/relationships/customXml" Target="../ink/ink408.xml"/><Relationship Id="rId344" Type="http://schemas.openxmlformats.org/officeDocument/2006/relationships/image" Target="../media/image423.png"/><Relationship Id="rId20" Type="http://schemas.openxmlformats.org/officeDocument/2006/relationships/customXml" Target="../ink/ink256.xml"/><Relationship Id="rId41" Type="http://schemas.openxmlformats.org/officeDocument/2006/relationships/image" Target="../media/image273.png"/><Relationship Id="rId62" Type="http://schemas.openxmlformats.org/officeDocument/2006/relationships/customXml" Target="../ink/ink277.xml"/><Relationship Id="rId83" Type="http://schemas.openxmlformats.org/officeDocument/2006/relationships/image" Target="../media/image294.png"/><Relationship Id="rId179" Type="http://schemas.openxmlformats.org/officeDocument/2006/relationships/image" Target="../media/image342.png"/><Relationship Id="rId365" Type="http://schemas.openxmlformats.org/officeDocument/2006/relationships/customXml" Target="../ink/ink429.xml"/><Relationship Id="rId386" Type="http://schemas.openxmlformats.org/officeDocument/2006/relationships/image" Target="../media/image444.png"/><Relationship Id="rId190" Type="http://schemas.openxmlformats.org/officeDocument/2006/relationships/customXml" Target="../ink/ink341.xml"/><Relationship Id="rId204" Type="http://schemas.openxmlformats.org/officeDocument/2006/relationships/customXml" Target="../ink/ink348.xml"/><Relationship Id="rId225" Type="http://schemas.openxmlformats.org/officeDocument/2006/relationships/image" Target="../media/image364.png"/><Relationship Id="rId246" Type="http://schemas.openxmlformats.org/officeDocument/2006/relationships/customXml" Target="../ink/ink369.xml"/><Relationship Id="rId267" Type="http://schemas.openxmlformats.org/officeDocument/2006/relationships/customXml" Target="../ink/ink380.xml"/><Relationship Id="rId288" Type="http://schemas.openxmlformats.org/officeDocument/2006/relationships/image" Target="../media/image395.png"/><Relationship Id="rId411" Type="http://schemas.openxmlformats.org/officeDocument/2006/relationships/customXml" Target="../ink/ink452.xml"/><Relationship Id="rId106" Type="http://schemas.openxmlformats.org/officeDocument/2006/relationships/customXml" Target="../ink/ink299.xml"/><Relationship Id="rId127" Type="http://schemas.openxmlformats.org/officeDocument/2006/relationships/image" Target="../media/image316.png"/><Relationship Id="rId313" Type="http://schemas.openxmlformats.org/officeDocument/2006/relationships/customXml" Target="../ink/ink403.xml"/><Relationship Id="rId10" Type="http://schemas.openxmlformats.org/officeDocument/2006/relationships/customXml" Target="../ink/ink251.xml"/><Relationship Id="rId31" Type="http://schemas.openxmlformats.org/officeDocument/2006/relationships/image" Target="../media/image268.png"/><Relationship Id="rId52" Type="http://schemas.openxmlformats.org/officeDocument/2006/relationships/customXml" Target="../ink/ink272.xml"/><Relationship Id="rId73" Type="http://schemas.openxmlformats.org/officeDocument/2006/relationships/image" Target="../media/image289.png"/><Relationship Id="rId94" Type="http://schemas.openxmlformats.org/officeDocument/2006/relationships/customXml" Target="../ink/ink293.xml"/><Relationship Id="rId148" Type="http://schemas.openxmlformats.org/officeDocument/2006/relationships/customXml" Target="../ink/ink320.xml"/><Relationship Id="rId169" Type="http://schemas.openxmlformats.org/officeDocument/2006/relationships/image" Target="../media/image337.png"/><Relationship Id="rId334" Type="http://schemas.openxmlformats.org/officeDocument/2006/relationships/image" Target="../media/image418.png"/><Relationship Id="rId355" Type="http://schemas.openxmlformats.org/officeDocument/2006/relationships/customXml" Target="../ink/ink424.xml"/><Relationship Id="rId376" Type="http://schemas.openxmlformats.org/officeDocument/2006/relationships/image" Target="../media/image439.png"/><Relationship Id="rId397" Type="http://schemas.openxmlformats.org/officeDocument/2006/relationships/customXml" Target="../ink/ink445.xml"/><Relationship Id="rId4" Type="http://schemas.openxmlformats.org/officeDocument/2006/relationships/customXml" Target="../ink/ink248.xml"/><Relationship Id="rId180" Type="http://schemas.openxmlformats.org/officeDocument/2006/relationships/customXml" Target="../ink/ink336.xml"/><Relationship Id="rId215" Type="http://schemas.openxmlformats.org/officeDocument/2006/relationships/image" Target="../media/image359.png"/><Relationship Id="rId236" Type="http://schemas.openxmlformats.org/officeDocument/2006/relationships/customXml" Target="../ink/ink364.xml"/><Relationship Id="rId257" Type="http://schemas.openxmlformats.org/officeDocument/2006/relationships/image" Target="../media/image380.png"/><Relationship Id="rId278" Type="http://schemas.openxmlformats.org/officeDocument/2006/relationships/image" Target="../media/image390.png"/><Relationship Id="rId401" Type="http://schemas.openxmlformats.org/officeDocument/2006/relationships/customXml" Target="../ink/ink447.xml"/><Relationship Id="rId303" Type="http://schemas.openxmlformats.org/officeDocument/2006/relationships/customXml" Target="../ink/ink398.xml"/><Relationship Id="rId42" Type="http://schemas.openxmlformats.org/officeDocument/2006/relationships/customXml" Target="../ink/ink267.xml"/><Relationship Id="rId84" Type="http://schemas.openxmlformats.org/officeDocument/2006/relationships/customXml" Target="../ink/ink288.xml"/><Relationship Id="rId138" Type="http://schemas.openxmlformats.org/officeDocument/2006/relationships/customXml" Target="../ink/ink315.xml"/><Relationship Id="rId345" Type="http://schemas.openxmlformats.org/officeDocument/2006/relationships/customXml" Target="../ink/ink419.xml"/><Relationship Id="rId387" Type="http://schemas.openxmlformats.org/officeDocument/2006/relationships/customXml" Target="../ink/ink440.xml"/><Relationship Id="rId191" Type="http://schemas.openxmlformats.org/officeDocument/2006/relationships/image" Target="../media/image347.png"/><Relationship Id="rId205" Type="http://schemas.openxmlformats.org/officeDocument/2006/relationships/image" Target="../media/image354.png"/><Relationship Id="rId247" Type="http://schemas.openxmlformats.org/officeDocument/2006/relationships/image" Target="../media/image375.png"/><Relationship Id="rId412" Type="http://schemas.openxmlformats.org/officeDocument/2006/relationships/image" Target="../media/image457.png"/><Relationship Id="rId107" Type="http://schemas.openxmlformats.org/officeDocument/2006/relationships/image" Target="../media/image306.png"/><Relationship Id="rId289" Type="http://schemas.openxmlformats.org/officeDocument/2006/relationships/customXml" Target="../ink/ink391.xml"/><Relationship Id="rId11" Type="http://schemas.openxmlformats.org/officeDocument/2006/relationships/image" Target="../media/image258.png"/><Relationship Id="rId53" Type="http://schemas.openxmlformats.org/officeDocument/2006/relationships/image" Target="../media/image279.png"/><Relationship Id="rId149" Type="http://schemas.openxmlformats.org/officeDocument/2006/relationships/image" Target="../media/image327.png"/><Relationship Id="rId314" Type="http://schemas.openxmlformats.org/officeDocument/2006/relationships/image" Target="../media/image408.png"/><Relationship Id="rId356" Type="http://schemas.openxmlformats.org/officeDocument/2006/relationships/image" Target="../media/image429.png"/><Relationship Id="rId398" Type="http://schemas.openxmlformats.org/officeDocument/2006/relationships/image" Target="../media/image450.png"/><Relationship Id="rId95" Type="http://schemas.openxmlformats.org/officeDocument/2006/relationships/image" Target="../media/image300.png"/><Relationship Id="rId160" Type="http://schemas.openxmlformats.org/officeDocument/2006/relationships/customXml" Target="../ink/ink326.xml"/><Relationship Id="rId216" Type="http://schemas.openxmlformats.org/officeDocument/2006/relationships/customXml" Target="../ink/ink354.xml"/><Relationship Id="rId258" Type="http://schemas.openxmlformats.org/officeDocument/2006/relationships/customXml" Target="../ink/ink375.xml"/><Relationship Id="rId22" Type="http://schemas.openxmlformats.org/officeDocument/2006/relationships/customXml" Target="../ink/ink257.xml"/><Relationship Id="rId64" Type="http://schemas.openxmlformats.org/officeDocument/2006/relationships/customXml" Target="../ink/ink278.xml"/><Relationship Id="rId118" Type="http://schemas.openxmlformats.org/officeDocument/2006/relationships/customXml" Target="../ink/ink305.xml"/><Relationship Id="rId325" Type="http://schemas.openxmlformats.org/officeDocument/2006/relationships/customXml" Target="../ink/ink409.xml"/><Relationship Id="rId367" Type="http://schemas.openxmlformats.org/officeDocument/2006/relationships/customXml" Target="../ink/ink430.xml"/><Relationship Id="rId171" Type="http://schemas.openxmlformats.org/officeDocument/2006/relationships/image" Target="../media/image338.png"/><Relationship Id="rId227" Type="http://schemas.openxmlformats.org/officeDocument/2006/relationships/image" Target="../media/image365.png"/><Relationship Id="rId269" Type="http://schemas.openxmlformats.org/officeDocument/2006/relationships/customXml" Target="../ink/ink381.xml"/><Relationship Id="rId33" Type="http://schemas.openxmlformats.org/officeDocument/2006/relationships/image" Target="../media/image269.png"/><Relationship Id="rId129" Type="http://schemas.openxmlformats.org/officeDocument/2006/relationships/image" Target="../media/image317.png"/><Relationship Id="rId280" Type="http://schemas.openxmlformats.org/officeDocument/2006/relationships/image" Target="../media/image391.png"/><Relationship Id="rId336" Type="http://schemas.openxmlformats.org/officeDocument/2006/relationships/image" Target="../media/image419.png"/><Relationship Id="rId75" Type="http://schemas.openxmlformats.org/officeDocument/2006/relationships/image" Target="../media/image290.png"/><Relationship Id="rId140" Type="http://schemas.openxmlformats.org/officeDocument/2006/relationships/customXml" Target="../ink/ink316.xml"/><Relationship Id="rId182" Type="http://schemas.openxmlformats.org/officeDocument/2006/relationships/customXml" Target="../ink/ink337.xml"/><Relationship Id="rId378" Type="http://schemas.openxmlformats.org/officeDocument/2006/relationships/image" Target="../media/image440.png"/><Relationship Id="rId403" Type="http://schemas.openxmlformats.org/officeDocument/2006/relationships/customXml" Target="../ink/ink448.xml"/><Relationship Id="rId6" Type="http://schemas.openxmlformats.org/officeDocument/2006/relationships/customXml" Target="../ink/ink249.xml"/><Relationship Id="rId238" Type="http://schemas.openxmlformats.org/officeDocument/2006/relationships/customXml" Target="../ink/ink365.xml"/><Relationship Id="rId291" Type="http://schemas.openxmlformats.org/officeDocument/2006/relationships/customXml" Target="../ink/ink392.xml"/><Relationship Id="rId305" Type="http://schemas.openxmlformats.org/officeDocument/2006/relationships/customXml" Target="../ink/ink399.xml"/><Relationship Id="rId347" Type="http://schemas.openxmlformats.org/officeDocument/2006/relationships/customXml" Target="../ink/ink420.xml"/><Relationship Id="rId44" Type="http://schemas.openxmlformats.org/officeDocument/2006/relationships/customXml" Target="../ink/ink268.xml"/><Relationship Id="rId86" Type="http://schemas.openxmlformats.org/officeDocument/2006/relationships/customXml" Target="../ink/ink289.xml"/><Relationship Id="rId151" Type="http://schemas.openxmlformats.org/officeDocument/2006/relationships/image" Target="../media/image328.png"/><Relationship Id="rId389" Type="http://schemas.openxmlformats.org/officeDocument/2006/relationships/customXml" Target="../ink/ink441.xml"/><Relationship Id="rId193" Type="http://schemas.openxmlformats.org/officeDocument/2006/relationships/image" Target="../media/image348.png"/><Relationship Id="rId207" Type="http://schemas.openxmlformats.org/officeDocument/2006/relationships/image" Target="../media/image355.png"/><Relationship Id="rId249" Type="http://schemas.openxmlformats.org/officeDocument/2006/relationships/image" Target="../media/image376.png"/><Relationship Id="rId414" Type="http://schemas.openxmlformats.org/officeDocument/2006/relationships/image" Target="../media/image458.png"/><Relationship Id="rId13" Type="http://schemas.openxmlformats.org/officeDocument/2006/relationships/image" Target="../media/image259.png"/><Relationship Id="rId109" Type="http://schemas.openxmlformats.org/officeDocument/2006/relationships/image" Target="../media/image307.png"/><Relationship Id="rId260" Type="http://schemas.openxmlformats.org/officeDocument/2006/relationships/image" Target="../media/image381.png"/><Relationship Id="rId316" Type="http://schemas.openxmlformats.org/officeDocument/2006/relationships/image" Target="../media/image409.png"/><Relationship Id="rId55" Type="http://schemas.openxmlformats.org/officeDocument/2006/relationships/image" Target="../media/image280.png"/><Relationship Id="rId97" Type="http://schemas.openxmlformats.org/officeDocument/2006/relationships/image" Target="../media/image301.png"/><Relationship Id="rId120" Type="http://schemas.openxmlformats.org/officeDocument/2006/relationships/customXml" Target="../ink/ink306.xml"/><Relationship Id="rId358" Type="http://schemas.openxmlformats.org/officeDocument/2006/relationships/image" Target="../media/image430.png"/><Relationship Id="rId162" Type="http://schemas.openxmlformats.org/officeDocument/2006/relationships/customXml" Target="../ink/ink327.xml"/><Relationship Id="rId218" Type="http://schemas.openxmlformats.org/officeDocument/2006/relationships/customXml" Target="../ink/ink355.xml"/><Relationship Id="rId271" Type="http://schemas.openxmlformats.org/officeDocument/2006/relationships/customXml" Target="../ink/ink382.xml"/><Relationship Id="rId24" Type="http://schemas.openxmlformats.org/officeDocument/2006/relationships/customXml" Target="../ink/ink258.xml"/><Relationship Id="rId66" Type="http://schemas.openxmlformats.org/officeDocument/2006/relationships/customXml" Target="../ink/ink279.xml"/><Relationship Id="rId131" Type="http://schemas.openxmlformats.org/officeDocument/2006/relationships/image" Target="../media/image318.png"/><Relationship Id="rId327" Type="http://schemas.openxmlformats.org/officeDocument/2006/relationships/customXml" Target="../ink/ink410.xml"/><Relationship Id="rId369" Type="http://schemas.openxmlformats.org/officeDocument/2006/relationships/customXml" Target="../ink/ink431.xml"/><Relationship Id="rId173" Type="http://schemas.openxmlformats.org/officeDocument/2006/relationships/image" Target="../media/image339.png"/><Relationship Id="rId229" Type="http://schemas.openxmlformats.org/officeDocument/2006/relationships/image" Target="../media/image366.png"/><Relationship Id="rId380" Type="http://schemas.openxmlformats.org/officeDocument/2006/relationships/image" Target="../media/image441.png"/><Relationship Id="rId240" Type="http://schemas.openxmlformats.org/officeDocument/2006/relationships/customXml" Target="../ink/ink366.xml"/><Relationship Id="rId35" Type="http://schemas.openxmlformats.org/officeDocument/2006/relationships/image" Target="../media/image270.png"/><Relationship Id="rId77" Type="http://schemas.openxmlformats.org/officeDocument/2006/relationships/image" Target="../media/image291.png"/><Relationship Id="rId100" Type="http://schemas.openxmlformats.org/officeDocument/2006/relationships/customXml" Target="../ink/ink296.xml"/><Relationship Id="rId282" Type="http://schemas.openxmlformats.org/officeDocument/2006/relationships/image" Target="../media/image392.png"/><Relationship Id="rId338" Type="http://schemas.openxmlformats.org/officeDocument/2006/relationships/image" Target="../media/image420.png"/><Relationship Id="rId8" Type="http://schemas.openxmlformats.org/officeDocument/2006/relationships/customXml" Target="../ink/ink250.xml"/><Relationship Id="rId142" Type="http://schemas.openxmlformats.org/officeDocument/2006/relationships/customXml" Target="../ink/ink317.xml"/><Relationship Id="rId184" Type="http://schemas.openxmlformats.org/officeDocument/2006/relationships/customXml" Target="../ink/ink338.xml"/><Relationship Id="rId391" Type="http://schemas.openxmlformats.org/officeDocument/2006/relationships/customXml" Target="../ink/ink442.xml"/><Relationship Id="rId405" Type="http://schemas.openxmlformats.org/officeDocument/2006/relationships/customXml" Target="../ink/ink449.xml"/><Relationship Id="rId251" Type="http://schemas.openxmlformats.org/officeDocument/2006/relationships/image" Target="../media/image377.png"/><Relationship Id="rId46" Type="http://schemas.openxmlformats.org/officeDocument/2006/relationships/customXml" Target="../ink/ink269.xml"/><Relationship Id="rId293" Type="http://schemas.openxmlformats.org/officeDocument/2006/relationships/customXml" Target="../ink/ink393.xml"/><Relationship Id="rId307" Type="http://schemas.openxmlformats.org/officeDocument/2006/relationships/customXml" Target="../ink/ink400.xml"/><Relationship Id="rId349" Type="http://schemas.openxmlformats.org/officeDocument/2006/relationships/customXml" Target="../ink/ink421.xml"/><Relationship Id="rId88" Type="http://schemas.openxmlformats.org/officeDocument/2006/relationships/customXml" Target="../ink/ink290.xml"/><Relationship Id="rId111" Type="http://schemas.openxmlformats.org/officeDocument/2006/relationships/image" Target="../media/image308.png"/><Relationship Id="rId153" Type="http://schemas.openxmlformats.org/officeDocument/2006/relationships/image" Target="../media/image329.png"/><Relationship Id="rId195" Type="http://schemas.openxmlformats.org/officeDocument/2006/relationships/image" Target="../media/image349.png"/><Relationship Id="rId209" Type="http://schemas.openxmlformats.org/officeDocument/2006/relationships/image" Target="../media/image356.png"/><Relationship Id="rId360" Type="http://schemas.openxmlformats.org/officeDocument/2006/relationships/image" Target="../media/image431.png"/><Relationship Id="rId220" Type="http://schemas.openxmlformats.org/officeDocument/2006/relationships/customXml" Target="../ink/ink356.xml"/><Relationship Id="rId15" Type="http://schemas.openxmlformats.org/officeDocument/2006/relationships/image" Target="../media/image260.png"/><Relationship Id="rId57" Type="http://schemas.openxmlformats.org/officeDocument/2006/relationships/image" Target="../media/image281.png"/><Relationship Id="rId262" Type="http://schemas.openxmlformats.org/officeDocument/2006/relationships/image" Target="../media/image382.png"/><Relationship Id="rId318" Type="http://schemas.openxmlformats.org/officeDocument/2006/relationships/image" Target="../media/image410.png"/><Relationship Id="rId99" Type="http://schemas.openxmlformats.org/officeDocument/2006/relationships/image" Target="../media/image302.png"/><Relationship Id="rId122" Type="http://schemas.openxmlformats.org/officeDocument/2006/relationships/customXml" Target="../ink/ink307.xml"/><Relationship Id="rId164" Type="http://schemas.openxmlformats.org/officeDocument/2006/relationships/customXml" Target="../ink/ink328.xml"/><Relationship Id="rId371" Type="http://schemas.openxmlformats.org/officeDocument/2006/relationships/customXml" Target="../ink/ink432.xml"/><Relationship Id="rId26" Type="http://schemas.openxmlformats.org/officeDocument/2006/relationships/customXml" Target="../ink/ink259.xml"/><Relationship Id="rId231" Type="http://schemas.openxmlformats.org/officeDocument/2006/relationships/image" Target="../media/image367.png"/><Relationship Id="rId273" Type="http://schemas.openxmlformats.org/officeDocument/2006/relationships/customXml" Target="../ink/ink383.xml"/><Relationship Id="rId329" Type="http://schemas.openxmlformats.org/officeDocument/2006/relationships/customXml" Target="../ink/ink411.xml"/><Relationship Id="rId68" Type="http://schemas.openxmlformats.org/officeDocument/2006/relationships/customXml" Target="../ink/ink280.xml"/><Relationship Id="rId133" Type="http://schemas.openxmlformats.org/officeDocument/2006/relationships/image" Target="../media/image319.png"/><Relationship Id="rId175" Type="http://schemas.openxmlformats.org/officeDocument/2006/relationships/image" Target="../media/image340.png"/><Relationship Id="rId340" Type="http://schemas.openxmlformats.org/officeDocument/2006/relationships/image" Target="../media/image421.png"/><Relationship Id="rId200" Type="http://schemas.openxmlformats.org/officeDocument/2006/relationships/customXml" Target="../ink/ink346.xml"/><Relationship Id="rId382" Type="http://schemas.openxmlformats.org/officeDocument/2006/relationships/image" Target="../media/image442.png"/><Relationship Id="rId242" Type="http://schemas.openxmlformats.org/officeDocument/2006/relationships/customXml" Target="../ink/ink367.xml"/><Relationship Id="rId284" Type="http://schemas.openxmlformats.org/officeDocument/2006/relationships/image" Target="../media/image393.png"/><Relationship Id="rId37" Type="http://schemas.openxmlformats.org/officeDocument/2006/relationships/image" Target="../media/image271.png"/><Relationship Id="rId79" Type="http://schemas.openxmlformats.org/officeDocument/2006/relationships/image" Target="../media/image292.png"/><Relationship Id="rId102" Type="http://schemas.openxmlformats.org/officeDocument/2006/relationships/customXml" Target="../ink/ink297.xml"/><Relationship Id="rId144" Type="http://schemas.openxmlformats.org/officeDocument/2006/relationships/customXml" Target="../ink/ink318.xml"/><Relationship Id="rId90" Type="http://schemas.openxmlformats.org/officeDocument/2006/relationships/customXml" Target="../ink/ink291.xml"/><Relationship Id="rId186" Type="http://schemas.openxmlformats.org/officeDocument/2006/relationships/customXml" Target="../ink/ink339.xml"/><Relationship Id="rId351" Type="http://schemas.openxmlformats.org/officeDocument/2006/relationships/customXml" Target="../ink/ink422.xml"/><Relationship Id="rId393" Type="http://schemas.openxmlformats.org/officeDocument/2006/relationships/customXml" Target="../ink/ink443.xml"/><Relationship Id="rId407" Type="http://schemas.openxmlformats.org/officeDocument/2006/relationships/customXml" Target="../ink/ink450.xml"/><Relationship Id="rId211" Type="http://schemas.openxmlformats.org/officeDocument/2006/relationships/image" Target="../media/image357.png"/><Relationship Id="rId253" Type="http://schemas.openxmlformats.org/officeDocument/2006/relationships/image" Target="../media/image378.png"/><Relationship Id="rId295" Type="http://schemas.openxmlformats.org/officeDocument/2006/relationships/customXml" Target="../ink/ink394.xml"/><Relationship Id="rId309" Type="http://schemas.openxmlformats.org/officeDocument/2006/relationships/customXml" Target="../ink/ink401.xml"/><Relationship Id="rId48" Type="http://schemas.openxmlformats.org/officeDocument/2006/relationships/customXml" Target="../ink/ink270.xml"/><Relationship Id="rId113" Type="http://schemas.openxmlformats.org/officeDocument/2006/relationships/image" Target="../media/image309.png"/><Relationship Id="rId320" Type="http://schemas.openxmlformats.org/officeDocument/2006/relationships/image" Target="../media/image4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6" Type="http://schemas.openxmlformats.org/officeDocument/2006/relationships/image" Target="../media/image470.png"/><Relationship Id="rId21" Type="http://schemas.openxmlformats.org/officeDocument/2006/relationships/customXml" Target="../ink/ink461.xml"/><Relationship Id="rId34" Type="http://schemas.openxmlformats.org/officeDocument/2006/relationships/image" Target="../media/image474.png"/><Relationship Id="rId42" Type="http://schemas.openxmlformats.org/officeDocument/2006/relationships/image" Target="../media/image478.png"/><Relationship Id="rId47" Type="http://schemas.openxmlformats.org/officeDocument/2006/relationships/customXml" Target="../ink/ink474.xml"/><Relationship Id="rId50" Type="http://schemas.openxmlformats.org/officeDocument/2006/relationships/image" Target="../media/image482.png"/><Relationship Id="rId55" Type="http://schemas.openxmlformats.org/officeDocument/2006/relationships/customXml" Target="../ink/ink478.xml"/><Relationship Id="rId63" Type="http://schemas.openxmlformats.org/officeDocument/2006/relationships/customXml" Target="../ink/ink482.xml"/><Relationship Id="rId7" Type="http://schemas.openxmlformats.org/officeDocument/2006/relationships/customXml" Target="../ink/ink454.xml"/><Relationship Id="rId2" Type="http://schemas.openxmlformats.org/officeDocument/2006/relationships/image" Target="../media/image459.jpeg"/><Relationship Id="rId16" Type="http://schemas.openxmlformats.org/officeDocument/2006/relationships/image" Target="../media/image466.png"/><Relationship Id="rId29" Type="http://schemas.openxmlformats.org/officeDocument/2006/relationships/customXml" Target="../ink/ink465.xml"/><Relationship Id="rId11" Type="http://schemas.openxmlformats.org/officeDocument/2006/relationships/customXml" Target="../ink/ink456.xml"/><Relationship Id="rId24" Type="http://schemas.openxmlformats.org/officeDocument/2006/relationships/image" Target="../media/image469.png"/><Relationship Id="rId32" Type="http://schemas.openxmlformats.org/officeDocument/2006/relationships/image" Target="../media/image473.png"/><Relationship Id="rId37" Type="http://schemas.openxmlformats.org/officeDocument/2006/relationships/customXml" Target="../ink/ink469.xml"/><Relationship Id="rId40" Type="http://schemas.openxmlformats.org/officeDocument/2006/relationships/image" Target="../media/image477.png"/><Relationship Id="rId45" Type="http://schemas.openxmlformats.org/officeDocument/2006/relationships/customXml" Target="../ink/ink473.xml"/><Relationship Id="rId53" Type="http://schemas.openxmlformats.org/officeDocument/2006/relationships/customXml" Target="../ink/ink477.xml"/><Relationship Id="rId58" Type="http://schemas.openxmlformats.org/officeDocument/2006/relationships/image" Target="../media/image486.png"/><Relationship Id="rId66" Type="http://schemas.openxmlformats.org/officeDocument/2006/relationships/image" Target="../media/image490.png"/><Relationship Id="rId5" Type="http://schemas.openxmlformats.org/officeDocument/2006/relationships/hyperlink" Target="https://pixabay.com/en/computer-user-icon-peolpe-avatar-1331579/" TargetMode="External"/><Relationship Id="rId61" Type="http://schemas.openxmlformats.org/officeDocument/2006/relationships/customXml" Target="../ink/ink481.xml"/><Relationship Id="rId19" Type="http://schemas.openxmlformats.org/officeDocument/2006/relationships/customXml" Target="../ink/ink460.xml"/><Relationship Id="rId14" Type="http://schemas.openxmlformats.org/officeDocument/2006/relationships/image" Target="../media/image465.png"/><Relationship Id="rId22" Type="http://schemas.openxmlformats.org/officeDocument/2006/relationships/image" Target="../media/image468.png"/><Relationship Id="rId27" Type="http://schemas.openxmlformats.org/officeDocument/2006/relationships/customXml" Target="../ink/ink464.xml"/><Relationship Id="rId30" Type="http://schemas.openxmlformats.org/officeDocument/2006/relationships/image" Target="../media/image472.png"/><Relationship Id="rId35" Type="http://schemas.openxmlformats.org/officeDocument/2006/relationships/customXml" Target="../ink/ink468.xml"/><Relationship Id="rId43" Type="http://schemas.openxmlformats.org/officeDocument/2006/relationships/customXml" Target="../ink/ink472.xml"/><Relationship Id="rId48" Type="http://schemas.openxmlformats.org/officeDocument/2006/relationships/image" Target="../media/image481.png"/><Relationship Id="rId56" Type="http://schemas.openxmlformats.org/officeDocument/2006/relationships/image" Target="../media/image485.png"/><Relationship Id="rId64" Type="http://schemas.openxmlformats.org/officeDocument/2006/relationships/image" Target="../media/image489.png"/><Relationship Id="rId8" Type="http://schemas.openxmlformats.org/officeDocument/2006/relationships/image" Target="../media/image462.png"/><Relationship Id="rId51" Type="http://schemas.openxmlformats.org/officeDocument/2006/relationships/customXml" Target="../ink/ink476.xml"/><Relationship Id="rId3" Type="http://schemas.openxmlformats.org/officeDocument/2006/relationships/hyperlink" Target="https://jurnaloftalmologi.org/index.php/announce/viewarticle/122" TargetMode="External"/><Relationship Id="rId12" Type="http://schemas.openxmlformats.org/officeDocument/2006/relationships/image" Target="../media/image464.png"/><Relationship Id="rId17" Type="http://schemas.openxmlformats.org/officeDocument/2006/relationships/customXml" Target="../ink/ink459.xml"/><Relationship Id="rId25" Type="http://schemas.openxmlformats.org/officeDocument/2006/relationships/customXml" Target="../ink/ink463.xml"/><Relationship Id="rId33" Type="http://schemas.openxmlformats.org/officeDocument/2006/relationships/customXml" Target="../ink/ink467.xml"/><Relationship Id="rId38" Type="http://schemas.openxmlformats.org/officeDocument/2006/relationships/image" Target="../media/image476.png"/><Relationship Id="rId46" Type="http://schemas.openxmlformats.org/officeDocument/2006/relationships/image" Target="../media/image480.png"/><Relationship Id="rId59" Type="http://schemas.openxmlformats.org/officeDocument/2006/relationships/customXml" Target="../ink/ink480.xml"/><Relationship Id="rId20" Type="http://schemas.openxmlformats.org/officeDocument/2006/relationships/image" Target="../media/image467.png"/><Relationship Id="rId41" Type="http://schemas.openxmlformats.org/officeDocument/2006/relationships/customXml" Target="../ink/ink471.xml"/><Relationship Id="rId54" Type="http://schemas.openxmlformats.org/officeDocument/2006/relationships/image" Target="../media/image484.png"/><Relationship Id="rId62" Type="http://schemas.openxmlformats.org/officeDocument/2006/relationships/image" Target="../media/image488.png"/><Relationship Id="rId1" Type="http://schemas.openxmlformats.org/officeDocument/2006/relationships/slideLayout" Target="../slideLayouts/slideLayout2.xml"/><Relationship Id="rId6" Type="http://schemas.openxmlformats.org/officeDocument/2006/relationships/image" Target="../media/image461.png"/><Relationship Id="rId15" Type="http://schemas.openxmlformats.org/officeDocument/2006/relationships/customXml" Target="../ink/ink458.xml"/><Relationship Id="rId23" Type="http://schemas.openxmlformats.org/officeDocument/2006/relationships/customXml" Target="../ink/ink462.xml"/><Relationship Id="rId28" Type="http://schemas.openxmlformats.org/officeDocument/2006/relationships/image" Target="../media/image471.png"/><Relationship Id="rId36" Type="http://schemas.openxmlformats.org/officeDocument/2006/relationships/image" Target="../media/image475.png"/><Relationship Id="rId49" Type="http://schemas.openxmlformats.org/officeDocument/2006/relationships/customXml" Target="../ink/ink475.xml"/><Relationship Id="rId57" Type="http://schemas.openxmlformats.org/officeDocument/2006/relationships/customXml" Target="../ink/ink479.xml"/><Relationship Id="rId10" Type="http://schemas.openxmlformats.org/officeDocument/2006/relationships/image" Target="../media/image463.png"/><Relationship Id="rId31" Type="http://schemas.openxmlformats.org/officeDocument/2006/relationships/customXml" Target="../ink/ink466.xml"/><Relationship Id="rId44" Type="http://schemas.openxmlformats.org/officeDocument/2006/relationships/image" Target="../media/image479.png"/><Relationship Id="rId52" Type="http://schemas.openxmlformats.org/officeDocument/2006/relationships/image" Target="../media/image483.png"/><Relationship Id="rId60" Type="http://schemas.openxmlformats.org/officeDocument/2006/relationships/image" Target="../media/image487.png"/><Relationship Id="rId65" Type="http://schemas.openxmlformats.org/officeDocument/2006/relationships/customXml" Target="../ink/ink483.xml"/><Relationship Id="rId4" Type="http://schemas.openxmlformats.org/officeDocument/2006/relationships/image" Target="../media/image460.png"/><Relationship Id="rId9" Type="http://schemas.openxmlformats.org/officeDocument/2006/relationships/customXml" Target="../ink/ink455.xml"/><Relationship Id="rId13" Type="http://schemas.openxmlformats.org/officeDocument/2006/relationships/customXml" Target="../ink/ink457.xml"/><Relationship Id="rId18" Type="http://schemas.openxmlformats.org/officeDocument/2006/relationships/image" Target="../media/image247.png"/><Relationship Id="rId39" Type="http://schemas.openxmlformats.org/officeDocument/2006/relationships/customXml" Target="../ink/ink470.xml"/></Relationships>
</file>

<file path=ppt/slides/_rels/slide18.xml.rels><?xml version="1.0" encoding="UTF-8" standalone="yes"?>
<Relationships xmlns="http://schemas.openxmlformats.org/package/2006/relationships"><Relationship Id="rId8" Type="http://schemas.openxmlformats.org/officeDocument/2006/relationships/customXml" Target="../ink/ink484.xml"/><Relationship Id="rId85" Type="http://schemas.openxmlformats.org/officeDocument/2006/relationships/image" Target="../media/image9.png"/><Relationship Id="rId3" Type="http://schemas.openxmlformats.org/officeDocument/2006/relationships/hyperlink" Target="https://jurnaloftalmologi.org/index.php/announce/viewarticle/122" TargetMode="External"/><Relationship Id="rId7" Type="http://schemas.openxmlformats.org/officeDocument/2006/relationships/hyperlink" Target="https://pixabay.com/en/computer-user-icon-peolpe-avatar-1331579/" TargetMode="External"/><Relationship Id="rId2" Type="http://schemas.openxmlformats.org/officeDocument/2006/relationships/image" Target="../media/image459.jpeg"/><Relationship Id="rId1" Type="http://schemas.openxmlformats.org/officeDocument/2006/relationships/slideLayout" Target="../slideLayouts/slideLayout2.xml"/><Relationship Id="rId6" Type="http://schemas.openxmlformats.org/officeDocument/2006/relationships/image" Target="../media/image460.png"/><Relationship Id="rId123" Type="http://schemas.openxmlformats.org/officeDocument/2006/relationships/image" Target="../media/image2700.png"/><Relationship Id="rId5" Type="http://schemas.openxmlformats.org/officeDocument/2006/relationships/image" Target="../media/image491.png"/><Relationship Id="rId86" Type="http://schemas.openxmlformats.org/officeDocument/2006/relationships/customXml" Target="../ink/ink485.xml"/><Relationship Id="rId4" Type="http://schemas.openxmlformats.org/officeDocument/2006/relationships/image" Target="../media/image461.png"/></Relationships>
</file>

<file path=ppt/slides/_rels/slide19.xml.rels><?xml version="1.0" encoding="UTF-8" standalone="yes"?>
<Relationships xmlns="http://schemas.openxmlformats.org/package/2006/relationships"><Relationship Id="rId117" Type="http://schemas.openxmlformats.org/officeDocument/2006/relationships/image" Target="../media/image548.png"/><Relationship Id="rId21" Type="http://schemas.openxmlformats.org/officeDocument/2006/relationships/image" Target="../media/image501.png"/><Relationship Id="rId42" Type="http://schemas.openxmlformats.org/officeDocument/2006/relationships/customXml" Target="../ink/ink506.xml"/><Relationship Id="rId63" Type="http://schemas.openxmlformats.org/officeDocument/2006/relationships/image" Target="../media/image522.png"/><Relationship Id="rId84" Type="http://schemas.openxmlformats.org/officeDocument/2006/relationships/customXml" Target="../ink/ink527.xml"/><Relationship Id="rId138" Type="http://schemas.openxmlformats.org/officeDocument/2006/relationships/customXml" Target="../ink/ink554.xml"/><Relationship Id="rId159" Type="http://schemas.openxmlformats.org/officeDocument/2006/relationships/image" Target="../media/image568.png"/><Relationship Id="rId170" Type="http://schemas.openxmlformats.org/officeDocument/2006/relationships/customXml" Target="../ink/ink570.xml"/><Relationship Id="rId191" Type="http://schemas.openxmlformats.org/officeDocument/2006/relationships/image" Target="../media/image584.png"/><Relationship Id="rId205" Type="http://schemas.openxmlformats.org/officeDocument/2006/relationships/image" Target="../media/image591.png"/><Relationship Id="rId226" Type="http://schemas.openxmlformats.org/officeDocument/2006/relationships/customXml" Target="../ink/ink598.xml"/><Relationship Id="rId107" Type="http://schemas.openxmlformats.org/officeDocument/2006/relationships/image" Target="../media/image543.png"/><Relationship Id="rId11" Type="http://schemas.openxmlformats.org/officeDocument/2006/relationships/image" Target="../media/image496.png"/><Relationship Id="rId32" Type="http://schemas.openxmlformats.org/officeDocument/2006/relationships/customXml" Target="../ink/ink501.xml"/><Relationship Id="rId53" Type="http://schemas.openxmlformats.org/officeDocument/2006/relationships/image" Target="../media/image517.png"/><Relationship Id="rId74" Type="http://schemas.openxmlformats.org/officeDocument/2006/relationships/customXml" Target="../ink/ink522.xml"/><Relationship Id="rId128" Type="http://schemas.openxmlformats.org/officeDocument/2006/relationships/customXml" Target="../ink/ink549.xml"/><Relationship Id="rId149" Type="http://schemas.openxmlformats.org/officeDocument/2006/relationships/image" Target="../media/image563.png"/><Relationship Id="rId5" Type="http://schemas.openxmlformats.org/officeDocument/2006/relationships/image" Target="../media/image493.png"/><Relationship Id="rId95" Type="http://schemas.openxmlformats.org/officeDocument/2006/relationships/image" Target="../media/image538.png"/><Relationship Id="rId160" Type="http://schemas.openxmlformats.org/officeDocument/2006/relationships/customXml" Target="../ink/ink565.xml"/><Relationship Id="rId181" Type="http://schemas.openxmlformats.org/officeDocument/2006/relationships/image" Target="../media/image579.png"/><Relationship Id="rId216" Type="http://schemas.openxmlformats.org/officeDocument/2006/relationships/customXml" Target="../ink/ink593.xml"/><Relationship Id="rId22" Type="http://schemas.openxmlformats.org/officeDocument/2006/relationships/customXml" Target="../ink/ink496.xml"/><Relationship Id="rId43" Type="http://schemas.openxmlformats.org/officeDocument/2006/relationships/image" Target="../media/image512.png"/><Relationship Id="rId64" Type="http://schemas.openxmlformats.org/officeDocument/2006/relationships/customXml" Target="../ink/ink517.xml"/><Relationship Id="rId118" Type="http://schemas.openxmlformats.org/officeDocument/2006/relationships/customXml" Target="../ink/ink544.xml"/><Relationship Id="rId139" Type="http://schemas.openxmlformats.org/officeDocument/2006/relationships/image" Target="../media/image558.png"/><Relationship Id="rId85" Type="http://schemas.openxmlformats.org/officeDocument/2006/relationships/image" Target="../media/image533.png"/><Relationship Id="rId150" Type="http://schemas.openxmlformats.org/officeDocument/2006/relationships/customXml" Target="../ink/ink560.xml"/><Relationship Id="rId171" Type="http://schemas.openxmlformats.org/officeDocument/2006/relationships/image" Target="../media/image574.png"/><Relationship Id="rId192" Type="http://schemas.openxmlformats.org/officeDocument/2006/relationships/customXml" Target="../ink/ink581.xml"/><Relationship Id="rId206" Type="http://schemas.openxmlformats.org/officeDocument/2006/relationships/customXml" Target="../ink/ink588.xml"/><Relationship Id="rId227" Type="http://schemas.openxmlformats.org/officeDocument/2006/relationships/image" Target="../media/image602.png"/><Relationship Id="rId12" Type="http://schemas.openxmlformats.org/officeDocument/2006/relationships/customXml" Target="../ink/ink491.xml"/><Relationship Id="rId33" Type="http://schemas.openxmlformats.org/officeDocument/2006/relationships/image" Target="../media/image507.png"/><Relationship Id="rId108" Type="http://schemas.openxmlformats.org/officeDocument/2006/relationships/customXml" Target="../ink/ink539.xml"/><Relationship Id="rId129" Type="http://schemas.openxmlformats.org/officeDocument/2006/relationships/image" Target="../media/image553.png"/><Relationship Id="rId54" Type="http://schemas.openxmlformats.org/officeDocument/2006/relationships/customXml" Target="../ink/ink512.xml"/><Relationship Id="rId75" Type="http://schemas.openxmlformats.org/officeDocument/2006/relationships/image" Target="../media/image528.png"/><Relationship Id="rId96" Type="http://schemas.openxmlformats.org/officeDocument/2006/relationships/customXml" Target="../ink/ink533.xml"/><Relationship Id="rId140" Type="http://schemas.openxmlformats.org/officeDocument/2006/relationships/customXml" Target="../ink/ink555.xml"/><Relationship Id="rId161" Type="http://schemas.openxmlformats.org/officeDocument/2006/relationships/image" Target="../media/image569.png"/><Relationship Id="rId182" Type="http://schemas.openxmlformats.org/officeDocument/2006/relationships/customXml" Target="../ink/ink576.xml"/><Relationship Id="rId217" Type="http://schemas.openxmlformats.org/officeDocument/2006/relationships/image" Target="../media/image597.png"/><Relationship Id="rId6" Type="http://schemas.openxmlformats.org/officeDocument/2006/relationships/customXml" Target="../ink/ink488.xml"/><Relationship Id="rId23" Type="http://schemas.openxmlformats.org/officeDocument/2006/relationships/image" Target="../media/image502.png"/><Relationship Id="rId119" Type="http://schemas.openxmlformats.org/officeDocument/2006/relationships/image" Target="../media/image549.png"/><Relationship Id="rId44" Type="http://schemas.openxmlformats.org/officeDocument/2006/relationships/customXml" Target="../ink/ink507.xml"/><Relationship Id="rId65" Type="http://schemas.openxmlformats.org/officeDocument/2006/relationships/image" Target="../media/image523.png"/><Relationship Id="rId86" Type="http://schemas.openxmlformats.org/officeDocument/2006/relationships/customXml" Target="../ink/ink528.xml"/><Relationship Id="rId130" Type="http://schemas.openxmlformats.org/officeDocument/2006/relationships/customXml" Target="../ink/ink550.xml"/><Relationship Id="rId151" Type="http://schemas.openxmlformats.org/officeDocument/2006/relationships/image" Target="../media/image564.png"/><Relationship Id="rId172" Type="http://schemas.openxmlformats.org/officeDocument/2006/relationships/customXml" Target="../ink/ink571.xml"/><Relationship Id="rId193" Type="http://schemas.openxmlformats.org/officeDocument/2006/relationships/image" Target="../media/image585.png"/><Relationship Id="rId207" Type="http://schemas.openxmlformats.org/officeDocument/2006/relationships/image" Target="../media/image592.png"/><Relationship Id="rId228" Type="http://schemas.openxmlformats.org/officeDocument/2006/relationships/customXml" Target="../ink/ink599.xml"/><Relationship Id="rId13" Type="http://schemas.openxmlformats.org/officeDocument/2006/relationships/image" Target="../media/image497.png"/><Relationship Id="rId109" Type="http://schemas.openxmlformats.org/officeDocument/2006/relationships/image" Target="../media/image544.png"/><Relationship Id="rId34" Type="http://schemas.openxmlformats.org/officeDocument/2006/relationships/customXml" Target="../ink/ink502.xml"/><Relationship Id="rId55" Type="http://schemas.openxmlformats.org/officeDocument/2006/relationships/image" Target="../media/image518.png"/><Relationship Id="rId76" Type="http://schemas.openxmlformats.org/officeDocument/2006/relationships/customXml" Target="../ink/ink523.xml"/><Relationship Id="rId97" Type="http://schemas.openxmlformats.org/officeDocument/2006/relationships/image" Target="../media/image539.png"/><Relationship Id="rId120" Type="http://schemas.openxmlformats.org/officeDocument/2006/relationships/customXml" Target="../ink/ink545.xml"/><Relationship Id="rId141" Type="http://schemas.openxmlformats.org/officeDocument/2006/relationships/image" Target="../media/image559.png"/><Relationship Id="rId7" Type="http://schemas.openxmlformats.org/officeDocument/2006/relationships/image" Target="../media/image494.png"/><Relationship Id="rId162" Type="http://schemas.openxmlformats.org/officeDocument/2006/relationships/customXml" Target="../ink/ink566.xml"/><Relationship Id="rId183" Type="http://schemas.openxmlformats.org/officeDocument/2006/relationships/image" Target="../media/image580.png"/><Relationship Id="rId218" Type="http://schemas.openxmlformats.org/officeDocument/2006/relationships/customXml" Target="../ink/ink594.xml"/><Relationship Id="rId24" Type="http://schemas.openxmlformats.org/officeDocument/2006/relationships/customXml" Target="../ink/ink497.xml"/><Relationship Id="rId45" Type="http://schemas.openxmlformats.org/officeDocument/2006/relationships/image" Target="../media/image513.png"/><Relationship Id="rId66" Type="http://schemas.openxmlformats.org/officeDocument/2006/relationships/customXml" Target="../ink/ink518.xml"/><Relationship Id="rId87" Type="http://schemas.openxmlformats.org/officeDocument/2006/relationships/image" Target="../media/image534.png"/><Relationship Id="rId110" Type="http://schemas.openxmlformats.org/officeDocument/2006/relationships/customXml" Target="../ink/ink540.xml"/><Relationship Id="rId131" Type="http://schemas.openxmlformats.org/officeDocument/2006/relationships/image" Target="../media/image554.png"/><Relationship Id="rId152" Type="http://schemas.openxmlformats.org/officeDocument/2006/relationships/customXml" Target="../ink/ink561.xml"/><Relationship Id="rId173" Type="http://schemas.openxmlformats.org/officeDocument/2006/relationships/image" Target="../media/image575.png"/><Relationship Id="rId194" Type="http://schemas.openxmlformats.org/officeDocument/2006/relationships/customXml" Target="../ink/ink582.xml"/><Relationship Id="rId208" Type="http://schemas.openxmlformats.org/officeDocument/2006/relationships/customXml" Target="../ink/ink589.xml"/><Relationship Id="rId229" Type="http://schemas.openxmlformats.org/officeDocument/2006/relationships/image" Target="../media/image603.png"/><Relationship Id="rId14" Type="http://schemas.openxmlformats.org/officeDocument/2006/relationships/customXml" Target="../ink/ink492.xml"/><Relationship Id="rId35" Type="http://schemas.openxmlformats.org/officeDocument/2006/relationships/image" Target="../media/image508.png"/><Relationship Id="rId56" Type="http://schemas.openxmlformats.org/officeDocument/2006/relationships/customXml" Target="../ink/ink513.xml"/><Relationship Id="rId77" Type="http://schemas.openxmlformats.org/officeDocument/2006/relationships/image" Target="../media/image529.png"/><Relationship Id="rId100" Type="http://schemas.openxmlformats.org/officeDocument/2006/relationships/customXml" Target="../ink/ink535.xml"/><Relationship Id="rId8" Type="http://schemas.openxmlformats.org/officeDocument/2006/relationships/customXml" Target="../ink/ink489.xml"/><Relationship Id="rId98" Type="http://schemas.openxmlformats.org/officeDocument/2006/relationships/customXml" Target="../ink/ink534.xml"/><Relationship Id="rId121" Type="http://schemas.openxmlformats.org/officeDocument/2006/relationships/image" Target="../media/image550.png"/><Relationship Id="rId142" Type="http://schemas.openxmlformats.org/officeDocument/2006/relationships/customXml" Target="../ink/ink556.xml"/><Relationship Id="rId163" Type="http://schemas.openxmlformats.org/officeDocument/2006/relationships/image" Target="../media/image570.png"/><Relationship Id="rId184" Type="http://schemas.openxmlformats.org/officeDocument/2006/relationships/customXml" Target="../ink/ink577.xml"/><Relationship Id="rId219" Type="http://schemas.openxmlformats.org/officeDocument/2006/relationships/image" Target="../media/image598.png"/><Relationship Id="rId230" Type="http://schemas.openxmlformats.org/officeDocument/2006/relationships/customXml" Target="../ink/ink600.xml"/><Relationship Id="rId25" Type="http://schemas.openxmlformats.org/officeDocument/2006/relationships/image" Target="../media/image503.png"/><Relationship Id="rId46" Type="http://schemas.openxmlformats.org/officeDocument/2006/relationships/customXml" Target="../ink/ink508.xml"/><Relationship Id="rId67" Type="http://schemas.openxmlformats.org/officeDocument/2006/relationships/image" Target="../media/image524.png"/><Relationship Id="rId20" Type="http://schemas.openxmlformats.org/officeDocument/2006/relationships/customXml" Target="../ink/ink495.xml"/><Relationship Id="rId41" Type="http://schemas.openxmlformats.org/officeDocument/2006/relationships/image" Target="../media/image511.png"/><Relationship Id="rId62" Type="http://schemas.openxmlformats.org/officeDocument/2006/relationships/customXml" Target="../ink/ink516.xml"/><Relationship Id="rId83" Type="http://schemas.openxmlformats.org/officeDocument/2006/relationships/image" Target="../media/image532.png"/><Relationship Id="rId88" Type="http://schemas.openxmlformats.org/officeDocument/2006/relationships/customXml" Target="../ink/ink529.xml"/><Relationship Id="rId111" Type="http://schemas.openxmlformats.org/officeDocument/2006/relationships/image" Target="../media/image545.png"/><Relationship Id="rId132" Type="http://schemas.openxmlformats.org/officeDocument/2006/relationships/customXml" Target="../ink/ink551.xml"/><Relationship Id="rId153" Type="http://schemas.openxmlformats.org/officeDocument/2006/relationships/image" Target="../media/image565.png"/><Relationship Id="rId174" Type="http://schemas.openxmlformats.org/officeDocument/2006/relationships/customXml" Target="../ink/ink572.xml"/><Relationship Id="rId179" Type="http://schemas.openxmlformats.org/officeDocument/2006/relationships/image" Target="../media/image578.png"/><Relationship Id="rId195" Type="http://schemas.openxmlformats.org/officeDocument/2006/relationships/image" Target="../media/image586.png"/><Relationship Id="rId209" Type="http://schemas.openxmlformats.org/officeDocument/2006/relationships/image" Target="../media/image593.png"/><Relationship Id="rId190" Type="http://schemas.openxmlformats.org/officeDocument/2006/relationships/customXml" Target="../ink/ink580.xml"/><Relationship Id="rId204" Type="http://schemas.openxmlformats.org/officeDocument/2006/relationships/customXml" Target="../ink/ink587.xml"/><Relationship Id="rId220" Type="http://schemas.openxmlformats.org/officeDocument/2006/relationships/customXml" Target="../ink/ink595.xml"/><Relationship Id="rId225" Type="http://schemas.openxmlformats.org/officeDocument/2006/relationships/image" Target="../media/image601.png"/><Relationship Id="rId15" Type="http://schemas.openxmlformats.org/officeDocument/2006/relationships/image" Target="../media/image498.png"/><Relationship Id="rId36" Type="http://schemas.openxmlformats.org/officeDocument/2006/relationships/customXml" Target="../ink/ink503.xml"/><Relationship Id="rId57" Type="http://schemas.openxmlformats.org/officeDocument/2006/relationships/image" Target="../media/image519.png"/><Relationship Id="rId106" Type="http://schemas.openxmlformats.org/officeDocument/2006/relationships/customXml" Target="../ink/ink538.xml"/><Relationship Id="rId127" Type="http://schemas.openxmlformats.org/officeDocument/2006/relationships/image" Target="../media/image205.png"/><Relationship Id="rId10" Type="http://schemas.openxmlformats.org/officeDocument/2006/relationships/customXml" Target="../ink/ink490.xml"/><Relationship Id="rId31" Type="http://schemas.openxmlformats.org/officeDocument/2006/relationships/image" Target="../media/image506.png"/><Relationship Id="rId52" Type="http://schemas.openxmlformats.org/officeDocument/2006/relationships/customXml" Target="../ink/ink511.xml"/><Relationship Id="rId73" Type="http://schemas.openxmlformats.org/officeDocument/2006/relationships/image" Target="../media/image527.png"/><Relationship Id="rId78" Type="http://schemas.openxmlformats.org/officeDocument/2006/relationships/customXml" Target="../ink/ink524.xml"/><Relationship Id="rId94" Type="http://schemas.openxmlformats.org/officeDocument/2006/relationships/customXml" Target="../ink/ink532.xml"/><Relationship Id="rId99" Type="http://schemas.openxmlformats.org/officeDocument/2006/relationships/image" Target="../media/image540.png"/><Relationship Id="rId101" Type="http://schemas.openxmlformats.org/officeDocument/2006/relationships/image" Target="../media/image541.png"/><Relationship Id="rId122" Type="http://schemas.openxmlformats.org/officeDocument/2006/relationships/customXml" Target="../ink/ink546.xml"/><Relationship Id="rId143" Type="http://schemas.openxmlformats.org/officeDocument/2006/relationships/image" Target="../media/image560.png"/><Relationship Id="rId148" Type="http://schemas.openxmlformats.org/officeDocument/2006/relationships/customXml" Target="../ink/ink559.xml"/><Relationship Id="rId164" Type="http://schemas.openxmlformats.org/officeDocument/2006/relationships/customXml" Target="../ink/ink567.xml"/><Relationship Id="rId169" Type="http://schemas.openxmlformats.org/officeDocument/2006/relationships/image" Target="../media/image573.png"/><Relationship Id="rId185" Type="http://schemas.openxmlformats.org/officeDocument/2006/relationships/image" Target="../media/image581.png"/><Relationship Id="rId4" Type="http://schemas.openxmlformats.org/officeDocument/2006/relationships/customXml" Target="../ink/ink487.xml"/><Relationship Id="rId9" Type="http://schemas.openxmlformats.org/officeDocument/2006/relationships/image" Target="../media/image495.png"/><Relationship Id="rId180" Type="http://schemas.openxmlformats.org/officeDocument/2006/relationships/customXml" Target="../ink/ink575.xml"/><Relationship Id="rId210" Type="http://schemas.openxmlformats.org/officeDocument/2006/relationships/customXml" Target="../ink/ink590.xml"/><Relationship Id="rId215" Type="http://schemas.openxmlformats.org/officeDocument/2006/relationships/image" Target="../media/image596.png"/><Relationship Id="rId26" Type="http://schemas.openxmlformats.org/officeDocument/2006/relationships/customXml" Target="../ink/ink498.xml"/><Relationship Id="rId231" Type="http://schemas.openxmlformats.org/officeDocument/2006/relationships/image" Target="../media/image604.png"/><Relationship Id="rId47" Type="http://schemas.openxmlformats.org/officeDocument/2006/relationships/image" Target="../media/image514.png"/><Relationship Id="rId68" Type="http://schemas.openxmlformats.org/officeDocument/2006/relationships/customXml" Target="../ink/ink519.xml"/><Relationship Id="rId89" Type="http://schemas.openxmlformats.org/officeDocument/2006/relationships/image" Target="../media/image535.png"/><Relationship Id="rId112" Type="http://schemas.openxmlformats.org/officeDocument/2006/relationships/customXml" Target="../ink/ink541.xml"/><Relationship Id="rId133" Type="http://schemas.openxmlformats.org/officeDocument/2006/relationships/image" Target="../media/image555.png"/><Relationship Id="rId154" Type="http://schemas.openxmlformats.org/officeDocument/2006/relationships/customXml" Target="../ink/ink562.xml"/><Relationship Id="rId175" Type="http://schemas.openxmlformats.org/officeDocument/2006/relationships/image" Target="../media/image576.png"/><Relationship Id="rId196" Type="http://schemas.openxmlformats.org/officeDocument/2006/relationships/customXml" Target="../ink/ink583.xml"/><Relationship Id="rId200" Type="http://schemas.openxmlformats.org/officeDocument/2006/relationships/customXml" Target="../ink/ink585.xml"/><Relationship Id="rId16" Type="http://schemas.openxmlformats.org/officeDocument/2006/relationships/customXml" Target="../ink/ink493.xml"/><Relationship Id="rId221" Type="http://schemas.openxmlformats.org/officeDocument/2006/relationships/image" Target="../media/image599.png"/><Relationship Id="rId37" Type="http://schemas.openxmlformats.org/officeDocument/2006/relationships/image" Target="../media/image509.png"/><Relationship Id="rId58" Type="http://schemas.openxmlformats.org/officeDocument/2006/relationships/customXml" Target="../ink/ink514.xml"/><Relationship Id="rId79" Type="http://schemas.openxmlformats.org/officeDocument/2006/relationships/image" Target="../media/image530.png"/><Relationship Id="rId102" Type="http://schemas.openxmlformats.org/officeDocument/2006/relationships/customXml" Target="../ink/ink536.xml"/><Relationship Id="rId123" Type="http://schemas.openxmlformats.org/officeDocument/2006/relationships/image" Target="../media/image551.png"/><Relationship Id="rId144" Type="http://schemas.openxmlformats.org/officeDocument/2006/relationships/customXml" Target="../ink/ink557.xml"/><Relationship Id="rId90" Type="http://schemas.openxmlformats.org/officeDocument/2006/relationships/customXml" Target="../ink/ink530.xml"/><Relationship Id="rId165" Type="http://schemas.openxmlformats.org/officeDocument/2006/relationships/image" Target="../media/image571.png"/><Relationship Id="rId186" Type="http://schemas.openxmlformats.org/officeDocument/2006/relationships/customXml" Target="../ink/ink578.xml"/><Relationship Id="rId211" Type="http://schemas.openxmlformats.org/officeDocument/2006/relationships/image" Target="../media/image594.png"/><Relationship Id="rId232" Type="http://schemas.openxmlformats.org/officeDocument/2006/relationships/customXml" Target="../ink/ink601.xml"/><Relationship Id="rId27" Type="http://schemas.openxmlformats.org/officeDocument/2006/relationships/image" Target="../media/image504.png"/><Relationship Id="rId48" Type="http://schemas.openxmlformats.org/officeDocument/2006/relationships/customXml" Target="../ink/ink509.xml"/><Relationship Id="rId69" Type="http://schemas.openxmlformats.org/officeDocument/2006/relationships/image" Target="../media/image525.png"/><Relationship Id="rId113" Type="http://schemas.openxmlformats.org/officeDocument/2006/relationships/image" Target="../media/image546.png"/><Relationship Id="rId134" Type="http://schemas.openxmlformats.org/officeDocument/2006/relationships/customXml" Target="../ink/ink552.xml"/><Relationship Id="rId80" Type="http://schemas.openxmlformats.org/officeDocument/2006/relationships/customXml" Target="../ink/ink525.xml"/><Relationship Id="rId155" Type="http://schemas.openxmlformats.org/officeDocument/2006/relationships/image" Target="../media/image566.png"/><Relationship Id="rId176" Type="http://schemas.openxmlformats.org/officeDocument/2006/relationships/customXml" Target="../ink/ink573.xml"/><Relationship Id="rId197" Type="http://schemas.openxmlformats.org/officeDocument/2006/relationships/image" Target="../media/image587.png"/><Relationship Id="rId201" Type="http://schemas.openxmlformats.org/officeDocument/2006/relationships/image" Target="../media/image589.png"/><Relationship Id="rId222" Type="http://schemas.openxmlformats.org/officeDocument/2006/relationships/customXml" Target="../ink/ink596.xml"/><Relationship Id="rId17" Type="http://schemas.openxmlformats.org/officeDocument/2006/relationships/image" Target="../media/image499.png"/><Relationship Id="rId38" Type="http://schemas.openxmlformats.org/officeDocument/2006/relationships/customXml" Target="../ink/ink504.xml"/><Relationship Id="rId59" Type="http://schemas.openxmlformats.org/officeDocument/2006/relationships/image" Target="../media/image520.png"/><Relationship Id="rId103" Type="http://schemas.openxmlformats.org/officeDocument/2006/relationships/image" Target="../media/image542.png"/><Relationship Id="rId124" Type="http://schemas.openxmlformats.org/officeDocument/2006/relationships/customXml" Target="../ink/ink547.xml"/><Relationship Id="rId70" Type="http://schemas.openxmlformats.org/officeDocument/2006/relationships/customXml" Target="../ink/ink520.xml"/><Relationship Id="rId91" Type="http://schemas.openxmlformats.org/officeDocument/2006/relationships/image" Target="../media/image536.png"/><Relationship Id="rId145" Type="http://schemas.openxmlformats.org/officeDocument/2006/relationships/image" Target="../media/image561.png"/><Relationship Id="rId166" Type="http://schemas.openxmlformats.org/officeDocument/2006/relationships/customXml" Target="../ink/ink568.xml"/><Relationship Id="rId187" Type="http://schemas.openxmlformats.org/officeDocument/2006/relationships/image" Target="../media/image582.png"/><Relationship Id="rId1" Type="http://schemas.openxmlformats.org/officeDocument/2006/relationships/slideLayout" Target="../slideLayouts/slideLayout2.xml"/><Relationship Id="rId212" Type="http://schemas.openxmlformats.org/officeDocument/2006/relationships/customXml" Target="../ink/ink591.xml"/><Relationship Id="rId233" Type="http://schemas.openxmlformats.org/officeDocument/2006/relationships/image" Target="../media/image605.png"/><Relationship Id="rId28" Type="http://schemas.openxmlformats.org/officeDocument/2006/relationships/customXml" Target="../ink/ink499.xml"/><Relationship Id="rId49" Type="http://schemas.openxmlformats.org/officeDocument/2006/relationships/image" Target="../media/image515.png"/><Relationship Id="rId114" Type="http://schemas.openxmlformats.org/officeDocument/2006/relationships/customXml" Target="../ink/ink542.xml"/><Relationship Id="rId60" Type="http://schemas.openxmlformats.org/officeDocument/2006/relationships/customXml" Target="../ink/ink515.xml"/><Relationship Id="rId81" Type="http://schemas.openxmlformats.org/officeDocument/2006/relationships/image" Target="../media/image531.png"/><Relationship Id="rId135" Type="http://schemas.openxmlformats.org/officeDocument/2006/relationships/image" Target="../media/image556.png"/><Relationship Id="rId156" Type="http://schemas.openxmlformats.org/officeDocument/2006/relationships/customXml" Target="../ink/ink563.xml"/><Relationship Id="rId177" Type="http://schemas.openxmlformats.org/officeDocument/2006/relationships/image" Target="../media/image577.png"/><Relationship Id="rId198" Type="http://schemas.openxmlformats.org/officeDocument/2006/relationships/customXml" Target="../ink/ink584.xml"/><Relationship Id="rId202" Type="http://schemas.openxmlformats.org/officeDocument/2006/relationships/customXml" Target="../ink/ink586.xml"/><Relationship Id="rId223" Type="http://schemas.openxmlformats.org/officeDocument/2006/relationships/image" Target="../media/image600.png"/><Relationship Id="rId18" Type="http://schemas.openxmlformats.org/officeDocument/2006/relationships/customXml" Target="../ink/ink494.xml"/><Relationship Id="rId39" Type="http://schemas.openxmlformats.org/officeDocument/2006/relationships/image" Target="../media/image510.png"/><Relationship Id="rId50" Type="http://schemas.openxmlformats.org/officeDocument/2006/relationships/customXml" Target="../ink/ink510.xml"/><Relationship Id="rId104" Type="http://schemas.openxmlformats.org/officeDocument/2006/relationships/customXml" Target="../ink/ink537.xml"/><Relationship Id="rId125" Type="http://schemas.openxmlformats.org/officeDocument/2006/relationships/image" Target="../media/image552.png"/><Relationship Id="rId146" Type="http://schemas.openxmlformats.org/officeDocument/2006/relationships/customXml" Target="../ink/ink558.xml"/><Relationship Id="rId167" Type="http://schemas.openxmlformats.org/officeDocument/2006/relationships/image" Target="../media/image572.png"/><Relationship Id="rId188" Type="http://schemas.openxmlformats.org/officeDocument/2006/relationships/customXml" Target="../ink/ink579.xml"/><Relationship Id="rId71" Type="http://schemas.openxmlformats.org/officeDocument/2006/relationships/image" Target="../media/image526.png"/><Relationship Id="rId92" Type="http://schemas.openxmlformats.org/officeDocument/2006/relationships/customXml" Target="../ink/ink531.xml"/><Relationship Id="rId213" Type="http://schemas.openxmlformats.org/officeDocument/2006/relationships/image" Target="../media/image595.png"/><Relationship Id="rId2" Type="http://schemas.openxmlformats.org/officeDocument/2006/relationships/customXml" Target="../ink/ink486.xml"/><Relationship Id="rId29" Type="http://schemas.openxmlformats.org/officeDocument/2006/relationships/image" Target="../media/image505.png"/><Relationship Id="rId40" Type="http://schemas.openxmlformats.org/officeDocument/2006/relationships/customXml" Target="../ink/ink505.xml"/><Relationship Id="rId115" Type="http://schemas.openxmlformats.org/officeDocument/2006/relationships/image" Target="../media/image547.png"/><Relationship Id="rId136" Type="http://schemas.openxmlformats.org/officeDocument/2006/relationships/customXml" Target="../ink/ink553.xml"/><Relationship Id="rId157" Type="http://schemas.openxmlformats.org/officeDocument/2006/relationships/image" Target="../media/image567.png"/><Relationship Id="rId178" Type="http://schemas.openxmlformats.org/officeDocument/2006/relationships/customXml" Target="../ink/ink574.xml"/><Relationship Id="rId61" Type="http://schemas.openxmlformats.org/officeDocument/2006/relationships/image" Target="../media/image521.png"/><Relationship Id="rId82" Type="http://schemas.openxmlformats.org/officeDocument/2006/relationships/customXml" Target="../ink/ink526.xml"/><Relationship Id="rId199" Type="http://schemas.openxmlformats.org/officeDocument/2006/relationships/image" Target="../media/image588.png"/><Relationship Id="rId203" Type="http://schemas.openxmlformats.org/officeDocument/2006/relationships/image" Target="../media/image590.png"/><Relationship Id="rId19" Type="http://schemas.openxmlformats.org/officeDocument/2006/relationships/image" Target="../media/image500.png"/><Relationship Id="rId224" Type="http://schemas.openxmlformats.org/officeDocument/2006/relationships/customXml" Target="../ink/ink597.xml"/><Relationship Id="rId30" Type="http://schemas.openxmlformats.org/officeDocument/2006/relationships/customXml" Target="../ink/ink500.xml"/><Relationship Id="rId105" Type="http://schemas.openxmlformats.org/officeDocument/2006/relationships/image" Target="../media/image247.png"/><Relationship Id="rId126" Type="http://schemas.openxmlformats.org/officeDocument/2006/relationships/customXml" Target="../ink/ink548.xml"/><Relationship Id="rId147" Type="http://schemas.openxmlformats.org/officeDocument/2006/relationships/image" Target="../media/image562.png"/><Relationship Id="rId168" Type="http://schemas.openxmlformats.org/officeDocument/2006/relationships/customXml" Target="../ink/ink569.xml"/><Relationship Id="rId51" Type="http://schemas.openxmlformats.org/officeDocument/2006/relationships/image" Target="../media/image516.png"/><Relationship Id="rId72" Type="http://schemas.openxmlformats.org/officeDocument/2006/relationships/customXml" Target="../ink/ink521.xml"/><Relationship Id="rId93" Type="http://schemas.openxmlformats.org/officeDocument/2006/relationships/image" Target="../media/image537.png"/><Relationship Id="rId189" Type="http://schemas.openxmlformats.org/officeDocument/2006/relationships/image" Target="../media/image583.png"/><Relationship Id="rId3" Type="http://schemas.openxmlformats.org/officeDocument/2006/relationships/image" Target="../media/image492.png"/><Relationship Id="rId214" Type="http://schemas.openxmlformats.org/officeDocument/2006/relationships/customXml" Target="../ink/ink592.xml"/><Relationship Id="rId116" Type="http://schemas.openxmlformats.org/officeDocument/2006/relationships/customXml" Target="../ink/ink543.xml"/><Relationship Id="rId137" Type="http://schemas.openxmlformats.org/officeDocument/2006/relationships/image" Target="../media/image557.png"/><Relationship Id="rId158" Type="http://schemas.openxmlformats.org/officeDocument/2006/relationships/customXml" Target="../ink/ink564.xml"/></Relationships>
</file>

<file path=ppt/slides/_rels/slide20.xml.rels><?xml version="1.0" encoding="UTF-8" standalone="yes"?>
<Relationships xmlns="http://schemas.openxmlformats.org/package/2006/relationships"><Relationship Id="rId2" Type="http://schemas.openxmlformats.org/officeDocument/2006/relationships/image" Target="../media/image60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459.jpeg"/><Relationship Id="rId1" Type="http://schemas.openxmlformats.org/officeDocument/2006/relationships/slideLayout" Target="../slideLayouts/slideLayout2.xml"/><Relationship Id="rId6" Type="http://schemas.openxmlformats.org/officeDocument/2006/relationships/image" Target="../media/image461.png"/><Relationship Id="rId5" Type="http://schemas.openxmlformats.org/officeDocument/2006/relationships/hyperlink" Target="https://pixabay.com/en/computer-user-icon-peolpe-avatar-1331579/" TargetMode="External"/><Relationship Id="rId4" Type="http://schemas.openxmlformats.org/officeDocument/2006/relationships/image" Target="../media/image460.png"/></Relationships>
</file>

<file path=ppt/slides/_rels/slide23.xml.rels><?xml version="1.0" encoding="UTF-8" standalone="yes"?>
<Relationships xmlns="http://schemas.openxmlformats.org/package/2006/relationships"><Relationship Id="rId2" Type="http://schemas.openxmlformats.org/officeDocument/2006/relationships/image" Target="../media/image607.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608.png"/><Relationship Id="rId4" Type="http://schemas.openxmlformats.org/officeDocument/2006/relationships/hyperlink" Target="http://www.dribbble.com/"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614.jpeg"/><Relationship Id="rId3" Type="http://schemas.openxmlformats.org/officeDocument/2006/relationships/image" Target="../media/image609.jpeg"/><Relationship Id="rId7" Type="http://schemas.openxmlformats.org/officeDocument/2006/relationships/image" Target="../media/image613.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612.tiff"/><Relationship Id="rId5" Type="http://schemas.openxmlformats.org/officeDocument/2006/relationships/image" Target="../media/image611.tiff"/><Relationship Id="rId4" Type="http://schemas.openxmlformats.org/officeDocument/2006/relationships/image" Target="../media/image610.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453886"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453886"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453886"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4118572"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Working with HANA Cloud</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4118572"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Security Basics</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4118572"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XSUAA</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12</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HANA Cloud</a:t>
            </a:r>
          </a:p>
        </p:txBody>
      </p:sp>
      <p:sp>
        <p:nvSpPr>
          <p:cNvPr id="4" name="TextBox 3">
            <a:extLst>
              <a:ext uri="{FF2B5EF4-FFF2-40B4-BE49-F238E27FC236}">
                <a16:creationId xmlns:a16="http://schemas.microsoft.com/office/drawing/2014/main" id="{4CD1B822-FD1F-30ED-76E7-5E494D6E61DA}"/>
              </a:ext>
            </a:extLst>
          </p:cNvPr>
          <p:cNvSpPr txBox="1"/>
          <p:nvPr/>
        </p:nvSpPr>
        <p:spPr>
          <a:xfrm>
            <a:off x="405781" y="974164"/>
            <a:ext cx="11161643" cy="1477328"/>
          </a:xfrm>
          <a:prstGeom prst="rect">
            <a:avLst/>
          </a:prstGeom>
          <a:noFill/>
        </p:spPr>
        <p:txBody>
          <a:bodyPr wrap="square" rtlCol="0">
            <a:spAutoFit/>
          </a:bodyPr>
          <a:lstStyle/>
          <a:p>
            <a:pPr algn="just" defTabSz="914400"/>
            <a:r>
              <a:rPr lang="en-US" sz="1800" dirty="0">
                <a:solidFill>
                  <a:schemeClr val="bg1"/>
                </a:solidFill>
                <a:latin typeface="Calibri" panose="020F0502020204030204"/>
              </a:rPr>
              <a:t>SAP HANA Cloud is a fully managed, in-memory, cloud database as a service (DBaaS). It is the cloud-based data foundation for SAP Business Technology Platform. With SAP HANA Cloud you can create, run, and extend new and existing applications.</a:t>
            </a:r>
          </a:p>
          <a:p>
            <a:pPr algn="just" defTabSz="914400"/>
            <a:r>
              <a:rPr lang="en-US" sz="1800" dirty="0">
                <a:solidFill>
                  <a:schemeClr val="bg1"/>
                </a:solidFill>
                <a:latin typeface="Calibri" panose="020F0502020204030204"/>
              </a:rPr>
              <a:t>SAP HANA Cloud includes a number of software components. The core component is SAP HANA Database, but other components can be added at any time, such as a data lake.</a:t>
            </a:r>
          </a:p>
        </p:txBody>
      </p:sp>
      <p:sp>
        <p:nvSpPr>
          <p:cNvPr id="5" name="TextBox 4">
            <a:extLst>
              <a:ext uri="{FF2B5EF4-FFF2-40B4-BE49-F238E27FC236}">
                <a16:creationId xmlns:a16="http://schemas.microsoft.com/office/drawing/2014/main" id="{2C22E0C3-2785-33E1-C2AE-1D0F297AB256}"/>
              </a:ext>
            </a:extLst>
          </p:cNvPr>
          <p:cNvSpPr txBox="1"/>
          <p:nvPr/>
        </p:nvSpPr>
        <p:spPr>
          <a:xfrm>
            <a:off x="405780" y="2451492"/>
            <a:ext cx="5834237" cy="3693319"/>
          </a:xfrm>
          <a:prstGeom prst="rect">
            <a:avLst/>
          </a:prstGeom>
          <a:noFill/>
        </p:spPr>
        <p:txBody>
          <a:bodyPr wrap="square">
            <a:spAutoFit/>
          </a:bodyPr>
          <a:lstStyle/>
          <a:p>
            <a:pPr algn="just" defTabSz="914400"/>
            <a:r>
              <a:rPr lang="en-US" sz="1800" b="1" dirty="0">
                <a:solidFill>
                  <a:schemeClr val="bg1"/>
                </a:solidFill>
                <a:latin typeface="Calibri" panose="020F0502020204030204"/>
              </a:rPr>
              <a:t>Key Components of SAP HANA Cloud</a:t>
            </a:r>
          </a:p>
          <a:p>
            <a:pPr algn="just" defTabSz="914400"/>
            <a:r>
              <a:rPr lang="en-US" sz="1800" dirty="0">
                <a:solidFill>
                  <a:schemeClr val="bg1"/>
                </a:solidFill>
                <a:latin typeface="Calibri" panose="020F0502020204030204"/>
              </a:rPr>
              <a:t>There are four key components of SAP HANA Cloud:</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SAP HANA Database</a:t>
            </a:r>
          </a:p>
          <a:p>
            <a:pPr marL="457200" lvl="1" algn="just" defTabSz="914400"/>
            <a:r>
              <a:rPr lang="en-US" sz="1800" dirty="0">
                <a:solidFill>
                  <a:schemeClr val="bg1"/>
                </a:solidFill>
                <a:latin typeface="Calibri" panose="020F0502020204030204"/>
              </a:rPr>
              <a:t>In-memory database with built-in advanced analytics (spatial, graph, text, etc.)</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data lake</a:t>
            </a:r>
          </a:p>
          <a:p>
            <a:pPr marL="457200" lvl="1" algn="just" defTabSz="914400"/>
            <a:r>
              <a:rPr lang="en-US" sz="1800" dirty="0">
                <a:solidFill>
                  <a:schemeClr val="bg1"/>
                </a:solidFill>
                <a:latin typeface="Calibri" panose="020F0502020204030204"/>
              </a:rPr>
              <a:t>Store and query large data sets and most file types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a:t>
            </a:r>
          </a:p>
          <a:p>
            <a:pPr marL="457200" lvl="1" algn="just" defTabSz="914400"/>
            <a:r>
              <a:rPr lang="en-US" sz="1800" dirty="0">
                <a:solidFill>
                  <a:schemeClr val="bg1"/>
                </a:solidFill>
                <a:latin typeface="Calibri" panose="020F0502020204030204"/>
              </a:rPr>
              <a:t>Support for extreme –performance transactional applications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 replication</a:t>
            </a:r>
          </a:p>
          <a:p>
            <a:pPr marL="457200" lvl="1" algn="just" defTabSz="914400"/>
            <a:r>
              <a:rPr lang="en-US" sz="1800" dirty="0">
                <a:solidFill>
                  <a:schemeClr val="bg1"/>
                </a:solidFill>
                <a:latin typeface="Calibri" panose="020F0502020204030204"/>
              </a:rPr>
              <a:t>Bi-directional real time data replication across databases</a:t>
            </a:r>
          </a:p>
        </p:txBody>
      </p:sp>
      <p:pic>
        <p:nvPicPr>
          <p:cNvPr id="6" name="Picture 6">
            <a:extLst>
              <a:ext uri="{FF2B5EF4-FFF2-40B4-BE49-F238E27FC236}">
                <a16:creationId xmlns:a16="http://schemas.microsoft.com/office/drawing/2014/main" id="{5E110644-46D4-5748-42EC-748B8BEACA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36" r="15934"/>
          <a:stretch/>
        </p:blipFill>
        <p:spPr bwMode="auto">
          <a:xfrm>
            <a:off x="6454452" y="2252115"/>
            <a:ext cx="5212531" cy="4308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9237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01A0C-49FC-7BA3-CF59-A7C15038F9D2}"/>
              </a:ext>
            </a:extLst>
          </p:cNvPr>
          <p:cNvSpPr>
            <a:spLocks noGrp="1"/>
          </p:cNvSpPr>
          <p:nvPr>
            <p:ph type="title"/>
          </p:nvPr>
        </p:nvSpPr>
        <p:spPr/>
        <p:txBody>
          <a:bodyPr/>
          <a:lstStyle/>
          <a:p>
            <a:r>
              <a:rPr lang="en-US" dirty="0"/>
              <a:t>HANA Cloud v/s On-premise</a:t>
            </a:r>
          </a:p>
        </p:txBody>
      </p:sp>
      <p:pic>
        <p:nvPicPr>
          <p:cNvPr id="5" name="Picture 2">
            <a:extLst>
              <a:ext uri="{FF2B5EF4-FFF2-40B4-BE49-F238E27FC236}">
                <a16:creationId xmlns:a16="http://schemas.microsoft.com/office/drawing/2014/main" id="{4EC22E48-21CE-5727-AE45-AAC559F4DE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51" r="4389"/>
          <a:stretch/>
        </p:blipFill>
        <p:spPr bwMode="auto">
          <a:xfrm>
            <a:off x="163242" y="2276872"/>
            <a:ext cx="6278151" cy="36021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DD2028-068C-7296-D417-1CF7F3B9981E}"/>
              </a:ext>
            </a:extLst>
          </p:cNvPr>
          <p:cNvSpPr txBox="1"/>
          <p:nvPr/>
        </p:nvSpPr>
        <p:spPr>
          <a:xfrm>
            <a:off x="6653380" y="1076543"/>
            <a:ext cx="5390323" cy="1200329"/>
          </a:xfrm>
          <a:prstGeom prst="rect">
            <a:avLst/>
          </a:prstGeom>
          <a:noFill/>
        </p:spPr>
        <p:txBody>
          <a:bodyPr wrap="square">
            <a:spAutoFit/>
          </a:bodyPr>
          <a:lstStyle/>
          <a:p>
            <a:pPr defTabSz="914400"/>
            <a:r>
              <a:rPr lang="en-US" sz="1800" b="1" dirty="0">
                <a:solidFill>
                  <a:schemeClr val="bg1"/>
                </a:solidFill>
                <a:latin typeface="Calibri" panose="020F0502020204030204"/>
              </a:rPr>
              <a:t>Feature Differences</a:t>
            </a:r>
          </a:p>
          <a:p>
            <a:pPr defTabSz="914400"/>
            <a:r>
              <a:rPr lang="en-US" sz="1800" dirty="0">
                <a:solidFill>
                  <a:schemeClr val="bg1"/>
                </a:solidFill>
                <a:latin typeface="Calibri" panose="020F0502020204030204"/>
              </a:rPr>
              <a:t>SAP HANA Cloud compares very closely with SAP HANA on-premise in terms of features but there are some differences.</a:t>
            </a:r>
            <a:endParaRPr lang="en-US" sz="1800" b="1" dirty="0">
              <a:solidFill>
                <a:schemeClr val="bg1"/>
              </a:solidFill>
              <a:latin typeface="Calibri" panose="020F0502020204030204"/>
            </a:endParaRPr>
          </a:p>
        </p:txBody>
      </p:sp>
      <p:pic>
        <p:nvPicPr>
          <p:cNvPr id="7" name="Picture 4">
            <a:extLst>
              <a:ext uri="{FF2B5EF4-FFF2-40B4-BE49-F238E27FC236}">
                <a16:creationId xmlns:a16="http://schemas.microsoft.com/office/drawing/2014/main" id="{C2A828B7-B381-42D5-A741-CD7079B2ED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38" r="2147"/>
          <a:stretch/>
        </p:blipFill>
        <p:spPr bwMode="auto">
          <a:xfrm>
            <a:off x="6753498" y="2276872"/>
            <a:ext cx="5190086" cy="383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51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ACD8-99C5-715D-47B1-B722AF07636E}"/>
              </a:ext>
            </a:extLst>
          </p:cNvPr>
          <p:cNvSpPr>
            <a:spLocks noGrp="1"/>
          </p:cNvSpPr>
          <p:nvPr>
            <p:ph type="title"/>
          </p:nvPr>
        </p:nvSpPr>
        <p:spPr/>
        <p:txBody>
          <a:bodyPr/>
          <a:lstStyle/>
          <a:p>
            <a:r>
              <a:rPr lang="en-US" dirty="0"/>
              <a:t>What is Schema in HANA</a:t>
            </a:r>
          </a:p>
        </p:txBody>
      </p:sp>
      <p:sp>
        <p:nvSpPr>
          <p:cNvPr id="3" name="TextBox 2">
            <a:extLst>
              <a:ext uri="{FF2B5EF4-FFF2-40B4-BE49-F238E27FC236}">
                <a16:creationId xmlns:a16="http://schemas.microsoft.com/office/drawing/2014/main" id="{5F163BFF-9905-49BA-CDA8-491A130A9728}"/>
              </a:ext>
            </a:extLst>
          </p:cNvPr>
          <p:cNvSpPr txBox="1"/>
          <p:nvPr/>
        </p:nvSpPr>
        <p:spPr>
          <a:xfrm>
            <a:off x="338571" y="884478"/>
            <a:ext cx="11850254" cy="1754326"/>
          </a:xfrm>
          <a:prstGeom prst="rect">
            <a:avLst/>
          </a:prstGeom>
          <a:noFill/>
        </p:spPr>
        <p:txBody>
          <a:bodyPr wrap="square" rtlCol="0">
            <a:spAutoFit/>
          </a:bodyPr>
          <a:lstStyle/>
          <a:p>
            <a:pPr defTabSz="914400"/>
            <a:r>
              <a:rPr lang="en-US" sz="1800" dirty="0">
                <a:solidFill>
                  <a:schemeClr val="bg1"/>
                </a:solidFill>
                <a:latin typeface="Calibri" panose="020F0502020204030204"/>
              </a:rPr>
              <a:t>Schema – Is a mandatory database object of database which stores other database objects. </a:t>
            </a:r>
          </a:p>
          <a:p>
            <a:pPr marL="285750" indent="-285750" defTabSz="914400">
              <a:buFontTx/>
              <a:buChar char="-"/>
            </a:pPr>
            <a:r>
              <a:rPr lang="en-US" sz="1800" dirty="0">
                <a:solidFill>
                  <a:schemeClr val="bg1"/>
                </a:solidFill>
                <a:latin typeface="Calibri" panose="020F0502020204030204"/>
              </a:rPr>
              <a:t>It’s a logical separation of database objects.</a:t>
            </a:r>
          </a:p>
          <a:p>
            <a:pPr marL="285750" indent="-285750" defTabSz="914400">
              <a:buFontTx/>
              <a:buChar char="-"/>
            </a:pPr>
            <a:r>
              <a:rPr lang="en-US" sz="1800" dirty="0">
                <a:solidFill>
                  <a:schemeClr val="bg1"/>
                </a:solidFill>
                <a:latin typeface="Calibri" panose="020F0502020204030204"/>
              </a:rPr>
              <a:t>It is home of all the runtime object</a:t>
            </a:r>
          </a:p>
          <a:p>
            <a:pPr marL="285750" indent="-285750" defTabSz="914400">
              <a:buFontTx/>
              <a:buChar char="-"/>
            </a:pPr>
            <a:r>
              <a:rPr lang="en-US" sz="1800" dirty="0">
                <a:solidFill>
                  <a:schemeClr val="bg1"/>
                </a:solidFill>
                <a:latin typeface="Calibri" panose="020F0502020204030204"/>
              </a:rPr>
              <a:t>Security</a:t>
            </a:r>
          </a:p>
          <a:p>
            <a:pPr marL="285750" indent="-285750" defTabSz="914400">
              <a:buFontTx/>
              <a:buChar char="-"/>
            </a:pPr>
            <a:endParaRPr lang="en-US" sz="1800" dirty="0">
              <a:solidFill>
                <a:schemeClr val="bg1"/>
              </a:solidFill>
              <a:latin typeface="Calibri" panose="020F0502020204030204"/>
            </a:endParaRPr>
          </a:p>
          <a:p>
            <a:pPr marL="285750" indent="-285750" defTabSz="914400">
              <a:buFontTx/>
              <a:buChar char="-"/>
            </a:pPr>
            <a:endParaRPr lang="en-US" sz="1800" dirty="0">
              <a:solidFill>
                <a:schemeClr val="bg1"/>
              </a:solidFill>
              <a:latin typeface="Calibri" panose="020F0502020204030204"/>
            </a:endParaRPr>
          </a:p>
        </p:txBody>
      </p:sp>
      <p:sp>
        <p:nvSpPr>
          <p:cNvPr id="4" name="Flowchart: Magnetic Disk 3">
            <a:extLst>
              <a:ext uri="{FF2B5EF4-FFF2-40B4-BE49-F238E27FC236}">
                <a16:creationId xmlns:a16="http://schemas.microsoft.com/office/drawing/2014/main" id="{2DF3AC68-4734-9C09-3F5B-A68E318F20A5}"/>
              </a:ext>
            </a:extLst>
          </p:cNvPr>
          <p:cNvSpPr/>
          <p:nvPr/>
        </p:nvSpPr>
        <p:spPr>
          <a:xfrm>
            <a:off x="3251200" y="4572000"/>
            <a:ext cx="8432800" cy="1985818"/>
          </a:xfrm>
          <a:prstGeom prst="flowChartMagneticDisk">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 HANA  600GB</a:t>
            </a:r>
          </a:p>
        </p:txBody>
      </p:sp>
      <p:sp>
        <p:nvSpPr>
          <p:cNvPr id="5" name="Rectangle 4">
            <a:extLst>
              <a:ext uri="{FF2B5EF4-FFF2-40B4-BE49-F238E27FC236}">
                <a16:creationId xmlns:a16="http://schemas.microsoft.com/office/drawing/2014/main" id="{B358302C-9592-6298-CC80-D07CD85A71B4}"/>
              </a:ext>
            </a:extLst>
          </p:cNvPr>
          <p:cNvSpPr/>
          <p:nvPr/>
        </p:nvSpPr>
        <p:spPr>
          <a:xfrm>
            <a:off x="3860800"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FED573D-9479-5606-E379-F344204ADF77}"/>
              </a:ext>
            </a:extLst>
          </p:cNvPr>
          <p:cNvSpPr/>
          <p:nvPr/>
        </p:nvSpPr>
        <p:spPr>
          <a:xfrm>
            <a:off x="6400799" y="3224645"/>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9B5E973-27E9-815C-F666-ABA22AE46148}"/>
              </a:ext>
            </a:extLst>
          </p:cNvPr>
          <p:cNvSpPr/>
          <p:nvPr/>
        </p:nvSpPr>
        <p:spPr>
          <a:xfrm>
            <a:off x="8811491"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S/4HANA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717456D9-F5B2-364F-8358-081A37CF0A32}"/>
              </a:ext>
            </a:extLst>
          </p:cNvPr>
          <p:cNvCxnSpPr>
            <a:stCxn id="5" idx="2"/>
          </p:cNvCxnSpPr>
          <p:nvPr/>
        </p:nvCxnSpPr>
        <p:spPr>
          <a:xfrm flipH="1">
            <a:off x="4793673" y="3971636"/>
            <a:ext cx="4618" cy="692728"/>
          </a:xfrm>
          <a:prstGeom prst="straightConnector1">
            <a:avLst/>
          </a:prstGeom>
          <a:noFill/>
          <a:ln w="6350" cap="flat" cmpd="sng" algn="ctr">
            <a:solidFill>
              <a:srgbClr val="4E67C8"/>
            </a:solidFill>
            <a:prstDash val="solid"/>
            <a:miter lim="800000"/>
            <a:tailEnd type="triangle"/>
          </a:ln>
          <a:effectLst/>
        </p:spPr>
      </p:cxnSp>
      <p:cxnSp>
        <p:nvCxnSpPr>
          <p:cNvPr id="9" name="Connector: Elbow 8">
            <a:extLst>
              <a:ext uri="{FF2B5EF4-FFF2-40B4-BE49-F238E27FC236}">
                <a16:creationId xmlns:a16="http://schemas.microsoft.com/office/drawing/2014/main" id="{5C2FA129-2D8A-4A91-6B3B-CC328101A3FE}"/>
              </a:ext>
            </a:extLst>
          </p:cNvPr>
          <p:cNvCxnSpPr>
            <a:cxnSpLocks/>
          </p:cNvCxnSpPr>
          <p:nvPr/>
        </p:nvCxnSpPr>
        <p:spPr>
          <a:xfrm>
            <a:off x="2004292" y="4828309"/>
            <a:ext cx="1246908" cy="510309"/>
          </a:xfrm>
          <a:prstGeom prst="bentConnector3">
            <a:avLst/>
          </a:prstGeom>
          <a:noFill/>
          <a:ln w="6350" cap="flat" cmpd="sng" algn="ctr">
            <a:solidFill>
              <a:srgbClr val="4E67C8"/>
            </a:solidFill>
            <a:prstDash val="solid"/>
            <a:miter lim="800000"/>
            <a:tailEnd type="triangle"/>
          </a:ln>
          <a:effectLst/>
        </p:spPr>
      </p:cxnSp>
      <p:sp>
        <p:nvSpPr>
          <p:cNvPr id="10" name="Rectangle 9">
            <a:extLst>
              <a:ext uri="{FF2B5EF4-FFF2-40B4-BE49-F238E27FC236}">
                <a16:creationId xmlns:a16="http://schemas.microsoft.com/office/drawing/2014/main" id="{5E5E059E-EB61-7991-66E4-B76378D45CC9}"/>
              </a:ext>
            </a:extLst>
          </p:cNvPr>
          <p:cNvSpPr/>
          <p:nvPr/>
        </p:nvSpPr>
        <p:spPr>
          <a:xfrm>
            <a:off x="4544291"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SCBW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C72A8368-9E25-7960-31FA-777489354C47}"/>
              </a:ext>
            </a:extLst>
          </p:cNvPr>
          <p:cNvSpPr/>
          <p:nvPr/>
        </p:nvSpPr>
        <p:spPr>
          <a:xfrm>
            <a:off x="6638636" y="4846781"/>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38A8DE3-3559-C1BD-D746-6D5AF1FBAE8C}"/>
              </a:ext>
            </a:extLst>
          </p:cNvPr>
          <p:cNvSpPr/>
          <p:nvPr/>
        </p:nvSpPr>
        <p:spPr>
          <a:xfrm>
            <a:off x="9172863"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SAPS4C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13" name="Connector: Elbow 12">
            <a:extLst>
              <a:ext uri="{FF2B5EF4-FFF2-40B4-BE49-F238E27FC236}">
                <a16:creationId xmlns:a16="http://schemas.microsoft.com/office/drawing/2014/main" id="{38CA6B91-6F24-F3A1-5739-8970D1C15756}"/>
              </a:ext>
            </a:extLst>
          </p:cNvPr>
          <p:cNvCxnSpPr>
            <a:stCxn id="6" idx="2"/>
            <a:endCxn id="11" idx="0"/>
          </p:cNvCxnSpPr>
          <p:nvPr/>
        </p:nvCxnSpPr>
        <p:spPr>
          <a:xfrm rot="16200000" flipH="1">
            <a:off x="6892058" y="4400548"/>
            <a:ext cx="892464" cy="1"/>
          </a:xfrm>
          <a:prstGeom prst="bentConnector3">
            <a:avLst/>
          </a:prstGeom>
          <a:noFill/>
          <a:ln w="6350" cap="flat" cmpd="sng" algn="ctr">
            <a:solidFill>
              <a:srgbClr val="4E67C8"/>
            </a:solidFill>
            <a:prstDash val="solid"/>
            <a:miter lim="800000"/>
            <a:tailEnd type="triangle"/>
          </a:ln>
          <a:effectLst/>
        </p:spPr>
      </p:cxnSp>
      <p:cxnSp>
        <p:nvCxnSpPr>
          <p:cNvPr id="14" name="Connector: Elbow 13">
            <a:extLst>
              <a:ext uri="{FF2B5EF4-FFF2-40B4-BE49-F238E27FC236}">
                <a16:creationId xmlns:a16="http://schemas.microsoft.com/office/drawing/2014/main" id="{A729AECB-71DB-3B69-271E-9D8C01DDF96F}"/>
              </a:ext>
            </a:extLst>
          </p:cNvPr>
          <p:cNvCxnSpPr>
            <a:stCxn id="7" idx="2"/>
            <a:endCxn id="12" idx="0"/>
          </p:cNvCxnSpPr>
          <p:nvPr/>
        </p:nvCxnSpPr>
        <p:spPr>
          <a:xfrm rot="16200000" flipH="1">
            <a:off x="9382414" y="4338204"/>
            <a:ext cx="856673" cy="123536"/>
          </a:xfrm>
          <a:prstGeom prst="bentConnector3">
            <a:avLst/>
          </a:prstGeom>
          <a:noFill/>
          <a:ln w="6350" cap="flat" cmpd="sng" algn="ctr">
            <a:solidFill>
              <a:srgbClr val="4E67C8"/>
            </a:solidFill>
            <a:prstDash val="solid"/>
            <a:miter lim="800000"/>
            <a:tailEnd type="triangle"/>
          </a:ln>
          <a:effectLst/>
        </p:spPr>
      </p:cxnSp>
      <p:sp>
        <p:nvSpPr>
          <p:cNvPr id="15" name="Rectangle 14">
            <a:extLst>
              <a:ext uri="{FF2B5EF4-FFF2-40B4-BE49-F238E27FC236}">
                <a16:creationId xmlns:a16="http://schemas.microsoft.com/office/drawing/2014/main" id="{8137D824-B767-6D55-ACC8-B8B9FE76895A}"/>
              </a:ext>
            </a:extLst>
          </p:cNvPr>
          <p:cNvSpPr/>
          <p:nvPr/>
        </p:nvSpPr>
        <p:spPr>
          <a:xfrm>
            <a:off x="4544290" y="5837382"/>
            <a:ext cx="1399309" cy="517451"/>
          </a:xfrm>
          <a:prstGeom prst="rect">
            <a:avLst/>
          </a:prstGeom>
          <a:solidFill>
            <a:srgbClr val="F14124">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SYS</a:t>
            </a:r>
          </a:p>
        </p:txBody>
      </p:sp>
      <p:sp>
        <p:nvSpPr>
          <p:cNvPr id="16" name="Rectangle 15">
            <a:extLst>
              <a:ext uri="{FF2B5EF4-FFF2-40B4-BE49-F238E27FC236}">
                <a16:creationId xmlns:a16="http://schemas.microsoft.com/office/drawing/2014/main" id="{EF516C57-7745-1FE5-9227-E054E963BBC9}"/>
              </a:ext>
            </a:extLst>
          </p:cNvPr>
          <p:cNvSpPr/>
          <p:nvPr/>
        </p:nvSpPr>
        <p:spPr>
          <a:xfrm>
            <a:off x="3251200" y="5082309"/>
            <a:ext cx="997527" cy="68118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MIG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1A9A7B03-0E45-C520-605C-FF4A229EC65B}"/>
              </a:ext>
            </a:extLst>
          </p:cNvPr>
          <p:cNvGrpSpPr/>
          <p:nvPr/>
        </p:nvGrpSpPr>
        <p:grpSpPr>
          <a:xfrm>
            <a:off x="7134383" y="5573524"/>
            <a:ext cx="284400" cy="60480"/>
            <a:chOff x="7134383" y="5573524"/>
            <a:chExt cx="284400" cy="60480"/>
          </a:xfrm>
        </p:grpSpPr>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818FDB6C-5815-0A00-C001-BB777DFA20C5}"/>
                    </a:ext>
                  </a:extLst>
                </p14:cNvPr>
                <p14:cNvContentPartPr/>
                <p14:nvPr/>
              </p14:nvContentPartPr>
              <p14:xfrm>
                <a:off x="7134383" y="5573524"/>
                <a:ext cx="284400" cy="11880"/>
              </p14:xfrm>
            </p:contentPart>
          </mc:Choice>
          <mc:Fallback xmlns="">
            <p:pic>
              <p:nvPicPr>
                <p:cNvPr id="34" name="Ink 33">
                  <a:extLst>
                    <a:ext uri="{FF2B5EF4-FFF2-40B4-BE49-F238E27FC236}">
                      <a16:creationId xmlns:a16="http://schemas.microsoft.com/office/drawing/2014/main" id="{D2F3F907-6AC8-9E5B-18A3-032277223210}"/>
                    </a:ext>
                  </a:extLst>
                </p:cNvPr>
                <p:cNvPicPr/>
                <p:nvPr/>
              </p:nvPicPr>
              <p:blipFill>
                <a:blip r:embed="rId31"/>
                <a:stretch>
                  <a:fillRect/>
                </a:stretch>
              </p:blipFill>
              <p:spPr>
                <a:xfrm>
                  <a:off x="7125383" y="5564524"/>
                  <a:ext cx="3020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A4E8E2BB-AF00-7485-B4FF-D8C379630C01}"/>
                    </a:ext>
                  </a:extLst>
                </p14:cNvPr>
                <p14:cNvContentPartPr/>
                <p14:nvPr/>
              </p14:nvContentPartPr>
              <p14:xfrm>
                <a:off x="7157423" y="5623564"/>
                <a:ext cx="229680" cy="10440"/>
              </p14:xfrm>
            </p:contentPart>
          </mc:Choice>
          <mc:Fallback xmlns="">
            <p:pic>
              <p:nvPicPr>
                <p:cNvPr id="35" name="Ink 34">
                  <a:extLst>
                    <a:ext uri="{FF2B5EF4-FFF2-40B4-BE49-F238E27FC236}">
                      <a16:creationId xmlns:a16="http://schemas.microsoft.com/office/drawing/2014/main" id="{BD9170FC-C85B-7048-08A3-6118F66FD4D9}"/>
                    </a:ext>
                  </a:extLst>
                </p:cNvPr>
                <p:cNvPicPr/>
                <p:nvPr/>
              </p:nvPicPr>
              <p:blipFill>
                <a:blip r:embed="rId33"/>
                <a:stretch>
                  <a:fillRect/>
                </a:stretch>
              </p:blipFill>
              <p:spPr>
                <a:xfrm>
                  <a:off x="7148783" y="5614564"/>
                  <a:ext cx="247320" cy="28080"/>
                </a:xfrm>
                <a:prstGeom prst="rect">
                  <a:avLst/>
                </a:prstGeom>
              </p:spPr>
            </p:pic>
          </mc:Fallback>
        </mc:AlternateContent>
      </p:grpSp>
      <p:sp>
        <p:nvSpPr>
          <p:cNvPr id="26" name="Rectangle 25">
            <a:extLst>
              <a:ext uri="{FF2B5EF4-FFF2-40B4-BE49-F238E27FC236}">
                <a16:creationId xmlns:a16="http://schemas.microsoft.com/office/drawing/2014/main" id="{42AC1E59-BF40-61BD-2778-D1F7EEACDEDE}"/>
              </a:ext>
            </a:extLst>
          </p:cNvPr>
          <p:cNvSpPr/>
          <p:nvPr/>
        </p:nvSpPr>
        <p:spPr>
          <a:xfrm>
            <a:off x="693812" y="4365104"/>
            <a:ext cx="1422470" cy="71720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Non-SAP</a:t>
            </a:r>
          </a:p>
        </p:txBody>
      </p:sp>
      <mc:AlternateContent xmlns:mc="http://schemas.openxmlformats.org/markup-compatibility/2006" xmlns:p14="http://schemas.microsoft.com/office/powerpoint/2010/main">
        <mc:Choice Requires="p14">
          <p:contentPart p14:bwMode="auto" r:id="rId34">
            <p14:nvContentPartPr>
              <p14:cNvPr id="17" name="Ink 16">
                <a:extLst>
                  <a:ext uri="{FF2B5EF4-FFF2-40B4-BE49-F238E27FC236}">
                    <a16:creationId xmlns:a16="http://schemas.microsoft.com/office/drawing/2014/main" id="{88F7F230-C806-6E21-22EE-26497A2D3C3A}"/>
                  </a:ext>
                </a:extLst>
              </p14:cNvPr>
              <p14:cNvContentPartPr/>
              <p14:nvPr/>
            </p14:nvContentPartPr>
            <p14:xfrm>
              <a:off x="7890015" y="2687710"/>
              <a:ext cx="1440" cy="1440"/>
            </p14:xfrm>
          </p:contentPart>
        </mc:Choice>
        <mc:Fallback xmlns="">
          <p:pic>
            <p:nvPicPr>
              <p:cNvPr id="17" name="Ink 16">
                <a:extLst>
                  <a:ext uri="{FF2B5EF4-FFF2-40B4-BE49-F238E27FC236}">
                    <a16:creationId xmlns:a16="http://schemas.microsoft.com/office/drawing/2014/main" id="{88F7F230-C806-6E21-22EE-26497A2D3C3A}"/>
                  </a:ext>
                </a:extLst>
              </p:cNvPr>
              <p:cNvPicPr/>
              <p:nvPr/>
            </p:nvPicPr>
            <p:blipFill>
              <a:blip r:embed="rId35"/>
              <a:stretch>
                <a:fillRect/>
              </a:stretch>
            </p:blipFill>
            <p:spPr>
              <a:xfrm>
                <a:off x="7881375" y="2678710"/>
                <a:ext cx="19080" cy="19080"/>
              </a:xfrm>
              <a:prstGeom prst="rect">
                <a:avLst/>
              </a:prstGeom>
            </p:spPr>
          </p:pic>
        </mc:Fallback>
      </mc:AlternateContent>
    </p:spTree>
    <p:extLst>
      <p:ext uri="{BB962C8B-B14F-4D97-AF65-F5344CB8AC3E}">
        <p14:creationId xmlns:p14="http://schemas.microsoft.com/office/powerpoint/2010/main" val="1988133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deployment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p:sp>
        <p:nvSpPr>
          <p:cNvPr id="4" name="Flowchart: Magnetic Disk 3">
            <a:extLst>
              <a:ext uri="{FF2B5EF4-FFF2-40B4-BE49-F238E27FC236}">
                <a16:creationId xmlns:a16="http://schemas.microsoft.com/office/drawing/2014/main" id="{65856273-DAC9-3B87-21B0-3425A57EB577}"/>
              </a:ext>
            </a:extLst>
          </p:cNvPr>
          <p:cNvSpPr/>
          <p:nvPr/>
        </p:nvSpPr>
        <p:spPr>
          <a:xfrm>
            <a:off x="8902724" y="4437112"/>
            <a:ext cx="2880320" cy="1944216"/>
          </a:xfrm>
          <a:prstGeom prst="flowChartMagneticDisk">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HANA Cloud</a:t>
            </a:r>
          </a:p>
          <a:p>
            <a:pPr algn="ctr"/>
            <a:endParaRPr lang="en-IN" dirty="0"/>
          </a:p>
          <a:p>
            <a:pPr algn="ctr"/>
            <a:endParaRPr lang="en-IN" dirty="0"/>
          </a:p>
          <a:p>
            <a:pPr algn="ctr"/>
            <a:endParaRPr lang="en-IN" dirty="0"/>
          </a:p>
          <a:p>
            <a:pPr algn="ctr"/>
            <a:endParaRPr lang="en-IN" dirty="0"/>
          </a:p>
        </p:txBody>
      </p:sp>
      <p:sp>
        <p:nvSpPr>
          <p:cNvPr id="5" name="Cylinder 4">
            <a:extLst>
              <a:ext uri="{FF2B5EF4-FFF2-40B4-BE49-F238E27FC236}">
                <a16:creationId xmlns:a16="http://schemas.microsoft.com/office/drawing/2014/main" id="{B23683B5-E6FB-8D72-E571-892C3726C9B0}"/>
              </a:ext>
            </a:extLst>
          </p:cNvPr>
          <p:cNvSpPr/>
          <p:nvPr/>
        </p:nvSpPr>
        <p:spPr>
          <a:xfrm>
            <a:off x="9196752" y="5229200"/>
            <a:ext cx="1152128" cy="936104"/>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err="1"/>
              <a:t>Hdi</a:t>
            </a:r>
            <a:r>
              <a:rPr lang="en-IN" sz="1400" dirty="0"/>
              <a:t> container</a:t>
            </a:r>
          </a:p>
        </p:txBody>
      </p:sp>
      <p:sp>
        <p:nvSpPr>
          <p:cNvPr id="6" name="Flowchart: Preparation 5">
            <a:extLst>
              <a:ext uri="{FF2B5EF4-FFF2-40B4-BE49-F238E27FC236}">
                <a16:creationId xmlns:a16="http://schemas.microsoft.com/office/drawing/2014/main" id="{4D7FB5DD-5352-4FB4-6E66-514ADD50172E}"/>
              </a:ext>
            </a:extLst>
          </p:cNvPr>
          <p:cNvSpPr/>
          <p:nvPr/>
        </p:nvSpPr>
        <p:spPr>
          <a:xfrm>
            <a:off x="5230316" y="4437112"/>
            <a:ext cx="2592288" cy="1029212"/>
          </a:xfrm>
          <a:prstGeom prst="flowChartPreparatio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sz="1600" dirty="0" err="1">
                <a:effectLst>
                  <a:outerShdw blurRad="38100" dist="38100" dir="2700000" algn="tl">
                    <a:srgbClr val="000000">
                      <a:alpha val="43137"/>
                    </a:srgbClr>
                  </a:outerShdw>
                </a:effectLst>
              </a:rPr>
              <a:t>hdi</a:t>
            </a:r>
            <a:r>
              <a:rPr lang="en-IN" sz="1600" dirty="0">
                <a:effectLst>
                  <a:outerShdw blurRad="38100" dist="38100" dir="2700000" algn="tl">
                    <a:srgbClr val="000000">
                      <a:alpha val="43137"/>
                    </a:srgbClr>
                  </a:outerShdw>
                </a:effectLst>
              </a:rPr>
              <a:t> microservice</a:t>
            </a:r>
          </a:p>
        </p:txBody>
      </p:sp>
      <p:cxnSp>
        <p:nvCxnSpPr>
          <p:cNvPr id="8" name="Connector: Elbow 7">
            <a:extLst>
              <a:ext uri="{FF2B5EF4-FFF2-40B4-BE49-F238E27FC236}">
                <a16:creationId xmlns:a16="http://schemas.microsoft.com/office/drawing/2014/main" id="{E0CFE145-ED9A-D857-DE7B-333D12ADE785}"/>
              </a:ext>
            </a:extLst>
          </p:cNvPr>
          <p:cNvCxnSpPr>
            <a:stCxn id="6" idx="3"/>
            <a:endCxn id="5" idx="2"/>
          </p:cNvCxnSpPr>
          <p:nvPr/>
        </p:nvCxnSpPr>
        <p:spPr>
          <a:xfrm>
            <a:off x="7822604" y="4951718"/>
            <a:ext cx="1374148" cy="745534"/>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sp>
        <p:nvSpPr>
          <p:cNvPr id="9" name="Rectangle 8">
            <a:extLst>
              <a:ext uri="{FF2B5EF4-FFF2-40B4-BE49-F238E27FC236}">
                <a16:creationId xmlns:a16="http://schemas.microsoft.com/office/drawing/2014/main" id="{C5AE2592-558F-A4AE-EE2F-5F801DC4A01E}"/>
              </a:ext>
            </a:extLst>
          </p:cNvPr>
          <p:cNvSpPr/>
          <p:nvPr/>
        </p:nvSpPr>
        <p:spPr>
          <a:xfrm>
            <a:off x="1413892" y="4663686"/>
            <a:ext cx="2664296" cy="576064"/>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err="1"/>
              <a:t>Hdi</a:t>
            </a:r>
            <a:r>
              <a:rPr lang="en-IN" dirty="0"/>
              <a:t> deployer</a:t>
            </a:r>
          </a:p>
        </p:txBody>
      </p:sp>
      <p:cxnSp>
        <p:nvCxnSpPr>
          <p:cNvPr id="11" name="Straight Arrow Connector 10">
            <a:extLst>
              <a:ext uri="{FF2B5EF4-FFF2-40B4-BE49-F238E27FC236}">
                <a16:creationId xmlns:a16="http://schemas.microsoft.com/office/drawing/2014/main" id="{BD6B15B6-6E85-56DA-85D4-D5185A134749}"/>
              </a:ext>
            </a:extLst>
          </p:cNvPr>
          <p:cNvCxnSpPr>
            <a:stCxn id="9" idx="3"/>
            <a:endCxn id="6" idx="1"/>
          </p:cNvCxnSpPr>
          <p:nvPr/>
        </p:nvCxnSpPr>
        <p:spPr>
          <a:xfrm>
            <a:off x="4078188" y="4951718"/>
            <a:ext cx="1152128"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63611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CFB8-5096-6F69-F56C-78B23B6E915E}"/>
              </a:ext>
            </a:extLst>
          </p:cNvPr>
          <p:cNvSpPr>
            <a:spLocks noGrp="1"/>
          </p:cNvSpPr>
          <p:nvPr>
            <p:ph type="title"/>
          </p:nvPr>
        </p:nvSpPr>
        <p:spPr/>
        <p:txBody>
          <a:bodyPr/>
          <a:lstStyle/>
          <a:p>
            <a:r>
              <a:rPr lang="en-IN" dirty="0"/>
              <a:t>Design time – during development</a:t>
            </a:r>
          </a:p>
        </p:txBody>
      </p:sp>
      <p:sp>
        <p:nvSpPr>
          <p:cNvPr id="3" name="Flowchart: Magnetic Disk 2">
            <a:extLst>
              <a:ext uri="{FF2B5EF4-FFF2-40B4-BE49-F238E27FC236}">
                <a16:creationId xmlns:a16="http://schemas.microsoft.com/office/drawing/2014/main" id="{9445B687-C292-52E3-7C6F-9F4D36D4FD41}"/>
              </a:ext>
            </a:extLst>
          </p:cNvPr>
          <p:cNvSpPr/>
          <p:nvPr/>
        </p:nvSpPr>
        <p:spPr>
          <a:xfrm>
            <a:off x="8361518" y="1581619"/>
            <a:ext cx="3221271" cy="3600400"/>
          </a:xfrm>
          <a:prstGeom prst="flowChartMagneticDisk">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pic>
        <p:nvPicPr>
          <p:cNvPr id="1026" name="Picture 2" descr="Developer Avatar PNGs for Free Download">
            <a:extLst>
              <a:ext uri="{FF2B5EF4-FFF2-40B4-BE49-F238E27FC236}">
                <a16:creationId xmlns:a16="http://schemas.microsoft.com/office/drawing/2014/main" id="{D13A5DD8-084D-D796-14B4-DD7CA875F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764" y="806332"/>
            <a:ext cx="1666874" cy="166687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9F39DB8-2325-2F52-9692-149DA0D70691}"/>
              </a:ext>
            </a:extLst>
          </p:cNvPr>
          <p:cNvSpPr txBox="1"/>
          <p:nvPr/>
        </p:nvSpPr>
        <p:spPr>
          <a:xfrm>
            <a:off x="488478" y="2512317"/>
            <a:ext cx="1440160" cy="461665"/>
          </a:xfrm>
          <a:prstGeom prst="rect">
            <a:avLst/>
          </a:prstGeom>
          <a:noFill/>
        </p:spPr>
        <p:txBody>
          <a:bodyPr wrap="square" rtlCol="0">
            <a:spAutoFit/>
          </a:bodyPr>
          <a:lstStyle/>
          <a:p>
            <a:r>
              <a:rPr lang="en-IN" dirty="0">
                <a:solidFill>
                  <a:srgbClr val="FF0000"/>
                </a:solidFill>
              </a:rPr>
              <a:t>Anubhav</a:t>
            </a:r>
          </a:p>
        </p:txBody>
      </p:sp>
      <p:pic>
        <p:nvPicPr>
          <p:cNvPr id="1028" name="Picture 4" descr="Female Developer Vector 227854 Vector Art at Vecteezy">
            <a:extLst>
              <a:ext uri="{FF2B5EF4-FFF2-40B4-BE49-F238E27FC236}">
                <a16:creationId xmlns:a16="http://schemas.microsoft.com/office/drawing/2014/main" id="{BAAF46BE-60B0-9C65-F4E2-F527B2F8D2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780" y="3884019"/>
            <a:ext cx="1757562" cy="17575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0588FD0-A067-A8F5-71BC-85C9BE784911}"/>
              </a:ext>
            </a:extLst>
          </p:cNvPr>
          <p:cNvSpPr txBox="1"/>
          <p:nvPr/>
        </p:nvSpPr>
        <p:spPr>
          <a:xfrm>
            <a:off x="564481" y="5593201"/>
            <a:ext cx="1440160" cy="461665"/>
          </a:xfrm>
          <a:prstGeom prst="rect">
            <a:avLst/>
          </a:prstGeom>
          <a:noFill/>
        </p:spPr>
        <p:txBody>
          <a:bodyPr wrap="square" rtlCol="0">
            <a:spAutoFit/>
          </a:bodyPr>
          <a:lstStyle/>
          <a:p>
            <a:r>
              <a:rPr lang="en-IN" dirty="0">
                <a:solidFill>
                  <a:srgbClr val="FF0000"/>
                </a:solidFill>
              </a:rPr>
              <a:t>Ananya</a:t>
            </a:r>
          </a:p>
        </p:txBody>
      </p:sp>
      <p:cxnSp>
        <p:nvCxnSpPr>
          <p:cNvPr id="8" name="Connector: Elbow 7">
            <a:extLst>
              <a:ext uri="{FF2B5EF4-FFF2-40B4-BE49-F238E27FC236}">
                <a16:creationId xmlns:a16="http://schemas.microsoft.com/office/drawing/2014/main" id="{77E54D0B-3BA7-5461-602D-55BC1AF731C6}"/>
              </a:ext>
            </a:extLst>
          </p:cNvPr>
          <p:cNvCxnSpPr>
            <a:cxnSpLocks/>
          </p:cNvCxnSpPr>
          <p:nvPr/>
        </p:nvCxnSpPr>
        <p:spPr>
          <a:xfrm>
            <a:off x="2004641" y="1988840"/>
            <a:ext cx="6898083" cy="1194519"/>
          </a:xfrm>
          <a:prstGeom prst="bentConnector3">
            <a:avLst/>
          </a:prstGeom>
          <a:ln>
            <a:tailEnd type="triangle"/>
          </a:ln>
        </p:spPr>
        <p:style>
          <a:lnRef idx="3">
            <a:schemeClr val="accent3"/>
          </a:lnRef>
          <a:fillRef idx="0">
            <a:schemeClr val="accent3"/>
          </a:fillRef>
          <a:effectRef idx="2">
            <a:schemeClr val="accent3"/>
          </a:effectRef>
          <a:fontRef idx="minor">
            <a:schemeClr val="tx1"/>
          </a:fontRef>
        </p:style>
      </p:cxnSp>
      <p:sp>
        <p:nvSpPr>
          <p:cNvPr id="9" name="Scroll: Vertical 8">
            <a:extLst>
              <a:ext uri="{FF2B5EF4-FFF2-40B4-BE49-F238E27FC236}">
                <a16:creationId xmlns:a16="http://schemas.microsoft.com/office/drawing/2014/main" id="{4A6223A4-0031-EF80-DD3F-46D9AE530DCE}"/>
              </a:ext>
            </a:extLst>
          </p:cNvPr>
          <p:cNvSpPr/>
          <p:nvPr/>
        </p:nvSpPr>
        <p:spPr>
          <a:xfrm>
            <a:off x="2998068" y="1024843"/>
            <a:ext cx="1152128" cy="1008112"/>
          </a:xfrm>
          <a:prstGeom prst="verticalScroll">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+10</a:t>
            </a:r>
          </a:p>
          <a:p>
            <a:pPr algn="ctr"/>
            <a:r>
              <a:rPr lang="en-IN" dirty="0"/>
              <a:t>9am</a:t>
            </a:r>
          </a:p>
        </p:txBody>
      </p:sp>
      <p:cxnSp>
        <p:nvCxnSpPr>
          <p:cNvPr id="10" name="Connector: Elbow 9">
            <a:extLst>
              <a:ext uri="{FF2B5EF4-FFF2-40B4-BE49-F238E27FC236}">
                <a16:creationId xmlns:a16="http://schemas.microsoft.com/office/drawing/2014/main" id="{38475531-AA97-2BC0-FE12-4C80F01B5C66}"/>
              </a:ext>
            </a:extLst>
          </p:cNvPr>
          <p:cNvCxnSpPr>
            <a:cxnSpLocks/>
          </p:cNvCxnSpPr>
          <p:nvPr/>
        </p:nvCxnSpPr>
        <p:spPr>
          <a:xfrm flipV="1">
            <a:off x="2422004" y="4293096"/>
            <a:ext cx="6480720" cy="411827"/>
          </a:xfrm>
          <a:prstGeom prst="bentConnector3">
            <a:avLst/>
          </a:prstGeom>
          <a:ln>
            <a:tailEnd type="triangle"/>
          </a:ln>
        </p:spPr>
        <p:style>
          <a:lnRef idx="3">
            <a:schemeClr val="accent3"/>
          </a:lnRef>
          <a:fillRef idx="0">
            <a:schemeClr val="accent3"/>
          </a:fillRef>
          <a:effectRef idx="2">
            <a:schemeClr val="accent3"/>
          </a:effectRef>
          <a:fontRef idx="minor">
            <a:schemeClr val="tx1"/>
          </a:fontRef>
        </p:style>
      </p:cxnSp>
      <p:sp>
        <p:nvSpPr>
          <p:cNvPr id="12" name="Scroll: Vertical 11">
            <a:extLst>
              <a:ext uri="{FF2B5EF4-FFF2-40B4-BE49-F238E27FC236}">
                <a16:creationId xmlns:a16="http://schemas.microsoft.com/office/drawing/2014/main" id="{1DF21CC4-7E9F-48F5-155F-0C0602468439}"/>
              </a:ext>
            </a:extLst>
          </p:cNvPr>
          <p:cNvSpPr/>
          <p:nvPr/>
        </p:nvSpPr>
        <p:spPr>
          <a:xfrm>
            <a:off x="2909881" y="3696811"/>
            <a:ext cx="1152128" cy="1008112"/>
          </a:xfrm>
          <a:prstGeom prst="verticalScroll">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-2</a:t>
            </a:r>
          </a:p>
          <a:p>
            <a:pPr algn="ctr"/>
            <a:r>
              <a:rPr lang="en-IN" sz="1400" dirty="0"/>
              <a:t>9.01am</a:t>
            </a:r>
          </a:p>
        </p:txBody>
      </p:sp>
      <p:sp>
        <p:nvSpPr>
          <p:cNvPr id="13" name="Scroll: Vertical 12">
            <a:extLst>
              <a:ext uri="{FF2B5EF4-FFF2-40B4-BE49-F238E27FC236}">
                <a16:creationId xmlns:a16="http://schemas.microsoft.com/office/drawing/2014/main" id="{F0A5E1C6-7D21-54E2-46EA-5B053A2107AC}"/>
              </a:ext>
            </a:extLst>
          </p:cNvPr>
          <p:cNvSpPr/>
          <p:nvPr/>
        </p:nvSpPr>
        <p:spPr>
          <a:xfrm>
            <a:off x="4347934" y="980728"/>
            <a:ext cx="1666873" cy="1008112"/>
          </a:xfrm>
          <a:prstGeom prst="verticalScroll">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Query</a:t>
            </a:r>
          </a:p>
          <a:p>
            <a:pPr algn="ctr"/>
            <a:r>
              <a:rPr lang="en-IN" dirty="0"/>
              <a:t>9.02am</a:t>
            </a:r>
          </a:p>
        </p:txBody>
      </p:sp>
      <p:sp>
        <p:nvSpPr>
          <p:cNvPr id="17" name="Flowchart: Magnetic Disk 16">
            <a:extLst>
              <a:ext uri="{FF2B5EF4-FFF2-40B4-BE49-F238E27FC236}">
                <a16:creationId xmlns:a16="http://schemas.microsoft.com/office/drawing/2014/main" id="{D956C3A4-73C0-0C77-4617-60AE75716B03}"/>
              </a:ext>
            </a:extLst>
          </p:cNvPr>
          <p:cNvSpPr/>
          <p:nvPr/>
        </p:nvSpPr>
        <p:spPr>
          <a:xfrm>
            <a:off x="8902724" y="2708920"/>
            <a:ext cx="1008112" cy="906487"/>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Magnetic Disk 17">
            <a:extLst>
              <a:ext uri="{FF2B5EF4-FFF2-40B4-BE49-F238E27FC236}">
                <a16:creationId xmlns:a16="http://schemas.microsoft.com/office/drawing/2014/main" id="{217F5572-3BDC-ADAB-D431-44718D25513A}"/>
              </a:ext>
            </a:extLst>
          </p:cNvPr>
          <p:cNvSpPr/>
          <p:nvPr/>
        </p:nvSpPr>
        <p:spPr>
          <a:xfrm>
            <a:off x="8902724" y="3861132"/>
            <a:ext cx="1008112" cy="906487"/>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30" name="Picture 6" descr="PNG Mickey Mouse Disney Round Logo | Citypng">
            <a:extLst>
              <a:ext uri="{FF2B5EF4-FFF2-40B4-BE49-F238E27FC236}">
                <a16:creationId xmlns:a16="http://schemas.microsoft.com/office/drawing/2014/main" id="{DFD67989-6B43-E54E-6D2B-8C354652D29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89769" y="2958935"/>
            <a:ext cx="567506" cy="56750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onald duck cartoon 22026266 Vector Art at Vecteezy">
            <a:extLst>
              <a:ext uri="{FF2B5EF4-FFF2-40B4-BE49-F238E27FC236}">
                <a16:creationId xmlns:a16="http://schemas.microsoft.com/office/drawing/2014/main" id="{9B29447E-076C-7D1A-B411-3F6C5396BD8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89769" y="4074589"/>
            <a:ext cx="521313" cy="52179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321815A8-990D-5AAC-BA62-7D85B11DAF85}"/>
              </a:ext>
            </a:extLst>
          </p:cNvPr>
          <p:cNvSpPr/>
          <p:nvPr/>
        </p:nvSpPr>
        <p:spPr>
          <a:xfrm>
            <a:off x="1795401" y="1581619"/>
            <a:ext cx="1314430" cy="81150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BAS</a:t>
            </a:r>
          </a:p>
          <a:p>
            <a:pPr algn="ctr"/>
            <a:r>
              <a:rPr lang="en-IN" sz="1400" u="sng" dirty="0" err="1">
                <a:effectLst>
                  <a:outerShdw blurRad="38100" dist="38100" dir="2700000" algn="tl">
                    <a:srgbClr val="000000">
                      <a:alpha val="43137"/>
                    </a:srgbClr>
                  </a:outerShdw>
                </a:effectLst>
              </a:rPr>
              <a:t>mycapapp</a:t>
            </a:r>
            <a:endParaRPr lang="en-IN" sz="1400" u="sng" dirty="0">
              <a:effectLst>
                <a:outerShdw blurRad="38100" dist="38100" dir="2700000" algn="tl">
                  <a:srgbClr val="000000">
                    <a:alpha val="43137"/>
                  </a:srgbClr>
                </a:outerShdw>
              </a:effectLst>
            </a:endParaRPr>
          </a:p>
        </p:txBody>
      </p:sp>
      <p:sp>
        <p:nvSpPr>
          <p:cNvPr id="20" name="Flowchart: Preparation 19">
            <a:extLst>
              <a:ext uri="{FF2B5EF4-FFF2-40B4-BE49-F238E27FC236}">
                <a16:creationId xmlns:a16="http://schemas.microsoft.com/office/drawing/2014/main" id="{3C4B70B8-6545-BBEF-0D92-43A4374BE5C0}"/>
              </a:ext>
            </a:extLst>
          </p:cNvPr>
          <p:cNvSpPr/>
          <p:nvPr/>
        </p:nvSpPr>
        <p:spPr>
          <a:xfrm>
            <a:off x="6014807" y="2743149"/>
            <a:ext cx="1375749" cy="783292"/>
          </a:xfrm>
          <a:prstGeom prst="flowChartPreparatio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100" dirty="0"/>
              <a:t>Mickey </a:t>
            </a:r>
            <a:r>
              <a:rPr lang="en-IN" sz="1100" dirty="0" err="1"/>
              <a:t>hdi</a:t>
            </a:r>
            <a:r>
              <a:rPr lang="en-IN" sz="1100" dirty="0"/>
              <a:t> service</a:t>
            </a:r>
          </a:p>
        </p:txBody>
      </p:sp>
      <p:sp>
        <p:nvSpPr>
          <p:cNvPr id="21" name="Flowchart: Preparation 20">
            <a:extLst>
              <a:ext uri="{FF2B5EF4-FFF2-40B4-BE49-F238E27FC236}">
                <a16:creationId xmlns:a16="http://schemas.microsoft.com/office/drawing/2014/main" id="{5F49234B-FADF-99A4-C59E-CFC9858942F3}"/>
              </a:ext>
            </a:extLst>
          </p:cNvPr>
          <p:cNvSpPr/>
          <p:nvPr/>
        </p:nvSpPr>
        <p:spPr>
          <a:xfrm>
            <a:off x="6001690" y="3901450"/>
            <a:ext cx="1375749" cy="783292"/>
          </a:xfrm>
          <a:prstGeom prst="flowChartPreparatio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100" dirty="0" err="1"/>
              <a:t>donald</a:t>
            </a:r>
            <a:r>
              <a:rPr lang="en-IN" sz="1100" dirty="0"/>
              <a:t> </a:t>
            </a:r>
            <a:r>
              <a:rPr lang="en-IN" sz="1100" dirty="0" err="1"/>
              <a:t>hdi</a:t>
            </a:r>
            <a:r>
              <a:rPr lang="en-IN" sz="1100" dirty="0"/>
              <a:t> service</a:t>
            </a:r>
          </a:p>
        </p:txBody>
      </p:sp>
    </p:spTree>
    <p:extLst>
      <p:ext uri="{BB962C8B-B14F-4D97-AF65-F5344CB8AC3E}">
        <p14:creationId xmlns:p14="http://schemas.microsoft.com/office/powerpoint/2010/main" val="296500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235868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Deployer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p:spTree>
    <p:extLst>
      <p:ext uri="{BB962C8B-B14F-4D97-AF65-F5344CB8AC3E}">
        <p14:creationId xmlns:p14="http://schemas.microsoft.com/office/powerpoint/2010/main" val="1295559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848172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AF90-E623-BB88-6CCD-1830BB1A34D7}"/>
              </a:ext>
            </a:extLst>
          </p:cNvPr>
          <p:cNvSpPr>
            <a:spLocks noGrp="1"/>
          </p:cNvSpPr>
          <p:nvPr>
            <p:ph type="title"/>
          </p:nvPr>
        </p:nvSpPr>
        <p:spPr/>
        <p:txBody>
          <a:bodyPr/>
          <a:lstStyle/>
          <a:p>
            <a:r>
              <a:rPr lang="en-IN" dirty="0"/>
              <a:t>Design time</a:t>
            </a:r>
          </a:p>
        </p:txBody>
      </p:sp>
      <p:grpSp>
        <p:nvGrpSpPr>
          <p:cNvPr id="198" name="Group 197">
            <a:extLst>
              <a:ext uri="{FF2B5EF4-FFF2-40B4-BE49-F238E27FC236}">
                <a16:creationId xmlns:a16="http://schemas.microsoft.com/office/drawing/2014/main" id="{866ED831-6E85-1730-EDF3-419A9199ED4F}"/>
              </a:ext>
            </a:extLst>
          </p:cNvPr>
          <p:cNvGrpSpPr/>
          <p:nvPr/>
        </p:nvGrpSpPr>
        <p:grpSpPr>
          <a:xfrm>
            <a:off x="546278" y="657863"/>
            <a:ext cx="11403720" cy="5229720"/>
            <a:chOff x="546278" y="657863"/>
            <a:chExt cx="11403720" cy="522972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A66F6BD-21F4-B976-7F58-28C0B5ACD2CB}"/>
                    </a:ext>
                  </a:extLst>
                </p14:cNvPr>
                <p14:cNvContentPartPr/>
                <p14:nvPr/>
              </p14:nvContentPartPr>
              <p14:xfrm>
                <a:off x="891158" y="1187063"/>
                <a:ext cx="547920" cy="438480"/>
              </p14:xfrm>
            </p:contentPart>
          </mc:Choice>
          <mc:Fallback xmlns="">
            <p:pic>
              <p:nvPicPr>
                <p:cNvPr id="3" name="Ink 2">
                  <a:extLst>
                    <a:ext uri="{FF2B5EF4-FFF2-40B4-BE49-F238E27FC236}">
                      <a16:creationId xmlns:a16="http://schemas.microsoft.com/office/drawing/2014/main" id="{EA66F6BD-21F4-B976-7F58-28C0B5ACD2CB}"/>
                    </a:ext>
                  </a:extLst>
                </p:cNvPr>
                <p:cNvPicPr/>
                <p:nvPr/>
              </p:nvPicPr>
              <p:blipFill>
                <a:blip r:embed="rId3"/>
                <a:stretch>
                  <a:fillRect/>
                </a:stretch>
              </p:blipFill>
              <p:spPr>
                <a:xfrm>
                  <a:off x="882518" y="1178423"/>
                  <a:ext cx="56556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A771F58-2CF9-418B-DAF1-B954F2E26881}"/>
                    </a:ext>
                  </a:extLst>
                </p14:cNvPr>
                <p14:cNvContentPartPr/>
                <p14:nvPr/>
              </p14:nvContentPartPr>
              <p14:xfrm>
                <a:off x="1029758" y="1455983"/>
                <a:ext cx="192240" cy="89280"/>
              </p14:xfrm>
            </p:contentPart>
          </mc:Choice>
          <mc:Fallback xmlns="">
            <p:pic>
              <p:nvPicPr>
                <p:cNvPr id="4" name="Ink 3">
                  <a:extLst>
                    <a:ext uri="{FF2B5EF4-FFF2-40B4-BE49-F238E27FC236}">
                      <a16:creationId xmlns:a16="http://schemas.microsoft.com/office/drawing/2014/main" id="{2A771F58-2CF9-418B-DAF1-B954F2E26881}"/>
                    </a:ext>
                  </a:extLst>
                </p:cNvPr>
                <p:cNvPicPr/>
                <p:nvPr/>
              </p:nvPicPr>
              <p:blipFill>
                <a:blip r:embed="rId5"/>
                <a:stretch>
                  <a:fillRect/>
                </a:stretch>
              </p:blipFill>
              <p:spPr>
                <a:xfrm>
                  <a:off x="1021118" y="1447343"/>
                  <a:ext cx="2098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3BEC5DC7-D1C7-22FA-7ECA-94B40A10B25A}"/>
                    </a:ext>
                  </a:extLst>
                </p14:cNvPr>
                <p14:cNvContentPartPr/>
                <p14:nvPr/>
              </p14:nvContentPartPr>
              <p14:xfrm>
                <a:off x="1078718" y="1402703"/>
                <a:ext cx="11160" cy="360"/>
              </p14:xfrm>
            </p:contentPart>
          </mc:Choice>
          <mc:Fallback xmlns="">
            <p:pic>
              <p:nvPicPr>
                <p:cNvPr id="5" name="Ink 4">
                  <a:extLst>
                    <a:ext uri="{FF2B5EF4-FFF2-40B4-BE49-F238E27FC236}">
                      <a16:creationId xmlns:a16="http://schemas.microsoft.com/office/drawing/2014/main" id="{3BEC5DC7-D1C7-22FA-7ECA-94B40A10B25A}"/>
                    </a:ext>
                  </a:extLst>
                </p:cNvPr>
                <p:cNvPicPr/>
                <p:nvPr/>
              </p:nvPicPr>
              <p:blipFill>
                <a:blip r:embed="rId7"/>
                <a:stretch>
                  <a:fillRect/>
                </a:stretch>
              </p:blipFill>
              <p:spPr>
                <a:xfrm>
                  <a:off x="1069718" y="1394063"/>
                  <a:ext cx="28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53D2F90-2D65-D283-38B1-B34B15781CFD}"/>
                    </a:ext>
                  </a:extLst>
                </p14:cNvPr>
                <p14:cNvContentPartPr/>
                <p14:nvPr/>
              </p14:nvContentPartPr>
              <p14:xfrm>
                <a:off x="1208678" y="1377503"/>
                <a:ext cx="1440" cy="2880"/>
              </p14:xfrm>
            </p:contentPart>
          </mc:Choice>
          <mc:Fallback xmlns="">
            <p:pic>
              <p:nvPicPr>
                <p:cNvPr id="6" name="Ink 5">
                  <a:extLst>
                    <a:ext uri="{FF2B5EF4-FFF2-40B4-BE49-F238E27FC236}">
                      <a16:creationId xmlns:a16="http://schemas.microsoft.com/office/drawing/2014/main" id="{453D2F90-2D65-D283-38B1-B34B15781CFD}"/>
                    </a:ext>
                  </a:extLst>
                </p:cNvPr>
                <p:cNvPicPr/>
                <p:nvPr/>
              </p:nvPicPr>
              <p:blipFill>
                <a:blip r:embed="rId9"/>
                <a:stretch>
                  <a:fillRect/>
                </a:stretch>
              </p:blipFill>
              <p:spPr>
                <a:xfrm>
                  <a:off x="1200038" y="1368863"/>
                  <a:ext cx="190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8A56B81-41CD-4507-792F-C4FF6D21062A}"/>
                    </a:ext>
                  </a:extLst>
                </p14:cNvPr>
                <p14:cNvContentPartPr/>
                <p14:nvPr/>
              </p14:nvContentPartPr>
              <p14:xfrm>
                <a:off x="935078" y="1628063"/>
                <a:ext cx="439200" cy="282960"/>
              </p14:xfrm>
            </p:contentPart>
          </mc:Choice>
          <mc:Fallback xmlns="">
            <p:pic>
              <p:nvPicPr>
                <p:cNvPr id="7" name="Ink 6">
                  <a:extLst>
                    <a:ext uri="{FF2B5EF4-FFF2-40B4-BE49-F238E27FC236}">
                      <a16:creationId xmlns:a16="http://schemas.microsoft.com/office/drawing/2014/main" id="{88A56B81-41CD-4507-792F-C4FF6D21062A}"/>
                    </a:ext>
                  </a:extLst>
                </p:cNvPr>
                <p:cNvPicPr/>
                <p:nvPr/>
              </p:nvPicPr>
              <p:blipFill>
                <a:blip r:embed="rId11"/>
                <a:stretch>
                  <a:fillRect/>
                </a:stretch>
              </p:blipFill>
              <p:spPr>
                <a:xfrm>
                  <a:off x="926438" y="1619423"/>
                  <a:ext cx="45684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EDA03393-DF0E-8F5A-5ACB-BCE533F67AC8}"/>
                    </a:ext>
                  </a:extLst>
                </p14:cNvPr>
                <p14:cNvContentPartPr/>
                <p14:nvPr/>
              </p14:nvContentPartPr>
              <p14:xfrm>
                <a:off x="556718" y="982583"/>
                <a:ext cx="13680" cy="266400"/>
              </p14:xfrm>
            </p:contentPart>
          </mc:Choice>
          <mc:Fallback xmlns="">
            <p:pic>
              <p:nvPicPr>
                <p:cNvPr id="9" name="Ink 8">
                  <a:extLst>
                    <a:ext uri="{FF2B5EF4-FFF2-40B4-BE49-F238E27FC236}">
                      <a16:creationId xmlns:a16="http://schemas.microsoft.com/office/drawing/2014/main" id="{EDA03393-DF0E-8F5A-5ACB-BCE533F67AC8}"/>
                    </a:ext>
                  </a:extLst>
                </p:cNvPr>
                <p:cNvPicPr/>
                <p:nvPr/>
              </p:nvPicPr>
              <p:blipFill>
                <a:blip r:embed="rId13"/>
                <a:stretch>
                  <a:fillRect/>
                </a:stretch>
              </p:blipFill>
              <p:spPr>
                <a:xfrm>
                  <a:off x="548078" y="973943"/>
                  <a:ext cx="313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3E0F0F58-BBE3-30F6-673E-3D1DDB5D2E41}"/>
                    </a:ext>
                  </a:extLst>
                </p14:cNvPr>
                <p14:cNvContentPartPr/>
                <p14:nvPr/>
              </p14:nvContentPartPr>
              <p14:xfrm>
                <a:off x="568598" y="934703"/>
                <a:ext cx="127440" cy="216000"/>
              </p14:xfrm>
            </p:contentPart>
          </mc:Choice>
          <mc:Fallback xmlns="">
            <p:pic>
              <p:nvPicPr>
                <p:cNvPr id="10" name="Ink 9">
                  <a:extLst>
                    <a:ext uri="{FF2B5EF4-FFF2-40B4-BE49-F238E27FC236}">
                      <a16:creationId xmlns:a16="http://schemas.microsoft.com/office/drawing/2014/main" id="{3E0F0F58-BBE3-30F6-673E-3D1DDB5D2E41}"/>
                    </a:ext>
                  </a:extLst>
                </p:cNvPr>
                <p:cNvPicPr/>
                <p:nvPr/>
              </p:nvPicPr>
              <p:blipFill>
                <a:blip r:embed="rId15"/>
                <a:stretch>
                  <a:fillRect/>
                </a:stretch>
              </p:blipFill>
              <p:spPr>
                <a:xfrm>
                  <a:off x="559958" y="926063"/>
                  <a:ext cx="1450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D2E8251-547B-70CC-6DDA-C86DD1F102A9}"/>
                    </a:ext>
                  </a:extLst>
                </p14:cNvPr>
                <p14:cNvContentPartPr/>
                <p14:nvPr/>
              </p14:nvContentPartPr>
              <p14:xfrm>
                <a:off x="546278" y="1058903"/>
                <a:ext cx="84960" cy="62280"/>
              </p14:xfrm>
            </p:contentPart>
          </mc:Choice>
          <mc:Fallback xmlns="">
            <p:pic>
              <p:nvPicPr>
                <p:cNvPr id="11" name="Ink 10">
                  <a:extLst>
                    <a:ext uri="{FF2B5EF4-FFF2-40B4-BE49-F238E27FC236}">
                      <a16:creationId xmlns:a16="http://schemas.microsoft.com/office/drawing/2014/main" id="{3D2E8251-547B-70CC-6DDA-C86DD1F102A9}"/>
                    </a:ext>
                  </a:extLst>
                </p:cNvPr>
                <p:cNvPicPr/>
                <p:nvPr/>
              </p:nvPicPr>
              <p:blipFill>
                <a:blip r:embed="rId17"/>
                <a:stretch>
                  <a:fillRect/>
                </a:stretch>
              </p:blipFill>
              <p:spPr>
                <a:xfrm>
                  <a:off x="537278" y="1050263"/>
                  <a:ext cx="1026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950BE38D-C3CE-BE84-6C85-A752AF909346}"/>
                    </a:ext>
                  </a:extLst>
                </p14:cNvPr>
                <p14:cNvContentPartPr/>
                <p14:nvPr/>
              </p14:nvContentPartPr>
              <p14:xfrm>
                <a:off x="722318" y="1019303"/>
                <a:ext cx="141120" cy="124920"/>
              </p14:xfrm>
            </p:contentPart>
          </mc:Choice>
          <mc:Fallback xmlns="">
            <p:pic>
              <p:nvPicPr>
                <p:cNvPr id="12" name="Ink 11">
                  <a:extLst>
                    <a:ext uri="{FF2B5EF4-FFF2-40B4-BE49-F238E27FC236}">
                      <a16:creationId xmlns:a16="http://schemas.microsoft.com/office/drawing/2014/main" id="{950BE38D-C3CE-BE84-6C85-A752AF909346}"/>
                    </a:ext>
                  </a:extLst>
                </p:cNvPr>
                <p:cNvPicPr/>
                <p:nvPr/>
              </p:nvPicPr>
              <p:blipFill>
                <a:blip r:embed="rId19"/>
                <a:stretch>
                  <a:fillRect/>
                </a:stretch>
              </p:blipFill>
              <p:spPr>
                <a:xfrm>
                  <a:off x="713678" y="1010303"/>
                  <a:ext cx="1587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0D1E8D7A-D12D-F67F-926D-C986EA5D8D46}"/>
                    </a:ext>
                  </a:extLst>
                </p14:cNvPr>
                <p14:cNvContentPartPr/>
                <p14:nvPr/>
              </p14:nvContentPartPr>
              <p14:xfrm>
                <a:off x="908078" y="957023"/>
                <a:ext cx="112320" cy="176400"/>
              </p14:xfrm>
            </p:contentPart>
          </mc:Choice>
          <mc:Fallback xmlns="">
            <p:pic>
              <p:nvPicPr>
                <p:cNvPr id="13" name="Ink 12">
                  <a:extLst>
                    <a:ext uri="{FF2B5EF4-FFF2-40B4-BE49-F238E27FC236}">
                      <a16:creationId xmlns:a16="http://schemas.microsoft.com/office/drawing/2014/main" id="{0D1E8D7A-D12D-F67F-926D-C986EA5D8D46}"/>
                    </a:ext>
                  </a:extLst>
                </p:cNvPr>
                <p:cNvPicPr/>
                <p:nvPr/>
              </p:nvPicPr>
              <p:blipFill>
                <a:blip r:embed="rId21"/>
                <a:stretch>
                  <a:fillRect/>
                </a:stretch>
              </p:blipFill>
              <p:spPr>
                <a:xfrm>
                  <a:off x="899078" y="948383"/>
                  <a:ext cx="12996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37CE390D-69F5-083B-22C7-28C28AEC2267}"/>
                    </a:ext>
                  </a:extLst>
                </p14:cNvPr>
                <p14:cNvContentPartPr/>
                <p14:nvPr/>
              </p14:nvContentPartPr>
              <p14:xfrm>
                <a:off x="1052078" y="928583"/>
                <a:ext cx="123840" cy="174960"/>
              </p14:xfrm>
            </p:contentPart>
          </mc:Choice>
          <mc:Fallback xmlns="">
            <p:pic>
              <p:nvPicPr>
                <p:cNvPr id="14" name="Ink 13">
                  <a:extLst>
                    <a:ext uri="{FF2B5EF4-FFF2-40B4-BE49-F238E27FC236}">
                      <a16:creationId xmlns:a16="http://schemas.microsoft.com/office/drawing/2014/main" id="{37CE390D-69F5-083B-22C7-28C28AEC2267}"/>
                    </a:ext>
                  </a:extLst>
                </p:cNvPr>
                <p:cNvPicPr/>
                <p:nvPr/>
              </p:nvPicPr>
              <p:blipFill>
                <a:blip r:embed="rId23"/>
                <a:stretch>
                  <a:fillRect/>
                </a:stretch>
              </p:blipFill>
              <p:spPr>
                <a:xfrm>
                  <a:off x="1043438" y="919943"/>
                  <a:ext cx="14148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00963242-684B-EB26-0CEF-7E302D2BDB29}"/>
                    </a:ext>
                  </a:extLst>
                </p14:cNvPr>
                <p14:cNvContentPartPr/>
                <p14:nvPr/>
              </p14:nvContentPartPr>
              <p14:xfrm>
                <a:off x="1179878" y="920663"/>
                <a:ext cx="141840" cy="149040"/>
              </p14:xfrm>
            </p:contentPart>
          </mc:Choice>
          <mc:Fallback xmlns="">
            <p:pic>
              <p:nvPicPr>
                <p:cNvPr id="15" name="Ink 14">
                  <a:extLst>
                    <a:ext uri="{FF2B5EF4-FFF2-40B4-BE49-F238E27FC236}">
                      <a16:creationId xmlns:a16="http://schemas.microsoft.com/office/drawing/2014/main" id="{00963242-684B-EB26-0CEF-7E302D2BDB29}"/>
                    </a:ext>
                  </a:extLst>
                </p:cNvPr>
                <p:cNvPicPr/>
                <p:nvPr/>
              </p:nvPicPr>
              <p:blipFill>
                <a:blip r:embed="rId25"/>
                <a:stretch>
                  <a:fillRect/>
                </a:stretch>
              </p:blipFill>
              <p:spPr>
                <a:xfrm>
                  <a:off x="1170878" y="912023"/>
                  <a:ext cx="1594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A6B245F0-485F-2BF6-27D9-E9495A30631E}"/>
                    </a:ext>
                  </a:extLst>
                </p14:cNvPr>
                <p14:cNvContentPartPr/>
                <p14:nvPr/>
              </p14:nvContentPartPr>
              <p14:xfrm>
                <a:off x="1340078" y="945143"/>
                <a:ext cx="133200" cy="97920"/>
              </p14:xfrm>
            </p:contentPart>
          </mc:Choice>
          <mc:Fallback xmlns="">
            <p:pic>
              <p:nvPicPr>
                <p:cNvPr id="16" name="Ink 15">
                  <a:extLst>
                    <a:ext uri="{FF2B5EF4-FFF2-40B4-BE49-F238E27FC236}">
                      <a16:creationId xmlns:a16="http://schemas.microsoft.com/office/drawing/2014/main" id="{A6B245F0-485F-2BF6-27D9-E9495A30631E}"/>
                    </a:ext>
                  </a:extLst>
                </p:cNvPr>
                <p:cNvPicPr/>
                <p:nvPr/>
              </p:nvPicPr>
              <p:blipFill>
                <a:blip r:embed="rId27"/>
                <a:stretch>
                  <a:fillRect/>
                </a:stretch>
              </p:blipFill>
              <p:spPr>
                <a:xfrm>
                  <a:off x="1331438" y="936143"/>
                  <a:ext cx="15084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0F148392-DF66-4F2C-FC0A-279F72216C2E}"/>
                    </a:ext>
                  </a:extLst>
                </p14:cNvPr>
                <p14:cNvContentPartPr/>
                <p14:nvPr/>
              </p14:nvContentPartPr>
              <p14:xfrm>
                <a:off x="1503518" y="907703"/>
                <a:ext cx="133200" cy="123840"/>
              </p14:xfrm>
            </p:contentPart>
          </mc:Choice>
          <mc:Fallback xmlns="">
            <p:pic>
              <p:nvPicPr>
                <p:cNvPr id="17" name="Ink 16">
                  <a:extLst>
                    <a:ext uri="{FF2B5EF4-FFF2-40B4-BE49-F238E27FC236}">
                      <a16:creationId xmlns:a16="http://schemas.microsoft.com/office/drawing/2014/main" id="{0F148392-DF66-4F2C-FC0A-279F72216C2E}"/>
                    </a:ext>
                  </a:extLst>
                </p:cNvPr>
                <p:cNvPicPr/>
                <p:nvPr/>
              </p:nvPicPr>
              <p:blipFill>
                <a:blip r:embed="rId29"/>
                <a:stretch>
                  <a:fillRect/>
                </a:stretch>
              </p:blipFill>
              <p:spPr>
                <a:xfrm>
                  <a:off x="1494878" y="899063"/>
                  <a:ext cx="1508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3" name="Ink 42">
                  <a:extLst>
                    <a:ext uri="{FF2B5EF4-FFF2-40B4-BE49-F238E27FC236}">
                      <a16:creationId xmlns:a16="http://schemas.microsoft.com/office/drawing/2014/main" id="{47466F42-91B5-5808-90BC-C13E662EC9C8}"/>
                    </a:ext>
                  </a:extLst>
                </p14:cNvPr>
                <p14:cNvContentPartPr/>
                <p14:nvPr/>
              </p14:nvContentPartPr>
              <p14:xfrm>
                <a:off x="7946798" y="2040983"/>
                <a:ext cx="2014560" cy="3815280"/>
              </p14:xfrm>
            </p:contentPart>
          </mc:Choice>
          <mc:Fallback xmlns="">
            <p:pic>
              <p:nvPicPr>
                <p:cNvPr id="43" name="Ink 42">
                  <a:extLst>
                    <a:ext uri="{FF2B5EF4-FFF2-40B4-BE49-F238E27FC236}">
                      <a16:creationId xmlns:a16="http://schemas.microsoft.com/office/drawing/2014/main" id="{47466F42-91B5-5808-90BC-C13E662EC9C8}"/>
                    </a:ext>
                  </a:extLst>
                </p:cNvPr>
                <p:cNvPicPr/>
                <p:nvPr/>
              </p:nvPicPr>
              <p:blipFill>
                <a:blip r:embed="rId31"/>
                <a:stretch>
                  <a:fillRect/>
                </a:stretch>
              </p:blipFill>
              <p:spPr>
                <a:xfrm>
                  <a:off x="7938158" y="2032343"/>
                  <a:ext cx="2032200" cy="3832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4" name="Ink 43">
                  <a:extLst>
                    <a:ext uri="{FF2B5EF4-FFF2-40B4-BE49-F238E27FC236}">
                      <a16:creationId xmlns:a16="http://schemas.microsoft.com/office/drawing/2014/main" id="{F452D1FB-E8E0-2C08-0456-080053F1377D}"/>
                    </a:ext>
                  </a:extLst>
                </p14:cNvPr>
                <p14:cNvContentPartPr/>
                <p14:nvPr/>
              </p14:nvContentPartPr>
              <p14:xfrm>
                <a:off x="8229398" y="1321343"/>
                <a:ext cx="3313440" cy="764640"/>
              </p14:xfrm>
            </p:contentPart>
          </mc:Choice>
          <mc:Fallback xmlns="">
            <p:pic>
              <p:nvPicPr>
                <p:cNvPr id="44" name="Ink 43">
                  <a:extLst>
                    <a:ext uri="{FF2B5EF4-FFF2-40B4-BE49-F238E27FC236}">
                      <a16:creationId xmlns:a16="http://schemas.microsoft.com/office/drawing/2014/main" id="{F452D1FB-E8E0-2C08-0456-080053F1377D}"/>
                    </a:ext>
                  </a:extLst>
                </p:cNvPr>
                <p:cNvPicPr/>
                <p:nvPr/>
              </p:nvPicPr>
              <p:blipFill>
                <a:blip r:embed="rId33"/>
                <a:stretch>
                  <a:fillRect/>
                </a:stretch>
              </p:blipFill>
              <p:spPr>
                <a:xfrm>
                  <a:off x="8220758" y="1312343"/>
                  <a:ext cx="3331080" cy="782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5" name="Ink 44">
                  <a:extLst>
                    <a:ext uri="{FF2B5EF4-FFF2-40B4-BE49-F238E27FC236}">
                      <a16:creationId xmlns:a16="http://schemas.microsoft.com/office/drawing/2014/main" id="{44F9D63D-7FB0-7CEA-F32E-729B98073F7F}"/>
                    </a:ext>
                  </a:extLst>
                </p14:cNvPr>
                <p14:cNvContentPartPr/>
                <p14:nvPr/>
              </p14:nvContentPartPr>
              <p14:xfrm>
                <a:off x="9989438" y="5559983"/>
                <a:ext cx="1844280" cy="327600"/>
              </p14:xfrm>
            </p:contentPart>
          </mc:Choice>
          <mc:Fallback xmlns="">
            <p:pic>
              <p:nvPicPr>
                <p:cNvPr id="45" name="Ink 44">
                  <a:extLst>
                    <a:ext uri="{FF2B5EF4-FFF2-40B4-BE49-F238E27FC236}">
                      <a16:creationId xmlns:a16="http://schemas.microsoft.com/office/drawing/2014/main" id="{44F9D63D-7FB0-7CEA-F32E-729B98073F7F}"/>
                    </a:ext>
                  </a:extLst>
                </p:cNvPr>
                <p:cNvPicPr/>
                <p:nvPr/>
              </p:nvPicPr>
              <p:blipFill>
                <a:blip r:embed="rId35"/>
                <a:stretch>
                  <a:fillRect/>
                </a:stretch>
              </p:blipFill>
              <p:spPr>
                <a:xfrm>
                  <a:off x="9980438" y="5551343"/>
                  <a:ext cx="186192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6" name="Ink 45">
                  <a:extLst>
                    <a:ext uri="{FF2B5EF4-FFF2-40B4-BE49-F238E27FC236}">
                      <a16:creationId xmlns:a16="http://schemas.microsoft.com/office/drawing/2014/main" id="{C104B0B6-0502-E142-3569-E64784FC1A3F}"/>
                    </a:ext>
                  </a:extLst>
                </p14:cNvPr>
                <p14:cNvContentPartPr/>
                <p14:nvPr/>
              </p14:nvContentPartPr>
              <p14:xfrm>
                <a:off x="9651038" y="1072223"/>
                <a:ext cx="6480" cy="224640"/>
              </p14:xfrm>
            </p:contentPart>
          </mc:Choice>
          <mc:Fallback xmlns="">
            <p:pic>
              <p:nvPicPr>
                <p:cNvPr id="46" name="Ink 45">
                  <a:extLst>
                    <a:ext uri="{FF2B5EF4-FFF2-40B4-BE49-F238E27FC236}">
                      <a16:creationId xmlns:a16="http://schemas.microsoft.com/office/drawing/2014/main" id="{C104B0B6-0502-E142-3569-E64784FC1A3F}"/>
                    </a:ext>
                  </a:extLst>
                </p:cNvPr>
                <p:cNvPicPr/>
                <p:nvPr/>
              </p:nvPicPr>
              <p:blipFill>
                <a:blip r:embed="rId37"/>
                <a:stretch>
                  <a:fillRect/>
                </a:stretch>
              </p:blipFill>
              <p:spPr>
                <a:xfrm>
                  <a:off x="9642038" y="1063583"/>
                  <a:ext cx="2412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7" name="Ink 46">
                  <a:extLst>
                    <a:ext uri="{FF2B5EF4-FFF2-40B4-BE49-F238E27FC236}">
                      <a16:creationId xmlns:a16="http://schemas.microsoft.com/office/drawing/2014/main" id="{8E8850F3-38BB-F37D-0B4C-C8795B64491E}"/>
                    </a:ext>
                  </a:extLst>
                </p14:cNvPr>
                <p14:cNvContentPartPr/>
                <p14:nvPr/>
              </p14:nvContentPartPr>
              <p14:xfrm>
                <a:off x="9638438" y="1110023"/>
                <a:ext cx="228240" cy="224640"/>
              </p14:xfrm>
            </p:contentPart>
          </mc:Choice>
          <mc:Fallback xmlns="">
            <p:pic>
              <p:nvPicPr>
                <p:cNvPr id="47" name="Ink 46">
                  <a:extLst>
                    <a:ext uri="{FF2B5EF4-FFF2-40B4-BE49-F238E27FC236}">
                      <a16:creationId xmlns:a16="http://schemas.microsoft.com/office/drawing/2014/main" id="{8E8850F3-38BB-F37D-0B4C-C8795B64491E}"/>
                    </a:ext>
                  </a:extLst>
                </p:cNvPr>
                <p:cNvPicPr/>
                <p:nvPr/>
              </p:nvPicPr>
              <p:blipFill>
                <a:blip r:embed="rId39"/>
                <a:stretch>
                  <a:fillRect/>
                </a:stretch>
              </p:blipFill>
              <p:spPr>
                <a:xfrm>
                  <a:off x="9629798" y="1101023"/>
                  <a:ext cx="2458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8" name="Ink 47">
                  <a:extLst>
                    <a:ext uri="{FF2B5EF4-FFF2-40B4-BE49-F238E27FC236}">
                      <a16:creationId xmlns:a16="http://schemas.microsoft.com/office/drawing/2014/main" id="{54E28AF5-2F47-A714-E39D-7CB49246E780}"/>
                    </a:ext>
                  </a:extLst>
                </p14:cNvPr>
                <p14:cNvContentPartPr/>
                <p14:nvPr/>
              </p14:nvContentPartPr>
              <p14:xfrm>
                <a:off x="9919958" y="1046663"/>
                <a:ext cx="111240" cy="260640"/>
              </p14:xfrm>
            </p:contentPart>
          </mc:Choice>
          <mc:Fallback xmlns="">
            <p:pic>
              <p:nvPicPr>
                <p:cNvPr id="48" name="Ink 47">
                  <a:extLst>
                    <a:ext uri="{FF2B5EF4-FFF2-40B4-BE49-F238E27FC236}">
                      <a16:creationId xmlns:a16="http://schemas.microsoft.com/office/drawing/2014/main" id="{54E28AF5-2F47-A714-E39D-7CB49246E780}"/>
                    </a:ext>
                  </a:extLst>
                </p:cNvPr>
                <p:cNvPicPr/>
                <p:nvPr/>
              </p:nvPicPr>
              <p:blipFill>
                <a:blip r:embed="rId41"/>
                <a:stretch>
                  <a:fillRect/>
                </a:stretch>
              </p:blipFill>
              <p:spPr>
                <a:xfrm>
                  <a:off x="9910958" y="1037663"/>
                  <a:ext cx="12888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9" name="Ink 48">
                  <a:extLst>
                    <a:ext uri="{FF2B5EF4-FFF2-40B4-BE49-F238E27FC236}">
                      <a16:creationId xmlns:a16="http://schemas.microsoft.com/office/drawing/2014/main" id="{3FE476DC-2C22-7696-068A-CA5867D24FCC}"/>
                    </a:ext>
                  </a:extLst>
                </p14:cNvPr>
                <p14:cNvContentPartPr/>
                <p14:nvPr/>
              </p14:nvContentPartPr>
              <p14:xfrm>
                <a:off x="9933998" y="1184543"/>
                <a:ext cx="103680" cy="18360"/>
              </p14:xfrm>
            </p:contentPart>
          </mc:Choice>
          <mc:Fallback xmlns="">
            <p:pic>
              <p:nvPicPr>
                <p:cNvPr id="49" name="Ink 48">
                  <a:extLst>
                    <a:ext uri="{FF2B5EF4-FFF2-40B4-BE49-F238E27FC236}">
                      <a16:creationId xmlns:a16="http://schemas.microsoft.com/office/drawing/2014/main" id="{3FE476DC-2C22-7696-068A-CA5867D24FCC}"/>
                    </a:ext>
                  </a:extLst>
                </p:cNvPr>
                <p:cNvPicPr/>
                <p:nvPr/>
              </p:nvPicPr>
              <p:blipFill>
                <a:blip r:embed="rId43"/>
                <a:stretch>
                  <a:fillRect/>
                </a:stretch>
              </p:blipFill>
              <p:spPr>
                <a:xfrm>
                  <a:off x="9924998" y="1175903"/>
                  <a:ext cx="1213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B762FDAF-F6D9-8938-EA1A-B109E2E0F118}"/>
                    </a:ext>
                  </a:extLst>
                </p14:cNvPr>
                <p14:cNvContentPartPr/>
                <p14:nvPr/>
              </p14:nvContentPartPr>
              <p14:xfrm>
                <a:off x="10131998" y="1066463"/>
                <a:ext cx="39600" cy="168120"/>
              </p14:xfrm>
            </p:contentPart>
          </mc:Choice>
          <mc:Fallback xmlns="">
            <p:pic>
              <p:nvPicPr>
                <p:cNvPr id="50" name="Ink 49">
                  <a:extLst>
                    <a:ext uri="{FF2B5EF4-FFF2-40B4-BE49-F238E27FC236}">
                      <a16:creationId xmlns:a16="http://schemas.microsoft.com/office/drawing/2014/main" id="{B762FDAF-F6D9-8938-EA1A-B109E2E0F118}"/>
                    </a:ext>
                  </a:extLst>
                </p:cNvPr>
                <p:cNvPicPr/>
                <p:nvPr/>
              </p:nvPicPr>
              <p:blipFill>
                <a:blip r:embed="rId45"/>
                <a:stretch>
                  <a:fillRect/>
                </a:stretch>
              </p:blipFill>
              <p:spPr>
                <a:xfrm>
                  <a:off x="10123358" y="1057823"/>
                  <a:ext cx="572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Ink 50">
                  <a:extLst>
                    <a:ext uri="{FF2B5EF4-FFF2-40B4-BE49-F238E27FC236}">
                      <a16:creationId xmlns:a16="http://schemas.microsoft.com/office/drawing/2014/main" id="{41599970-8246-18B7-46A4-E8532CDDD65A}"/>
                    </a:ext>
                  </a:extLst>
                </p14:cNvPr>
                <p14:cNvContentPartPr/>
                <p14:nvPr/>
              </p14:nvContentPartPr>
              <p14:xfrm>
                <a:off x="10146038" y="1068623"/>
                <a:ext cx="154800" cy="196560"/>
              </p14:xfrm>
            </p:contentPart>
          </mc:Choice>
          <mc:Fallback xmlns="">
            <p:pic>
              <p:nvPicPr>
                <p:cNvPr id="51" name="Ink 50">
                  <a:extLst>
                    <a:ext uri="{FF2B5EF4-FFF2-40B4-BE49-F238E27FC236}">
                      <a16:creationId xmlns:a16="http://schemas.microsoft.com/office/drawing/2014/main" id="{41599970-8246-18B7-46A4-E8532CDDD65A}"/>
                    </a:ext>
                  </a:extLst>
                </p:cNvPr>
                <p:cNvPicPr/>
                <p:nvPr/>
              </p:nvPicPr>
              <p:blipFill>
                <a:blip r:embed="rId47"/>
                <a:stretch>
                  <a:fillRect/>
                </a:stretch>
              </p:blipFill>
              <p:spPr>
                <a:xfrm>
                  <a:off x="10137038" y="1059983"/>
                  <a:ext cx="1724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2" name="Ink 51">
                  <a:extLst>
                    <a:ext uri="{FF2B5EF4-FFF2-40B4-BE49-F238E27FC236}">
                      <a16:creationId xmlns:a16="http://schemas.microsoft.com/office/drawing/2014/main" id="{668F0280-B4CC-FE4B-5A38-E40D01618EA2}"/>
                    </a:ext>
                  </a:extLst>
                </p14:cNvPr>
                <p14:cNvContentPartPr/>
                <p14:nvPr/>
              </p14:nvContentPartPr>
              <p14:xfrm>
                <a:off x="10296518" y="1025423"/>
                <a:ext cx="18720" cy="216360"/>
              </p14:xfrm>
            </p:contentPart>
          </mc:Choice>
          <mc:Fallback xmlns="">
            <p:pic>
              <p:nvPicPr>
                <p:cNvPr id="52" name="Ink 51">
                  <a:extLst>
                    <a:ext uri="{FF2B5EF4-FFF2-40B4-BE49-F238E27FC236}">
                      <a16:creationId xmlns:a16="http://schemas.microsoft.com/office/drawing/2014/main" id="{668F0280-B4CC-FE4B-5A38-E40D01618EA2}"/>
                    </a:ext>
                  </a:extLst>
                </p:cNvPr>
                <p:cNvPicPr/>
                <p:nvPr/>
              </p:nvPicPr>
              <p:blipFill>
                <a:blip r:embed="rId49"/>
                <a:stretch>
                  <a:fillRect/>
                </a:stretch>
              </p:blipFill>
              <p:spPr>
                <a:xfrm>
                  <a:off x="10287878" y="1016783"/>
                  <a:ext cx="363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3" name="Ink 52">
                  <a:extLst>
                    <a:ext uri="{FF2B5EF4-FFF2-40B4-BE49-F238E27FC236}">
                      <a16:creationId xmlns:a16="http://schemas.microsoft.com/office/drawing/2014/main" id="{A64F8AA4-27EE-E93E-62BB-90C4E2C2937F}"/>
                    </a:ext>
                  </a:extLst>
                </p14:cNvPr>
                <p14:cNvContentPartPr/>
                <p14:nvPr/>
              </p14:nvContentPartPr>
              <p14:xfrm>
                <a:off x="10414238" y="1023263"/>
                <a:ext cx="101160" cy="261360"/>
              </p14:xfrm>
            </p:contentPart>
          </mc:Choice>
          <mc:Fallback xmlns="">
            <p:pic>
              <p:nvPicPr>
                <p:cNvPr id="53" name="Ink 52">
                  <a:extLst>
                    <a:ext uri="{FF2B5EF4-FFF2-40B4-BE49-F238E27FC236}">
                      <a16:creationId xmlns:a16="http://schemas.microsoft.com/office/drawing/2014/main" id="{A64F8AA4-27EE-E93E-62BB-90C4E2C2937F}"/>
                    </a:ext>
                  </a:extLst>
                </p:cNvPr>
                <p:cNvPicPr/>
                <p:nvPr/>
              </p:nvPicPr>
              <p:blipFill>
                <a:blip r:embed="rId51"/>
                <a:stretch>
                  <a:fillRect/>
                </a:stretch>
              </p:blipFill>
              <p:spPr>
                <a:xfrm>
                  <a:off x="10405238" y="1014263"/>
                  <a:ext cx="1188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4" name="Ink 53">
                  <a:extLst>
                    <a:ext uri="{FF2B5EF4-FFF2-40B4-BE49-F238E27FC236}">
                      <a16:creationId xmlns:a16="http://schemas.microsoft.com/office/drawing/2014/main" id="{D928758E-376B-BC49-9C8E-AE89BAAEA481}"/>
                    </a:ext>
                  </a:extLst>
                </p14:cNvPr>
                <p14:cNvContentPartPr/>
                <p14:nvPr/>
              </p14:nvContentPartPr>
              <p14:xfrm>
                <a:off x="10405238" y="1126223"/>
                <a:ext cx="90720" cy="32400"/>
              </p14:xfrm>
            </p:contentPart>
          </mc:Choice>
          <mc:Fallback xmlns="">
            <p:pic>
              <p:nvPicPr>
                <p:cNvPr id="54" name="Ink 53">
                  <a:extLst>
                    <a:ext uri="{FF2B5EF4-FFF2-40B4-BE49-F238E27FC236}">
                      <a16:creationId xmlns:a16="http://schemas.microsoft.com/office/drawing/2014/main" id="{D928758E-376B-BC49-9C8E-AE89BAAEA481}"/>
                    </a:ext>
                  </a:extLst>
                </p:cNvPr>
                <p:cNvPicPr/>
                <p:nvPr/>
              </p:nvPicPr>
              <p:blipFill>
                <a:blip r:embed="rId53"/>
                <a:stretch>
                  <a:fillRect/>
                </a:stretch>
              </p:blipFill>
              <p:spPr>
                <a:xfrm>
                  <a:off x="10396238" y="1117583"/>
                  <a:ext cx="10836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6" name="Ink 55">
                  <a:extLst>
                    <a:ext uri="{FF2B5EF4-FFF2-40B4-BE49-F238E27FC236}">
                      <a16:creationId xmlns:a16="http://schemas.microsoft.com/office/drawing/2014/main" id="{D909C612-8534-2F4F-C590-BCA3EADCD43E}"/>
                    </a:ext>
                  </a:extLst>
                </p14:cNvPr>
                <p14:cNvContentPartPr/>
                <p14:nvPr/>
              </p14:nvContentPartPr>
              <p14:xfrm>
                <a:off x="1698278" y="1655423"/>
                <a:ext cx="578520" cy="16920"/>
              </p14:xfrm>
            </p:contentPart>
          </mc:Choice>
          <mc:Fallback xmlns="">
            <p:pic>
              <p:nvPicPr>
                <p:cNvPr id="56" name="Ink 55">
                  <a:extLst>
                    <a:ext uri="{FF2B5EF4-FFF2-40B4-BE49-F238E27FC236}">
                      <a16:creationId xmlns:a16="http://schemas.microsoft.com/office/drawing/2014/main" id="{D909C612-8534-2F4F-C590-BCA3EADCD43E}"/>
                    </a:ext>
                  </a:extLst>
                </p:cNvPr>
                <p:cNvPicPr/>
                <p:nvPr/>
              </p:nvPicPr>
              <p:blipFill>
                <a:blip r:embed="rId55"/>
                <a:stretch>
                  <a:fillRect/>
                </a:stretch>
              </p:blipFill>
              <p:spPr>
                <a:xfrm>
                  <a:off x="1689638" y="1646783"/>
                  <a:ext cx="5961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7" name="Ink 56">
                  <a:extLst>
                    <a:ext uri="{FF2B5EF4-FFF2-40B4-BE49-F238E27FC236}">
                      <a16:creationId xmlns:a16="http://schemas.microsoft.com/office/drawing/2014/main" id="{9663D802-D180-B3FB-8ADD-CBFA8F1BDF7D}"/>
                    </a:ext>
                  </a:extLst>
                </p14:cNvPr>
                <p14:cNvContentPartPr/>
                <p14:nvPr/>
              </p14:nvContentPartPr>
              <p14:xfrm>
                <a:off x="2138918" y="1572983"/>
                <a:ext cx="230760" cy="187560"/>
              </p14:xfrm>
            </p:contentPart>
          </mc:Choice>
          <mc:Fallback xmlns="">
            <p:pic>
              <p:nvPicPr>
                <p:cNvPr id="57" name="Ink 56">
                  <a:extLst>
                    <a:ext uri="{FF2B5EF4-FFF2-40B4-BE49-F238E27FC236}">
                      <a16:creationId xmlns:a16="http://schemas.microsoft.com/office/drawing/2014/main" id="{9663D802-D180-B3FB-8ADD-CBFA8F1BDF7D}"/>
                    </a:ext>
                  </a:extLst>
                </p:cNvPr>
                <p:cNvPicPr/>
                <p:nvPr/>
              </p:nvPicPr>
              <p:blipFill>
                <a:blip r:embed="rId57"/>
                <a:stretch>
                  <a:fillRect/>
                </a:stretch>
              </p:blipFill>
              <p:spPr>
                <a:xfrm>
                  <a:off x="2129918" y="1563983"/>
                  <a:ext cx="2484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8" name="Ink 57">
                  <a:extLst>
                    <a:ext uri="{FF2B5EF4-FFF2-40B4-BE49-F238E27FC236}">
                      <a16:creationId xmlns:a16="http://schemas.microsoft.com/office/drawing/2014/main" id="{3357AB43-087E-F864-7365-C07D55AE895A}"/>
                    </a:ext>
                  </a:extLst>
                </p14:cNvPr>
                <p14:cNvContentPartPr/>
                <p14:nvPr/>
              </p14:nvContentPartPr>
              <p14:xfrm>
                <a:off x="2662358" y="1367063"/>
                <a:ext cx="1504440" cy="726480"/>
              </p14:xfrm>
            </p:contentPart>
          </mc:Choice>
          <mc:Fallback xmlns="">
            <p:pic>
              <p:nvPicPr>
                <p:cNvPr id="58" name="Ink 57">
                  <a:extLst>
                    <a:ext uri="{FF2B5EF4-FFF2-40B4-BE49-F238E27FC236}">
                      <a16:creationId xmlns:a16="http://schemas.microsoft.com/office/drawing/2014/main" id="{3357AB43-087E-F864-7365-C07D55AE895A}"/>
                    </a:ext>
                  </a:extLst>
                </p:cNvPr>
                <p:cNvPicPr/>
                <p:nvPr/>
              </p:nvPicPr>
              <p:blipFill>
                <a:blip r:embed="rId59"/>
                <a:stretch>
                  <a:fillRect/>
                </a:stretch>
              </p:blipFill>
              <p:spPr>
                <a:xfrm>
                  <a:off x="2653718" y="1358423"/>
                  <a:ext cx="1522080"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9" name="Ink 58">
                  <a:extLst>
                    <a:ext uri="{FF2B5EF4-FFF2-40B4-BE49-F238E27FC236}">
                      <a16:creationId xmlns:a16="http://schemas.microsoft.com/office/drawing/2014/main" id="{F216C81F-BF8C-C5AE-1066-34311273B34A}"/>
                    </a:ext>
                  </a:extLst>
                </p14:cNvPr>
                <p14:cNvContentPartPr/>
                <p14:nvPr/>
              </p14:nvContentPartPr>
              <p14:xfrm>
                <a:off x="2670278" y="1339343"/>
                <a:ext cx="1917720" cy="721080"/>
              </p14:xfrm>
            </p:contentPart>
          </mc:Choice>
          <mc:Fallback xmlns="">
            <p:pic>
              <p:nvPicPr>
                <p:cNvPr id="59" name="Ink 58">
                  <a:extLst>
                    <a:ext uri="{FF2B5EF4-FFF2-40B4-BE49-F238E27FC236}">
                      <a16:creationId xmlns:a16="http://schemas.microsoft.com/office/drawing/2014/main" id="{F216C81F-BF8C-C5AE-1066-34311273B34A}"/>
                    </a:ext>
                  </a:extLst>
                </p:cNvPr>
                <p:cNvPicPr/>
                <p:nvPr/>
              </p:nvPicPr>
              <p:blipFill>
                <a:blip r:embed="rId61"/>
                <a:stretch>
                  <a:fillRect/>
                </a:stretch>
              </p:blipFill>
              <p:spPr>
                <a:xfrm>
                  <a:off x="2661278" y="1330343"/>
                  <a:ext cx="1935360" cy="738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0" name="Ink 59">
                  <a:extLst>
                    <a:ext uri="{FF2B5EF4-FFF2-40B4-BE49-F238E27FC236}">
                      <a16:creationId xmlns:a16="http://schemas.microsoft.com/office/drawing/2014/main" id="{810032C1-34A2-DEEB-3F57-9EDB4BBE8A25}"/>
                    </a:ext>
                  </a:extLst>
                </p14:cNvPr>
                <p14:cNvContentPartPr/>
                <p14:nvPr/>
              </p14:nvContentPartPr>
              <p14:xfrm>
                <a:off x="3024518" y="1628783"/>
                <a:ext cx="299160" cy="200880"/>
              </p14:xfrm>
            </p:contentPart>
          </mc:Choice>
          <mc:Fallback xmlns="">
            <p:pic>
              <p:nvPicPr>
                <p:cNvPr id="60" name="Ink 59">
                  <a:extLst>
                    <a:ext uri="{FF2B5EF4-FFF2-40B4-BE49-F238E27FC236}">
                      <a16:creationId xmlns:a16="http://schemas.microsoft.com/office/drawing/2014/main" id="{810032C1-34A2-DEEB-3F57-9EDB4BBE8A25}"/>
                    </a:ext>
                  </a:extLst>
                </p:cNvPr>
                <p:cNvPicPr/>
                <p:nvPr/>
              </p:nvPicPr>
              <p:blipFill>
                <a:blip r:embed="rId63"/>
                <a:stretch>
                  <a:fillRect/>
                </a:stretch>
              </p:blipFill>
              <p:spPr>
                <a:xfrm>
                  <a:off x="3015878" y="1620143"/>
                  <a:ext cx="3168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1" name="Ink 60">
                  <a:extLst>
                    <a:ext uri="{FF2B5EF4-FFF2-40B4-BE49-F238E27FC236}">
                      <a16:creationId xmlns:a16="http://schemas.microsoft.com/office/drawing/2014/main" id="{C5F7941E-C88A-378F-6B29-79F47C9EAC95}"/>
                    </a:ext>
                  </a:extLst>
                </p14:cNvPr>
                <p14:cNvContentPartPr/>
                <p14:nvPr/>
              </p14:nvContentPartPr>
              <p14:xfrm>
                <a:off x="3324398" y="1625543"/>
                <a:ext cx="384840" cy="281520"/>
              </p14:xfrm>
            </p:contentPart>
          </mc:Choice>
          <mc:Fallback xmlns="">
            <p:pic>
              <p:nvPicPr>
                <p:cNvPr id="61" name="Ink 60">
                  <a:extLst>
                    <a:ext uri="{FF2B5EF4-FFF2-40B4-BE49-F238E27FC236}">
                      <a16:creationId xmlns:a16="http://schemas.microsoft.com/office/drawing/2014/main" id="{C5F7941E-C88A-378F-6B29-79F47C9EAC95}"/>
                    </a:ext>
                  </a:extLst>
                </p:cNvPr>
                <p:cNvPicPr/>
                <p:nvPr/>
              </p:nvPicPr>
              <p:blipFill>
                <a:blip r:embed="rId65"/>
                <a:stretch>
                  <a:fillRect/>
                </a:stretch>
              </p:blipFill>
              <p:spPr>
                <a:xfrm>
                  <a:off x="3315398" y="1616903"/>
                  <a:ext cx="4024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2" name="Ink 61">
                  <a:extLst>
                    <a:ext uri="{FF2B5EF4-FFF2-40B4-BE49-F238E27FC236}">
                      <a16:creationId xmlns:a16="http://schemas.microsoft.com/office/drawing/2014/main" id="{1AB26265-3F0B-7859-CDA4-57F8C2E59891}"/>
                    </a:ext>
                  </a:extLst>
                </p14:cNvPr>
                <p14:cNvContentPartPr/>
                <p14:nvPr/>
              </p14:nvContentPartPr>
              <p14:xfrm>
                <a:off x="3788078" y="1617263"/>
                <a:ext cx="307800" cy="295560"/>
              </p14:xfrm>
            </p:contentPart>
          </mc:Choice>
          <mc:Fallback xmlns="">
            <p:pic>
              <p:nvPicPr>
                <p:cNvPr id="62" name="Ink 61">
                  <a:extLst>
                    <a:ext uri="{FF2B5EF4-FFF2-40B4-BE49-F238E27FC236}">
                      <a16:creationId xmlns:a16="http://schemas.microsoft.com/office/drawing/2014/main" id="{1AB26265-3F0B-7859-CDA4-57F8C2E59891}"/>
                    </a:ext>
                  </a:extLst>
                </p:cNvPr>
                <p:cNvPicPr/>
                <p:nvPr/>
              </p:nvPicPr>
              <p:blipFill>
                <a:blip r:embed="rId67"/>
                <a:stretch>
                  <a:fillRect/>
                </a:stretch>
              </p:blipFill>
              <p:spPr>
                <a:xfrm>
                  <a:off x="3779438" y="1608263"/>
                  <a:ext cx="32544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3" name="Ink 62">
                  <a:extLst>
                    <a:ext uri="{FF2B5EF4-FFF2-40B4-BE49-F238E27FC236}">
                      <a16:creationId xmlns:a16="http://schemas.microsoft.com/office/drawing/2014/main" id="{CC9DC4D4-98DB-3593-1006-CFC4449AD440}"/>
                    </a:ext>
                  </a:extLst>
                </p14:cNvPr>
                <p14:cNvContentPartPr/>
                <p14:nvPr/>
              </p14:nvContentPartPr>
              <p14:xfrm>
                <a:off x="4145918" y="1622303"/>
                <a:ext cx="113400" cy="253800"/>
              </p14:xfrm>
            </p:contentPart>
          </mc:Choice>
          <mc:Fallback xmlns="">
            <p:pic>
              <p:nvPicPr>
                <p:cNvPr id="63" name="Ink 62">
                  <a:extLst>
                    <a:ext uri="{FF2B5EF4-FFF2-40B4-BE49-F238E27FC236}">
                      <a16:creationId xmlns:a16="http://schemas.microsoft.com/office/drawing/2014/main" id="{CC9DC4D4-98DB-3593-1006-CFC4449AD440}"/>
                    </a:ext>
                  </a:extLst>
                </p:cNvPr>
                <p:cNvPicPr/>
                <p:nvPr/>
              </p:nvPicPr>
              <p:blipFill>
                <a:blip r:embed="rId69"/>
                <a:stretch>
                  <a:fillRect/>
                </a:stretch>
              </p:blipFill>
              <p:spPr>
                <a:xfrm>
                  <a:off x="4136918" y="1613303"/>
                  <a:ext cx="1310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3" name="Ink 72">
                  <a:extLst>
                    <a:ext uri="{FF2B5EF4-FFF2-40B4-BE49-F238E27FC236}">
                      <a16:creationId xmlns:a16="http://schemas.microsoft.com/office/drawing/2014/main" id="{4BD84473-5B93-48EB-F8EE-1647C0B91B12}"/>
                    </a:ext>
                  </a:extLst>
                </p14:cNvPr>
                <p14:cNvContentPartPr/>
                <p14:nvPr/>
              </p14:nvContentPartPr>
              <p14:xfrm>
                <a:off x="4503038" y="1630223"/>
                <a:ext cx="4309560" cy="1031760"/>
              </p14:xfrm>
            </p:contentPart>
          </mc:Choice>
          <mc:Fallback xmlns="">
            <p:pic>
              <p:nvPicPr>
                <p:cNvPr id="73" name="Ink 72">
                  <a:extLst>
                    <a:ext uri="{FF2B5EF4-FFF2-40B4-BE49-F238E27FC236}">
                      <a16:creationId xmlns:a16="http://schemas.microsoft.com/office/drawing/2014/main" id="{4BD84473-5B93-48EB-F8EE-1647C0B91B12}"/>
                    </a:ext>
                  </a:extLst>
                </p:cNvPr>
                <p:cNvPicPr/>
                <p:nvPr/>
              </p:nvPicPr>
              <p:blipFill>
                <a:blip r:embed="rId71"/>
                <a:stretch>
                  <a:fillRect/>
                </a:stretch>
              </p:blipFill>
              <p:spPr>
                <a:xfrm>
                  <a:off x="4494398" y="1621223"/>
                  <a:ext cx="4327200" cy="1049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4" name="Ink 73">
                  <a:extLst>
                    <a:ext uri="{FF2B5EF4-FFF2-40B4-BE49-F238E27FC236}">
                      <a16:creationId xmlns:a16="http://schemas.microsoft.com/office/drawing/2014/main" id="{D99565D9-A864-4E3F-C971-5AF697A47174}"/>
                    </a:ext>
                  </a:extLst>
                </p14:cNvPr>
                <p14:cNvContentPartPr/>
                <p14:nvPr/>
              </p14:nvContentPartPr>
              <p14:xfrm>
                <a:off x="8708558" y="2580983"/>
                <a:ext cx="135360" cy="159840"/>
              </p14:xfrm>
            </p:contentPart>
          </mc:Choice>
          <mc:Fallback xmlns="">
            <p:pic>
              <p:nvPicPr>
                <p:cNvPr id="74" name="Ink 73">
                  <a:extLst>
                    <a:ext uri="{FF2B5EF4-FFF2-40B4-BE49-F238E27FC236}">
                      <a16:creationId xmlns:a16="http://schemas.microsoft.com/office/drawing/2014/main" id="{D99565D9-A864-4E3F-C971-5AF697A47174}"/>
                    </a:ext>
                  </a:extLst>
                </p:cNvPr>
                <p:cNvPicPr/>
                <p:nvPr/>
              </p:nvPicPr>
              <p:blipFill>
                <a:blip r:embed="rId73"/>
                <a:stretch>
                  <a:fillRect/>
                </a:stretch>
              </p:blipFill>
              <p:spPr>
                <a:xfrm>
                  <a:off x="8699918" y="2571983"/>
                  <a:ext cx="15300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6" name="Ink 75">
                  <a:extLst>
                    <a:ext uri="{FF2B5EF4-FFF2-40B4-BE49-F238E27FC236}">
                      <a16:creationId xmlns:a16="http://schemas.microsoft.com/office/drawing/2014/main" id="{A4510A43-6DE2-9E5C-4486-0A49BDD3F200}"/>
                    </a:ext>
                  </a:extLst>
                </p14:cNvPr>
                <p14:cNvContentPartPr/>
                <p14:nvPr/>
              </p14:nvContentPartPr>
              <p14:xfrm>
                <a:off x="8868038" y="2529503"/>
                <a:ext cx="579240" cy="201600"/>
              </p14:xfrm>
            </p:contentPart>
          </mc:Choice>
          <mc:Fallback xmlns="">
            <p:pic>
              <p:nvPicPr>
                <p:cNvPr id="76" name="Ink 75">
                  <a:extLst>
                    <a:ext uri="{FF2B5EF4-FFF2-40B4-BE49-F238E27FC236}">
                      <a16:creationId xmlns:a16="http://schemas.microsoft.com/office/drawing/2014/main" id="{A4510A43-6DE2-9E5C-4486-0A49BDD3F200}"/>
                    </a:ext>
                  </a:extLst>
                </p:cNvPr>
                <p:cNvPicPr/>
                <p:nvPr/>
              </p:nvPicPr>
              <p:blipFill>
                <a:blip r:embed="rId75"/>
                <a:stretch>
                  <a:fillRect/>
                </a:stretch>
              </p:blipFill>
              <p:spPr>
                <a:xfrm>
                  <a:off x="8859038" y="2520863"/>
                  <a:ext cx="5968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7" name="Ink 76">
                  <a:extLst>
                    <a:ext uri="{FF2B5EF4-FFF2-40B4-BE49-F238E27FC236}">
                      <a16:creationId xmlns:a16="http://schemas.microsoft.com/office/drawing/2014/main" id="{9BF50A77-3D72-FBEE-858F-FC5F51F42AE9}"/>
                    </a:ext>
                  </a:extLst>
                </p14:cNvPr>
                <p14:cNvContentPartPr/>
                <p14:nvPr/>
              </p14:nvContentPartPr>
              <p14:xfrm>
                <a:off x="8918078" y="2636783"/>
                <a:ext cx="511920" cy="371520"/>
              </p14:xfrm>
            </p:contentPart>
          </mc:Choice>
          <mc:Fallback xmlns="">
            <p:pic>
              <p:nvPicPr>
                <p:cNvPr id="77" name="Ink 76">
                  <a:extLst>
                    <a:ext uri="{FF2B5EF4-FFF2-40B4-BE49-F238E27FC236}">
                      <a16:creationId xmlns:a16="http://schemas.microsoft.com/office/drawing/2014/main" id="{9BF50A77-3D72-FBEE-858F-FC5F51F42AE9}"/>
                    </a:ext>
                  </a:extLst>
                </p:cNvPr>
                <p:cNvPicPr/>
                <p:nvPr/>
              </p:nvPicPr>
              <p:blipFill>
                <a:blip r:embed="rId77"/>
                <a:stretch>
                  <a:fillRect/>
                </a:stretch>
              </p:blipFill>
              <p:spPr>
                <a:xfrm>
                  <a:off x="8909438" y="2627783"/>
                  <a:ext cx="52956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8" name="Ink 77">
                  <a:extLst>
                    <a:ext uri="{FF2B5EF4-FFF2-40B4-BE49-F238E27FC236}">
                      <a16:creationId xmlns:a16="http://schemas.microsoft.com/office/drawing/2014/main" id="{8789FB72-1B53-88FF-53E3-E4F08F82F019}"/>
                    </a:ext>
                  </a:extLst>
                </p14:cNvPr>
                <p14:cNvContentPartPr/>
                <p14:nvPr/>
              </p14:nvContentPartPr>
              <p14:xfrm>
                <a:off x="9399398" y="2668823"/>
                <a:ext cx="24480" cy="338400"/>
              </p14:xfrm>
            </p:contentPart>
          </mc:Choice>
          <mc:Fallback xmlns="">
            <p:pic>
              <p:nvPicPr>
                <p:cNvPr id="78" name="Ink 77">
                  <a:extLst>
                    <a:ext uri="{FF2B5EF4-FFF2-40B4-BE49-F238E27FC236}">
                      <a16:creationId xmlns:a16="http://schemas.microsoft.com/office/drawing/2014/main" id="{8789FB72-1B53-88FF-53E3-E4F08F82F019}"/>
                    </a:ext>
                  </a:extLst>
                </p:cNvPr>
                <p:cNvPicPr/>
                <p:nvPr/>
              </p:nvPicPr>
              <p:blipFill>
                <a:blip r:embed="rId79"/>
                <a:stretch>
                  <a:fillRect/>
                </a:stretch>
              </p:blipFill>
              <p:spPr>
                <a:xfrm>
                  <a:off x="9390398" y="2659823"/>
                  <a:ext cx="4212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0" name="Ink 79">
                  <a:extLst>
                    <a:ext uri="{FF2B5EF4-FFF2-40B4-BE49-F238E27FC236}">
                      <a16:creationId xmlns:a16="http://schemas.microsoft.com/office/drawing/2014/main" id="{6D0CEEBF-BF53-9A6F-FA5A-B40B85B41372}"/>
                    </a:ext>
                  </a:extLst>
                </p14:cNvPr>
                <p14:cNvContentPartPr/>
                <p14:nvPr/>
              </p14:nvContentPartPr>
              <p14:xfrm>
                <a:off x="5810918" y="1351223"/>
                <a:ext cx="26280" cy="169920"/>
              </p14:xfrm>
            </p:contentPart>
          </mc:Choice>
          <mc:Fallback xmlns="">
            <p:pic>
              <p:nvPicPr>
                <p:cNvPr id="80" name="Ink 79">
                  <a:extLst>
                    <a:ext uri="{FF2B5EF4-FFF2-40B4-BE49-F238E27FC236}">
                      <a16:creationId xmlns:a16="http://schemas.microsoft.com/office/drawing/2014/main" id="{6D0CEEBF-BF53-9A6F-FA5A-B40B85B41372}"/>
                    </a:ext>
                  </a:extLst>
                </p:cNvPr>
                <p:cNvPicPr/>
                <p:nvPr/>
              </p:nvPicPr>
              <p:blipFill>
                <a:blip r:embed="rId81"/>
                <a:stretch>
                  <a:fillRect/>
                </a:stretch>
              </p:blipFill>
              <p:spPr>
                <a:xfrm>
                  <a:off x="5802278" y="1342583"/>
                  <a:ext cx="4392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1" name="Ink 80">
                  <a:extLst>
                    <a:ext uri="{FF2B5EF4-FFF2-40B4-BE49-F238E27FC236}">
                      <a16:creationId xmlns:a16="http://schemas.microsoft.com/office/drawing/2014/main" id="{D6428CAC-1A46-D424-375F-3EF2AD4B36AF}"/>
                    </a:ext>
                  </a:extLst>
                </p14:cNvPr>
                <p14:cNvContentPartPr/>
                <p14:nvPr/>
              </p14:nvContentPartPr>
              <p14:xfrm>
                <a:off x="5899838" y="1369583"/>
                <a:ext cx="86400" cy="150480"/>
              </p14:xfrm>
            </p:contentPart>
          </mc:Choice>
          <mc:Fallback xmlns="">
            <p:pic>
              <p:nvPicPr>
                <p:cNvPr id="81" name="Ink 80">
                  <a:extLst>
                    <a:ext uri="{FF2B5EF4-FFF2-40B4-BE49-F238E27FC236}">
                      <a16:creationId xmlns:a16="http://schemas.microsoft.com/office/drawing/2014/main" id="{D6428CAC-1A46-D424-375F-3EF2AD4B36AF}"/>
                    </a:ext>
                  </a:extLst>
                </p:cNvPr>
                <p:cNvPicPr/>
                <p:nvPr/>
              </p:nvPicPr>
              <p:blipFill>
                <a:blip r:embed="rId83"/>
                <a:stretch>
                  <a:fillRect/>
                </a:stretch>
              </p:blipFill>
              <p:spPr>
                <a:xfrm>
                  <a:off x="5891198" y="1360583"/>
                  <a:ext cx="1040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2" name="Ink 81">
                  <a:extLst>
                    <a:ext uri="{FF2B5EF4-FFF2-40B4-BE49-F238E27FC236}">
                      <a16:creationId xmlns:a16="http://schemas.microsoft.com/office/drawing/2014/main" id="{9C0669F4-8DDE-4938-69CE-3974205A92F3}"/>
                    </a:ext>
                  </a:extLst>
                </p14:cNvPr>
                <p14:cNvContentPartPr/>
                <p14:nvPr/>
              </p14:nvContentPartPr>
              <p14:xfrm>
                <a:off x="6055718" y="1353023"/>
                <a:ext cx="131400" cy="168120"/>
              </p14:xfrm>
            </p:contentPart>
          </mc:Choice>
          <mc:Fallback xmlns="">
            <p:pic>
              <p:nvPicPr>
                <p:cNvPr id="82" name="Ink 81">
                  <a:extLst>
                    <a:ext uri="{FF2B5EF4-FFF2-40B4-BE49-F238E27FC236}">
                      <a16:creationId xmlns:a16="http://schemas.microsoft.com/office/drawing/2014/main" id="{9C0669F4-8DDE-4938-69CE-3974205A92F3}"/>
                    </a:ext>
                  </a:extLst>
                </p:cNvPr>
                <p:cNvPicPr/>
                <p:nvPr/>
              </p:nvPicPr>
              <p:blipFill>
                <a:blip r:embed="rId85"/>
                <a:stretch>
                  <a:fillRect/>
                </a:stretch>
              </p:blipFill>
              <p:spPr>
                <a:xfrm>
                  <a:off x="6047078" y="1344023"/>
                  <a:ext cx="1490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3" name="Ink 82">
                  <a:extLst>
                    <a:ext uri="{FF2B5EF4-FFF2-40B4-BE49-F238E27FC236}">
                      <a16:creationId xmlns:a16="http://schemas.microsoft.com/office/drawing/2014/main" id="{B3363654-6D75-D103-5442-CA81AF97A3A0}"/>
                    </a:ext>
                  </a:extLst>
                </p14:cNvPr>
                <p14:cNvContentPartPr/>
                <p14:nvPr/>
              </p14:nvContentPartPr>
              <p14:xfrm>
                <a:off x="6040958" y="1427543"/>
                <a:ext cx="120240" cy="19080"/>
              </p14:xfrm>
            </p:contentPart>
          </mc:Choice>
          <mc:Fallback xmlns="">
            <p:pic>
              <p:nvPicPr>
                <p:cNvPr id="83" name="Ink 82">
                  <a:extLst>
                    <a:ext uri="{FF2B5EF4-FFF2-40B4-BE49-F238E27FC236}">
                      <a16:creationId xmlns:a16="http://schemas.microsoft.com/office/drawing/2014/main" id="{B3363654-6D75-D103-5442-CA81AF97A3A0}"/>
                    </a:ext>
                  </a:extLst>
                </p:cNvPr>
                <p:cNvPicPr/>
                <p:nvPr/>
              </p:nvPicPr>
              <p:blipFill>
                <a:blip r:embed="rId87"/>
                <a:stretch>
                  <a:fillRect/>
                </a:stretch>
              </p:blipFill>
              <p:spPr>
                <a:xfrm>
                  <a:off x="6031958" y="1418903"/>
                  <a:ext cx="13788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4" name="Ink 83">
                  <a:extLst>
                    <a:ext uri="{FF2B5EF4-FFF2-40B4-BE49-F238E27FC236}">
                      <a16:creationId xmlns:a16="http://schemas.microsoft.com/office/drawing/2014/main" id="{35D2EBCB-4D62-EF7B-CF2B-6C00E1669C8C}"/>
                    </a:ext>
                  </a:extLst>
                </p14:cNvPr>
                <p14:cNvContentPartPr/>
                <p14:nvPr/>
              </p14:nvContentPartPr>
              <p14:xfrm>
                <a:off x="6237878" y="1356983"/>
                <a:ext cx="232920" cy="150120"/>
              </p14:xfrm>
            </p:contentPart>
          </mc:Choice>
          <mc:Fallback xmlns="">
            <p:pic>
              <p:nvPicPr>
                <p:cNvPr id="84" name="Ink 83">
                  <a:extLst>
                    <a:ext uri="{FF2B5EF4-FFF2-40B4-BE49-F238E27FC236}">
                      <a16:creationId xmlns:a16="http://schemas.microsoft.com/office/drawing/2014/main" id="{35D2EBCB-4D62-EF7B-CF2B-6C00E1669C8C}"/>
                    </a:ext>
                  </a:extLst>
                </p:cNvPr>
                <p:cNvPicPr/>
                <p:nvPr/>
              </p:nvPicPr>
              <p:blipFill>
                <a:blip r:embed="rId89"/>
                <a:stretch>
                  <a:fillRect/>
                </a:stretch>
              </p:blipFill>
              <p:spPr>
                <a:xfrm>
                  <a:off x="6229238" y="1347983"/>
                  <a:ext cx="2505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5" name="Ink 84">
                  <a:extLst>
                    <a:ext uri="{FF2B5EF4-FFF2-40B4-BE49-F238E27FC236}">
                      <a16:creationId xmlns:a16="http://schemas.microsoft.com/office/drawing/2014/main" id="{015A6E60-54AB-C1EE-78E2-C4CFBF819EDE}"/>
                    </a:ext>
                  </a:extLst>
                </p14:cNvPr>
                <p14:cNvContentPartPr/>
                <p14:nvPr/>
              </p14:nvContentPartPr>
              <p14:xfrm>
                <a:off x="6575918" y="1434023"/>
                <a:ext cx="105480" cy="360"/>
              </p14:xfrm>
            </p:contentPart>
          </mc:Choice>
          <mc:Fallback xmlns="">
            <p:pic>
              <p:nvPicPr>
                <p:cNvPr id="85" name="Ink 84">
                  <a:extLst>
                    <a:ext uri="{FF2B5EF4-FFF2-40B4-BE49-F238E27FC236}">
                      <a16:creationId xmlns:a16="http://schemas.microsoft.com/office/drawing/2014/main" id="{015A6E60-54AB-C1EE-78E2-C4CFBF819EDE}"/>
                    </a:ext>
                  </a:extLst>
                </p:cNvPr>
                <p:cNvPicPr/>
                <p:nvPr/>
              </p:nvPicPr>
              <p:blipFill>
                <a:blip r:embed="rId91"/>
                <a:stretch>
                  <a:fillRect/>
                </a:stretch>
              </p:blipFill>
              <p:spPr>
                <a:xfrm>
                  <a:off x="6567278" y="1425023"/>
                  <a:ext cx="123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7" name="Ink 86">
                  <a:extLst>
                    <a:ext uri="{FF2B5EF4-FFF2-40B4-BE49-F238E27FC236}">
                      <a16:creationId xmlns:a16="http://schemas.microsoft.com/office/drawing/2014/main" id="{B0822E5B-C1A0-0840-70A5-607815C255C9}"/>
                    </a:ext>
                  </a:extLst>
                </p14:cNvPr>
                <p14:cNvContentPartPr/>
                <p14:nvPr/>
              </p14:nvContentPartPr>
              <p14:xfrm>
                <a:off x="6788318" y="1334303"/>
                <a:ext cx="187920" cy="201240"/>
              </p14:xfrm>
            </p:contentPart>
          </mc:Choice>
          <mc:Fallback xmlns="">
            <p:pic>
              <p:nvPicPr>
                <p:cNvPr id="87" name="Ink 86">
                  <a:extLst>
                    <a:ext uri="{FF2B5EF4-FFF2-40B4-BE49-F238E27FC236}">
                      <a16:creationId xmlns:a16="http://schemas.microsoft.com/office/drawing/2014/main" id="{B0822E5B-C1A0-0840-70A5-607815C255C9}"/>
                    </a:ext>
                  </a:extLst>
                </p:cNvPr>
                <p:cNvPicPr/>
                <p:nvPr/>
              </p:nvPicPr>
              <p:blipFill>
                <a:blip r:embed="rId93"/>
                <a:stretch>
                  <a:fillRect/>
                </a:stretch>
              </p:blipFill>
              <p:spPr>
                <a:xfrm>
                  <a:off x="6779678" y="1325663"/>
                  <a:ext cx="2055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8" name="Ink 87">
                  <a:extLst>
                    <a:ext uri="{FF2B5EF4-FFF2-40B4-BE49-F238E27FC236}">
                      <a16:creationId xmlns:a16="http://schemas.microsoft.com/office/drawing/2014/main" id="{827FE42F-39B0-7E40-E0B2-ACB72D0E969B}"/>
                    </a:ext>
                  </a:extLst>
                </p14:cNvPr>
                <p14:cNvContentPartPr/>
                <p14:nvPr/>
              </p14:nvContentPartPr>
              <p14:xfrm>
                <a:off x="7050038" y="1388663"/>
                <a:ext cx="141480" cy="145440"/>
              </p14:xfrm>
            </p:contentPart>
          </mc:Choice>
          <mc:Fallback xmlns="">
            <p:pic>
              <p:nvPicPr>
                <p:cNvPr id="88" name="Ink 87">
                  <a:extLst>
                    <a:ext uri="{FF2B5EF4-FFF2-40B4-BE49-F238E27FC236}">
                      <a16:creationId xmlns:a16="http://schemas.microsoft.com/office/drawing/2014/main" id="{827FE42F-39B0-7E40-E0B2-ACB72D0E969B}"/>
                    </a:ext>
                  </a:extLst>
                </p:cNvPr>
                <p:cNvPicPr/>
                <p:nvPr/>
              </p:nvPicPr>
              <p:blipFill>
                <a:blip r:embed="rId95"/>
                <a:stretch>
                  <a:fillRect/>
                </a:stretch>
              </p:blipFill>
              <p:spPr>
                <a:xfrm>
                  <a:off x="7041038" y="1380023"/>
                  <a:ext cx="1591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9" name="Ink 88">
                  <a:extLst>
                    <a:ext uri="{FF2B5EF4-FFF2-40B4-BE49-F238E27FC236}">
                      <a16:creationId xmlns:a16="http://schemas.microsoft.com/office/drawing/2014/main" id="{33A9BBD3-943F-1BE4-BEF4-F7F26E9BB2F7}"/>
                    </a:ext>
                  </a:extLst>
                </p14:cNvPr>
                <p14:cNvContentPartPr/>
                <p14:nvPr/>
              </p14:nvContentPartPr>
              <p14:xfrm>
                <a:off x="7214558" y="1408823"/>
                <a:ext cx="92880" cy="126000"/>
              </p14:xfrm>
            </p:contentPart>
          </mc:Choice>
          <mc:Fallback xmlns="">
            <p:pic>
              <p:nvPicPr>
                <p:cNvPr id="89" name="Ink 88">
                  <a:extLst>
                    <a:ext uri="{FF2B5EF4-FFF2-40B4-BE49-F238E27FC236}">
                      <a16:creationId xmlns:a16="http://schemas.microsoft.com/office/drawing/2014/main" id="{33A9BBD3-943F-1BE4-BEF4-F7F26E9BB2F7}"/>
                    </a:ext>
                  </a:extLst>
                </p:cNvPr>
                <p:cNvPicPr/>
                <p:nvPr/>
              </p:nvPicPr>
              <p:blipFill>
                <a:blip r:embed="rId97"/>
                <a:stretch>
                  <a:fillRect/>
                </a:stretch>
              </p:blipFill>
              <p:spPr>
                <a:xfrm>
                  <a:off x="7205918" y="1400183"/>
                  <a:ext cx="1105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0" name="Ink 89">
                  <a:extLst>
                    <a:ext uri="{FF2B5EF4-FFF2-40B4-BE49-F238E27FC236}">
                      <a16:creationId xmlns:a16="http://schemas.microsoft.com/office/drawing/2014/main" id="{2D8FC376-E916-12E2-0F80-1FC4230274A4}"/>
                    </a:ext>
                  </a:extLst>
                </p14:cNvPr>
                <p14:cNvContentPartPr/>
                <p14:nvPr/>
              </p14:nvContentPartPr>
              <p14:xfrm>
                <a:off x="7351358" y="1414223"/>
                <a:ext cx="115560" cy="113760"/>
              </p14:xfrm>
            </p:contentPart>
          </mc:Choice>
          <mc:Fallback xmlns="">
            <p:pic>
              <p:nvPicPr>
                <p:cNvPr id="90" name="Ink 89">
                  <a:extLst>
                    <a:ext uri="{FF2B5EF4-FFF2-40B4-BE49-F238E27FC236}">
                      <a16:creationId xmlns:a16="http://schemas.microsoft.com/office/drawing/2014/main" id="{2D8FC376-E916-12E2-0F80-1FC4230274A4}"/>
                    </a:ext>
                  </a:extLst>
                </p:cNvPr>
                <p:cNvPicPr/>
                <p:nvPr/>
              </p:nvPicPr>
              <p:blipFill>
                <a:blip r:embed="rId99"/>
                <a:stretch>
                  <a:fillRect/>
                </a:stretch>
              </p:blipFill>
              <p:spPr>
                <a:xfrm>
                  <a:off x="7342718" y="1405583"/>
                  <a:ext cx="1332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1" name="Ink 90">
                  <a:extLst>
                    <a:ext uri="{FF2B5EF4-FFF2-40B4-BE49-F238E27FC236}">
                      <a16:creationId xmlns:a16="http://schemas.microsoft.com/office/drawing/2014/main" id="{5648AFBB-1A5D-FEBF-FFFA-C2AD6FFC44FA}"/>
                    </a:ext>
                  </a:extLst>
                </p14:cNvPr>
                <p14:cNvContentPartPr/>
                <p14:nvPr/>
              </p14:nvContentPartPr>
              <p14:xfrm>
                <a:off x="7615598" y="1390463"/>
                <a:ext cx="19800" cy="159480"/>
              </p14:xfrm>
            </p:contentPart>
          </mc:Choice>
          <mc:Fallback xmlns="">
            <p:pic>
              <p:nvPicPr>
                <p:cNvPr id="91" name="Ink 90">
                  <a:extLst>
                    <a:ext uri="{FF2B5EF4-FFF2-40B4-BE49-F238E27FC236}">
                      <a16:creationId xmlns:a16="http://schemas.microsoft.com/office/drawing/2014/main" id="{5648AFBB-1A5D-FEBF-FFFA-C2AD6FFC44FA}"/>
                    </a:ext>
                  </a:extLst>
                </p:cNvPr>
                <p:cNvPicPr/>
                <p:nvPr/>
              </p:nvPicPr>
              <p:blipFill>
                <a:blip r:embed="rId101"/>
                <a:stretch>
                  <a:fillRect/>
                </a:stretch>
              </p:blipFill>
              <p:spPr>
                <a:xfrm>
                  <a:off x="7606958" y="1381463"/>
                  <a:ext cx="374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2" name="Ink 91">
                  <a:extLst>
                    <a:ext uri="{FF2B5EF4-FFF2-40B4-BE49-F238E27FC236}">
                      <a16:creationId xmlns:a16="http://schemas.microsoft.com/office/drawing/2014/main" id="{3582547F-834F-6895-7D31-338679DE8DFE}"/>
                    </a:ext>
                  </a:extLst>
                </p14:cNvPr>
                <p14:cNvContentPartPr/>
                <p14:nvPr/>
              </p14:nvContentPartPr>
              <p14:xfrm>
                <a:off x="7582838" y="1543103"/>
                <a:ext cx="106200" cy="10440"/>
              </p14:xfrm>
            </p:contentPart>
          </mc:Choice>
          <mc:Fallback xmlns="">
            <p:pic>
              <p:nvPicPr>
                <p:cNvPr id="92" name="Ink 91">
                  <a:extLst>
                    <a:ext uri="{FF2B5EF4-FFF2-40B4-BE49-F238E27FC236}">
                      <a16:creationId xmlns:a16="http://schemas.microsoft.com/office/drawing/2014/main" id="{3582547F-834F-6895-7D31-338679DE8DFE}"/>
                    </a:ext>
                  </a:extLst>
                </p:cNvPr>
                <p:cNvPicPr/>
                <p:nvPr/>
              </p:nvPicPr>
              <p:blipFill>
                <a:blip r:embed="rId103"/>
                <a:stretch>
                  <a:fillRect/>
                </a:stretch>
              </p:blipFill>
              <p:spPr>
                <a:xfrm>
                  <a:off x="7574198" y="1534103"/>
                  <a:ext cx="1238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3" name="Ink 92">
                  <a:extLst>
                    <a:ext uri="{FF2B5EF4-FFF2-40B4-BE49-F238E27FC236}">
                      <a16:creationId xmlns:a16="http://schemas.microsoft.com/office/drawing/2014/main" id="{FB2B5151-9561-48CF-2C1C-D324C910B30F}"/>
                    </a:ext>
                  </a:extLst>
                </p14:cNvPr>
                <p14:cNvContentPartPr/>
                <p14:nvPr/>
              </p14:nvContentPartPr>
              <p14:xfrm>
                <a:off x="7544678" y="1402703"/>
                <a:ext cx="149760" cy="25920"/>
              </p14:xfrm>
            </p:contentPart>
          </mc:Choice>
          <mc:Fallback xmlns="">
            <p:pic>
              <p:nvPicPr>
                <p:cNvPr id="93" name="Ink 92">
                  <a:extLst>
                    <a:ext uri="{FF2B5EF4-FFF2-40B4-BE49-F238E27FC236}">
                      <a16:creationId xmlns:a16="http://schemas.microsoft.com/office/drawing/2014/main" id="{FB2B5151-9561-48CF-2C1C-D324C910B30F}"/>
                    </a:ext>
                  </a:extLst>
                </p:cNvPr>
                <p:cNvPicPr/>
                <p:nvPr/>
              </p:nvPicPr>
              <p:blipFill>
                <a:blip r:embed="rId105"/>
                <a:stretch>
                  <a:fillRect/>
                </a:stretch>
              </p:blipFill>
              <p:spPr>
                <a:xfrm>
                  <a:off x="7535678" y="1393703"/>
                  <a:ext cx="1674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4" name="Ink 93">
                  <a:extLst>
                    <a:ext uri="{FF2B5EF4-FFF2-40B4-BE49-F238E27FC236}">
                      <a16:creationId xmlns:a16="http://schemas.microsoft.com/office/drawing/2014/main" id="{2ADD741A-17FD-51EE-46CB-142C04BB95AB}"/>
                    </a:ext>
                  </a:extLst>
                </p14:cNvPr>
                <p14:cNvContentPartPr/>
                <p14:nvPr/>
              </p14:nvContentPartPr>
              <p14:xfrm>
                <a:off x="7442438" y="1365263"/>
                <a:ext cx="93600" cy="241920"/>
              </p14:xfrm>
            </p:contentPart>
          </mc:Choice>
          <mc:Fallback xmlns="">
            <p:pic>
              <p:nvPicPr>
                <p:cNvPr id="94" name="Ink 93">
                  <a:extLst>
                    <a:ext uri="{FF2B5EF4-FFF2-40B4-BE49-F238E27FC236}">
                      <a16:creationId xmlns:a16="http://schemas.microsoft.com/office/drawing/2014/main" id="{2ADD741A-17FD-51EE-46CB-142C04BB95AB}"/>
                    </a:ext>
                  </a:extLst>
                </p:cNvPr>
                <p:cNvPicPr/>
                <p:nvPr/>
              </p:nvPicPr>
              <p:blipFill>
                <a:blip r:embed="rId107"/>
                <a:stretch>
                  <a:fillRect/>
                </a:stretch>
              </p:blipFill>
              <p:spPr>
                <a:xfrm>
                  <a:off x="7433798" y="1356263"/>
                  <a:ext cx="11124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5" name="Ink 94">
                  <a:extLst>
                    <a:ext uri="{FF2B5EF4-FFF2-40B4-BE49-F238E27FC236}">
                      <a16:creationId xmlns:a16="http://schemas.microsoft.com/office/drawing/2014/main" id="{B689BFAD-3780-489C-5A59-A1A08D433CBB}"/>
                    </a:ext>
                  </a:extLst>
                </p14:cNvPr>
                <p14:cNvContentPartPr/>
                <p14:nvPr/>
              </p14:nvContentPartPr>
              <p14:xfrm>
                <a:off x="7746998" y="1333943"/>
                <a:ext cx="78840" cy="280800"/>
              </p14:xfrm>
            </p:contentPart>
          </mc:Choice>
          <mc:Fallback xmlns="">
            <p:pic>
              <p:nvPicPr>
                <p:cNvPr id="95" name="Ink 94">
                  <a:extLst>
                    <a:ext uri="{FF2B5EF4-FFF2-40B4-BE49-F238E27FC236}">
                      <a16:creationId xmlns:a16="http://schemas.microsoft.com/office/drawing/2014/main" id="{B689BFAD-3780-489C-5A59-A1A08D433CBB}"/>
                    </a:ext>
                  </a:extLst>
                </p:cNvPr>
                <p:cNvPicPr/>
                <p:nvPr/>
              </p:nvPicPr>
              <p:blipFill>
                <a:blip r:embed="rId109"/>
                <a:stretch>
                  <a:fillRect/>
                </a:stretch>
              </p:blipFill>
              <p:spPr>
                <a:xfrm>
                  <a:off x="7738358" y="1324943"/>
                  <a:ext cx="9648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8" name="Ink 97">
                  <a:extLst>
                    <a:ext uri="{FF2B5EF4-FFF2-40B4-BE49-F238E27FC236}">
                      <a16:creationId xmlns:a16="http://schemas.microsoft.com/office/drawing/2014/main" id="{B3A4BEB9-1D27-0891-8D90-0BBB9BFC3AEB}"/>
                    </a:ext>
                  </a:extLst>
                </p14:cNvPr>
                <p14:cNvContentPartPr/>
                <p14:nvPr/>
              </p14:nvContentPartPr>
              <p14:xfrm>
                <a:off x="8679398" y="2817863"/>
                <a:ext cx="201240" cy="141840"/>
              </p14:xfrm>
            </p:contentPart>
          </mc:Choice>
          <mc:Fallback xmlns="">
            <p:pic>
              <p:nvPicPr>
                <p:cNvPr id="98" name="Ink 97">
                  <a:extLst>
                    <a:ext uri="{FF2B5EF4-FFF2-40B4-BE49-F238E27FC236}">
                      <a16:creationId xmlns:a16="http://schemas.microsoft.com/office/drawing/2014/main" id="{B3A4BEB9-1D27-0891-8D90-0BBB9BFC3AEB}"/>
                    </a:ext>
                  </a:extLst>
                </p:cNvPr>
                <p:cNvPicPr/>
                <p:nvPr/>
              </p:nvPicPr>
              <p:blipFill>
                <a:blip r:embed="rId111"/>
                <a:stretch>
                  <a:fillRect/>
                </a:stretch>
              </p:blipFill>
              <p:spPr>
                <a:xfrm>
                  <a:off x="8670758" y="2809223"/>
                  <a:ext cx="2188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0" name="Ink 99">
                  <a:extLst>
                    <a:ext uri="{FF2B5EF4-FFF2-40B4-BE49-F238E27FC236}">
                      <a16:creationId xmlns:a16="http://schemas.microsoft.com/office/drawing/2014/main" id="{AE0B5EC3-EBE2-2E92-3054-A135D8D90D30}"/>
                    </a:ext>
                  </a:extLst>
                </p14:cNvPr>
                <p14:cNvContentPartPr/>
                <p14:nvPr/>
              </p14:nvContentPartPr>
              <p14:xfrm>
                <a:off x="6162638" y="3126023"/>
                <a:ext cx="31320" cy="155160"/>
              </p14:xfrm>
            </p:contentPart>
          </mc:Choice>
          <mc:Fallback xmlns="">
            <p:pic>
              <p:nvPicPr>
                <p:cNvPr id="100" name="Ink 99">
                  <a:extLst>
                    <a:ext uri="{FF2B5EF4-FFF2-40B4-BE49-F238E27FC236}">
                      <a16:creationId xmlns:a16="http://schemas.microsoft.com/office/drawing/2014/main" id="{AE0B5EC3-EBE2-2E92-3054-A135D8D90D30}"/>
                    </a:ext>
                  </a:extLst>
                </p:cNvPr>
                <p:cNvPicPr/>
                <p:nvPr/>
              </p:nvPicPr>
              <p:blipFill>
                <a:blip r:embed="rId113"/>
                <a:stretch>
                  <a:fillRect/>
                </a:stretch>
              </p:blipFill>
              <p:spPr>
                <a:xfrm>
                  <a:off x="6153998" y="3117023"/>
                  <a:ext cx="489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1" name="Ink 100">
                  <a:extLst>
                    <a:ext uri="{FF2B5EF4-FFF2-40B4-BE49-F238E27FC236}">
                      <a16:creationId xmlns:a16="http://schemas.microsoft.com/office/drawing/2014/main" id="{130A3ACF-99C0-63AB-7408-A811B8B13AF1}"/>
                    </a:ext>
                  </a:extLst>
                </p14:cNvPr>
                <p14:cNvContentPartPr/>
                <p14:nvPr/>
              </p14:nvContentPartPr>
              <p14:xfrm>
                <a:off x="6286478" y="3132863"/>
                <a:ext cx="96480" cy="137160"/>
              </p14:xfrm>
            </p:contentPart>
          </mc:Choice>
          <mc:Fallback xmlns="">
            <p:pic>
              <p:nvPicPr>
                <p:cNvPr id="101" name="Ink 100">
                  <a:extLst>
                    <a:ext uri="{FF2B5EF4-FFF2-40B4-BE49-F238E27FC236}">
                      <a16:creationId xmlns:a16="http://schemas.microsoft.com/office/drawing/2014/main" id="{130A3ACF-99C0-63AB-7408-A811B8B13AF1}"/>
                    </a:ext>
                  </a:extLst>
                </p:cNvPr>
                <p:cNvPicPr/>
                <p:nvPr/>
              </p:nvPicPr>
              <p:blipFill>
                <a:blip r:embed="rId115"/>
                <a:stretch>
                  <a:fillRect/>
                </a:stretch>
              </p:blipFill>
              <p:spPr>
                <a:xfrm>
                  <a:off x="6277478" y="3123863"/>
                  <a:ext cx="1141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2" name="Ink 101">
                  <a:extLst>
                    <a:ext uri="{FF2B5EF4-FFF2-40B4-BE49-F238E27FC236}">
                      <a16:creationId xmlns:a16="http://schemas.microsoft.com/office/drawing/2014/main" id="{575681B1-7570-7E73-5FFD-4AE26A7A76F8}"/>
                    </a:ext>
                  </a:extLst>
                </p14:cNvPr>
                <p14:cNvContentPartPr/>
                <p14:nvPr/>
              </p14:nvContentPartPr>
              <p14:xfrm>
                <a:off x="6480878" y="3225383"/>
                <a:ext cx="1440" cy="360"/>
              </p14:xfrm>
            </p:contentPart>
          </mc:Choice>
          <mc:Fallback xmlns="">
            <p:pic>
              <p:nvPicPr>
                <p:cNvPr id="102" name="Ink 101">
                  <a:extLst>
                    <a:ext uri="{FF2B5EF4-FFF2-40B4-BE49-F238E27FC236}">
                      <a16:creationId xmlns:a16="http://schemas.microsoft.com/office/drawing/2014/main" id="{575681B1-7570-7E73-5FFD-4AE26A7A76F8}"/>
                    </a:ext>
                  </a:extLst>
                </p:cNvPr>
                <p:cNvPicPr/>
                <p:nvPr/>
              </p:nvPicPr>
              <p:blipFill>
                <a:blip r:embed="rId117"/>
                <a:stretch>
                  <a:fillRect/>
                </a:stretch>
              </p:blipFill>
              <p:spPr>
                <a:xfrm>
                  <a:off x="6472238" y="3216383"/>
                  <a:ext cx="19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3" name="Ink 102">
                  <a:extLst>
                    <a:ext uri="{FF2B5EF4-FFF2-40B4-BE49-F238E27FC236}">
                      <a16:creationId xmlns:a16="http://schemas.microsoft.com/office/drawing/2014/main" id="{D816F12D-1985-5878-F6FA-129440C8E226}"/>
                    </a:ext>
                  </a:extLst>
                </p14:cNvPr>
                <p14:cNvContentPartPr/>
                <p14:nvPr/>
              </p14:nvContentPartPr>
              <p14:xfrm>
                <a:off x="6558998" y="3157703"/>
                <a:ext cx="120240" cy="124920"/>
              </p14:xfrm>
            </p:contentPart>
          </mc:Choice>
          <mc:Fallback xmlns="">
            <p:pic>
              <p:nvPicPr>
                <p:cNvPr id="103" name="Ink 102">
                  <a:extLst>
                    <a:ext uri="{FF2B5EF4-FFF2-40B4-BE49-F238E27FC236}">
                      <a16:creationId xmlns:a16="http://schemas.microsoft.com/office/drawing/2014/main" id="{D816F12D-1985-5878-F6FA-129440C8E226}"/>
                    </a:ext>
                  </a:extLst>
                </p:cNvPr>
                <p:cNvPicPr/>
                <p:nvPr/>
              </p:nvPicPr>
              <p:blipFill>
                <a:blip r:embed="rId119"/>
                <a:stretch>
                  <a:fillRect/>
                </a:stretch>
              </p:blipFill>
              <p:spPr>
                <a:xfrm>
                  <a:off x="6550358" y="3149063"/>
                  <a:ext cx="1378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4" name="Ink 103">
                  <a:extLst>
                    <a:ext uri="{FF2B5EF4-FFF2-40B4-BE49-F238E27FC236}">
                      <a16:creationId xmlns:a16="http://schemas.microsoft.com/office/drawing/2014/main" id="{CD445BEF-C2E4-03D8-AADF-FAD2128203DB}"/>
                    </a:ext>
                  </a:extLst>
                </p14:cNvPr>
                <p14:cNvContentPartPr/>
                <p14:nvPr/>
              </p14:nvContentPartPr>
              <p14:xfrm>
                <a:off x="6757358" y="3168863"/>
                <a:ext cx="18360" cy="148320"/>
              </p14:xfrm>
            </p:contentPart>
          </mc:Choice>
          <mc:Fallback xmlns="">
            <p:pic>
              <p:nvPicPr>
                <p:cNvPr id="104" name="Ink 103">
                  <a:extLst>
                    <a:ext uri="{FF2B5EF4-FFF2-40B4-BE49-F238E27FC236}">
                      <a16:creationId xmlns:a16="http://schemas.microsoft.com/office/drawing/2014/main" id="{CD445BEF-C2E4-03D8-AADF-FAD2128203DB}"/>
                    </a:ext>
                  </a:extLst>
                </p:cNvPr>
                <p:cNvPicPr/>
                <p:nvPr/>
              </p:nvPicPr>
              <p:blipFill>
                <a:blip r:embed="rId121"/>
                <a:stretch>
                  <a:fillRect/>
                </a:stretch>
              </p:blipFill>
              <p:spPr>
                <a:xfrm>
                  <a:off x="6748718" y="3160223"/>
                  <a:ext cx="360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6" name="Ink 105">
                  <a:extLst>
                    <a:ext uri="{FF2B5EF4-FFF2-40B4-BE49-F238E27FC236}">
                      <a16:creationId xmlns:a16="http://schemas.microsoft.com/office/drawing/2014/main" id="{12B5897B-8748-DAB7-97CC-E14B814A03F2}"/>
                    </a:ext>
                  </a:extLst>
                </p14:cNvPr>
                <p14:cNvContentPartPr/>
                <p14:nvPr/>
              </p14:nvContentPartPr>
              <p14:xfrm>
                <a:off x="6900278" y="3272903"/>
                <a:ext cx="93240" cy="2880"/>
              </p14:xfrm>
            </p:contentPart>
          </mc:Choice>
          <mc:Fallback xmlns="">
            <p:pic>
              <p:nvPicPr>
                <p:cNvPr id="106" name="Ink 105">
                  <a:extLst>
                    <a:ext uri="{FF2B5EF4-FFF2-40B4-BE49-F238E27FC236}">
                      <a16:creationId xmlns:a16="http://schemas.microsoft.com/office/drawing/2014/main" id="{12B5897B-8748-DAB7-97CC-E14B814A03F2}"/>
                    </a:ext>
                  </a:extLst>
                </p:cNvPr>
                <p:cNvPicPr/>
                <p:nvPr/>
              </p:nvPicPr>
              <p:blipFill>
                <a:blip r:embed="rId123"/>
                <a:stretch>
                  <a:fillRect/>
                </a:stretch>
              </p:blipFill>
              <p:spPr>
                <a:xfrm>
                  <a:off x="6891278" y="3263903"/>
                  <a:ext cx="1108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7" name="Ink 106">
                  <a:extLst>
                    <a:ext uri="{FF2B5EF4-FFF2-40B4-BE49-F238E27FC236}">
                      <a16:creationId xmlns:a16="http://schemas.microsoft.com/office/drawing/2014/main" id="{842032E3-40DE-C03D-8515-2DDA7AB75D50}"/>
                    </a:ext>
                  </a:extLst>
                </p14:cNvPr>
                <p14:cNvContentPartPr/>
                <p14:nvPr/>
              </p14:nvContentPartPr>
              <p14:xfrm>
                <a:off x="7177118" y="3194063"/>
                <a:ext cx="23400" cy="146880"/>
              </p14:xfrm>
            </p:contentPart>
          </mc:Choice>
          <mc:Fallback xmlns="">
            <p:pic>
              <p:nvPicPr>
                <p:cNvPr id="107" name="Ink 106">
                  <a:extLst>
                    <a:ext uri="{FF2B5EF4-FFF2-40B4-BE49-F238E27FC236}">
                      <a16:creationId xmlns:a16="http://schemas.microsoft.com/office/drawing/2014/main" id="{842032E3-40DE-C03D-8515-2DDA7AB75D50}"/>
                    </a:ext>
                  </a:extLst>
                </p:cNvPr>
                <p:cNvPicPr/>
                <p:nvPr/>
              </p:nvPicPr>
              <p:blipFill>
                <a:blip r:embed="rId125"/>
                <a:stretch>
                  <a:fillRect/>
                </a:stretch>
              </p:blipFill>
              <p:spPr>
                <a:xfrm>
                  <a:off x="7168478" y="3185423"/>
                  <a:ext cx="4104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8" name="Ink 107">
                  <a:extLst>
                    <a:ext uri="{FF2B5EF4-FFF2-40B4-BE49-F238E27FC236}">
                      <a16:creationId xmlns:a16="http://schemas.microsoft.com/office/drawing/2014/main" id="{4D3711EC-7ECB-9566-9C8A-217C547B0E6B}"/>
                    </a:ext>
                  </a:extLst>
                </p14:cNvPr>
                <p14:cNvContentPartPr/>
                <p14:nvPr/>
              </p14:nvContentPartPr>
              <p14:xfrm>
                <a:off x="7340198" y="3181103"/>
                <a:ext cx="141840" cy="131400"/>
              </p14:xfrm>
            </p:contentPart>
          </mc:Choice>
          <mc:Fallback xmlns="">
            <p:pic>
              <p:nvPicPr>
                <p:cNvPr id="108" name="Ink 107">
                  <a:extLst>
                    <a:ext uri="{FF2B5EF4-FFF2-40B4-BE49-F238E27FC236}">
                      <a16:creationId xmlns:a16="http://schemas.microsoft.com/office/drawing/2014/main" id="{4D3711EC-7ECB-9566-9C8A-217C547B0E6B}"/>
                    </a:ext>
                  </a:extLst>
                </p:cNvPr>
                <p:cNvPicPr/>
                <p:nvPr/>
              </p:nvPicPr>
              <p:blipFill>
                <a:blip r:embed="rId127"/>
                <a:stretch>
                  <a:fillRect/>
                </a:stretch>
              </p:blipFill>
              <p:spPr>
                <a:xfrm>
                  <a:off x="7331198" y="3172103"/>
                  <a:ext cx="159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9" name="Ink 108">
                  <a:extLst>
                    <a:ext uri="{FF2B5EF4-FFF2-40B4-BE49-F238E27FC236}">
                      <a16:creationId xmlns:a16="http://schemas.microsoft.com/office/drawing/2014/main" id="{D1A58A5D-4076-0A98-01D9-154CDDCE0FF8}"/>
                    </a:ext>
                  </a:extLst>
                </p14:cNvPr>
                <p14:cNvContentPartPr/>
                <p14:nvPr/>
              </p14:nvContentPartPr>
              <p14:xfrm>
                <a:off x="7494638" y="3194063"/>
                <a:ext cx="90000" cy="120600"/>
              </p14:xfrm>
            </p:contentPart>
          </mc:Choice>
          <mc:Fallback xmlns="">
            <p:pic>
              <p:nvPicPr>
                <p:cNvPr id="109" name="Ink 108">
                  <a:extLst>
                    <a:ext uri="{FF2B5EF4-FFF2-40B4-BE49-F238E27FC236}">
                      <a16:creationId xmlns:a16="http://schemas.microsoft.com/office/drawing/2014/main" id="{D1A58A5D-4076-0A98-01D9-154CDDCE0FF8}"/>
                    </a:ext>
                  </a:extLst>
                </p:cNvPr>
                <p:cNvPicPr/>
                <p:nvPr/>
              </p:nvPicPr>
              <p:blipFill>
                <a:blip r:embed="rId129"/>
                <a:stretch>
                  <a:fillRect/>
                </a:stretch>
              </p:blipFill>
              <p:spPr>
                <a:xfrm>
                  <a:off x="7485998" y="3185423"/>
                  <a:ext cx="1076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0" name="Ink 109">
                  <a:extLst>
                    <a:ext uri="{FF2B5EF4-FFF2-40B4-BE49-F238E27FC236}">
                      <a16:creationId xmlns:a16="http://schemas.microsoft.com/office/drawing/2014/main" id="{2C35BD7C-32CC-5ECF-BBE7-D586B9121F09}"/>
                    </a:ext>
                  </a:extLst>
                </p14:cNvPr>
                <p14:cNvContentPartPr/>
                <p14:nvPr/>
              </p14:nvContentPartPr>
              <p14:xfrm>
                <a:off x="7647998" y="3205223"/>
                <a:ext cx="138240" cy="115560"/>
              </p14:xfrm>
            </p:contentPart>
          </mc:Choice>
          <mc:Fallback xmlns="">
            <p:pic>
              <p:nvPicPr>
                <p:cNvPr id="110" name="Ink 109">
                  <a:extLst>
                    <a:ext uri="{FF2B5EF4-FFF2-40B4-BE49-F238E27FC236}">
                      <a16:creationId xmlns:a16="http://schemas.microsoft.com/office/drawing/2014/main" id="{2C35BD7C-32CC-5ECF-BBE7-D586B9121F09}"/>
                    </a:ext>
                  </a:extLst>
                </p:cNvPr>
                <p:cNvPicPr/>
                <p:nvPr/>
              </p:nvPicPr>
              <p:blipFill>
                <a:blip r:embed="rId131"/>
                <a:stretch>
                  <a:fillRect/>
                </a:stretch>
              </p:blipFill>
              <p:spPr>
                <a:xfrm>
                  <a:off x="7639358" y="3196583"/>
                  <a:ext cx="155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1" name="Ink 110">
                  <a:extLst>
                    <a:ext uri="{FF2B5EF4-FFF2-40B4-BE49-F238E27FC236}">
                      <a16:creationId xmlns:a16="http://schemas.microsoft.com/office/drawing/2014/main" id="{24C9EF92-99BE-57C4-F0D2-E4F30F50E1CC}"/>
                    </a:ext>
                  </a:extLst>
                </p14:cNvPr>
                <p14:cNvContentPartPr/>
                <p14:nvPr/>
              </p14:nvContentPartPr>
              <p14:xfrm>
                <a:off x="7092878" y="3444263"/>
                <a:ext cx="194400" cy="194760"/>
              </p14:xfrm>
            </p:contentPart>
          </mc:Choice>
          <mc:Fallback xmlns="">
            <p:pic>
              <p:nvPicPr>
                <p:cNvPr id="111" name="Ink 110">
                  <a:extLst>
                    <a:ext uri="{FF2B5EF4-FFF2-40B4-BE49-F238E27FC236}">
                      <a16:creationId xmlns:a16="http://schemas.microsoft.com/office/drawing/2014/main" id="{24C9EF92-99BE-57C4-F0D2-E4F30F50E1CC}"/>
                    </a:ext>
                  </a:extLst>
                </p:cNvPr>
                <p:cNvPicPr/>
                <p:nvPr/>
              </p:nvPicPr>
              <p:blipFill>
                <a:blip r:embed="rId133"/>
                <a:stretch>
                  <a:fillRect/>
                </a:stretch>
              </p:blipFill>
              <p:spPr>
                <a:xfrm>
                  <a:off x="7084238" y="3435263"/>
                  <a:ext cx="2120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2" name="Ink 111">
                  <a:extLst>
                    <a:ext uri="{FF2B5EF4-FFF2-40B4-BE49-F238E27FC236}">
                      <a16:creationId xmlns:a16="http://schemas.microsoft.com/office/drawing/2014/main" id="{A0752D6A-E35A-98E5-6AB1-C32979B8B6AB}"/>
                    </a:ext>
                  </a:extLst>
                </p14:cNvPr>
                <p14:cNvContentPartPr/>
                <p14:nvPr/>
              </p14:nvContentPartPr>
              <p14:xfrm>
                <a:off x="7341998" y="3495023"/>
                <a:ext cx="194040" cy="97560"/>
              </p14:xfrm>
            </p:contentPart>
          </mc:Choice>
          <mc:Fallback xmlns="">
            <p:pic>
              <p:nvPicPr>
                <p:cNvPr id="112" name="Ink 111">
                  <a:extLst>
                    <a:ext uri="{FF2B5EF4-FFF2-40B4-BE49-F238E27FC236}">
                      <a16:creationId xmlns:a16="http://schemas.microsoft.com/office/drawing/2014/main" id="{A0752D6A-E35A-98E5-6AB1-C32979B8B6AB}"/>
                    </a:ext>
                  </a:extLst>
                </p:cNvPr>
                <p:cNvPicPr/>
                <p:nvPr/>
              </p:nvPicPr>
              <p:blipFill>
                <a:blip r:embed="rId135"/>
                <a:stretch>
                  <a:fillRect/>
                </a:stretch>
              </p:blipFill>
              <p:spPr>
                <a:xfrm>
                  <a:off x="7332998" y="3486383"/>
                  <a:ext cx="2116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3" name="Ink 112">
                  <a:extLst>
                    <a:ext uri="{FF2B5EF4-FFF2-40B4-BE49-F238E27FC236}">
                      <a16:creationId xmlns:a16="http://schemas.microsoft.com/office/drawing/2014/main" id="{E4EF9CD1-A3ED-1B0D-CDAC-B96378D18C7A}"/>
                    </a:ext>
                  </a:extLst>
                </p14:cNvPr>
                <p14:cNvContentPartPr/>
                <p14:nvPr/>
              </p14:nvContentPartPr>
              <p14:xfrm>
                <a:off x="7570238" y="3510143"/>
                <a:ext cx="77760" cy="85320"/>
              </p14:xfrm>
            </p:contentPart>
          </mc:Choice>
          <mc:Fallback xmlns="">
            <p:pic>
              <p:nvPicPr>
                <p:cNvPr id="113" name="Ink 112">
                  <a:extLst>
                    <a:ext uri="{FF2B5EF4-FFF2-40B4-BE49-F238E27FC236}">
                      <a16:creationId xmlns:a16="http://schemas.microsoft.com/office/drawing/2014/main" id="{E4EF9CD1-A3ED-1B0D-CDAC-B96378D18C7A}"/>
                    </a:ext>
                  </a:extLst>
                </p:cNvPr>
                <p:cNvPicPr/>
                <p:nvPr/>
              </p:nvPicPr>
              <p:blipFill>
                <a:blip r:embed="rId137"/>
                <a:stretch>
                  <a:fillRect/>
                </a:stretch>
              </p:blipFill>
              <p:spPr>
                <a:xfrm>
                  <a:off x="7561598" y="3501143"/>
                  <a:ext cx="954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4" name="Ink 113">
                  <a:extLst>
                    <a:ext uri="{FF2B5EF4-FFF2-40B4-BE49-F238E27FC236}">
                      <a16:creationId xmlns:a16="http://schemas.microsoft.com/office/drawing/2014/main" id="{3FBC8A57-1D6A-135D-F22F-8806E02FA783}"/>
                    </a:ext>
                  </a:extLst>
                </p14:cNvPr>
                <p14:cNvContentPartPr/>
                <p14:nvPr/>
              </p14:nvContentPartPr>
              <p14:xfrm>
                <a:off x="7653398" y="3501503"/>
                <a:ext cx="112320" cy="113400"/>
              </p14:xfrm>
            </p:contentPart>
          </mc:Choice>
          <mc:Fallback xmlns="">
            <p:pic>
              <p:nvPicPr>
                <p:cNvPr id="114" name="Ink 113">
                  <a:extLst>
                    <a:ext uri="{FF2B5EF4-FFF2-40B4-BE49-F238E27FC236}">
                      <a16:creationId xmlns:a16="http://schemas.microsoft.com/office/drawing/2014/main" id="{3FBC8A57-1D6A-135D-F22F-8806E02FA783}"/>
                    </a:ext>
                  </a:extLst>
                </p:cNvPr>
                <p:cNvPicPr/>
                <p:nvPr/>
              </p:nvPicPr>
              <p:blipFill>
                <a:blip r:embed="rId139"/>
                <a:stretch>
                  <a:fillRect/>
                </a:stretch>
              </p:blipFill>
              <p:spPr>
                <a:xfrm>
                  <a:off x="7644398" y="3492863"/>
                  <a:ext cx="1299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5" name="Ink 114">
                  <a:extLst>
                    <a:ext uri="{FF2B5EF4-FFF2-40B4-BE49-F238E27FC236}">
                      <a16:creationId xmlns:a16="http://schemas.microsoft.com/office/drawing/2014/main" id="{89994D07-FB41-7E8B-7CA6-BED4F51B4F08}"/>
                    </a:ext>
                  </a:extLst>
                </p14:cNvPr>
                <p14:cNvContentPartPr/>
                <p14:nvPr/>
              </p14:nvContentPartPr>
              <p14:xfrm>
                <a:off x="7803518" y="3470543"/>
                <a:ext cx="113400" cy="129960"/>
              </p14:xfrm>
            </p:contentPart>
          </mc:Choice>
          <mc:Fallback xmlns="">
            <p:pic>
              <p:nvPicPr>
                <p:cNvPr id="115" name="Ink 114">
                  <a:extLst>
                    <a:ext uri="{FF2B5EF4-FFF2-40B4-BE49-F238E27FC236}">
                      <a16:creationId xmlns:a16="http://schemas.microsoft.com/office/drawing/2014/main" id="{89994D07-FB41-7E8B-7CA6-BED4F51B4F08}"/>
                    </a:ext>
                  </a:extLst>
                </p:cNvPr>
                <p:cNvPicPr/>
                <p:nvPr/>
              </p:nvPicPr>
              <p:blipFill>
                <a:blip r:embed="rId141"/>
                <a:stretch>
                  <a:fillRect/>
                </a:stretch>
              </p:blipFill>
              <p:spPr>
                <a:xfrm>
                  <a:off x="7794518" y="3461903"/>
                  <a:ext cx="1310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7" name="Ink 116">
                  <a:extLst>
                    <a:ext uri="{FF2B5EF4-FFF2-40B4-BE49-F238E27FC236}">
                      <a16:creationId xmlns:a16="http://schemas.microsoft.com/office/drawing/2014/main" id="{E6275931-34F4-CE24-1855-6005774A54BB}"/>
                    </a:ext>
                  </a:extLst>
                </p14:cNvPr>
                <p14:cNvContentPartPr/>
                <p14:nvPr/>
              </p14:nvContentPartPr>
              <p14:xfrm>
                <a:off x="4666118" y="1815623"/>
                <a:ext cx="4214880" cy="971280"/>
              </p14:xfrm>
            </p:contentPart>
          </mc:Choice>
          <mc:Fallback xmlns="">
            <p:pic>
              <p:nvPicPr>
                <p:cNvPr id="117" name="Ink 116">
                  <a:extLst>
                    <a:ext uri="{FF2B5EF4-FFF2-40B4-BE49-F238E27FC236}">
                      <a16:creationId xmlns:a16="http://schemas.microsoft.com/office/drawing/2014/main" id="{E6275931-34F4-CE24-1855-6005774A54BB}"/>
                    </a:ext>
                  </a:extLst>
                </p:cNvPr>
                <p:cNvPicPr/>
                <p:nvPr/>
              </p:nvPicPr>
              <p:blipFill>
                <a:blip r:embed="rId143"/>
                <a:stretch>
                  <a:fillRect/>
                </a:stretch>
              </p:blipFill>
              <p:spPr>
                <a:xfrm>
                  <a:off x="4657478" y="1806983"/>
                  <a:ext cx="4232520" cy="988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18" name="Ink 117">
                  <a:extLst>
                    <a:ext uri="{FF2B5EF4-FFF2-40B4-BE49-F238E27FC236}">
                      <a16:creationId xmlns:a16="http://schemas.microsoft.com/office/drawing/2014/main" id="{EEE0A99B-6A93-826B-0B5E-4025C98C8A00}"/>
                    </a:ext>
                  </a:extLst>
                </p14:cNvPr>
                <p14:cNvContentPartPr/>
                <p14:nvPr/>
              </p14:nvContentPartPr>
              <p14:xfrm>
                <a:off x="4628318" y="1740743"/>
                <a:ext cx="143280" cy="210960"/>
              </p14:xfrm>
            </p:contentPart>
          </mc:Choice>
          <mc:Fallback xmlns="">
            <p:pic>
              <p:nvPicPr>
                <p:cNvPr id="118" name="Ink 117">
                  <a:extLst>
                    <a:ext uri="{FF2B5EF4-FFF2-40B4-BE49-F238E27FC236}">
                      <a16:creationId xmlns:a16="http://schemas.microsoft.com/office/drawing/2014/main" id="{EEE0A99B-6A93-826B-0B5E-4025C98C8A00}"/>
                    </a:ext>
                  </a:extLst>
                </p:cNvPr>
                <p:cNvPicPr/>
                <p:nvPr/>
              </p:nvPicPr>
              <p:blipFill>
                <a:blip r:embed="rId145"/>
                <a:stretch>
                  <a:fillRect/>
                </a:stretch>
              </p:blipFill>
              <p:spPr>
                <a:xfrm>
                  <a:off x="4619318" y="1732103"/>
                  <a:ext cx="1609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19" name="Ink 118">
                  <a:extLst>
                    <a:ext uri="{FF2B5EF4-FFF2-40B4-BE49-F238E27FC236}">
                      <a16:creationId xmlns:a16="http://schemas.microsoft.com/office/drawing/2014/main" id="{093FAB79-2166-3DAF-1CA6-6DA3B0FBE9E7}"/>
                    </a:ext>
                  </a:extLst>
                </p14:cNvPr>
                <p14:cNvContentPartPr/>
                <p14:nvPr/>
              </p14:nvContentPartPr>
              <p14:xfrm>
                <a:off x="5119358" y="2026223"/>
                <a:ext cx="40680" cy="158040"/>
              </p14:xfrm>
            </p:contentPart>
          </mc:Choice>
          <mc:Fallback xmlns="">
            <p:pic>
              <p:nvPicPr>
                <p:cNvPr id="119" name="Ink 118">
                  <a:extLst>
                    <a:ext uri="{FF2B5EF4-FFF2-40B4-BE49-F238E27FC236}">
                      <a16:creationId xmlns:a16="http://schemas.microsoft.com/office/drawing/2014/main" id="{093FAB79-2166-3DAF-1CA6-6DA3B0FBE9E7}"/>
                    </a:ext>
                  </a:extLst>
                </p:cNvPr>
                <p:cNvPicPr/>
                <p:nvPr/>
              </p:nvPicPr>
              <p:blipFill>
                <a:blip r:embed="rId147"/>
                <a:stretch>
                  <a:fillRect/>
                </a:stretch>
              </p:blipFill>
              <p:spPr>
                <a:xfrm>
                  <a:off x="5110718" y="2017223"/>
                  <a:ext cx="583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0" name="Ink 119">
                  <a:extLst>
                    <a:ext uri="{FF2B5EF4-FFF2-40B4-BE49-F238E27FC236}">
                      <a16:creationId xmlns:a16="http://schemas.microsoft.com/office/drawing/2014/main" id="{22FA8ED6-8EBC-C3CE-21A9-F2653F5DCCC2}"/>
                    </a:ext>
                  </a:extLst>
                </p14:cNvPr>
                <p14:cNvContentPartPr/>
                <p14:nvPr/>
              </p14:nvContentPartPr>
              <p14:xfrm>
                <a:off x="5250758" y="2035943"/>
                <a:ext cx="93240" cy="148680"/>
              </p14:xfrm>
            </p:contentPart>
          </mc:Choice>
          <mc:Fallback xmlns="">
            <p:pic>
              <p:nvPicPr>
                <p:cNvPr id="120" name="Ink 119">
                  <a:extLst>
                    <a:ext uri="{FF2B5EF4-FFF2-40B4-BE49-F238E27FC236}">
                      <a16:creationId xmlns:a16="http://schemas.microsoft.com/office/drawing/2014/main" id="{22FA8ED6-8EBC-C3CE-21A9-F2653F5DCCC2}"/>
                    </a:ext>
                  </a:extLst>
                </p:cNvPr>
                <p:cNvPicPr/>
                <p:nvPr/>
              </p:nvPicPr>
              <p:blipFill>
                <a:blip r:embed="rId149"/>
                <a:stretch>
                  <a:fillRect/>
                </a:stretch>
              </p:blipFill>
              <p:spPr>
                <a:xfrm>
                  <a:off x="5242118" y="2026943"/>
                  <a:ext cx="1108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1" name="Ink 120">
                  <a:extLst>
                    <a:ext uri="{FF2B5EF4-FFF2-40B4-BE49-F238E27FC236}">
                      <a16:creationId xmlns:a16="http://schemas.microsoft.com/office/drawing/2014/main" id="{510F5C5D-E1C9-FB09-7852-4201B68999D4}"/>
                    </a:ext>
                  </a:extLst>
                </p14:cNvPr>
                <p14:cNvContentPartPr/>
                <p14:nvPr/>
              </p14:nvContentPartPr>
              <p14:xfrm>
                <a:off x="5412758" y="2066903"/>
                <a:ext cx="11160" cy="6480"/>
              </p14:xfrm>
            </p:contentPart>
          </mc:Choice>
          <mc:Fallback xmlns="">
            <p:pic>
              <p:nvPicPr>
                <p:cNvPr id="121" name="Ink 120">
                  <a:extLst>
                    <a:ext uri="{FF2B5EF4-FFF2-40B4-BE49-F238E27FC236}">
                      <a16:creationId xmlns:a16="http://schemas.microsoft.com/office/drawing/2014/main" id="{510F5C5D-E1C9-FB09-7852-4201B68999D4}"/>
                    </a:ext>
                  </a:extLst>
                </p:cNvPr>
                <p:cNvPicPr/>
                <p:nvPr/>
              </p:nvPicPr>
              <p:blipFill>
                <a:blip r:embed="rId151"/>
                <a:stretch>
                  <a:fillRect/>
                </a:stretch>
              </p:blipFill>
              <p:spPr>
                <a:xfrm>
                  <a:off x="5403758" y="2057903"/>
                  <a:ext cx="288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2" name="Ink 121">
                  <a:extLst>
                    <a:ext uri="{FF2B5EF4-FFF2-40B4-BE49-F238E27FC236}">
                      <a16:creationId xmlns:a16="http://schemas.microsoft.com/office/drawing/2014/main" id="{E420F88E-0783-90E8-72A1-52B3BC6C4FF4}"/>
                    </a:ext>
                  </a:extLst>
                </p14:cNvPr>
                <p14:cNvContentPartPr/>
                <p14:nvPr/>
              </p14:nvContentPartPr>
              <p14:xfrm>
                <a:off x="5398718" y="2173103"/>
                <a:ext cx="19440" cy="3960"/>
              </p14:xfrm>
            </p:contentPart>
          </mc:Choice>
          <mc:Fallback xmlns="">
            <p:pic>
              <p:nvPicPr>
                <p:cNvPr id="122" name="Ink 121">
                  <a:extLst>
                    <a:ext uri="{FF2B5EF4-FFF2-40B4-BE49-F238E27FC236}">
                      <a16:creationId xmlns:a16="http://schemas.microsoft.com/office/drawing/2014/main" id="{E420F88E-0783-90E8-72A1-52B3BC6C4FF4}"/>
                    </a:ext>
                  </a:extLst>
                </p:cNvPr>
                <p:cNvPicPr/>
                <p:nvPr/>
              </p:nvPicPr>
              <p:blipFill>
                <a:blip r:embed="rId153"/>
                <a:stretch>
                  <a:fillRect/>
                </a:stretch>
              </p:blipFill>
              <p:spPr>
                <a:xfrm>
                  <a:off x="5389718" y="2164463"/>
                  <a:ext cx="370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3" name="Ink 122">
                  <a:extLst>
                    <a:ext uri="{FF2B5EF4-FFF2-40B4-BE49-F238E27FC236}">
                      <a16:creationId xmlns:a16="http://schemas.microsoft.com/office/drawing/2014/main" id="{39A66044-86EB-D160-3F4C-EF86C2FEA088}"/>
                    </a:ext>
                  </a:extLst>
                </p14:cNvPr>
                <p14:cNvContentPartPr/>
                <p14:nvPr/>
              </p14:nvContentPartPr>
              <p14:xfrm>
                <a:off x="5516438" y="2055743"/>
                <a:ext cx="102240" cy="113400"/>
              </p14:xfrm>
            </p:contentPart>
          </mc:Choice>
          <mc:Fallback xmlns="">
            <p:pic>
              <p:nvPicPr>
                <p:cNvPr id="123" name="Ink 122">
                  <a:extLst>
                    <a:ext uri="{FF2B5EF4-FFF2-40B4-BE49-F238E27FC236}">
                      <a16:creationId xmlns:a16="http://schemas.microsoft.com/office/drawing/2014/main" id="{39A66044-86EB-D160-3F4C-EF86C2FEA088}"/>
                    </a:ext>
                  </a:extLst>
                </p:cNvPr>
                <p:cNvPicPr/>
                <p:nvPr/>
              </p:nvPicPr>
              <p:blipFill>
                <a:blip r:embed="rId155"/>
                <a:stretch>
                  <a:fillRect/>
                </a:stretch>
              </p:blipFill>
              <p:spPr>
                <a:xfrm>
                  <a:off x="5507798" y="2047103"/>
                  <a:ext cx="1198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4" name="Ink 123">
                  <a:extLst>
                    <a:ext uri="{FF2B5EF4-FFF2-40B4-BE49-F238E27FC236}">
                      <a16:creationId xmlns:a16="http://schemas.microsoft.com/office/drawing/2014/main" id="{5307D74E-8C14-4C11-849B-EB8C3952F622}"/>
                    </a:ext>
                  </a:extLst>
                </p14:cNvPr>
                <p14:cNvContentPartPr/>
                <p14:nvPr/>
              </p14:nvContentPartPr>
              <p14:xfrm>
                <a:off x="5698238" y="2043143"/>
                <a:ext cx="117720" cy="136080"/>
              </p14:xfrm>
            </p:contentPart>
          </mc:Choice>
          <mc:Fallback xmlns="">
            <p:pic>
              <p:nvPicPr>
                <p:cNvPr id="124" name="Ink 123">
                  <a:extLst>
                    <a:ext uri="{FF2B5EF4-FFF2-40B4-BE49-F238E27FC236}">
                      <a16:creationId xmlns:a16="http://schemas.microsoft.com/office/drawing/2014/main" id="{5307D74E-8C14-4C11-849B-EB8C3952F622}"/>
                    </a:ext>
                  </a:extLst>
                </p:cNvPr>
                <p:cNvPicPr/>
                <p:nvPr/>
              </p:nvPicPr>
              <p:blipFill>
                <a:blip r:embed="rId157"/>
                <a:stretch>
                  <a:fillRect/>
                </a:stretch>
              </p:blipFill>
              <p:spPr>
                <a:xfrm>
                  <a:off x="5689238" y="2034503"/>
                  <a:ext cx="1353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25" name="Ink 124">
                  <a:extLst>
                    <a:ext uri="{FF2B5EF4-FFF2-40B4-BE49-F238E27FC236}">
                      <a16:creationId xmlns:a16="http://schemas.microsoft.com/office/drawing/2014/main" id="{741169CC-36A6-32DA-C4BB-393931C21D8C}"/>
                    </a:ext>
                  </a:extLst>
                </p14:cNvPr>
                <p14:cNvContentPartPr/>
                <p14:nvPr/>
              </p14:nvContentPartPr>
              <p14:xfrm>
                <a:off x="5742878" y="2021543"/>
                <a:ext cx="147240" cy="38880"/>
              </p14:xfrm>
            </p:contentPart>
          </mc:Choice>
          <mc:Fallback xmlns="">
            <p:pic>
              <p:nvPicPr>
                <p:cNvPr id="125" name="Ink 124">
                  <a:extLst>
                    <a:ext uri="{FF2B5EF4-FFF2-40B4-BE49-F238E27FC236}">
                      <a16:creationId xmlns:a16="http://schemas.microsoft.com/office/drawing/2014/main" id="{741169CC-36A6-32DA-C4BB-393931C21D8C}"/>
                    </a:ext>
                  </a:extLst>
                </p:cNvPr>
                <p:cNvPicPr/>
                <p:nvPr/>
              </p:nvPicPr>
              <p:blipFill>
                <a:blip r:embed="rId159"/>
                <a:stretch>
                  <a:fillRect/>
                </a:stretch>
              </p:blipFill>
              <p:spPr>
                <a:xfrm>
                  <a:off x="5734238" y="2012903"/>
                  <a:ext cx="1648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6" name="Ink 125">
                  <a:extLst>
                    <a:ext uri="{FF2B5EF4-FFF2-40B4-BE49-F238E27FC236}">
                      <a16:creationId xmlns:a16="http://schemas.microsoft.com/office/drawing/2014/main" id="{68A48504-9264-3A8B-9B1B-457587704C85}"/>
                    </a:ext>
                  </a:extLst>
                </p14:cNvPr>
                <p14:cNvContentPartPr/>
                <p14:nvPr/>
              </p14:nvContentPartPr>
              <p14:xfrm>
                <a:off x="4925318" y="2292983"/>
                <a:ext cx="234360" cy="262800"/>
              </p14:xfrm>
            </p:contentPart>
          </mc:Choice>
          <mc:Fallback xmlns="">
            <p:pic>
              <p:nvPicPr>
                <p:cNvPr id="126" name="Ink 125">
                  <a:extLst>
                    <a:ext uri="{FF2B5EF4-FFF2-40B4-BE49-F238E27FC236}">
                      <a16:creationId xmlns:a16="http://schemas.microsoft.com/office/drawing/2014/main" id="{68A48504-9264-3A8B-9B1B-457587704C85}"/>
                    </a:ext>
                  </a:extLst>
                </p:cNvPr>
                <p:cNvPicPr/>
                <p:nvPr/>
              </p:nvPicPr>
              <p:blipFill>
                <a:blip r:embed="rId161"/>
                <a:stretch>
                  <a:fillRect/>
                </a:stretch>
              </p:blipFill>
              <p:spPr>
                <a:xfrm>
                  <a:off x="4916318" y="2283983"/>
                  <a:ext cx="25200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7" name="Ink 126">
                  <a:extLst>
                    <a:ext uri="{FF2B5EF4-FFF2-40B4-BE49-F238E27FC236}">
                      <a16:creationId xmlns:a16="http://schemas.microsoft.com/office/drawing/2014/main" id="{BB57BDEE-628A-5C03-AD36-819C7DEF7573}"/>
                    </a:ext>
                  </a:extLst>
                </p14:cNvPr>
                <p14:cNvContentPartPr/>
                <p14:nvPr/>
              </p14:nvContentPartPr>
              <p14:xfrm>
                <a:off x="5242478" y="2327903"/>
                <a:ext cx="102960" cy="146160"/>
              </p14:xfrm>
            </p:contentPart>
          </mc:Choice>
          <mc:Fallback xmlns="">
            <p:pic>
              <p:nvPicPr>
                <p:cNvPr id="127" name="Ink 126">
                  <a:extLst>
                    <a:ext uri="{FF2B5EF4-FFF2-40B4-BE49-F238E27FC236}">
                      <a16:creationId xmlns:a16="http://schemas.microsoft.com/office/drawing/2014/main" id="{BB57BDEE-628A-5C03-AD36-819C7DEF7573}"/>
                    </a:ext>
                  </a:extLst>
                </p:cNvPr>
                <p:cNvPicPr/>
                <p:nvPr/>
              </p:nvPicPr>
              <p:blipFill>
                <a:blip r:embed="rId163"/>
                <a:stretch>
                  <a:fillRect/>
                </a:stretch>
              </p:blipFill>
              <p:spPr>
                <a:xfrm>
                  <a:off x="5233838" y="2318903"/>
                  <a:ext cx="12060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8" name="Ink 127">
                  <a:extLst>
                    <a:ext uri="{FF2B5EF4-FFF2-40B4-BE49-F238E27FC236}">
                      <a16:creationId xmlns:a16="http://schemas.microsoft.com/office/drawing/2014/main" id="{85F6EB03-3E6F-697F-5BA2-C01FAC6F5CEF}"/>
                    </a:ext>
                  </a:extLst>
                </p14:cNvPr>
                <p14:cNvContentPartPr/>
                <p14:nvPr/>
              </p14:nvContentPartPr>
              <p14:xfrm>
                <a:off x="5405558" y="2310263"/>
                <a:ext cx="97920" cy="92880"/>
              </p14:xfrm>
            </p:contentPart>
          </mc:Choice>
          <mc:Fallback xmlns="">
            <p:pic>
              <p:nvPicPr>
                <p:cNvPr id="128" name="Ink 127">
                  <a:extLst>
                    <a:ext uri="{FF2B5EF4-FFF2-40B4-BE49-F238E27FC236}">
                      <a16:creationId xmlns:a16="http://schemas.microsoft.com/office/drawing/2014/main" id="{85F6EB03-3E6F-697F-5BA2-C01FAC6F5CEF}"/>
                    </a:ext>
                  </a:extLst>
                </p:cNvPr>
                <p:cNvPicPr/>
                <p:nvPr/>
              </p:nvPicPr>
              <p:blipFill>
                <a:blip r:embed="rId165"/>
                <a:stretch>
                  <a:fillRect/>
                </a:stretch>
              </p:blipFill>
              <p:spPr>
                <a:xfrm>
                  <a:off x="5396558" y="2301263"/>
                  <a:ext cx="1155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9" name="Ink 128">
                  <a:extLst>
                    <a:ext uri="{FF2B5EF4-FFF2-40B4-BE49-F238E27FC236}">
                      <a16:creationId xmlns:a16="http://schemas.microsoft.com/office/drawing/2014/main" id="{B09511DE-1F43-CC9F-3C0D-9BAFD68B775D}"/>
                    </a:ext>
                  </a:extLst>
                </p14:cNvPr>
                <p14:cNvContentPartPr/>
                <p14:nvPr/>
              </p14:nvContentPartPr>
              <p14:xfrm>
                <a:off x="5542718" y="2296943"/>
                <a:ext cx="351360" cy="271440"/>
              </p14:xfrm>
            </p:contentPart>
          </mc:Choice>
          <mc:Fallback xmlns="">
            <p:pic>
              <p:nvPicPr>
                <p:cNvPr id="129" name="Ink 128">
                  <a:extLst>
                    <a:ext uri="{FF2B5EF4-FFF2-40B4-BE49-F238E27FC236}">
                      <a16:creationId xmlns:a16="http://schemas.microsoft.com/office/drawing/2014/main" id="{B09511DE-1F43-CC9F-3C0D-9BAFD68B775D}"/>
                    </a:ext>
                  </a:extLst>
                </p:cNvPr>
                <p:cNvPicPr/>
                <p:nvPr/>
              </p:nvPicPr>
              <p:blipFill>
                <a:blip r:embed="rId167"/>
                <a:stretch>
                  <a:fillRect/>
                </a:stretch>
              </p:blipFill>
              <p:spPr>
                <a:xfrm>
                  <a:off x="5534078" y="2287943"/>
                  <a:ext cx="36900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1" name="Ink 130">
                  <a:extLst>
                    <a:ext uri="{FF2B5EF4-FFF2-40B4-BE49-F238E27FC236}">
                      <a16:creationId xmlns:a16="http://schemas.microsoft.com/office/drawing/2014/main" id="{41438249-CC2E-891C-B484-5D780B0EA223}"/>
                    </a:ext>
                  </a:extLst>
                </p14:cNvPr>
                <p14:cNvContentPartPr/>
                <p14:nvPr/>
              </p14:nvContentPartPr>
              <p14:xfrm>
                <a:off x="4847558" y="678743"/>
                <a:ext cx="12960" cy="223560"/>
              </p14:xfrm>
            </p:contentPart>
          </mc:Choice>
          <mc:Fallback xmlns="">
            <p:pic>
              <p:nvPicPr>
                <p:cNvPr id="131" name="Ink 130">
                  <a:extLst>
                    <a:ext uri="{FF2B5EF4-FFF2-40B4-BE49-F238E27FC236}">
                      <a16:creationId xmlns:a16="http://schemas.microsoft.com/office/drawing/2014/main" id="{41438249-CC2E-891C-B484-5D780B0EA223}"/>
                    </a:ext>
                  </a:extLst>
                </p:cNvPr>
                <p:cNvPicPr/>
                <p:nvPr/>
              </p:nvPicPr>
              <p:blipFill>
                <a:blip r:embed="rId169"/>
                <a:stretch>
                  <a:fillRect/>
                </a:stretch>
              </p:blipFill>
              <p:spPr>
                <a:xfrm>
                  <a:off x="4838558" y="670103"/>
                  <a:ext cx="306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2" name="Ink 131">
                  <a:extLst>
                    <a:ext uri="{FF2B5EF4-FFF2-40B4-BE49-F238E27FC236}">
                      <a16:creationId xmlns:a16="http://schemas.microsoft.com/office/drawing/2014/main" id="{E21ECB3C-5BE7-E838-EF95-8032C06E0357}"/>
                    </a:ext>
                  </a:extLst>
                </p14:cNvPr>
                <p14:cNvContentPartPr/>
                <p14:nvPr/>
              </p14:nvContentPartPr>
              <p14:xfrm>
                <a:off x="5003798" y="747863"/>
                <a:ext cx="137880" cy="112320"/>
              </p14:xfrm>
            </p:contentPart>
          </mc:Choice>
          <mc:Fallback xmlns="">
            <p:pic>
              <p:nvPicPr>
                <p:cNvPr id="132" name="Ink 131">
                  <a:extLst>
                    <a:ext uri="{FF2B5EF4-FFF2-40B4-BE49-F238E27FC236}">
                      <a16:creationId xmlns:a16="http://schemas.microsoft.com/office/drawing/2014/main" id="{E21ECB3C-5BE7-E838-EF95-8032C06E0357}"/>
                    </a:ext>
                  </a:extLst>
                </p:cNvPr>
                <p:cNvPicPr/>
                <p:nvPr/>
              </p:nvPicPr>
              <p:blipFill>
                <a:blip r:embed="rId171"/>
                <a:stretch>
                  <a:fillRect/>
                </a:stretch>
              </p:blipFill>
              <p:spPr>
                <a:xfrm>
                  <a:off x="4995158" y="738863"/>
                  <a:ext cx="1555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3" name="Ink 132">
                  <a:extLst>
                    <a:ext uri="{FF2B5EF4-FFF2-40B4-BE49-F238E27FC236}">
                      <a16:creationId xmlns:a16="http://schemas.microsoft.com/office/drawing/2014/main" id="{54AD186F-213A-391C-D9A3-6C2D6C7D784F}"/>
                    </a:ext>
                  </a:extLst>
                </p14:cNvPr>
                <p14:cNvContentPartPr/>
                <p14:nvPr/>
              </p14:nvContentPartPr>
              <p14:xfrm>
                <a:off x="5190998" y="755783"/>
                <a:ext cx="84240" cy="103680"/>
              </p14:xfrm>
            </p:contentPart>
          </mc:Choice>
          <mc:Fallback xmlns="">
            <p:pic>
              <p:nvPicPr>
                <p:cNvPr id="133" name="Ink 132">
                  <a:extLst>
                    <a:ext uri="{FF2B5EF4-FFF2-40B4-BE49-F238E27FC236}">
                      <a16:creationId xmlns:a16="http://schemas.microsoft.com/office/drawing/2014/main" id="{54AD186F-213A-391C-D9A3-6C2D6C7D784F}"/>
                    </a:ext>
                  </a:extLst>
                </p:cNvPr>
                <p:cNvPicPr/>
                <p:nvPr/>
              </p:nvPicPr>
              <p:blipFill>
                <a:blip r:embed="rId173"/>
                <a:stretch>
                  <a:fillRect/>
                </a:stretch>
              </p:blipFill>
              <p:spPr>
                <a:xfrm>
                  <a:off x="5181998" y="746783"/>
                  <a:ext cx="10188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4" name="Ink 133">
                  <a:extLst>
                    <a:ext uri="{FF2B5EF4-FFF2-40B4-BE49-F238E27FC236}">
                      <a16:creationId xmlns:a16="http://schemas.microsoft.com/office/drawing/2014/main" id="{531D2307-CB5D-292A-932E-E74B8997BB27}"/>
                    </a:ext>
                  </a:extLst>
                </p14:cNvPr>
                <p14:cNvContentPartPr/>
                <p14:nvPr/>
              </p14:nvContentPartPr>
              <p14:xfrm>
                <a:off x="5353718" y="749663"/>
                <a:ext cx="110880" cy="102960"/>
              </p14:xfrm>
            </p:contentPart>
          </mc:Choice>
          <mc:Fallback xmlns="">
            <p:pic>
              <p:nvPicPr>
                <p:cNvPr id="134" name="Ink 133">
                  <a:extLst>
                    <a:ext uri="{FF2B5EF4-FFF2-40B4-BE49-F238E27FC236}">
                      <a16:creationId xmlns:a16="http://schemas.microsoft.com/office/drawing/2014/main" id="{531D2307-CB5D-292A-932E-E74B8997BB27}"/>
                    </a:ext>
                  </a:extLst>
                </p:cNvPr>
                <p:cNvPicPr/>
                <p:nvPr/>
              </p:nvPicPr>
              <p:blipFill>
                <a:blip r:embed="rId175"/>
                <a:stretch>
                  <a:fillRect/>
                </a:stretch>
              </p:blipFill>
              <p:spPr>
                <a:xfrm>
                  <a:off x="5345078" y="740663"/>
                  <a:ext cx="1285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5" name="Ink 134">
                  <a:extLst>
                    <a:ext uri="{FF2B5EF4-FFF2-40B4-BE49-F238E27FC236}">
                      <a16:creationId xmlns:a16="http://schemas.microsoft.com/office/drawing/2014/main" id="{21E7DA88-C50A-3DA1-8C11-5724178F6822}"/>
                    </a:ext>
                  </a:extLst>
                </p14:cNvPr>
                <p14:cNvContentPartPr/>
                <p14:nvPr/>
              </p14:nvContentPartPr>
              <p14:xfrm>
                <a:off x="5604638" y="764063"/>
                <a:ext cx="184680" cy="12960"/>
              </p14:xfrm>
            </p:contentPart>
          </mc:Choice>
          <mc:Fallback xmlns="">
            <p:pic>
              <p:nvPicPr>
                <p:cNvPr id="135" name="Ink 134">
                  <a:extLst>
                    <a:ext uri="{FF2B5EF4-FFF2-40B4-BE49-F238E27FC236}">
                      <a16:creationId xmlns:a16="http://schemas.microsoft.com/office/drawing/2014/main" id="{21E7DA88-C50A-3DA1-8C11-5724178F6822}"/>
                    </a:ext>
                  </a:extLst>
                </p:cNvPr>
                <p:cNvPicPr/>
                <p:nvPr/>
              </p:nvPicPr>
              <p:blipFill>
                <a:blip r:embed="rId177"/>
                <a:stretch>
                  <a:fillRect/>
                </a:stretch>
              </p:blipFill>
              <p:spPr>
                <a:xfrm>
                  <a:off x="5595638" y="755063"/>
                  <a:ext cx="2023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6" name="Ink 135">
                  <a:extLst>
                    <a:ext uri="{FF2B5EF4-FFF2-40B4-BE49-F238E27FC236}">
                      <a16:creationId xmlns:a16="http://schemas.microsoft.com/office/drawing/2014/main" id="{586B8606-5024-EAA4-9830-374CE3BA08EF}"/>
                    </a:ext>
                  </a:extLst>
                </p14:cNvPr>
                <p14:cNvContentPartPr/>
                <p14:nvPr/>
              </p14:nvContentPartPr>
              <p14:xfrm>
                <a:off x="5652878" y="708623"/>
                <a:ext cx="29880" cy="172800"/>
              </p14:xfrm>
            </p:contentPart>
          </mc:Choice>
          <mc:Fallback xmlns="">
            <p:pic>
              <p:nvPicPr>
                <p:cNvPr id="136" name="Ink 135">
                  <a:extLst>
                    <a:ext uri="{FF2B5EF4-FFF2-40B4-BE49-F238E27FC236}">
                      <a16:creationId xmlns:a16="http://schemas.microsoft.com/office/drawing/2014/main" id="{586B8606-5024-EAA4-9830-374CE3BA08EF}"/>
                    </a:ext>
                  </a:extLst>
                </p:cNvPr>
                <p:cNvPicPr/>
                <p:nvPr/>
              </p:nvPicPr>
              <p:blipFill>
                <a:blip r:embed="rId179"/>
                <a:stretch>
                  <a:fillRect/>
                </a:stretch>
              </p:blipFill>
              <p:spPr>
                <a:xfrm>
                  <a:off x="5644238" y="699623"/>
                  <a:ext cx="475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7" name="Ink 136">
                  <a:extLst>
                    <a:ext uri="{FF2B5EF4-FFF2-40B4-BE49-F238E27FC236}">
                      <a16:creationId xmlns:a16="http://schemas.microsoft.com/office/drawing/2014/main" id="{177CD211-2162-E84A-9DAE-9922B313B926}"/>
                    </a:ext>
                  </a:extLst>
                </p14:cNvPr>
                <p14:cNvContentPartPr/>
                <p14:nvPr/>
              </p14:nvContentPartPr>
              <p14:xfrm>
                <a:off x="5903798" y="657863"/>
                <a:ext cx="158760" cy="225360"/>
              </p14:xfrm>
            </p:contentPart>
          </mc:Choice>
          <mc:Fallback xmlns="">
            <p:pic>
              <p:nvPicPr>
                <p:cNvPr id="137" name="Ink 136">
                  <a:extLst>
                    <a:ext uri="{FF2B5EF4-FFF2-40B4-BE49-F238E27FC236}">
                      <a16:creationId xmlns:a16="http://schemas.microsoft.com/office/drawing/2014/main" id="{177CD211-2162-E84A-9DAE-9922B313B926}"/>
                    </a:ext>
                  </a:extLst>
                </p:cNvPr>
                <p:cNvPicPr/>
                <p:nvPr/>
              </p:nvPicPr>
              <p:blipFill>
                <a:blip r:embed="rId181"/>
                <a:stretch>
                  <a:fillRect/>
                </a:stretch>
              </p:blipFill>
              <p:spPr>
                <a:xfrm>
                  <a:off x="5894798" y="649223"/>
                  <a:ext cx="1764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8" name="Ink 137">
                  <a:extLst>
                    <a:ext uri="{FF2B5EF4-FFF2-40B4-BE49-F238E27FC236}">
                      <a16:creationId xmlns:a16="http://schemas.microsoft.com/office/drawing/2014/main" id="{9EA0BEC7-F324-D07C-C1BF-A6E816A24AE6}"/>
                    </a:ext>
                  </a:extLst>
                </p14:cNvPr>
                <p14:cNvContentPartPr/>
                <p14:nvPr/>
              </p14:nvContentPartPr>
              <p14:xfrm>
                <a:off x="6122318" y="741383"/>
                <a:ext cx="230040" cy="121680"/>
              </p14:xfrm>
            </p:contentPart>
          </mc:Choice>
          <mc:Fallback xmlns="">
            <p:pic>
              <p:nvPicPr>
                <p:cNvPr id="138" name="Ink 137">
                  <a:extLst>
                    <a:ext uri="{FF2B5EF4-FFF2-40B4-BE49-F238E27FC236}">
                      <a16:creationId xmlns:a16="http://schemas.microsoft.com/office/drawing/2014/main" id="{9EA0BEC7-F324-D07C-C1BF-A6E816A24AE6}"/>
                    </a:ext>
                  </a:extLst>
                </p:cNvPr>
                <p:cNvPicPr/>
                <p:nvPr/>
              </p:nvPicPr>
              <p:blipFill>
                <a:blip r:embed="rId183"/>
                <a:stretch>
                  <a:fillRect/>
                </a:stretch>
              </p:blipFill>
              <p:spPr>
                <a:xfrm>
                  <a:off x="6113678" y="732383"/>
                  <a:ext cx="2476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5" name="Ink 164">
                  <a:extLst>
                    <a:ext uri="{FF2B5EF4-FFF2-40B4-BE49-F238E27FC236}">
                      <a16:creationId xmlns:a16="http://schemas.microsoft.com/office/drawing/2014/main" id="{0C45BC34-7D47-7EAE-4950-CC7369201397}"/>
                    </a:ext>
                  </a:extLst>
                </p14:cNvPr>
                <p14:cNvContentPartPr/>
                <p14:nvPr/>
              </p14:nvContentPartPr>
              <p14:xfrm>
                <a:off x="9694958" y="2318183"/>
                <a:ext cx="225360" cy="342000"/>
              </p14:xfrm>
            </p:contentPart>
          </mc:Choice>
          <mc:Fallback xmlns="">
            <p:pic>
              <p:nvPicPr>
                <p:cNvPr id="165" name="Ink 164">
                  <a:extLst>
                    <a:ext uri="{FF2B5EF4-FFF2-40B4-BE49-F238E27FC236}">
                      <a16:creationId xmlns:a16="http://schemas.microsoft.com/office/drawing/2014/main" id="{0C45BC34-7D47-7EAE-4950-CC7369201397}"/>
                    </a:ext>
                  </a:extLst>
                </p:cNvPr>
                <p:cNvPicPr/>
                <p:nvPr/>
              </p:nvPicPr>
              <p:blipFill>
                <a:blip r:embed="rId185"/>
                <a:stretch>
                  <a:fillRect/>
                </a:stretch>
              </p:blipFill>
              <p:spPr>
                <a:xfrm>
                  <a:off x="9686318" y="2309543"/>
                  <a:ext cx="24300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66" name="Ink 165">
                  <a:extLst>
                    <a:ext uri="{FF2B5EF4-FFF2-40B4-BE49-F238E27FC236}">
                      <a16:creationId xmlns:a16="http://schemas.microsoft.com/office/drawing/2014/main" id="{21A6AB8A-ECF7-7AFF-AB82-CE5D8A33D163}"/>
                    </a:ext>
                  </a:extLst>
                </p14:cNvPr>
                <p14:cNvContentPartPr/>
                <p14:nvPr/>
              </p14:nvContentPartPr>
              <p14:xfrm>
                <a:off x="9955958" y="2350943"/>
                <a:ext cx="147600" cy="288720"/>
              </p14:xfrm>
            </p:contentPart>
          </mc:Choice>
          <mc:Fallback xmlns="">
            <p:pic>
              <p:nvPicPr>
                <p:cNvPr id="166" name="Ink 165">
                  <a:extLst>
                    <a:ext uri="{FF2B5EF4-FFF2-40B4-BE49-F238E27FC236}">
                      <a16:creationId xmlns:a16="http://schemas.microsoft.com/office/drawing/2014/main" id="{21A6AB8A-ECF7-7AFF-AB82-CE5D8A33D163}"/>
                    </a:ext>
                  </a:extLst>
                </p:cNvPr>
                <p:cNvPicPr/>
                <p:nvPr/>
              </p:nvPicPr>
              <p:blipFill>
                <a:blip r:embed="rId187"/>
                <a:stretch>
                  <a:fillRect/>
                </a:stretch>
              </p:blipFill>
              <p:spPr>
                <a:xfrm>
                  <a:off x="9947318" y="2341943"/>
                  <a:ext cx="16524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67" name="Ink 166">
                  <a:extLst>
                    <a:ext uri="{FF2B5EF4-FFF2-40B4-BE49-F238E27FC236}">
                      <a16:creationId xmlns:a16="http://schemas.microsoft.com/office/drawing/2014/main" id="{88608506-1022-0E51-1028-6C4BA74A6D83}"/>
                    </a:ext>
                  </a:extLst>
                </p14:cNvPr>
                <p14:cNvContentPartPr/>
                <p14:nvPr/>
              </p14:nvContentPartPr>
              <p14:xfrm>
                <a:off x="10176998" y="2501423"/>
                <a:ext cx="34200" cy="142200"/>
              </p14:xfrm>
            </p:contentPart>
          </mc:Choice>
          <mc:Fallback xmlns="">
            <p:pic>
              <p:nvPicPr>
                <p:cNvPr id="167" name="Ink 166">
                  <a:extLst>
                    <a:ext uri="{FF2B5EF4-FFF2-40B4-BE49-F238E27FC236}">
                      <a16:creationId xmlns:a16="http://schemas.microsoft.com/office/drawing/2014/main" id="{88608506-1022-0E51-1028-6C4BA74A6D83}"/>
                    </a:ext>
                  </a:extLst>
                </p:cNvPr>
                <p:cNvPicPr/>
                <p:nvPr/>
              </p:nvPicPr>
              <p:blipFill>
                <a:blip r:embed="rId189"/>
                <a:stretch>
                  <a:fillRect/>
                </a:stretch>
              </p:blipFill>
              <p:spPr>
                <a:xfrm>
                  <a:off x="10168358" y="2492423"/>
                  <a:ext cx="5184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68" name="Ink 167">
                  <a:extLst>
                    <a:ext uri="{FF2B5EF4-FFF2-40B4-BE49-F238E27FC236}">
                      <a16:creationId xmlns:a16="http://schemas.microsoft.com/office/drawing/2014/main" id="{DF2AEE37-2259-747A-CD50-B06C4CBDFBFC}"/>
                    </a:ext>
                  </a:extLst>
                </p14:cNvPr>
                <p14:cNvContentPartPr/>
                <p14:nvPr/>
              </p14:nvContentPartPr>
              <p14:xfrm>
                <a:off x="10233518" y="2394143"/>
                <a:ext cx="360" cy="48600"/>
              </p14:xfrm>
            </p:contentPart>
          </mc:Choice>
          <mc:Fallback xmlns="">
            <p:pic>
              <p:nvPicPr>
                <p:cNvPr id="168" name="Ink 167">
                  <a:extLst>
                    <a:ext uri="{FF2B5EF4-FFF2-40B4-BE49-F238E27FC236}">
                      <a16:creationId xmlns:a16="http://schemas.microsoft.com/office/drawing/2014/main" id="{DF2AEE37-2259-747A-CD50-B06C4CBDFBFC}"/>
                    </a:ext>
                  </a:extLst>
                </p:cNvPr>
                <p:cNvPicPr/>
                <p:nvPr/>
              </p:nvPicPr>
              <p:blipFill>
                <a:blip r:embed="rId191"/>
                <a:stretch>
                  <a:fillRect/>
                </a:stretch>
              </p:blipFill>
              <p:spPr>
                <a:xfrm>
                  <a:off x="10224878" y="2385503"/>
                  <a:ext cx="180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69" name="Ink 168">
                  <a:extLst>
                    <a:ext uri="{FF2B5EF4-FFF2-40B4-BE49-F238E27FC236}">
                      <a16:creationId xmlns:a16="http://schemas.microsoft.com/office/drawing/2014/main" id="{03ABC2F1-A61F-EC78-7CF5-6A0E9CBD29ED}"/>
                    </a:ext>
                  </a:extLst>
                </p14:cNvPr>
                <p14:cNvContentPartPr/>
                <p14:nvPr/>
              </p14:nvContentPartPr>
              <p14:xfrm>
                <a:off x="10334318" y="2560823"/>
                <a:ext cx="127440" cy="13320"/>
              </p14:xfrm>
            </p:contentPart>
          </mc:Choice>
          <mc:Fallback xmlns="">
            <p:pic>
              <p:nvPicPr>
                <p:cNvPr id="169" name="Ink 168">
                  <a:extLst>
                    <a:ext uri="{FF2B5EF4-FFF2-40B4-BE49-F238E27FC236}">
                      <a16:creationId xmlns:a16="http://schemas.microsoft.com/office/drawing/2014/main" id="{03ABC2F1-A61F-EC78-7CF5-6A0E9CBD29ED}"/>
                    </a:ext>
                  </a:extLst>
                </p:cNvPr>
                <p:cNvPicPr/>
                <p:nvPr/>
              </p:nvPicPr>
              <p:blipFill>
                <a:blip r:embed="rId193"/>
                <a:stretch>
                  <a:fillRect/>
                </a:stretch>
              </p:blipFill>
              <p:spPr>
                <a:xfrm>
                  <a:off x="10325318" y="2552183"/>
                  <a:ext cx="1450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70" name="Ink 169">
                  <a:extLst>
                    <a:ext uri="{FF2B5EF4-FFF2-40B4-BE49-F238E27FC236}">
                      <a16:creationId xmlns:a16="http://schemas.microsoft.com/office/drawing/2014/main" id="{E1F217FD-8D19-4D74-6226-0BDCBA9FF1C7}"/>
                    </a:ext>
                  </a:extLst>
                </p14:cNvPr>
                <p14:cNvContentPartPr/>
                <p14:nvPr/>
              </p14:nvContentPartPr>
              <p14:xfrm>
                <a:off x="10567958" y="2417183"/>
                <a:ext cx="649440" cy="239400"/>
              </p14:xfrm>
            </p:contentPart>
          </mc:Choice>
          <mc:Fallback xmlns="">
            <p:pic>
              <p:nvPicPr>
                <p:cNvPr id="170" name="Ink 169">
                  <a:extLst>
                    <a:ext uri="{FF2B5EF4-FFF2-40B4-BE49-F238E27FC236}">
                      <a16:creationId xmlns:a16="http://schemas.microsoft.com/office/drawing/2014/main" id="{E1F217FD-8D19-4D74-6226-0BDCBA9FF1C7}"/>
                    </a:ext>
                  </a:extLst>
                </p:cNvPr>
                <p:cNvPicPr/>
                <p:nvPr/>
              </p:nvPicPr>
              <p:blipFill>
                <a:blip r:embed="rId195"/>
                <a:stretch>
                  <a:fillRect/>
                </a:stretch>
              </p:blipFill>
              <p:spPr>
                <a:xfrm>
                  <a:off x="10558958" y="2408543"/>
                  <a:ext cx="66708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71" name="Ink 170">
                  <a:extLst>
                    <a:ext uri="{FF2B5EF4-FFF2-40B4-BE49-F238E27FC236}">
                      <a16:creationId xmlns:a16="http://schemas.microsoft.com/office/drawing/2014/main" id="{3AA5CD40-9B48-2830-D12E-65D889D06094}"/>
                    </a:ext>
                  </a:extLst>
                </p14:cNvPr>
                <p14:cNvContentPartPr/>
                <p14:nvPr/>
              </p14:nvContentPartPr>
              <p14:xfrm>
                <a:off x="11193278" y="2523383"/>
                <a:ext cx="242280" cy="108360"/>
              </p14:xfrm>
            </p:contentPart>
          </mc:Choice>
          <mc:Fallback xmlns="">
            <p:pic>
              <p:nvPicPr>
                <p:cNvPr id="171" name="Ink 170">
                  <a:extLst>
                    <a:ext uri="{FF2B5EF4-FFF2-40B4-BE49-F238E27FC236}">
                      <a16:creationId xmlns:a16="http://schemas.microsoft.com/office/drawing/2014/main" id="{3AA5CD40-9B48-2830-D12E-65D889D06094}"/>
                    </a:ext>
                  </a:extLst>
                </p:cNvPr>
                <p:cNvPicPr/>
                <p:nvPr/>
              </p:nvPicPr>
              <p:blipFill>
                <a:blip r:embed="rId197"/>
                <a:stretch>
                  <a:fillRect/>
                </a:stretch>
              </p:blipFill>
              <p:spPr>
                <a:xfrm>
                  <a:off x="11184638" y="2514743"/>
                  <a:ext cx="2599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72" name="Ink 171">
                  <a:extLst>
                    <a:ext uri="{FF2B5EF4-FFF2-40B4-BE49-F238E27FC236}">
                      <a16:creationId xmlns:a16="http://schemas.microsoft.com/office/drawing/2014/main" id="{81BF9B1D-8061-37D2-B752-E422488CC45A}"/>
                    </a:ext>
                  </a:extLst>
                </p14:cNvPr>
                <p14:cNvContentPartPr/>
                <p14:nvPr/>
              </p14:nvContentPartPr>
              <p14:xfrm>
                <a:off x="11437358" y="2395943"/>
                <a:ext cx="36720" cy="24120"/>
              </p14:xfrm>
            </p:contentPart>
          </mc:Choice>
          <mc:Fallback xmlns="">
            <p:pic>
              <p:nvPicPr>
                <p:cNvPr id="172" name="Ink 171">
                  <a:extLst>
                    <a:ext uri="{FF2B5EF4-FFF2-40B4-BE49-F238E27FC236}">
                      <a16:creationId xmlns:a16="http://schemas.microsoft.com/office/drawing/2014/main" id="{81BF9B1D-8061-37D2-B752-E422488CC45A}"/>
                    </a:ext>
                  </a:extLst>
                </p:cNvPr>
                <p:cNvPicPr/>
                <p:nvPr/>
              </p:nvPicPr>
              <p:blipFill>
                <a:blip r:embed="rId199"/>
                <a:stretch>
                  <a:fillRect/>
                </a:stretch>
              </p:blipFill>
              <p:spPr>
                <a:xfrm>
                  <a:off x="11428358" y="2386943"/>
                  <a:ext cx="543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73" name="Ink 172">
                  <a:extLst>
                    <a:ext uri="{FF2B5EF4-FFF2-40B4-BE49-F238E27FC236}">
                      <a16:creationId xmlns:a16="http://schemas.microsoft.com/office/drawing/2014/main" id="{B8EBCA6D-A712-8E13-5335-BA57919EAFA9}"/>
                    </a:ext>
                  </a:extLst>
                </p14:cNvPr>
                <p14:cNvContentPartPr/>
                <p14:nvPr/>
              </p14:nvContentPartPr>
              <p14:xfrm>
                <a:off x="11498198" y="2530223"/>
                <a:ext cx="122760" cy="145080"/>
              </p14:xfrm>
            </p:contentPart>
          </mc:Choice>
          <mc:Fallback xmlns="">
            <p:pic>
              <p:nvPicPr>
                <p:cNvPr id="173" name="Ink 172">
                  <a:extLst>
                    <a:ext uri="{FF2B5EF4-FFF2-40B4-BE49-F238E27FC236}">
                      <a16:creationId xmlns:a16="http://schemas.microsoft.com/office/drawing/2014/main" id="{B8EBCA6D-A712-8E13-5335-BA57919EAFA9}"/>
                    </a:ext>
                  </a:extLst>
                </p:cNvPr>
                <p:cNvPicPr/>
                <p:nvPr/>
              </p:nvPicPr>
              <p:blipFill>
                <a:blip r:embed="rId201"/>
                <a:stretch>
                  <a:fillRect/>
                </a:stretch>
              </p:blipFill>
              <p:spPr>
                <a:xfrm>
                  <a:off x="11489198" y="2521223"/>
                  <a:ext cx="1404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74" name="Ink 173">
                  <a:extLst>
                    <a:ext uri="{FF2B5EF4-FFF2-40B4-BE49-F238E27FC236}">
                      <a16:creationId xmlns:a16="http://schemas.microsoft.com/office/drawing/2014/main" id="{492BC075-10B3-17C7-8EC7-11C5CE52783D}"/>
                    </a:ext>
                  </a:extLst>
                </p14:cNvPr>
                <p14:cNvContentPartPr/>
                <p14:nvPr/>
              </p14:nvContentPartPr>
              <p14:xfrm>
                <a:off x="11670638" y="2545343"/>
                <a:ext cx="55080" cy="127080"/>
              </p14:xfrm>
            </p:contentPart>
          </mc:Choice>
          <mc:Fallback xmlns="">
            <p:pic>
              <p:nvPicPr>
                <p:cNvPr id="174" name="Ink 173">
                  <a:extLst>
                    <a:ext uri="{FF2B5EF4-FFF2-40B4-BE49-F238E27FC236}">
                      <a16:creationId xmlns:a16="http://schemas.microsoft.com/office/drawing/2014/main" id="{492BC075-10B3-17C7-8EC7-11C5CE52783D}"/>
                    </a:ext>
                  </a:extLst>
                </p:cNvPr>
                <p:cNvPicPr/>
                <p:nvPr/>
              </p:nvPicPr>
              <p:blipFill>
                <a:blip r:embed="rId203"/>
                <a:stretch>
                  <a:fillRect/>
                </a:stretch>
              </p:blipFill>
              <p:spPr>
                <a:xfrm>
                  <a:off x="11661998" y="2536703"/>
                  <a:ext cx="727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75" name="Ink 174">
                  <a:extLst>
                    <a:ext uri="{FF2B5EF4-FFF2-40B4-BE49-F238E27FC236}">
                      <a16:creationId xmlns:a16="http://schemas.microsoft.com/office/drawing/2014/main" id="{06ABCAC3-4323-7A3D-F3D5-53D958D6A572}"/>
                    </a:ext>
                  </a:extLst>
                </p14:cNvPr>
                <p14:cNvContentPartPr/>
                <p14:nvPr/>
              </p14:nvContentPartPr>
              <p14:xfrm>
                <a:off x="11811038" y="2464703"/>
                <a:ext cx="138960" cy="199080"/>
              </p14:xfrm>
            </p:contentPart>
          </mc:Choice>
          <mc:Fallback xmlns="">
            <p:pic>
              <p:nvPicPr>
                <p:cNvPr id="175" name="Ink 174">
                  <a:extLst>
                    <a:ext uri="{FF2B5EF4-FFF2-40B4-BE49-F238E27FC236}">
                      <a16:creationId xmlns:a16="http://schemas.microsoft.com/office/drawing/2014/main" id="{06ABCAC3-4323-7A3D-F3D5-53D958D6A572}"/>
                    </a:ext>
                  </a:extLst>
                </p:cNvPr>
                <p:cNvPicPr/>
                <p:nvPr/>
              </p:nvPicPr>
              <p:blipFill>
                <a:blip r:embed="rId205"/>
                <a:stretch>
                  <a:fillRect/>
                </a:stretch>
              </p:blipFill>
              <p:spPr>
                <a:xfrm>
                  <a:off x="11802038" y="2456063"/>
                  <a:ext cx="1566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9" name="Ink 18">
                  <a:extLst>
                    <a:ext uri="{FF2B5EF4-FFF2-40B4-BE49-F238E27FC236}">
                      <a16:creationId xmlns:a16="http://schemas.microsoft.com/office/drawing/2014/main" id="{13BD3D29-68D4-D665-0CF3-23DE56973633}"/>
                    </a:ext>
                  </a:extLst>
                </p14:cNvPr>
                <p14:cNvContentPartPr/>
                <p14:nvPr/>
              </p14:nvContentPartPr>
              <p14:xfrm>
                <a:off x="945878" y="4249223"/>
                <a:ext cx="534240" cy="497880"/>
              </p14:xfrm>
            </p:contentPart>
          </mc:Choice>
          <mc:Fallback xmlns="">
            <p:pic>
              <p:nvPicPr>
                <p:cNvPr id="19" name="Ink 18">
                  <a:extLst>
                    <a:ext uri="{FF2B5EF4-FFF2-40B4-BE49-F238E27FC236}">
                      <a16:creationId xmlns:a16="http://schemas.microsoft.com/office/drawing/2014/main" id="{13BD3D29-68D4-D665-0CF3-23DE56973633}"/>
                    </a:ext>
                  </a:extLst>
                </p:cNvPr>
                <p:cNvPicPr/>
                <p:nvPr/>
              </p:nvPicPr>
              <p:blipFill>
                <a:blip r:embed="rId207"/>
                <a:stretch>
                  <a:fillRect/>
                </a:stretch>
              </p:blipFill>
              <p:spPr>
                <a:xfrm>
                  <a:off x="936878" y="4240583"/>
                  <a:ext cx="551880" cy="5155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0" name="Ink 19">
                  <a:extLst>
                    <a:ext uri="{FF2B5EF4-FFF2-40B4-BE49-F238E27FC236}">
                      <a16:creationId xmlns:a16="http://schemas.microsoft.com/office/drawing/2014/main" id="{4EE63368-BAAF-F4B7-19E8-9D7527408B07}"/>
                    </a:ext>
                  </a:extLst>
                </p14:cNvPr>
                <p14:cNvContentPartPr/>
                <p14:nvPr/>
              </p14:nvContentPartPr>
              <p14:xfrm>
                <a:off x="979358" y="4728383"/>
                <a:ext cx="417600" cy="339480"/>
              </p14:xfrm>
            </p:contentPart>
          </mc:Choice>
          <mc:Fallback xmlns="">
            <p:pic>
              <p:nvPicPr>
                <p:cNvPr id="20" name="Ink 19">
                  <a:extLst>
                    <a:ext uri="{FF2B5EF4-FFF2-40B4-BE49-F238E27FC236}">
                      <a16:creationId xmlns:a16="http://schemas.microsoft.com/office/drawing/2014/main" id="{4EE63368-BAAF-F4B7-19E8-9D7527408B07}"/>
                    </a:ext>
                  </a:extLst>
                </p:cNvPr>
                <p:cNvPicPr/>
                <p:nvPr/>
              </p:nvPicPr>
              <p:blipFill>
                <a:blip r:embed="rId209"/>
                <a:stretch>
                  <a:fillRect/>
                </a:stretch>
              </p:blipFill>
              <p:spPr>
                <a:xfrm>
                  <a:off x="970358" y="4719383"/>
                  <a:ext cx="43524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1" name="Ink 20">
                  <a:extLst>
                    <a:ext uri="{FF2B5EF4-FFF2-40B4-BE49-F238E27FC236}">
                      <a16:creationId xmlns:a16="http://schemas.microsoft.com/office/drawing/2014/main" id="{946259C8-009C-591B-4AE3-839DAC568B49}"/>
                    </a:ext>
                  </a:extLst>
                </p14:cNvPr>
                <p14:cNvContentPartPr/>
                <p14:nvPr/>
              </p14:nvContentPartPr>
              <p14:xfrm>
                <a:off x="1095638" y="4599503"/>
                <a:ext cx="173880" cy="83880"/>
              </p14:xfrm>
            </p:contentPart>
          </mc:Choice>
          <mc:Fallback xmlns="">
            <p:pic>
              <p:nvPicPr>
                <p:cNvPr id="21" name="Ink 20">
                  <a:extLst>
                    <a:ext uri="{FF2B5EF4-FFF2-40B4-BE49-F238E27FC236}">
                      <a16:creationId xmlns:a16="http://schemas.microsoft.com/office/drawing/2014/main" id="{946259C8-009C-591B-4AE3-839DAC568B49}"/>
                    </a:ext>
                  </a:extLst>
                </p:cNvPr>
                <p:cNvPicPr/>
                <p:nvPr/>
              </p:nvPicPr>
              <p:blipFill>
                <a:blip r:embed="rId211"/>
                <a:stretch>
                  <a:fillRect/>
                </a:stretch>
              </p:blipFill>
              <p:spPr>
                <a:xfrm>
                  <a:off x="1086998" y="4590863"/>
                  <a:ext cx="1915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2" name="Ink 21">
                  <a:extLst>
                    <a:ext uri="{FF2B5EF4-FFF2-40B4-BE49-F238E27FC236}">
                      <a16:creationId xmlns:a16="http://schemas.microsoft.com/office/drawing/2014/main" id="{18A94417-C288-2C51-8C35-883B57F79F86}"/>
                    </a:ext>
                  </a:extLst>
                </p14:cNvPr>
                <p14:cNvContentPartPr/>
                <p14:nvPr/>
              </p14:nvContentPartPr>
              <p14:xfrm>
                <a:off x="1133438" y="4503023"/>
                <a:ext cx="360" cy="360"/>
              </p14:xfrm>
            </p:contentPart>
          </mc:Choice>
          <mc:Fallback xmlns="">
            <p:pic>
              <p:nvPicPr>
                <p:cNvPr id="22" name="Ink 21">
                  <a:extLst>
                    <a:ext uri="{FF2B5EF4-FFF2-40B4-BE49-F238E27FC236}">
                      <a16:creationId xmlns:a16="http://schemas.microsoft.com/office/drawing/2014/main" id="{18A94417-C288-2C51-8C35-883B57F79F86}"/>
                    </a:ext>
                  </a:extLst>
                </p:cNvPr>
                <p:cNvPicPr/>
                <p:nvPr/>
              </p:nvPicPr>
              <p:blipFill>
                <a:blip r:embed="rId117"/>
                <a:stretch>
                  <a:fillRect/>
                </a:stretch>
              </p:blipFill>
              <p:spPr>
                <a:xfrm>
                  <a:off x="1124798" y="44940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3" name="Ink 22">
                  <a:extLst>
                    <a:ext uri="{FF2B5EF4-FFF2-40B4-BE49-F238E27FC236}">
                      <a16:creationId xmlns:a16="http://schemas.microsoft.com/office/drawing/2014/main" id="{69DEBFC8-EE89-FB7D-503A-540382A657BA}"/>
                    </a:ext>
                  </a:extLst>
                </p14:cNvPr>
                <p14:cNvContentPartPr/>
                <p14:nvPr/>
              </p14:nvContentPartPr>
              <p14:xfrm>
                <a:off x="1277438" y="4496903"/>
                <a:ext cx="1440" cy="360"/>
              </p14:xfrm>
            </p:contentPart>
          </mc:Choice>
          <mc:Fallback xmlns="">
            <p:pic>
              <p:nvPicPr>
                <p:cNvPr id="23" name="Ink 22">
                  <a:extLst>
                    <a:ext uri="{FF2B5EF4-FFF2-40B4-BE49-F238E27FC236}">
                      <a16:creationId xmlns:a16="http://schemas.microsoft.com/office/drawing/2014/main" id="{69DEBFC8-EE89-FB7D-503A-540382A657BA}"/>
                    </a:ext>
                  </a:extLst>
                </p:cNvPr>
                <p:cNvPicPr/>
                <p:nvPr/>
              </p:nvPicPr>
              <p:blipFill>
                <a:blip r:embed="rId117"/>
                <a:stretch>
                  <a:fillRect/>
                </a:stretch>
              </p:blipFill>
              <p:spPr>
                <a:xfrm>
                  <a:off x="1268798" y="4487903"/>
                  <a:ext cx="19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4" name="Ink 23">
                  <a:extLst>
                    <a:ext uri="{FF2B5EF4-FFF2-40B4-BE49-F238E27FC236}">
                      <a16:creationId xmlns:a16="http://schemas.microsoft.com/office/drawing/2014/main" id="{A330D08B-4161-ED1E-E5C5-21F69310EBC4}"/>
                    </a:ext>
                  </a:extLst>
                </p14:cNvPr>
                <p14:cNvContentPartPr/>
                <p14:nvPr/>
              </p14:nvContentPartPr>
              <p14:xfrm>
                <a:off x="901598" y="4279103"/>
                <a:ext cx="207000" cy="117720"/>
              </p14:xfrm>
            </p:contentPart>
          </mc:Choice>
          <mc:Fallback xmlns="">
            <p:pic>
              <p:nvPicPr>
                <p:cNvPr id="24" name="Ink 23">
                  <a:extLst>
                    <a:ext uri="{FF2B5EF4-FFF2-40B4-BE49-F238E27FC236}">
                      <a16:creationId xmlns:a16="http://schemas.microsoft.com/office/drawing/2014/main" id="{A330D08B-4161-ED1E-E5C5-21F69310EBC4}"/>
                    </a:ext>
                  </a:extLst>
                </p:cNvPr>
                <p:cNvPicPr/>
                <p:nvPr/>
              </p:nvPicPr>
              <p:blipFill>
                <a:blip r:embed="rId215"/>
                <a:stretch>
                  <a:fillRect/>
                </a:stretch>
              </p:blipFill>
              <p:spPr>
                <a:xfrm>
                  <a:off x="892598" y="4270463"/>
                  <a:ext cx="2246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25" name="Ink 24">
                  <a:extLst>
                    <a:ext uri="{FF2B5EF4-FFF2-40B4-BE49-F238E27FC236}">
                      <a16:creationId xmlns:a16="http://schemas.microsoft.com/office/drawing/2014/main" id="{3AF73BBA-C472-12EA-DEF3-EE22E8620A01}"/>
                    </a:ext>
                  </a:extLst>
                </p14:cNvPr>
                <p14:cNvContentPartPr/>
                <p14:nvPr/>
              </p14:nvContentPartPr>
              <p14:xfrm>
                <a:off x="873158" y="4161023"/>
                <a:ext cx="235440" cy="97920"/>
              </p14:xfrm>
            </p:contentPart>
          </mc:Choice>
          <mc:Fallback xmlns="">
            <p:pic>
              <p:nvPicPr>
                <p:cNvPr id="25" name="Ink 24">
                  <a:extLst>
                    <a:ext uri="{FF2B5EF4-FFF2-40B4-BE49-F238E27FC236}">
                      <a16:creationId xmlns:a16="http://schemas.microsoft.com/office/drawing/2014/main" id="{3AF73BBA-C472-12EA-DEF3-EE22E8620A01}"/>
                    </a:ext>
                  </a:extLst>
                </p:cNvPr>
                <p:cNvPicPr/>
                <p:nvPr/>
              </p:nvPicPr>
              <p:blipFill>
                <a:blip r:embed="rId217"/>
                <a:stretch>
                  <a:fillRect/>
                </a:stretch>
              </p:blipFill>
              <p:spPr>
                <a:xfrm>
                  <a:off x="864158" y="4152383"/>
                  <a:ext cx="2530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6" name="Ink 25">
                  <a:extLst>
                    <a:ext uri="{FF2B5EF4-FFF2-40B4-BE49-F238E27FC236}">
                      <a16:creationId xmlns:a16="http://schemas.microsoft.com/office/drawing/2014/main" id="{FB778CEC-9EA4-D7BC-DBD9-CDDB3D098602}"/>
                    </a:ext>
                  </a:extLst>
                </p14:cNvPr>
                <p14:cNvContentPartPr/>
                <p14:nvPr/>
              </p14:nvContentPartPr>
              <p14:xfrm>
                <a:off x="1098518" y="4065623"/>
                <a:ext cx="85320" cy="181080"/>
              </p14:xfrm>
            </p:contentPart>
          </mc:Choice>
          <mc:Fallback xmlns="">
            <p:pic>
              <p:nvPicPr>
                <p:cNvPr id="26" name="Ink 25">
                  <a:extLst>
                    <a:ext uri="{FF2B5EF4-FFF2-40B4-BE49-F238E27FC236}">
                      <a16:creationId xmlns:a16="http://schemas.microsoft.com/office/drawing/2014/main" id="{FB778CEC-9EA4-D7BC-DBD9-CDDB3D098602}"/>
                    </a:ext>
                  </a:extLst>
                </p:cNvPr>
                <p:cNvPicPr/>
                <p:nvPr/>
              </p:nvPicPr>
              <p:blipFill>
                <a:blip r:embed="rId219"/>
                <a:stretch>
                  <a:fillRect/>
                </a:stretch>
              </p:blipFill>
              <p:spPr>
                <a:xfrm>
                  <a:off x="1089518" y="4056623"/>
                  <a:ext cx="1029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7" name="Ink 26">
                  <a:extLst>
                    <a:ext uri="{FF2B5EF4-FFF2-40B4-BE49-F238E27FC236}">
                      <a16:creationId xmlns:a16="http://schemas.microsoft.com/office/drawing/2014/main" id="{E906D502-1CB5-1FA8-22DE-662784545377}"/>
                    </a:ext>
                  </a:extLst>
                </p14:cNvPr>
                <p14:cNvContentPartPr/>
                <p14:nvPr/>
              </p14:nvContentPartPr>
              <p14:xfrm>
                <a:off x="1153958" y="4078223"/>
                <a:ext cx="74160" cy="155880"/>
              </p14:xfrm>
            </p:contentPart>
          </mc:Choice>
          <mc:Fallback xmlns="">
            <p:pic>
              <p:nvPicPr>
                <p:cNvPr id="27" name="Ink 26">
                  <a:extLst>
                    <a:ext uri="{FF2B5EF4-FFF2-40B4-BE49-F238E27FC236}">
                      <a16:creationId xmlns:a16="http://schemas.microsoft.com/office/drawing/2014/main" id="{E906D502-1CB5-1FA8-22DE-662784545377}"/>
                    </a:ext>
                  </a:extLst>
                </p:cNvPr>
                <p:cNvPicPr/>
                <p:nvPr/>
              </p:nvPicPr>
              <p:blipFill>
                <a:blip r:embed="rId221"/>
                <a:stretch>
                  <a:fillRect/>
                </a:stretch>
              </p:blipFill>
              <p:spPr>
                <a:xfrm>
                  <a:off x="1144958" y="4069223"/>
                  <a:ext cx="918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8" name="Ink 27">
                  <a:extLst>
                    <a:ext uri="{FF2B5EF4-FFF2-40B4-BE49-F238E27FC236}">
                      <a16:creationId xmlns:a16="http://schemas.microsoft.com/office/drawing/2014/main" id="{64D86DCE-A61C-20DC-ED0A-F483D1999CC4}"/>
                    </a:ext>
                  </a:extLst>
                </p14:cNvPr>
                <p14:cNvContentPartPr/>
                <p14:nvPr/>
              </p14:nvContentPartPr>
              <p14:xfrm>
                <a:off x="1274198" y="3967703"/>
                <a:ext cx="72720" cy="241200"/>
              </p14:xfrm>
            </p:contentPart>
          </mc:Choice>
          <mc:Fallback xmlns="">
            <p:pic>
              <p:nvPicPr>
                <p:cNvPr id="28" name="Ink 27">
                  <a:extLst>
                    <a:ext uri="{FF2B5EF4-FFF2-40B4-BE49-F238E27FC236}">
                      <a16:creationId xmlns:a16="http://schemas.microsoft.com/office/drawing/2014/main" id="{64D86DCE-A61C-20DC-ED0A-F483D1999CC4}"/>
                    </a:ext>
                  </a:extLst>
                </p:cNvPr>
                <p:cNvPicPr/>
                <p:nvPr/>
              </p:nvPicPr>
              <p:blipFill>
                <a:blip r:embed="rId223"/>
                <a:stretch>
                  <a:fillRect/>
                </a:stretch>
              </p:blipFill>
              <p:spPr>
                <a:xfrm>
                  <a:off x="1265198" y="3958703"/>
                  <a:ext cx="903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9" name="Ink 28">
                  <a:extLst>
                    <a:ext uri="{FF2B5EF4-FFF2-40B4-BE49-F238E27FC236}">
                      <a16:creationId xmlns:a16="http://schemas.microsoft.com/office/drawing/2014/main" id="{39CEE1E6-2CFE-8A6D-FA46-1EDA4C864313}"/>
                    </a:ext>
                  </a:extLst>
                </p14:cNvPr>
                <p14:cNvContentPartPr/>
                <p14:nvPr/>
              </p14:nvContentPartPr>
              <p14:xfrm>
                <a:off x="1284998" y="3953663"/>
                <a:ext cx="73800" cy="267480"/>
              </p14:xfrm>
            </p:contentPart>
          </mc:Choice>
          <mc:Fallback xmlns="">
            <p:pic>
              <p:nvPicPr>
                <p:cNvPr id="29" name="Ink 28">
                  <a:extLst>
                    <a:ext uri="{FF2B5EF4-FFF2-40B4-BE49-F238E27FC236}">
                      <a16:creationId xmlns:a16="http://schemas.microsoft.com/office/drawing/2014/main" id="{39CEE1E6-2CFE-8A6D-FA46-1EDA4C864313}"/>
                    </a:ext>
                  </a:extLst>
                </p:cNvPr>
                <p:cNvPicPr/>
                <p:nvPr/>
              </p:nvPicPr>
              <p:blipFill>
                <a:blip r:embed="rId225"/>
                <a:stretch>
                  <a:fillRect/>
                </a:stretch>
              </p:blipFill>
              <p:spPr>
                <a:xfrm>
                  <a:off x="1275998" y="3945023"/>
                  <a:ext cx="9144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30" name="Ink 29">
                  <a:extLst>
                    <a:ext uri="{FF2B5EF4-FFF2-40B4-BE49-F238E27FC236}">
                      <a16:creationId xmlns:a16="http://schemas.microsoft.com/office/drawing/2014/main" id="{80AC7EA4-18D2-74A5-88A3-6C4663EF6A7C}"/>
                    </a:ext>
                  </a:extLst>
                </p14:cNvPr>
                <p14:cNvContentPartPr/>
                <p14:nvPr/>
              </p14:nvContentPartPr>
              <p14:xfrm>
                <a:off x="1167638" y="3977783"/>
                <a:ext cx="166320" cy="218880"/>
              </p14:xfrm>
            </p:contentPart>
          </mc:Choice>
          <mc:Fallback xmlns="">
            <p:pic>
              <p:nvPicPr>
                <p:cNvPr id="30" name="Ink 29">
                  <a:extLst>
                    <a:ext uri="{FF2B5EF4-FFF2-40B4-BE49-F238E27FC236}">
                      <a16:creationId xmlns:a16="http://schemas.microsoft.com/office/drawing/2014/main" id="{80AC7EA4-18D2-74A5-88A3-6C4663EF6A7C}"/>
                    </a:ext>
                  </a:extLst>
                </p:cNvPr>
                <p:cNvPicPr/>
                <p:nvPr/>
              </p:nvPicPr>
              <p:blipFill>
                <a:blip r:embed="rId227"/>
                <a:stretch>
                  <a:fillRect/>
                </a:stretch>
              </p:blipFill>
              <p:spPr>
                <a:xfrm>
                  <a:off x="1158998" y="3968783"/>
                  <a:ext cx="1839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31" name="Ink 30">
                  <a:extLst>
                    <a:ext uri="{FF2B5EF4-FFF2-40B4-BE49-F238E27FC236}">
                      <a16:creationId xmlns:a16="http://schemas.microsoft.com/office/drawing/2014/main" id="{66FE125F-523A-C506-9610-43CFDE76C194}"/>
                    </a:ext>
                  </a:extLst>
                </p14:cNvPr>
                <p14:cNvContentPartPr/>
                <p14:nvPr/>
              </p14:nvContentPartPr>
              <p14:xfrm>
                <a:off x="1088798" y="4104503"/>
                <a:ext cx="132480" cy="60480"/>
              </p14:xfrm>
            </p:contentPart>
          </mc:Choice>
          <mc:Fallback xmlns="">
            <p:pic>
              <p:nvPicPr>
                <p:cNvPr id="31" name="Ink 30">
                  <a:extLst>
                    <a:ext uri="{FF2B5EF4-FFF2-40B4-BE49-F238E27FC236}">
                      <a16:creationId xmlns:a16="http://schemas.microsoft.com/office/drawing/2014/main" id="{66FE125F-523A-C506-9610-43CFDE76C194}"/>
                    </a:ext>
                  </a:extLst>
                </p:cNvPr>
                <p:cNvPicPr/>
                <p:nvPr/>
              </p:nvPicPr>
              <p:blipFill>
                <a:blip r:embed="rId229"/>
                <a:stretch>
                  <a:fillRect/>
                </a:stretch>
              </p:blipFill>
              <p:spPr>
                <a:xfrm>
                  <a:off x="1080158" y="4095503"/>
                  <a:ext cx="15012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32" name="Ink 31">
                  <a:extLst>
                    <a:ext uri="{FF2B5EF4-FFF2-40B4-BE49-F238E27FC236}">
                      <a16:creationId xmlns:a16="http://schemas.microsoft.com/office/drawing/2014/main" id="{6E0E375F-644D-28BE-C965-F415BEAB2727}"/>
                    </a:ext>
                  </a:extLst>
                </p14:cNvPr>
                <p14:cNvContentPartPr/>
                <p14:nvPr/>
              </p14:nvContentPartPr>
              <p14:xfrm>
                <a:off x="783158" y="4071743"/>
                <a:ext cx="507240" cy="364680"/>
              </p14:xfrm>
            </p:contentPart>
          </mc:Choice>
          <mc:Fallback xmlns="">
            <p:pic>
              <p:nvPicPr>
                <p:cNvPr id="32" name="Ink 31">
                  <a:extLst>
                    <a:ext uri="{FF2B5EF4-FFF2-40B4-BE49-F238E27FC236}">
                      <a16:creationId xmlns:a16="http://schemas.microsoft.com/office/drawing/2014/main" id="{6E0E375F-644D-28BE-C965-F415BEAB2727}"/>
                    </a:ext>
                  </a:extLst>
                </p:cNvPr>
                <p:cNvPicPr/>
                <p:nvPr/>
              </p:nvPicPr>
              <p:blipFill>
                <a:blip r:embed="rId231"/>
                <a:stretch>
                  <a:fillRect/>
                </a:stretch>
              </p:blipFill>
              <p:spPr>
                <a:xfrm>
                  <a:off x="774158" y="4062743"/>
                  <a:ext cx="52488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33" name="Ink 32">
                  <a:extLst>
                    <a:ext uri="{FF2B5EF4-FFF2-40B4-BE49-F238E27FC236}">
                      <a16:creationId xmlns:a16="http://schemas.microsoft.com/office/drawing/2014/main" id="{E83E0FC2-A2F3-5A90-B2BE-05C69FBD3EDE}"/>
                    </a:ext>
                  </a:extLst>
                </p14:cNvPr>
                <p14:cNvContentPartPr/>
                <p14:nvPr/>
              </p14:nvContentPartPr>
              <p14:xfrm>
                <a:off x="864158" y="4073183"/>
                <a:ext cx="388440" cy="469440"/>
              </p14:xfrm>
            </p:contentPart>
          </mc:Choice>
          <mc:Fallback xmlns="">
            <p:pic>
              <p:nvPicPr>
                <p:cNvPr id="33" name="Ink 32">
                  <a:extLst>
                    <a:ext uri="{FF2B5EF4-FFF2-40B4-BE49-F238E27FC236}">
                      <a16:creationId xmlns:a16="http://schemas.microsoft.com/office/drawing/2014/main" id="{E83E0FC2-A2F3-5A90-B2BE-05C69FBD3EDE}"/>
                    </a:ext>
                  </a:extLst>
                </p:cNvPr>
                <p:cNvPicPr/>
                <p:nvPr/>
              </p:nvPicPr>
              <p:blipFill>
                <a:blip r:embed="rId233"/>
                <a:stretch>
                  <a:fillRect/>
                </a:stretch>
              </p:blipFill>
              <p:spPr>
                <a:xfrm>
                  <a:off x="855518" y="4064183"/>
                  <a:ext cx="40608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4" name="Ink 33">
                  <a:extLst>
                    <a:ext uri="{FF2B5EF4-FFF2-40B4-BE49-F238E27FC236}">
                      <a16:creationId xmlns:a16="http://schemas.microsoft.com/office/drawing/2014/main" id="{BFB3FAD2-4913-DC6F-E808-A8FA18CFAA17}"/>
                    </a:ext>
                  </a:extLst>
                </p14:cNvPr>
                <p14:cNvContentPartPr/>
                <p14:nvPr/>
              </p14:nvContentPartPr>
              <p14:xfrm>
                <a:off x="844358" y="4070663"/>
                <a:ext cx="289440" cy="605160"/>
              </p14:xfrm>
            </p:contentPart>
          </mc:Choice>
          <mc:Fallback xmlns="">
            <p:pic>
              <p:nvPicPr>
                <p:cNvPr id="34" name="Ink 33">
                  <a:extLst>
                    <a:ext uri="{FF2B5EF4-FFF2-40B4-BE49-F238E27FC236}">
                      <a16:creationId xmlns:a16="http://schemas.microsoft.com/office/drawing/2014/main" id="{BFB3FAD2-4913-DC6F-E808-A8FA18CFAA17}"/>
                    </a:ext>
                  </a:extLst>
                </p:cNvPr>
                <p:cNvPicPr/>
                <p:nvPr/>
              </p:nvPicPr>
              <p:blipFill>
                <a:blip r:embed="rId235"/>
                <a:stretch>
                  <a:fillRect/>
                </a:stretch>
              </p:blipFill>
              <p:spPr>
                <a:xfrm>
                  <a:off x="835718" y="4062023"/>
                  <a:ext cx="307080" cy="6228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35" name="Ink 34">
                  <a:extLst>
                    <a:ext uri="{FF2B5EF4-FFF2-40B4-BE49-F238E27FC236}">
                      <a16:creationId xmlns:a16="http://schemas.microsoft.com/office/drawing/2014/main" id="{6E8A0252-8495-BA1C-2EF4-7657078F2E9B}"/>
                    </a:ext>
                  </a:extLst>
                </p14:cNvPr>
                <p14:cNvContentPartPr/>
                <p14:nvPr/>
              </p14:nvContentPartPr>
              <p14:xfrm>
                <a:off x="871358" y="4265063"/>
                <a:ext cx="62280" cy="415080"/>
              </p14:xfrm>
            </p:contentPart>
          </mc:Choice>
          <mc:Fallback xmlns="">
            <p:pic>
              <p:nvPicPr>
                <p:cNvPr id="35" name="Ink 34">
                  <a:extLst>
                    <a:ext uri="{FF2B5EF4-FFF2-40B4-BE49-F238E27FC236}">
                      <a16:creationId xmlns:a16="http://schemas.microsoft.com/office/drawing/2014/main" id="{6E8A0252-8495-BA1C-2EF4-7657078F2E9B}"/>
                    </a:ext>
                  </a:extLst>
                </p:cNvPr>
                <p:cNvPicPr/>
                <p:nvPr/>
              </p:nvPicPr>
              <p:blipFill>
                <a:blip r:embed="rId237"/>
                <a:stretch>
                  <a:fillRect/>
                </a:stretch>
              </p:blipFill>
              <p:spPr>
                <a:xfrm>
                  <a:off x="862718" y="4256063"/>
                  <a:ext cx="7992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37" name="Ink 36">
                  <a:extLst>
                    <a:ext uri="{FF2B5EF4-FFF2-40B4-BE49-F238E27FC236}">
                      <a16:creationId xmlns:a16="http://schemas.microsoft.com/office/drawing/2014/main" id="{5FDFDB4E-E052-9C5C-99C5-271DE4E6B854}"/>
                    </a:ext>
                  </a:extLst>
                </p14:cNvPr>
                <p14:cNvContentPartPr/>
                <p14:nvPr/>
              </p14:nvContentPartPr>
              <p14:xfrm>
                <a:off x="744638" y="5255783"/>
                <a:ext cx="194760" cy="186480"/>
              </p14:xfrm>
            </p:contentPart>
          </mc:Choice>
          <mc:Fallback xmlns="">
            <p:pic>
              <p:nvPicPr>
                <p:cNvPr id="37" name="Ink 36">
                  <a:extLst>
                    <a:ext uri="{FF2B5EF4-FFF2-40B4-BE49-F238E27FC236}">
                      <a16:creationId xmlns:a16="http://schemas.microsoft.com/office/drawing/2014/main" id="{5FDFDB4E-E052-9C5C-99C5-271DE4E6B854}"/>
                    </a:ext>
                  </a:extLst>
                </p:cNvPr>
                <p:cNvPicPr/>
                <p:nvPr/>
              </p:nvPicPr>
              <p:blipFill>
                <a:blip r:embed="rId239"/>
                <a:stretch>
                  <a:fillRect/>
                </a:stretch>
              </p:blipFill>
              <p:spPr>
                <a:xfrm>
                  <a:off x="735998" y="5246783"/>
                  <a:ext cx="2124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38" name="Ink 37">
                  <a:extLst>
                    <a:ext uri="{FF2B5EF4-FFF2-40B4-BE49-F238E27FC236}">
                      <a16:creationId xmlns:a16="http://schemas.microsoft.com/office/drawing/2014/main" id="{D7021E05-5984-8E5D-0922-F82212B8D212}"/>
                    </a:ext>
                  </a:extLst>
                </p14:cNvPr>
                <p14:cNvContentPartPr/>
                <p14:nvPr/>
              </p14:nvContentPartPr>
              <p14:xfrm>
                <a:off x="982958" y="5278823"/>
                <a:ext cx="138240" cy="122760"/>
              </p14:xfrm>
            </p:contentPart>
          </mc:Choice>
          <mc:Fallback xmlns="">
            <p:pic>
              <p:nvPicPr>
                <p:cNvPr id="38" name="Ink 37">
                  <a:extLst>
                    <a:ext uri="{FF2B5EF4-FFF2-40B4-BE49-F238E27FC236}">
                      <a16:creationId xmlns:a16="http://schemas.microsoft.com/office/drawing/2014/main" id="{D7021E05-5984-8E5D-0922-F82212B8D212}"/>
                    </a:ext>
                  </a:extLst>
                </p:cNvPr>
                <p:cNvPicPr/>
                <p:nvPr/>
              </p:nvPicPr>
              <p:blipFill>
                <a:blip r:embed="rId241"/>
                <a:stretch>
                  <a:fillRect/>
                </a:stretch>
              </p:blipFill>
              <p:spPr>
                <a:xfrm>
                  <a:off x="974318" y="5270183"/>
                  <a:ext cx="1558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39" name="Ink 38">
                  <a:extLst>
                    <a:ext uri="{FF2B5EF4-FFF2-40B4-BE49-F238E27FC236}">
                      <a16:creationId xmlns:a16="http://schemas.microsoft.com/office/drawing/2014/main" id="{38923B4E-7373-7A4C-03D6-FECF373E2C8C}"/>
                    </a:ext>
                  </a:extLst>
                </p14:cNvPr>
                <p14:cNvContentPartPr/>
                <p14:nvPr/>
              </p14:nvContentPartPr>
              <p14:xfrm>
                <a:off x="1194998" y="5273783"/>
                <a:ext cx="94680" cy="145440"/>
              </p14:xfrm>
            </p:contentPart>
          </mc:Choice>
          <mc:Fallback xmlns="">
            <p:pic>
              <p:nvPicPr>
                <p:cNvPr id="39" name="Ink 38">
                  <a:extLst>
                    <a:ext uri="{FF2B5EF4-FFF2-40B4-BE49-F238E27FC236}">
                      <a16:creationId xmlns:a16="http://schemas.microsoft.com/office/drawing/2014/main" id="{38923B4E-7373-7A4C-03D6-FECF373E2C8C}"/>
                    </a:ext>
                  </a:extLst>
                </p:cNvPr>
                <p:cNvPicPr/>
                <p:nvPr/>
              </p:nvPicPr>
              <p:blipFill>
                <a:blip r:embed="rId243"/>
                <a:stretch>
                  <a:fillRect/>
                </a:stretch>
              </p:blipFill>
              <p:spPr>
                <a:xfrm>
                  <a:off x="1185998" y="5264783"/>
                  <a:ext cx="1123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40" name="Ink 39">
                  <a:extLst>
                    <a:ext uri="{FF2B5EF4-FFF2-40B4-BE49-F238E27FC236}">
                      <a16:creationId xmlns:a16="http://schemas.microsoft.com/office/drawing/2014/main" id="{5C57AF48-3704-D609-1D1D-8F7A47805D37}"/>
                    </a:ext>
                  </a:extLst>
                </p14:cNvPr>
                <p14:cNvContentPartPr/>
                <p14:nvPr/>
              </p14:nvContentPartPr>
              <p14:xfrm>
                <a:off x="1340798" y="5287103"/>
                <a:ext cx="271800" cy="368280"/>
              </p14:xfrm>
            </p:contentPart>
          </mc:Choice>
          <mc:Fallback xmlns="">
            <p:pic>
              <p:nvPicPr>
                <p:cNvPr id="40" name="Ink 39">
                  <a:extLst>
                    <a:ext uri="{FF2B5EF4-FFF2-40B4-BE49-F238E27FC236}">
                      <a16:creationId xmlns:a16="http://schemas.microsoft.com/office/drawing/2014/main" id="{5C57AF48-3704-D609-1D1D-8F7A47805D37}"/>
                    </a:ext>
                  </a:extLst>
                </p:cNvPr>
                <p:cNvPicPr/>
                <p:nvPr/>
              </p:nvPicPr>
              <p:blipFill>
                <a:blip r:embed="rId245"/>
                <a:stretch>
                  <a:fillRect/>
                </a:stretch>
              </p:blipFill>
              <p:spPr>
                <a:xfrm>
                  <a:off x="1331798" y="5278463"/>
                  <a:ext cx="28944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41" name="Ink 40">
                  <a:extLst>
                    <a:ext uri="{FF2B5EF4-FFF2-40B4-BE49-F238E27FC236}">
                      <a16:creationId xmlns:a16="http://schemas.microsoft.com/office/drawing/2014/main" id="{6373EB57-DD79-2F41-0E22-1C219E6A7D3A}"/>
                    </a:ext>
                  </a:extLst>
                </p14:cNvPr>
                <p14:cNvContentPartPr/>
                <p14:nvPr/>
              </p14:nvContentPartPr>
              <p14:xfrm>
                <a:off x="1711238" y="5262983"/>
                <a:ext cx="189720" cy="124560"/>
              </p14:xfrm>
            </p:contentPart>
          </mc:Choice>
          <mc:Fallback xmlns="">
            <p:pic>
              <p:nvPicPr>
                <p:cNvPr id="41" name="Ink 40">
                  <a:extLst>
                    <a:ext uri="{FF2B5EF4-FFF2-40B4-BE49-F238E27FC236}">
                      <a16:creationId xmlns:a16="http://schemas.microsoft.com/office/drawing/2014/main" id="{6373EB57-DD79-2F41-0E22-1C219E6A7D3A}"/>
                    </a:ext>
                  </a:extLst>
                </p:cNvPr>
                <p:cNvPicPr/>
                <p:nvPr/>
              </p:nvPicPr>
              <p:blipFill>
                <a:blip r:embed="rId247"/>
                <a:stretch>
                  <a:fillRect/>
                </a:stretch>
              </p:blipFill>
              <p:spPr>
                <a:xfrm>
                  <a:off x="1702598" y="5254343"/>
                  <a:ext cx="2073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65" name="Ink 64">
                  <a:extLst>
                    <a:ext uri="{FF2B5EF4-FFF2-40B4-BE49-F238E27FC236}">
                      <a16:creationId xmlns:a16="http://schemas.microsoft.com/office/drawing/2014/main" id="{40CDB53D-46C4-59B3-01E8-3E93309003FE}"/>
                    </a:ext>
                  </a:extLst>
                </p14:cNvPr>
                <p14:cNvContentPartPr/>
                <p14:nvPr/>
              </p14:nvContentPartPr>
              <p14:xfrm>
                <a:off x="1824278" y="4552703"/>
                <a:ext cx="529200" cy="25920"/>
              </p14:xfrm>
            </p:contentPart>
          </mc:Choice>
          <mc:Fallback xmlns="">
            <p:pic>
              <p:nvPicPr>
                <p:cNvPr id="65" name="Ink 64">
                  <a:extLst>
                    <a:ext uri="{FF2B5EF4-FFF2-40B4-BE49-F238E27FC236}">
                      <a16:creationId xmlns:a16="http://schemas.microsoft.com/office/drawing/2014/main" id="{40CDB53D-46C4-59B3-01E8-3E93309003FE}"/>
                    </a:ext>
                  </a:extLst>
                </p:cNvPr>
                <p:cNvPicPr/>
                <p:nvPr/>
              </p:nvPicPr>
              <p:blipFill>
                <a:blip r:embed="rId249"/>
                <a:stretch>
                  <a:fillRect/>
                </a:stretch>
              </p:blipFill>
              <p:spPr>
                <a:xfrm>
                  <a:off x="1815638" y="4544063"/>
                  <a:ext cx="5468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66" name="Ink 65">
                  <a:extLst>
                    <a:ext uri="{FF2B5EF4-FFF2-40B4-BE49-F238E27FC236}">
                      <a16:creationId xmlns:a16="http://schemas.microsoft.com/office/drawing/2014/main" id="{D6EA3B57-836D-FCE1-73B8-AEBB4FD3BB6F}"/>
                    </a:ext>
                  </a:extLst>
                </p14:cNvPr>
                <p14:cNvContentPartPr/>
                <p14:nvPr/>
              </p14:nvContentPartPr>
              <p14:xfrm>
                <a:off x="2192918" y="4438583"/>
                <a:ext cx="156960" cy="226800"/>
              </p14:xfrm>
            </p:contentPart>
          </mc:Choice>
          <mc:Fallback xmlns="">
            <p:pic>
              <p:nvPicPr>
                <p:cNvPr id="66" name="Ink 65">
                  <a:extLst>
                    <a:ext uri="{FF2B5EF4-FFF2-40B4-BE49-F238E27FC236}">
                      <a16:creationId xmlns:a16="http://schemas.microsoft.com/office/drawing/2014/main" id="{D6EA3B57-836D-FCE1-73B8-AEBB4FD3BB6F}"/>
                    </a:ext>
                  </a:extLst>
                </p:cNvPr>
                <p:cNvPicPr/>
                <p:nvPr/>
              </p:nvPicPr>
              <p:blipFill>
                <a:blip r:embed="rId251"/>
                <a:stretch>
                  <a:fillRect/>
                </a:stretch>
              </p:blipFill>
              <p:spPr>
                <a:xfrm>
                  <a:off x="2183918" y="4429943"/>
                  <a:ext cx="1746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67" name="Ink 66">
                  <a:extLst>
                    <a:ext uri="{FF2B5EF4-FFF2-40B4-BE49-F238E27FC236}">
                      <a16:creationId xmlns:a16="http://schemas.microsoft.com/office/drawing/2014/main" id="{EF10A64E-CC69-12C0-53F9-E1D19593B8F4}"/>
                    </a:ext>
                  </a:extLst>
                </p14:cNvPr>
                <p14:cNvContentPartPr/>
                <p14:nvPr/>
              </p14:nvContentPartPr>
              <p14:xfrm>
                <a:off x="2611238" y="4257863"/>
                <a:ext cx="2313720" cy="890280"/>
              </p14:xfrm>
            </p:contentPart>
          </mc:Choice>
          <mc:Fallback xmlns="">
            <p:pic>
              <p:nvPicPr>
                <p:cNvPr id="67" name="Ink 66">
                  <a:extLst>
                    <a:ext uri="{FF2B5EF4-FFF2-40B4-BE49-F238E27FC236}">
                      <a16:creationId xmlns:a16="http://schemas.microsoft.com/office/drawing/2014/main" id="{EF10A64E-CC69-12C0-53F9-E1D19593B8F4}"/>
                    </a:ext>
                  </a:extLst>
                </p:cNvPr>
                <p:cNvPicPr/>
                <p:nvPr/>
              </p:nvPicPr>
              <p:blipFill>
                <a:blip r:embed="rId253"/>
                <a:stretch>
                  <a:fillRect/>
                </a:stretch>
              </p:blipFill>
              <p:spPr>
                <a:xfrm>
                  <a:off x="2602598" y="4249223"/>
                  <a:ext cx="2331360" cy="9079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68" name="Ink 67">
                  <a:extLst>
                    <a:ext uri="{FF2B5EF4-FFF2-40B4-BE49-F238E27FC236}">
                      <a16:creationId xmlns:a16="http://schemas.microsoft.com/office/drawing/2014/main" id="{A793954E-77F6-83C9-2A40-4E1D5F7842B9}"/>
                    </a:ext>
                  </a:extLst>
                </p14:cNvPr>
                <p14:cNvContentPartPr/>
                <p14:nvPr/>
              </p14:nvContentPartPr>
              <p14:xfrm>
                <a:off x="2679278" y="4265423"/>
                <a:ext cx="1910160" cy="972360"/>
              </p14:xfrm>
            </p:contentPart>
          </mc:Choice>
          <mc:Fallback xmlns="">
            <p:pic>
              <p:nvPicPr>
                <p:cNvPr id="68" name="Ink 67">
                  <a:extLst>
                    <a:ext uri="{FF2B5EF4-FFF2-40B4-BE49-F238E27FC236}">
                      <a16:creationId xmlns:a16="http://schemas.microsoft.com/office/drawing/2014/main" id="{A793954E-77F6-83C9-2A40-4E1D5F7842B9}"/>
                    </a:ext>
                  </a:extLst>
                </p:cNvPr>
                <p:cNvPicPr/>
                <p:nvPr/>
              </p:nvPicPr>
              <p:blipFill>
                <a:blip r:embed="rId255"/>
                <a:stretch>
                  <a:fillRect/>
                </a:stretch>
              </p:blipFill>
              <p:spPr>
                <a:xfrm>
                  <a:off x="2670638" y="4256423"/>
                  <a:ext cx="1927800" cy="9900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69" name="Ink 68">
                  <a:extLst>
                    <a:ext uri="{FF2B5EF4-FFF2-40B4-BE49-F238E27FC236}">
                      <a16:creationId xmlns:a16="http://schemas.microsoft.com/office/drawing/2014/main" id="{F258D1A0-858F-899D-5EE7-B97B2BA0DCF8}"/>
                    </a:ext>
                  </a:extLst>
                </p14:cNvPr>
                <p14:cNvContentPartPr/>
                <p14:nvPr/>
              </p14:nvContentPartPr>
              <p14:xfrm>
                <a:off x="2831198" y="4605983"/>
                <a:ext cx="655560" cy="300600"/>
              </p14:xfrm>
            </p:contentPart>
          </mc:Choice>
          <mc:Fallback xmlns="">
            <p:pic>
              <p:nvPicPr>
                <p:cNvPr id="69" name="Ink 68">
                  <a:extLst>
                    <a:ext uri="{FF2B5EF4-FFF2-40B4-BE49-F238E27FC236}">
                      <a16:creationId xmlns:a16="http://schemas.microsoft.com/office/drawing/2014/main" id="{F258D1A0-858F-899D-5EE7-B97B2BA0DCF8}"/>
                    </a:ext>
                  </a:extLst>
                </p:cNvPr>
                <p:cNvPicPr/>
                <p:nvPr/>
              </p:nvPicPr>
              <p:blipFill>
                <a:blip r:embed="rId257"/>
                <a:stretch>
                  <a:fillRect/>
                </a:stretch>
              </p:blipFill>
              <p:spPr>
                <a:xfrm>
                  <a:off x="2822558" y="4596983"/>
                  <a:ext cx="67320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70" name="Ink 69">
                  <a:extLst>
                    <a:ext uri="{FF2B5EF4-FFF2-40B4-BE49-F238E27FC236}">
                      <a16:creationId xmlns:a16="http://schemas.microsoft.com/office/drawing/2014/main" id="{6BDF3B1A-31C1-E62F-5B95-2CF8FEFD94A1}"/>
                    </a:ext>
                  </a:extLst>
                </p14:cNvPr>
                <p14:cNvContentPartPr/>
                <p14:nvPr/>
              </p14:nvContentPartPr>
              <p14:xfrm>
                <a:off x="3545798" y="4612823"/>
                <a:ext cx="332640" cy="289440"/>
              </p14:xfrm>
            </p:contentPart>
          </mc:Choice>
          <mc:Fallback xmlns="">
            <p:pic>
              <p:nvPicPr>
                <p:cNvPr id="70" name="Ink 69">
                  <a:extLst>
                    <a:ext uri="{FF2B5EF4-FFF2-40B4-BE49-F238E27FC236}">
                      <a16:creationId xmlns:a16="http://schemas.microsoft.com/office/drawing/2014/main" id="{6BDF3B1A-31C1-E62F-5B95-2CF8FEFD94A1}"/>
                    </a:ext>
                  </a:extLst>
                </p:cNvPr>
                <p:cNvPicPr/>
                <p:nvPr/>
              </p:nvPicPr>
              <p:blipFill>
                <a:blip r:embed="rId259"/>
                <a:stretch>
                  <a:fillRect/>
                </a:stretch>
              </p:blipFill>
              <p:spPr>
                <a:xfrm>
                  <a:off x="3537158" y="4604183"/>
                  <a:ext cx="35028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71" name="Ink 70">
                  <a:extLst>
                    <a:ext uri="{FF2B5EF4-FFF2-40B4-BE49-F238E27FC236}">
                      <a16:creationId xmlns:a16="http://schemas.microsoft.com/office/drawing/2014/main" id="{50139BA7-2964-9375-967D-8082F8C180C7}"/>
                    </a:ext>
                  </a:extLst>
                </p14:cNvPr>
                <p14:cNvContentPartPr/>
                <p14:nvPr/>
              </p14:nvContentPartPr>
              <p14:xfrm>
                <a:off x="3984278" y="4590503"/>
                <a:ext cx="107280" cy="249120"/>
              </p14:xfrm>
            </p:contentPart>
          </mc:Choice>
          <mc:Fallback xmlns="">
            <p:pic>
              <p:nvPicPr>
                <p:cNvPr id="71" name="Ink 70">
                  <a:extLst>
                    <a:ext uri="{FF2B5EF4-FFF2-40B4-BE49-F238E27FC236}">
                      <a16:creationId xmlns:a16="http://schemas.microsoft.com/office/drawing/2014/main" id="{50139BA7-2964-9375-967D-8082F8C180C7}"/>
                    </a:ext>
                  </a:extLst>
                </p:cNvPr>
                <p:cNvPicPr/>
                <p:nvPr/>
              </p:nvPicPr>
              <p:blipFill>
                <a:blip r:embed="rId261"/>
                <a:stretch>
                  <a:fillRect/>
                </a:stretch>
              </p:blipFill>
              <p:spPr>
                <a:xfrm>
                  <a:off x="3975278" y="4581863"/>
                  <a:ext cx="1249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7" name="Ink 176">
                  <a:extLst>
                    <a:ext uri="{FF2B5EF4-FFF2-40B4-BE49-F238E27FC236}">
                      <a16:creationId xmlns:a16="http://schemas.microsoft.com/office/drawing/2014/main" id="{04DDB702-0498-D7DD-C0AB-7FDEF7B798E5}"/>
                    </a:ext>
                  </a:extLst>
                </p14:cNvPr>
                <p14:cNvContentPartPr/>
                <p14:nvPr/>
              </p14:nvContentPartPr>
              <p14:xfrm>
                <a:off x="4473878" y="4049423"/>
                <a:ext cx="4589280" cy="541440"/>
              </p14:xfrm>
            </p:contentPart>
          </mc:Choice>
          <mc:Fallback xmlns="">
            <p:pic>
              <p:nvPicPr>
                <p:cNvPr id="177" name="Ink 176">
                  <a:extLst>
                    <a:ext uri="{FF2B5EF4-FFF2-40B4-BE49-F238E27FC236}">
                      <a16:creationId xmlns:a16="http://schemas.microsoft.com/office/drawing/2014/main" id="{04DDB702-0498-D7DD-C0AB-7FDEF7B798E5}"/>
                    </a:ext>
                  </a:extLst>
                </p:cNvPr>
                <p:cNvPicPr/>
                <p:nvPr/>
              </p:nvPicPr>
              <p:blipFill>
                <a:blip r:embed="rId263"/>
                <a:stretch>
                  <a:fillRect/>
                </a:stretch>
              </p:blipFill>
              <p:spPr>
                <a:xfrm>
                  <a:off x="4465238" y="4040423"/>
                  <a:ext cx="460692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8" name="Ink 177">
                  <a:extLst>
                    <a:ext uri="{FF2B5EF4-FFF2-40B4-BE49-F238E27FC236}">
                      <a16:creationId xmlns:a16="http://schemas.microsoft.com/office/drawing/2014/main" id="{779CD389-5427-060F-6B7A-DC12B9018BCE}"/>
                    </a:ext>
                  </a:extLst>
                </p14:cNvPr>
                <p14:cNvContentPartPr/>
                <p14:nvPr/>
              </p14:nvContentPartPr>
              <p14:xfrm>
                <a:off x="8924558" y="3952943"/>
                <a:ext cx="217440" cy="190800"/>
              </p14:xfrm>
            </p:contentPart>
          </mc:Choice>
          <mc:Fallback xmlns="">
            <p:pic>
              <p:nvPicPr>
                <p:cNvPr id="178" name="Ink 177">
                  <a:extLst>
                    <a:ext uri="{FF2B5EF4-FFF2-40B4-BE49-F238E27FC236}">
                      <a16:creationId xmlns:a16="http://schemas.microsoft.com/office/drawing/2014/main" id="{779CD389-5427-060F-6B7A-DC12B9018BCE}"/>
                    </a:ext>
                  </a:extLst>
                </p:cNvPr>
                <p:cNvPicPr/>
                <p:nvPr/>
              </p:nvPicPr>
              <p:blipFill>
                <a:blip r:embed="rId265"/>
                <a:stretch>
                  <a:fillRect/>
                </a:stretch>
              </p:blipFill>
              <p:spPr>
                <a:xfrm>
                  <a:off x="8915918" y="3943943"/>
                  <a:ext cx="2350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80" name="Ink 179">
                  <a:extLst>
                    <a:ext uri="{FF2B5EF4-FFF2-40B4-BE49-F238E27FC236}">
                      <a16:creationId xmlns:a16="http://schemas.microsoft.com/office/drawing/2014/main" id="{8323BE28-6069-680F-3266-CE57495A8C9C}"/>
                    </a:ext>
                  </a:extLst>
                </p14:cNvPr>
                <p14:cNvContentPartPr/>
                <p14:nvPr/>
              </p14:nvContentPartPr>
              <p14:xfrm>
                <a:off x="9184118" y="3901103"/>
                <a:ext cx="522720" cy="146520"/>
              </p14:xfrm>
            </p:contentPart>
          </mc:Choice>
          <mc:Fallback xmlns="">
            <p:pic>
              <p:nvPicPr>
                <p:cNvPr id="180" name="Ink 179">
                  <a:extLst>
                    <a:ext uri="{FF2B5EF4-FFF2-40B4-BE49-F238E27FC236}">
                      <a16:creationId xmlns:a16="http://schemas.microsoft.com/office/drawing/2014/main" id="{8323BE28-6069-680F-3266-CE57495A8C9C}"/>
                    </a:ext>
                  </a:extLst>
                </p:cNvPr>
                <p:cNvPicPr/>
                <p:nvPr/>
              </p:nvPicPr>
              <p:blipFill>
                <a:blip r:embed="rId267"/>
                <a:stretch>
                  <a:fillRect/>
                </a:stretch>
              </p:blipFill>
              <p:spPr>
                <a:xfrm>
                  <a:off x="9175118" y="3892463"/>
                  <a:ext cx="5403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1" name="Ink 180">
                  <a:extLst>
                    <a:ext uri="{FF2B5EF4-FFF2-40B4-BE49-F238E27FC236}">
                      <a16:creationId xmlns:a16="http://schemas.microsoft.com/office/drawing/2014/main" id="{308EF7B1-7C0C-266B-04DE-A863A7F3255E}"/>
                    </a:ext>
                  </a:extLst>
                </p14:cNvPr>
                <p14:cNvContentPartPr/>
                <p14:nvPr/>
              </p14:nvContentPartPr>
              <p14:xfrm>
                <a:off x="9306518" y="3907943"/>
                <a:ext cx="384840" cy="104040"/>
              </p14:xfrm>
            </p:contentPart>
          </mc:Choice>
          <mc:Fallback xmlns="">
            <p:pic>
              <p:nvPicPr>
                <p:cNvPr id="181" name="Ink 180">
                  <a:extLst>
                    <a:ext uri="{FF2B5EF4-FFF2-40B4-BE49-F238E27FC236}">
                      <a16:creationId xmlns:a16="http://schemas.microsoft.com/office/drawing/2014/main" id="{308EF7B1-7C0C-266B-04DE-A863A7F3255E}"/>
                    </a:ext>
                  </a:extLst>
                </p:cNvPr>
                <p:cNvPicPr/>
                <p:nvPr/>
              </p:nvPicPr>
              <p:blipFill>
                <a:blip r:embed="rId269"/>
                <a:stretch>
                  <a:fillRect/>
                </a:stretch>
              </p:blipFill>
              <p:spPr>
                <a:xfrm>
                  <a:off x="9297518" y="3898943"/>
                  <a:ext cx="4024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2" name="Ink 181">
                  <a:extLst>
                    <a:ext uri="{FF2B5EF4-FFF2-40B4-BE49-F238E27FC236}">
                      <a16:creationId xmlns:a16="http://schemas.microsoft.com/office/drawing/2014/main" id="{C8291009-FF91-B467-D43F-525F539075BA}"/>
                    </a:ext>
                  </a:extLst>
                </p14:cNvPr>
                <p14:cNvContentPartPr/>
                <p14:nvPr/>
              </p14:nvContentPartPr>
              <p14:xfrm>
                <a:off x="9237398" y="3977063"/>
                <a:ext cx="15120" cy="360000"/>
              </p14:xfrm>
            </p:contentPart>
          </mc:Choice>
          <mc:Fallback xmlns="">
            <p:pic>
              <p:nvPicPr>
                <p:cNvPr id="182" name="Ink 181">
                  <a:extLst>
                    <a:ext uri="{FF2B5EF4-FFF2-40B4-BE49-F238E27FC236}">
                      <a16:creationId xmlns:a16="http://schemas.microsoft.com/office/drawing/2014/main" id="{C8291009-FF91-B467-D43F-525F539075BA}"/>
                    </a:ext>
                  </a:extLst>
                </p:cNvPr>
                <p:cNvPicPr/>
                <p:nvPr/>
              </p:nvPicPr>
              <p:blipFill>
                <a:blip r:embed="rId271"/>
                <a:stretch>
                  <a:fillRect/>
                </a:stretch>
              </p:blipFill>
              <p:spPr>
                <a:xfrm>
                  <a:off x="9228758" y="3968063"/>
                  <a:ext cx="3276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83" name="Ink 182">
                  <a:extLst>
                    <a:ext uri="{FF2B5EF4-FFF2-40B4-BE49-F238E27FC236}">
                      <a16:creationId xmlns:a16="http://schemas.microsoft.com/office/drawing/2014/main" id="{4D39AF08-3189-51FD-B8D8-DFE8B3A089CA}"/>
                    </a:ext>
                  </a:extLst>
                </p14:cNvPr>
                <p14:cNvContentPartPr/>
                <p14:nvPr/>
              </p14:nvContentPartPr>
              <p14:xfrm>
                <a:off x="9250358" y="4377383"/>
                <a:ext cx="40680" cy="2880"/>
              </p14:xfrm>
            </p:contentPart>
          </mc:Choice>
          <mc:Fallback xmlns="">
            <p:pic>
              <p:nvPicPr>
                <p:cNvPr id="183" name="Ink 182">
                  <a:extLst>
                    <a:ext uri="{FF2B5EF4-FFF2-40B4-BE49-F238E27FC236}">
                      <a16:creationId xmlns:a16="http://schemas.microsoft.com/office/drawing/2014/main" id="{4D39AF08-3189-51FD-B8D8-DFE8B3A089CA}"/>
                    </a:ext>
                  </a:extLst>
                </p:cNvPr>
                <p:cNvPicPr/>
                <p:nvPr/>
              </p:nvPicPr>
              <p:blipFill>
                <a:blip r:embed="rId273"/>
                <a:stretch>
                  <a:fillRect/>
                </a:stretch>
              </p:blipFill>
              <p:spPr>
                <a:xfrm>
                  <a:off x="9241718" y="4368743"/>
                  <a:ext cx="583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4" name="Ink 183">
                  <a:extLst>
                    <a:ext uri="{FF2B5EF4-FFF2-40B4-BE49-F238E27FC236}">
                      <a16:creationId xmlns:a16="http://schemas.microsoft.com/office/drawing/2014/main" id="{F15E5F04-4238-C73E-E3E1-3376C09E136E}"/>
                    </a:ext>
                  </a:extLst>
                </p14:cNvPr>
                <p14:cNvContentPartPr/>
                <p14:nvPr/>
              </p14:nvContentPartPr>
              <p14:xfrm>
                <a:off x="9600998" y="4376663"/>
                <a:ext cx="118080" cy="14040"/>
              </p14:xfrm>
            </p:contentPart>
          </mc:Choice>
          <mc:Fallback xmlns="">
            <p:pic>
              <p:nvPicPr>
                <p:cNvPr id="184" name="Ink 183">
                  <a:extLst>
                    <a:ext uri="{FF2B5EF4-FFF2-40B4-BE49-F238E27FC236}">
                      <a16:creationId xmlns:a16="http://schemas.microsoft.com/office/drawing/2014/main" id="{F15E5F04-4238-C73E-E3E1-3376C09E136E}"/>
                    </a:ext>
                  </a:extLst>
                </p:cNvPr>
                <p:cNvPicPr/>
                <p:nvPr/>
              </p:nvPicPr>
              <p:blipFill>
                <a:blip r:embed="rId275"/>
                <a:stretch>
                  <a:fillRect/>
                </a:stretch>
              </p:blipFill>
              <p:spPr>
                <a:xfrm>
                  <a:off x="9591998" y="4367663"/>
                  <a:ext cx="1357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5" name="Ink 184">
                  <a:extLst>
                    <a:ext uri="{FF2B5EF4-FFF2-40B4-BE49-F238E27FC236}">
                      <a16:creationId xmlns:a16="http://schemas.microsoft.com/office/drawing/2014/main" id="{64C2B678-9E2A-FFD5-BB97-01F15CD66735}"/>
                    </a:ext>
                  </a:extLst>
                </p14:cNvPr>
                <p14:cNvContentPartPr/>
                <p14:nvPr/>
              </p14:nvContentPartPr>
              <p14:xfrm>
                <a:off x="9689198" y="3975263"/>
                <a:ext cx="43200" cy="433800"/>
              </p14:xfrm>
            </p:contentPart>
          </mc:Choice>
          <mc:Fallback xmlns="">
            <p:pic>
              <p:nvPicPr>
                <p:cNvPr id="185" name="Ink 184">
                  <a:extLst>
                    <a:ext uri="{FF2B5EF4-FFF2-40B4-BE49-F238E27FC236}">
                      <a16:creationId xmlns:a16="http://schemas.microsoft.com/office/drawing/2014/main" id="{64C2B678-9E2A-FFD5-BB97-01F15CD66735}"/>
                    </a:ext>
                  </a:extLst>
                </p:cNvPr>
                <p:cNvPicPr/>
                <p:nvPr/>
              </p:nvPicPr>
              <p:blipFill>
                <a:blip r:embed="rId277"/>
                <a:stretch>
                  <a:fillRect/>
                </a:stretch>
              </p:blipFill>
              <p:spPr>
                <a:xfrm>
                  <a:off x="9680558" y="3966263"/>
                  <a:ext cx="6084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6" name="Ink 185">
                  <a:extLst>
                    <a:ext uri="{FF2B5EF4-FFF2-40B4-BE49-F238E27FC236}">
                      <a16:creationId xmlns:a16="http://schemas.microsoft.com/office/drawing/2014/main" id="{3B863FCB-1C87-AEC0-352C-8439957FF065}"/>
                    </a:ext>
                  </a:extLst>
                </p14:cNvPr>
                <p14:cNvContentPartPr/>
                <p14:nvPr/>
              </p14:nvContentPartPr>
              <p14:xfrm>
                <a:off x="9409478" y="4340303"/>
                <a:ext cx="365400" cy="23760"/>
              </p14:xfrm>
            </p:contentPart>
          </mc:Choice>
          <mc:Fallback xmlns="">
            <p:pic>
              <p:nvPicPr>
                <p:cNvPr id="186" name="Ink 185">
                  <a:extLst>
                    <a:ext uri="{FF2B5EF4-FFF2-40B4-BE49-F238E27FC236}">
                      <a16:creationId xmlns:a16="http://schemas.microsoft.com/office/drawing/2014/main" id="{3B863FCB-1C87-AEC0-352C-8439957FF065}"/>
                    </a:ext>
                  </a:extLst>
                </p:cNvPr>
                <p:cNvPicPr/>
                <p:nvPr/>
              </p:nvPicPr>
              <p:blipFill>
                <a:blip r:embed="rId279"/>
                <a:stretch>
                  <a:fillRect/>
                </a:stretch>
              </p:blipFill>
              <p:spPr>
                <a:xfrm>
                  <a:off x="9400478" y="4331303"/>
                  <a:ext cx="3830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7" name="Ink 186">
                  <a:extLst>
                    <a:ext uri="{FF2B5EF4-FFF2-40B4-BE49-F238E27FC236}">
                      <a16:creationId xmlns:a16="http://schemas.microsoft.com/office/drawing/2014/main" id="{C0CB9AC0-0B09-6FDC-2B4E-C265B163C1CC}"/>
                    </a:ext>
                  </a:extLst>
                </p14:cNvPr>
                <p14:cNvContentPartPr/>
                <p14:nvPr/>
              </p14:nvContentPartPr>
              <p14:xfrm>
                <a:off x="10001678" y="4048343"/>
                <a:ext cx="186840" cy="202680"/>
              </p14:xfrm>
            </p:contentPart>
          </mc:Choice>
          <mc:Fallback xmlns="">
            <p:pic>
              <p:nvPicPr>
                <p:cNvPr id="187" name="Ink 186">
                  <a:extLst>
                    <a:ext uri="{FF2B5EF4-FFF2-40B4-BE49-F238E27FC236}">
                      <a16:creationId xmlns:a16="http://schemas.microsoft.com/office/drawing/2014/main" id="{C0CB9AC0-0B09-6FDC-2B4E-C265B163C1CC}"/>
                    </a:ext>
                  </a:extLst>
                </p:cNvPr>
                <p:cNvPicPr/>
                <p:nvPr/>
              </p:nvPicPr>
              <p:blipFill>
                <a:blip r:embed="rId281"/>
                <a:stretch>
                  <a:fillRect/>
                </a:stretch>
              </p:blipFill>
              <p:spPr>
                <a:xfrm>
                  <a:off x="9993038" y="4039343"/>
                  <a:ext cx="2044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8" name="Ink 187">
                  <a:extLst>
                    <a:ext uri="{FF2B5EF4-FFF2-40B4-BE49-F238E27FC236}">
                      <a16:creationId xmlns:a16="http://schemas.microsoft.com/office/drawing/2014/main" id="{9FBB4A34-E5D7-CD6C-E8C1-7A1BC3A0FC45}"/>
                    </a:ext>
                  </a:extLst>
                </p14:cNvPr>
                <p14:cNvContentPartPr/>
                <p14:nvPr/>
              </p14:nvContentPartPr>
              <p14:xfrm>
                <a:off x="10247198" y="4036463"/>
                <a:ext cx="219960" cy="205560"/>
              </p14:xfrm>
            </p:contentPart>
          </mc:Choice>
          <mc:Fallback xmlns="">
            <p:pic>
              <p:nvPicPr>
                <p:cNvPr id="188" name="Ink 187">
                  <a:extLst>
                    <a:ext uri="{FF2B5EF4-FFF2-40B4-BE49-F238E27FC236}">
                      <a16:creationId xmlns:a16="http://schemas.microsoft.com/office/drawing/2014/main" id="{9FBB4A34-E5D7-CD6C-E8C1-7A1BC3A0FC45}"/>
                    </a:ext>
                  </a:extLst>
                </p:cNvPr>
                <p:cNvPicPr/>
                <p:nvPr/>
              </p:nvPicPr>
              <p:blipFill>
                <a:blip r:embed="rId283"/>
                <a:stretch>
                  <a:fillRect/>
                </a:stretch>
              </p:blipFill>
              <p:spPr>
                <a:xfrm>
                  <a:off x="10238558" y="4027823"/>
                  <a:ext cx="2376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9" name="Ink 188">
                  <a:extLst>
                    <a:ext uri="{FF2B5EF4-FFF2-40B4-BE49-F238E27FC236}">
                      <a16:creationId xmlns:a16="http://schemas.microsoft.com/office/drawing/2014/main" id="{BDB2745B-A97F-73B6-4CE0-B55F8D52C922}"/>
                    </a:ext>
                  </a:extLst>
                </p14:cNvPr>
                <p14:cNvContentPartPr/>
                <p14:nvPr/>
              </p14:nvContentPartPr>
              <p14:xfrm>
                <a:off x="10444838" y="4036103"/>
                <a:ext cx="27000" cy="35280"/>
              </p14:xfrm>
            </p:contentPart>
          </mc:Choice>
          <mc:Fallback xmlns="">
            <p:pic>
              <p:nvPicPr>
                <p:cNvPr id="189" name="Ink 188">
                  <a:extLst>
                    <a:ext uri="{FF2B5EF4-FFF2-40B4-BE49-F238E27FC236}">
                      <a16:creationId xmlns:a16="http://schemas.microsoft.com/office/drawing/2014/main" id="{BDB2745B-A97F-73B6-4CE0-B55F8D52C922}"/>
                    </a:ext>
                  </a:extLst>
                </p:cNvPr>
                <p:cNvPicPr/>
                <p:nvPr/>
              </p:nvPicPr>
              <p:blipFill>
                <a:blip r:embed="rId285"/>
                <a:stretch>
                  <a:fillRect/>
                </a:stretch>
              </p:blipFill>
              <p:spPr>
                <a:xfrm>
                  <a:off x="10435838" y="4027103"/>
                  <a:ext cx="446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90" name="Ink 189">
                  <a:extLst>
                    <a:ext uri="{FF2B5EF4-FFF2-40B4-BE49-F238E27FC236}">
                      <a16:creationId xmlns:a16="http://schemas.microsoft.com/office/drawing/2014/main" id="{0CE93110-EE6F-EC2F-4B42-B4A4ED3CC83D}"/>
                    </a:ext>
                  </a:extLst>
                </p14:cNvPr>
                <p14:cNvContentPartPr/>
                <p14:nvPr/>
              </p14:nvContentPartPr>
              <p14:xfrm>
                <a:off x="10576598" y="4145903"/>
                <a:ext cx="70920" cy="360"/>
              </p14:xfrm>
            </p:contentPart>
          </mc:Choice>
          <mc:Fallback xmlns="">
            <p:pic>
              <p:nvPicPr>
                <p:cNvPr id="190" name="Ink 189">
                  <a:extLst>
                    <a:ext uri="{FF2B5EF4-FFF2-40B4-BE49-F238E27FC236}">
                      <a16:creationId xmlns:a16="http://schemas.microsoft.com/office/drawing/2014/main" id="{0CE93110-EE6F-EC2F-4B42-B4A4ED3CC83D}"/>
                    </a:ext>
                  </a:extLst>
                </p:cNvPr>
                <p:cNvPicPr/>
                <p:nvPr/>
              </p:nvPicPr>
              <p:blipFill>
                <a:blip r:embed="rId287"/>
                <a:stretch>
                  <a:fillRect/>
                </a:stretch>
              </p:blipFill>
              <p:spPr>
                <a:xfrm>
                  <a:off x="10567598" y="4137263"/>
                  <a:ext cx="88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91" name="Ink 190">
                  <a:extLst>
                    <a:ext uri="{FF2B5EF4-FFF2-40B4-BE49-F238E27FC236}">
                      <a16:creationId xmlns:a16="http://schemas.microsoft.com/office/drawing/2014/main" id="{8C420383-70A7-462B-5E9D-01B713A2FC85}"/>
                    </a:ext>
                  </a:extLst>
                </p14:cNvPr>
                <p14:cNvContentPartPr/>
                <p14:nvPr/>
              </p14:nvContentPartPr>
              <p14:xfrm>
                <a:off x="10770278" y="4030703"/>
                <a:ext cx="573480" cy="222840"/>
              </p14:xfrm>
            </p:contentPart>
          </mc:Choice>
          <mc:Fallback xmlns="">
            <p:pic>
              <p:nvPicPr>
                <p:cNvPr id="191" name="Ink 190">
                  <a:extLst>
                    <a:ext uri="{FF2B5EF4-FFF2-40B4-BE49-F238E27FC236}">
                      <a16:creationId xmlns:a16="http://schemas.microsoft.com/office/drawing/2014/main" id="{8C420383-70A7-462B-5E9D-01B713A2FC85}"/>
                    </a:ext>
                  </a:extLst>
                </p:cNvPr>
                <p:cNvPicPr/>
                <p:nvPr/>
              </p:nvPicPr>
              <p:blipFill>
                <a:blip r:embed="rId289"/>
                <a:stretch>
                  <a:fillRect/>
                </a:stretch>
              </p:blipFill>
              <p:spPr>
                <a:xfrm>
                  <a:off x="10761278" y="4022063"/>
                  <a:ext cx="59112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92" name="Ink 191">
                  <a:extLst>
                    <a:ext uri="{FF2B5EF4-FFF2-40B4-BE49-F238E27FC236}">
                      <a16:creationId xmlns:a16="http://schemas.microsoft.com/office/drawing/2014/main" id="{FC1B00A2-CE0B-8075-A61F-92DC013B965C}"/>
                    </a:ext>
                  </a:extLst>
                </p14:cNvPr>
                <p14:cNvContentPartPr/>
                <p14:nvPr/>
              </p14:nvContentPartPr>
              <p14:xfrm>
                <a:off x="11291918" y="4113143"/>
                <a:ext cx="244800" cy="141480"/>
              </p14:xfrm>
            </p:contentPart>
          </mc:Choice>
          <mc:Fallback xmlns="">
            <p:pic>
              <p:nvPicPr>
                <p:cNvPr id="192" name="Ink 191">
                  <a:extLst>
                    <a:ext uri="{FF2B5EF4-FFF2-40B4-BE49-F238E27FC236}">
                      <a16:creationId xmlns:a16="http://schemas.microsoft.com/office/drawing/2014/main" id="{FC1B00A2-CE0B-8075-A61F-92DC013B965C}"/>
                    </a:ext>
                  </a:extLst>
                </p:cNvPr>
                <p:cNvPicPr/>
                <p:nvPr/>
              </p:nvPicPr>
              <p:blipFill>
                <a:blip r:embed="rId291"/>
                <a:stretch>
                  <a:fillRect/>
                </a:stretch>
              </p:blipFill>
              <p:spPr>
                <a:xfrm>
                  <a:off x="11283278" y="4104143"/>
                  <a:ext cx="2624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93" name="Ink 192">
                  <a:extLst>
                    <a:ext uri="{FF2B5EF4-FFF2-40B4-BE49-F238E27FC236}">
                      <a16:creationId xmlns:a16="http://schemas.microsoft.com/office/drawing/2014/main" id="{C9B5EBB4-5CD0-8F58-A0B6-A5332CDD0D60}"/>
                    </a:ext>
                  </a:extLst>
                </p14:cNvPr>
                <p14:cNvContentPartPr/>
                <p14:nvPr/>
              </p14:nvContentPartPr>
              <p14:xfrm>
                <a:off x="11530958" y="4007303"/>
                <a:ext cx="37080" cy="32760"/>
              </p14:xfrm>
            </p:contentPart>
          </mc:Choice>
          <mc:Fallback xmlns="">
            <p:pic>
              <p:nvPicPr>
                <p:cNvPr id="193" name="Ink 192">
                  <a:extLst>
                    <a:ext uri="{FF2B5EF4-FFF2-40B4-BE49-F238E27FC236}">
                      <a16:creationId xmlns:a16="http://schemas.microsoft.com/office/drawing/2014/main" id="{C9B5EBB4-5CD0-8F58-A0B6-A5332CDD0D60}"/>
                    </a:ext>
                  </a:extLst>
                </p:cNvPr>
                <p:cNvPicPr/>
                <p:nvPr/>
              </p:nvPicPr>
              <p:blipFill>
                <a:blip r:embed="rId293"/>
                <a:stretch>
                  <a:fillRect/>
                </a:stretch>
              </p:blipFill>
              <p:spPr>
                <a:xfrm>
                  <a:off x="11521958" y="3998303"/>
                  <a:ext cx="547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4" name="Ink 193">
                  <a:extLst>
                    <a:ext uri="{FF2B5EF4-FFF2-40B4-BE49-F238E27FC236}">
                      <a16:creationId xmlns:a16="http://schemas.microsoft.com/office/drawing/2014/main" id="{A1A9C00D-33A3-C4AE-2F62-9559AE8A5B6B}"/>
                    </a:ext>
                  </a:extLst>
                </p14:cNvPr>
                <p14:cNvContentPartPr/>
                <p14:nvPr/>
              </p14:nvContentPartPr>
              <p14:xfrm>
                <a:off x="11579918" y="4101263"/>
                <a:ext cx="119160" cy="147600"/>
              </p14:xfrm>
            </p:contentPart>
          </mc:Choice>
          <mc:Fallback xmlns="">
            <p:pic>
              <p:nvPicPr>
                <p:cNvPr id="194" name="Ink 193">
                  <a:extLst>
                    <a:ext uri="{FF2B5EF4-FFF2-40B4-BE49-F238E27FC236}">
                      <a16:creationId xmlns:a16="http://schemas.microsoft.com/office/drawing/2014/main" id="{A1A9C00D-33A3-C4AE-2F62-9559AE8A5B6B}"/>
                    </a:ext>
                  </a:extLst>
                </p:cNvPr>
                <p:cNvPicPr/>
                <p:nvPr/>
              </p:nvPicPr>
              <p:blipFill>
                <a:blip r:embed="rId295"/>
                <a:stretch>
                  <a:fillRect/>
                </a:stretch>
              </p:blipFill>
              <p:spPr>
                <a:xfrm>
                  <a:off x="11571278" y="4092263"/>
                  <a:ext cx="1368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6" name="Ink 195">
                  <a:extLst>
                    <a:ext uri="{FF2B5EF4-FFF2-40B4-BE49-F238E27FC236}">
                      <a16:creationId xmlns:a16="http://schemas.microsoft.com/office/drawing/2014/main" id="{DD230297-FE9C-447E-B91A-F5B5CC133C4A}"/>
                    </a:ext>
                  </a:extLst>
                </p14:cNvPr>
                <p14:cNvContentPartPr/>
                <p14:nvPr/>
              </p14:nvContentPartPr>
              <p14:xfrm>
                <a:off x="4752878" y="4182263"/>
                <a:ext cx="4491720" cy="809640"/>
              </p14:xfrm>
            </p:contentPart>
          </mc:Choice>
          <mc:Fallback xmlns="">
            <p:pic>
              <p:nvPicPr>
                <p:cNvPr id="196" name="Ink 195">
                  <a:extLst>
                    <a:ext uri="{FF2B5EF4-FFF2-40B4-BE49-F238E27FC236}">
                      <a16:creationId xmlns:a16="http://schemas.microsoft.com/office/drawing/2014/main" id="{DD230297-FE9C-447E-B91A-F5B5CC133C4A}"/>
                    </a:ext>
                  </a:extLst>
                </p:cNvPr>
                <p:cNvPicPr/>
                <p:nvPr/>
              </p:nvPicPr>
              <p:blipFill>
                <a:blip r:embed="rId297"/>
                <a:stretch>
                  <a:fillRect/>
                </a:stretch>
              </p:blipFill>
              <p:spPr>
                <a:xfrm>
                  <a:off x="4743878" y="4173623"/>
                  <a:ext cx="4509360" cy="8272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7" name="Ink 196">
                  <a:extLst>
                    <a:ext uri="{FF2B5EF4-FFF2-40B4-BE49-F238E27FC236}">
                      <a16:creationId xmlns:a16="http://schemas.microsoft.com/office/drawing/2014/main" id="{2C38D8C7-1DB8-A78E-E021-DDC5A86CD4A0}"/>
                    </a:ext>
                  </a:extLst>
                </p14:cNvPr>
                <p14:cNvContentPartPr/>
                <p14:nvPr/>
              </p14:nvContentPartPr>
              <p14:xfrm>
                <a:off x="4666838" y="4818743"/>
                <a:ext cx="182160" cy="254880"/>
              </p14:xfrm>
            </p:contentPart>
          </mc:Choice>
          <mc:Fallback xmlns="">
            <p:pic>
              <p:nvPicPr>
                <p:cNvPr id="197" name="Ink 196">
                  <a:extLst>
                    <a:ext uri="{FF2B5EF4-FFF2-40B4-BE49-F238E27FC236}">
                      <a16:creationId xmlns:a16="http://schemas.microsoft.com/office/drawing/2014/main" id="{2C38D8C7-1DB8-A78E-E021-DDC5A86CD4A0}"/>
                    </a:ext>
                  </a:extLst>
                </p:cNvPr>
                <p:cNvPicPr/>
                <p:nvPr/>
              </p:nvPicPr>
              <p:blipFill>
                <a:blip r:embed="rId299"/>
                <a:stretch>
                  <a:fillRect/>
                </a:stretch>
              </p:blipFill>
              <p:spPr>
                <a:xfrm>
                  <a:off x="4658198" y="4809743"/>
                  <a:ext cx="199800" cy="272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0">
            <p14:nvContentPartPr>
              <p14:cNvPr id="199" name="Ink 198">
                <a:extLst>
                  <a:ext uri="{FF2B5EF4-FFF2-40B4-BE49-F238E27FC236}">
                    <a16:creationId xmlns:a16="http://schemas.microsoft.com/office/drawing/2014/main" id="{92AA2931-853A-434B-3245-46E773FF9620}"/>
                  </a:ext>
                </a:extLst>
              </p14:cNvPr>
              <p14:cNvContentPartPr/>
              <p14:nvPr/>
            </p14:nvContentPartPr>
            <p14:xfrm>
              <a:off x="7565558" y="5648903"/>
              <a:ext cx="360" cy="360"/>
            </p14:xfrm>
          </p:contentPart>
        </mc:Choice>
        <mc:Fallback xmlns="">
          <p:pic>
            <p:nvPicPr>
              <p:cNvPr id="199" name="Ink 198">
                <a:extLst>
                  <a:ext uri="{FF2B5EF4-FFF2-40B4-BE49-F238E27FC236}">
                    <a16:creationId xmlns:a16="http://schemas.microsoft.com/office/drawing/2014/main" id="{92AA2931-853A-434B-3245-46E773FF9620}"/>
                  </a:ext>
                </a:extLst>
              </p:cNvPr>
              <p:cNvPicPr/>
              <p:nvPr/>
            </p:nvPicPr>
            <p:blipFill>
              <a:blip r:embed="rId117"/>
              <a:stretch>
                <a:fillRect/>
              </a:stretch>
            </p:blipFill>
            <p:spPr>
              <a:xfrm>
                <a:off x="7556918" y="5640263"/>
                <a:ext cx="18000" cy="18000"/>
              </a:xfrm>
              <a:prstGeom prst="rect">
                <a:avLst/>
              </a:prstGeom>
            </p:spPr>
          </p:pic>
        </mc:Fallback>
      </mc:AlternateContent>
      <p:pic>
        <p:nvPicPr>
          <p:cNvPr id="1026" name="Picture 2" descr="PNG Mickey Mouse Disney Round Logo | Citypng">
            <a:extLst>
              <a:ext uri="{FF2B5EF4-FFF2-40B4-BE49-F238E27FC236}">
                <a16:creationId xmlns:a16="http://schemas.microsoft.com/office/drawing/2014/main" id="{DEDB62D9-B2D4-A2EA-45E3-94F4A10FBC9F}"/>
              </a:ext>
            </a:extLst>
          </p:cNvPr>
          <p:cNvPicPr>
            <a:picLocks noChangeAspect="1" noChangeArrowheads="1"/>
          </p:cNvPicPr>
          <p:nvPr/>
        </p:nvPicPr>
        <p:blipFill>
          <a:blip r:embed="rId301" cstate="print">
            <a:extLst>
              <a:ext uri="{28A0092B-C50C-407E-A947-70E740481C1C}">
                <a14:useLocalDpi xmlns:a14="http://schemas.microsoft.com/office/drawing/2010/main" val="0"/>
              </a:ext>
            </a:extLst>
          </a:blip>
          <a:srcRect/>
          <a:stretch>
            <a:fillRect/>
          </a:stretch>
        </p:blipFill>
        <p:spPr bwMode="auto">
          <a:xfrm>
            <a:off x="9046740" y="2780928"/>
            <a:ext cx="504056" cy="5040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nald duck cartoon 22026266 Vector Art at Vecteezy">
            <a:extLst>
              <a:ext uri="{FF2B5EF4-FFF2-40B4-BE49-F238E27FC236}">
                <a16:creationId xmlns:a16="http://schemas.microsoft.com/office/drawing/2014/main" id="{46010C6D-1E6A-668E-8F6A-1479DAB4A063}"/>
              </a:ext>
            </a:extLst>
          </p:cNvPr>
          <p:cNvPicPr>
            <a:picLocks noChangeAspect="1" noChangeArrowheads="1"/>
          </p:cNvPicPr>
          <p:nvPr/>
        </p:nvPicPr>
        <p:blipFill>
          <a:blip r:embed="rId302" cstate="print">
            <a:extLst>
              <a:ext uri="{28A0092B-C50C-407E-A947-70E740481C1C}">
                <a14:useLocalDpi xmlns:a14="http://schemas.microsoft.com/office/drawing/2010/main" val="0"/>
              </a:ext>
            </a:extLst>
          </a:blip>
          <a:srcRect/>
          <a:stretch>
            <a:fillRect/>
          </a:stretch>
        </p:blipFill>
        <p:spPr bwMode="auto">
          <a:xfrm>
            <a:off x="9334772" y="4123778"/>
            <a:ext cx="503590" cy="504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325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 HANA Cloud Integration</a:t>
            </a:r>
            <a:endParaRPr lang="en-IN" sz="3600" dirty="0">
              <a:latin typeface="Cooper Black" panose="0208090404030B020404" pitchFamily="18" charset="0"/>
            </a:endParaRPr>
          </a:p>
        </p:txBody>
      </p:sp>
      <p:sp>
        <p:nvSpPr>
          <p:cNvPr id="13" name="TextBox 12">
            <a:extLst>
              <a:ext uri="{FF2B5EF4-FFF2-40B4-BE49-F238E27FC236}">
                <a16:creationId xmlns:a16="http://schemas.microsoft.com/office/drawing/2014/main" id="{78B33051-A262-4738-BE23-009A377F6D2B}"/>
              </a:ext>
            </a:extLst>
          </p:cNvPr>
          <p:cNvSpPr txBox="1"/>
          <p:nvPr/>
        </p:nvSpPr>
        <p:spPr>
          <a:xfrm>
            <a:off x="189756" y="908720"/>
            <a:ext cx="11809312" cy="5293757"/>
          </a:xfrm>
          <a:prstGeom prst="rect">
            <a:avLst/>
          </a:prstGeom>
          <a:noFill/>
        </p:spPr>
        <p:txBody>
          <a:bodyPr wrap="square" rtlCol="0">
            <a:spAutoFit/>
          </a:bodyPr>
          <a:lstStyle/>
          <a:p>
            <a:r>
              <a:rPr lang="en-US" sz="1800" dirty="0">
                <a:solidFill>
                  <a:schemeClr val="bg1"/>
                </a:solidFill>
              </a:rPr>
              <a:t>Pre-requisites</a:t>
            </a:r>
          </a:p>
          <a:p>
            <a:pPr marL="457200" indent="-457200">
              <a:buAutoNum type="arabicPeriod"/>
            </a:pPr>
            <a:r>
              <a:rPr lang="en-US" sz="1800" dirty="0">
                <a:solidFill>
                  <a:schemeClr val="bg1"/>
                </a:solidFill>
              </a:rPr>
              <a:t>Check the version of CDS (which must be &gt; 2.0) </a:t>
            </a:r>
            <a:r>
              <a:rPr lang="en-US" sz="1800" b="1" dirty="0" err="1">
                <a:solidFill>
                  <a:schemeClr val="bg1"/>
                </a:solidFill>
              </a:rPr>
              <a:t>cds</a:t>
            </a:r>
            <a:r>
              <a:rPr lang="en-US" sz="1800" b="1" dirty="0">
                <a:solidFill>
                  <a:schemeClr val="bg1"/>
                </a:solidFill>
              </a:rPr>
              <a:t> –v</a:t>
            </a:r>
          </a:p>
          <a:p>
            <a:pPr marL="342900" indent="-342900">
              <a:buAutoNum type="arabicPeriod"/>
            </a:pPr>
            <a:r>
              <a:rPr lang="en-US" sz="1800" dirty="0">
                <a:solidFill>
                  <a:schemeClr val="bg1"/>
                </a:solidFill>
              </a:rPr>
              <a:t>Start a HANA cloud instance in SAP BTP</a:t>
            </a:r>
          </a:p>
          <a:p>
            <a:r>
              <a:rPr lang="en-US" sz="1800" dirty="0">
                <a:solidFill>
                  <a:schemeClr val="bg1"/>
                </a:solidFill>
              </a:rPr>
              <a:t>Main steps</a:t>
            </a:r>
          </a:p>
          <a:p>
            <a:pPr marL="342900" indent="-342900">
              <a:buAutoNum type="arabicPeriod"/>
            </a:pPr>
            <a:r>
              <a:rPr lang="en-US" sz="1800" dirty="0">
                <a:solidFill>
                  <a:schemeClr val="bg1"/>
                </a:solidFill>
              </a:rPr>
              <a:t>Add </a:t>
            </a:r>
            <a:r>
              <a:rPr lang="en-US" sz="1800" dirty="0" err="1">
                <a:solidFill>
                  <a:schemeClr val="bg1"/>
                </a:solidFill>
              </a:rPr>
              <a:t>hana</a:t>
            </a:r>
            <a:r>
              <a:rPr lang="en-US" sz="1800" dirty="0">
                <a:solidFill>
                  <a:schemeClr val="bg1"/>
                </a:solidFill>
              </a:rPr>
              <a:t> configuration to our app, which tell cap framework that the default </a:t>
            </a:r>
            <a:r>
              <a:rPr lang="en-US" sz="1800" dirty="0" err="1">
                <a:solidFill>
                  <a:schemeClr val="bg1"/>
                </a:solidFill>
              </a:rPr>
              <a:t>db</a:t>
            </a:r>
            <a:r>
              <a:rPr lang="en-US" sz="1800" dirty="0">
                <a:solidFill>
                  <a:schemeClr val="bg1"/>
                </a:solidFill>
              </a:rPr>
              <a:t> is now </a:t>
            </a:r>
            <a:r>
              <a:rPr lang="en-US" sz="1800" dirty="0" err="1">
                <a:solidFill>
                  <a:schemeClr val="bg1"/>
                </a:solidFill>
              </a:rPr>
              <a:t>hana</a:t>
            </a:r>
            <a:r>
              <a:rPr lang="en-US" sz="1800" dirty="0">
                <a:solidFill>
                  <a:schemeClr val="bg1"/>
                </a:solidFill>
              </a:rPr>
              <a:t> – </a:t>
            </a:r>
            <a:r>
              <a:rPr lang="en-US" sz="1800" b="1" dirty="0" err="1">
                <a:solidFill>
                  <a:schemeClr val="bg1"/>
                </a:solidFill>
              </a:rPr>
              <a:t>cds</a:t>
            </a:r>
            <a:r>
              <a:rPr lang="en-US" sz="1800" b="1" dirty="0">
                <a:solidFill>
                  <a:schemeClr val="bg1"/>
                </a:solidFill>
              </a:rPr>
              <a:t> add </a:t>
            </a:r>
            <a:r>
              <a:rPr lang="en-US" sz="1800" b="1" dirty="0" err="1">
                <a:solidFill>
                  <a:schemeClr val="bg1"/>
                </a:solidFill>
              </a:rPr>
              <a:t>hana</a:t>
            </a:r>
            <a:endParaRPr lang="en-US" sz="1800" b="1" dirty="0">
              <a:solidFill>
                <a:schemeClr val="bg1"/>
              </a:solidFill>
            </a:endParaRPr>
          </a:p>
          <a:p>
            <a:r>
              <a:rPr lang="en-IN" sz="1600" dirty="0">
                <a:solidFill>
                  <a:schemeClr val="bg1"/>
                </a:solidFill>
              </a:rPr>
              <a:t>2.   Add the </a:t>
            </a:r>
            <a:r>
              <a:rPr lang="en-IN" sz="1600" dirty="0" err="1">
                <a:solidFill>
                  <a:schemeClr val="bg1"/>
                </a:solidFill>
              </a:rPr>
              <a:t>hana</a:t>
            </a:r>
            <a:r>
              <a:rPr lang="en-IN" sz="1600" dirty="0">
                <a:solidFill>
                  <a:schemeClr val="bg1"/>
                </a:solidFill>
              </a:rPr>
              <a:t> specific deployment format name to our project under </a:t>
            </a:r>
            <a:r>
              <a:rPr lang="en-IN" sz="1600" dirty="0" err="1">
                <a:solidFill>
                  <a:schemeClr val="bg1"/>
                </a:solidFill>
              </a:rPr>
              <a:t>cds</a:t>
            </a:r>
            <a:r>
              <a:rPr lang="en-IN" sz="1600" dirty="0">
                <a:solidFill>
                  <a:schemeClr val="bg1"/>
                </a:solidFill>
              </a:rPr>
              <a:t> section as below inside </a:t>
            </a:r>
            <a:r>
              <a:rPr lang="en-IN" sz="1600" dirty="0" err="1">
                <a:solidFill>
                  <a:schemeClr val="bg1"/>
                </a:solidFill>
              </a:rPr>
              <a:t>package.json</a:t>
            </a:r>
            <a:r>
              <a:rPr lang="en-IN" sz="1600" dirty="0">
                <a:solidFill>
                  <a:schemeClr val="bg1"/>
                </a:solidFill>
              </a:rPr>
              <a:t> file</a:t>
            </a:r>
            <a:br>
              <a:rPr lang="en-IN" sz="1600" dirty="0">
                <a:solidFill>
                  <a:schemeClr val="bg1"/>
                </a:solidFill>
              </a:rPr>
            </a:br>
            <a:r>
              <a:rPr lang="en-US" sz="1200" b="0" dirty="0">
                <a:solidFill>
                  <a:schemeClr val="bg1"/>
                </a:solidFill>
                <a:effectLst/>
                <a:latin typeface="Consolas" panose="020B0609020204030204" pitchFamily="49" charset="0"/>
              </a:rPr>
              <a:t>"</a:t>
            </a:r>
            <a:r>
              <a:rPr lang="en-US" sz="1200" b="0" dirty="0" err="1">
                <a:solidFill>
                  <a:schemeClr val="bg1"/>
                </a:solidFill>
                <a:effectLst/>
                <a:latin typeface="Consolas" panose="020B0609020204030204" pitchFamily="49" charset="0"/>
              </a:rPr>
              <a:t>hana</a:t>
            </a:r>
            <a:r>
              <a:rPr lang="en-US" sz="1200" b="0" dirty="0">
                <a:solidFill>
                  <a:schemeClr val="bg1"/>
                </a:solidFill>
                <a:effectLst/>
                <a:latin typeface="Consolas" panose="020B0609020204030204" pitchFamily="49" charset="0"/>
              </a:rPr>
              <a:t>":{</a:t>
            </a:r>
          </a:p>
          <a:p>
            <a:r>
              <a:rPr lang="en-US" sz="1200" b="0" dirty="0">
                <a:solidFill>
                  <a:schemeClr val="bg1"/>
                </a:solidFill>
                <a:effectLst/>
                <a:latin typeface="Consolas" panose="020B0609020204030204" pitchFamily="49" charset="0"/>
              </a:rPr>
              <a:t>      "deploy-format":"</a:t>
            </a:r>
            <a:r>
              <a:rPr lang="en-US" sz="1200" b="0" dirty="0" err="1">
                <a:solidFill>
                  <a:schemeClr val="bg1"/>
                </a:solidFill>
                <a:effectLst/>
                <a:latin typeface="Consolas" panose="020B0609020204030204" pitchFamily="49" charset="0"/>
              </a:rPr>
              <a:t>hdbtable</a:t>
            </a:r>
            <a:r>
              <a:rPr lang="en-US" sz="1200" b="0" dirty="0">
                <a:solidFill>
                  <a:schemeClr val="bg1"/>
                </a:solidFill>
                <a:effectLst/>
                <a:latin typeface="Consolas" panose="020B0609020204030204" pitchFamily="49" charset="0"/>
              </a:rPr>
              <a:t>"</a:t>
            </a:r>
          </a:p>
          <a:p>
            <a:r>
              <a:rPr lang="en-US" sz="1200" b="0" dirty="0">
                <a:solidFill>
                  <a:schemeClr val="bg1"/>
                </a:solidFill>
                <a:effectLst/>
                <a:latin typeface="Consolas" panose="020B0609020204030204" pitchFamily="49" charset="0"/>
              </a:rPr>
              <a:t>    }</a:t>
            </a:r>
          </a:p>
          <a:p>
            <a:r>
              <a:rPr lang="en-IN" sz="1600" dirty="0">
                <a:solidFill>
                  <a:schemeClr val="bg1"/>
                </a:solidFill>
              </a:rPr>
              <a:t>3. Since the first step added the </a:t>
            </a:r>
            <a:r>
              <a:rPr lang="en-IN" sz="1600" dirty="0" err="1">
                <a:solidFill>
                  <a:schemeClr val="bg1"/>
                </a:solidFill>
              </a:rPr>
              <a:t>hdb</a:t>
            </a:r>
            <a:r>
              <a:rPr lang="en-IN" sz="1600" dirty="0">
                <a:solidFill>
                  <a:schemeClr val="bg1"/>
                </a:solidFill>
              </a:rPr>
              <a:t> node module, we need to install it. Run </a:t>
            </a:r>
            <a:r>
              <a:rPr lang="en-IN" sz="1600" b="1" dirty="0" err="1">
                <a:solidFill>
                  <a:schemeClr val="bg1"/>
                </a:solidFill>
              </a:rPr>
              <a:t>npm</a:t>
            </a:r>
            <a:r>
              <a:rPr lang="en-IN" sz="1600" b="1" dirty="0">
                <a:solidFill>
                  <a:schemeClr val="bg1"/>
                </a:solidFill>
              </a:rPr>
              <a:t> install</a:t>
            </a:r>
          </a:p>
          <a:p>
            <a:r>
              <a:rPr lang="en-IN" sz="1600" dirty="0">
                <a:solidFill>
                  <a:schemeClr val="bg1"/>
                </a:solidFill>
              </a:rPr>
              <a:t>4. We need to perform a build, which will create all the </a:t>
            </a:r>
            <a:r>
              <a:rPr lang="en-IN" sz="1600" dirty="0" err="1">
                <a:solidFill>
                  <a:schemeClr val="bg1"/>
                </a:solidFill>
              </a:rPr>
              <a:t>hana</a:t>
            </a:r>
            <a:r>
              <a:rPr lang="en-IN" sz="1600" dirty="0">
                <a:solidFill>
                  <a:schemeClr val="bg1"/>
                </a:solidFill>
              </a:rPr>
              <a:t> specific files which will be deployed to HANA cloud. </a:t>
            </a:r>
            <a:r>
              <a:rPr lang="en-IN" sz="1600" b="1" dirty="0" err="1">
                <a:solidFill>
                  <a:schemeClr val="bg1"/>
                </a:solidFill>
              </a:rPr>
              <a:t>cds</a:t>
            </a:r>
            <a:r>
              <a:rPr lang="en-IN" sz="1600" b="1" dirty="0">
                <a:solidFill>
                  <a:schemeClr val="bg1"/>
                </a:solidFill>
              </a:rPr>
              <a:t> build --production</a:t>
            </a:r>
            <a:endParaRPr lang="en-IN" sz="1600" dirty="0">
              <a:solidFill>
                <a:schemeClr val="bg1"/>
              </a:solidFill>
            </a:endParaRPr>
          </a:p>
          <a:p>
            <a:r>
              <a:rPr lang="en-IN" sz="1600" dirty="0">
                <a:solidFill>
                  <a:schemeClr val="bg1"/>
                </a:solidFill>
              </a:rPr>
              <a:t>5. We need to login to cloud foundry from BAS – </a:t>
            </a:r>
            <a:r>
              <a:rPr lang="en-IN" sz="1600" b="1" dirty="0" err="1">
                <a:solidFill>
                  <a:schemeClr val="bg1"/>
                </a:solidFill>
              </a:rPr>
              <a:t>cf</a:t>
            </a:r>
            <a:r>
              <a:rPr lang="en-IN" sz="1600" b="1" dirty="0">
                <a:solidFill>
                  <a:schemeClr val="bg1"/>
                </a:solidFill>
              </a:rPr>
              <a:t> login</a:t>
            </a:r>
          </a:p>
          <a:p>
            <a:r>
              <a:rPr lang="en-IN" sz="1600" dirty="0">
                <a:solidFill>
                  <a:schemeClr val="bg1"/>
                </a:solidFill>
              </a:rPr>
              <a:t>6. Finally we need to deploy the DB and everything to SAP HANA Cloud – </a:t>
            </a:r>
            <a:r>
              <a:rPr lang="en-IN" sz="1600" b="1" dirty="0" err="1">
                <a:solidFill>
                  <a:schemeClr val="bg1"/>
                </a:solidFill>
              </a:rPr>
              <a:t>cds</a:t>
            </a:r>
            <a:r>
              <a:rPr lang="en-IN" sz="1600" b="1" dirty="0">
                <a:solidFill>
                  <a:schemeClr val="bg1"/>
                </a:solidFill>
              </a:rPr>
              <a:t> deploy --to </a:t>
            </a:r>
            <a:r>
              <a:rPr lang="en-IN" sz="1600" b="1" dirty="0" err="1">
                <a:solidFill>
                  <a:schemeClr val="bg1"/>
                </a:solidFill>
              </a:rPr>
              <a:t>hana:batman</a:t>
            </a:r>
            <a:endParaRPr lang="en-IN" sz="1600" b="1" dirty="0">
              <a:solidFill>
                <a:schemeClr val="bg1"/>
              </a:solidFill>
            </a:endParaRPr>
          </a:p>
          <a:p>
            <a:r>
              <a:rPr lang="en-IN" sz="1600" dirty="0">
                <a:solidFill>
                  <a:schemeClr val="bg1"/>
                </a:solidFill>
              </a:rPr>
              <a:t>7. We fixed issues related to excel format of HANA and changed the size of field </a:t>
            </a:r>
            <a:r>
              <a:rPr lang="en-IN" sz="1600" dirty="0" err="1">
                <a:solidFill>
                  <a:schemeClr val="bg1"/>
                </a:solidFill>
              </a:rPr>
              <a:t>bankid</a:t>
            </a:r>
            <a:r>
              <a:rPr lang="en-IN" sz="1600" dirty="0">
                <a:solidFill>
                  <a:schemeClr val="bg1"/>
                </a:solidFill>
              </a:rPr>
              <a:t> for employee, redo the build and deploy</a:t>
            </a:r>
          </a:p>
          <a:p>
            <a:r>
              <a:rPr lang="en-IN" sz="1600" dirty="0">
                <a:solidFill>
                  <a:schemeClr val="bg1"/>
                </a:solidFill>
              </a:rPr>
              <a:t>8. If deployment worked, a new file </a:t>
            </a:r>
            <a:r>
              <a:rPr lang="en-IN" sz="1600" b="1" dirty="0" err="1">
                <a:solidFill>
                  <a:schemeClr val="bg1"/>
                </a:solidFill>
              </a:rPr>
              <a:t>cdsrc-private.json</a:t>
            </a:r>
            <a:r>
              <a:rPr lang="en-IN" sz="1600" b="1" dirty="0">
                <a:solidFill>
                  <a:schemeClr val="bg1"/>
                </a:solidFill>
              </a:rPr>
              <a:t> </a:t>
            </a:r>
            <a:r>
              <a:rPr lang="en-IN" sz="1600" dirty="0">
                <a:solidFill>
                  <a:schemeClr val="bg1"/>
                </a:solidFill>
              </a:rPr>
              <a:t>gets created automatically, this file contain the information about which container in SAP BTP HANA Cloud to connect to. And the private key is stored in this file.</a:t>
            </a:r>
          </a:p>
          <a:p>
            <a:r>
              <a:rPr lang="en-IN" sz="1600" dirty="0">
                <a:solidFill>
                  <a:schemeClr val="bg1"/>
                </a:solidFill>
              </a:rPr>
              <a:t>9. Provide the credentials which will be used to connect database, start using </a:t>
            </a:r>
            <a:r>
              <a:rPr lang="en-IN" sz="1600" b="1" dirty="0" err="1">
                <a:solidFill>
                  <a:schemeClr val="bg1"/>
                </a:solidFill>
              </a:rPr>
              <a:t>cds</a:t>
            </a:r>
            <a:r>
              <a:rPr lang="en-IN" sz="1600" b="1" dirty="0">
                <a:solidFill>
                  <a:schemeClr val="bg1"/>
                </a:solidFill>
              </a:rPr>
              <a:t> watch --profile hybrid</a:t>
            </a:r>
            <a:endParaRPr lang="en-IN" sz="1600" dirty="0">
              <a:solidFill>
                <a:schemeClr val="bg1"/>
              </a:solidFill>
            </a:endParaRPr>
          </a:p>
          <a:p>
            <a:r>
              <a:rPr lang="en-US" sz="1200" b="0" dirty="0">
                <a:solidFill>
                  <a:schemeClr val="bg1"/>
                </a:solidFill>
                <a:effectLst/>
                <a:latin typeface="Consolas" panose="020B0609020204030204" pitchFamily="49" charset="0"/>
              </a:rPr>
              <a:t>"credentials": {</a:t>
            </a:r>
          </a:p>
          <a:p>
            <a:r>
              <a:rPr lang="en-US" sz="1200" b="0" dirty="0">
                <a:solidFill>
                  <a:schemeClr val="bg1"/>
                </a:solidFill>
                <a:effectLst/>
                <a:latin typeface="Consolas" panose="020B0609020204030204" pitchFamily="49" charset="0"/>
              </a:rPr>
              <a:t>          "database": "batman-key"</a:t>
            </a:r>
          </a:p>
          <a:p>
            <a:r>
              <a:rPr lang="en-US" sz="1200" b="0" dirty="0">
                <a:solidFill>
                  <a:schemeClr val="bg1"/>
                </a:solidFill>
                <a:effectLst/>
                <a:latin typeface="Consolas" panose="020B0609020204030204" pitchFamily="49" charset="0"/>
              </a:rPr>
              <a:t>        }</a:t>
            </a:r>
          </a:p>
          <a:p>
            <a:endParaRPr lang="en-IN" sz="1600" dirty="0">
              <a:solidFill>
                <a:schemeClr val="bg1"/>
              </a:solidFill>
            </a:endParaRPr>
          </a:p>
        </p:txBody>
      </p: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968E7-F647-6C13-6A4E-9B4125FEDEFA}"/>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39" name="Ink 38">
                <a:extLst>
                  <a:ext uri="{FF2B5EF4-FFF2-40B4-BE49-F238E27FC236}">
                    <a16:creationId xmlns:a16="http://schemas.microsoft.com/office/drawing/2014/main" id="{251E1621-BBFC-374D-A590-219369CC5777}"/>
                  </a:ext>
                </a:extLst>
              </p14:cNvPr>
              <p14:cNvContentPartPr/>
              <p14:nvPr/>
            </p14:nvContentPartPr>
            <p14:xfrm>
              <a:off x="463653" y="3617481"/>
              <a:ext cx="125280" cy="697680"/>
            </p14:xfrm>
          </p:contentPart>
        </mc:Choice>
        <mc:Fallback>
          <p:pic>
            <p:nvPicPr>
              <p:cNvPr id="39" name="Ink 38">
                <a:extLst>
                  <a:ext uri="{FF2B5EF4-FFF2-40B4-BE49-F238E27FC236}">
                    <a16:creationId xmlns:a16="http://schemas.microsoft.com/office/drawing/2014/main" id="{251E1621-BBFC-374D-A590-219369CC5777}"/>
                  </a:ext>
                </a:extLst>
              </p:cNvPr>
              <p:cNvPicPr/>
              <p:nvPr/>
            </p:nvPicPr>
            <p:blipFill>
              <a:blip r:embed="rId3"/>
              <a:stretch>
                <a:fillRect/>
              </a:stretch>
            </p:blipFill>
            <p:spPr>
              <a:xfrm>
                <a:off x="454653" y="3608481"/>
                <a:ext cx="142920" cy="715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0" name="Ink 39">
                <a:extLst>
                  <a:ext uri="{FF2B5EF4-FFF2-40B4-BE49-F238E27FC236}">
                    <a16:creationId xmlns:a16="http://schemas.microsoft.com/office/drawing/2014/main" id="{6639F47C-7D99-C2A4-D39B-3E69606B7913}"/>
                  </a:ext>
                </a:extLst>
              </p14:cNvPr>
              <p14:cNvContentPartPr/>
              <p14:nvPr/>
            </p14:nvContentPartPr>
            <p14:xfrm>
              <a:off x="462573" y="3810441"/>
              <a:ext cx="552600" cy="345240"/>
            </p14:xfrm>
          </p:contentPart>
        </mc:Choice>
        <mc:Fallback>
          <p:pic>
            <p:nvPicPr>
              <p:cNvPr id="40" name="Ink 39">
                <a:extLst>
                  <a:ext uri="{FF2B5EF4-FFF2-40B4-BE49-F238E27FC236}">
                    <a16:creationId xmlns:a16="http://schemas.microsoft.com/office/drawing/2014/main" id="{6639F47C-7D99-C2A4-D39B-3E69606B7913}"/>
                  </a:ext>
                </a:extLst>
              </p:cNvPr>
              <p:cNvPicPr/>
              <p:nvPr/>
            </p:nvPicPr>
            <p:blipFill>
              <a:blip r:embed="rId5"/>
              <a:stretch>
                <a:fillRect/>
              </a:stretch>
            </p:blipFill>
            <p:spPr>
              <a:xfrm>
                <a:off x="453933" y="3801441"/>
                <a:ext cx="570240" cy="362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1" name="Ink 40">
                <a:extLst>
                  <a:ext uri="{FF2B5EF4-FFF2-40B4-BE49-F238E27FC236}">
                    <a16:creationId xmlns:a16="http://schemas.microsoft.com/office/drawing/2014/main" id="{79BA1771-167C-17DE-9F3F-AFE4F7D7596A}"/>
                  </a:ext>
                </a:extLst>
              </p14:cNvPr>
              <p14:cNvContentPartPr/>
              <p14:nvPr/>
            </p14:nvContentPartPr>
            <p14:xfrm>
              <a:off x="644013" y="4319841"/>
              <a:ext cx="116640" cy="224280"/>
            </p14:xfrm>
          </p:contentPart>
        </mc:Choice>
        <mc:Fallback>
          <p:pic>
            <p:nvPicPr>
              <p:cNvPr id="41" name="Ink 40">
                <a:extLst>
                  <a:ext uri="{FF2B5EF4-FFF2-40B4-BE49-F238E27FC236}">
                    <a16:creationId xmlns:a16="http://schemas.microsoft.com/office/drawing/2014/main" id="{79BA1771-167C-17DE-9F3F-AFE4F7D7596A}"/>
                  </a:ext>
                </a:extLst>
              </p:cNvPr>
              <p:cNvPicPr/>
              <p:nvPr/>
            </p:nvPicPr>
            <p:blipFill>
              <a:blip r:embed="rId7"/>
              <a:stretch>
                <a:fillRect/>
              </a:stretch>
            </p:blipFill>
            <p:spPr>
              <a:xfrm>
                <a:off x="635373" y="4310841"/>
                <a:ext cx="1342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2" name="Ink 41">
                <a:extLst>
                  <a:ext uri="{FF2B5EF4-FFF2-40B4-BE49-F238E27FC236}">
                    <a16:creationId xmlns:a16="http://schemas.microsoft.com/office/drawing/2014/main" id="{4D4A59E2-8F24-7006-3A67-CF9C56D9AF7F}"/>
                  </a:ext>
                </a:extLst>
              </p14:cNvPr>
              <p14:cNvContentPartPr/>
              <p14:nvPr/>
            </p14:nvContentPartPr>
            <p14:xfrm>
              <a:off x="786933" y="4273761"/>
              <a:ext cx="127800" cy="214920"/>
            </p14:xfrm>
          </p:contentPart>
        </mc:Choice>
        <mc:Fallback>
          <p:pic>
            <p:nvPicPr>
              <p:cNvPr id="42" name="Ink 41">
                <a:extLst>
                  <a:ext uri="{FF2B5EF4-FFF2-40B4-BE49-F238E27FC236}">
                    <a16:creationId xmlns:a16="http://schemas.microsoft.com/office/drawing/2014/main" id="{4D4A59E2-8F24-7006-3A67-CF9C56D9AF7F}"/>
                  </a:ext>
                </a:extLst>
              </p:cNvPr>
              <p:cNvPicPr/>
              <p:nvPr/>
            </p:nvPicPr>
            <p:blipFill>
              <a:blip r:embed="rId9"/>
              <a:stretch>
                <a:fillRect/>
              </a:stretch>
            </p:blipFill>
            <p:spPr>
              <a:xfrm>
                <a:off x="777933" y="4264761"/>
                <a:ext cx="14544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3" name="Ink 42">
                <a:extLst>
                  <a:ext uri="{FF2B5EF4-FFF2-40B4-BE49-F238E27FC236}">
                    <a16:creationId xmlns:a16="http://schemas.microsoft.com/office/drawing/2014/main" id="{5DAF3C73-122E-A2D7-EE2C-8FDCF24CDE47}"/>
                  </a:ext>
                </a:extLst>
              </p14:cNvPr>
              <p14:cNvContentPartPr/>
              <p14:nvPr/>
            </p14:nvContentPartPr>
            <p14:xfrm>
              <a:off x="850293" y="4283481"/>
              <a:ext cx="224640" cy="138240"/>
            </p14:xfrm>
          </p:contentPart>
        </mc:Choice>
        <mc:Fallback>
          <p:pic>
            <p:nvPicPr>
              <p:cNvPr id="43" name="Ink 42">
                <a:extLst>
                  <a:ext uri="{FF2B5EF4-FFF2-40B4-BE49-F238E27FC236}">
                    <a16:creationId xmlns:a16="http://schemas.microsoft.com/office/drawing/2014/main" id="{5DAF3C73-122E-A2D7-EE2C-8FDCF24CDE47}"/>
                  </a:ext>
                </a:extLst>
              </p:cNvPr>
              <p:cNvPicPr/>
              <p:nvPr/>
            </p:nvPicPr>
            <p:blipFill>
              <a:blip r:embed="rId11"/>
              <a:stretch>
                <a:fillRect/>
              </a:stretch>
            </p:blipFill>
            <p:spPr>
              <a:xfrm>
                <a:off x="841653" y="4274481"/>
                <a:ext cx="2422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4" name="Ink 43">
                <a:extLst>
                  <a:ext uri="{FF2B5EF4-FFF2-40B4-BE49-F238E27FC236}">
                    <a16:creationId xmlns:a16="http://schemas.microsoft.com/office/drawing/2014/main" id="{E35A29B6-2CFA-002D-A000-8532904071C2}"/>
                  </a:ext>
                </a:extLst>
              </p14:cNvPr>
              <p14:cNvContentPartPr/>
              <p14:nvPr/>
            </p14:nvContentPartPr>
            <p14:xfrm>
              <a:off x="1122813" y="4110681"/>
              <a:ext cx="306360" cy="258120"/>
            </p14:xfrm>
          </p:contentPart>
        </mc:Choice>
        <mc:Fallback>
          <p:pic>
            <p:nvPicPr>
              <p:cNvPr id="44" name="Ink 43">
                <a:extLst>
                  <a:ext uri="{FF2B5EF4-FFF2-40B4-BE49-F238E27FC236}">
                    <a16:creationId xmlns:a16="http://schemas.microsoft.com/office/drawing/2014/main" id="{E35A29B6-2CFA-002D-A000-8532904071C2}"/>
                  </a:ext>
                </a:extLst>
              </p:cNvPr>
              <p:cNvPicPr/>
              <p:nvPr/>
            </p:nvPicPr>
            <p:blipFill>
              <a:blip r:embed="rId13"/>
              <a:stretch>
                <a:fillRect/>
              </a:stretch>
            </p:blipFill>
            <p:spPr>
              <a:xfrm>
                <a:off x="1113813" y="4101681"/>
                <a:ext cx="32400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8" name="Ink 77">
                <a:extLst>
                  <a:ext uri="{FF2B5EF4-FFF2-40B4-BE49-F238E27FC236}">
                    <a16:creationId xmlns:a16="http://schemas.microsoft.com/office/drawing/2014/main" id="{C88C2CC9-38EC-3CDB-998D-60EAF2A10DB1}"/>
                  </a:ext>
                </a:extLst>
              </p14:cNvPr>
              <p14:cNvContentPartPr/>
              <p14:nvPr/>
            </p14:nvContentPartPr>
            <p14:xfrm>
              <a:off x="9653013" y="3715761"/>
              <a:ext cx="261720" cy="447120"/>
            </p14:xfrm>
          </p:contentPart>
        </mc:Choice>
        <mc:Fallback>
          <p:pic>
            <p:nvPicPr>
              <p:cNvPr id="78" name="Ink 77">
                <a:extLst>
                  <a:ext uri="{FF2B5EF4-FFF2-40B4-BE49-F238E27FC236}">
                    <a16:creationId xmlns:a16="http://schemas.microsoft.com/office/drawing/2014/main" id="{C88C2CC9-38EC-3CDB-998D-60EAF2A10DB1}"/>
                  </a:ext>
                </a:extLst>
              </p:cNvPr>
              <p:cNvPicPr/>
              <p:nvPr/>
            </p:nvPicPr>
            <p:blipFill>
              <a:blip r:embed="rId15"/>
              <a:stretch>
                <a:fillRect/>
              </a:stretch>
            </p:blipFill>
            <p:spPr>
              <a:xfrm>
                <a:off x="9644373" y="3706761"/>
                <a:ext cx="279360" cy="464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9" name="Ink 78">
                <a:extLst>
                  <a:ext uri="{FF2B5EF4-FFF2-40B4-BE49-F238E27FC236}">
                    <a16:creationId xmlns:a16="http://schemas.microsoft.com/office/drawing/2014/main" id="{2CDFC3DD-0B53-3A46-1675-05CB66021B15}"/>
                  </a:ext>
                </a:extLst>
              </p14:cNvPr>
              <p14:cNvContentPartPr/>
              <p14:nvPr/>
            </p14:nvContentPartPr>
            <p14:xfrm>
              <a:off x="9953973" y="3828441"/>
              <a:ext cx="18360" cy="108360"/>
            </p14:xfrm>
          </p:contentPart>
        </mc:Choice>
        <mc:Fallback>
          <p:pic>
            <p:nvPicPr>
              <p:cNvPr id="79" name="Ink 78">
                <a:extLst>
                  <a:ext uri="{FF2B5EF4-FFF2-40B4-BE49-F238E27FC236}">
                    <a16:creationId xmlns:a16="http://schemas.microsoft.com/office/drawing/2014/main" id="{2CDFC3DD-0B53-3A46-1675-05CB66021B15}"/>
                  </a:ext>
                </a:extLst>
              </p:cNvPr>
              <p:cNvPicPr/>
              <p:nvPr/>
            </p:nvPicPr>
            <p:blipFill>
              <a:blip r:embed="rId17"/>
              <a:stretch>
                <a:fillRect/>
              </a:stretch>
            </p:blipFill>
            <p:spPr>
              <a:xfrm>
                <a:off x="9945333" y="3819441"/>
                <a:ext cx="3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0" name="Ink 79">
                <a:extLst>
                  <a:ext uri="{FF2B5EF4-FFF2-40B4-BE49-F238E27FC236}">
                    <a16:creationId xmlns:a16="http://schemas.microsoft.com/office/drawing/2014/main" id="{A35798F6-B16B-24C5-D484-0BD5EAE73C56}"/>
                  </a:ext>
                </a:extLst>
              </p14:cNvPr>
              <p14:cNvContentPartPr/>
              <p14:nvPr/>
            </p14:nvContentPartPr>
            <p14:xfrm>
              <a:off x="9962973" y="3613161"/>
              <a:ext cx="12240" cy="61920"/>
            </p14:xfrm>
          </p:contentPart>
        </mc:Choice>
        <mc:Fallback>
          <p:pic>
            <p:nvPicPr>
              <p:cNvPr id="80" name="Ink 79">
                <a:extLst>
                  <a:ext uri="{FF2B5EF4-FFF2-40B4-BE49-F238E27FC236}">
                    <a16:creationId xmlns:a16="http://schemas.microsoft.com/office/drawing/2014/main" id="{A35798F6-B16B-24C5-D484-0BD5EAE73C56}"/>
                  </a:ext>
                </a:extLst>
              </p:cNvPr>
              <p:cNvPicPr/>
              <p:nvPr/>
            </p:nvPicPr>
            <p:blipFill>
              <a:blip r:embed="rId19"/>
              <a:stretch>
                <a:fillRect/>
              </a:stretch>
            </p:blipFill>
            <p:spPr>
              <a:xfrm>
                <a:off x="9954333" y="3604521"/>
                <a:ext cx="298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1" name="Ink 80">
                <a:extLst>
                  <a:ext uri="{FF2B5EF4-FFF2-40B4-BE49-F238E27FC236}">
                    <a16:creationId xmlns:a16="http://schemas.microsoft.com/office/drawing/2014/main" id="{1593C3DD-037E-5F19-E917-5F5295291FD1}"/>
                  </a:ext>
                </a:extLst>
              </p14:cNvPr>
              <p14:cNvContentPartPr/>
              <p14:nvPr/>
            </p14:nvContentPartPr>
            <p14:xfrm>
              <a:off x="10046493" y="3680481"/>
              <a:ext cx="67320" cy="243000"/>
            </p14:xfrm>
          </p:contentPart>
        </mc:Choice>
        <mc:Fallback>
          <p:pic>
            <p:nvPicPr>
              <p:cNvPr id="81" name="Ink 80">
                <a:extLst>
                  <a:ext uri="{FF2B5EF4-FFF2-40B4-BE49-F238E27FC236}">
                    <a16:creationId xmlns:a16="http://schemas.microsoft.com/office/drawing/2014/main" id="{1593C3DD-037E-5F19-E917-5F5295291FD1}"/>
                  </a:ext>
                </a:extLst>
              </p:cNvPr>
              <p:cNvPicPr/>
              <p:nvPr/>
            </p:nvPicPr>
            <p:blipFill>
              <a:blip r:embed="rId21"/>
              <a:stretch>
                <a:fillRect/>
              </a:stretch>
            </p:blipFill>
            <p:spPr>
              <a:xfrm>
                <a:off x="10037853" y="3671481"/>
                <a:ext cx="8496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2" name="Ink 81">
                <a:extLst>
                  <a:ext uri="{FF2B5EF4-FFF2-40B4-BE49-F238E27FC236}">
                    <a16:creationId xmlns:a16="http://schemas.microsoft.com/office/drawing/2014/main" id="{A586869A-C64A-466F-E9E9-7022F0C2AD48}"/>
                  </a:ext>
                </a:extLst>
              </p14:cNvPr>
              <p14:cNvContentPartPr/>
              <p14:nvPr/>
            </p14:nvContentPartPr>
            <p14:xfrm>
              <a:off x="10056573" y="3686601"/>
              <a:ext cx="303120" cy="244080"/>
            </p14:xfrm>
          </p:contentPart>
        </mc:Choice>
        <mc:Fallback>
          <p:pic>
            <p:nvPicPr>
              <p:cNvPr id="82" name="Ink 81">
                <a:extLst>
                  <a:ext uri="{FF2B5EF4-FFF2-40B4-BE49-F238E27FC236}">
                    <a16:creationId xmlns:a16="http://schemas.microsoft.com/office/drawing/2014/main" id="{A586869A-C64A-466F-E9E9-7022F0C2AD48}"/>
                  </a:ext>
                </a:extLst>
              </p:cNvPr>
              <p:cNvPicPr/>
              <p:nvPr/>
            </p:nvPicPr>
            <p:blipFill>
              <a:blip r:embed="rId23"/>
              <a:stretch>
                <a:fillRect/>
              </a:stretch>
            </p:blipFill>
            <p:spPr>
              <a:xfrm>
                <a:off x="10047933" y="3677961"/>
                <a:ext cx="32076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3" name="Ink 82">
                <a:extLst>
                  <a:ext uri="{FF2B5EF4-FFF2-40B4-BE49-F238E27FC236}">
                    <a16:creationId xmlns:a16="http://schemas.microsoft.com/office/drawing/2014/main" id="{C836C3FC-F2DB-6B69-B9EE-544A278C5B29}"/>
                  </a:ext>
                </a:extLst>
              </p14:cNvPr>
              <p14:cNvContentPartPr/>
              <p14:nvPr/>
            </p14:nvContentPartPr>
            <p14:xfrm>
              <a:off x="10405053" y="3793881"/>
              <a:ext cx="169560" cy="120960"/>
            </p14:xfrm>
          </p:contentPart>
        </mc:Choice>
        <mc:Fallback>
          <p:pic>
            <p:nvPicPr>
              <p:cNvPr id="83" name="Ink 82">
                <a:extLst>
                  <a:ext uri="{FF2B5EF4-FFF2-40B4-BE49-F238E27FC236}">
                    <a16:creationId xmlns:a16="http://schemas.microsoft.com/office/drawing/2014/main" id="{C836C3FC-F2DB-6B69-B9EE-544A278C5B29}"/>
                  </a:ext>
                </a:extLst>
              </p:cNvPr>
              <p:cNvPicPr/>
              <p:nvPr/>
            </p:nvPicPr>
            <p:blipFill>
              <a:blip r:embed="rId25"/>
              <a:stretch>
                <a:fillRect/>
              </a:stretch>
            </p:blipFill>
            <p:spPr>
              <a:xfrm>
                <a:off x="10396053" y="3784881"/>
                <a:ext cx="1872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84" name="Ink 83">
                <a:extLst>
                  <a:ext uri="{FF2B5EF4-FFF2-40B4-BE49-F238E27FC236}">
                    <a16:creationId xmlns:a16="http://schemas.microsoft.com/office/drawing/2014/main" id="{A9B50A4B-32D5-63C0-FAEB-55B984D3852A}"/>
                  </a:ext>
                </a:extLst>
              </p14:cNvPr>
              <p14:cNvContentPartPr/>
              <p14:nvPr/>
            </p14:nvContentPartPr>
            <p14:xfrm>
              <a:off x="10608093" y="3639441"/>
              <a:ext cx="175680" cy="309240"/>
            </p14:xfrm>
          </p:contentPart>
        </mc:Choice>
        <mc:Fallback>
          <p:pic>
            <p:nvPicPr>
              <p:cNvPr id="84" name="Ink 83">
                <a:extLst>
                  <a:ext uri="{FF2B5EF4-FFF2-40B4-BE49-F238E27FC236}">
                    <a16:creationId xmlns:a16="http://schemas.microsoft.com/office/drawing/2014/main" id="{A9B50A4B-32D5-63C0-FAEB-55B984D3852A}"/>
                  </a:ext>
                </a:extLst>
              </p:cNvPr>
              <p:cNvPicPr/>
              <p:nvPr/>
            </p:nvPicPr>
            <p:blipFill>
              <a:blip r:embed="rId27"/>
              <a:stretch>
                <a:fillRect/>
              </a:stretch>
            </p:blipFill>
            <p:spPr>
              <a:xfrm>
                <a:off x="10599093" y="3630441"/>
                <a:ext cx="19332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5" name="Ink 84">
                <a:extLst>
                  <a:ext uri="{FF2B5EF4-FFF2-40B4-BE49-F238E27FC236}">
                    <a16:creationId xmlns:a16="http://schemas.microsoft.com/office/drawing/2014/main" id="{8EA7930F-DEC0-09CB-C3F9-67C97766AA07}"/>
                  </a:ext>
                </a:extLst>
              </p14:cNvPr>
              <p14:cNvContentPartPr/>
              <p14:nvPr/>
            </p14:nvContentPartPr>
            <p14:xfrm>
              <a:off x="9514773" y="3467001"/>
              <a:ext cx="1738800" cy="904680"/>
            </p14:xfrm>
          </p:contentPart>
        </mc:Choice>
        <mc:Fallback>
          <p:pic>
            <p:nvPicPr>
              <p:cNvPr id="85" name="Ink 84">
                <a:extLst>
                  <a:ext uri="{FF2B5EF4-FFF2-40B4-BE49-F238E27FC236}">
                    <a16:creationId xmlns:a16="http://schemas.microsoft.com/office/drawing/2014/main" id="{8EA7930F-DEC0-09CB-C3F9-67C97766AA07}"/>
                  </a:ext>
                </a:extLst>
              </p:cNvPr>
              <p:cNvPicPr/>
              <p:nvPr/>
            </p:nvPicPr>
            <p:blipFill>
              <a:blip r:embed="rId29"/>
              <a:stretch>
                <a:fillRect/>
              </a:stretch>
            </p:blipFill>
            <p:spPr>
              <a:xfrm>
                <a:off x="9505773" y="3458361"/>
                <a:ext cx="1756440" cy="9223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6" name="Ink 85">
                <a:extLst>
                  <a:ext uri="{FF2B5EF4-FFF2-40B4-BE49-F238E27FC236}">
                    <a16:creationId xmlns:a16="http://schemas.microsoft.com/office/drawing/2014/main" id="{88C4B0DA-6274-3D59-B07C-785983AC5256}"/>
                  </a:ext>
                </a:extLst>
              </p14:cNvPr>
              <p14:cNvContentPartPr/>
              <p14:nvPr/>
            </p14:nvContentPartPr>
            <p14:xfrm>
              <a:off x="10097253" y="4402281"/>
              <a:ext cx="227520" cy="609480"/>
            </p14:xfrm>
          </p:contentPart>
        </mc:Choice>
        <mc:Fallback>
          <p:pic>
            <p:nvPicPr>
              <p:cNvPr id="86" name="Ink 85">
                <a:extLst>
                  <a:ext uri="{FF2B5EF4-FFF2-40B4-BE49-F238E27FC236}">
                    <a16:creationId xmlns:a16="http://schemas.microsoft.com/office/drawing/2014/main" id="{88C4B0DA-6274-3D59-B07C-785983AC5256}"/>
                  </a:ext>
                </a:extLst>
              </p:cNvPr>
              <p:cNvPicPr/>
              <p:nvPr/>
            </p:nvPicPr>
            <p:blipFill>
              <a:blip r:embed="rId31"/>
              <a:stretch>
                <a:fillRect/>
              </a:stretch>
            </p:blipFill>
            <p:spPr>
              <a:xfrm>
                <a:off x="10088613" y="4393641"/>
                <a:ext cx="245160" cy="6271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7" name="Ink 86">
                <a:extLst>
                  <a:ext uri="{FF2B5EF4-FFF2-40B4-BE49-F238E27FC236}">
                    <a16:creationId xmlns:a16="http://schemas.microsoft.com/office/drawing/2014/main" id="{58B2D971-3081-84A1-10FE-934894E8B5DD}"/>
                  </a:ext>
                </a:extLst>
              </p14:cNvPr>
              <p14:cNvContentPartPr/>
              <p14:nvPr/>
            </p14:nvContentPartPr>
            <p14:xfrm>
              <a:off x="10578573" y="4558881"/>
              <a:ext cx="36360" cy="320040"/>
            </p14:xfrm>
          </p:contentPart>
        </mc:Choice>
        <mc:Fallback>
          <p:pic>
            <p:nvPicPr>
              <p:cNvPr id="87" name="Ink 86">
                <a:extLst>
                  <a:ext uri="{FF2B5EF4-FFF2-40B4-BE49-F238E27FC236}">
                    <a16:creationId xmlns:a16="http://schemas.microsoft.com/office/drawing/2014/main" id="{58B2D971-3081-84A1-10FE-934894E8B5DD}"/>
                  </a:ext>
                </a:extLst>
              </p:cNvPr>
              <p:cNvPicPr/>
              <p:nvPr/>
            </p:nvPicPr>
            <p:blipFill>
              <a:blip r:embed="rId33"/>
              <a:stretch>
                <a:fillRect/>
              </a:stretch>
            </p:blipFill>
            <p:spPr>
              <a:xfrm>
                <a:off x="10569573" y="4549881"/>
                <a:ext cx="5400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8" name="Ink 87">
                <a:extLst>
                  <a:ext uri="{FF2B5EF4-FFF2-40B4-BE49-F238E27FC236}">
                    <a16:creationId xmlns:a16="http://schemas.microsoft.com/office/drawing/2014/main" id="{6F36BFC9-01A6-2F5C-5322-C14468107B45}"/>
                  </a:ext>
                </a:extLst>
              </p14:cNvPr>
              <p14:cNvContentPartPr/>
              <p14:nvPr/>
            </p14:nvContentPartPr>
            <p14:xfrm>
              <a:off x="11007333" y="4446921"/>
              <a:ext cx="363960" cy="321120"/>
            </p14:xfrm>
          </p:contentPart>
        </mc:Choice>
        <mc:Fallback>
          <p:pic>
            <p:nvPicPr>
              <p:cNvPr id="88" name="Ink 87">
                <a:extLst>
                  <a:ext uri="{FF2B5EF4-FFF2-40B4-BE49-F238E27FC236}">
                    <a16:creationId xmlns:a16="http://schemas.microsoft.com/office/drawing/2014/main" id="{6F36BFC9-01A6-2F5C-5322-C14468107B45}"/>
                  </a:ext>
                </a:extLst>
              </p:cNvPr>
              <p:cNvPicPr/>
              <p:nvPr/>
            </p:nvPicPr>
            <p:blipFill>
              <a:blip r:embed="rId35"/>
              <a:stretch>
                <a:fillRect/>
              </a:stretch>
            </p:blipFill>
            <p:spPr>
              <a:xfrm>
                <a:off x="10998693" y="4437921"/>
                <a:ext cx="38160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9" name="Ink 88">
                <a:extLst>
                  <a:ext uri="{FF2B5EF4-FFF2-40B4-BE49-F238E27FC236}">
                    <a16:creationId xmlns:a16="http://schemas.microsoft.com/office/drawing/2014/main" id="{BEC9C2A0-4F37-43F5-F5A4-7530DB27AD86}"/>
                  </a:ext>
                </a:extLst>
              </p14:cNvPr>
              <p14:cNvContentPartPr/>
              <p14:nvPr/>
            </p14:nvContentPartPr>
            <p14:xfrm>
              <a:off x="11441493" y="4305441"/>
              <a:ext cx="362880" cy="50760"/>
            </p14:xfrm>
          </p:contentPart>
        </mc:Choice>
        <mc:Fallback>
          <p:pic>
            <p:nvPicPr>
              <p:cNvPr id="89" name="Ink 88">
                <a:extLst>
                  <a:ext uri="{FF2B5EF4-FFF2-40B4-BE49-F238E27FC236}">
                    <a16:creationId xmlns:a16="http://schemas.microsoft.com/office/drawing/2014/main" id="{BEC9C2A0-4F37-43F5-F5A4-7530DB27AD86}"/>
                  </a:ext>
                </a:extLst>
              </p:cNvPr>
              <p:cNvPicPr/>
              <p:nvPr/>
            </p:nvPicPr>
            <p:blipFill>
              <a:blip r:embed="rId37"/>
              <a:stretch>
                <a:fillRect/>
              </a:stretch>
            </p:blipFill>
            <p:spPr>
              <a:xfrm>
                <a:off x="11432493" y="4296801"/>
                <a:ext cx="38052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0" name="Ink 89">
                <a:extLst>
                  <a:ext uri="{FF2B5EF4-FFF2-40B4-BE49-F238E27FC236}">
                    <a16:creationId xmlns:a16="http://schemas.microsoft.com/office/drawing/2014/main" id="{7AE4AFC6-AD68-3AA5-ABDF-00CC21338BC6}"/>
                  </a:ext>
                </a:extLst>
              </p14:cNvPr>
              <p14:cNvContentPartPr/>
              <p14:nvPr/>
            </p14:nvContentPartPr>
            <p14:xfrm>
              <a:off x="11342853" y="3551241"/>
              <a:ext cx="221760" cy="187560"/>
            </p14:xfrm>
          </p:contentPart>
        </mc:Choice>
        <mc:Fallback>
          <p:pic>
            <p:nvPicPr>
              <p:cNvPr id="90" name="Ink 89">
                <a:extLst>
                  <a:ext uri="{FF2B5EF4-FFF2-40B4-BE49-F238E27FC236}">
                    <a16:creationId xmlns:a16="http://schemas.microsoft.com/office/drawing/2014/main" id="{7AE4AFC6-AD68-3AA5-ABDF-00CC21338BC6}"/>
                  </a:ext>
                </a:extLst>
              </p:cNvPr>
              <p:cNvPicPr/>
              <p:nvPr/>
            </p:nvPicPr>
            <p:blipFill>
              <a:blip r:embed="rId39"/>
              <a:stretch>
                <a:fillRect/>
              </a:stretch>
            </p:blipFill>
            <p:spPr>
              <a:xfrm>
                <a:off x="11334213" y="3542601"/>
                <a:ext cx="2394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91" name="Ink 90">
                <a:extLst>
                  <a:ext uri="{FF2B5EF4-FFF2-40B4-BE49-F238E27FC236}">
                    <a16:creationId xmlns:a16="http://schemas.microsoft.com/office/drawing/2014/main" id="{4D21DD52-21D2-B1D4-475D-DB9AAF26970D}"/>
                  </a:ext>
                </a:extLst>
              </p14:cNvPr>
              <p14:cNvContentPartPr/>
              <p14:nvPr/>
            </p14:nvContentPartPr>
            <p14:xfrm>
              <a:off x="11160693" y="3104841"/>
              <a:ext cx="101520" cy="228960"/>
            </p14:xfrm>
          </p:contentPart>
        </mc:Choice>
        <mc:Fallback>
          <p:pic>
            <p:nvPicPr>
              <p:cNvPr id="91" name="Ink 90">
                <a:extLst>
                  <a:ext uri="{FF2B5EF4-FFF2-40B4-BE49-F238E27FC236}">
                    <a16:creationId xmlns:a16="http://schemas.microsoft.com/office/drawing/2014/main" id="{4D21DD52-21D2-B1D4-475D-DB9AAF26970D}"/>
                  </a:ext>
                </a:extLst>
              </p:cNvPr>
              <p:cNvPicPr/>
              <p:nvPr/>
            </p:nvPicPr>
            <p:blipFill>
              <a:blip r:embed="rId41"/>
              <a:stretch>
                <a:fillRect/>
              </a:stretch>
            </p:blipFill>
            <p:spPr>
              <a:xfrm>
                <a:off x="11152053" y="3095841"/>
                <a:ext cx="11916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92" name="Ink 91">
                <a:extLst>
                  <a:ext uri="{FF2B5EF4-FFF2-40B4-BE49-F238E27FC236}">
                    <a16:creationId xmlns:a16="http://schemas.microsoft.com/office/drawing/2014/main" id="{0A540542-98F6-0642-32D4-023C4CB83551}"/>
                  </a:ext>
                </a:extLst>
              </p14:cNvPr>
              <p14:cNvContentPartPr/>
              <p14:nvPr/>
            </p14:nvContentPartPr>
            <p14:xfrm>
              <a:off x="10731213" y="2859681"/>
              <a:ext cx="56520" cy="230760"/>
            </p14:xfrm>
          </p:contentPart>
        </mc:Choice>
        <mc:Fallback>
          <p:pic>
            <p:nvPicPr>
              <p:cNvPr id="92" name="Ink 91">
                <a:extLst>
                  <a:ext uri="{FF2B5EF4-FFF2-40B4-BE49-F238E27FC236}">
                    <a16:creationId xmlns:a16="http://schemas.microsoft.com/office/drawing/2014/main" id="{0A540542-98F6-0642-32D4-023C4CB83551}"/>
                  </a:ext>
                </a:extLst>
              </p:cNvPr>
              <p:cNvPicPr/>
              <p:nvPr/>
            </p:nvPicPr>
            <p:blipFill>
              <a:blip r:embed="rId43"/>
              <a:stretch>
                <a:fillRect/>
              </a:stretch>
            </p:blipFill>
            <p:spPr>
              <a:xfrm>
                <a:off x="10722213" y="2851041"/>
                <a:ext cx="7416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93" name="Ink 92">
                <a:extLst>
                  <a:ext uri="{FF2B5EF4-FFF2-40B4-BE49-F238E27FC236}">
                    <a16:creationId xmlns:a16="http://schemas.microsoft.com/office/drawing/2014/main" id="{8D44D43F-9EBD-0B1A-44F0-7A463696640D}"/>
                  </a:ext>
                </a:extLst>
              </p14:cNvPr>
              <p14:cNvContentPartPr/>
              <p14:nvPr/>
            </p14:nvContentPartPr>
            <p14:xfrm>
              <a:off x="10261773" y="3051561"/>
              <a:ext cx="161280" cy="218520"/>
            </p14:xfrm>
          </p:contentPart>
        </mc:Choice>
        <mc:Fallback>
          <p:pic>
            <p:nvPicPr>
              <p:cNvPr id="93" name="Ink 92">
                <a:extLst>
                  <a:ext uri="{FF2B5EF4-FFF2-40B4-BE49-F238E27FC236}">
                    <a16:creationId xmlns:a16="http://schemas.microsoft.com/office/drawing/2014/main" id="{8D44D43F-9EBD-0B1A-44F0-7A463696640D}"/>
                  </a:ext>
                </a:extLst>
              </p:cNvPr>
              <p:cNvPicPr/>
              <p:nvPr/>
            </p:nvPicPr>
            <p:blipFill>
              <a:blip r:embed="rId45"/>
              <a:stretch>
                <a:fillRect/>
              </a:stretch>
            </p:blipFill>
            <p:spPr>
              <a:xfrm>
                <a:off x="10253133" y="3042921"/>
                <a:ext cx="178920" cy="236160"/>
              </a:xfrm>
              <a:prstGeom prst="rect">
                <a:avLst/>
              </a:prstGeom>
            </p:spPr>
          </p:pic>
        </mc:Fallback>
      </mc:AlternateContent>
      <p:grpSp>
        <p:nvGrpSpPr>
          <p:cNvPr id="97" name="Group 96">
            <a:extLst>
              <a:ext uri="{FF2B5EF4-FFF2-40B4-BE49-F238E27FC236}">
                <a16:creationId xmlns:a16="http://schemas.microsoft.com/office/drawing/2014/main" id="{65ED8609-7F8E-B9F7-B482-5A71A49930D8}"/>
              </a:ext>
            </a:extLst>
          </p:cNvPr>
          <p:cNvGrpSpPr/>
          <p:nvPr/>
        </p:nvGrpSpPr>
        <p:grpSpPr>
          <a:xfrm>
            <a:off x="1535733" y="2799561"/>
            <a:ext cx="7803360" cy="3794760"/>
            <a:chOff x="1535733" y="2799561"/>
            <a:chExt cx="7803360" cy="3794760"/>
          </a:xfrm>
        </p:grpSpPr>
        <mc:AlternateContent xmlns:mc="http://schemas.openxmlformats.org/markup-compatibility/2006">
          <mc:Choice xmlns:p14="http://schemas.microsoft.com/office/powerpoint/2010/main" Requires="p14">
            <p:contentPart p14:bwMode="auto" r:id="rId46">
              <p14:nvContentPartPr>
                <p14:cNvPr id="3" name="Ink 2">
                  <a:extLst>
                    <a:ext uri="{FF2B5EF4-FFF2-40B4-BE49-F238E27FC236}">
                      <a16:creationId xmlns:a16="http://schemas.microsoft.com/office/drawing/2014/main" id="{E01F7D91-3B0C-3C33-09A2-6B2334CF6E83}"/>
                    </a:ext>
                  </a:extLst>
                </p14:cNvPr>
                <p14:cNvContentPartPr/>
                <p14:nvPr/>
              </p14:nvContentPartPr>
              <p14:xfrm>
                <a:off x="2003733" y="5208321"/>
                <a:ext cx="2077560" cy="807120"/>
              </p14:xfrm>
            </p:contentPart>
          </mc:Choice>
          <mc:Fallback>
            <p:pic>
              <p:nvPicPr>
                <p:cNvPr id="3" name="Ink 2">
                  <a:extLst>
                    <a:ext uri="{FF2B5EF4-FFF2-40B4-BE49-F238E27FC236}">
                      <a16:creationId xmlns:a16="http://schemas.microsoft.com/office/drawing/2014/main" id="{E01F7D91-3B0C-3C33-09A2-6B2334CF6E83}"/>
                    </a:ext>
                  </a:extLst>
                </p:cNvPr>
                <p:cNvPicPr/>
                <p:nvPr/>
              </p:nvPicPr>
              <p:blipFill>
                <a:blip r:embed="rId47"/>
                <a:stretch>
                  <a:fillRect/>
                </a:stretch>
              </p:blipFill>
              <p:spPr>
                <a:xfrm>
                  <a:off x="1995093" y="5199681"/>
                  <a:ext cx="2095200" cy="8247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 name="Ink 3">
                  <a:extLst>
                    <a:ext uri="{FF2B5EF4-FFF2-40B4-BE49-F238E27FC236}">
                      <a16:creationId xmlns:a16="http://schemas.microsoft.com/office/drawing/2014/main" id="{4DC4E142-994D-C9E3-6D8D-99788EF7FF02}"/>
                    </a:ext>
                  </a:extLst>
                </p14:cNvPr>
                <p14:cNvContentPartPr/>
                <p14:nvPr/>
              </p14:nvContentPartPr>
              <p14:xfrm>
                <a:off x="2674413" y="5488041"/>
                <a:ext cx="139680" cy="195480"/>
              </p14:xfrm>
            </p:contentPart>
          </mc:Choice>
          <mc:Fallback>
            <p:pic>
              <p:nvPicPr>
                <p:cNvPr id="4" name="Ink 3">
                  <a:extLst>
                    <a:ext uri="{FF2B5EF4-FFF2-40B4-BE49-F238E27FC236}">
                      <a16:creationId xmlns:a16="http://schemas.microsoft.com/office/drawing/2014/main" id="{4DC4E142-994D-C9E3-6D8D-99788EF7FF02}"/>
                    </a:ext>
                  </a:extLst>
                </p:cNvPr>
                <p:cNvPicPr/>
                <p:nvPr/>
              </p:nvPicPr>
              <p:blipFill>
                <a:blip r:embed="rId49"/>
                <a:stretch>
                  <a:fillRect/>
                </a:stretch>
              </p:blipFill>
              <p:spPr>
                <a:xfrm>
                  <a:off x="2665773" y="5479041"/>
                  <a:ext cx="15732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 name="Ink 4">
                  <a:extLst>
                    <a:ext uri="{FF2B5EF4-FFF2-40B4-BE49-F238E27FC236}">
                      <a16:creationId xmlns:a16="http://schemas.microsoft.com/office/drawing/2014/main" id="{F63287F9-0C6A-7F12-E7FE-5C542FAB4105}"/>
                    </a:ext>
                  </a:extLst>
                </p14:cNvPr>
                <p14:cNvContentPartPr/>
                <p14:nvPr/>
              </p14:nvContentPartPr>
              <p14:xfrm>
                <a:off x="2881413" y="5520441"/>
                <a:ext cx="121320" cy="144000"/>
              </p14:xfrm>
            </p:contentPart>
          </mc:Choice>
          <mc:Fallback>
            <p:pic>
              <p:nvPicPr>
                <p:cNvPr id="5" name="Ink 4">
                  <a:extLst>
                    <a:ext uri="{FF2B5EF4-FFF2-40B4-BE49-F238E27FC236}">
                      <a16:creationId xmlns:a16="http://schemas.microsoft.com/office/drawing/2014/main" id="{F63287F9-0C6A-7F12-E7FE-5C542FAB4105}"/>
                    </a:ext>
                  </a:extLst>
                </p:cNvPr>
                <p:cNvPicPr/>
                <p:nvPr/>
              </p:nvPicPr>
              <p:blipFill>
                <a:blip r:embed="rId51"/>
                <a:stretch>
                  <a:fillRect/>
                </a:stretch>
              </p:blipFill>
              <p:spPr>
                <a:xfrm>
                  <a:off x="2872413" y="5511801"/>
                  <a:ext cx="1389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7" name="Ink 6">
                  <a:extLst>
                    <a:ext uri="{FF2B5EF4-FFF2-40B4-BE49-F238E27FC236}">
                      <a16:creationId xmlns:a16="http://schemas.microsoft.com/office/drawing/2014/main" id="{0BF6A666-0F5B-83BE-FD47-D253FFB7B1C9}"/>
                    </a:ext>
                  </a:extLst>
                </p14:cNvPr>
                <p14:cNvContentPartPr/>
                <p14:nvPr/>
              </p14:nvContentPartPr>
              <p14:xfrm>
                <a:off x="3531933" y="5370321"/>
                <a:ext cx="125640" cy="12240"/>
              </p14:xfrm>
            </p:contentPart>
          </mc:Choice>
          <mc:Fallback>
            <p:pic>
              <p:nvPicPr>
                <p:cNvPr id="7" name="Ink 6">
                  <a:extLst>
                    <a:ext uri="{FF2B5EF4-FFF2-40B4-BE49-F238E27FC236}">
                      <a16:creationId xmlns:a16="http://schemas.microsoft.com/office/drawing/2014/main" id="{0BF6A666-0F5B-83BE-FD47-D253FFB7B1C9}"/>
                    </a:ext>
                  </a:extLst>
                </p:cNvPr>
                <p:cNvPicPr/>
                <p:nvPr/>
              </p:nvPicPr>
              <p:blipFill>
                <a:blip r:embed="rId53"/>
                <a:stretch>
                  <a:fillRect/>
                </a:stretch>
              </p:blipFill>
              <p:spPr>
                <a:xfrm>
                  <a:off x="3522933" y="5361321"/>
                  <a:ext cx="1432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8" name="Ink 7">
                  <a:extLst>
                    <a:ext uri="{FF2B5EF4-FFF2-40B4-BE49-F238E27FC236}">
                      <a16:creationId xmlns:a16="http://schemas.microsoft.com/office/drawing/2014/main" id="{DC4ED014-23C7-3566-52CB-48BB86EBF22C}"/>
                    </a:ext>
                  </a:extLst>
                </p14:cNvPr>
                <p14:cNvContentPartPr/>
                <p14:nvPr/>
              </p14:nvContentPartPr>
              <p14:xfrm>
                <a:off x="3581973" y="5376081"/>
                <a:ext cx="18000" cy="157320"/>
              </p14:xfrm>
            </p:contentPart>
          </mc:Choice>
          <mc:Fallback>
            <p:pic>
              <p:nvPicPr>
                <p:cNvPr id="8" name="Ink 7">
                  <a:extLst>
                    <a:ext uri="{FF2B5EF4-FFF2-40B4-BE49-F238E27FC236}">
                      <a16:creationId xmlns:a16="http://schemas.microsoft.com/office/drawing/2014/main" id="{DC4ED014-23C7-3566-52CB-48BB86EBF22C}"/>
                    </a:ext>
                  </a:extLst>
                </p:cNvPr>
                <p:cNvPicPr/>
                <p:nvPr/>
              </p:nvPicPr>
              <p:blipFill>
                <a:blip r:embed="rId55"/>
                <a:stretch>
                  <a:fillRect/>
                </a:stretch>
              </p:blipFill>
              <p:spPr>
                <a:xfrm>
                  <a:off x="3573333" y="5367081"/>
                  <a:ext cx="3564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9" name="Ink 8">
                  <a:extLst>
                    <a:ext uri="{FF2B5EF4-FFF2-40B4-BE49-F238E27FC236}">
                      <a16:creationId xmlns:a16="http://schemas.microsoft.com/office/drawing/2014/main" id="{EB39BAA8-0F76-6F2A-152E-A03CC80F9E63}"/>
                    </a:ext>
                  </a:extLst>
                </p14:cNvPr>
                <p14:cNvContentPartPr/>
                <p14:nvPr/>
              </p14:nvContentPartPr>
              <p14:xfrm>
                <a:off x="3769173" y="5468961"/>
                <a:ext cx="27000" cy="97560"/>
              </p14:xfrm>
            </p:contentPart>
          </mc:Choice>
          <mc:Fallback>
            <p:pic>
              <p:nvPicPr>
                <p:cNvPr id="9" name="Ink 8">
                  <a:extLst>
                    <a:ext uri="{FF2B5EF4-FFF2-40B4-BE49-F238E27FC236}">
                      <a16:creationId xmlns:a16="http://schemas.microsoft.com/office/drawing/2014/main" id="{EB39BAA8-0F76-6F2A-152E-A03CC80F9E63}"/>
                    </a:ext>
                  </a:extLst>
                </p:cNvPr>
                <p:cNvPicPr/>
                <p:nvPr/>
              </p:nvPicPr>
              <p:blipFill>
                <a:blip r:embed="rId57"/>
                <a:stretch>
                  <a:fillRect/>
                </a:stretch>
              </p:blipFill>
              <p:spPr>
                <a:xfrm>
                  <a:off x="3760173" y="5460321"/>
                  <a:ext cx="446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0" name="Ink 9">
                  <a:extLst>
                    <a:ext uri="{FF2B5EF4-FFF2-40B4-BE49-F238E27FC236}">
                      <a16:creationId xmlns:a16="http://schemas.microsoft.com/office/drawing/2014/main" id="{EAB9664E-788C-E8BB-85DE-0168E9A8E836}"/>
                    </a:ext>
                  </a:extLst>
                </p14:cNvPr>
                <p14:cNvContentPartPr/>
                <p14:nvPr/>
              </p14:nvContentPartPr>
              <p14:xfrm>
                <a:off x="3877173" y="5340801"/>
                <a:ext cx="39240" cy="168480"/>
              </p14:xfrm>
            </p:contentPart>
          </mc:Choice>
          <mc:Fallback>
            <p:pic>
              <p:nvPicPr>
                <p:cNvPr id="10" name="Ink 9">
                  <a:extLst>
                    <a:ext uri="{FF2B5EF4-FFF2-40B4-BE49-F238E27FC236}">
                      <a16:creationId xmlns:a16="http://schemas.microsoft.com/office/drawing/2014/main" id="{EAB9664E-788C-E8BB-85DE-0168E9A8E836}"/>
                    </a:ext>
                  </a:extLst>
                </p:cNvPr>
                <p:cNvPicPr/>
                <p:nvPr/>
              </p:nvPicPr>
              <p:blipFill>
                <a:blip r:embed="rId59"/>
                <a:stretch>
                  <a:fillRect/>
                </a:stretch>
              </p:blipFill>
              <p:spPr>
                <a:xfrm>
                  <a:off x="3868533" y="5331801"/>
                  <a:ext cx="568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1" name="Ink 10">
                  <a:extLst>
                    <a:ext uri="{FF2B5EF4-FFF2-40B4-BE49-F238E27FC236}">
                      <a16:creationId xmlns:a16="http://schemas.microsoft.com/office/drawing/2014/main" id="{90A08FA4-95B3-D110-0519-2CE4B6B3DDD9}"/>
                    </a:ext>
                  </a:extLst>
                </p14:cNvPr>
                <p14:cNvContentPartPr/>
                <p14:nvPr/>
              </p14:nvContentPartPr>
              <p14:xfrm>
                <a:off x="3865653" y="5419281"/>
                <a:ext cx="26280" cy="15120"/>
              </p14:xfrm>
            </p:contentPart>
          </mc:Choice>
          <mc:Fallback>
            <p:pic>
              <p:nvPicPr>
                <p:cNvPr id="11" name="Ink 10">
                  <a:extLst>
                    <a:ext uri="{FF2B5EF4-FFF2-40B4-BE49-F238E27FC236}">
                      <a16:creationId xmlns:a16="http://schemas.microsoft.com/office/drawing/2014/main" id="{90A08FA4-95B3-D110-0519-2CE4B6B3DDD9}"/>
                    </a:ext>
                  </a:extLst>
                </p:cNvPr>
                <p:cNvPicPr/>
                <p:nvPr/>
              </p:nvPicPr>
              <p:blipFill>
                <a:blip r:embed="rId61"/>
                <a:stretch>
                  <a:fillRect/>
                </a:stretch>
              </p:blipFill>
              <p:spPr>
                <a:xfrm>
                  <a:off x="3857013" y="5410641"/>
                  <a:ext cx="439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2" name="Ink 11">
                  <a:extLst>
                    <a:ext uri="{FF2B5EF4-FFF2-40B4-BE49-F238E27FC236}">
                      <a16:creationId xmlns:a16="http://schemas.microsoft.com/office/drawing/2014/main" id="{F5F3F258-1938-3E09-3AF5-6626E2B51445}"/>
                    </a:ext>
                  </a:extLst>
                </p14:cNvPr>
                <p14:cNvContentPartPr/>
                <p14:nvPr/>
              </p14:nvContentPartPr>
              <p14:xfrm>
                <a:off x="3969693" y="5338281"/>
                <a:ext cx="28800" cy="160200"/>
              </p14:xfrm>
            </p:contentPart>
          </mc:Choice>
          <mc:Fallback>
            <p:pic>
              <p:nvPicPr>
                <p:cNvPr id="12" name="Ink 11">
                  <a:extLst>
                    <a:ext uri="{FF2B5EF4-FFF2-40B4-BE49-F238E27FC236}">
                      <a16:creationId xmlns:a16="http://schemas.microsoft.com/office/drawing/2014/main" id="{F5F3F258-1938-3E09-3AF5-6626E2B51445}"/>
                    </a:ext>
                  </a:extLst>
                </p:cNvPr>
                <p:cNvPicPr/>
                <p:nvPr/>
              </p:nvPicPr>
              <p:blipFill>
                <a:blip r:embed="rId63"/>
                <a:stretch>
                  <a:fillRect/>
                </a:stretch>
              </p:blipFill>
              <p:spPr>
                <a:xfrm>
                  <a:off x="3961053" y="5329641"/>
                  <a:ext cx="4644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3" name="Ink 12">
                  <a:extLst>
                    <a:ext uri="{FF2B5EF4-FFF2-40B4-BE49-F238E27FC236}">
                      <a16:creationId xmlns:a16="http://schemas.microsoft.com/office/drawing/2014/main" id="{7560FE76-3102-AC1D-73CC-7CD30521CCB1}"/>
                    </a:ext>
                  </a:extLst>
                </p14:cNvPr>
                <p14:cNvContentPartPr/>
                <p14:nvPr/>
              </p14:nvContentPartPr>
              <p14:xfrm>
                <a:off x="3969693" y="5393001"/>
                <a:ext cx="43920" cy="35640"/>
              </p14:xfrm>
            </p:contentPart>
          </mc:Choice>
          <mc:Fallback>
            <p:pic>
              <p:nvPicPr>
                <p:cNvPr id="13" name="Ink 12">
                  <a:extLst>
                    <a:ext uri="{FF2B5EF4-FFF2-40B4-BE49-F238E27FC236}">
                      <a16:creationId xmlns:a16="http://schemas.microsoft.com/office/drawing/2014/main" id="{7560FE76-3102-AC1D-73CC-7CD30521CCB1}"/>
                    </a:ext>
                  </a:extLst>
                </p:cNvPr>
                <p:cNvPicPr/>
                <p:nvPr/>
              </p:nvPicPr>
              <p:blipFill>
                <a:blip r:embed="rId65"/>
                <a:stretch>
                  <a:fillRect/>
                </a:stretch>
              </p:blipFill>
              <p:spPr>
                <a:xfrm>
                  <a:off x="3961053" y="5384361"/>
                  <a:ext cx="6156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5" name="Ink 14">
                  <a:extLst>
                    <a:ext uri="{FF2B5EF4-FFF2-40B4-BE49-F238E27FC236}">
                      <a16:creationId xmlns:a16="http://schemas.microsoft.com/office/drawing/2014/main" id="{74B22692-3BFC-F423-C7DA-7B50BC48AB68}"/>
                    </a:ext>
                  </a:extLst>
                </p14:cNvPr>
                <p14:cNvContentPartPr/>
                <p14:nvPr/>
              </p14:nvContentPartPr>
              <p14:xfrm>
                <a:off x="3576213" y="5634561"/>
                <a:ext cx="176400" cy="127800"/>
              </p14:xfrm>
            </p:contentPart>
          </mc:Choice>
          <mc:Fallback>
            <p:pic>
              <p:nvPicPr>
                <p:cNvPr id="15" name="Ink 14">
                  <a:extLst>
                    <a:ext uri="{FF2B5EF4-FFF2-40B4-BE49-F238E27FC236}">
                      <a16:creationId xmlns:a16="http://schemas.microsoft.com/office/drawing/2014/main" id="{74B22692-3BFC-F423-C7DA-7B50BC48AB68}"/>
                    </a:ext>
                  </a:extLst>
                </p:cNvPr>
                <p:cNvPicPr/>
                <p:nvPr/>
              </p:nvPicPr>
              <p:blipFill>
                <a:blip r:embed="rId67"/>
                <a:stretch>
                  <a:fillRect/>
                </a:stretch>
              </p:blipFill>
              <p:spPr>
                <a:xfrm>
                  <a:off x="3567573" y="5625561"/>
                  <a:ext cx="19404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7" name="Ink 16">
                  <a:extLst>
                    <a:ext uri="{FF2B5EF4-FFF2-40B4-BE49-F238E27FC236}">
                      <a16:creationId xmlns:a16="http://schemas.microsoft.com/office/drawing/2014/main" id="{BD7CC525-34EA-6CE7-29A0-755A5F36B999}"/>
                    </a:ext>
                  </a:extLst>
                </p14:cNvPr>
                <p14:cNvContentPartPr/>
                <p14:nvPr/>
              </p14:nvContentPartPr>
              <p14:xfrm>
                <a:off x="3053133" y="4893681"/>
                <a:ext cx="14760" cy="278280"/>
              </p14:xfrm>
            </p:contentPart>
          </mc:Choice>
          <mc:Fallback>
            <p:pic>
              <p:nvPicPr>
                <p:cNvPr id="17" name="Ink 16">
                  <a:extLst>
                    <a:ext uri="{FF2B5EF4-FFF2-40B4-BE49-F238E27FC236}">
                      <a16:creationId xmlns:a16="http://schemas.microsoft.com/office/drawing/2014/main" id="{BD7CC525-34EA-6CE7-29A0-755A5F36B999}"/>
                    </a:ext>
                  </a:extLst>
                </p:cNvPr>
                <p:cNvPicPr/>
                <p:nvPr/>
              </p:nvPicPr>
              <p:blipFill>
                <a:blip r:embed="rId69"/>
                <a:stretch>
                  <a:fillRect/>
                </a:stretch>
              </p:blipFill>
              <p:spPr>
                <a:xfrm>
                  <a:off x="3044133" y="4884681"/>
                  <a:ext cx="3240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8" name="Ink 17">
                  <a:extLst>
                    <a:ext uri="{FF2B5EF4-FFF2-40B4-BE49-F238E27FC236}">
                      <a16:creationId xmlns:a16="http://schemas.microsoft.com/office/drawing/2014/main" id="{76B625BE-D45E-1FB1-9B00-02DE5EDB2C4E}"/>
                    </a:ext>
                  </a:extLst>
                </p14:cNvPr>
                <p14:cNvContentPartPr/>
                <p14:nvPr/>
              </p14:nvContentPartPr>
              <p14:xfrm>
                <a:off x="2986533" y="4842561"/>
                <a:ext cx="156960" cy="144720"/>
              </p14:xfrm>
            </p:contentPart>
          </mc:Choice>
          <mc:Fallback>
            <p:pic>
              <p:nvPicPr>
                <p:cNvPr id="18" name="Ink 17">
                  <a:extLst>
                    <a:ext uri="{FF2B5EF4-FFF2-40B4-BE49-F238E27FC236}">
                      <a16:creationId xmlns:a16="http://schemas.microsoft.com/office/drawing/2014/main" id="{76B625BE-D45E-1FB1-9B00-02DE5EDB2C4E}"/>
                    </a:ext>
                  </a:extLst>
                </p:cNvPr>
                <p:cNvPicPr/>
                <p:nvPr/>
              </p:nvPicPr>
              <p:blipFill>
                <a:blip r:embed="rId71"/>
                <a:stretch>
                  <a:fillRect/>
                </a:stretch>
              </p:blipFill>
              <p:spPr>
                <a:xfrm>
                  <a:off x="2977533" y="4833561"/>
                  <a:ext cx="17460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9" name="Ink 18">
                  <a:extLst>
                    <a:ext uri="{FF2B5EF4-FFF2-40B4-BE49-F238E27FC236}">
                      <a16:creationId xmlns:a16="http://schemas.microsoft.com/office/drawing/2014/main" id="{47F3EB32-08C2-DA47-4CBC-213E6A9C20E1}"/>
                    </a:ext>
                  </a:extLst>
                </p14:cNvPr>
                <p14:cNvContentPartPr/>
                <p14:nvPr/>
              </p14:nvContentPartPr>
              <p14:xfrm>
                <a:off x="2343213" y="3969561"/>
                <a:ext cx="2314080" cy="834480"/>
              </p14:xfrm>
            </p:contentPart>
          </mc:Choice>
          <mc:Fallback>
            <p:pic>
              <p:nvPicPr>
                <p:cNvPr id="19" name="Ink 18">
                  <a:extLst>
                    <a:ext uri="{FF2B5EF4-FFF2-40B4-BE49-F238E27FC236}">
                      <a16:creationId xmlns:a16="http://schemas.microsoft.com/office/drawing/2014/main" id="{47F3EB32-08C2-DA47-4CBC-213E6A9C20E1}"/>
                    </a:ext>
                  </a:extLst>
                </p:cNvPr>
                <p:cNvPicPr/>
                <p:nvPr/>
              </p:nvPicPr>
              <p:blipFill>
                <a:blip r:embed="rId73"/>
                <a:stretch>
                  <a:fillRect/>
                </a:stretch>
              </p:blipFill>
              <p:spPr>
                <a:xfrm>
                  <a:off x="2334213" y="3960921"/>
                  <a:ext cx="2331720" cy="8521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0" name="Ink 19">
                  <a:extLst>
                    <a:ext uri="{FF2B5EF4-FFF2-40B4-BE49-F238E27FC236}">
                      <a16:creationId xmlns:a16="http://schemas.microsoft.com/office/drawing/2014/main" id="{D4064A66-7D78-3041-061E-F11F536F4C76}"/>
                    </a:ext>
                  </a:extLst>
                </p14:cNvPr>
                <p14:cNvContentPartPr/>
                <p14:nvPr/>
              </p14:nvContentPartPr>
              <p14:xfrm>
                <a:off x="2905533" y="4298961"/>
                <a:ext cx="141480" cy="158400"/>
              </p14:xfrm>
            </p:contentPart>
          </mc:Choice>
          <mc:Fallback>
            <p:pic>
              <p:nvPicPr>
                <p:cNvPr id="20" name="Ink 19">
                  <a:extLst>
                    <a:ext uri="{FF2B5EF4-FFF2-40B4-BE49-F238E27FC236}">
                      <a16:creationId xmlns:a16="http://schemas.microsoft.com/office/drawing/2014/main" id="{D4064A66-7D78-3041-061E-F11F536F4C76}"/>
                    </a:ext>
                  </a:extLst>
                </p:cNvPr>
                <p:cNvPicPr/>
                <p:nvPr/>
              </p:nvPicPr>
              <p:blipFill>
                <a:blip r:embed="rId75"/>
                <a:stretch>
                  <a:fillRect/>
                </a:stretch>
              </p:blipFill>
              <p:spPr>
                <a:xfrm>
                  <a:off x="2896893" y="4289961"/>
                  <a:ext cx="1591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1" name="Ink 20">
                  <a:extLst>
                    <a:ext uri="{FF2B5EF4-FFF2-40B4-BE49-F238E27FC236}">
                      <a16:creationId xmlns:a16="http://schemas.microsoft.com/office/drawing/2014/main" id="{05EF8A1E-DE6B-C5B8-2CED-C9B8338AAF7D}"/>
                    </a:ext>
                  </a:extLst>
                </p14:cNvPr>
                <p14:cNvContentPartPr/>
                <p14:nvPr/>
              </p14:nvContentPartPr>
              <p14:xfrm>
                <a:off x="3055293" y="4300761"/>
                <a:ext cx="137160" cy="109440"/>
              </p14:xfrm>
            </p:contentPart>
          </mc:Choice>
          <mc:Fallback>
            <p:pic>
              <p:nvPicPr>
                <p:cNvPr id="21" name="Ink 20">
                  <a:extLst>
                    <a:ext uri="{FF2B5EF4-FFF2-40B4-BE49-F238E27FC236}">
                      <a16:creationId xmlns:a16="http://schemas.microsoft.com/office/drawing/2014/main" id="{05EF8A1E-DE6B-C5B8-2CED-C9B8338AAF7D}"/>
                    </a:ext>
                  </a:extLst>
                </p:cNvPr>
                <p:cNvPicPr/>
                <p:nvPr/>
              </p:nvPicPr>
              <p:blipFill>
                <a:blip r:embed="rId77"/>
                <a:stretch>
                  <a:fillRect/>
                </a:stretch>
              </p:blipFill>
              <p:spPr>
                <a:xfrm>
                  <a:off x="3046653" y="4291761"/>
                  <a:ext cx="1548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2" name="Ink 21">
                  <a:extLst>
                    <a:ext uri="{FF2B5EF4-FFF2-40B4-BE49-F238E27FC236}">
                      <a16:creationId xmlns:a16="http://schemas.microsoft.com/office/drawing/2014/main" id="{42B6458E-9249-BB95-E40B-A477002EE214}"/>
                    </a:ext>
                  </a:extLst>
                </p14:cNvPr>
                <p14:cNvContentPartPr/>
                <p14:nvPr/>
              </p14:nvContentPartPr>
              <p14:xfrm>
                <a:off x="3260133" y="4270521"/>
                <a:ext cx="95040" cy="100440"/>
              </p14:xfrm>
            </p:contentPart>
          </mc:Choice>
          <mc:Fallback>
            <p:pic>
              <p:nvPicPr>
                <p:cNvPr id="22" name="Ink 21">
                  <a:extLst>
                    <a:ext uri="{FF2B5EF4-FFF2-40B4-BE49-F238E27FC236}">
                      <a16:creationId xmlns:a16="http://schemas.microsoft.com/office/drawing/2014/main" id="{42B6458E-9249-BB95-E40B-A477002EE214}"/>
                    </a:ext>
                  </a:extLst>
                </p:cNvPr>
                <p:cNvPicPr/>
                <p:nvPr/>
              </p:nvPicPr>
              <p:blipFill>
                <a:blip r:embed="rId79"/>
                <a:stretch>
                  <a:fillRect/>
                </a:stretch>
              </p:blipFill>
              <p:spPr>
                <a:xfrm>
                  <a:off x="3251133" y="4261521"/>
                  <a:ext cx="11268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4" name="Ink 23">
                  <a:extLst>
                    <a:ext uri="{FF2B5EF4-FFF2-40B4-BE49-F238E27FC236}">
                      <a16:creationId xmlns:a16="http://schemas.microsoft.com/office/drawing/2014/main" id="{13C6703D-9E7B-5CAE-4383-62D0BF90E39A}"/>
                    </a:ext>
                  </a:extLst>
                </p14:cNvPr>
                <p14:cNvContentPartPr/>
                <p14:nvPr/>
              </p14:nvContentPartPr>
              <p14:xfrm>
                <a:off x="3541293" y="4462041"/>
                <a:ext cx="141480" cy="154080"/>
              </p14:xfrm>
            </p:contentPart>
          </mc:Choice>
          <mc:Fallback>
            <p:pic>
              <p:nvPicPr>
                <p:cNvPr id="24" name="Ink 23">
                  <a:extLst>
                    <a:ext uri="{FF2B5EF4-FFF2-40B4-BE49-F238E27FC236}">
                      <a16:creationId xmlns:a16="http://schemas.microsoft.com/office/drawing/2014/main" id="{13C6703D-9E7B-5CAE-4383-62D0BF90E39A}"/>
                    </a:ext>
                  </a:extLst>
                </p:cNvPr>
                <p:cNvPicPr/>
                <p:nvPr/>
              </p:nvPicPr>
              <p:blipFill>
                <a:blip r:embed="rId81"/>
                <a:stretch>
                  <a:fillRect/>
                </a:stretch>
              </p:blipFill>
              <p:spPr>
                <a:xfrm>
                  <a:off x="3532293" y="4453041"/>
                  <a:ext cx="1591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5" name="Ink 24">
                  <a:extLst>
                    <a:ext uri="{FF2B5EF4-FFF2-40B4-BE49-F238E27FC236}">
                      <a16:creationId xmlns:a16="http://schemas.microsoft.com/office/drawing/2014/main" id="{91D28AF9-0A02-DDDE-4F7A-4F3A170A177F}"/>
                    </a:ext>
                  </a:extLst>
                </p14:cNvPr>
                <p14:cNvContentPartPr/>
                <p14:nvPr/>
              </p14:nvContentPartPr>
              <p14:xfrm>
                <a:off x="3727053" y="4446921"/>
                <a:ext cx="28080" cy="169920"/>
              </p14:xfrm>
            </p:contentPart>
          </mc:Choice>
          <mc:Fallback>
            <p:pic>
              <p:nvPicPr>
                <p:cNvPr id="25" name="Ink 24">
                  <a:extLst>
                    <a:ext uri="{FF2B5EF4-FFF2-40B4-BE49-F238E27FC236}">
                      <a16:creationId xmlns:a16="http://schemas.microsoft.com/office/drawing/2014/main" id="{91D28AF9-0A02-DDDE-4F7A-4F3A170A177F}"/>
                    </a:ext>
                  </a:extLst>
                </p:cNvPr>
                <p:cNvPicPr/>
                <p:nvPr/>
              </p:nvPicPr>
              <p:blipFill>
                <a:blip r:embed="rId83"/>
                <a:stretch>
                  <a:fillRect/>
                </a:stretch>
              </p:blipFill>
              <p:spPr>
                <a:xfrm>
                  <a:off x="3718053" y="4438281"/>
                  <a:ext cx="457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26" name="Ink 25">
                  <a:extLst>
                    <a:ext uri="{FF2B5EF4-FFF2-40B4-BE49-F238E27FC236}">
                      <a16:creationId xmlns:a16="http://schemas.microsoft.com/office/drawing/2014/main" id="{F1C9D445-DD62-F70C-ECA1-53DA26F20886}"/>
                    </a:ext>
                  </a:extLst>
                </p14:cNvPr>
                <p14:cNvContentPartPr/>
                <p14:nvPr/>
              </p14:nvContentPartPr>
              <p14:xfrm>
                <a:off x="3825333" y="4472481"/>
                <a:ext cx="203760" cy="192960"/>
              </p14:xfrm>
            </p:contentPart>
          </mc:Choice>
          <mc:Fallback>
            <p:pic>
              <p:nvPicPr>
                <p:cNvPr id="26" name="Ink 25">
                  <a:extLst>
                    <a:ext uri="{FF2B5EF4-FFF2-40B4-BE49-F238E27FC236}">
                      <a16:creationId xmlns:a16="http://schemas.microsoft.com/office/drawing/2014/main" id="{F1C9D445-DD62-F70C-ECA1-53DA26F20886}"/>
                    </a:ext>
                  </a:extLst>
                </p:cNvPr>
                <p:cNvPicPr/>
                <p:nvPr/>
              </p:nvPicPr>
              <p:blipFill>
                <a:blip r:embed="rId85"/>
                <a:stretch>
                  <a:fillRect/>
                </a:stretch>
              </p:blipFill>
              <p:spPr>
                <a:xfrm>
                  <a:off x="3816333" y="4463481"/>
                  <a:ext cx="22140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27" name="Ink 26">
                  <a:extLst>
                    <a:ext uri="{FF2B5EF4-FFF2-40B4-BE49-F238E27FC236}">
                      <a16:creationId xmlns:a16="http://schemas.microsoft.com/office/drawing/2014/main" id="{E1C997BB-3BC2-35B3-B37E-F15D28321628}"/>
                    </a:ext>
                  </a:extLst>
                </p14:cNvPr>
                <p14:cNvContentPartPr/>
                <p14:nvPr/>
              </p14:nvContentPartPr>
              <p14:xfrm>
                <a:off x="4080213" y="4502361"/>
                <a:ext cx="29520" cy="90360"/>
              </p14:xfrm>
            </p:contentPart>
          </mc:Choice>
          <mc:Fallback>
            <p:pic>
              <p:nvPicPr>
                <p:cNvPr id="27" name="Ink 26">
                  <a:extLst>
                    <a:ext uri="{FF2B5EF4-FFF2-40B4-BE49-F238E27FC236}">
                      <a16:creationId xmlns:a16="http://schemas.microsoft.com/office/drawing/2014/main" id="{E1C997BB-3BC2-35B3-B37E-F15D28321628}"/>
                    </a:ext>
                  </a:extLst>
                </p:cNvPr>
                <p:cNvPicPr/>
                <p:nvPr/>
              </p:nvPicPr>
              <p:blipFill>
                <a:blip r:embed="rId87"/>
                <a:stretch>
                  <a:fillRect/>
                </a:stretch>
              </p:blipFill>
              <p:spPr>
                <a:xfrm>
                  <a:off x="4071213" y="4493721"/>
                  <a:ext cx="4716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28" name="Ink 27">
                  <a:extLst>
                    <a:ext uri="{FF2B5EF4-FFF2-40B4-BE49-F238E27FC236}">
                      <a16:creationId xmlns:a16="http://schemas.microsoft.com/office/drawing/2014/main" id="{91CE3535-7D9F-7BE1-F329-D8D916F8E55B}"/>
                    </a:ext>
                  </a:extLst>
                </p14:cNvPr>
                <p14:cNvContentPartPr/>
                <p14:nvPr/>
              </p14:nvContentPartPr>
              <p14:xfrm>
                <a:off x="4114413" y="4441161"/>
                <a:ext cx="360" cy="15480"/>
              </p14:xfrm>
            </p:contentPart>
          </mc:Choice>
          <mc:Fallback>
            <p:pic>
              <p:nvPicPr>
                <p:cNvPr id="28" name="Ink 27">
                  <a:extLst>
                    <a:ext uri="{FF2B5EF4-FFF2-40B4-BE49-F238E27FC236}">
                      <a16:creationId xmlns:a16="http://schemas.microsoft.com/office/drawing/2014/main" id="{91CE3535-7D9F-7BE1-F329-D8D916F8E55B}"/>
                    </a:ext>
                  </a:extLst>
                </p:cNvPr>
                <p:cNvPicPr/>
                <p:nvPr/>
              </p:nvPicPr>
              <p:blipFill>
                <a:blip r:embed="rId89"/>
                <a:stretch>
                  <a:fillRect/>
                </a:stretch>
              </p:blipFill>
              <p:spPr>
                <a:xfrm>
                  <a:off x="4105773" y="4432161"/>
                  <a:ext cx="18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29" name="Ink 28">
                  <a:extLst>
                    <a:ext uri="{FF2B5EF4-FFF2-40B4-BE49-F238E27FC236}">
                      <a16:creationId xmlns:a16="http://schemas.microsoft.com/office/drawing/2014/main" id="{207EE8DD-9FED-1181-1114-0568FAA7BF8E}"/>
                    </a:ext>
                  </a:extLst>
                </p14:cNvPr>
                <p14:cNvContentPartPr/>
                <p14:nvPr/>
              </p14:nvContentPartPr>
              <p14:xfrm>
                <a:off x="4160493" y="4494081"/>
                <a:ext cx="114480" cy="101160"/>
              </p14:xfrm>
            </p:contentPart>
          </mc:Choice>
          <mc:Fallback>
            <p:pic>
              <p:nvPicPr>
                <p:cNvPr id="29" name="Ink 28">
                  <a:extLst>
                    <a:ext uri="{FF2B5EF4-FFF2-40B4-BE49-F238E27FC236}">
                      <a16:creationId xmlns:a16="http://schemas.microsoft.com/office/drawing/2014/main" id="{207EE8DD-9FED-1181-1114-0568FAA7BF8E}"/>
                    </a:ext>
                  </a:extLst>
                </p:cNvPr>
                <p:cNvPicPr/>
                <p:nvPr/>
              </p:nvPicPr>
              <p:blipFill>
                <a:blip r:embed="rId91"/>
                <a:stretch>
                  <a:fillRect/>
                </a:stretch>
              </p:blipFill>
              <p:spPr>
                <a:xfrm>
                  <a:off x="4151853" y="4485081"/>
                  <a:ext cx="13212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0" name="Ink 29">
                  <a:extLst>
                    <a:ext uri="{FF2B5EF4-FFF2-40B4-BE49-F238E27FC236}">
                      <a16:creationId xmlns:a16="http://schemas.microsoft.com/office/drawing/2014/main" id="{C3371100-3CDA-3971-66A0-A3C0705F7134}"/>
                    </a:ext>
                  </a:extLst>
                </p14:cNvPr>
                <p14:cNvContentPartPr/>
                <p14:nvPr/>
              </p14:nvContentPartPr>
              <p14:xfrm>
                <a:off x="4282533" y="4463121"/>
                <a:ext cx="177480" cy="130680"/>
              </p14:xfrm>
            </p:contentPart>
          </mc:Choice>
          <mc:Fallback>
            <p:pic>
              <p:nvPicPr>
                <p:cNvPr id="30" name="Ink 29">
                  <a:extLst>
                    <a:ext uri="{FF2B5EF4-FFF2-40B4-BE49-F238E27FC236}">
                      <a16:creationId xmlns:a16="http://schemas.microsoft.com/office/drawing/2014/main" id="{C3371100-3CDA-3971-66A0-A3C0705F7134}"/>
                    </a:ext>
                  </a:extLst>
                </p:cNvPr>
                <p:cNvPicPr/>
                <p:nvPr/>
              </p:nvPicPr>
              <p:blipFill>
                <a:blip r:embed="rId93"/>
                <a:stretch>
                  <a:fillRect/>
                </a:stretch>
              </p:blipFill>
              <p:spPr>
                <a:xfrm>
                  <a:off x="4273533" y="4454481"/>
                  <a:ext cx="1951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2" name="Ink 31">
                  <a:extLst>
                    <a:ext uri="{FF2B5EF4-FFF2-40B4-BE49-F238E27FC236}">
                      <a16:creationId xmlns:a16="http://schemas.microsoft.com/office/drawing/2014/main" id="{FC9FD074-59F6-60B7-6C93-628A9EEDF599}"/>
                    </a:ext>
                  </a:extLst>
                </p14:cNvPr>
                <p14:cNvContentPartPr/>
                <p14:nvPr/>
              </p14:nvContentPartPr>
              <p14:xfrm>
                <a:off x="2327733" y="4056681"/>
                <a:ext cx="45360" cy="95760"/>
              </p14:xfrm>
            </p:contentPart>
          </mc:Choice>
          <mc:Fallback>
            <p:pic>
              <p:nvPicPr>
                <p:cNvPr id="32" name="Ink 31">
                  <a:extLst>
                    <a:ext uri="{FF2B5EF4-FFF2-40B4-BE49-F238E27FC236}">
                      <a16:creationId xmlns:a16="http://schemas.microsoft.com/office/drawing/2014/main" id="{FC9FD074-59F6-60B7-6C93-628A9EEDF599}"/>
                    </a:ext>
                  </a:extLst>
                </p:cNvPr>
                <p:cNvPicPr/>
                <p:nvPr/>
              </p:nvPicPr>
              <p:blipFill>
                <a:blip r:embed="rId95"/>
                <a:stretch>
                  <a:fillRect/>
                </a:stretch>
              </p:blipFill>
              <p:spPr>
                <a:xfrm>
                  <a:off x="2318733" y="4048041"/>
                  <a:ext cx="6300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3" name="Ink 32">
                  <a:extLst>
                    <a:ext uri="{FF2B5EF4-FFF2-40B4-BE49-F238E27FC236}">
                      <a16:creationId xmlns:a16="http://schemas.microsoft.com/office/drawing/2014/main" id="{A3BA6DC8-ED41-56D4-F293-2E0120BCCCDF}"/>
                    </a:ext>
                  </a:extLst>
                </p14:cNvPr>
                <p14:cNvContentPartPr/>
                <p14:nvPr/>
              </p14:nvContentPartPr>
              <p14:xfrm>
                <a:off x="3074733" y="3684441"/>
                <a:ext cx="21960" cy="298800"/>
              </p14:xfrm>
            </p:contentPart>
          </mc:Choice>
          <mc:Fallback>
            <p:pic>
              <p:nvPicPr>
                <p:cNvPr id="33" name="Ink 32">
                  <a:extLst>
                    <a:ext uri="{FF2B5EF4-FFF2-40B4-BE49-F238E27FC236}">
                      <a16:creationId xmlns:a16="http://schemas.microsoft.com/office/drawing/2014/main" id="{A3BA6DC8-ED41-56D4-F293-2E0120BCCCDF}"/>
                    </a:ext>
                  </a:extLst>
                </p:cNvPr>
                <p:cNvPicPr/>
                <p:nvPr/>
              </p:nvPicPr>
              <p:blipFill>
                <a:blip r:embed="rId97"/>
                <a:stretch>
                  <a:fillRect/>
                </a:stretch>
              </p:blipFill>
              <p:spPr>
                <a:xfrm>
                  <a:off x="3065733" y="3675441"/>
                  <a:ext cx="3960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4" name="Ink 33">
                  <a:extLst>
                    <a:ext uri="{FF2B5EF4-FFF2-40B4-BE49-F238E27FC236}">
                      <a16:creationId xmlns:a16="http://schemas.microsoft.com/office/drawing/2014/main" id="{F84B6083-F805-E38C-F53F-18C8A99C2FBF}"/>
                    </a:ext>
                  </a:extLst>
                </p14:cNvPr>
                <p14:cNvContentPartPr/>
                <p14:nvPr/>
              </p14:nvContentPartPr>
              <p14:xfrm>
                <a:off x="2977173" y="3671121"/>
                <a:ext cx="163440" cy="81000"/>
              </p14:xfrm>
            </p:contentPart>
          </mc:Choice>
          <mc:Fallback>
            <p:pic>
              <p:nvPicPr>
                <p:cNvPr id="34" name="Ink 33">
                  <a:extLst>
                    <a:ext uri="{FF2B5EF4-FFF2-40B4-BE49-F238E27FC236}">
                      <a16:creationId xmlns:a16="http://schemas.microsoft.com/office/drawing/2014/main" id="{F84B6083-F805-E38C-F53F-18C8A99C2FBF}"/>
                    </a:ext>
                  </a:extLst>
                </p:cNvPr>
                <p:cNvPicPr/>
                <p:nvPr/>
              </p:nvPicPr>
              <p:blipFill>
                <a:blip r:embed="rId99"/>
                <a:stretch>
                  <a:fillRect/>
                </a:stretch>
              </p:blipFill>
              <p:spPr>
                <a:xfrm>
                  <a:off x="2968173" y="3662121"/>
                  <a:ext cx="1810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5" name="Ink 34">
                  <a:extLst>
                    <a:ext uri="{FF2B5EF4-FFF2-40B4-BE49-F238E27FC236}">
                      <a16:creationId xmlns:a16="http://schemas.microsoft.com/office/drawing/2014/main" id="{38919FA9-0737-F605-F926-89DAD0B67F4A}"/>
                    </a:ext>
                  </a:extLst>
                </p14:cNvPr>
                <p14:cNvContentPartPr/>
                <p14:nvPr/>
              </p14:nvContentPartPr>
              <p14:xfrm>
                <a:off x="2508813" y="2857161"/>
                <a:ext cx="1646280" cy="736920"/>
              </p14:xfrm>
            </p:contentPart>
          </mc:Choice>
          <mc:Fallback>
            <p:pic>
              <p:nvPicPr>
                <p:cNvPr id="35" name="Ink 34">
                  <a:extLst>
                    <a:ext uri="{FF2B5EF4-FFF2-40B4-BE49-F238E27FC236}">
                      <a16:creationId xmlns:a16="http://schemas.microsoft.com/office/drawing/2014/main" id="{38919FA9-0737-F605-F926-89DAD0B67F4A}"/>
                    </a:ext>
                  </a:extLst>
                </p:cNvPr>
                <p:cNvPicPr/>
                <p:nvPr/>
              </p:nvPicPr>
              <p:blipFill>
                <a:blip r:embed="rId101"/>
                <a:stretch>
                  <a:fillRect/>
                </a:stretch>
              </p:blipFill>
              <p:spPr>
                <a:xfrm>
                  <a:off x="2500173" y="2848521"/>
                  <a:ext cx="1663920" cy="754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6" name="Ink 35">
                  <a:extLst>
                    <a:ext uri="{FF2B5EF4-FFF2-40B4-BE49-F238E27FC236}">
                      <a16:creationId xmlns:a16="http://schemas.microsoft.com/office/drawing/2014/main" id="{C5AB0E7F-C7D9-6FF1-B887-357A784B43F0}"/>
                    </a:ext>
                  </a:extLst>
                </p14:cNvPr>
                <p14:cNvContentPartPr/>
                <p14:nvPr/>
              </p14:nvContentPartPr>
              <p14:xfrm>
                <a:off x="3089853" y="3164961"/>
                <a:ext cx="118080" cy="127800"/>
              </p14:xfrm>
            </p:contentPart>
          </mc:Choice>
          <mc:Fallback>
            <p:pic>
              <p:nvPicPr>
                <p:cNvPr id="36" name="Ink 35">
                  <a:extLst>
                    <a:ext uri="{FF2B5EF4-FFF2-40B4-BE49-F238E27FC236}">
                      <a16:creationId xmlns:a16="http://schemas.microsoft.com/office/drawing/2014/main" id="{C5AB0E7F-C7D9-6FF1-B887-357A784B43F0}"/>
                    </a:ext>
                  </a:extLst>
                </p:cNvPr>
                <p:cNvPicPr/>
                <p:nvPr/>
              </p:nvPicPr>
              <p:blipFill>
                <a:blip r:embed="rId103"/>
                <a:stretch>
                  <a:fillRect/>
                </a:stretch>
              </p:blipFill>
              <p:spPr>
                <a:xfrm>
                  <a:off x="3081213" y="3155961"/>
                  <a:ext cx="13572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37" name="Ink 36">
                  <a:extLst>
                    <a:ext uri="{FF2B5EF4-FFF2-40B4-BE49-F238E27FC236}">
                      <a16:creationId xmlns:a16="http://schemas.microsoft.com/office/drawing/2014/main" id="{6864F40A-5591-7E76-C067-AA775B519DE0}"/>
                    </a:ext>
                  </a:extLst>
                </p14:cNvPr>
                <p14:cNvContentPartPr/>
                <p14:nvPr/>
              </p14:nvContentPartPr>
              <p14:xfrm>
                <a:off x="3304413" y="3164241"/>
                <a:ext cx="37800" cy="95760"/>
              </p14:xfrm>
            </p:contentPart>
          </mc:Choice>
          <mc:Fallback>
            <p:pic>
              <p:nvPicPr>
                <p:cNvPr id="37" name="Ink 36">
                  <a:extLst>
                    <a:ext uri="{FF2B5EF4-FFF2-40B4-BE49-F238E27FC236}">
                      <a16:creationId xmlns:a16="http://schemas.microsoft.com/office/drawing/2014/main" id="{6864F40A-5591-7E76-C067-AA775B519DE0}"/>
                    </a:ext>
                  </a:extLst>
                </p:cNvPr>
                <p:cNvPicPr/>
                <p:nvPr/>
              </p:nvPicPr>
              <p:blipFill>
                <a:blip r:embed="rId105"/>
                <a:stretch>
                  <a:fillRect/>
                </a:stretch>
              </p:blipFill>
              <p:spPr>
                <a:xfrm>
                  <a:off x="3295413" y="3155241"/>
                  <a:ext cx="554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8" name="Ink 37">
                  <a:extLst>
                    <a:ext uri="{FF2B5EF4-FFF2-40B4-BE49-F238E27FC236}">
                      <a16:creationId xmlns:a16="http://schemas.microsoft.com/office/drawing/2014/main" id="{FAA6B49A-D06C-7A7F-F0EE-36EA10BD669C}"/>
                    </a:ext>
                  </a:extLst>
                </p14:cNvPr>
                <p14:cNvContentPartPr/>
                <p14:nvPr/>
              </p14:nvContentPartPr>
              <p14:xfrm>
                <a:off x="1535733" y="2876241"/>
                <a:ext cx="513000" cy="2873160"/>
              </p14:xfrm>
            </p:contentPart>
          </mc:Choice>
          <mc:Fallback>
            <p:pic>
              <p:nvPicPr>
                <p:cNvPr id="38" name="Ink 37">
                  <a:extLst>
                    <a:ext uri="{FF2B5EF4-FFF2-40B4-BE49-F238E27FC236}">
                      <a16:creationId xmlns:a16="http://schemas.microsoft.com/office/drawing/2014/main" id="{FAA6B49A-D06C-7A7F-F0EE-36EA10BD669C}"/>
                    </a:ext>
                  </a:extLst>
                </p:cNvPr>
                <p:cNvPicPr/>
                <p:nvPr/>
              </p:nvPicPr>
              <p:blipFill>
                <a:blip r:embed="rId107"/>
                <a:stretch>
                  <a:fillRect/>
                </a:stretch>
              </p:blipFill>
              <p:spPr>
                <a:xfrm>
                  <a:off x="1527093" y="2867241"/>
                  <a:ext cx="530640" cy="2890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7" name="Ink 46">
                  <a:extLst>
                    <a:ext uri="{FF2B5EF4-FFF2-40B4-BE49-F238E27FC236}">
                      <a16:creationId xmlns:a16="http://schemas.microsoft.com/office/drawing/2014/main" id="{22395950-78C0-C919-B2BB-D9121139BD00}"/>
                    </a:ext>
                  </a:extLst>
                </p14:cNvPr>
                <p14:cNvContentPartPr/>
                <p14:nvPr/>
              </p14:nvContentPartPr>
              <p14:xfrm>
                <a:off x="4097853" y="5803761"/>
                <a:ext cx="252000" cy="162000"/>
              </p14:xfrm>
            </p:contentPart>
          </mc:Choice>
          <mc:Fallback>
            <p:pic>
              <p:nvPicPr>
                <p:cNvPr id="47" name="Ink 46">
                  <a:extLst>
                    <a:ext uri="{FF2B5EF4-FFF2-40B4-BE49-F238E27FC236}">
                      <a16:creationId xmlns:a16="http://schemas.microsoft.com/office/drawing/2014/main" id="{22395950-78C0-C919-B2BB-D9121139BD00}"/>
                    </a:ext>
                  </a:extLst>
                </p:cNvPr>
                <p:cNvPicPr/>
                <p:nvPr/>
              </p:nvPicPr>
              <p:blipFill>
                <a:blip r:embed="rId109"/>
                <a:stretch>
                  <a:fillRect/>
                </a:stretch>
              </p:blipFill>
              <p:spPr>
                <a:xfrm>
                  <a:off x="4088853" y="5794761"/>
                  <a:ext cx="2696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8" name="Ink 47">
                  <a:extLst>
                    <a:ext uri="{FF2B5EF4-FFF2-40B4-BE49-F238E27FC236}">
                      <a16:creationId xmlns:a16="http://schemas.microsoft.com/office/drawing/2014/main" id="{EE32EFDD-64FF-B7A4-467D-AF3C0DE34DC3}"/>
                    </a:ext>
                  </a:extLst>
                </p14:cNvPr>
                <p14:cNvContentPartPr/>
                <p14:nvPr/>
              </p14:nvContentPartPr>
              <p14:xfrm>
                <a:off x="4175253" y="6001041"/>
                <a:ext cx="462960" cy="216360"/>
              </p14:xfrm>
            </p:contentPart>
          </mc:Choice>
          <mc:Fallback>
            <p:pic>
              <p:nvPicPr>
                <p:cNvPr id="48" name="Ink 47">
                  <a:extLst>
                    <a:ext uri="{FF2B5EF4-FFF2-40B4-BE49-F238E27FC236}">
                      <a16:creationId xmlns:a16="http://schemas.microsoft.com/office/drawing/2014/main" id="{EE32EFDD-64FF-B7A4-467D-AF3C0DE34DC3}"/>
                    </a:ext>
                  </a:extLst>
                </p:cNvPr>
                <p:cNvPicPr/>
                <p:nvPr/>
              </p:nvPicPr>
              <p:blipFill>
                <a:blip r:embed="rId111"/>
                <a:stretch>
                  <a:fillRect/>
                </a:stretch>
              </p:blipFill>
              <p:spPr>
                <a:xfrm>
                  <a:off x="4166613" y="5992041"/>
                  <a:ext cx="4806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9" name="Ink 48">
                  <a:extLst>
                    <a:ext uri="{FF2B5EF4-FFF2-40B4-BE49-F238E27FC236}">
                      <a16:creationId xmlns:a16="http://schemas.microsoft.com/office/drawing/2014/main" id="{D0B86CDD-AC7A-1E4C-1107-AAB4C40AF8F4}"/>
                    </a:ext>
                  </a:extLst>
                </p14:cNvPr>
                <p14:cNvContentPartPr/>
                <p14:nvPr/>
              </p14:nvContentPartPr>
              <p14:xfrm>
                <a:off x="4119093" y="6147921"/>
                <a:ext cx="460800" cy="334800"/>
              </p14:xfrm>
            </p:contentPart>
          </mc:Choice>
          <mc:Fallback>
            <p:pic>
              <p:nvPicPr>
                <p:cNvPr id="49" name="Ink 48">
                  <a:extLst>
                    <a:ext uri="{FF2B5EF4-FFF2-40B4-BE49-F238E27FC236}">
                      <a16:creationId xmlns:a16="http://schemas.microsoft.com/office/drawing/2014/main" id="{D0B86CDD-AC7A-1E4C-1107-AAB4C40AF8F4}"/>
                    </a:ext>
                  </a:extLst>
                </p:cNvPr>
                <p:cNvPicPr/>
                <p:nvPr/>
              </p:nvPicPr>
              <p:blipFill>
                <a:blip r:embed="rId113"/>
                <a:stretch>
                  <a:fillRect/>
                </a:stretch>
              </p:blipFill>
              <p:spPr>
                <a:xfrm>
                  <a:off x="4110453" y="6138921"/>
                  <a:ext cx="47844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1" name="Ink 50">
                  <a:extLst>
                    <a:ext uri="{FF2B5EF4-FFF2-40B4-BE49-F238E27FC236}">
                      <a16:creationId xmlns:a16="http://schemas.microsoft.com/office/drawing/2014/main" id="{FC571ED2-A979-5166-82DB-0D0A6EE36372}"/>
                    </a:ext>
                  </a:extLst>
                </p14:cNvPr>
                <p14:cNvContentPartPr/>
                <p14:nvPr/>
              </p14:nvContentPartPr>
              <p14:xfrm>
                <a:off x="4816413" y="6076641"/>
                <a:ext cx="177120" cy="187560"/>
              </p14:xfrm>
            </p:contentPart>
          </mc:Choice>
          <mc:Fallback>
            <p:pic>
              <p:nvPicPr>
                <p:cNvPr id="51" name="Ink 50">
                  <a:extLst>
                    <a:ext uri="{FF2B5EF4-FFF2-40B4-BE49-F238E27FC236}">
                      <a16:creationId xmlns:a16="http://schemas.microsoft.com/office/drawing/2014/main" id="{FC571ED2-A979-5166-82DB-0D0A6EE36372}"/>
                    </a:ext>
                  </a:extLst>
                </p:cNvPr>
                <p:cNvPicPr/>
                <p:nvPr/>
              </p:nvPicPr>
              <p:blipFill>
                <a:blip r:embed="rId115"/>
                <a:stretch>
                  <a:fillRect/>
                </a:stretch>
              </p:blipFill>
              <p:spPr>
                <a:xfrm>
                  <a:off x="4807773" y="6067641"/>
                  <a:ext cx="19476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2" name="Ink 51">
                  <a:extLst>
                    <a:ext uri="{FF2B5EF4-FFF2-40B4-BE49-F238E27FC236}">
                      <a16:creationId xmlns:a16="http://schemas.microsoft.com/office/drawing/2014/main" id="{9CA1CD7C-52B8-74E4-DD6A-2E02994E35C6}"/>
                    </a:ext>
                  </a:extLst>
                </p14:cNvPr>
                <p14:cNvContentPartPr/>
                <p14:nvPr/>
              </p14:nvContentPartPr>
              <p14:xfrm>
                <a:off x="5081013" y="6048921"/>
                <a:ext cx="182880" cy="199440"/>
              </p14:xfrm>
            </p:contentPart>
          </mc:Choice>
          <mc:Fallback>
            <p:pic>
              <p:nvPicPr>
                <p:cNvPr id="52" name="Ink 51">
                  <a:extLst>
                    <a:ext uri="{FF2B5EF4-FFF2-40B4-BE49-F238E27FC236}">
                      <a16:creationId xmlns:a16="http://schemas.microsoft.com/office/drawing/2014/main" id="{9CA1CD7C-52B8-74E4-DD6A-2E02994E35C6}"/>
                    </a:ext>
                  </a:extLst>
                </p:cNvPr>
                <p:cNvPicPr/>
                <p:nvPr/>
              </p:nvPicPr>
              <p:blipFill>
                <a:blip r:embed="rId117"/>
                <a:stretch>
                  <a:fillRect/>
                </a:stretch>
              </p:blipFill>
              <p:spPr>
                <a:xfrm>
                  <a:off x="5072373" y="6040281"/>
                  <a:ext cx="20052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3" name="Ink 52">
                  <a:extLst>
                    <a:ext uri="{FF2B5EF4-FFF2-40B4-BE49-F238E27FC236}">
                      <a16:creationId xmlns:a16="http://schemas.microsoft.com/office/drawing/2014/main" id="{A4F9C7CC-025E-884B-07CF-93F74A872EB0}"/>
                    </a:ext>
                  </a:extLst>
                </p14:cNvPr>
                <p14:cNvContentPartPr/>
                <p14:nvPr/>
              </p14:nvContentPartPr>
              <p14:xfrm>
                <a:off x="3768813" y="6257001"/>
                <a:ext cx="89640" cy="162360"/>
              </p14:xfrm>
            </p:contentPart>
          </mc:Choice>
          <mc:Fallback>
            <p:pic>
              <p:nvPicPr>
                <p:cNvPr id="53" name="Ink 52">
                  <a:extLst>
                    <a:ext uri="{FF2B5EF4-FFF2-40B4-BE49-F238E27FC236}">
                      <a16:creationId xmlns:a16="http://schemas.microsoft.com/office/drawing/2014/main" id="{A4F9C7CC-025E-884B-07CF-93F74A872EB0}"/>
                    </a:ext>
                  </a:extLst>
                </p:cNvPr>
                <p:cNvPicPr/>
                <p:nvPr/>
              </p:nvPicPr>
              <p:blipFill>
                <a:blip r:embed="rId119"/>
                <a:stretch>
                  <a:fillRect/>
                </a:stretch>
              </p:blipFill>
              <p:spPr>
                <a:xfrm>
                  <a:off x="3759813" y="6248001"/>
                  <a:ext cx="10728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4" name="Ink 53">
                  <a:extLst>
                    <a:ext uri="{FF2B5EF4-FFF2-40B4-BE49-F238E27FC236}">
                      <a16:creationId xmlns:a16="http://schemas.microsoft.com/office/drawing/2014/main" id="{622069F8-E9AC-B7D9-CD98-34786310DBEC}"/>
                    </a:ext>
                  </a:extLst>
                </p14:cNvPr>
                <p14:cNvContentPartPr/>
                <p14:nvPr/>
              </p14:nvContentPartPr>
              <p14:xfrm>
                <a:off x="3596013" y="6317481"/>
                <a:ext cx="116280" cy="200880"/>
              </p14:xfrm>
            </p:contentPart>
          </mc:Choice>
          <mc:Fallback>
            <p:pic>
              <p:nvPicPr>
                <p:cNvPr id="54" name="Ink 53">
                  <a:extLst>
                    <a:ext uri="{FF2B5EF4-FFF2-40B4-BE49-F238E27FC236}">
                      <a16:creationId xmlns:a16="http://schemas.microsoft.com/office/drawing/2014/main" id="{622069F8-E9AC-B7D9-CD98-34786310DBEC}"/>
                    </a:ext>
                  </a:extLst>
                </p:cNvPr>
                <p:cNvPicPr/>
                <p:nvPr/>
              </p:nvPicPr>
              <p:blipFill>
                <a:blip r:embed="rId121"/>
                <a:stretch>
                  <a:fillRect/>
                </a:stretch>
              </p:blipFill>
              <p:spPr>
                <a:xfrm>
                  <a:off x="3587013" y="6308481"/>
                  <a:ext cx="13392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6" name="Ink 55">
                  <a:extLst>
                    <a:ext uri="{FF2B5EF4-FFF2-40B4-BE49-F238E27FC236}">
                      <a16:creationId xmlns:a16="http://schemas.microsoft.com/office/drawing/2014/main" id="{D6E4C6FD-C2F2-121B-63FA-59FE0E246DCB}"/>
                    </a:ext>
                  </a:extLst>
                </p14:cNvPr>
                <p14:cNvContentPartPr/>
                <p14:nvPr/>
              </p14:nvContentPartPr>
              <p14:xfrm>
                <a:off x="4787253" y="5731761"/>
                <a:ext cx="29160" cy="148680"/>
              </p14:xfrm>
            </p:contentPart>
          </mc:Choice>
          <mc:Fallback>
            <p:pic>
              <p:nvPicPr>
                <p:cNvPr id="56" name="Ink 55">
                  <a:extLst>
                    <a:ext uri="{FF2B5EF4-FFF2-40B4-BE49-F238E27FC236}">
                      <a16:creationId xmlns:a16="http://schemas.microsoft.com/office/drawing/2014/main" id="{D6E4C6FD-C2F2-121B-63FA-59FE0E246DCB}"/>
                    </a:ext>
                  </a:extLst>
                </p:cNvPr>
                <p:cNvPicPr/>
                <p:nvPr/>
              </p:nvPicPr>
              <p:blipFill>
                <a:blip r:embed="rId123"/>
                <a:stretch>
                  <a:fillRect/>
                </a:stretch>
              </p:blipFill>
              <p:spPr>
                <a:xfrm>
                  <a:off x="4778253" y="5723121"/>
                  <a:ext cx="468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7" name="Ink 56">
                  <a:extLst>
                    <a:ext uri="{FF2B5EF4-FFF2-40B4-BE49-F238E27FC236}">
                      <a16:creationId xmlns:a16="http://schemas.microsoft.com/office/drawing/2014/main" id="{10D4197F-3E62-EFB7-8F15-9282E3C2EA3D}"/>
                    </a:ext>
                  </a:extLst>
                </p14:cNvPr>
                <p14:cNvContentPartPr/>
                <p14:nvPr/>
              </p14:nvContentPartPr>
              <p14:xfrm>
                <a:off x="4832253" y="5756961"/>
                <a:ext cx="127800" cy="131760"/>
              </p14:xfrm>
            </p:contentPart>
          </mc:Choice>
          <mc:Fallback>
            <p:pic>
              <p:nvPicPr>
                <p:cNvPr id="57" name="Ink 56">
                  <a:extLst>
                    <a:ext uri="{FF2B5EF4-FFF2-40B4-BE49-F238E27FC236}">
                      <a16:creationId xmlns:a16="http://schemas.microsoft.com/office/drawing/2014/main" id="{10D4197F-3E62-EFB7-8F15-9282E3C2EA3D}"/>
                    </a:ext>
                  </a:extLst>
                </p:cNvPr>
                <p:cNvPicPr/>
                <p:nvPr/>
              </p:nvPicPr>
              <p:blipFill>
                <a:blip r:embed="rId125"/>
                <a:stretch>
                  <a:fillRect/>
                </a:stretch>
              </p:blipFill>
              <p:spPr>
                <a:xfrm>
                  <a:off x="4823613" y="5748321"/>
                  <a:ext cx="1454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8" name="Ink 57">
                  <a:extLst>
                    <a:ext uri="{FF2B5EF4-FFF2-40B4-BE49-F238E27FC236}">
                      <a16:creationId xmlns:a16="http://schemas.microsoft.com/office/drawing/2014/main" id="{1F577CE8-E28B-6547-802E-B70BEDF976EB}"/>
                    </a:ext>
                  </a:extLst>
                </p14:cNvPr>
                <p14:cNvContentPartPr/>
                <p14:nvPr/>
              </p14:nvContentPartPr>
              <p14:xfrm>
                <a:off x="5016933" y="5724201"/>
                <a:ext cx="132840" cy="142200"/>
              </p14:xfrm>
            </p:contentPart>
          </mc:Choice>
          <mc:Fallback>
            <p:pic>
              <p:nvPicPr>
                <p:cNvPr id="58" name="Ink 57">
                  <a:extLst>
                    <a:ext uri="{FF2B5EF4-FFF2-40B4-BE49-F238E27FC236}">
                      <a16:creationId xmlns:a16="http://schemas.microsoft.com/office/drawing/2014/main" id="{1F577CE8-E28B-6547-802E-B70BEDF976EB}"/>
                    </a:ext>
                  </a:extLst>
                </p:cNvPr>
                <p:cNvPicPr/>
                <p:nvPr/>
              </p:nvPicPr>
              <p:blipFill>
                <a:blip r:embed="rId127"/>
                <a:stretch>
                  <a:fillRect/>
                </a:stretch>
              </p:blipFill>
              <p:spPr>
                <a:xfrm>
                  <a:off x="5008293" y="5715201"/>
                  <a:ext cx="15048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9" name="Ink 58">
                  <a:extLst>
                    <a:ext uri="{FF2B5EF4-FFF2-40B4-BE49-F238E27FC236}">
                      <a16:creationId xmlns:a16="http://schemas.microsoft.com/office/drawing/2014/main" id="{7E91B60D-DB57-9C9E-BCD3-401DF618FFA3}"/>
                    </a:ext>
                  </a:extLst>
                </p14:cNvPr>
                <p14:cNvContentPartPr/>
                <p14:nvPr/>
              </p14:nvContentPartPr>
              <p14:xfrm>
                <a:off x="5028453" y="5737161"/>
                <a:ext cx="302040" cy="137160"/>
              </p14:xfrm>
            </p:contentPart>
          </mc:Choice>
          <mc:Fallback>
            <p:pic>
              <p:nvPicPr>
                <p:cNvPr id="59" name="Ink 58">
                  <a:extLst>
                    <a:ext uri="{FF2B5EF4-FFF2-40B4-BE49-F238E27FC236}">
                      <a16:creationId xmlns:a16="http://schemas.microsoft.com/office/drawing/2014/main" id="{7E91B60D-DB57-9C9E-BCD3-401DF618FFA3}"/>
                    </a:ext>
                  </a:extLst>
                </p:cNvPr>
                <p:cNvPicPr/>
                <p:nvPr/>
              </p:nvPicPr>
              <p:blipFill>
                <a:blip r:embed="rId129"/>
                <a:stretch>
                  <a:fillRect/>
                </a:stretch>
              </p:blipFill>
              <p:spPr>
                <a:xfrm>
                  <a:off x="5019813" y="5728521"/>
                  <a:ext cx="31968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0" name="Ink 59">
                  <a:extLst>
                    <a:ext uri="{FF2B5EF4-FFF2-40B4-BE49-F238E27FC236}">
                      <a16:creationId xmlns:a16="http://schemas.microsoft.com/office/drawing/2014/main" id="{E555C91E-F2B4-622F-42E8-3994688C23AB}"/>
                    </a:ext>
                  </a:extLst>
                </p14:cNvPr>
                <p14:cNvContentPartPr/>
                <p14:nvPr/>
              </p14:nvContentPartPr>
              <p14:xfrm>
                <a:off x="5387733" y="5724921"/>
                <a:ext cx="360" cy="10440"/>
              </p14:xfrm>
            </p:contentPart>
          </mc:Choice>
          <mc:Fallback>
            <p:pic>
              <p:nvPicPr>
                <p:cNvPr id="60" name="Ink 59">
                  <a:extLst>
                    <a:ext uri="{FF2B5EF4-FFF2-40B4-BE49-F238E27FC236}">
                      <a16:creationId xmlns:a16="http://schemas.microsoft.com/office/drawing/2014/main" id="{E555C91E-F2B4-622F-42E8-3994688C23AB}"/>
                    </a:ext>
                  </a:extLst>
                </p:cNvPr>
                <p:cNvPicPr/>
                <p:nvPr/>
              </p:nvPicPr>
              <p:blipFill>
                <a:blip r:embed="rId131"/>
                <a:stretch>
                  <a:fillRect/>
                </a:stretch>
              </p:blipFill>
              <p:spPr>
                <a:xfrm>
                  <a:off x="5379093" y="5716281"/>
                  <a:ext cx="180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1" name="Ink 60">
                  <a:extLst>
                    <a:ext uri="{FF2B5EF4-FFF2-40B4-BE49-F238E27FC236}">
                      <a16:creationId xmlns:a16="http://schemas.microsoft.com/office/drawing/2014/main" id="{54B243FA-D45C-D2BB-07C4-31C7B03CC17B}"/>
                    </a:ext>
                  </a:extLst>
                </p14:cNvPr>
                <p14:cNvContentPartPr/>
                <p14:nvPr/>
              </p14:nvContentPartPr>
              <p14:xfrm>
                <a:off x="5399613" y="5731401"/>
                <a:ext cx="64080" cy="130680"/>
              </p14:xfrm>
            </p:contentPart>
          </mc:Choice>
          <mc:Fallback>
            <p:pic>
              <p:nvPicPr>
                <p:cNvPr id="61" name="Ink 60">
                  <a:extLst>
                    <a:ext uri="{FF2B5EF4-FFF2-40B4-BE49-F238E27FC236}">
                      <a16:creationId xmlns:a16="http://schemas.microsoft.com/office/drawing/2014/main" id="{54B243FA-D45C-D2BB-07C4-31C7B03CC17B}"/>
                    </a:ext>
                  </a:extLst>
                </p:cNvPr>
                <p:cNvPicPr/>
                <p:nvPr/>
              </p:nvPicPr>
              <p:blipFill>
                <a:blip r:embed="rId133"/>
                <a:stretch>
                  <a:fillRect/>
                </a:stretch>
              </p:blipFill>
              <p:spPr>
                <a:xfrm>
                  <a:off x="5390613" y="5722761"/>
                  <a:ext cx="817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2" name="Ink 61">
                  <a:extLst>
                    <a:ext uri="{FF2B5EF4-FFF2-40B4-BE49-F238E27FC236}">
                      <a16:creationId xmlns:a16="http://schemas.microsoft.com/office/drawing/2014/main" id="{883E1ADA-C715-B018-482D-3E2BF3558447}"/>
                    </a:ext>
                  </a:extLst>
                </p14:cNvPr>
                <p14:cNvContentPartPr/>
                <p14:nvPr/>
              </p14:nvContentPartPr>
              <p14:xfrm>
                <a:off x="5487093" y="5697561"/>
                <a:ext cx="145080" cy="152640"/>
              </p14:xfrm>
            </p:contentPart>
          </mc:Choice>
          <mc:Fallback>
            <p:pic>
              <p:nvPicPr>
                <p:cNvPr id="62" name="Ink 61">
                  <a:extLst>
                    <a:ext uri="{FF2B5EF4-FFF2-40B4-BE49-F238E27FC236}">
                      <a16:creationId xmlns:a16="http://schemas.microsoft.com/office/drawing/2014/main" id="{883E1ADA-C715-B018-482D-3E2BF3558447}"/>
                    </a:ext>
                  </a:extLst>
                </p:cNvPr>
                <p:cNvPicPr/>
                <p:nvPr/>
              </p:nvPicPr>
              <p:blipFill>
                <a:blip r:embed="rId135"/>
                <a:stretch>
                  <a:fillRect/>
                </a:stretch>
              </p:blipFill>
              <p:spPr>
                <a:xfrm>
                  <a:off x="5478453" y="5688561"/>
                  <a:ext cx="1627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3" name="Ink 62">
                  <a:extLst>
                    <a:ext uri="{FF2B5EF4-FFF2-40B4-BE49-F238E27FC236}">
                      <a16:creationId xmlns:a16="http://schemas.microsoft.com/office/drawing/2014/main" id="{4A133447-FA5D-AB5F-0AC9-579D7A9F3C48}"/>
                    </a:ext>
                  </a:extLst>
                </p14:cNvPr>
                <p14:cNvContentPartPr/>
                <p14:nvPr/>
              </p14:nvContentPartPr>
              <p14:xfrm>
                <a:off x="5527773" y="5748681"/>
                <a:ext cx="139680" cy="73800"/>
              </p14:xfrm>
            </p:contentPart>
          </mc:Choice>
          <mc:Fallback>
            <p:pic>
              <p:nvPicPr>
                <p:cNvPr id="63" name="Ink 62">
                  <a:extLst>
                    <a:ext uri="{FF2B5EF4-FFF2-40B4-BE49-F238E27FC236}">
                      <a16:creationId xmlns:a16="http://schemas.microsoft.com/office/drawing/2014/main" id="{4A133447-FA5D-AB5F-0AC9-579D7A9F3C48}"/>
                    </a:ext>
                  </a:extLst>
                </p:cNvPr>
                <p:cNvPicPr/>
                <p:nvPr/>
              </p:nvPicPr>
              <p:blipFill>
                <a:blip r:embed="rId137"/>
                <a:stretch>
                  <a:fillRect/>
                </a:stretch>
              </p:blipFill>
              <p:spPr>
                <a:xfrm>
                  <a:off x="5519133" y="5739681"/>
                  <a:ext cx="15732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4" name="Ink 63">
                  <a:extLst>
                    <a:ext uri="{FF2B5EF4-FFF2-40B4-BE49-F238E27FC236}">
                      <a16:creationId xmlns:a16="http://schemas.microsoft.com/office/drawing/2014/main" id="{A546090C-1554-094A-ABEA-CDB34FA2949D}"/>
                    </a:ext>
                  </a:extLst>
                </p14:cNvPr>
                <p14:cNvContentPartPr/>
                <p14:nvPr/>
              </p14:nvContentPartPr>
              <p14:xfrm>
                <a:off x="5809293" y="5624841"/>
                <a:ext cx="621720" cy="225360"/>
              </p14:xfrm>
            </p:contentPart>
          </mc:Choice>
          <mc:Fallback>
            <p:pic>
              <p:nvPicPr>
                <p:cNvPr id="64" name="Ink 63">
                  <a:extLst>
                    <a:ext uri="{FF2B5EF4-FFF2-40B4-BE49-F238E27FC236}">
                      <a16:creationId xmlns:a16="http://schemas.microsoft.com/office/drawing/2014/main" id="{A546090C-1554-094A-ABEA-CDB34FA2949D}"/>
                    </a:ext>
                  </a:extLst>
                </p:cNvPr>
                <p:cNvPicPr/>
                <p:nvPr/>
              </p:nvPicPr>
              <p:blipFill>
                <a:blip r:embed="rId139"/>
                <a:stretch>
                  <a:fillRect/>
                </a:stretch>
              </p:blipFill>
              <p:spPr>
                <a:xfrm>
                  <a:off x="5800293" y="5616201"/>
                  <a:ext cx="63936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5" name="Ink 64">
                  <a:extLst>
                    <a:ext uri="{FF2B5EF4-FFF2-40B4-BE49-F238E27FC236}">
                      <a16:creationId xmlns:a16="http://schemas.microsoft.com/office/drawing/2014/main" id="{A526CB20-193C-270E-854D-30F1B684A357}"/>
                    </a:ext>
                  </a:extLst>
                </p14:cNvPr>
                <p14:cNvContentPartPr/>
                <p14:nvPr/>
              </p14:nvContentPartPr>
              <p14:xfrm>
                <a:off x="3050253" y="5456721"/>
                <a:ext cx="1487160" cy="1137600"/>
              </p14:xfrm>
            </p:contentPart>
          </mc:Choice>
          <mc:Fallback>
            <p:pic>
              <p:nvPicPr>
                <p:cNvPr id="65" name="Ink 64">
                  <a:extLst>
                    <a:ext uri="{FF2B5EF4-FFF2-40B4-BE49-F238E27FC236}">
                      <a16:creationId xmlns:a16="http://schemas.microsoft.com/office/drawing/2014/main" id="{A526CB20-193C-270E-854D-30F1B684A357}"/>
                    </a:ext>
                  </a:extLst>
                </p:cNvPr>
                <p:cNvPicPr/>
                <p:nvPr/>
              </p:nvPicPr>
              <p:blipFill>
                <a:blip r:embed="rId141"/>
                <a:stretch>
                  <a:fillRect/>
                </a:stretch>
              </p:blipFill>
              <p:spPr>
                <a:xfrm>
                  <a:off x="3041253" y="5448081"/>
                  <a:ext cx="1504800" cy="11552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6" name="Ink 65">
                  <a:extLst>
                    <a:ext uri="{FF2B5EF4-FFF2-40B4-BE49-F238E27FC236}">
                      <a16:creationId xmlns:a16="http://schemas.microsoft.com/office/drawing/2014/main" id="{4EB16F82-346E-CC5D-21F5-B7DA2BE1A270}"/>
                    </a:ext>
                  </a:extLst>
                </p14:cNvPr>
                <p14:cNvContentPartPr/>
                <p14:nvPr/>
              </p14:nvContentPartPr>
              <p14:xfrm>
                <a:off x="4919013" y="5455281"/>
                <a:ext cx="220320" cy="226080"/>
              </p14:xfrm>
            </p:contentPart>
          </mc:Choice>
          <mc:Fallback>
            <p:pic>
              <p:nvPicPr>
                <p:cNvPr id="66" name="Ink 65">
                  <a:extLst>
                    <a:ext uri="{FF2B5EF4-FFF2-40B4-BE49-F238E27FC236}">
                      <a16:creationId xmlns:a16="http://schemas.microsoft.com/office/drawing/2014/main" id="{4EB16F82-346E-CC5D-21F5-B7DA2BE1A270}"/>
                    </a:ext>
                  </a:extLst>
                </p:cNvPr>
                <p:cNvPicPr/>
                <p:nvPr/>
              </p:nvPicPr>
              <p:blipFill>
                <a:blip r:embed="rId143"/>
                <a:stretch>
                  <a:fillRect/>
                </a:stretch>
              </p:blipFill>
              <p:spPr>
                <a:xfrm>
                  <a:off x="4910373" y="5446281"/>
                  <a:ext cx="23796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67" name="Ink 66">
                  <a:extLst>
                    <a:ext uri="{FF2B5EF4-FFF2-40B4-BE49-F238E27FC236}">
                      <a16:creationId xmlns:a16="http://schemas.microsoft.com/office/drawing/2014/main" id="{EB5369AA-43A2-BCF9-D9CB-22207B0C45BC}"/>
                    </a:ext>
                  </a:extLst>
                </p14:cNvPr>
                <p14:cNvContentPartPr/>
                <p14:nvPr/>
              </p14:nvContentPartPr>
              <p14:xfrm>
                <a:off x="5178213" y="5406681"/>
                <a:ext cx="144360" cy="245880"/>
              </p14:xfrm>
            </p:contentPart>
          </mc:Choice>
          <mc:Fallback>
            <p:pic>
              <p:nvPicPr>
                <p:cNvPr id="67" name="Ink 66">
                  <a:extLst>
                    <a:ext uri="{FF2B5EF4-FFF2-40B4-BE49-F238E27FC236}">
                      <a16:creationId xmlns:a16="http://schemas.microsoft.com/office/drawing/2014/main" id="{EB5369AA-43A2-BCF9-D9CB-22207B0C45BC}"/>
                    </a:ext>
                  </a:extLst>
                </p:cNvPr>
                <p:cNvPicPr/>
                <p:nvPr/>
              </p:nvPicPr>
              <p:blipFill>
                <a:blip r:embed="rId145"/>
                <a:stretch>
                  <a:fillRect/>
                </a:stretch>
              </p:blipFill>
              <p:spPr>
                <a:xfrm>
                  <a:off x="5169573" y="5397681"/>
                  <a:ext cx="16200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8" name="Ink 67">
                  <a:extLst>
                    <a:ext uri="{FF2B5EF4-FFF2-40B4-BE49-F238E27FC236}">
                      <a16:creationId xmlns:a16="http://schemas.microsoft.com/office/drawing/2014/main" id="{CC27F1C3-5DC2-AF05-1ECF-6553696DAD4B}"/>
                    </a:ext>
                  </a:extLst>
                </p14:cNvPr>
                <p14:cNvContentPartPr/>
                <p14:nvPr/>
              </p14:nvContentPartPr>
              <p14:xfrm>
                <a:off x="4410333" y="2799561"/>
                <a:ext cx="789120" cy="2449440"/>
              </p14:xfrm>
            </p:contentPart>
          </mc:Choice>
          <mc:Fallback>
            <p:pic>
              <p:nvPicPr>
                <p:cNvPr id="68" name="Ink 67">
                  <a:extLst>
                    <a:ext uri="{FF2B5EF4-FFF2-40B4-BE49-F238E27FC236}">
                      <a16:creationId xmlns:a16="http://schemas.microsoft.com/office/drawing/2014/main" id="{CC27F1C3-5DC2-AF05-1ECF-6553696DAD4B}"/>
                    </a:ext>
                  </a:extLst>
                </p:cNvPr>
                <p:cNvPicPr/>
                <p:nvPr/>
              </p:nvPicPr>
              <p:blipFill>
                <a:blip r:embed="rId147"/>
                <a:stretch>
                  <a:fillRect/>
                </a:stretch>
              </p:blipFill>
              <p:spPr>
                <a:xfrm>
                  <a:off x="4401333" y="2790921"/>
                  <a:ext cx="806760" cy="24670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70" name="Ink 69">
                  <a:extLst>
                    <a:ext uri="{FF2B5EF4-FFF2-40B4-BE49-F238E27FC236}">
                      <a16:creationId xmlns:a16="http://schemas.microsoft.com/office/drawing/2014/main" id="{E7E1F086-C804-3C9C-630D-91E0E155C838}"/>
                    </a:ext>
                  </a:extLst>
                </p14:cNvPr>
                <p14:cNvContentPartPr/>
                <p14:nvPr/>
              </p14:nvContentPartPr>
              <p14:xfrm>
                <a:off x="5393853" y="3712521"/>
                <a:ext cx="137880" cy="222840"/>
              </p14:xfrm>
            </p:contentPart>
          </mc:Choice>
          <mc:Fallback>
            <p:pic>
              <p:nvPicPr>
                <p:cNvPr id="70" name="Ink 69">
                  <a:extLst>
                    <a:ext uri="{FF2B5EF4-FFF2-40B4-BE49-F238E27FC236}">
                      <a16:creationId xmlns:a16="http://schemas.microsoft.com/office/drawing/2014/main" id="{E7E1F086-C804-3C9C-630D-91E0E155C838}"/>
                    </a:ext>
                  </a:extLst>
                </p:cNvPr>
                <p:cNvPicPr/>
                <p:nvPr/>
              </p:nvPicPr>
              <p:blipFill>
                <a:blip r:embed="rId149"/>
                <a:stretch>
                  <a:fillRect/>
                </a:stretch>
              </p:blipFill>
              <p:spPr>
                <a:xfrm>
                  <a:off x="5385213" y="3703881"/>
                  <a:ext cx="15552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71" name="Ink 70">
                  <a:extLst>
                    <a:ext uri="{FF2B5EF4-FFF2-40B4-BE49-F238E27FC236}">
                      <a16:creationId xmlns:a16="http://schemas.microsoft.com/office/drawing/2014/main" id="{3954E760-E310-5B90-4F8D-6145FF431C7E}"/>
                    </a:ext>
                  </a:extLst>
                </p14:cNvPr>
                <p14:cNvContentPartPr/>
                <p14:nvPr/>
              </p14:nvContentPartPr>
              <p14:xfrm>
                <a:off x="5520933" y="3674721"/>
                <a:ext cx="239040" cy="237240"/>
              </p14:xfrm>
            </p:contentPart>
          </mc:Choice>
          <mc:Fallback>
            <p:pic>
              <p:nvPicPr>
                <p:cNvPr id="71" name="Ink 70">
                  <a:extLst>
                    <a:ext uri="{FF2B5EF4-FFF2-40B4-BE49-F238E27FC236}">
                      <a16:creationId xmlns:a16="http://schemas.microsoft.com/office/drawing/2014/main" id="{3954E760-E310-5B90-4F8D-6145FF431C7E}"/>
                    </a:ext>
                  </a:extLst>
                </p:cNvPr>
                <p:cNvPicPr/>
                <p:nvPr/>
              </p:nvPicPr>
              <p:blipFill>
                <a:blip r:embed="rId151"/>
                <a:stretch>
                  <a:fillRect/>
                </a:stretch>
              </p:blipFill>
              <p:spPr>
                <a:xfrm>
                  <a:off x="5512293" y="3665721"/>
                  <a:ext cx="25668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72" name="Ink 71">
                  <a:extLst>
                    <a:ext uri="{FF2B5EF4-FFF2-40B4-BE49-F238E27FC236}">
                      <a16:creationId xmlns:a16="http://schemas.microsoft.com/office/drawing/2014/main" id="{80B6B7BF-2BCB-D59F-846E-12FF3FBBF22F}"/>
                    </a:ext>
                  </a:extLst>
                </p14:cNvPr>
                <p14:cNvContentPartPr/>
                <p14:nvPr/>
              </p14:nvContentPartPr>
              <p14:xfrm>
                <a:off x="5667093" y="3775521"/>
                <a:ext cx="147240" cy="84960"/>
              </p14:xfrm>
            </p:contentPart>
          </mc:Choice>
          <mc:Fallback>
            <p:pic>
              <p:nvPicPr>
                <p:cNvPr id="72" name="Ink 71">
                  <a:extLst>
                    <a:ext uri="{FF2B5EF4-FFF2-40B4-BE49-F238E27FC236}">
                      <a16:creationId xmlns:a16="http://schemas.microsoft.com/office/drawing/2014/main" id="{80B6B7BF-2BCB-D59F-846E-12FF3FBBF22F}"/>
                    </a:ext>
                  </a:extLst>
                </p:cNvPr>
                <p:cNvPicPr/>
                <p:nvPr/>
              </p:nvPicPr>
              <p:blipFill>
                <a:blip r:embed="rId153"/>
                <a:stretch>
                  <a:fillRect/>
                </a:stretch>
              </p:blipFill>
              <p:spPr>
                <a:xfrm>
                  <a:off x="5658093" y="3766521"/>
                  <a:ext cx="16488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3" name="Ink 72">
                  <a:extLst>
                    <a:ext uri="{FF2B5EF4-FFF2-40B4-BE49-F238E27FC236}">
                      <a16:creationId xmlns:a16="http://schemas.microsoft.com/office/drawing/2014/main" id="{747671F3-0CA0-376C-BF46-413BD1DD00F3}"/>
                    </a:ext>
                  </a:extLst>
                </p14:cNvPr>
                <p14:cNvContentPartPr/>
                <p14:nvPr/>
              </p14:nvContentPartPr>
              <p14:xfrm>
                <a:off x="5846733" y="3619281"/>
                <a:ext cx="145800" cy="254520"/>
              </p14:xfrm>
            </p:contentPart>
          </mc:Choice>
          <mc:Fallback>
            <p:pic>
              <p:nvPicPr>
                <p:cNvPr id="73" name="Ink 72">
                  <a:extLst>
                    <a:ext uri="{FF2B5EF4-FFF2-40B4-BE49-F238E27FC236}">
                      <a16:creationId xmlns:a16="http://schemas.microsoft.com/office/drawing/2014/main" id="{747671F3-0CA0-376C-BF46-413BD1DD00F3}"/>
                    </a:ext>
                  </a:extLst>
                </p:cNvPr>
                <p:cNvPicPr/>
                <p:nvPr/>
              </p:nvPicPr>
              <p:blipFill>
                <a:blip r:embed="rId155"/>
                <a:stretch>
                  <a:fillRect/>
                </a:stretch>
              </p:blipFill>
              <p:spPr>
                <a:xfrm>
                  <a:off x="5837733" y="3610641"/>
                  <a:ext cx="16344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5" name="Ink 74">
                  <a:extLst>
                    <a:ext uri="{FF2B5EF4-FFF2-40B4-BE49-F238E27FC236}">
                      <a16:creationId xmlns:a16="http://schemas.microsoft.com/office/drawing/2014/main" id="{F51F431C-5632-53FF-0DA8-04CF35D34DFC}"/>
                    </a:ext>
                  </a:extLst>
                </p14:cNvPr>
                <p14:cNvContentPartPr/>
                <p14:nvPr/>
              </p14:nvContentPartPr>
              <p14:xfrm>
                <a:off x="4933413" y="3351441"/>
                <a:ext cx="4346640" cy="254520"/>
              </p14:xfrm>
            </p:contentPart>
          </mc:Choice>
          <mc:Fallback>
            <p:pic>
              <p:nvPicPr>
                <p:cNvPr id="75" name="Ink 74">
                  <a:extLst>
                    <a:ext uri="{FF2B5EF4-FFF2-40B4-BE49-F238E27FC236}">
                      <a16:creationId xmlns:a16="http://schemas.microsoft.com/office/drawing/2014/main" id="{F51F431C-5632-53FF-0DA8-04CF35D34DFC}"/>
                    </a:ext>
                  </a:extLst>
                </p:cNvPr>
                <p:cNvPicPr/>
                <p:nvPr/>
              </p:nvPicPr>
              <p:blipFill>
                <a:blip r:embed="rId157"/>
                <a:stretch>
                  <a:fillRect/>
                </a:stretch>
              </p:blipFill>
              <p:spPr>
                <a:xfrm>
                  <a:off x="4924773" y="3342441"/>
                  <a:ext cx="436428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76" name="Ink 75">
                  <a:extLst>
                    <a:ext uri="{FF2B5EF4-FFF2-40B4-BE49-F238E27FC236}">
                      <a16:creationId xmlns:a16="http://schemas.microsoft.com/office/drawing/2014/main" id="{0AA4D612-BD9F-A5A3-E394-59C05B371C49}"/>
                    </a:ext>
                  </a:extLst>
                </p14:cNvPr>
                <p14:cNvContentPartPr/>
                <p14:nvPr/>
              </p14:nvContentPartPr>
              <p14:xfrm>
                <a:off x="9249813" y="3431001"/>
                <a:ext cx="89280" cy="230400"/>
              </p14:xfrm>
            </p:contentPart>
          </mc:Choice>
          <mc:Fallback>
            <p:pic>
              <p:nvPicPr>
                <p:cNvPr id="76" name="Ink 75">
                  <a:extLst>
                    <a:ext uri="{FF2B5EF4-FFF2-40B4-BE49-F238E27FC236}">
                      <a16:creationId xmlns:a16="http://schemas.microsoft.com/office/drawing/2014/main" id="{0AA4D612-BD9F-A5A3-E394-59C05B371C49}"/>
                    </a:ext>
                  </a:extLst>
                </p:cNvPr>
                <p:cNvPicPr/>
                <p:nvPr/>
              </p:nvPicPr>
              <p:blipFill>
                <a:blip r:embed="rId159"/>
                <a:stretch>
                  <a:fillRect/>
                </a:stretch>
              </p:blipFill>
              <p:spPr>
                <a:xfrm>
                  <a:off x="9241173" y="3422361"/>
                  <a:ext cx="10692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5" name="Ink 94">
                  <a:extLst>
                    <a:ext uri="{FF2B5EF4-FFF2-40B4-BE49-F238E27FC236}">
                      <a16:creationId xmlns:a16="http://schemas.microsoft.com/office/drawing/2014/main" id="{A90C650E-CF42-C107-258A-0277EB598E83}"/>
                    </a:ext>
                  </a:extLst>
                </p14:cNvPr>
                <p14:cNvContentPartPr/>
                <p14:nvPr/>
              </p14:nvContentPartPr>
              <p14:xfrm>
                <a:off x="5383773" y="5808081"/>
                <a:ext cx="305640" cy="24480"/>
              </p14:xfrm>
            </p:contentPart>
          </mc:Choice>
          <mc:Fallback>
            <p:pic>
              <p:nvPicPr>
                <p:cNvPr id="95" name="Ink 94">
                  <a:extLst>
                    <a:ext uri="{FF2B5EF4-FFF2-40B4-BE49-F238E27FC236}">
                      <a16:creationId xmlns:a16="http://schemas.microsoft.com/office/drawing/2014/main" id="{A90C650E-CF42-C107-258A-0277EB598E83}"/>
                    </a:ext>
                  </a:extLst>
                </p:cNvPr>
                <p:cNvPicPr/>
                <p:nvPr/>
              </p:nvPicPr>
              <p:blipFill>
                <a:blip r:embed="rId161"/>
                <a:stretch>
                  <a:fillRect/>
                </a:stretch>
              </p:blipFill>
              <p:spPr>
                <a:xfrm>
                  <a:off x="5374773" y="5799441"/>
                  <a:ext cx="32328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6" name="Ink 95">
                  <a:extLst>
                    <a:ext uri="{FF2B5EF4-FFF2-40B4-BE49-F238E27FC236}">
                      <a16:creationId xmlns:a16="http://schemas.microsoft.com/office/drawing/2014/main" id="{9DEF6081-C893-9952-62CB-8CA158C29CA1}"/>
                    </a:ext>
                  </a:extLst>
                </p14:cNvPr>
                <p14:cNvContentPartPr/>
                <p14:nvPr/>
              </p14:nvContentPartPr>
              <p14:xfrm>
                <a:off x="5402853" y="5954601"/>
                <a:ext cx="295560" cy="60120"/>
              </p14:xfrm>
            </p:contentPart>
          </mc:Choice>
          <mc:Fallback>
            <p:pic>
              <p:nvPicPr>
                <p:cNvPr id="96" name="Ink 95">
                  <a:extLst>
                    <a:ext uri="{FF2B5EF4-FFF2-40B4-BE49-F238E27FC236}">
                      <a16:creationId xmlns:a16="http://schemas.microsoft.com/office/drawing/2014/main" id="{9DEF6081-C893-9952-62CB-8CA158C29CA1}"/>
                    </a:ext>
                  </a:extLst>
                </p:cNvPr>
                <p:cNvPicPr/>
                <p:nvPr/>
              </p:nvPicPr>
              <p:blipFill>
                <a:blip r:embed="rId163"/>
                <a:stretch>
                  <a:fillRect/>
                </a:stretch>
              </p:blipFill>
              <p:spPr>
                <a:xfrm>
                  <a:off x="5393853" y="5945601"/>
                  <a:ext cx="313200" cy="77760"/>
                </a:xfrm>
                <a:prstGeom prst="rect">
                  <a:avLst/>
                </a:prstGeom>
              </p:spPr>
            </p:pic>
          </mc:Fallback>
        </mc:AlternateContent>
      </p:grpSp>
      <p:grpSp>
        <p:nvGrpSpPr>
          <p:cNvPr id="107" name="Group 106">
            <a:extLst>
              <a:ext uri="{FF2B5EF4-FFF2-40B4-BE49-F238E27FC236}">
                <a16:creationId xmlns:a16="http://schemas.microsoft.com/office/drawing/2014/main" id="{7CC60B5C-3E52-BFC3-94EF-6F24F6919A1B}"/>
              </a:ext>
            </a:extLst>
          </p:cNvPr>
          <p:cNvGrpSpPr/>
          <p:nvPr/>
        </p:nvGrpSpPr>
        <p:grpSpPr>
          <a:xfrm>
            <a:off x="749133" y="1319961"/>
            <a:ext cx="1336680" cy="764640"/>
            <a:chOff x="749133" y="1319961"/>
            <a:chExt cx="1336680" cy="764640"/>
          </a:xfrm>
        </p:grpSpPr>
        <mc:AlternateContent xmlns:mc="http://schemas.openxmlformats.org/markup-compatibility/2006">
          <mc:Choice xmlns:p14="http://schemas.microsoft.com/office/powerpoint/2010/main" Requires="p14">
            <p:contentPart p14:bwMode="auto" r:id="rId164">
              <p14:nvContentPartPr>
                <p14:cNvPr id="98" name="Ink 97">
                  <a:extLst>
                    <a:ext uri="{FF2B5EF4-FFF2-40B4-BE49-F238E27FC236}">
                      <a16:creationId xmlns:a16="http://schemas.microsoft.com/office/drawing/2014/main" id="{F32AFE56-849F-6883-1632-CE8941FD8DE4}"/>
                    </a:ext>
                  </a:extLst>
                </p14:cNvPr>
                <p14:cNvContentPartPr/>
                <p14:nvPr/>
              </p14:nvContentPartPr>
              <p14:xfrm>
                <a:off x="752733" y="1319961"/>
                <a:ext cx="252720" cy="534960"/>
              </p14:xfrm>
            </p:contentPart>
          </mc:Choice>
          <mc:Fallback>
            <p:pic>
              <p:nvPicPr>
                <p:cNvPr id="98" name="Ink 97">
                  <a:extLst>
                    <a:ext uri="{FF2B5EF4-FFF2-40B4-BE49-F238E27FC236}">
                      <a16:creationId xmlns:a16="http://schemas.microsoft.com/office/drawing/2014/main" id="{F32AFE56-849F-6883-1632-CE8941FD8DE4}"/>
                    </a:ext>
                  </a:extLst>
                </p:cNvPr>
                <p:cNvPicPr/>
                <p:nvPr/>
              </p:nvPicPr>
              <p:blipFill>
                <a:blip r:embed="rId165"/>
                <a:stretch>
                  <a:fillRect/>
                </a:stretch>
              </p:blipFill>
              <p:spPr>
                <a:xfrm>
                  <a:off x="744093" y="1311321"/>
                  <a:ext cx="270360" cy="5526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9" name="Ink 98">
                  <a:extLst>
                    <a:ext uri="{FF2B5EF4-FFF2-40B4-BE49-F238E27FC236}">
                      <a16:creationId xmlns:a16="http://schemas.microsoft.com/office/drawing/2014/main" id="{79F2451F-13D2-DF6B-8344-D5701834D5D1}"/>
                    </a:ext>
                  </a:extLst>
                </p14:cNvPr>
                <p14:cNvContentPartPr/>
                <p14:nvPr/>
              </p14:nvContentPartPr>
              <p14:xfrm>
                <a:off x="1050453" y="1599681"/>
                <a:ext cx="82440" cy="160200"/>
              </p14:xfrm>
            </p:contentPart>
          </mc:Choice>
          <mc:Fallback>
            <p:pic>
              <p:nvPicPr>
                <p:cNvPr id="99" name="Ink 98">
                  <a:extLst>
                    <a:ext uri="{FF2B5EF4-FFF2-40B4-BE49-F238E27FC236}">
                      <a16:creationId xmlns:a16="http://schemas.microsoft.com/office/drawing/2014/main" id="{79F2451F-13D2-DF6B-8344-D5701834D5D1}"/>
                    </a:ext>
                  </a:extLst>
                </p:cNvPr>
                <p:cNvPicPr/>
                <p:nvPr/>
              </p:nvPicPr>
              <p:blipFill>
                <a:blip r:embed="rId167"/>
                <a:stretch>
                  <a:fillRect/>
                </a:stretch>
              </p:blipFill>
              <p:spPr>
                <a:xfrm>
                  <a:off x="1041813" y="1591041"/>
                  <a:ext cx="10008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0" name="Ink 99">
                  <a:extLst>
                    <a:ext uri="{FF2B5EF4-FFF2-40B4-BE49-F238E27FC236}">
                      <a16:creationId xmlns:a16="http://schemas.microsoft.com/office/drawing/2014/main" id="{E09F0A29-9836-879C-3C64-C79D57E01715}"/>
                    </a:ext>
                  </a:extLst>
                </p14:cNvPr>
                <p14:cNvContentPartPr/>
                <p14:nvPr/>
              </p14:nvContentPartPr>
              <p14:xfrm>
                <a:off x="1232613" y="1564761"/>
                <a:ext cx="151920" cy="160200"/>
              </p14:xfrm>
            </p:contentPart>
          </mc:Choice>
          <mc:Fallback>
            <p:pic>
              <p:nvPicPr>
                <p:cNvPr id="100" name="Ink 99">
                  <a:extLst>
                    <a:ext uri="{FF2B5EF4-FFF2-40B4-BE49-F238E27FC236}">
                      <a16:creationId xmlns:a16="http://schemas.microsoft.com/office/drawing/2014/main" id="{E09F0A29-9836-879C-3C64-C79D57E01715}"/>
                    </a:ext>
                  </a:extLst>
                </p:cNvPr>
                <p:cNvPicPr/>
                <p:nvPr/>
              </p:nvPicPr>
              <p:blipFill>
                <a:blip r:embed="rId169"/>
                <a:stretch>
                  <a:fillRect/>
                </a:stretch>
              </p:blipFill>
              <p:spPr>
                <a:xfrm>
                  <a:off x="1223973" y="1556121"/>
                  <a:ext cx="16956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1" name="Ink 100">
                  <a:extLst>
                    <a:ext uri="{FF2B5EF4-FFF2-40B4-BE49-F238E27FC236}">
                      <a16:creationId xmlns:a16="http://schemas.microsoft.com/office/drawing/2014/main" id="{449221D4-D1C8-76B1-3B70-6AC8BE09BE2A}"/>
                    </a:ext>
                  </a:extLst>
                </p14:cNvPr>
                <p14:cNvContentPartPr/>
                <p14:nvPr/>
              </p14:nvContentPartPr>
              <p14:xfrm>
                <a:off x="1423413" y="1538841"/>
                <a:ext cx="197640" cy="128160"/>
              </p14:xfrm>
            </p:contentPart>
          </mc:Choice>
          <mc:Fallback>
            <p:pic>
              <p:nvPicPr>
                <p:cNvPr id="101" name="Ink 100">
                  <a:extLst>
                    <a:ext uri="{FF2B5EF4-FFF2-40B4-BE49-F238E27FC236}">
                      <a16:creationId xmlns:a16="http://schemas.microsoft.com/office/drawing/2014/main" id="{449221D4-D1C8-76B1-3B70-6AC8BE09BE2A}"/>
                    </a:ext>
                  </a:extLst>
                </p:cNvPr>
                <p:cNvPicPr/>
                <p:nvPr/>
              </p:nvPicPr>
              <p:blipFill>
                <a:blip r:embed="rId171"/>
                <a:stretch>
                  <a:fillRect/>
                </a:stretch>
              </p:blipFill>
              <p:spPr>
                <a:xfrm>
                  <a:off x="1414413" y="1530201"/>
                  <a:ext cx="21528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2" name="Ink 101">
                  <a:extLst>
                    <a:ext uri="{FF2B5EF4-FFF2-40B4-BE49-F238E27FC236}">
                      <a16:creationId xmlns:a16="http://schemas.microsoft.com/office/drawing/2014/main" id="{D32150EA-40F4-5EFF-A52D-3A4D4F33AA1D}"/>
                    </a:ext>
                  </a:extLst>
                </p14:cNvPr>
                <p14:cNvContentPartPr/>
                <p14:nvPr/>
              </p14:nvContentPartPr>
              <p14:xfrm>
                <a:off x="1568133" y="1379721"/>
                <a:ext cx="360" cy="3600"/>
              </p14:xfrm>
            </p:contentPart>
          </mc:Choice>
          <mc:Fallback>
            <p:pic>
              <p:nvPicPr>
                <p:cNvPr id="102" name="Ink 101">
                  <a:extLst>
                    <a:ext uri="{FF2B5EF4-FFF2-40B4-BE49-F238E27FC236}">
                      <a16:creationId xmlns:a16="http://schemas.microsoft.com/office/drawing/2014/main" id="{D32150EA-40F4-5EFF-A52D-3A4D4F33AA1D}"/>
                    </a:ext>
                  </a:extLst>
                </p:cNvPr>
                <p:cNvPicPr/>
                <p:nvPr/>
              </p:nvPicPr>
              <p:blipFill>
                <a:blip r:embed="rId173"/>
                <a:stretch>
                  <a:fillRect/>
                </a:stretch>
              </p:blipFill>
              <p:spPr>
                <a:xfrm>
                  <a:off x="1559133" y="1371081"/>
                  <a:ext cx="180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3" name="Ink 102">
                  <a:extLst>
                    <a:ext uri="{FF2B5EF4-FFF2-40B4-BE49-F238E27FC236}">
                      <a16:creationId xmlns:a16="http://schemas.microsoft.com/office/drawing/2014/main" id="{A0F23041-D393-5132-6EBE-FFF4EE7135F4}"/>
                    </a:ext>
                  </a:extLst>
                </p14:cNvPr>
                <p14:cNvContentPartPr/>
                <p14:nvPr/>
              </p14:nvContentPartPr>
              <p14:xfrm>
                <a:off x="1643373" y="1400601"/>
                <a:ext cx="65520" cy="224640"/>
              </p14:xfrm>
            </p:contentPart>
          </mc:Choice>
          <mc:Fallback>
            <p:pic>
              <p:nvPicPr>
                <p:cNvPr id="103" name="Ink 102">
                  <a:extLst>
                    <a:ext uri="{FF2B5EF4-FFF2-40B4-BE49-F238E27FC236}">
                      <a16:creationId xmlns:a16="http://schemas.microsoft.com/office/drawing/2014/main" id="{A0F23041-D393-5132-6EBE-FFF4EE7135F4}"/>
                    </a:ext>
                  </a:extLst>
                </p:cNvPr>
                <p:cNvPicPr/>
                <p:nvPr/>
              </p:nvPicPr>
              <p:blipFill>
                <a:blip r:embed="rId175"/>
                <a:stretch>
                  <a:fillRect/>
                </a:stretch>
              </p:blipFill>
              <p:spPr>
                <a:xfrm>
                  <a:off x="1634733" y="1391601"/>
                  <a:ext cx="8316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4" name="Ink 103">
                  <a:extLst>
                    <a:ext uri="{FF2B5EF4-FFF2-40B4-BE49-F238E27FC236}">
                      <a16:creationId xmlns:a16="http://schemas.microsoft.com/office/drawing/2014/main" id="{805267F7-DD82-E286-2897-721614655E9C}"/>
                    </a:ext>
                  </a:extLst>
                </p14:cNvPr>
                <p14:cNvContentPartPr/>
                <p14:nvPr/>
              </p14:nvContentPartPr>
              <p14:xfrm>
                <a:off x="1654893" y="1442721"/>
                <a:ext cx="374760" cy="387360"/>
              </p14:xfrm>
            </p:contentPart>
          </mc:Choice>
          <mc:Fallback>
            <p:pic>
              <p:nvPicPr>
                <p:cNvPr id="104" name="Ink 103">
                  <a:extLst>
                    <a:ext uri="{FF2B5EF4-FFF2-40B4-BE49-F238E27FC236}">
                      <a16:creationId xmlns:a16="http://schemas.microsoft.com/office/drawing/2014/main" id="{805267F7-DD82-E286-2897-721614655E9C}"/>
                    </a:ext>
                  </a:extLst>
                </p:cNvPr>
                <p:cNvPicPr/>
                <p:nvPr/>
              </p:nvPicPr>
              <p:blipFill>
                <a:blip r:embed="rId177"/>
                <a:stretch>
                  <a:fillRect/>
                </a:stretch>
              </p:blipFill>
              <p:spPr>
                <a:xfrm>
                  <a:off x="1646253" y="1433721"/>
                  <a:ext cx="392400" cy="4050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5" name="Ink 104">
                  <a:extLst>
                    <a:ext uri="{FF2B5EF4-FFF2-40B4-BE49-F238E27FC236}">
                      <a16:creationId xmlns:a16="http://schemas.microsoft.com/office/drawing/2014/main" id="{79F3EFAE-3139-5047-06C5-15BC12BA3330}"/>
                    </a:ext>
                  </a:extLst>
                </p14:cNvPr>
                <p14:cNvContentPartPr/>
                <p14:nvPr/>
              </p14:nvContentPartPr>
              <p14:xfrm>
                <a:off x="749133" y="1712361"/>
                <a:ext cx="1218600" cy="307800"/>
              </p14:xfrm>
            </p:contentPart>
          </mc:Choice>
          <mc:Fallback>
            <p:pic>
              <p:nvPicPr>
                <p:cNvPr id="105" name="Ink 104">
                  <a:extLst>
                    <a:ext uri="{FF2B5EF4-FFF2-40B4-BE49-F238E27FC236}">
                      <a16:creationId xmlns:a16="http://schemas.microsoft.com/office/drawing/2014/main" id="{79F3EFAE-3139-5047-06C5-15BC12BA3330}"/>
                    </a:ext>
                  </a:extLst>
                </p:cNvPr>
                <p:cNvPicPr/>
                <p:nvPr/>
              </p:nvPicPr>
              <p:blipFill>
                <a:blip r:embed="rId179"/>
                <a:stretch>
                  <a:fillRect/>
                </a:stretch>
              </p:blipFill>
              <p:spPr>
                <a:xfrm>
                  <a:off x="740133" y="1703721"/>
                  <a:ext cx="123624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6" name="Ink 105">
                  <a:extLst>
                    <a:ext uri="{FF2B5EF4-FFF2-40B4-BE49-F238E27FC236}">
                      <a16:creationId xmlns:a16="http://schemas.microsoft.com/office/drawing/2014/main" id="{78558014-BA08-BD83-8ED8-489D144BBB60}"/>
                    </a:ext>
                  </a:extLst>
                </p14:cNvPr>
                <p14:cNvContentPartPr/>
                <p14:nvPr/>
              </p14:nvContentPartPr>
              <p14:xfrm>
                <a:off x="973053" y="1817841"/>
                <a:ext cx="1112760" cy="266760"/>
              </p14:xfrm>
            </p:contentPart>
          </mc:Choice>
          <mc:Fallback>
            <p:pic>
              <p:nvPicPr>
                <p:cNvPr id="106" name="Ink 105">
                  <a:extLst>
                    <a:ext uri="{FF2B5EF4-FFF2-40B4-BE49-F238E27FC236}">
                      <a16:creationId xmlns:a16="http://schemas.microsoft.com/office/drawing/2014/main" id="{78558014-BA08-BD83-8ED8-489D144BBB60}"/>
                    </a:ext>
                  </a:extLst>
                </p:cNvPr>
                <p:cNvPicPr/>
                <p:nvPr/>
              </p:nvPicPr>
              <p:blipFill>
                <a:blip r:embed="rId181"/>
                <a:stretch>
                  <a:fillRect/>
                </a:stretch>
              </p:blipFill>
              <p:spPr>
                <a:xfrm>
                  <a:off x="964413" y="1808841"/>
                  <a:ext cx="1130400" cy="284400"/>
                </a:xfrm>
                <a:prstGeom prst="rect">
                  <a:avLst/>
                </a:prstGeom>
              </p:spPr>
            </p:pic>
          </mc:Fallback>
        </mc:AlternateContent>
      </p:grpSp>
      <p:grpSp>
        <p:nvGrpSpPr>
          <p:cNvPr id="110" name="Group 109">
            <a:extLst>
              <a:ext uri="{FF2B5EF4-FFF2-40B4-BE49-F238E27FC236}">
                <a16:creationId xmlns:a16="http://schemas.microsoft.com/office/drawing/2014/main" id="{1A43D97E-F633-CA3D-CA94-E45F505E1111}"/>
              </a:ext>
            </a:extLst>
          </p:cNvPr>
          <p:cNvGrpSpPr/>
          <p:nvPr/>
        </p:nvGrpSpPr>
        <p:grpSpPr>
          <a:xfrm>
            <a:off x="1342413" y="2315001"/>
            <a:ext cx="313200" cy="388440"/>
            <a:chOff x="1342413" y="2315001"/>
            <a:chExt cx="313200" cy="388440"/>
          </a:xfrm>
        </p:grpSpPr>
        <mc:AlternateContent xmlns:mc="http://schemas.openxmlformats.org/markup-compatibility/2006">
          <mc:Choice xmlns:p14="http://schemas.microsoft.com/office/powerpoint/2010/main" Requires="p14">
            <p:contentPart p14:bwMode="auto" r:id="rId182">
              <p14:nvContentPartPr>
                <p14:cNvPr id="108" name="Ink 107">
                  <a:extLst>
                    <a:ext uri="{FF2B5EF4-FFF2-40B4-BE49-F238E27FC236}">
                      <a16:creationId xmlns:a16="http://schemas.microsoft.com/office/drawing/2014/main" id="{A9FBFA2B-0B08-504F-5C4A-987FAE189F93}"/>
                    </a:ext>
                  </a:extLst>
                </p14:cNvPr>
                <p14:cNvContentPartPr/>
                <p14:nvPr/>
              </p14:nvContentPartPr>
              <p14:xfrm>
                <a:off x="1342413" y="2315001"/>
                <a:ext cx="305640" cy="214200"/>
              </p14:xfrm>
            </p:contentPart>
          </mc:Choice>
          <mc:Fallback>
            <p:pic>
              <p:nvPicPr>
                <p:cNvPr id="108" name="Ink 107">
                  <a:extLst>
                    <a:ext uri="{FF2B5EF4-FFF2-40B4-BE49-F238E27FC236}">
                      <a16:creationId xmlns:a16="http://schemas.microsoft.com/office/drawing/2014/main" id="{A9FBFA2B-0B08-504F-5C4A-987FAE189F93}"/>
                    </a:ext>
                  </a:extLst>
                </p:cNvPr>
                <p:cNvPicPr/>
                <p:nvPr/>
              </p:nvPicPr>
              <p:blipFill>
                <a:blip r:embed="rId183"/>
                <a:stretch>
                  <a:fillRect/>
                </a:stretch>
              </p:blipFill>
              <p:spPr>
                <a:xfrm>
                  <a:off x="1333413" y="2306001"/>
                  <a:ext cx="3232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9" name="Ink 108">
                  <a:extLst>
                    <a:ext uri="{FF2B5EF4-FFF2-40B4-BE49-F238E27FC236}">
                      <a16:creationId xmlns:a16="http://schemas.microsoft.com/office/drawing/2014/main" id="{6F5A4422-E65B-11C0-EE13-66E97C756CF1}"/>
                    </a:ext>
                  </a:extLst>
                </p14:cNvPr>
                <p14:cNvContentPartPr/>
                <p14:nvPr/>
              </p14:nvContentPartPr>
              <p14:xfrm>
                <a:off x="1427013" y="2320401"/>
                <a:ext cx="228600" cy="383040"/>
              </p14:xfrm>
            </p:contentPart>
          </mc:Choice>
          <mc:Fallback>
            <p:pic>
              <p:nvPicPr>
                <p:cNvPr id="109" name="Ink 108">
                  <a:extLst>
                    <a:ext uri="{FF2B5EF4-FFF2-40B4-BE49-F238E27FC236}">
                      <a16:creationId xmlns:a16="http://schemas.microsoft.com/office/drawing/2014/main" id="{6F5A4422-E65B-11C0-EE13-66E97C756CF1}"/>
                    </a:ext>
                  </a:extLst>
                </p:cNvPr>
                <p:cNvPicPr/>
                <p:nvPr/>
              </p:nvPicPr>
              <p:blipFill>
                <a:blip r:embed="rId185"/>
                <a:stretch>
                  <a:fillRect/>
                </a:stretch>
              </p:blipFill>
              <p:spPr>
                <a:xfrm>
                  <a:off x="1418013" y="2311761"/>
                  <a:ext cx="246240" cy="400680"/>
                </a:xfrm>
                <a:prstGeom prst="rect">
                  <a:avLst/>
                </a:prstGeom>
              </p:spPr>
            </p:pic>
          </mc:Fallback>
        </mc:AlternateContent>
      </p:grpSp>
    </p:spTree>
    <p:extLst>
      <p:ext uri="{BB962C8B-B14F-4D97-AF65-F5344CB8AC3E}">
        <p14:creationId xmlns:p14="http://schemas.microsoft.com/office/powerpoint/2010/main" val="3450874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7183E-7A27-9783-BDDE-F6A717102ED0}"/>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20" name="Ink 19">
                <a:extLst>
                  <a:ext uri="{FF2B5EF4-FFF2-40B4-BE49-F238E27FC236}">
                    <a16:creationId xmlns:a16="http://schemas.microsoft.com/office/drawing/2014/main" id="{09D5AA02-1932-E4BB-70B7-91E11ED181BA}"/>
                  </a:ext>
                </a:extLst>
              </p14:cNvPr>
              <p14:cNvContentPartPr/>
              <p14:nvPr/>
            </p14:nvContentPartPr>
            <p14:xfrm>
              <a:off x="956853" y="2303121"/>
              <a:ext cx="819360" cy="1078200"/>
            </p14:xfrm>
          </p:contentPart>
        </mc:Choice>
        <mc:Fallback>
          <p:pic>
            <p:nvPicPr>
              <p:cNvPr id="20" name="Ink 19">
                <a:extLst>
                  <a:ext uri="{FF2B5EF4-FFF2-40B4-BE49-F238E27FC236}">
                    <a16:creationId xmlns:a16="http://schemas.microsoft.com/office/drawing/2014/main" id="{09D5AA02-1932-E4BB-70B7-91E11ED181BA}"/>
                  </a:ext>
                </a:extLst>
              </p:cNvPr>
              <p:cNvPicPr/>
              <p:nvPr/>
            </p:nvPicPr>
            <p:blipFill>
              <a:blip r:embed="rId3"/>
              <a:stretch>
                <a:fillRect/>
              </a:stretch>
            </p:blipFill>
            <p:spPr>
              <a:xfrm>
                <a:off x="948213" y="2294121"/>
                <a:ext cx="837000" cy="1095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83" name="Ink 82">
                <a:extLst>
                  <a:ext uri="{FF2B5EF4-FFF2-40B4-BE49-F238E27FC236}">
                    <a16:creationId xmlns:a16="http://schemas.microsoft.com/office/drawing/2014/main" id="{369DC689-1039-346B-BD89-697EF7FC51C0}"/>
                  </a:ext>
                </a:extLst>
              </p14:cNvPr>
              <p14:cNvContentPartPr/>
              <p14:nvPr/>
            </p14:nvContentPartPr>
            <p14:xfrm>
              <a:off x="11024613" y="2814681"/>
              <a:ext cx="105480" cy="68400"/>
            </p14:xfrm>
          </p:contentPart>
        </mc:Choice>
        <mc:Fallback>
          <p:pic>
            <p:nvPicPr>
              <p:cNvPr id="83" name="Ink 82">
                <a:extLst>
                  <a:ext uri="{FF2B5EF4-FFF2-40B4-BE49-F238E27FC236}">
                    <a16:creationId xmlns:a16="http://schemas.microsoft.com/office/drawing/2014/main" id="{369DC689-1039-346B-BD89-697EF7FC51C0}"/>
                  </a:ext>
                </a:extLst>
              </p:cNvPr>
              <p:cNvPicPr/>
              <p:nvPr/>
            </p:nvPicPr>
            <p:blipFill>
              <a:blip r:embed="rId5"/>
              <a:stretch>
                <a:fillRect/>
              </a:stretch>
            </p:blipFill>
            <p:spPr>
              <a:xfrm>
                <a:off x="11015973" y="2806041"/>
                <a:ext cx="12312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80" name="Ink 179">
                <a:extLst>
                  <a:ext uri="{FF2B5EF4-FFF2-40B4-BE49-F238E27FC236}">
                    <a16:creationId xmlns:a16="http://schemas.microsoft.com/office/drawing/2014/main" id="{F4D99B2A-5427-07D6-63E4-8968D7BE5E3E}"/>
                  </a:ext>
                </a:extLst>
              </p14:cNvPr>
              <p14:cNvContentPartPr/>
              <p14:nvPr/>
            </p14:nvContentPartPr>
            <p14:xfrm>
              <a:off x="8070093" y="5227041"/>
              <a:ext cx="4258080" cy="1675440"/>
            </p14:xfrm>
          </p:contentPart>
        </mc:Choice>
        <mc:Fallback>
          <p:pic>
            <p:nvPicPr>
              <p:cNvPr id="180" name="Ink 179">
                <a:extLst>
                  <a:ext uri="{FF2B5EF4-FFF2-40B4-BE49-F238E27FC236}">
                    <a16:creationId xmlns:a16="http://schemas.microsoft.com/office/drawing/2014/main" id="{F4D99B2A-5427-07D6-63E4-8968D7BE5E3E}"/>
                  </a:ext>
                </a:extLst>
              </p:cNvPr>
              <p:cNvPicPr/>
              <p:nvPr/>
            </p:nvPicPr>
            <p:blipFill>
              <a:blip r:embed="rId7"/>
              <a:stretch>
                <a:fillRect/>
              </a:stretch>
            </p:blipFill>
            <p:spPr>
              <a:xfrm>
                <a:off x="8061453" y="5218041"/>
                <a:ext cx="4275720" cy="1693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37" name="Ink 236">
                <a:extLst>
                  <a:ext uri="{FF2B5EF4-FFF2-40B4-BE49-F238E27FC236}">
                    <a16:creationId xmlns:a16="http://schemas.microsoft.com/office/drawing/2014/main" id="{952BB3AF-BEB9-0FDD-B513-2BE0CD55AFDC}"/>
                  </a:ext>
                </a:extLst>
              </p14:cNvPr>
              <p14:cNvContentPartPr/>
              <p14:nvPr/>
            </p14:nvContentPartPr>
            <p14:xfrm>
              <a:off x="11447253" y="2464925"/>
              <a:ext cx="393840" cy="64080"/>
            </p14:xfrm>
          </p:contentPart>
        </mc:Choice>
        <mc:Fallback>
          <p:pic>
            <p:nvPicPr>
              <p:cNvPr id="237" name="Ink 236">
                <a:extLst>
                  <a:ext uri="{FF2B5EF4-FFF2-40B4-BE49-F238E27FC236}">
                    <a16:creationId xmlns:a16="http://schemas.microsoft.com/office/drawing/2014/main" id="{952BB3AF-BEB9-0FDD-B513-2BE0CD55AFDC}"/>
                  </a:ext>
                </a:extLst>
              </p:cNvPr>
              <p:cNvPicPr/>
              <p:nvPr/>
            </p:nvPicPr>
            <p:blipFill>
              <a:blip r:embed="rId9"/>
              <a:stretch>
                <a:fillRect/>
              </a:stretch>
            </p:blipFill>
            <p:spPr>
              <a:xfrm>
                <a:off x="11438613" y="2456285"/>
                <a:ext cx="411480" cy="81720"/>
              </a:xfrm>
              <a:prstGeom prst="rect">
                <a:avLst/>
              </a:prstGeom>
            </p:spPr>
          </p:pic>
        </mc:Fallback>
      </mc:AlternateContent>
      <p:grpSp>
        <p:nvGrpSpPr>
          <p:cNvPr id="259" name="Group 258">
            <a:extLst>
              <a:ext uri="{FF2B5EF4-FFF2-40B4-BE49-F238E27FC236}">
                <a16:creationId xmlns:a16="http://schemas.microsoft.com/office/drawing/2014/main" id="{8D558330-940A-4E26-F16F-3160ABE19313}"/>
              </a:ext>
            </a:extLst>
          </p:cNvPr>
          <p:cNvGrpSpPr/>
          <p:nvPr/>
        </p:nvGrpSpPr>
        <p:grpSpPr>
          <a:xfrm>
            <a:off x="676773" y="1118525"/>
            <a:ext cx="11396520" cy="5411716"/>
            <a:chOff x="676773" y="1118525"/>
            <a:chExt cx="11396520" cy="5411716"/>
          </a:xfrm>
        </p:grpSpPr>
        <mc:AlternateContent xmlns:mc="http://schemas.openxmlformats.org/markup-compatibility/2006">
          <mc:Choice xmlns:p14="http://schemas.microsoft.com/office/powerpoint/2010/main" Requires="p14">
            <p:contentPart p14:bwMode="auto" r:id="rId10">
              <p14:nvContentPartPr>
                <p14:cNvPr id="128" name="Ink 127">
                  <a:extLst>
                    <a:ext uri="{FF2B5EF4-FFF2-40B4-BE49-F238E27FC236}">
                      <a16:creationId xmlns:a16="http://schemas.microsoft.com/office/drawing/2014/main" id="{D6939D3E-6536-FCD9-E522-CD883E8FFF4B}"/>
                    </a:ext>
                  </a:extLst>
                </p14:cNvPr>
                <p14:cNvContentPartPr/>
                <p14:nvPr/>
              </p14:nvContentPartPr>
              <p14:xfrm>
                <a:off x="4740093" y="5379321"/>
                <a:ext cx="191520" cy="210960"/>
              </p14:xfrm>
            </p:contentPart>
          </mc:Choice>
          <mc:Fallback>
            <p:pic>
              <p:nvPicPr>
                <p:cNvPr id="128" name="Ink 127">
                  <a:extLst>
                    <a:ext uri="{FF2B5EF4-FFF2-40B4-BE49-F238E27FC236}">
                      <a16:creationId xmlns:a16="http://schemas.microsoft.com/office/drawing/2014/main" id="{D6939D3E-6536-FCD9-E522-CD883E8FFF4B}"/>
                    </a:ext>
                  </a:extLst>
                </p:cNvPr>
                <p:cNvPicPr/>
                <p:nvPr/>
              </p:nvPicPr>
              <p:blipFill>
                <a:blip r:embed="rId11"/>
                <a:stretch>
                  <a:fillRect/>
                </a:stretch>
              </p:blipFill>
              <p:spPr>
                <a:xfrm>
                  <a:off x="4731453" y="5370681"/>
                  <a:ext cx="20916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9" name="Ink 128">
                  <a:extLst>
                    <a:ext uri="{FF2B5EF4-FFF2-40B4-BE49-F238E27FC236}">
                      <a16:creationId xmlns:a16="http://schemas.microsoft.com/office/drawing/2014/main" id="{503C0C56-9203-02A3-825F-020507CBFEB0}"/>
                    </a:ext>
                  </a:extLst>
                </p14:cNvPr>
                <p14:cNvContentPartPr/>
                <p14:nvPr/>
              </p14:nvContentPartPr>
              <p14:xfrm>
                <a:off x="5010813" y="5413161"/>
                <a:ext cx="117000" cy="172080"/>
              </p14:xfrm>
            </p:contentPart>
          </mc:Choice>
          <mc:Fallback>
            <p:pic>
              <p:nvPicPr>
                <p:cNvPr id="129" name="Ink 128">
                  <a:extLst>
                    <a:ext uri="{FF2B5EF4-FFF2-40B4-BE49-F238E27FC236}">
                      <a16:creationId xmlns:a16="http://schemas.microsoft.com/office/drawing/2014/main" id="{503C0C56-9203-02A3-825F-020507CBFEB0}"/>
                    </a:ext>
                  </a:extLst>
                </p:cNvPr>
                <p:cNvPicPr/>
                <p:nvPr/>
              </p:nvPicPr>
              <p:blipFill>
                <a:blip r:embed="rId13"/>
                <a:stretch>
                  <a:fillRect/>
                </a:stretch>
              </p:blipFill>
              <p:spPr>
                <a:xfrm>
                  <a:off x="5001813" y="5404521"/>
                  <a:ext cx="13464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0" name="Ink 129">
                  <a:extLst>
                    <a:ext uri="{FF2B5EF4-FFF2-40B4-BE49-F238E27FC236}">
                      <a16:creationId xmlns:a16="http://schemas.microsoft.com/office/drawing/2014/main" id="{735173A3-40ED-3B93-962E-FFE93F91E22C}"/>
                    </a:ext>
                  </a:extLst>
                </p14:cNvPr>
                <p14:cNvContentPartPr/>
                <p14:nvPr/>
              </p14:nvContentPartPr>
              <p14:xfrm>
                <a:off x="5176773" y="5414601"/>
                <a:ext cx="151920" cy="159840"/>
              </p14:xfrm>
            </p:contentPart>
          </mc:Choice>
          <mc:Fallback>
            <p:pic>
              <p:nvPicPr>
                <p:cNvPr id="130" name="Ink 129">
                  <a:extLst>
                    <a:ext uri="{FF2B5EF4-FFF2-40B4-BE49-F238E27FC236}">
                      <a16:creationId xmlns:a16="http://schemas.microsoft.com/office/drawing/2014/main" id="{735173A3-40ED-3B93-962E-FFE93F91E22C}"/>
                    </a:ext>
                  </a:extLst>
                </p:cNvPr>
                <p:cNvPicPr/>
                <p:nvPr/>
              </p:nvPicPr>
              <p:blipFill>
                <a:blip r:embed="rId15"/>
                <a:stretch>
                  <a:fillRect/>
                </a:stretch>
              </p:blipFill>
              <p:spPr>
                <a:xfrm>
                  <a:off x="5168133" y="5405601"/>
                  <a:ext cx="16956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1" name="Ink 130">
                  <a:extLst>
                    <a:ext uri="{FF2B5EF4-FFF2-40B4-BE49-F238E27FC236}">
                      <a16:creationId xmlns:a16="http://schemas.microsoft.com/office/drawing/2014/main" id="{944040DE-C661-F119-DF4B-10C3A45CD4B7}"/>
                    </a:ext>
                  </a:extLst>
                </p14:cNvPr>
                <p14:cNvContentPartPr/>
                <p14:nvPr/>
              </p14:nvContentPartPr>
              <p14:xfrm>
                <a:off x="5358933" y="5412081"/>
                <a:ext cx="104760" cy="149760"/>
              </p14:xfrm>
            </p:contentPart>
          </mc:Choice>
          <mc:Fallback>
            <p:pic>
              <p:nvPicPr>
                <p:cNvPr id="131" name="Ink 130">
                  <a:extLst>
                    <a:ext uri="{FF2B5EF4-FFF2-40B4-BE49-F238E27FC236}">
                      <a16:creationId xmlns:a16="http://schemas.microsoft.com/office/drawing/2014/main" id="{944040DE-C661-F119-DF4B-10C3A45CD4B7}"/>
                    </a:ext>
                  </a:extLst>
                </p:cNvPr>
                <p:cNvPicPr/>
                <p:nvPr/>
              </p:nvPicPr>
              <p:blipFill>
                <a:blip r:embed="rId17"/>
                <a:stretch>
                  <a:fillRect/>
                </a:stretch>
              </p:blipFill>
              <p:spPr>
                <a:xfrm>
                  <a:off x="5350293" y="5403441"/>
                  <a:ext cx="1224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2" name="Ink 131">
                  <a:extLst>
                    <a:ext uri="{FF2B5EF4-FFF2-40B4-BE49-F238E27FC236}">
                      <a16:creationId xmlns:a16="http://schemas.microsoft.com/office/drawing/2014/main" id="{EA5A76DC-F567-C336-6646-C85C0C8EFDEF}"/>
                    </a:ext>
                  </a:extLst>
                </p14:cNvPr>
                <p14:cNvContentPartPr/>
                <p14:nvPr/>
              </p14:nvContentPartPr>
              <p14:xfrm>
                <a:off x="5497173" y="5323521"/>
                <a:ext cx="157320" cy="347400"/>
              </p14:xfrm>
            </p:contentPart>
          </mc:Choice>
          <mc:Fallback>
            <p:pic>
              <p:nvPicPr>
                <p:cNvPr id="132" name="Ink 131">
                  <a:extLst>
                    <a:ext uri="{FF2B5EF4-FFF2-40B4-BE49-F238E27FC236}">
                      <a16:creationId xmlns:a16="http://schemas.microsoft.com/office/drawing/2014/main" id="{EA5A76DC-F567-C336-6646-C85C0C8EFDEF}"/>
                    </a:ext>
                  </a:extLst>
                </p:cNvPr>
                <p:cNvPicPr/>
                <p:nvPr/>
              </p:nvPicPr>
              <p:blipFill>
                <a:blip r:embed="rId19"/>
                <a:stretch>
                  <a:fillRect/>
                </a:stretch>
              </p:blipFill>
              <p:spPr>
                <a:xfrm>
                  <a:off x="5488533" y="5314881"/>
                  <a:ext cx="17496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3" name="Ink 132">
                  <a:extLst>
                    <a:ext uri="{FF2B5EF4-FFF2-40B4-BE49-F238E27FC236}">
                      <a16:creationId xmlns:a16="http://schemas.microsoft.com/office/drawing/2014/main" id="{46302277-6635-B64A-2936-086DEB537769}"/>
                    </a:ext>
                  </a:extLst>
                </p14:cNvPr>
                <p14:cNvContentPartPr/>
                <p14:nvPr/>
              </p14:nvContentPartPr>
              <p14:xfrm>
                <a:off x="5739093" y="5409561"/>
                <a:ext cx="162720" cy="264240"/>
              </p14:xfrm>
            </p:contentPart>
          </mc:Choice>
          <mc:Fallback>
            <p:pic>
              <p:nvPicPr>
                <p:cNvPr id="133" name="Ink 132">
                  <a:extLst>
                    <a:ext uri="{FF2B5EF4-FFF2-40B4-BE49-F238E27FC236}">
                      <a16:creationId xmlns:a16="http://schemas.microsoft.com/office/drawing/2014/main" id="{46302277-6635-B64A-2936-086DEB537769}"/>
                    </a:ext>
                  </a:extLst>
                </p:cNvPr>
                <p:cNvPicPr/>
                <p:nvPr/>
              </p:nvPicPr>
              <p:blipFill>
                <a:blip r:embed="rId21"/>
                <a:stretch>
                  <a:fillRect/>
                </a:stretch>
              </p:blipFill>
              <p:spPr>
                <a:xfrm>
                  <a:off x="5730093" y="5400921"/>
                  <a:ext cx="18036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4" name="Ink 133">
                  <a:extLst>
                    <a:ext uri="{FF2B5EF4-FFF2-40B4-BE49-F238E27FC236}">
                      <a16:creationId xmlns:a16="http://schemas.microsoft.com/office/drawing/2014/main" id="{BA87BC99-8BA9-DC78-6F8D-BC0E68381C62}"/>
                    </a:ext>
                  </a:extLst>
                </p14:cNvPr>
                <p14:cNvContentPartPr/>
                <p14:nvPr/>
              </p14:nvContentPartPr>
              <p14:xfrm>
                <a:off x="5942133" y="5444481"/>
                <a:ext cx="154800" cy="157680"/>
              </p14:xfrm>
            </p:contentPart>
          </mc:Choice>
          <mc:Fallback>
            <p:pic>
              <p:nvPicPr>
                <p:cNvPr id="134" name="Ink 133">
                  <a:extLst>
                    <a:ext uri="{FF2B5EF4-FFF2-40B4-BE49-F238E27FC236}">
                      <a16:creationId xmlns:a16="http://schemas.microsoft.com/office/drawing/2014/main" id="{BA87BC99-8BA9-DC78-6F8D-BC0E68381C62}"/>
                    </a:ext>
                  </a:extLst>
                </p:cNvPr>
                <p:cNvPicPr/>
                <p:nvPr/>
              </p:nvPicPr>
              <p:blipFill>
                <a:blip r:embed="rId23"/>
                <a:stretch>
                  <a:fillRect/>
                </a:stretch>
              </p:blipFill>
              <p:spPr>
                <a:xfrm>
                  <a:off x="5933493" y="5435841"/>
                  <a:ext cx="17244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5" name="Ink 134">
                  <a:extLst>
                    <a:ext uri="{FF2B5EF4-FFF2-40B4-BE49-F238E27FC236}">
                      <a16:creationId xmlns:a16="http://schemas.microsoft.com/office/drawing/2014/main" id="{B348B006-C74E-5D1E-8F06-827CBAA7AD5B}"/>
                    </a:ext>
                  </a:extLst>
                </p14:cNvPr>
                <p14:cNvContentPartPr/>
                <p14:nvPr/>
              </p14:nvContentPartPr>
              <p14:xfrm>
                <a:off x="6158133" y="5468241"/>
                <a:ext cx="64080" cy="141120"/>
              </p14:xfrm>
            </p:contentPart>
          </mc:Choice>
          <mc:Fallback>
            <p:pic>
              <p:nvPicPr>
                <p:cNvPr id="135" name="Ink 134">
                  <a:extLst>
                    <a:ext uri="{FF2B5EF4-FFF2-40B4-BE49-F238E27FC236}">
                      <a16:creationId xmlns:a16="http://schemas.microsoft.com/office/drawing/2014/main" id="{B348B006-C74E-5D1E-8F06-827CBAA7AD5B}"/>
                    </a:ext>
                  </a:extLst>
                </p:cNvPr>
                <p:cNvPicPr/>
                <p:nvPr/>
              </p:nvPicPr>
              <p:blipFill>
                <a:blip r:embed="rId25"/>
                <a:stretch>
                  <a:fillRect/>
                </a:stretch>
              </p:blipFill>
              <p:spPr>
                <a:xfrm>
                  <a:off x="6149493" y="5459601"/>
                  <a:ext cx="817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36" name="Ink 135">
                  <a:extLst>
                    <a:ext uri="{FF2B5EF4-FFF2-40B4-BE49-F238E27FC236}">
                      <a16:creationId xmlns:a16="http://schemas.microsoft.com/office/drawing/2014/main" id="{EEF0882B-33A7-D95B-29B9-8688C7446609}"/>
                    </a:ext>
                  </a:extLst>
                </p14:cNvPr>
                <p14:cNvContentPartPr/>
                <p14:nvPr/>
              </p14:nvContentPartPr>
              <p14:xfrm>
                <a:off x="6238413" y="5489121"/>
                <a:ext cx="79200" cy="132840"/>
              </p14:xfrm>
            </p:contentPart>
          </mc:Choice>
          <mc:Fallback>
            <p:pic>
              <p:nvPicPr>
                <p:cNvPr id="136" name="Ink 135">
                  <a:extLst>
                    <a:ext uri="{FF2B5EF4-FFF2-40B4-BE49-F238E27FC236}">
                      <a16:creationId xmlns:a16="http://schemas.microsoft.com/office/drawing/2014/main" id="{EEF0882B-33A7-D95B-29B9-8688C7446609}"/>
                    </a:ext>
                  </a:extLst>
                </p:cNvPr>
                <p:cNvPicPr/>
                <p:nvPr/>
              </p:nvPicPr>
              <p:blipFill>
                <a:blip r:embed="rId27"/>
                <a:stretch>
                  <a:fillRect/>
                </a:stretch>
              </p:blipFill>
              <p:spPr>
                <a:xfrm>
                  <a:off x="6229413" y="5480121"/>
                  <a:ext cx="9684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37" name="Ink 136">
                  <a:extLst>
                    <a:ext uri="{FF2B5EF4-FFF2-40B4-BE49-F238E27FC236}">
                      <a16:creationId xmlns:a16="http://schemas.microsoft.com/office/drawing/2014/main" id="{BAB05ABA-F6E7-4052-9DF8-85BA77E6D3EF}"/>
                    </a:ext>
                  </a:extLst>
                </p14:cNvPr>
                <p14:cNvContentPartPr/>
                <p14:nvPr/>
              </p14:nvContentPartPr>
              <p14:xfrm>
                <a:off x="6240933" y="5472561"/>
                <a:ext cx="224280" cy="204840"/>
              </p14:xfrm>
            </p:contentPart>
          </mc:Choice>
          <mc:Fallback>
            <p:pic>
              <p:nvPicPr>
                <p:cNvPr id="137" name="Ink 136">
                  <a:extLst>
                    <a:ext uri="{FF2B5EF4-FFF2-40B4-BE49-F238E27FC236}">
                      <a16:creationId xmlns:a16="http://schemas.microsoft.com/office/drawing/2014/main" id="{BAB05ABA-F6E7-4052-9DF8-85BA77E6D3EF}"/>
                    </a:ext>
                  </a:extLst>
                </p:cNvPr>
                <p:cNvPicPr/>
                <p:nvPr/>
              </p:nvPicPr>
              <p:blipFill>
                <a:blip r:embed="rId29"/>
                <a:stretch>
                  <a:fillRect/>
                </a:stretch>
              </p:blipFill>
              <p:spPr>
                <a:xfrm>
                  <a:off x="6232293" y="5463561"/>
                  <a:ext cx="24192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38" name="Ink 137">
                  <a:extLst>
                    <a:ext uri="{FF2B5EF4-FFF2-40B4-BE49-F238E27FC236}">
                      <a16:creationId xmlns:a16="http://schemas.microsoft.com/office/drawing/2014/main" id="{9A4525FD-1E26-080C-D537-D9E3E33AC919}"/>
                    </a:ext>
                  </a:extLst>
                </p14:cNvPr>
                <p14:cNvContentPartPr/>
                <p14:nvPr/>
              </p14:nvContentPartPr>
              <p14:xfrm>
                <a:off x="4405293" y="5335761"/>
                <a:ext cx="224640" cy="308160"/>
              </p14:xfrm>
            </p:contentPart>
          </mc:Choice>
          <mc:Fallback>
            <p:pic>
              <p:nvPicPr>
                <p:cNvPr id="138" name="Ink 137">
                  <a:extLst>
                    <a:ext uri="{FF2B5EF4-FFF2-40B4-BE49-F238E27FC236}">
                      <a16:creationId xmlns:a16="http://schemas.microsoft.com/office/drawing/2014/main" id="{9A4525FD-1E26-080C-D537-D9E3E33AC919}"/>
                    </a:ext>
                  </a:extLst>
                </p:cNvPr>
                <p:cNvPicPr/>
                <p:nvPr/>
              </p:nvPicPr>
              <p:blipFill>
                <a:blip r:embed="rId31"/>
                <a:stretch>
                  <a:fillRect/>
                </a:stretch>
              </p:blipFill>
              <p:spPr>
                <a:xfrm>
                  <a:off x="4396293" y="5326761"/>
                  <a:ext cx="24228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40" name="Ink 139">
                  <a:extLst>
                    <a:ext uri="{FF2B5EF4-FFF2-40B4-BE49-F238E27FC236}">
                      <a16:creationId xmlns:a16="http://schemas.microsoft.com/office/drawing/2014/main" id="{BA3C5063-7620-7927-0B80-73C8FB941EEA}"/>
                    </a:ext>
                  </a:extLst>
                </p14:cNvPr>
                <p14:cNvContentPartPr/>
                <p14:nvPr/>
              </p14:nvContentPartPr>
              <p14:xfrm>
                <a:off x="7148493" y="5462841"/>
                <a:ext cx="2331360" cy="47520"/>
              </p14:xfrm>
            </p:contentPart>
          </mc:Choice>
          <mc:Fallback>
            <p:pic>
              <p:nvPicPr>
                <p:cNvPr id="140" name="Ink 139">
                  <a:extLst>
                    <a:ext uri="{FF2B5EF4-FFF2-40B4-BE49-F238E27FC236}">
                      <a16:creationId xmlns:a16="http://schemas.microsoft.com/office/drawing/2014/main" id="{BA3C5063-7620-7927-0B80-73C8FB941EEA}"/>
                    </a:ext>
                  </a:extLst>
                </p:cNvPr>
                <p:cNvPicPr/>
                <p:nvPr/>
              </p:nvPicPr>
              <p:blipFill>
                <a:blip r:embed="rId33"/>
                <a:stretch>
                  <a:fillRect/>
                </a:stretch>
              </p:blipFill>
              <p:spPr>
                <a:xfrm>
                  <a:off x="7139853" y="5453841"/>
                  <a:ext cx="234900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41" name="Ink 140">
                  <a:extLst>
                    <a:ext uri="{FF2B5EF4-FFF2-40B4-BE49-F238E27FC236}">
                      <a16:creationId xmlns:a16="http://schemas.microsoft.com/office/drawing/2014/main" id="{3A9F4F7A-BBA5-BEA9-BEBC-B408DDFEF1AB}"/>
                    </a:ext>
                  </a:extLst>
                </p14:cNvPr>
                <p14:cNvContentPartPr/>
                <p14:nvPr/>
              </p14:nvContentPartPr>
              <p14:xfrm>
                <a:off x="7106373" y="5356281"/>
                <a:ext cx="110880" cy="239040"/>
              </p14:xfrm>
            </p:contentPart>
          </mc:Choice>
          <mc:Fallback>
            <p:pic>
              <p:nvPicPr>
                <p:cNvPr id="141" name="Ink 140">
                  <a:extLst>
                    <a:ext uri="{FF2B5EF4-FFF2-40B4-BE49-F238E27FC236}">
                      <a16:creationId xmlns:a16="http://schemas.microsoft.com/office/drawing/2014/main" id="{3A9F4F7A-BBA5-BEA9-BEBC-B408DDFEF1AB}"/>
                    </a:ext>
                  </a:extLst>
                </p:cNvPr>
                <p:cNvPicPr/>
                <p:nvPr/>
              </p:nvPicPr>
              <p:blipFill>
                <a:blip r:embed="rId35"/>
                <a:stretch>
                  <a:fillRect/>
                </a:stretch>
              </p:blipFill>
              <p:spPr>
                <a:xfrm>
                  <a:off x="7097373" y="5347281"/>
                  <a:ext cx="12852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451CB2B2-68B1-5FE6-6333-28C75DA5B1CE}"/>
                    </a:ext>
                  </a:extLst>
                </p14:cNvPr>
                <p14:cNvContentPartPr/>
                <p14:nvPr/>
              </p14:nvContentPartPr>
              <p14:xfrm>
                <a:off x="8426133" y="2689041"/>
                <a:ext cx="122760" cy="1184400"/>
              </p14:xfrm>
            </p:contentPart>
          </mc:Choice>
          <mc:Fallback>
            <p:pic>
              <p:nvPicPr>
                <p:cNvPr id="22" name="Ink 21">
                  <a:extLst>
                    <a:ext uri="{FF2B5EF4-FFF2-40B4-BE49-F238E27FC236}">
                      <a16:creationId xmlns:a16="http://schemas.microsoft.com/office/drawing/2014/main" id="{451CB2B2-68B1-5FE6-6333-28C75DA5B1CE}"/>
                    </a:ext>
                  </a:extLst>
                </p:cNvPr>
                <p:cNvPicPr/>
                <p:nvPr/>
              </p:nvPicPr>
              <p:blipFill>
                <a:blip r:embed="rId37"/>
                <a:stretch>
                  <a:fillRect/>
                </a:stretch>
              </p:blipFill>
              <p:spPr>
                <a:xfrm>
                  <a:off x="8417493" y="2680041"/>
                  <a:ext cx="140400" cy="1202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322F5305-1B31-C428-9684-AE0463441689}"/>
                    </a:ext>
                  </a:extLst>
                </p14:cNvPr>
                <p14:cNvContentPartPr/>
                <p14:nvPr/>
              </p14:nvContentPartPr>
              <p14:xfrm>
                <a:off x="8513253" y="3321921"/>
                <a:ext cx="1375560" cy="99360"/>
              </p14:xfrm>
            </p:contentPart>
          </mc:Choice>
          <mc:Fallback>
            <p:pic>
              <p:nvPicPr>
                <p:cNvPr id="23" name="Ink 22">
                  <a:extLst>
                    <a:ext uri="{FF2B5EF4-FFF2-40B4-BE49-F238E27FC236}">
                      <a16:creationId xmlns:a16="http://schemas.microsoft.com/office/drawing/2014/main" id="{322F5305-1B31-C428-9684-AE0463441689}"/>
                    </a:ext>
                  </a:extLst>
                </p:cNvPr>
                <p:cNvPicPr/>
                <p:nvPr/>
              </p:nvPicPr>
              <p:blipFill>
                <a:blip r:embed="rId39"/>
                <a:stretch>
                  <a:fillRect/>
                </a:stretch>
              </p:blipFill>
              <p:spPr>
                <a:xfrm>
                  <a:off x="8504253" y="3312921"/>
                  <a:ext cx="139320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383C71A1-F5A5-592D-B539-EDB5DD1CEDD7}"/>
                    </a:ext>
                  </a:extLst>
                </p14:cNvPr>
                <p14:cNvContentPartPr/>
                <p14:nvPr/>
              </p14:nvContentPartPr>
              <p14:xfrm>
                <a:off x="9317493" y="2731521"/>
                <a:ext cx="120240" cy="729360"/>
              </p14:xfrm>
            </p:contentPart>
          </mc:Choice>
          <mc:Fallback>
            <p:pic>
              <p:nvPicPr>
                <p:cNvPr id="24" name="Ink 23">
                  <a:extLst>
                    <a:ext uri="{FF2B5EF4-FFF2-40B4-BE49-F238E27FC236}">
                      <a16:creationId xmlns:a16="http://schemas.microsoft.com/office/drawing/2014/main" id="{383C71A1-F5A5-592D-B539-EDB5DD1CEDD7}"/>
                    </a:ext>
                  </a:extLst>
                </p:cNvPr>
                <p:cNvPicPr/>
                <p:nvPr/>
              </p:nvPicPr>
              <p:blipFill>
                <a:blip r:embed="rId41"/>
                <a:stretch>
                  <a:fillRect/>
                </a:stretch>
              </p:blipFill>
              <p:spPr>
                <a:xfrm>
                  <a:off x="9308853" y="2722881"/>
                  <a:ext cx="137880" cy="747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0D3992FB-4A05-0293-C4FD-88D0979029D3}"/>
                    </a:ext>
                  </a:extLst>
                </p14:cNvPr>
                <p14:cNvContentPartPr/>
                <p14:nvPr/>
              </p14:nvContentPartPr>
              <p14:xfrm>
                <a:off x="9381213" y="3425961"/>
                <a:ext cx="55440" cy="698760"/>
              </p14:xfrm>
            </p:contentPart>
          </mc:Choice>
          <mc:Fallback>
            <p:pic>
              <p:nvPicPr>
                <p:cNvPr id="25" name="Ink 24">
                  <a:extLst>
                    <a:ext uri="{FF2B5EF4-FFF2-40B4-BE49-F238E27FC236}">
                      <a16:creationId xmlns:a16="http://schemas.microsoft.com/office/drawing/2014/main" id="{0D3992FB-4A05-0293-C4FD-88D0979029D3}"/>
                    </a:ext>
                  </a:extLst>
                </p:cNvPr>
                <p:cNvPicPr/>
                <p:nvPr/>
              </p:nvPicPr>
              <p:blipFill>
                <a:blip r:embed="rId43"/>
                <a:stretch>
                  <a:fillRect/>
                </a:stretch>
              </p:blipFill>
              <p:spPr>
                <a:xfrm>
                  <a:off x="9372573" y="3416961"/>
                  <a:ext cx="7308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E40FB8BA-8DB4-7E0D-F83D-3CB9AB3188AB}"/>
                    </a:ext>
                  </a:extLst>
                </p14:cNvPr>
                <p14:cNvContentPartPr/>
                <p14:nvPr/>
              </p14:nvContentPartPr>
              <p14:xfrm>
                <a:off x="9861453" y="3385641"/>
                <a:ext cx="814320" cy="23760"/>
              </p14:xfrm>
            </p:contentPart>
          </mc:Choice>
          <mc:Fallback>
            <p:pic>
              <p:nvPicPr>
                <p:cNvPr id="26" name="Ink 25">
                  <a:extLst>
                    <a:ext uri="{FF2B5EF4-FFF2-40B4-BE49-F238E27FC236}">
                      <a16:creationId xmlns:a16="http://schemas.microsoft.com/office/drawing/2014/main" id="{E40FB8BA-8DB4-7E0D-F83D-3CB9AB3188AB}"/>
                    </a:ext>
                  </a:extLst>
                </p:cNvPr>
                <p:cNvPicPr/>
                <p:nvPr/>
              </p:nvPicPr>
              <p:blipFill>
                <a:blip r:embed="rId45"/>
                <a:stretch>
                  <a:fillRect/>
                </a:stretch>
              </p:blipFill>
              <p:spPr>
                <a:xfrm>
                  <a:off x="9852813" y="3376641"/>
                  <a:ext cx="83196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7195982B-2ABB-0604-8407-3A0D6DA7D85C}"/>
                    </a:ext>
                  </a:extLst>
                </p14:cNvPr>
                <p14:cNvContentPartPr/>
                <p14:nvPr/>
              </p14:nvContentPartPr>
              <p14:xfrm>
                <a:off x="10283733" y="3014121"/>
                <a:ext cx="47160" cy="472680"/>
              </p14:xfrm>
            </p:contentPart>
          </mc:Choice>
          <mc:Fallback>
            <p:pic>
              <p:nvPicPr>
                <p:cNvPr id="27" name="Ink 26">
                  <a:extLst>
                    <a:ext uri="{FF2B5EF4-FFF2-40B4-BE49-F238E27FC236}">
                      <a16:creationId xmlns:a16="http://schemas.microsoft.com/office/drawing/2014/main" id="{7195982B-2ABB-0604-8407-3A0D6DA7D85C}"/>
                    </a:ext>
                  </a:extLst>
                </p:cNvPr>
                <p:cNvPicPr/>
                <p:nvPr/>
              </p:nvPicPr>
              <p:blipFill>
                <a:blip r:embed="rId47"/>
                <a:stretch>
                  <a:fillRect/>
                </a:stretch>
              </p:blipFill>
              <p:spPr>
                <a:xfrm>
                  <a:off x="10275093" y="3005121"/>
                  <a:ext cx="64800" cy="490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68E18D04-4CAD-891F-A150-51C82F1BF9A3}"/>
                    </a:ext>
                  </a:extLst>
                </p14:cNvPr>
                <p14:cNvContentPartPr/>
                <p14:nvPr/>
              </p14:nvContentPartPr>
              <p14:xfrm>
                <a:off x="10342053" y="3558801"/>
                <a:ext cx="97920" cy="506160"/>
              </p14:xfrm>
            </p:contentPart>
          </mc:Choice>
          <mc:Fallback>
            <p:pic>
              <p:nvPicPr>
                <p:cNvPr id="28" name="Ink 27">
                  <a:extLst>
                    <a:ext uri="{FF2B5EF4-FFF2-40B4-BE49-F238E27FC236}">
                      <a16:creationId xmlns:a16="http://schemas.microsoft.com/office/drawing/2014/main" id="{68E18D04-4CAD-891F-A150-51C82F1BF9A3}"/>
                    </a:ext>
                  </a:extLst>
                </p:cNvPr>
                <p:cNvPicPr/>
                <p:nvPr/>
              </p:nvPicPr>
              <p:blipFill>
                <a:blip r:embed="rId49"/>
                <a:stretch>
                  <a:fillRect/>
                </a:stretch>
              </p:blipFill>
              <p:spPr>
                <a:xfrm>
                  <a:off x="10333053" y="3549801"/>
                  <a:ext cx="115560" cy="523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80B08667-F4C3-CEAC-C725-074D63EE30CA}"/>
                    </a:ext>
                  </a:extLst>
                </p14:cNvPr>
                <p14:cNvContentPartPr/>
                <p14:nvPr/>
              </p14:nvContentPartPr>
              <p14:xfrm>
                <a:off x="9686493" y="1850241"/>
                <a:ext cx="1566360" cy="1019880"/>
              </p14:xfrm>
            </p:contentPart>
          </mc:Choice>
          <mc:Fallback>
            <p:pic>
              <p:nvPicPr>
                <p:cNvPr id="29" name="Ink 28">
                  <a:extLst>
                    <a:ext uri="{FF2B5EF4-FFF2-40B4-BE49-F238E27FC236}">
                      <a16:creationId xmlns:a16="http://schemas.microsoft.com/office/drawing/2014/main" id="{80B08667-F4C3-CEAC-C725-074D63EE30CA}"/>
                    </a:ext>
                  </a:extLst>
                </p:cNvPr>
                <p:cNvPicPr/>
                <p:nvPr/>
              </p:nvPicPr>
              <p:blipFill>
                <a:blip r:embed="rId51"/>
                <a:stretch>
                  <a:fillRect/>
                </a:stretch>
              </p:blipFill>
              <p:spPr>
                <a:xfrm>
                  <a:off x="9677493" y="1841241"/>
                  <a:ext cx="1584000" cy="10375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57D1FC31-369A-39E1-9D1E-BA62C5464328}"/>
                    </a:ext>
                  </a:extLst>
                </p14:cNvPr>
                <p14:cNvContentPartPr/>
                <p14:nvPr/>
              </p14:nvContentPartPr>
              <p14:xfrm>
                <a:off x="8454573" y="1778241"/>
                <a:ext cx="1011960" cy="664920"/>
              </p14:xfrm>
            </p:contentPart>
          </mc:Choice>
          <mc:Fallback>
            <p:pic>
              <p:nvPicPr>
                <p:cNvPr id="30" name="Ink 29">
                  <a:extLst>
                    <a:ext uri="{FF2B5EF4-FFF2-40B4-BE49-F238E27FC236}">
                      <a16:creationId xmlns:a16="http://schemas.microsoft.com/office/drawing/2014/main" id="{57D1FC31-369A-39E1-9D1E-BA62C5464328}"/>
                    </a:ext>
                  </a:extLst>
                </p:cNvPr>
                <p:cNvPicPr/>
                <p:nvPr/>
              </p:nvPicPr>
              <p:blipFill>
                <a:blip r:embed="rId53"/>
                <a:stretch>
                  <a:fillRect/>
                </a:stretch>
              </p:blipFill>
              <p:spPr>
                <a:xfrm>
                  <a:off x="8445573" y="1769601"/>
                  <a:ext cx="1029600" cy="6825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D22B35D9-3AC4-6D9C-5DF1-31D41C56B76C}"/>
                    </a:ext>
                  </a:extLst>
                </p14:cNvPr>
                <p14:cNvContentPartPr/>
                <p14:nvPr/>
              </p14:nvContentPartPr>
              <p14:xfrm>
                <a:off x="9012573" y="4190241"/>
                <a:ext cx="93240" cy="554760"/>
              </p14:xfrm>
            </p:contentPart>
          </mc:Choice>
          <mc:Fallback>
            <p:pic>
              <p:nvPicPr>
                <p:cNvPr id="31" name="Ink 30">
                  <a:extLst>
                    <a:ext uri="{FF2B5EF4-FFF2-40B4-BE49-F238E27FC236}">
                      <a16:creationId xmlns:a16="http://schemas.microsoft.com/office/drawing/2014/main" id="{D22B35D9-3AC4-6D9C-5DF1-31D41C56B76C}"/>
                    </a:ext>
                  </a:extLst>
                </p:cNvPr>
                <p:cNvPicPr/>
                <p:nvPr/>
              </p:nvPicPr>
              <p:blipFill>
                <a:blip r:embed="rId55"/>
                <a:stretch>
                  <a:fillRect/>
                </a:stretch>
              </p:blipFill>
              <p:spPr>
                <a:xfrm>
                  <a:off x="9003933" y="4181241"/>
                  <a:ext cx="110880" cy="572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9C90AB55-7D6F-00F6-EAD3-EA717CB6ADFC}"/>
                    </a:ext>
                  </a:extLst>
                </p14:cNvPr>
                <p14:cNvContentPartPr/>
                <p14:nvPr/>
              </p14:nvContentPartPr>
              <p14:xfrm>
                <a:off x="9066573" y="4149201"/>
                <a:ext cx="1355760" cy="729360"/>
              </p14:xfrm>
            </p:contentPart>
          </mc:Choice>
          <mc:Fallback>
            <p:pic>
              <p:nvPicPr>
                <p:cNvPr id="32" name="Ink 31">
                  <a:extLst>
                    <a:ext uri="{FF2B5EF4-FFF2-40B4-BE49-F238E27FC236}">
                      <a16:creationId xmlns:a16="http://schemas.microsoft.com/office/drawing/2014/main" id="{9C90AB55-7D6F-00F6-EAD3-EA717CB6ADFC}"/>
                    </a:ext>
                  </a:extLst>
                </p:cNvPr>
                <p:cNvPicPr/>
                <p:nvPr/>
              </p:nvPicPr>
              <p:blipFill>
                <a:blip r:embed="rId57"/>
                <a:stretch>
                  <a:fillRect/>
                </a:stretch>
              </p:blipFill>
              <p:spPr>
                <a:xfrm>
                  <a:off x="9057933" y="4140201"/>
                  <a:ext cx="1373400" cy="747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FEB1D92C-43DF-8F31-CB74-5109C0041444}"/>
                    </a:ext>
                  </a:extLst>
                </p14:cNvPr>
                <p14:cNvContentPartPr/>
                <p14:nvPr/>
              </p14:nvContentPartPr>
              <p14:xfrm>
                <a:off x="10897533" y="4404081"/>
                <a:ext cx="37440" cy="366840"/>
              </p14:xfrm>
            </p:contentPart>
          </mc:Choice>
          <mc:Fallback>
            <p:pic>
              <p:nvPicPr>
                <p:cNvPr id="33" name="Ink 32">
                  <a:extLst>
                    <a:ext uri="{FF2B5EF4-FFF2-40B4-BE49-F238E27FC236}">
                      <a16:creationId xmlns:a16="http://schemas.microsoft.com/office/drawing/2014/main" id="{FEB1D92C-43DF-8F31-CB74-5109C0041444}"/>
                    </a:ext>
                  </a:extLst>
                </p:cNvPr>
                <p:cNvPicPr/>
                <p:nvPr/>
              </p:nvPicPr>
              <p:blipFill>
                <a:blip r:embed="rId59"/>
                <a:stretch>
                  <a:fillRect/>
                </a:stretch>
              </p:blipFill>
              <p:spPr>
                <a:xfrm>
                  <a:off x="10888533" y="4395081"/>
                  <a:ext cx="5508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EFB04D58-FD92-D014-B4D4-5EF543841644}"/>
                    </a:ext>
                  </a:extLst>
                </p14:cNvPr>
                <p14:cNvContentPartPr/>
                <p14:nvPr/>
              </p14:nvContentPartPr>
              <p14:xfrm>
                <a:off x="10938933" y="4146321"/>
                <a:ext cx="793080" cy="641520"/>
              </p14:xfrm>
            </p:contentPart>
          </mc:Choice>
          <mc:Fallback>
            <p:pic>
              <p:nvPicPr>
                <p:cNvPr id="34" name="Ink 33">
                  <a:extLst>
                    <a:ext uri="{FF2B5EF4-FFF2-40B4-BE49-F238E27FC236}">
                      <a16:creationId xmlns:a16="http://schemas.microsoft.com/office/drawing/2014/main" id="{EFB04D58-FD92-D014-B4D4-5EF543841644}"/>
                    </a:ext>
                  </a:extLst>
                </p:cNvPr>
                <p:cNvPicPr/>
                <p:nvPr/>
              </p:nvPicPr>
              <p:blipFill>
                <a:blip r:embed="rId61"/>
                <a:stretch>
                  <a:fillRect/>
                </a:stretch>
              </p:blipFill>
              <p:spPr>
                <a:xfrm>
                  <a:off x="10929933" y="4137681"/>
                  <a:ext cx="810720" cy="6591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7" name="Ink 66">
                  <a:extLst>
                    <a:ext uri="{FF2B5EF4-FFF2-40B4-BE49-F238E27FC236}">
                      <a16:creationId xmlns:a16="http://schemas.microsoft.com/office/drawing/2014/main" id="{6311D609-6D36-FC20-6507-309A8FDA58CA}"/>
                    </a:ext>
                  </a:extLst>
                </p14:cNvPr>
                <p14:cNvContentPartPr/>
                <p14:nvPr/>
              </p14:nvContentPartPr>
              <p14:xfrm>
                <a:off x="9110493" y="3617121"/>
                <a:ext cx="143640" cy="126000"/>
              </p14:xfrm>
            </p:contentPart>
          </mc:Choice>
          <mc:Fallback>
            <p:pic>
              <p:nvPicPr>
                <p:cNvPr id="67" name="Ink 66">
                  <a:extLst>
                    <a:ext uri="{FF2B5EF4-FFF2-40B4-BE49-F238E27FC236}">
                      <a16:creationId xmlns:a16="http://schemas.microsoft.com/office/drawing/2014/main" id="{6311D609-6D36-FC20-6507-309A8FDA58CA}"/>
                    </a:ext>
                  </a:extLst>
                </p:cNvPr>
                <p:cNvPicPr/>
                <p:nvPr/>
              </p:nvPicPr>
              <p:blipFill>
                <a:blip r:embed="rId63"/>
                <a:stretch>
                  <a:fillRect/>
                </a:stretch>
              </p:blipFill>
              <p:spPr>
                <a:xfrm>
                  <a:off x="9101493" y="3608121"/>
                  <a:ext cx="16128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8" name="Ink 67">
                  <a:extLst>
                    <a:ext uri="{FF2B5EF4-FFF2-40B4-BE49-F238E27FC236}">
                      <a16:creationId xmlns:a16="http://schemas.microsoft.com/office/drawing/2014/main" id="{80CC301A-194B-632B-2094-84B7859627CF}"/>
                    </a:ext>
                  </a:extLst>
                </p14:cNvPr>
                <p14:cNvContentPartPr/>
                <p14:nvPr/>
              </p14:nvContentPartPr>
              <p14:xfrm>
                <a:off x="9092133" y="3721161"/>
                <a:ext cx="115560" cy="157680"/>
              </p14:xfrm>
            </p:contentPart>
          </mc:Choice>
          <mc:Fallback>
            <p:pic>
              <p:nvPicPr>
                <p:cNvPr id="68" name="Ink 67">
                  <a:extLst>
                    <a:ext uri="{FF2B5EF4-FFF2-40B4-BE49-F238E27FC236}">
                      <a16:creationId xmlns:a16="http://schemas.microsoft.com/office/drawing/2014/main" id="{80CC301A-194B-632B-2094-84B7859627CF}"/>
                    </a:ext>
                  </a:extLst>
                </p:cNvPr>
                <p:cNvPicPr/>
                <p:nvPr/>
              </p:nvPicPr>
              <p:blipFill>
                <a:blip r:embed="rId65"/>
                <a:stretch>
                  <a:fillRect/>
                </a:stretch>
              </p:blipFill>
              <p:spPr>
                <a:xfrm>
                  <a:off x="9083133" y="3712161"/>
                  <a:ext cx="1332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9" name="Ink 68">
                  <a:extLst>
                    <a:ext uri="{FF2B5EF4-FFF2-40B4-BE49-F238E27FC236}">
                      <a16:creationId xmlns:a16="http://schemas.microsoft.com/office/drawing/2014/main" id="{E7DC82B1-C3BF-72D2-55B1-823479087AE0}"/>
                    </a:ext>
                  </a:extLst>
                </p14:cNvPr>
                <p14:cNvContentPartPr/>
                <p14:nvPr/>
              </p14:nvContentPartPr>
              <p14:xfrm>
                <a:off x="9311373" y="3634401"/>
                <a:ext cx="162720" cy="295920"/>
              </p14:xfrm>
            </p:contentPart>
          </mc:Choice>
          <mc:Fallback>
            <p:pic>
              <p:nvPicPr>
                <p:cNvPr id="69" name="Ink 68">
                  <a:extLst>
                    <a:ext uri="{FF2B5EF4-FFF2-40B4-BE49-F238E27FC236}">
                      <a16:creationId xmlns:a16="http://schemas.microsoft.com/office/drawing/2014/main" id="{E7DC82B1-C3BF-72D2-55B1-823479087AE0}"/>
                    </a:ext>
                  </a:extLst>
                </p:cNvPr>
                <p:cNvPicPr/>
                <p:nvPr/>
              </p:nvPicPr>
              <p:blipFill>
                <a:blip r:embed="rId67"/>
                <a:stretch>
                  <a:fillRect/>
                </a:stretch>
              </p:blipFill>
              <p:spPr>
                <a:xfrm>
                  <a:off x="9302373" y="3625401"/>
                  <a:ext cx="18036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9" name="Ink 78">
                  <a:extLst>
                    <a:ext uri="{FF2B5EF4-FFF2-40B4-BE49-F238E27FC236}">
                      <a16:creationId xmlns:a16="http://schemas.microsoft.com/office/drawing/2014/main" id="{AA849F8E-D77F-5E8B-0C86-8890E24EFECD}"/>
                    </a:ext>
                  </a:extLst>
                </p14:cNvPr>
                <p14:cNvContentPartPr/>
                <p14:nvPr/>
              </p14:nvContentPartPr>
              <p14:xfrm>
                <a:off x="9006813" y="3508401"/>
                <a:ext cx="389520" cy="480960"/>
              </p14:xfrm>
            </p:contentPart>
          </mc:Choice>
          <mc:Fallback>
            <p:pic>
              <p:nvPicPr>
                <p:cNvPr id="79" name="Ink 78">
                  <a:extLst>
                    <a:ext uri="{FF2B5EF4-FFF2-40B4-BE49-F238E27FC236}">
                      <a16:creationId xmlns:a16="http://schemas.microsoft.com/office/drawing/2014/main" id="{AA849F8E-D77F-5E8B-0C86-8890E24EFECD}"/>
                    </a:ext>
                  </a:extLst>
                </p:cNvPr>
                <p:cNvPicPr/>
                <p:nvPr/>
              </p:nvPicPr>
              <p:blipFill>
                <a:blip r:embed="rId69"/>
                <a:stretch>
                  <a:fillRect/>
                </a:stretch>
              </p:blipFill>
              <p:spPr>
                <a:xfrm>
                  <a:off x="8998173" y="3499761"/>
                  <a:ext cx="407160" cy="498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80" name="Ink 79">
                  <a:extLst>
                    <a:ext uri="{FF2B5EF4-FFF2-40B4-BE49-F238E27FC236}">
                      <a16:creationId xmlns:a16="http://schemas.microsoft.com/office/drawing/2014/main" id="{E0C0C9E5-ED68-A3EB-5B13-A2D35D94651C}"/>
                    </a:ext>
                  </a:extLst>
                </p14:cNvPr>
                <p14:cNvContentPartPr/>
                <p14:nvPr/>
              </p14:nvContentPartPr>
              <p14:xfrm>
                <a:off x="9334773" y="3078921"/>
                <a:ext cx="1715400" cy="587160"/>
              </p14:xfrm>
            </p:contentPart>
          </mc:Choice>
          <mc:Fallback>
            <p:pic>
              <p:nvPicPr>
                <p:cNvPr id="80" name="Ink 79">
                  <a:extLst>
                    <a:ext uri="{FF2B5EF4-FFF2-40B4-BE49-F238E27FC236}">
                      <a16:creationId xmlns:a16="http://schemas.microsoft.com/office/drawing/2014/main" id="{E0C0C9E5-ED68-A3EB-5B13-A2D35D94651C}"/>
                    </a:ext>
                  </a:extLst>
                </p:cNvPr>
                <p:cNvPicPr/>
                <p:nvPr/>
              </p:nvPicPr>
              <p:blipFill>
                <a:blip r:embed="rId71"/>
                <a:stretch>
                  <a:fillRect/>
                </a:stretch>
              </p:blipFill>
              <p:spPr>
                <a:xfrm>
                  <a:off x="9325773" y="3069921"/>
                  <a:ext cx="1733040" cy="604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81" name="Ink 80">
                  <a:extLst>
                    <a:ext uri="{FF2B5EF4-FFF2-40B4-BE49-F238E27FC236}">
                      <a16:creationId xmlns:a16="http://schemas.microsoft.com/office/drawing/2014/main" id="{7FBB8DD2-4409-FF24-4479-36A797338311}"/>
                    </a:ext>
                  </a:extLst>
                </p14:cNvPr>
                <p14:cNvContentPartPr/>
                <p14:nvPr/>
              </p14:nvContentPartPr>
              <p14:xfrm>
                <a:off x="10937493" y="2866161"/>
                <a:ext cx="304200" cy="168120"/>
              </p14:xfrm>
            </p:contentPart>
          </mc:Choice>
          <mc:Fallback>
            <p:pic>
              <p:nvPicPr>
                <p:cNvPr id="81" name="Ink 80">
                  <a:extLst>
                    <a:ext uri="{FF2B5EF4-FFF2-40B4-BE49-F238E27FC236}">
                      <a16:creationId xmlns:a16="http://schemas.microsoft.com/office/drawing/2014/main" id="{7FBB8DD2-4409-FF24-4479-36A797338311}"/>
                    </a:ext>
                  </a:extLst>
                </p:cNvPr>
                <p:cNvPicPr/>
                <p:nvPr/>
              </p:nvPicPr>
              <p:blipFill>
                <a:blip r:embed="rId73"/>
                <a:stretch>
                  <a:fillRect/>
                </a:stretch>
              </p:blipFill>
              <p:spPr>
                <a:xfrm>
                  <a:off x="10928493" y="2857521"/>
                  <a:ext cx="3218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5" name="Ink 84">
                  <a:extLst>
                    <a:ext uri="{FF2B5EF4-FFF2-40B4-BE49-F238E27FC236}">
                      <a16:creationId xmlns:a16="http://schemas.microsoft.com/office/drawing/2014/main" id="{74A9966D-EC3B-4FC7-DBE9-3F23AF98BB6B}"/>
                    </a:ext>
                  </a:extLst>
                </p14:cNvPr>
                <p14:cNvContentPartPr/>
                <p14:nvPr/>
              </p14:nvContentPartPr>
              <p14:xfrm>
                <a:off x="9745173" y="1591401"/>
                <a:ext cx="35280" cy="185400"/>
              </p14:xfrm>
            </p:contentPart>
          </mc:Choice>
          <mc:Fallback>
            <p:pic>
              <p:nvPicPr>
                <p:cNvPr id="85" name="Ink 84">
                  <a:extLst>
                    <a:ext uri="{FF2B5EF4-FFF2-40B4-BE49-F238E27FC236}">
                      <a16:creationId xmlns:a16="http://schemas.microsoft.com/office/drawing/2014/main" id="{74A9966D-EC3B-4FC7-DBE9-3F23AF98BB6B}"/>
                    </a:ext>
                  </a:extLst>
                </p:cNvPr>
                <p:cNvPicPr/>
                <p:nvPr/>
              </p:nvPicPr>
              <p:blipFill>
                <a:blip r:embed="rId75"/>
                <a:stretch>
                  <a:fillRect/>
                </a:stretch>
              </p:blipFill>
              <p:spPr>
                <a:xfrm>
                  <a:off x="9736533" y="1582761"/>
                  <a:ext cx="5292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6" name="Ink 85">
                  <a:extLst>
                    <a:ext uri="{FF2B5EF4-FFF2-40B4-BE49-F238E27FC236}">
                      <a16:creationId xmlns:a16="http://schemas.microsoft.com/office/drawing/2014/main" id="{5399E849-CC69-E75A-F5EF-56C1C1DE6562}"/>
                    </a:ext>
                  </a:extLst>
                </p14:cNvPr>
                <p14:cNvContentPartPr/>
                <p14:nvPr/>
              </p14:nvContentPartPr>
              <p14:xfrm>
                <a:off x="9780453" y="1511481"/>
                <a:ext cx="87480" cy="260280"/>
              </p14:xfrm>
            </p:contentPart>
          </mc:Choice>
          <mc:Fallback>
            <p:pic>
              <p:nvPicPr>
                <p:cNvPr id="86" name="Ink 85">
                  <a:extLst>
                    <a:ext uri="{FF2B5EF4-FFF2-40B4-BE49-F238E27FC236}">
                      <a16:creationId xmlns:a16="http://schemas.microsoft.com/office/drawing/2014/main" id="{5399E849-CC69-E75A-F5EF-56C1C1DE6562}"/>
                    </a:ext>
                  </a:extLst>
                </p:cNvPr>
                <p:cNvPicPr/>
                <p:nvPr/>
              </p:nvPicPr>
              <p:blipFill>
                <a:blip r:embed="rId77"/>
                <a:stretch>
                  <a:fillRect/>
                </a:stretch>
              </p:blipFill>
              <p:spPr>
                <a:xfrm>
                  <a:off x="9771813" y="1502841"/>
                  <a:ext cx="10512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7" name="Ink 86">
                  <a:extLst>
                    <a:ext uri="{FF2B5EF4-FFF2-40B4-BE49-F238E27FC236}">
                      <a16:creationId xmlns:a16="http://schemas.microsoft.com/office/drawing/2014/main" id="{D14BB4C9-B438-64E7-52D8-E94AA089C2C8}"/>
                    </a:ext>
                  </a:extLst>
                </p14:cNvPr>
                <p14:cNvContentPartPr/>
                <p14:nvPr/>
              </p14:nvContentPartPr>
              <p14:xfrm>
                <a:off x="9745893" y="1655481"/>
                <a:ext cx="110880" cy="5400"/>
              </p14:xfrm>
            </p:contentPart>
          </mc:Choice>
          <mc:Fallback>
            <p:pic>
              <p:nvPicPr>
                <p:cNvPr id="87" name="Ink 86">
                  <a:extLst>
                    <a:ext uri="{FF2B5EF4-FFF2-40B4-BE49-F238E27FC236}">
                      <a16:creationId xmlns:a16="http://schemas.microsoft.com/office/drawing/2014/main" id="{D14BB4C9-B438-64E7-52D8-E94AA089C2C8}"/>
                    </a:ext>
                  </a:extLst>
                </p:cNvPr>
                <p:cNvPicPr/>
                <p:nvPr/>
              </p:nvPicPr>
              <p:blipFill>
                <a:blip r:embed="rId79"/>
                <a:stretch>
                  <a:fillRect/>
                </a:stretch>
              </p:blipFill>
              <p:spPr>
                <a:xfrm>
                  <a:off x="9736893" y="1646841"/>
                  <a:ext cx="1285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8" name="Ink 87">
                  <a:extLst>
                    <a:ext uri="{FF2B5EF4-FFF2-40B4-BE49-F238E27FC236}">
                      <a16:creationId xmlns:a16="http://schemas.microsoft.com/office/drawing/2014/main" id="{4DCB4610-B36F-8801-1812-CED2755EB270}"/>
                    </a:ext>
                  </a:extLst>
                </p14:cNvPr>
                <p14:cNvContentPartPr/>
                <p14:nvPr/>
              </p14:nvContentPartPr>
              <p14:xfrm>
                <a:off x="9901413" y="1643241"/>
                <a:ext cx="146880" cy="144360"/>
              </p14:xfrm>
            </p:contentPart>
          </mc:Choice>
          <mc:Fallback>
            <p:pic>
              <p:nvPicPr>
                <p:cNvPr id="88" name="Ink 87">
                  <a:extLst>
                    <a:ext uri="{FF2B5EF4-FFF2-40B4-BE49-F238E27FC236}">
                      <a16:creationId xmlns:a16="http://schemas.microsoft.com/office/drawing/2014/main" id="{4DCB4610-B36F-8801-1812-CED2755EB270}"/>
                    </a:ext>
                  </a:extLst>
                </p:cNvPr>
                <p:cNvPicPr/>
                <p:nvPr/>
              </p:nvPicPr>
              <p:blipFill>
                <a:blip r:embed="rId81"/>
                <a:stretch>
                  <a:fillRect/>
                </a:stretch>
              </p:blipFill>
              <p:spPr>
                <a:xfrm>
                  <a:off x="9892413" y="1634601"/>
                  <a:ext cx="16452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9" name="Ink 88">
                  <a:extLst>
                    <a:ext uri="{FF2B5EF4-FFF2-40B4-BE49-F238E27FC236}">
                      <a16:creationId xmlns:a16="http://schemas.microsoft.com/office/drawing/2014/main" id="{9CAFE02E-8E8B-AEDB-F3EF-488288910E72}"/>
                    </a:ext>
                  </a:extLst>
                </p14:cNvPr>
                <p14:cNvContentPartPr/>
                <p14:nvPr/>
              </p14:nvContentPartPr>
              <p14:xfrm>
                <a:off x="10126773" y="1562601"/>
                <a:ext cx="7200" cy="241560"/>
              </p14:xfrm>
            </p:contentPart>
          </mc:Choice>
          <mc:Fallback>
            <p:pic>
              <p:nvPicPr>
                <p:cNvPr id="89" name="Ink 88">
                  <a:extLst>
                    <a:ext uri="{FF2B5EF4-FFF2-40B4-BE49-F238E27FC236}">
                      <a16:creationId xmlns:a16="http://schemas.microsoft.com/office/drawing/2014/main" id="{9CAFE02E-8E8B-AEDB-F3EF-488288910E72}"/>
                    </a:ext>
                  </a:extLst>
                </p:cNvPr>
                <p:cNvPicPr/>
                <p:nvPr/>
              </p:nvPicPr>
              <p:blipFill>
                <a:blip r:embed="rId83"/>
                <a:stretch>
                  <a:fillRect/>
                </a:stretch>
              </p:blipFill>
              <p:spPr>
                <a:xfrm>
                  <a:off x="10118133" y="1553601"/>
                  <a:ext cx="2484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90" name="Ink 89">
                  <a:extLst>
                    <a:ext uri="{FF2B5EF4-FFF2-40B4-BE49-F238E27FC236}">
                      <a16:creationId xmlns:a16="http://schemas.microsoft.com/office/drawing/2014/main" id="{C79B9655-8E55-23AD-1873-7FDB3EC61229}"/>
                    </a:ext>
                  </a:extLst>
                </p14:cNvPr>
                <p14:cNvContentPartPr/>
                <p14:nvPr/>
              </p14:nvContentPartPr>
              <p14:xfrm>
                <a:off x="10116333" y="1621641"/>
                <a:ext cx="212760" cy="164520"/>
              </p14:xfrm>
            </p:contentPart>
          </mc:Choice>
          <mc:Fallback>
            <p:pic>
              <p:nvPicPr>
                <p:cNvPr id="90" name="Ink 89">
                  <a:extLst>
                    <a:ext uri="{FF2B5EF4-FFF2-40B4-BE49-F238E27FC236}">
                      <a16:creationId xmlns:a16="http://schemas.microsoft.com/office/drawing/2014/main" id="{C79B9655-8E55-23AD-1873-7FDB3EC61229}"/>
                    </a:ext>
                  </a:extLst>
                </p:cNvPr>
                <p:cNvPicPr/>
                <p:nvPr/>
              </p:nvPicPr>
              <p:blipFill>
                <a:blip r:embed="rId85"/>
                <a:stretch>
                  <a:fillRect/>
                </a:stretch>
              </p:blipFill>
              <p:spPr>
                <a:xfrm>
                  <a:off x="10107333" y="1613001"/>
                  <a:ext cx="2304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91" name="Ink 90">
                  <a:extLst>
                    <a:ext uri="{FF2B5EF4-FFF2-40B4-BE49-F238E27FC236}">
                      <a16:creationId xmlns:a16="http://schemas.microsoft.com/office/drawing/2014/main" id="{F456D64B-D19D-A5FA-5B43-C2FC3B46E2F1}"/>
                    </a:ext>
                  </a:extLst>
                </p14:cNvPr>
                <p14:cNvContentPartPr/>
                <p14:nvPr/>
              </p14:nvContentPartPr>
              <p14:xfrm>
                <a:off x="10372653" y="1682121"/>
                <a:ext cx="92520" cy="95760"/>
              </p14:xfrm>
            </p:contentPart>
          </mc:Choice>
          <mc:Fallback>
            <p:pic>
              <p:nvPicPr>
                <p:cNvPr id="91" name="Ink 90">
                  <a:extLst>
                    <a:ext uri="{FF2B5EF4-FFF2-40B4-BE49-F238E27FC236}">
                      <a16:creationId xmlns:a16="http://schemas.microsoft.com/office/drawing/2014/main" id="{F456D64B-D19D-A5FA-5B43-C2FC3B46E2F1}"/>
                    </a:ext>
                  </a:extLst>
                </p:cNvPr>
                <p:cNvPicPr/>
                <p:nvPr/>
              </p:nvPicPr>
              <p:blipFill>
                <a:blip r:embed="rId87"/>
                <a:stretch>
                  <a:fillRect/>
                </a:stretch>
              </p:blipFill>
              <p:spPr>
                <a:xfrm>
                  <a:off x="10363653" y="1673121"/>
                  <a:ext cx="11016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92" name="Ink 91">
                  <a:extLst>
                    <a:ext uri="{FF2B5EF4-FFF2-40B4-BE49-F238E27FC236}">
                      <a16:creationId xmlns:a16="http://schemas.microsoft.com/office/drawing/2014/main" id="{94DA314E-B115-AA44-1E75-A973952E8DD4}"/>
                    </a:ext>
                  </a:extLst>
                </p14:cNvPr>
                <p14:cNvContentPartPr/>
                <p14:nvPr/>
              </p14:nvContentPartPr>
              <p14:xfrm>
                <a:off x="10480653" y="1674921"/>
                <a:ext cx="141840" cy="112680"/>
              </p14:xfrm>
            </p:contentPart>
          </mc:Choice>
          <mc:Fallback>
            <p:pic>
              <p:nvPicPr>
                <p:cNvPr id="92" name="Ink 91">
                  <a:extLst>
                    <a:ext uri="{FF2B5EF4-FFF2-40B4-BE49-F238E27FC236}">
                      <a16:creationId xmlns:a16="http://schemas.microsoft.com/office/drawing/2014/main" id="{94DA314E-B115-AA44-1E75-A973952E8DD4}"/>
                    </a:ext>
                  </a:extLst>
                </p:cNvPr>
                <p:cNvPicPr/>
                <p:nvPr/>
              </p:nvPicPr>
              <p:blipFill>
                <a:blip r:embed="rId89"/>
                <a:stretch>
                  <a:fillRect/>
                </a:stretch>
              </p:blipFill>
              <p:spPr>
                <a:xfrm>
                  <a:off x="10472013" y="1665921"/>
                  <a:ext cx="15948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93" name="Ink 92">
                  <a:extLst>
                    <a:ext uri="{FF2B5EF4-FFF2-40B4-BE49-F238E27FC236}">
                      <a16:creationId xmlns:a16="http://schemas.microsoft.com/office/drawing/2014/main" id="{5E42A2E5-0E19-F4A9-2EAC-941ED10A80EB}"/>
                    </a:ext>
                  </a:extLst>
                </p14:cNvPr>
                <p14:cNvContentPartPr/>
                <p14:nvPr/>
              </p14:nvContentPartPr>
              <p14:xfrm>
                <a:off x="10616013" y="1578081"/>
                <a:ext cx="15480" cy="13680"/>
              </p14:xfrm>
            </p:contentPart>
          </mc:Choice>
          <mc:Fallback>
            <p:pic>
              <p:nvPicPr>
                <p:cNvPr id="93" name="Ink 92">
                  <a:extLst>
                    <a:ext uri="{FF2B5EF4-FFF2-40B4-BE49-F238E27FC236}">
                      <a16:creationId xmlns:a16="http://schemas.microsoft.com/office/drawing/2014/main" id="{5E42A2E5-0E19-F4A9-2EAC-941ED10A80EB}"/>
                    </a:ext>
                  </a:extLst>
                </p:cNvPr>
                <p:cNvPicPr/>
                <p:nvPr/>
              </p:nvPicPr>
              <p:blipFill>
                <a:blip r:embed="rId91"/>
                <a:stretch>
                  <a:fillRect/>
                </a:stretch>
              </p:blipFill>
              <p:spPr>
                <a:xfrm>
                  <a:off x="10607013" y="1569441"/>
                  <a:ext cx="331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5" name="Ink 94">
                  <a:extLst>
                    <a:ext uri="{FF2B5EF4-FFF2-40B4-BE49-F238E27FC236}">
                      <a16:creationId xmlns:a16="http://schemas.microsoft.com/office/drawing/2014/main" id="{95CC7574-AD23-0C60-386C-B5CB245E6E76}"/>
                    </a:ext>
                  </a:extLst>
                </p14:cNvPr>
                <p14:cNvContentPartPr/>
                <p14:nvPr/>
              </p14:nvContentPartPr>
              <p14:xfrm>
                <a:off x="10680093" y="1672401"/>
                <a:ext cx="119520" cy="133920"/>
              </p14:xfrm>
            </p:contentPart>
          </mc:Choice>
          <mc:Fallback>
            <p:pic>
              <p:nvPicPr>
                <p:cNvPr id="95" name="Ink 94">
                  <a:extLst>
                    <a:ext uri="{FF2B5EF4-FFF2-40B4-BE49-F238E27FC236}">
                      <a16:creationId xmlns:a16="http://schemas.microsoft.com/office/drawing/2014/main" id="{95CC7574-AD23-0C60-386C-B5CB245E6E76}"/>
                    </a:ext>
                  </a:extLst>
                </p:cNvPr>
                <p:cNvPicPr/>
                <p:nvPr/>
              </p:nvPicPr>
              <p:blipFill>
                <a:blip r:embed="rId93"/>
                <a:stretch>
                  <a:fillRect/>
                </a:stretch>
              </p:blipFill>
              <p:spPr>
                <a:xfrm>
                  <a:off x="10671093" y="1663401"/>
                  <a:ext cx="1371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6" name="Ink 95">
                  <a:extLst>
                    <a:ext uri="{FF2B5EF4-FFF2-40B4-BE49-F238E27FC236}">
                      <a16:creationId xmlns:a16="http://schemas.microsoft.com/office/drawing/2014/main" id="{A36F3C5E-6698-87CD-C5E7-70829621C4A8}"/>
                    </a:ext>
                  </a:extLst>
                </p14:cNvPr>
                <p14:cNvContentPartPr/>
                <p14:nvPr/>
              </p14:nvContentPartPr>
              <p14:xfrm>
                <a:off x="10727253" y="1628481"/>
                <a:ext cx="379800" cy="176760"/>
              </p14:xfrm>
            </p:contentPart>
          </mc:Choice>
          <mc:Fallback>
            <p:pic>
              <p:nvPicPr>
                <p:cNvPr id="96" name="Ink 95">
                  <a:extLst>
                    <a:ext uri="{FF2B5EF4-FFF2-40B4-BE49-F238E27FC236}">
                      <a16:creationId xmlns:a16="http://schemas.microsoft.com/office/drawing/2014/main" id="{A36F3C5E-6698-87CD-C5E7-70829621C4A8}"/>
                    </a:ext>
                  </a:extLst>
                </p:cNvPr>
                <p:cNvPicPr/>
                <p:nvPr/>
              </p:nvPicPr>
              <p:blipFill>
                <a:blip r:embed="rId95"/>
                <a:stretch>
                  <a:fillRect/>
                </a:stretch>
              </p:blipFill>
              <p:spPr>
                <a:xfrm>
                  <a:off x="10718253" y="1619841"/>
                  <a:ext cx="39744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7" name="Ink 96">
                  <a:extLst>
                    <a:ext uri="{FF2B5EF4-FFF2-40B4-BE49-F238E27FC236}">
                      <a16:creationId xmlns:a16="http://schemas.microsoft.com/office/drawing/2014/main" id="{F850365D-A601-B5C1-AC48-8DB863E3190D}"/>
                    </a:ext>
                  </a:extLst>
                </p14:cNvPr>
                <p14:cNvContentPartPr/>
                <p14:nvPr/>
              </p14:nvContentPartPr>
              <p14:xfrm>
                <a:off x="11087973" y="1717041"/>
                <a:ext cx="114480" cy="98640"/>
              </p14:xfrm>
            </p:contentPart>
          </mc:Choice>
          <mc:Fallback>
            <p:pic>
              <p:nvPicPr>
                <p:cNvPr id="97" name="Ink 96">
                  <a:extLst>
                    <a:ext uri="{FF2B5EF4-FFF2-40B4-BE49-F238E27FC236}">
                      <a16:creationId xmlns:a16="http://schemas.microsoft.com/office/drawing/2014/main" id="{F850365D-A601-B5C1-AC48-8DB863E3190D}"/>
                    </a:ext>
                  </a:extLst>
                </p:cNvPr>
                <p:cNvPicPr/>
                <p:nvPr/>
              </p:nvPicPr>
              <p:blipFill>
                <a:blip r:embed="rId97"/>
                <a:stretch>
                  <a:fillRect/>
                </a:stretch>
              </p:blipFill>
              <p:spPr>
                <a:xfrm>
                  <a:off x="11079333" y="1708401"/>
                  <a:ext cx="13212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8" name="Ink 97">
                  <a:extLst>
                    <a:ext uri="{FF2B5EF4-FFF2-40B4-BE49-F238E27FC236}">
                      <a16:creationId xmlns:a16="http://schemas.microsoft.com/office/drawing/2014/main" id="{6C38E099-697D-7364-E00F-6BDE33C752CB}"/>
                    </a:ext>
                  </a:extLst>
                </p14:cNvPr>
                <p14:cNvContentPartPr/>
                <p14:nvPr/>
              </p14:nvContentPartPr>
              <p14:xfrm>
                <a:off x="11220813" y="1628841"/>
                <a:ext cx="24120" cy="32400"/>
              </p14:xfrm>
            </p:contentPart>
          </mc:Choice>
          <mc:Fallback>
            <p:pic>
              <p:nvPicPr>
                <p:cNvPr id="98" name="Ink 97">
                  <a:extLst>
                    <a:ext uri="{FF2B5EF4-FFF2-40B4-BE49-F238E27FC236}">
                      <a16:creationId xmlns:a16="http://schemas.microsoft.com/office/drawing/2014/main" id="{6C38E099-697D-7364-E00F-6BDE33C752CB}"/>
                    </a:ext>
                  </a:extLst>
                </p:cNvPr>
                <p:cNvPicPr/>
                <p:nvPr/>
              </p:nvPicPr>
              <p:blipFill>
                <a:blip r:embed="rId99"/>
                <a:stretch>
                  <a:fillRect/>
                </a:stretch>
              </p:blipFill>
              <p:spPr>
                <a:xfrm>
                  <a:off x="11212173" y="1619841"/>
                  <a:ext cx="417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9" name="Ink 98">
                  <a:extLst>
                    <a:ext uri="{FF2B5EF4-FFF2-40B4-BE49-F238E27FC236}">
                      <a16:creationId xmlns:a16="http://schemas.microsoft.com/office/drawing/2014/main" id="{C5825496-A5CC-D33E-7E32-02CEEF113CEF}"/>
                    </a:ext>
                  </a:extLst>
                </p14:cNvPr>
                <p14:cNvContentPartPr/>
                <p14:nvPr/>
              </p14:nvContentPartPr>
              <p14:xfrm>
                <a:off x="11258613" y="1712721"/>
                <a:ext cx="304920" cy="145080"/>
              </p14:xfrm>
            </p:contentPart>
          </mc:Choice>
          <mc:Fallback>
            <p:pic>
              <p:nvPicPr>
                <p:cNvPr id="99" name="Ink 98">
                  <a:extLst>
                    <a:ext uri="{FF2B5EF4-FFF2-40B4-BE49-F238E27FC236}">
                      <a16:creationId xmlns:a16="http://schemas.microsoft.com/office/drawing/2014/main" id="{C5825496-A5CC-D33E-7E32-02CEEF113CEF}"/>
                    </a:ext>
                  </a:extLst>
                </p:cNvPr>
                <p:cNvPicPr/>
                <p:nvPr/>
              </p:nvPicPr>
              <p:blipFill>
                <a:blip r:embed="rId101"/>
                <a:stretch>
                  <a:fillRect/>
                </a:stretch>
              </p:blipFill>
              <p:spPr>
                <a:xfrm>
                  <a:off x="11249613" y="1704081"/>
                  <a:ext cx="32256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00" name="Ink 99">
                  <a:extLst>
                    <a:ext uri="{FF2B5EF4-FFF2-40B4-BE49-F238E27FC236}">
                      <a16:creationId xmlns:a16="http://schemas.microsoft.com/office/drawing/2014/main" id="{6BE7FD38-E1C8-5EB4-04C3-2F1289571C6C}"/>
                    </a:ext>
                  </a:extLst>
                </p14:cNvPr>
                <p14:cNvContentPartPr/>
                <p14:nvPr/>
              </p14:nvContentPartPr>
              <p14:xfrm>
                <a:off x="9728253" y="1828641"/>
                <a:ext cx="1863360" cy="139320"/>
              </p14:xfrm>
            </p:contentPart>
          </mc:Choice>
          <mc:Fallback>
            <p:pic>
              <p:nvPicPr>
                <p:cNvPr id="100" name="Ink 99">
                  <a:extLst>
                    <a:ext uri="{FF2B5EF4-FFF2-40B4-BE49-F238E27FC236}">
                      <a16:creationId xmlns:a16="http://schemas.microsoft.com/office/drawing/2014/main" id="{6BE7FD38-E1C8-5EB4-04C3-2F1289571C6C}"/>
                    </a:ext>
                  </a:extLst>
                </p:cNvPr>
                <p:cNvPicPr/>
                <p:nvPr/>
              </p:nvPicPr>
              <p:blipFill>
                <a:blip r:embed="rId103"/>
                <a:stretch>
                  <a:fillRect/>
                </a:stretch>
              </p:blipFill>
              <p:spPr>
                <a:xfrm>
                  <a:off x="9719613" y="1820001"/>
                  <a:ext cx="18810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1" name="Ink 70">
                  <a:extLst>
                    <a:ext uri="{FF2B5EF4-FFF2-40B4-BE49-F238E27FC236}">
                      <a16:creationId xmlns:a16="http://schemas.microsoft.com/office/drawing/2014/main" id="{835D6E6B-2FC1-01DB-1B8F-0D1E07CA7B83}"/>
                    </a:ext>
                  </a:extLst>
                </p14:cNvPr>
                <p14:cNvContentPartPr/>
                <p14:nvPr/>
              </p14:nvContentPartPr>
              <p14:xfrm>
                <a:off x="10122813" y="2310321"/>
                <a:ext cx="138600" cy="149040"/>
              </p14:xfrm>
            </p:contentPart>
          </mc:Choice>
          <mc:Fallback>
            <p:pic>
              <p:nvPicPr>
                <p:cNvPr id="71" name="Ink 70">
                  <a:extLst>
                    <a:ext uri="{FF2B5EF4-FFF2-40B4-BE49-F238E27FC236}">
                      <a16:creationId xmlns:a16="http://schemas.microsoft.com/office/drawing/2014/main" id="{835D6E6B-2FC1-01DB-1B8F-0D1E07CA7B83}"/>
                    </a:ext>
                  </a:extLst>
                </p:cNvPr>
                <p:cNvPicPr/>
                <p:nvPr/>
              </p:nvPicPr>
              <p:blipFill>
                <a:blip r:embed="rId105"/>
                <a:stretch>
                  <a:fillRect/>
                </a:stretch>
              </p:blipFill>
              <p:spPr>
                <a:xfrm>
                  <a:off x="10113813" y="2301321"/>
                  <a:ext cx="1562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2" name="Ink 71">
                  <a:extLst>
                    <a:ext uri="{FF2B5EF4-FFF2-40B4-BE49-F238E27FC236}">
                      <a16:creationId xmlns:a16="http://schemas.microsoft.com/office/drawing/2014/main" id="{9BFE94EF-5ED5-3111-3085-9F77A9FEB642}"/>
                    </a:ext>
                  </a:extLst>
                </p14:cNvPr>
                <p14:cNvContentPartPr/>
                <p14:nvPr/>
              </p14:nvContentPartPr>
              <p14:xfrm>
                <a:off x="10290933" y="2310321"/>
                <a:ext cx="85680" cy="121320"/>
              </p14:xfrm>
            </p:contentPart>
          </mc:Choice>
          <mc:Fallback>
            <p:pic>
              <p:nvPicPr>
                <p:cNvPr id="72" name="Ink 71">
                  <a:extLst>
                    <a:ext uri="{FF2B5EF4-FFF2-40B4-BE49-F238E27FC236}">
                      <a16:creationId xmlns:a16="http://schemas.microsoft.com/office/drawing/2014/main" id="{9BFE94EF-5ED5-3111-3085-9F77A9FEB642}"/>
                    </a:ext>
                  </a:extLst>
                </p:cNvPr>
                <p:cNvPicPr/>
                <p:nvPr/>
              </p:nvPicPr>
              <p:blipFill>
                <a:blip r:embed="rId107"/>
                <a:stretch>
                  <a:fillRect/>
                </a:stretch>
              </p:blipFill>
              <p:spPr>
                <a:xfrm>
                  <a:off x="10281933" y="2301681"/>
                  <a:ext cx="1033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3" name="Ink 72">
                  <a:extLst>
                    <a:ext uri="{FF2B5EF4-FFF2-40B4-BE49-F238E27FC236}">
                      <a16:creationId xmlns:a16="http://schemas.microsoft.com/office/drawing/2014/main" id="{A1E511BE-6059-587B-9E6B-85AF4914B408}"/>
                    </a:ext>
                  </a:extLst>
                </p14:cNvPr>
                <p14:cNvContentPartPr/>
                <p14:nvPr/>
              </p14:nvContentPartPr>
              <p14:xfrm>
                <a:off x="10322973" y="2379441"/>
                <a:ext cx="56160" cy="10800"/>
              </p14:xfrm>
            </p:contentPart>
          </mc:Choice>
          <mc:Fallback>
            <p:pic>
              <p:nvPicPr>
                <p:cNvPr id="73" name="Ink 72">
                  <a:extLst>
                    <a:ext uri="{FF2B5EF4-FFF2-40B4-BE49-F238E27FC236}">
                      <a16:creationId xmlns:a16="http://schemas.microsoft.com/office/drawing/2014/main" id="{A1E511BE-6059-587B-9E6B-85AF4914B408}"/>
                    </a:ext>
                  </a:extLst>
                </p:cNvPr>
                <p:cNvPicPr/>
                <p:nvPr/>
              </p:nvPicPr>
              <p:blipFill>
                <a:blip r:embed="rId109"/>
                <a:stretch>
                  <a:fillRect/>
                </a:stretch>
              </p:blipFill>
              <p:spPr>
                <a:xfrm>
                  <a:off x="10314333" y="2370801"/>
                  <a:ext cx="738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4" name="Ink 73">
                  <a:extLst>
                    <a:ext uri="{FF2B5EF4-FFF2-40B4-BE49-F238E27FC236}">
                      <a16:creationId xmlns:a16="http://schemas.microsoft.com/office/drawing/2014/main" id="{61B372F8-238B-21EE-17C4-0A310420BFB4}"/>
                    </a:ext>
                  </a:extLst>
                </p14:cNvPr>
                <p14:cNvContentPartPr/>
                <p14:nvPr/>
              </p14:nvContentPartPr>
              <p14:xfrm>
                <a:off x="10436013" y="2331921"/>
                <a:ext cx="138240" cy="129600"/>
              </p14:xfrm>
            </p:contentPart>
          </mc:Choice>
          <mc:Fallback>
            <p:pic>
              <p:nvPicPr>
                <p:cNvPr id="74" name="Ink 73">
                  <a:extLst>
                    <a:ext uri="{FF2B5EF4-FFF2-40B4-BE49-F238E27FC236}">
                      <a16:creationId xmlns:a16="http://schemas.microsoft.com/office/drawing/2014/main" id="{61B372F8-238B-21EE-17C4-0A310420BFB4}"/>
                    </a:ext>
                  </a:extLst>
                </p:cNvPr>
                <p:cNvPicPr/>
                <p:nvPr/>
              </p:nvPicPr>
              <p:blipFill>
                <a:blip r:embed="rId111"/>
                <a:stretch>
                  <a:fillRect/>
                </a:stretch>
              </p:blipFill>
              <p:spPr>
                <a:xfrm>
                  <a:off x="10427013" y="2322921"/>
                  <a:ext cx="15588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5" name="Ink 74">
                  <a:extLst>
                    <a:ext uri="{FF2B5EF4-FFF2-40B4-BE49-F238E27FC236}">
                      <a16:creationId xmlns:a16="http://schemas.microsoft.com/office/drawing/2014/main" id="{AA8E8E47-62AC-3B1A-4C1A-62B95FA602E9}"/>
                    </a:ext>
                  </a:extLst>
                </p14:cNvPr>
                <p14:cNvContentPartPr/>
                <p14:nvPr/>
              </p14:nvContentPartPr>
              <p14:xfrm>
                <a:off x="10515573" y="2338041"/>
                <a:ext cx="57960" cy="97920"/>
              </p14:xfrm>
            </p:contentPart>
          </mc:Choice>
          <mc:Fallback>
            <p:pic>
              <p:nvPicPr>
                <p:cNvPr id="75" name="Ink 74">
                  <a:extLst>
                    <a:ext uri="{FF2B5EF4-FFF2-40B4-BE49-F238E27FC236}">
                      <a16:creationId xmlns:a16="http://schemas.microsoft.com/office/drawing/2014/main" id="{AA8E8E47-62AC-3B1A-4C1A-62B95FA602E9}"/>
                    </a:ext>
                  </a:extLst>
                </p:cNvPr>
                <p:cNvPicPr/>
                <p:nvPr/>
              </p:nvPicPr>
              <p:blipFill>
                <a:blip r:embed="rId113"/>
                <a:stretch>
                  <a:fillRect/>
                </a:stretch>
              </p:blipFill>
              <p:spPr>
                <a:xfrm>
                  <a:off x="10506573" y="2329041"/>
                  <a:ext cx="7560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6" name="Ink 75">
                  <a:extLst>
                    <a:ext uri="{FF2B5EF4-FFF2-40B4-BE49-F238E27FC236}">
                      <a16:creationId xmlns:a16="http://schemas.microsoft.com/office/drawing/2014/main" id="{20667206-2737-D945-E499-EE1EE70C0774}"/>
                    </a:ext>
                  </a:extLst>
                </p14:cNvPr>
                <p14:cNvContentPartPr/>
                <p14:nvPr/>
              </p14:nvContentPartPr>
              <p14:xfrm>
                <a:off x="10644093" y="2707041"/>
                <a:ext cx="4680" cy="82800"/>
              </p14:xfrm>
            </p:contentPart>
          </mc:Choice>
          <mc:Fallback>
            <p:pic>
              <p:nvPicPr>
                <p:cNvPr id="76" name="Ink 75">
                  <a:extLst>
                    <a:ext uri="{FF2B5EF4-FFF2-40B4-BE49-F238E27FC236}">
                      <a16:creationId xmlns:a16="http://schemas.microsoft.com/office/drawing/2014/main" id="{20667206-2737-D945-E499-EE1EE70C0774}"/>
                    </a:ext>
                  </a:extLst>
                </p:cNvPr>
                <p:cNvPicPr/>
                <p:nvPr/>
              </p:nvPicPr>
              <p:blipFill>
                <a:blip r:embed="rId115"/>
                <a:stretch>
                  <a:fillRect/>
                </a:stretch>
              </p:blipFill>
              <p:spPr>
                <a:xfrm>
                  <a:off x="10635093" y="2698041"/>
                  <a:ext cx="223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7" name="Ink 76">
                  <a:extLst>
                    <a:ext uri="{FF2B5EF4-FFF2-40B4-BE49-F238E27FC236}">
                      <a16:creationId xmlns:a16="http://schemas.microsoft.com/office/drawing/2014/main" id="{AE2676DE-65B9-5373-3ADF-84D6719B4EC8}"/>
                    </a:ext>
                  </a:extLst>
                </p14:cNvPr>
                <p14:cNvContentPartPr/>
                <p14:nvPr/>
              </p14:nvContentPartPr>
              <p14:xfrm>
                <a:off x="10622853" y="2662041"/>
                <a:ext cx="363600" cy="171360"/>
              </p14:xfrm>
            </p:contentPart>
          </mc:Choice>
          <mc:Fallback>
            <p:pic>
              <p:nvPicPr>
                <p:cNvPr id="77" name="Ink 76">
                  <a:extLst>
                    <a:ext uri="{FF2B5EF4-FFF2-40B4-BE49-F238E27FC236}">
                      <a16:creationId xmlns:a16="http://schemas.microsoft.com/office/drawing/2014/main" id="{AE2676DE-65B9-5373-3ADF-84D6719B4EC8}"/>
                    </a:ext>
                  </a:extLst>
                </p:cNvPr>
                <p:cNvPicPr/>
                <p:nvPr/>
              </p:nvPicPr>
              <p:blipFill>
                <a:blip r:embed="rId117"/>
                <a:stretch>
                  <a:fillRect/>
                </a:stretch>
              </p:blipFill>
              <p:spPr>
                <a:xfrm>
                  <a:off x="10613853" y="2653041"/>
                  <a:ext cx="38124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2" name="Ink 101">
                  <a:extLst>
                    <a:ext uri="{FF2B5EF4-FFF2-40B4-BE49-F238E27FC236}">
                      <a16:creationId xmlns:a16="http://schemas.microsoft.com/office/drawing/2014/main" id="{F7A4627D-63C2-899D-37F5-59D5842030AA}"/>
                    </a:ext>
                  </a:extLst>
                </p14:cNvPr>
                <p14:cNvContentPartPr/>
                <p14:nvPr/>
              </p14:nvContentPartPr>
              <p14:xfrm>
                <a:off x="10186533" y="2528841"/>
                <a:ext cx="220680" cy="16920"/>
              </p14:xfrm>
            </p:contentPart>
          </mc:Choice>
          <mc:Fallback>
            <p:pic>
              <p:nvPicPr>
                <p:cNvPr id="102" name="Ink 101">
                  <a:extLst>
                    <a:ext uri="{FF2B5EF4-FFF2-40B4-BE49-F238E27FC236}">
                      <a16:creationId xmlns:a16="http://schemas.microsoft.com/office/drawing/2014/main" id="{F7A4627D-63C2-899D-37F5-59D5842030AA}"/>
                    </a:ext>
                  </a:extLst>
                </p:cNvPr>
                <p:cNvPicPr/>
                <p:nvPr/>
              </p:nvPicPr>
              <p:blipFill>
                <a:blip r:embed="rId119"/>
                <a:stretch>
                  <a:fillRect/>
                </a:stretch>
              </p:blipFill>
              <p:spPr>
                <a:xfrm>
                  <a:off x="10177533" y="2519841"/>
                  <a:ext cx="23832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3" name="Ink 102">
                  <a:extLst>
                    <a:ext uri="{FF2B5EF4-FFF2-40B4-BE49-F238E27FC236}">
                      <a16:creationId xmlns:a16="http://schemas.microsoft.com/office/drawing/2014/main" id="{3E8D05FB-F2B9-7EB0-99B7-835A98BFFD1B}"/>
                    </a:ext>
                  </a:extLst>
                </p14:cNvPr>
                <p14:cNvContentPartPr/>
                <p14:nvPr/>
              </p14:nvContentPartPr>
              <p14:xfrm>
                <a:off x="10197333" y="2586441"/>
                <a:ext cx="170280" cy="12240"/>
              </p14:xfrm>
            </p:contentPart>
          </mc:Choice>
          <mc:Fallback>
            <p:pic>
              <p:nvPicPr>
                <p:cNvPr id="103" name="Ink 102">
                  <a:extLst>
                    <a:ext uri="{FF2B5EF4-FFF2-40B4-BE49-F238E27FC236}">
                      <a16:creationId xmlns:a16="http://schemas.microsoft.com/office/drawing/2014/main" id="{3E8D05FB-F2B9-7EB0-99B7-835A98BFFD1B}"/>
                    </a:ext>
                  </a:extLst>
                </p:cNvPr>
                <p:cNvPicPr/>
                <p:nvPr/>
              </p:nvPicPr>
              <p:blipFill>
                <a:blip r:embed="rId121"/>
                <a:stretch>
                  <a:fillRect/>
                </a:stretch>
              </p:blipFill>
              <p:spPr>
                <a:xfrm>
                  <a:off x="10188333" y="2577801"/>
                  <a:ext cx="18792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5" name="Ink 104">
                  <a:extLst>
                    <a:ext uri="{FF2B5EF4-FFF2-40B4-BE49-F238E27FC236}">
                      <a16:creationId xmlns:a16="http://schemas.microsoft.com/office/drawing/2014/main" id="{CDA63E8F-8B85-84FF-440B-49BC614D6194}"/>
                    </a:ext>
                  </a:extLst>
                </p14:cNvPr>
                <p14:cNvContentPartPr/>
                <p14:nvPr/>
              </p14:nvContentPartPr>
              <p14:xfrm>
                <a:off x="10451853" y="1220961"/>
                <a:ext cx="18720" cy="289440"/>
              </p14:xfrm>
            </p:contentPart>
          </mc:Choice>
          <mc:Fallback>
            <p:pic>
              <p:nvPicPr>
                <p:cNvPr id="105" name="Ink 104">
                  <a:extLst>
                    <a:ext uri="{FF2B5EF4-FFF2-40B4-BE49-F238E27FC236}">
                      <a16:creationId xmlns:a16="http://schemas.microsoft.com/office/drawing/2014/main" id="{CDA63E8F-8B85-84FF-440B-49BC614D6194}"/>
                    </a:ext>
                  </a:extLst>
                </p:cNvPr>
                <p:cNvPicPr/>
                <p:nvPr/>
              </p:nvPicPr>
              <p:blipFill>
                <a:blip r:embed="rId123"/>
                <a:stretch>
                  <a:fillRect/>
                </a:stretch>
              </p:blipFill>
              <p:spPr>
                <a:xfrm>
                  <a:off x="10443213" y="1212321"/>
                  <a:ext cx="3636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6" name="Ink 105">
                  <a:extLst>
                    <a:ext uri="{FF2B5EF4-FFF2-40B4-BE49-F238E27FC236}">
                      <a16:creationId xmlns:a16="http://schemas.microsoft.com/office/drawing/2014/main" id="{B91141A7-BCFC-A6D7-A89A-164318016340}"/>
                    </a:ext>
                  </a:extLst>
                </p14:cNvPr>
                <p14:cNvContentPartPr/>
                <p14:nvPr/>
              </p14:nvContentPartPr>
              <p14:xfrm>
                <a:off x="10364733" y="1493121"/>
                <a:ext cx="50040" cy="34200"/>
              </p14:xfrm>
            </p:contentPart>
          </mc:Choice>
          <mc:Fallback>
            <p:pic>
              <p:nvPicPr>
                <p:cNvPr id="106" name="Ink 105">
                  <a:extLst>
                    <a:ext uri="{FF2B5EF4-FFF2-40B4-BE49-F238E27FC236}">
                      <a16:creationId xmlns:a16="http://schemas.microsoft.com/office/drawing/2014/main" id="{B91141A7-BCFC-A6D7-A89A-164318016340}"/>
                    </a:ext>
                  </a:extLst>
                </p:cNvPr>
                <p:cNvPicPr/>
                <p:nvPr/>
              </p:nvPicPr>
              <p:blipFill>
                <a:blip r:embed="rId125"/>
                <a:stretch>
                  <a:fillRect/>
                </a:stretch>
              </p:blipFill>
              <p:spPr>
                <a:xfrm>
                  <a:off x="10356093" y="1484121"/>
                  <a:ext cx="6768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7" name="Ink 106">
                  <a:extLst>
                    <a:ext uri="{FF2B5EF4-FFF2-40B4-BE49-F238E27FC236}">
                      <a16:creationId xmlns:a16="http://schemas.microsoft.com/office/drawing/2014/main" id="{E857A9E4-5B31-FAB2-98CE-46DFE82C4FB2}"/>
                    </a:ext>
                  </a:extLst>
                </p14:cNvPr>
                <p14:cNvContentPartPr/>
                <p14:nvPr/>
              </p14:nvContentPartPr>
              <p14:xfrm>
                <a:off x="10449693" y="1509681"/>
                <a:ext cx="85680" cy="47160"/>
              </p14:xfrm>
            </p:contentPart>
          </mc:Choice>
          <mc:Fallback>
            <p:pic>
              <p:nvPicPr>
                <p:cNvPr id="107" name="Ink 106">
                  <a:extLst>
                    <a:ext uri="{FF2B5EF4-FFF2-40B4-BE49-F238E27FC236}">
                      <a16:creationId xmlns:a16="http://schemas.microsoft.com/office/drawing/2014/main" id="{E857A9E4-5B31-FAB2-98CE-46DFE82C4FB2}"/>
                    </a:ext>
                  </a:extLst>
                </p:cNvPr>
                <p:cNvPicPr/>
                <p:nvPr/>
              </p:nvPicPr>
              <p:blipFill>
                <a:blip r:embed="rId127"/>
                <a:stretch>
                  <a:fillRect/>
                </a:stretch>
              </p:blipFill>
              <p:spPr>
                <a:xfrm>
                  <a:off x="10440693" y="1501041"/>
                  <a:ext cx="10332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2" name="Ink 111">
                  <a:extLst>
                    <a:ext uri="{FF2B5EF4-FFF2-40B4-BE49-F238E27FC236}">
                      <a16:creationId xmlns:a16="http://schemas.microsoft.com/office/drawing/2014/main" id="{EF47CD28-2401-B0A9-1433-816672C18E85}"/>
                    </a:ext>
                  </a:extLst>
                </p14:cNvPr>
                <p14:cNvContentPartPr/>
                <p14:nvPr/>
              </p14:nvContentPartPr>
              <p14:xfrm>
                <a:off x="10024533" y="1248321"/>
                <a:ext cx="219240" cy="118800"/>
              </p14:xfrm>
            </p:contentPart>
          </mc:Choice>
          <mc:Fallback>
            <p:pic>
              <p:nvPicPr>
                <p:cNvPr id="112" name="Ink 111">
                  <a:extLst>
                    <a:ext uri="{FF2B5EF4-FFF2-40B4-BE49-F238E27FC236}">
                      <a16:creationId xmlns:a16="http://schemas.microsoft.com/office/drawing/2014/main" id="{EF47CD28-2401-B0A9-1433-816672C18E85}"/>
                    </a:ext>
                  </a:extLst>
                </p:cNvPr>
                <p:cNvPicPr/>
                <p:nvPr/>
              </p:nvPicPr>
              <p:blipFill>
                <a:blip r:embed="rId129"/>
                <a:stretch>
                  <a:fillRect/>
                </a:stretch>
              </p:blipFill>
              <p:spPr>
                <a:xfrm>
                  <a:off x="10015893" y="1239321"/>
                  <a:ext cx="23688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3" name="Ink 112">
                  <a:extLst>
                    <a:ext uri="{FF2B5EF4-FFF2-40B4-BE49-F238E27FC236}">
                      <a16:creationId xmlns:a16="http://schemas.microsoft.com/office/drawing/2014/main" id="{03D16DA9-A1DB-A1A3-3C7C-D3CC727AE01A}"/>
                    </a:ext>
                  </a:extLst>
                </p14:cNvPr>
                <p14:cNvContentPartPr/>
                <p14:nvPr/>
              </p14:nvContentPartPr>
              <p14:xfrm>
                <a:off x="9935253" y="1170201"/>
                <a:ext cx="372960" cy="282600"/>
              </p14:xfrm>
            </p:contentPart>
          </mc:Choice>
          <mc:Fallback>
            <p:pic>
              <p:nvPicPr>
                <p:cNvPr id="113" name="Ink 112">
                  <a:extLst>
                    <a:ext uri="{FF2B5EF4-FFF2-40B4-BE49-F238E27FC236}">
                      <a16:creationId xmlns:a16="http://schemas.microsoft.com/office/drawing/2014/main" id="{03D16DA9-A1DB-A1A3-3C7C-D3CC727AE01A}"/>
                    </a:ext>
                  </a:extLst>
                </p:cNvPr>
                <p:cNvPicPr/>
                <p:nvPr/>
              </p:nvPicPr>
              <p:blipFill>
                <a:blip r:embed="rId131"/>
                <a:stretch>
                  <a:fillRect/>
                </a:stretch>
              </p:blipFill>
              <p:spPr>
                <a:xfrm>
                  <a:off x="9926253" y="1161561"/>
                  <a:ext cx="39060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5" name="Ink 114">
                  <a:extLst>
                    <a:ext uri="{FF2B5EF4-FFF2-40B4-BE49-F238E27FC236}">
                      <a16:creationId xmlns:a16="http://schemas.microsoft.com/office/drawing/2014/main" id="{3D6034F1-4A56-4E95-578C-58BCA1767D6A}"/>
                    </a:ext>
                  </a:extLst>
                </p14:cNvPr>
                <p14:cNvContentPartPr/>
                <p14:nvPr/>
              </p14:nvContentPartPr>
              <p14:xfrm>
                <a:off x="9169533" y="4931481"/>
                <a:ext cx="222840" cy="265680"/>
              </p14:xfrm>
            </p:contentPart>
          </mc:Choice>
          <mc:Fallback>
            <p:pic>
              <p:nvPicPr>
                <p:cNvPr id="115" name="Ink 114">
                  <a:extLst>
                    <a:ext uri="{FF2B5EF4-FFF2-40B4-BE49-F238E27FC236}">
                      <a16:creationId xmlns:a16="http://schemas.microsoft.com/office/drawing/2014/main" id="{3D6034F1-4A56-4E95-578C-58BCA1767D6A}"/>
                    </a:ext>
                  </a:extLst>
                </p:cNvPr>
                <p:cNvPicPr/>
                <p:nvPr/>
              </p:nvPicPr>
              <p:blipFill>
                <a:blip r:embed="rId133"/>
                <a:stretch>
                  <a:fillRect/>
                </a:stretch>
              </p:blipFill>
              <p:spPr>
                <a:xfrm>
                  <a:off x="9160533" y="4922841"/>
                  <a:ext cx="24048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6" name="Ink 115">
                  <a:extLst>
                    <a:ext uri="{FF2B5EF4-FFF2-40B4-BE49-F238E27FC236}">
                      <a16:creationId xmlns:a16="http://schemas.microsoft.com/office/drawing/2014/main" id="{423B0E39-DC31-CDDA-7FD7-AC51658DB80B}"/>
                    </a:ext>
                  </a:extLst>
                </p14:cNvPr>
                <p14:cNvContentPartPr/>
                <p14:nvPr/>
              </p14:nvContentPartPr>
              <p14:xfrm>
                <a:off x="9484893" y="4908081"/>
                <a:ext cx="156240" cy="267120"/>
              </p14:xfrm>
            </p:contentPart>
          </mc:Choice>
          <mc:Fallback>
            <p:pic>
              <p:nvPicPr>
                <p:cNvPr id="116" name="Ink 115">
                  <a:extLst>
                    <a:ext uri="{FF2B5EF4-FFF2-40B4-BE49-F238E27FC236}">
                      <a16:creationId xmlns:a16="http://schemas.microsoft.com/office/drawing/2014/main" id="{423B0E39-DC31-CDDA-7FD7-AC51658DB80B}"/>
                    </a:ext>
                  </a:extLst>
                </p:cNvPr>
                <p:cNvPicPr/>
                <p:nvPr/>
              </p:nvPicPr>
              <p:blipFill>
                <a:blip r:embed="rId135"/>
                <a:stretch>
                  <a:fillRect/>
                </a:stretch>
              </p:blipFill>
              <p:spPr>
                <a:xfrm>
                  <a:off x="9476253" y="4899081"/>
                  <a:ext cx="17388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7" name="Ink 116">
                  <a:extLst>
                    <a:ext uri="{FF2B5EF4-FFF2-40B4-BE49-F238E27FC236}">
                      <a16:creationId xmlns:a16="http://schemas.microsoft.com/office/drawing/2014/main" id="{504E0936-D14E-472C-2F2B-23BF2BF36350}"/>
                    </a:ext>
                  </a:extLst>
                </p14:cNvPr>
                <p14:cNvContentPartPr/>
                <p14:nvPr/>
              </p14:nvContentPartPr>
              <p14:xfrm>
                <a:off x="9561573" y="4939761"/>
                <a:ext cx="343080" cy="248040"/>
              </p14:xfrm>
            </p:contentPart>
          </mc:Choice>
          <mc:Fallback>
            <p:pic>
              <p:nvPicPr>
                <p:cNvPr id="117" name="Ink 116">
                  <a:extLst>
                    <a:ext uri="{FF2B5EF4-FFF2-40B4-BE49-F238E27FC236}">
                      <a16:creationId xmlns:a16="http://schemas.microsoft.com/office/drawing/2014/main" id="{504E0936-D14E-472C-2F2B-23BF2BF36350}"/>
                    </a:ext>
                  </a:extLst>
                </p:cNvPr>
                <p:cNvPicPr/>
                <p:nvPr/>
              </p:nvPicPr>
              <p:blipFill>
                <a:blip r:embed="rId137"/>
                <a:stretch>
                  <a:fillRect/>
                </a:stretch>
              </p:blipFill>
              <p:spPr>
                <a:xfrm>
                  <a:off x="9552933" y="4930761"/>
                  <a:ext cx="36072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8" name="Ink 117">
                  <a:extLst>
                    <a:ext uri="{FF2B5EF4-FFF2-40B4-BE49-F238E27FC236}">
                      <a16:creationId xmlns:a16="http://schemas.microsoft.com/office/drawing/2014/main" id="{4BE1D5FE-7D0D-7FA5-473B-BFE457A12C22}"/>
                    </a:ext>
                  </a:extLst>
                </p14:cNvPr>
                <p14:cNvContentPartPr/>
                <p14:nvPr/>
              </p14:nvContentPartPr>
              <p14:xfrm>
                <a:off x="10127853" y="4959921"/>
                <a:ext cx="216000" cy="257040"/>
              </p14:xfrm>
            </p:contentPart>
          </mc:Choice>
          <mc:Fallback>
            <p:pic>
              <p:nvPicPr>
                <p:cNvPr id="118" name="Ink 117">
                  <a:extLst>
                    <a:ext uri="{FF2B5EF4-FFF2-40B4-BE49-F238E27FC236}">
                      <a16:creationId xmlns:a16="http://schemas.microsoft.com/office/drawing/2014/main" id="{4BE1D5FE-7D0D-7FA5-473B-BFE457A12C22}"/>
                    </a:ext>
                  </a:extLst>
                </p:cNvPr>
                <p:cNvPicPr/>
                <p:nvPr/>
              </p:nvPicPr>
              <p:blipFill>
                <a:blip r:embed="rId139"/>
                <a:stretch>
                  <a:fillRect/>
                </a:stretch>
              </p:blipFill>
              <p:spPr>
                <a:xfrm>
                  <a:off x="10118853" y="4950921"/>
                  <a:ext cx="23364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9" name="Ink 118">
                  <a:extLst>
                    <a:ext uri="{FF2B5EF4-FFF2-40B4-BE49-F238E27FC236}">
                      <a16:creationId xmlns:a16="http://schemas.microsoft.com/office/drawing/2014/main" id="{4599972A-2B2F-42B5-07D3-050FA4D3C63F}"/>
                    </a:ext>
                  </a:extLst>
                </p14:cNvPr>
                <p14:cNvContentPartPr/>
                <p14:nvPr/>
              </p14:nvContentPartPr>
              <p14:xfrm>
                <a:off x="10229373" y="5107161"/>
                <a:ext cx="377640" cy="177480"/>
              </p14:xfrm>
            </p:contentPart>
          </mc:Choice>
          <mc:Fallback>
            <p:pic>
              <p:nvPicPr>
                <p:cNvPr id="119" name="Ink 118">
                  <a:extLst>
                    <a:ext uri="{FF2B5EF4-FFF2-40B4-BE49-F238E27FC236}">
                      <a16:creationId xmlns:a16="http://schemas.microsoft.com/office/drawing/2014/main" id="{4599972A-2B2F-42B5-07D3-050FA4D3C63F}"/>
                    </a:ext>
                  </a:extLst>
                </p:cNvPr>
                <p:cNvPicPr/>
                <p:nvPr/>
              </p:nvPicPr>
              <p:blipFill>
                <a:blip r:embed="rId141"/>
                <a:stretch>
                  <a:fillRect/>
                </a:stretch>
              </p:blipFill>
              <p:spPr>
                <a:xfrm>
                  <a:off x="10220373" y="5098161"/>
                  <a:ext cx="39528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20" name="Ink 119">
                  <a:extLst>
                    <a:ext uri="{FF2B5EF4-FFF2-40B4-BE49-F238E27FC236}">
                      <a16:creationId xmlns:a16="http://schemas.microsoft.com/office/drawing/2014/main" id="{71C28645-0A50-D59A-D048-F8F93ACFDAA2}"/>
                    </a:ext>
                  </a:extLst>
                </p14:cNvPr>
                <p14:cNvContentPartPr/>
                <p14:nvPr/>
              </p14:nvContentPartPr>
              <p14:xfrm>
                <a:off x="10654173" y="5086281"/>
                <a:ext cx="131760" cy="212760"/>
              </p14:xfrm>
            </p:contentPart>
          </mc:Choice>
          <mc:Fallback>
            <p:pic>
              <p:nvPicPr>
                <p:cNvPr id="120" name="Ink 119">
                  <a:extLst>
                    <a:ext uri="{FF2B5EF4-FFF2-40B4-BE49-F238E27FC236}">
                      <a16:creationId xmlns:a16="http://schemas.microsoft.com/office/drawing/2014/main" id="{71C28645-0A50-D59A-D048-F8F93ACFDAA2}"/>
                    </a:ext>
                  </a:extLst>
                </p:cNvPr>
                <p:cNvPicPr/>
                <p:nvPr/>
              </p:nvPicPr>
              <p:blipFill>
                <a:blip r:embed="rId143"/>
                <a:stretch>
                  <a:fillRect/>
                </a:stretch>
              </p:blipFill>
              <p:spPr>
                <a:xfrm>
                  <a:off x="10645533" y="5077641"/>
                  <a:ext cx="14940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1" name="Ink 120">
                  <a:extLst>
                    <a:ext uri="{FF2B5EF4-FFF2-40B4-BE49-F238E27FC236}">
                      <a16:creationId xmlns:a16="http://schemas.microsoft.com/office/drawing/2014/main" id="{0400B8E0-2D8D-5EA3-E3A4-77949F07014D}"/>
                    </a:ext>
                  </a:extLst>
                </p14:cNvPr>
                <p14:cNvContentPartPr/>
                <p14:nvPr/>
              </p14:nvContentPartPr>
              <p14:xfrm>
                <a:off x="10823013" y="4991961"/>
                <a:ext cx="140760" cy="324000"/>
              </p14:xfrm>
            </p:contentPart>
          </mc:Choice>
          <mc:Fallback>
            <p:pic>
              <p:nvPicPr>
                <p:cNvPr id="121" name="Ink 120">
                  <a:extLst>
                    <a:ext uri="{FF2B5EF4-FFF2-40B4-BE49-F238E27FC236}">
                      <a16:creationId xmlns:a16="http://schemas.microsoft.com/office/drawing/2014/main" id="{0400B8E0-2D8D-5EA3-E3A4-77949F07014D}"/>
                    </a:ext>
                  </a:extLst>
                </p:cNvPr>
                <p:cNvPicPr/>
                <p:nvPr/>
              </p:nvPicPr>
              <p:blipFill>
                <a:blip r:embed="rId145"/>
                <a:stretch>
                  <a:fillRect/>
                </a:stretch>
              </p:blipFill>
              <p:spPr>
                <a:xfrm>
                  <a:off x="10814013" y="4983321"/>
                  <a:ext cx="15840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2" name="Ink 121">
                  <a:extLst>
                    <a:ext uri="{FF2B5EF4-FFF2-40B4-BE49-F238E27FC236}">
                      <a16:creationId xmlns:a16="http://schemas.microsoft.com/office/drawing/2014/main" id="{392DA814-81F7-A06F-C9D4-AEB93196FDB3}"/>
                    </a:ext>
                  </a:extLst>
                </p14:cNvPr>
                <p14:cNvContentPartPr/>
                <p14:nvPr/>
              </p14:nvContentPartPr>
              <p14:xfrm>
                <a:off x="9028413" y="4829241"/>
                <a:ext cx="157320" cy="524520"/>
              </p14:xfrm>
            </p:contentPart>
          </mc:Choice>
          <mc:Fallback>
            <p:pic>
              <p:nvPicPr>
                <p:cNvPr id="122" name="Ink 121">
                  <a:extLst>
                    <a:ext uri="{FF2B5EF4-FFF2-40B4-BE49-F238E27FC236}">
                      <a16:creationId xmlns:a16="http://schemas.microsoft.com/office/drawing/2014/main" id="{392DA814-81F7-A06F-C9D4-AEB93196FDB3}"/>
                    </a:ext>
                  </a:extLst>
                </p:cNvPr>
                <p:cNvPicPr/>
                <p:nvPr/>
              </p:nvPicPr>
              <p:blipFill>
                <a:blip r:embed="rId147"/>
                <a:stretch>
                  <a:fillRect/>
                </a:stretch>
              </p:blipFill>
              <p:spPr>
                <a:xfrm>
                  <a:off x="9019413" y="4820601"/>
                  <a:ext cx="174960" cy="5421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43" name="Ink 142">
                  <a:extLst>
                    <a:ext uri="{FF2B5EF4-FFF2-40B4-BE49-F238E27FC236}">
                      <a16:creationId xmlns:a16="http://schemas.microsoft.com/office/drawing/2014/main" id="{BDEA41B7-E5D4-93F6-F4EB-351BEA55B318}"/>
                    </a:ext>
                  </a:extLst>
                </p14:cNvPr>
                <p14:cNvContentPartPr/>
                <p14:nvPr/>
              </p14:nvContentPartPr>
              <p14:xfrm>
                <a:off x="8660133" y="5743641"/>
                <a:ext cx="206640" cy="232920"/>
              </p14:xfrm>
            </p:contentPart>
          </mc:Choice>
          <mc:Fallback>
            <p:pic>
              <p:nvPicPr>
                <p:cNvPr id="143" name="Ink 142">
                  <a:extLst>
                    <a:ext uri="{FF2B5EF4-FFF2-40B4-BE49-F238E27FC236}">
                      <a16:creationId xmlns:a16="http://schemas.microsoft.com/office/drawing/2014/main" id="{BDEA41B7-E5D4-93F6-F4EB-351BEA55B318}"/>
                    </a:ext>
                  </a:extLst>
                </p:cNvPr>
                <p:cNvPicPr/>
                <p:nvPr/>
              </p:nvPicPr>
              <p:blipFill>
                <a:blip r:embed="rId149"/>
                <a:stretch>
                  <a:fillRect/>
                </a:stretch>
              </p:blipFill>
              <p:spPr>
                <a:xfrm>
                  <a:off x="8651133" y="5735001"/>
                  <a:ext cx="22428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44" name="Ink 143">
                  <a:extLst>
                    <a:ext uri="{FF2B5EF4-FFF2-40B4-BE49-F238E27FC236}">
                      <a16:creationId xmlns:a16="http://schemas.microsoft.com/office/drawing/2014/main" id="{AECDC81F-B491-7BAD-376E-B9BF8CE495D6}"/>
                    </a:ext>
                  </a:extLst>
                </p14:cNvPr>
                <p14:cNvContentPartPr/>
                <p14:nvPr/>
              </p14:nvContentPartPr>
              <p14:xfrm>
                <a:off x="8902053" y="5850561"/>
                <a:ext cx="165600" cy="108000"/>
              </p14:xfrm>
            </p:contentPart>
          </mc:Choice>
          <mc:Fallback>
            <p:pic>
              <p:nvPicPr>
                <p:cNvPr id="144" name="Ink 143">
                  <a:extLst>
                    <a:ext uri="{FF2B5EF4-FFF2-40B4-BE49-F238E27FC236}">
                      <a16:creationId xmlns:a16="http://schemas.microsoft.com/office/drawing/2014/main" id="{AECDC81F-B491-7BAD-376E-B9BF8CE495D6}"/>
                    </a:ext>
                  </a:extLst>
                </p:cNvPr>
                <p:cNvPicPr/>
                <p:nvPr/>
              </p:nvPicPr>
              <p:blipFill>
                <a:blip r:embed="rId151"/>
                <a:stretch>
                  <a:fillRect/>
                </a:stretch>
              </p:blipFill>
              <p:spPr>
                <a:xfrm>
                  <a:off x="8893053" y="5841921"/>
                  <a:ext cx="18324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45" name="Ink 144">
                  <a:extLst>
                    <a:ext uri="{FF2B5EF4-FFF2-40B4-BE49-F238E27FC236}">
                      <a16:creationId xmlns:a16="http://schemas.microsoft.com/office/drawing/2014/main" id="{7756C130-53A5-3442-1C5D-7C3197D24360}"/>
                    </a:ext>
                  </a:extLst>
                </p14:cNvPr>
                <p14:cNvContentPartPr/>
                <p14:nvPr/>
              </p14:nvContentPartPr>
              <p14:xfrm>
                <a:off x="9098613" y="5816001"/>
                <a:ext cx="157320" cy="126720"/>
              </p14:xfrm>
            </p:contentPart>
          </mc:Choice>
          <mc:Fallback>
            <p:pic>
              <p:nvPicPr>
                <p:cNvPr id="145" name="Ink 144">
                  <a:extLst>
                    <a:ext uri="{FF2B5EF4-FFF2-40B4-BE49-F238E27FC236}">
                      <a16:creationId xmlns:a16="http://schemas.microsoft.com/office/drawing/2014/main" id="{7756C130-53A5-3442-1C5D-7C3197D24360}"/>
                    </a:ext>
                  </a:extLst>
                </p:cNvPr>
                <p:cNvPicPr/>
                <p:nvPr/>
              </p:nvPicPr>
              <p:blipFill>
                <a:blip r:embed="rId153"/>
                <a:stretch>
                  <a:fillRect/>
                </a:stretch>
              </p:blipFill>
              <p:spPr>
                <a:xfrm>
                  <a:off x="9089613" y="5807361"/>
                  <a:ext cx="1749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46" name="Ink 145">
                  <a:extLst>
                    <a:ext uri="{FF2B5EF4-FFF2-40B4-BE49-F238E27FC236}">
                      <a16:creationId xmlns:a16="http://schemas.microsoft.com/office/drawing/2014/main" id="{1E48550D-1980-0114-BE04-1BFB1C5CA474}"/>
                    </a:ext>
                  </a:extLst>
                </p14:cNvPr>
                <p14:cNvContentPartPr/>
                <p14:nvPr/>
              </p14:nvContentPartPr>
              <p14:xfrm>
                <a:off x="9313173" y="5809881"/>
                <a:ext cx="100800" cy="128880"/>
              </p14:xfrm>
            </p:contentPart>
          </mc:Choice>
          <mc:Fallback>
            <p:pic>
              <p:nvPicPr>
                <p:cNvPr id="146" name="Ink 145">
                  <a:extLst>
                    <a:ext uri="{FF2B5EF4-FFF2-40B4-BE49-F238E27FC236}">
                      <a16:creationId xmlns:a16="http://schemas.microsoft.com/office/drawing/2014/main" id="{1E48550D-1980-0114-BE04-1BFB1C5CA474}"/>
                    </a:ext>
                  </a:extLst>
                </p:cNvPr>
                <p:cNvPicPr/>
                <p:nvPr/>
              </p:nvPicPr>
              <p:blipFill>
                <a:blip r:embed="rId155"/>
                <a:stretch>
                  <a:fillRect/>
                </a:stretch>
              </p:blipFill>
              <p:spPr>
                <a:xfrm>
                  <a:off x="9304173" y="5800881"/>
                  <a:ext cx="1184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47" name="Ink 146">
                  <a:extLst>
                    <a:ext uri="{FF2B5EF4-FFF2-40B4-BE49-F238E27FC236}">
                      <a16:creationId xmlns:a16="http://schemas.microsoft.com/office/drawing/2014/main" id="{0CBCE21C-DF53-D42E-1FC0-50BCD64534F0}"/>
                    </a:ext>
                  </a:extLst>
                </p14:cNvPr>
                <p14:cNvContentPartPr/>
                <p14:nvPr/>
              </p14:nvContentPartPr>
              <p14:xfrm>
                <a:off x="9461853" y="5744721"/>
                <a:ext cx="47520" cy="180720"/>
              </p14:xfrm>
            </p:contentPart>
          </mc:Choice>
          <mc:Fallback>
            <p:pic>
              <p:nvPicPr>
                <p:cNvPr id="147" name="Ink 146">
                  <a:extLst>
                    <a:ext uri="{FF2B5EF4-FFF2-40B4-BE49-F238E27FC236}">
                      <a16:creationId xmlns:a16="http://schemas.microsoft.com/office/drawing/2014/main" id="{0CBCE21C-DF53-D42E-1FC0-50BCD64534F0}"/>
                    </a:ext>
                  </a:extLst>
                </p:cNvPr>
                <p:cNvPicPr/>
                <p:nvPr/>
              </p:nvPicPr>
              <p:blipFill>
                <a:blip r:embed="rId157"/>
                <a:stretch>
                  <a:fillRect/>
                </a:stretch>
              </p:blipFill>
              <p:spPr>
                <a:xfrm>
                  <a:off x="9453213" y="5735721"/>
                  <a:ext cx="6516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48" name="Ink 147">
                  <a:extLst>
                    <a:ext uri="{FF2B5EF4-FFF2-40B4-BE49-F238E27FC236}">
                      <a16:creationId xmlns:a16="http://schemas.microsoft.com/office/drawing/2014/main" id="{B33108CD-793E-3B69-C2BF-7608724E61A1}"/>
                    </a:ext>
                  </a:extLst>
                </p14:cNvPr>
                <p14:cNvContentPartPr/>
                <p14:nvPr/>
              </p14:nvContentPartPr>
              <p14:xfrm>
                <a:off x="9485253" y="5799081"/>
                <a:ext cx="122040" cy="40680"/>
              </p14:xfrm>
            </p:contentPart>
          </mc:Choice>
          <mc:Fallback>
            <p:pic>
              <p:nvPicPr>
                <p:cNvPr id="148" name="Ink 147">
                  <a:extLst>
                    <a:ext uri="{FF2B5EF4-FFF2-40B4-BE49-F238E27FC236}">
                      <a16:creationId xmlns:a16="http://schemas.microsoft.com/office/drawing/2014/main" id="{B33108CD-793E-3B69-C2BF-7608724E61A1}"/>
                    </a:ext>
                  </a:extLst>
                </p:cNvPr>
                <p:cNvPicPr/>
                <p:nvPr/>
              </p:nvPicPr>
              <p:blipFill>
                <a:blip r:embed="rId159"/>
                <a:stretch>
                  <a:fillRect/>
                </a:stretch>
              </p:blipFill>
              <p:spPr>
                <a:xfrm>
                  <a:off x="9476613" y="5790081"/>
                  <a:ext cx="1396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50" name="Ink 149">
                  <a:extLst>
                    <a:ext uri="{FF2B5EF4-FFF2-40B4-BE49-F238E27FC236}">
                      <a16:creationId xmlns:a16="http://schemas.microsoft.com/office/drawing/2014/main" id="{83E15E57-9BE1-CE26-BC8C-ED468D7092F3}"/>
                    </a:ext>
                  </a:extLst>
                </p14:cNvPr>
                <p14:cNvContentPartPr/>
                <p14:nvPr/>
              </p14:nvContentPartPr>
              <p14:xfrm>
                <a:off x="8733933" y="6158361"/>
                <a:ext cx="189720" cy="253800"/>
              </p14:xfrm>
            </p:contentPart>
          </mc:Choice>
          <mc:Fallback>
            <p:pic>
              <p:nvPicPr>
                <p:cNvPr id="150" name="Ink 149">
                  <a:extLst>
                    <a:ext uri="{FF2B5EF4-FFF2-40B4-BE49-F238E27FC236}">
                      <a16:creationId xmlns:a16="http://schemas.microsoft.com/office/drawing/2014/main" id="{83E15E57-9BE1-CE26-BC8C-ED468D7092F3}"/>
                    </a:ext>
                  </a:extLst>
                </p:cNvPr>
                <p:cNvPicPr/>
                <p:nvPr/>
              </p:nvPicPr>
              <p:blipFill>
                <a:blip r:embed="rId161"/>
                <a:stretch>
                  <a:fillRect/>
                </a:stretch>
              </p:blipFill>
              <p:spPr>
                <a:xfrm>
                  <a:off x="8725293" y="6149721"/>
                  <a:ext cx="20736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51" name="Ink 150">
                  <a:extLst>
                    <a:ext uri="{FF2B5EF4-FFF2-40B4-BE49-F238E27FC236}">
                      <a16:creationId xmlns:a16="http://schemas.microsoft.com/office/drawing/2014/main" id="{23FB99EC-5E48-1A63-CB27-0A4F573C3D53}"/>
                    </a:ext>
                  </a:extLst>
                </p14:cNvPr>
                <p14:cNvContentPartPr/>
                <p14:nvPr/>
              </p14:nvContentPartPr>
              <p14:xfrm>
                <a:off x="8962533" y="6133161"/>
                <a:ext cx="271440" cy="272160"/>
              </p14:xfrm>
            </p:contentPart>
          </mc:Choice>
          <mc:Fallback>
            <p:pic>
              <p:nvPicPr>
                <p:cNvPr id="151" name="Ink 150">
                  <a:extLst>
                    <a:ext uri="{FF2B5EF4-FFF2-40B4-BE49-F238E27FC236}">
                      <a16:creationId xmlns:a16="http://schemas.microsoft.com/office/drawing/2014/main" id="{23FB99EC-5E48-1A63-CB27-0A4F573C3D53}"/>
                    </a:ext>
                  </a:extLst>
                </p:cNvPr>
                <p:cNvPicPr/>
                <p:nvPr/>
              </p:nvPicPr>
              <p:blipFill>
                <a:blip r:embed="rId163"/>
                <a:stretch>
                  <a:fillRect/>
                </a:stretch>
              </p:blipFill>
              <p:spPr>
                <a:xfrm>
                  <a:off x="8953893" y="6124161"/>
                  <a:ext cx="28908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52" name="Ink 151">
                  <a:extLst>
                    <a:ext uri="{FF2B5EF4-FFF2-40B4-BE49-F238E27FC236}">
                      <a16:creationId xmlns:a16="http://schemas.microsoft.com/office/drawing/2014/main" id="{3CAAF82B-9718-A1DB-13F5-03191F9679CF}"/>
                    </a:ext>
                  </a:extLst>
                </p14:cNvPr>
                <p14:cNvContentPartPr/>
                <p14:nvPr/>
              </p14:nvContentPartPr>
              <p14:xfrm>
                <a:off x="9178533" y="6278601"/>
                <a:ext cx="24840" cy="12240"/>
              </p14:xfrm>
            </p:contentPart>
          </mc:Choice>
          <mc:Fallback>
            <p:pic>
              <p:nvPicPr>
                <p:cNvPr id="152" name="Ink 151">
                  <a:extLst>
                    <a:ext uri="{FF2B5EF4-FFF2-40B4-BE49-F238E27FC236}">
                      <a16:creationId xmlns:a16="http://schemas.microsoft.com/office/drawing/2014/main" id="{3CAAF82B-9718-A1DB-13F5-03191F9679CF}"/>
                    </a:ext>
                  </a:extLst>
                </p:cNvPr>
                <p:cNvPicPr/>
                <p:nvPr/>
              </p:nvPicPr>
              <p:blipFill>
                <a:blip r:embed="rId165"/>
                <a:stretch>
                  <a:fillRect/>
                </a:stretch>
              </p:blipFill>
              <p:spPr>
                <a:xfrm>
                  <a:off x="9169533" y="6269601"/>
                  <a:ext cx="424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53" name="Ink 152">
                  <a:extLst>
                    <a:ext uri="{FF2B5EF4-FFF2-40B4-BE49-F238E27FC236}">
                      <a16:creationId xmlns:a16="http://schemas.microsoft.com/office/drawing/2014/main" id="{2C98C166-D603-C29D-2E23-53DCF938561B}"/>
                    </a:ext>
                  </a:extLst>
                </p14:cNvPr>
                <p14:cNvContentPartPr/>
                <p14:nvPr/>
              </p14:nvContentPartPr>
              <p14:xfrm>
                <a:off x="9270693" y="6126321"/>
                <a:ext cx="219960" cy="243360"/>
              </p14:xfrm>
            </p:contentPart>
          </mc:Choice>
          <mc:Fallback>
            <p:pic>
              <p:nvPicPr>
                <p:cNvPr id="153" name="Ink 152">
                  <a:extLst>
                    <a:ext uri="{FF2B5EF4-FFF2-40B4-BE49-F238E27FC236}">
                      <a16:creationId xmlns:a16="http://schemas.microsoft.com/office/drawing/2014/main" id="{2C98C166-D603-C29D-2E23-53DCF938561B}"/>
                    </a:ext>
                  </a:extLst>
                </p:cNvPr>
                <p:cNvPicPr/>
                <p:nvPr/>
              </p:nvPicPr>
              <p:blipFill>
                <a:blip r:embed="rId167"/>
                <a:stretch>
                  <a:fillRect/>
                </a:stretch>
              </p:blipFill>
              <p:spPr>
                <a:xfrm>
                  <a:off x="9262053" y="6117321"/>
                  <a:ext cx="23760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54" name="Ink 153">
                  <a:extLst>
                    <a:ext uri="{FF2B5EF4-FFF2-40B4-BE49-F238E27FC236}">
                      <a16:creationId xmlns:a16="http://schemas.microsoft.com/office/drawing/2014/main" id="{B77AEF36-415C-469A-0540-F5206F42E9FD}"/>
                    </a:ext>
                  </a:extLst>
                </p14:cNvPr>
                <p14:cNvContentPartPr/>
                <p14:nvPr/>
              </p14:nvContentPartPr>
              <p14:xfrm>
                <a:off x="9472653" y="6218121"/>
                <a:ext cx="227520" cy="160560"/>
              </p14:xfrm>
            </p:contentPart>
          </mc:Choice>
          <mc:Fallback>
            <p:pic>
              <p:nvPicPr>
                <p:cNvPr id="154" name="Ink 153">
                  <a:extLst>
                    <a:ext uri="{FF2B5EF4-FFF2-40B4-BE49-F238E27FC236}">
                      <a16:creationId xmlns:a16="http://schemas.microsoft.com/office/drawing/2014/main" id="{B77AEF36-415C-469A-0540-F5206F42E9FD}"/>
                    </a:ext>
                  </a:extLst>
                </p:cNvPr>
                <p:cNvPicPr/>
                <p:nvPr/>
              </p:nvPicPr>
              <p:blipFill>
                <a:blip r:embed="rId169"/>
                <a:stretch>
                  <a:fillRect/>
                </a:stretch>
              </p:blipFill>
              <p:spPr>
                <a:xfrm>
                  <a:off x="9464013" y="6209481"/>
                  <a:ext cx="24516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56" name="Ink 155">
                  <a:extLst>
                    <a:ext uri="{FF2B5EF4-FFF2-40B4-BE49-F238E27FC236}">
                      <a16:creationId xmlns:a16="http://schemas.microsoft.com/office/drawing/2014/main" id="{7DB48E43-6570-148A-61D7-A5DBF7B84F4F}"/>
                    </a:ext>
                  </a:extLst>
                </p14:cNvPr>
                <p14:cNvContentPartPr/>
                <p14:nvPr/>
              </p14:nvContentPartPr>
              <p14:xfrm>
                <a:off x="10068453" y="5782881"/>
                <a:ext cx="276120" cy="189000"/>
              </p14:xfrm>
            </p:contentPart>
          </mc:Choice>
          <mc:Fallback>
            <p:pic>
              <p:nvPicPr>
                <p:cNvPr id="156" name="Ink 155">
                  <a:extLst>
                    <a:ext uri="{FF2B5EF4-FFF2-40B4-BE49-F238E27FC236}">
                      <a16:creationId xmlns:a16="http://schemas.microsoft.com/office/drawing/2014/main" id="{7DB48E43-6570-148A-61D7-A5DBF7B84F4F}"/>
                    </a:ext>
                  </a:extLst>
                </p:cNvPr>
                <p:cNvPicPr/>
                <p:nvPr/>
              </p:nvPicPr>
              <p:blipFill>
                <a:blip r:embed="rId171"/>
                <a:stretch>
                  <a:fillRect/>
                </a:stretch>
              </p:blipFill>
              <p:spPr>
                <a:xfrm>
                  <a:off x="10059453" y="5773881"/>
                  <a:ext cx="29376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57" name="Ink 156">
                  <a:extLst>
                    <a:ext uri="{FF2B5EF4-FFF2-40B4-BE49-F238E27FC236}">
                      <a16:creationId xmlns:a16="http://schemas.microsoft.com/office/drawing/2014/main" id="{ABAC8C48-82F5-2BA2-8361-530C2E4A075E}"/>
                    </a:ext>
                  </a:extLst>
                </p14:cNvPr>
                <p14:cNvContentPartPr/>
                <p14:nvPr/>
              </p14:nvContentPartPr>
              <p14:xfrm>
                <a:off x="10323693" y="5820321"/>
                <a:ext cx="123120" cy="254520"/>
              </p14:xfrm>
            </p:contentPart>
          </mc:Choice>
          <mc:Fallback>
            <p:pic>
              <p:nvPicPr>
                <p:cNvPr id="157" name="Ink 156">
                  <a:extLst>
                    <a:ext uri="{FF2B5EF4-FFF2-40B4-BE49-F238E27FC236}">
                      <a16:creationId xmlns:a16="http://schemas.microsoft.com/office/drawing/2014/main" id="{ABAC8C48-82F5-2BA2-8361-530C2E4A075E}"/>
                    </a:ext>
                  </a:extLst>
                </p:cNvPr>
                <p:cNvPicPr/>
                <p:nvPr/>
              </p:nvPicPr>
              <p:blipFill>
                <a:blip r:embed="rId173"/>
                <a:stretch>
                  <a:fillRect/>
                </a:stretch>
              </p:blipFill>
              <p:spPr>
                <a:xfrm>
                  <a:off x="10314693" y="5811321"/>
                  <a:ext cx="14076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58" name="Ink 157">
                  <a:extLst>
                    <a:ext uri="{FF2B5EF4-FFF2-40B4-BE49-F238E27FC236}">
                      <a16:creationId xmlns:a16="http://schemas.microsoft.com/office/drawing/2014/main" id="{8752ACB2-3D7C-71FB-B29B-25C1989ABDAF}"/>
                    </a:ext>
                  </a:extLst>
                </p14:cNvPr>
                <p14:cNvContentPartPr/>
                <p14:nvPr/>
              </p14:nvContentPartPr>
              <p14:xfrm>
                <a:off x="10504413" y="5808441"/>
                <a:ext cx="154080" cy="252360"/>
              </p14:xfrm>
            </p:contentPart>
          </mc:Choice>
          <mc:Fallback>
            <p:pic>
              <p:nvPicPr>
                <p:cNvPr id="158" name="Ink 157">
                  <a:extLst>
                    <a:ext uri="{FF2B5EF4-FFF2-40B4-BE49-F238E27FC236}">
                      <a16:creationId xmlns:a16="http://schemas.microsoft.com/office/drawing/2014/main" id="{8752ACB2-3D7C-71FB-B29B-25C1989ABDAF}"/>
                    </a:ext>
                  </a:extLst>
                </p:cNvPr>
                <p:cNvPicPr/>
                <p:nvPr/>
              </p:nvPicPr>
              <p:blipFill>
                <a:blip r:embed="rId175"/>
                <a:stretch>
                  <a:fillRect/>
                </a:stretch>
              </p:blipFill>
              <p:spPr>
                <a:xfrm>
                  <a:off x="10495413" y="5799441"/>
                  <a:ext cx="17172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59" name="Ink 158">
                  <a:extLst>
                    <a:ext uri="{FF2B5EF4-FFF2-40B4-BE49-F238E27FC236}">
                      <a16:creationId xmlns:a16="http://schemas.microsoft.com/office/drawing/2014/main" id="{E0E4DC5A-7CD4-C0DB-4BE5-7640624C6D31}"/>
                    </a:ext>
                  </a:extLst>
                </p14:cNvPr>
                <p14:cNvContentPartPr/>
                <p14:nvPr/>
              </p14:nvContentPartPr>
              <p14:xfrm>
                <a:off x="10660293" y="5813841"/>
                <a:ext cx="342000" cy="153000"/>
              </p14:xfrm>
            </p:contentPart>
          </mc:Choice>
          <mc:Fallback>
            <p:pic>
              <p:nvPicPr>
                <p:cNvPr id="159" name="Ink 158">
                  <a:extLst>
                    <a:ext uri="{FF2B5EF4-FFF2-40B4-BE49-F238E27FC236}">
                      <a16:creationId xmlns:a16="http://schemas.microsoft.com/office/drawing/2014/main" id="{E0E4DC5A-7CD4-C0DB-4BE5-7640624C6D31}"/>
                    </a:ext>
                  </a:extLst>
                </p:cNvPr>
                <p:cNvPicPr/>
                <p:nvPr/>
              </p:nvPicPr>
              <p:blipFill>
                <a:blip r:embed="rId177"/>
                <a:stretch>
                  <a:fillRect/>
                </a:stretch>
              </p:blipFill>
              <p:spPr>
                <a:xfrm>
                  <a:off x="10651293" y="5805201"/>
                  <a:ext cx="35964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60" name="Ink 159">
                  <a:extLst>
                    <a:ext uri="{FF2B5EF4-FFF2-40B4-BE49-F238E27FC236}">
                      <a16:creationId xmlns:a16="http://schemas.microsoft.com/office/drawing/2014/main" id="{32C7D4B8-16BC-B00D-60EE-1288B06E7786}"/>
                    </a:ext>
                  </a:extLst>
                </p14:cNvPr>
                <p14:cNvContentPartPr/>
                <p14:nvPr/>
              </p14:nvContentPartPr>
              <p14:xfrm>
                <a:off x="11047653" y="5833641"/>
                <a:ext cx="117360" cy="166680"/>
              </p14:xfrm>
            </p:contentPart>
          </mc:Choice>
          <mc:Fallback>
            <p:pic>
              <p:nvPicPr>
                <p:cNvPr id="160" name="Ink 159">
                  <a:extLst>
                    <a:ext uri="{FF2B5EF4-FFF2-40B4-BE49-F238E27FC236}">
                      <a16:creationId xmlns:a16="http://schemas.microsoft.com/office/drawing/2014/main" id="{32C7D4B8-16BC-B00D-60EE-1288B06E7786}"/>
                    </a:ext>
                  </a:extLst>
                </p:cNvPr>
                <p:cNvPicPr/>
                <p:nvPr/>
              </p:nvPicPr>
              <p:blipFill>
                <a:blip r:embed="rId179"/>
                <a:stretch>
                  <a:fillRect/>
                </a:stretch>
              </p:blipFill>
              <p:spPr>
                <a:xfrm>
                  <a:off x="11039013" y="5824641"/>
                  <a:ext cx="13500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62" name="Ink 161">
                  <a:extLst>
                    <a:ext uri="{FF2B5EF4-FFF2-40B4-BE49-F238E27FC236}">
                      <a16:creationId xmlns:a16="http://schemas.microsoft.com/office/drawing/2014/main" id="{E076C544-4425-E276-CF56-F10E3B80F885}"/>
                    </a:ext>
                  </a:extLst>
                </p14:cNvPr>
                <p14:cNvContentPartPr/>
                <p14:nvPr/>
              </p14:nvContentPartPr>
              <p14:xfrm>
                <a:off x="11177973" y="5833641"/>
                <a:ext cx="126720" cy="231840"/>
              </p14:xfrm>
            </p:contentPart>
          </mc:Choice>
          <mc:Fallback>
            <p:pic>
              <p:nvPicPr>
                <p:cNvPr id="162" name="Ink 161">
                  <a:extLst>
                    <a:ext uri="{FF2B5EF4-FFF2-40B4-BE49-F238E27FC236}">
                      <a16:creationId xmlns:a16="http://schemas.microsoft.com/office/drawing/2014/main" id="{E076C544-4425-E276-CF56-F10E3B80F885}"/>
                    </a:ext>
                  </a:extLst>
                </p:cNvPr>
                <p:cNvPicPr/>
                <p:nvPr/>
              </p:nvPicPr>
              <p:blipFill>
                <a:blip r:embed="rId181"/>
                <a:stretch>
                  <a:fillRect/>
                </a:stretch>
              </p:blipFill>
              <p:spPr>
                <a:xfrm>
                  <a:off x="11168973" y="5824641"/>
                  <a:ext cx="14436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63" name="Ink 162">
                  <a:extLst>
                    <a:ext uri="{FF2B5EF4-FFF2-40B4-BE49-F238E27FC236}">
                      <a16:creationId xmlns:a16="http://schemas.microsoft.com/office/drawing/2014/main" id="{ABF4E3F2-94C9-EFEC-2E33-898B5794624F}"/>
                    </a:ext>
                  </a:extLst>
                </p14:cNvPr>
                <p14:cNvContentPartPr/>
                <p14:nvPr/>
              </p14:nvContentPartPr>
              <p14:xfrm>
                <a:off x="10208493" y="6279321"/>
                <a:ext cx="253440" cy="115920"/>
              </p14:xfrm>
            </p:contentPart>
          </mc:Choice>
          <mc:Fallback>
            <p:pic>
              <p:nvPicPr>
                <p:cNvPr id="163" name="Ink 162">
                  <a:extLst>
                    <a:ext uri="{FF2B5EF4-FFF2-40B4-BE49-F238E27FC236}">
                      <a16:creationId xmlns:a16="http://schemas.microsoft.com/office/drawing/2014/main" id="{ABF4E3F2-94C9-EFEC-2E33-898B5794624F}"/>
                    </a:ext>
                  </a:extLst>
                </p:cNvPr>
                <p:cNvPicPr/>
                <p:nvPr/>
              </p:nvPicPr>
              <p:blipFill>
                <a:blip r:embed="rId183"/>
                <a:stretch>
                  <a:fillRect/>
                </a:stretch>
              </p:blipFill>
              <p:spPr>
                <a:xfrm>
                  <a:off x="10199493" y="6270681"/>
                  <a:ext cx="27108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64" name="Ink 163">
                  <a:extLst>
                    <a:ext uri="{FF2B5EF4-FFF2-40B4-BE49-F238E27FC236}">
                      <a16:creationId xmlns:a16="http://schemas.microsoft.com/office/drawing/2014/main" id="{BD61F0E6-FF33-DF3E-33AB-FF1F07EA8602}"/>
                    </a:ext>
                  </a:extLst>
                </p14:cNvPr>
                <p14:cNvContentPartPr/>
                <p14:nvPr/>
              </p14:nvContentPartPr>
              <p14:xfrm>
                <a:off x="10575333" y="6154041"/>
                <a:ext cx="125640" cy="376200"/>
              </p14:xfrm>
            </p:contentPart>
          </mc:Choice>
          <mc:Fallback>
            <p:pic>
              <p:nvPicPr>
                <p:cNvPr id="164" name="Ink 163">
                  <a:extLst>
                    <a:ext uri="{FF2B5EF4-FFF2-40B4-BE49-F238E27FC236}">
                      <a16:creationId xmlns:a16="http://schemas.microsoft.com/office/drawing/2014/main" id="{BD61F0E6-FF33-DF3E-33AB-FF1F07EA8602}"/>
                    </a:ext>
                  </a:extLst>
                </p:cNvPr>
                <p:cNvPicPr/>
                <p:nvPr/>
              </p:nvPicPr>
              <p:blipFill>
                <a:blip r:embed="rId185"/>
                <a:stretch>
                  <a:fillRect/>
                </a:stretch>
              </p:blipFill>
              <p:spPr>
                <a:xfrm>
                  <a:off x="10566333" y="6145041"/>
                  <a:ext cx="14328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66" name="Ink 165">
                  <a:extLst>
                    <a:ext uri="{FF2B5EF4-FFF2-40B4-BE49-F238E27FC236}">
                      <a16:creationId xmlns:a16="http://schemas.microsoft.com/office/drawing/2014/main" id="{7DC31C41-3B03-D884-F74B-83DB4BDCEA1B}"/>
                    </a:ext>
                  </a:extLst>
                </p14:cNvPr>
                <p14:cNvContentPartPr/>
                <p14:nvPr/>
              </p14:nvContentPartPr>
              <p14:xfrm>
                <a:off x="11094453" y="5423601"/>
                <a:ext cx="393840" cy="311400"/>
              </p14:xfrm>
            </p:contentPart>
          </mc:Choice>
          <mc:Fallback>
            <p:pic>
              <p:nvPicPr>
                <p:cNvPr id="166" name="Ink 165">
                  <a:extLst>
                    <a:ext uri="{FF2B5EF4-FFF2-40B4-BE49-F238E27FC236}">
                      <a16:creationId xmlns:a16="http://schemas.microsoft.com/office/drawing/2014/main" id="{7DC31C41-3B03-D884-F74B-83DB4BDCEA1B}"/>
                    </a:ext>
                  </a:extLst>
                </p:cNvPr>
                <p:cNvPicPr/>
                <p:nvPr/>
              </p:nvPicPr>
              <p:blipFill>
                <a:blip r:embed="rId187"/>
                <a:stretch>
                  <a:fillRect/>
                </a:stretch>
              </p:blipFill>
              <p:spPr>
                <a:xfrm>
                  <a:off x="11085453" y="5414601"/>
                  <a:ext cx="411480" cy="3290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67" name="Ink 166">
                  <a:extLst>
                    <a:ext uri="{FF2B5EF4-FFF2-40B4-BE49-F238E27FC236}">
                      <a16:creationId xmlns:a16="http://schemas.microsoft.com/office/drawing/2014/main" id="{57837DC2-5AA4-CF65-AB4B-4FC0AD452FEB}"/>
                    </a:ext>
                  </a:extLst>
                </p14:cNvPr>
                <p14:cNvContentPartPr/>
                <p14:nvPr/>
              </p14:nvContentPartPr>
              <p14:xfrm>
                <a:off x="11458773" y="5474721"/>
                <a:ext cx="6120" cy="1440"/>
              </p14:xfrm>
            </p:contentPart>
          </mc:Choice>
          <mc:Fallback>
            <p:pic>
              <p:nvPicPr>
                <p:cNvPr id="167" name="Ink 166">
                  <a:extLst>
                    <a:ext uri="{FF2B5EF4-FFF2-40B4-BE49-F238E27FC236}">
                      <a16:creationId xmlns:a16="http://schemas.microsoft.com/office/drawing/2014/main" id="{57837DC2-5AA4-CF65-AB4B-4FC0AD452FEB}"/>
                    </a:ext>
                  </a:extLst>
                </p:cNvPr>
                <p:cNvPicPr/>
                <p:nvPr/>
              </p:nvPicPr>
              <p:blipFill>
                <a:blip r:embed="rId189"/>
                <a:stretch>
                  <a:fillRect/>
                </a:stretch>
              </p:blipFill>
              <p:spPr>
                <a:xfrm>
                  <a:off x="11449773" y="5465721"/>
                  <a:ext cx="2376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68" name="Ink 167">
                  <a:extLst>
                    <a:ext uri="{FF2B5EF4-FFF2-40B4-BE49-F238E27FC236}">
                      <a16:creationId xmlns:a16="http://schemas.microsoft.com/office/drawing/2014/main" id="{95162273-1369-9638-1AA2-CC4A4D0D72C3}"/>
                    </a:ext>
                  </a:extLst>
                </p14:cNvPr>
                <p14:cNvContentPartPr/>
                <p14:nvPr/>
              </p14:nvContentPartPr>
              <p14:xfrm>
                <a:off x="11522493" y="5539521"/>
                <a:ext cx="276840" cy="144360"/>
              </p14:xfrm>
            </p:contentPart>
          </mc:Choice>
          <mc:Fallback>
            <p:pic>
              <p:nvPicPr>
                <p:cNvPr id="168" name="Ink 167">
                  <a:extLst>
                    <a:ext uri="{FF2B5EF4-FFF2-40B4-BE49-F238E27FC236}">
                      <a16:creationId xmlns:a16="http://schemas.microsoft.com/office/drawing/2014/main" id="{95162273-1369-9638-1AA2-CC4A4D0D72C3}"/>
                    </a:ext>
                  </a:extLst>
                </p:cNvPr>
                <p:cNvPicPr/>
                <p:nvPr/>
              </p:nvPicPr>
              <p:blipFill>
                <a:blip r:embed="rId191"/>
                <a:stretch>
                  <a:fillRect/>
                </a:stretch>
              </p:blipFill>
              <p:spPr>
                <a:xfrm>
                  <a:off x="11513493" y="5530521"/>
                  <a:ext cx="29448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69" name="Ink 168">
                  <a:extLst>
                    <a:ext uri="{FF2B5EF4-FFF2-40B4-BE49-F238E27FC236}">
                      <a16:creationId xmlns:a16="http://schemas.microsoft.com/office/drawing/2014/main" id="{BAE153BD-6BB3-25A1-9F98-34F0BE021769}"/>
                    </a:ext>
                  </a:extLst>
                </p14:cNvPr>
                <p14:cNvContentPartPr/>
                <p14:nvPr/>
              </p14:nvContentPartPr>
              <p14:xfrm>
                <a:off x="11770533" y="5475801"/>
                <a:ext cx="116640" cy="223920"/>
              </p14:xfrm>
            </p:contentPart>
          </mc:Choice>
          <mc:Fallback>
            <p:pic>
              <p:nvPicPr>
                <p:cNvPr id="169" name="Ink 168">
                  <a:extLst>
                    <a:ext uri="{FF2B5EF4-FFF2-40B4-BE49-F238E27FC236}">
                      <a16:creationId xmlns:a16="http://schemas.microsoft.com/office/drawing/2014/main" id="{BAE153BD-6BB3-25A1-9F98-34F0BE021769}"/>
                    </a:ext>
                  </a:extLst>
                </p:cNvPr>
                <p:cNvPicPr/>
                <p:nvPr/>
              </p:nvPicPr>
              <p:blipFill>
                <a:blip r:embed="rId193"/>
                <a:stretch>
                  <a:fillRect/>
                </a:stretch>
              </p:blipFill>
              <p:spPr>
                <a:xfrm>
                  <a:off x="11761533" y="5466801"/>
                  <a:ext cx="13428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71" name="Ink 170">
                  <a:extLst>
                    <a:ext uri="{FF2B5EF4-FFF2-40B4-BE49-F238E27FC236}">
                      <a16:creationId xmlns:a16="http://schemas.microsoft.com/office/drawing/2014/main" id="{C50AE811-0443-B8FC-C498-EDF53D5B1E80}"/>
                    </a:ext>
                  </a:extLst>
                </p14:cNvPr>
                <p14:cNvContentPartPr/>
                <p14:nvPr/>
              </p14:nvContentPartPr>
              <p14:xfrm>
                <a:off x="11267613" y="6134961"/>
                <a:ext cx="473400" cy="220320"/>
              </p14:xfrm>
            </p:contentPart>
          </mc:Choice>
          <mc:Fallback>
            <p:pic>
              <p:nvPicPr>
                <p:cNvPr id="171" name="Ink 170">
                  <a:extLst>
                    <a:ext uri="{FF2B5EF4-FFF2-40B4-BE49-F238E27FC236}">
                      <a16:creationId xmlns:a16="http://schemas.microsoft.com/office/drawing/2014/main" id="{C50AE811-0443-B8FC-C498-EDF53D5B1E80}"/>
                    </a:ext>
                  </a:extLst>
                </p:cNvPr>
                <p:cNvPicPr/>
                <p:nvPr/>
              </p:nvPicPr>
              <p:blipFill>
                <a:blip r:embed="rId195"/>
                <a:stretch>
                  <a:fillRect/>
                </a:stretch>
              </p:blipFill>
              <p:spPr>
                <a:xfrm>
                  <a:off x="11258973" y="6126321"/>
                  <a:ext cx="49104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72" name="Ink 171">
                  <a:extLst>
                    <a:ext uri="{FF2B5EF4-FFF2-40B4-BE49-F238E27FC236}">
                      <a16:creationId xmlns:a16="http://schemas.microsoft.com/office/drawing/2014/main" id="{04F5286C-E552-29B7-99F9-9DE8C6112417}"/>
                    </a:ext>
                  </a:extLst>
                </p14:cNvPr>
                <p14:cNvContentPartPr/>
                <p14:nvPr/>
              </p14:nvContentPartPr>
              <p14:xfrm>
                <a:off x="11712573" y="6136401"/>
                <a:ext cx="24120" cy="27000"/>
              </p14:xfrm>
            </p:contentPart>
          </mc:Choice>
          <mc:Fallback>
            <p:pic>
              <p:nvPicPr>
                <p:cNvPr id="172" name="Ink 171">
                  <a:extLst>
                    <a:ext uri="{FF2B5EF4-FFF2-40B4-BE49-F238E27FC236}">
                      <a16:creationId xmlns:a16="http://schemas.microsoft.com/office/drawing/2014/main" id="{04F5286C-E552-29B7-99F9-9DE8C6112417}"/>
                    </a:ext>
                  </a:extLst>
                </p:cNvPr>
                <p:cNvPicPr/>
                <p:nvPr/>
              </p:nvPicPr>
              <p:blipFill>
                <a:blip r:embed="rId197"/>
                <a:stretch>
                  <a:fillRect/>
                </a:stretch>
              </p:blipFill>
              <p:spPr>
                <a:xfrm>
                  <a:off x="11703933" y="6127761"/>
                  <a:ext cx="417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73" name="Ink 172">
                  <a:extLst>
                    <a:ext uri="{FF2B5EF4-FFF2-40B4-BE49-F238E27FC236}">
                      <a16:creationId xmlns:a16="http://schemas.microsoft.com/office/drawing/2014/main" id="{3457AF5C-13DE-87B9-0E43-F08331809373}"/>
                    </a:ext>
                  </a:extLst>
                </p14:cNvPr>
                <p14:cNvContentPartPr/>
                <p14:nvPr/>
              </p14:nvContentPartPr>
              <p14:xfrm>
                <a:off x="11788533" y="6125961"/>
                <a:ext cx="60840" cy="228600"/>
              </p14:xfrm>
            </p:contentPart>
          </mc:Choice>
          <mc:Fallback>
            <p:pic>
              <p:nvPicPr>
                <p:cNvPr id="173" name="Ink 172">
                  <a:extLst>
                    <a:ext uri="{FF2B5EF4-FFF2-40B4-BE49-F238E27FC236}">
                      <a16:creationId xmlns:a16="http://schemas.microsoft.com/office/drawing/2014/main" id="{3457AF5C-13DE-87B9-0E43-F08331809373}"/>
                    </a:ext>
                  </a:extLst>
                </p:cNvPr>
                <p:cNvPicPr/>
                <p:nvPr/>
              </p:nvPicPr>
              <p:blipFill>
                <a:blip r:embed="rId199"/>
                <a:stretch>
                  <a:fillRect/>
                </a:stretch>
              </p:blipFill>
              <p:spPr>
                <a:xfrm>
                  <a:off x="11779893" y="6116961"/>
                  <a:ext cx="7848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74" name="Ink 173">
                  <a:extLst>
                    <a:ext uri="{FF2B5EF4-FFF2-40B4-BE49-F238E27FC236}">
                      <a16:creationId xmlns:a16="http://schemas.microsoft.com/office/drawing/2014/main" id="{F215158E-6BC8-67F0-CA2C-FF43C408821C}"/>
                    </a:ext>
                  </a:extLst>
                </p14:cNvPr>
                <p14:cNvContentPartPr/>
                <p14:nvPr/>
              </p14:nvContentPartPr>
              <p14:xfrm>
                <a:off x="11814453" y="6208401"/>
                <a:ext cx="74520" cy="30600"/>
              </p14:xfrm>
            </p:contentPart>
          </mc:Choice>
          <mc:Fallback>
            <p:pic>
              <p:nvPicPr>
                <p:cNvPr id="174" name="Ink 173">
                  <a:extLst>
                    <a:ext uri="{FF2B5EF4-FFF2-40B4-BE49-F238E27FC236}">
                      <a16:creationId xmlns:a16="http://schemas.microsoft.com/office/drawing/2014/main" id="{F215158E-6BC8-67F0-CA2C-FF43C408821C}"/>
                    </a:ext>
                  </a:extLst>
                </p:cNvPr>
                <p:cNvPicPr/>
                <p:nvPr/>
              </p:nvPicPr>
              <p:blipFill>
                <a:blip r:embed="rId201"/>
                <a:stretch>
                  <a:fillRect/>
                </a:stretch>
              </p:blipFill>
              <p:spPr>
                <a:xfrm>
                  <a:off x="11805813" y="6199761"/>
                  <a:ext cx="9216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76" name="Ink 175">
                  <a:extLst>
                    <a:ext uri="{FF2B5EF4-FFF2-40B4-BE49-F238E27FC236}">
                      <a16:creationId xmlns:a16="http://schemas.microsoft.com/office/drawing/2014/main" id="{75D101C7-4732-3576-2D6B-DCD3310892DE}"/>
                    </a:ext>
                  </a:extLst>
                </p14:cNvPr>
                <p14:cNvContentPartPr/>
                <p14:nvPr/>
              </p14:nvContentPartPr>
              <p14:xfrm>
                <a:off x="9718173" y="5434041"/>
                <a:ext cx="133920" cy="164520"/>
              </p14:xfrm>
            </p:contentPart>
          </mc:Choice>
          <mc:Fallback>
            <p:pic>
              <p:nvPicPr>
                <p:cNvPr id="176" name="Ink 175">
                  <a:extLst>
                    <a:ext uri="{FF2B5EF4-FFF2-40B4-BE49-F238E27FC236}">
                      <a16:creationId xmlns:a16="http://schemas.microsoft.com/office/drawing/2014/main" id="{75D101C7-4732-3576-2D6B-DCD3310892DE}"/>
                    </a:ext>
                  </a:extLst>
                </p:cNvPr>
                <p:cNvPicPr/>
                <p:nvPr/>
              </p:nvPicPr>
              <p:blipFill>
                <a:blip r:embed="rId203"/>
                <a:stretch>
                  <a:fillRect/>
                </a:stretch>
              </p:blipFill>
              <p:spPr>
                <a:xfrm>
                  <a:off x="9709533" y="5425401"/>
                  <a:ext cx="15156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77" name="Ink 176">
                  <a:extLst>
                    <a:ext uri="{FF2B5EF4-FFF2-40B4-BE49-F238E27FC236}">
                      <a16:creationId xmlns:a16="http://schemas.microsoft.com/office/drawing/2014/main" id="{4ABE1776-733E-CA53-DF60-15B3A722B64E}"/>
                    </a:ext>
                  </a:extLst>
                </p14:cNvPr>
                <p14:cNvContentPartPr/>
                <p14:nvPr/>
              </p14:nvContentPartPr>
              <p14:xfrm>
                <a:off x="9860013" y="5405601"/>
                <a:ext cx="605520" cy="215280"/>
              </p14:xfrm>
            </p:contentPart>
          </mc:Choice>
          <mc:Fallback>
            <p:pic>
              <p:nvPicPr>
                <p:cNvPr id="177" name="Ink 176">
                  <a:extLst>
                    <a:ext uri="{FF2B5EF4-FFF2-40B4-BE49-F238E27FC236}">
                      <a16:creationId xmlns:a16="http://schemas.microsoft.com/office/drawing/2014/main" id="{4ABE1776-733E-CA53-DF60-15B3A722B64E}"/>
                    </a:ext>
                  </a:extLst>
                </p:cNvPr>
                <p:cNvPicPr/>
                <p:nvPr/>
              </p:nvPicPr>
              <p:blipFill>
                <a:blip r:embed="rId205"/>
                <a:stretch>
                  <a:fillRect/>
                </a:stretch>
              </p:blipFill>
              <p:spPr>
                <a:xfrm>
                  <a:off x="9851373" y="5396601"/>
                  <a:ext cx="6231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78" name="Ink 177">
                  <a:extLst>
                    <a:ext uri="{FF2B5EF4-FFF2-40B4-BE49-F238E27FC236}">
                      <a16:creationId xmlns:a16="http://schemas.microsoft.com/office/drawing/2014/main" id="{CD83D1F1-13FA-B5E2-CFE9-EA3BAF67A9E6}"/>
                    </a:ext>
                  </a:extLst>
                </p14:cNvPr>
                <p14:cNvContentPartPr/>
                <p14:nvPr/>
              </p14:nvContentPartPr>
              <p14:xfrm>
                <a:off x="10480293" y="5476161"/>
                <a:ext cx="111600" cy="132480"/>
              </p14:xfrm>
            </p:contentPart>
          </mc:Choice>
          <mc:Fallback>
            <p:pic>
              <p:nvPicPr>
                <p:cNvPr id="178" name="Ink 177">
                  <a:extLst>
                    <a:ext uri="{FF2B5EF4-FFF2-40B4-BE49-F238E27FC236}">
                      <a16:creationId xmlns:a16="http://schemas.microsoft.com/office/drawing/2014/main" id="{CD83D1F1-13FA-B5E2-CFE9-EA3BAF67A9E6}"/>
                    </a:ext>
                  </a:extLst>
                </p:cNvPr>
                <p:cNvPicPr/>
                <p:nvPr/>
              </p:nvPicPr>
              <p:blipFill>
                <a:blip r:embed="rId207"/>
                <a:stretch>
                  <a:fillRect/>
                </a:stretch>
              </p:blipFill>
              <p:spPr>
                <a:xfrm>
                  <a:off x="10471293" y="5467521"/>
                  <a:ext cx="12924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82" name="Ink 181">
                  <a:extLst>
                    <a:ext uri="{FF2B5EF4-FFF2-40B4-BE49-F238E27FC236}">
                      <a16:creationId xmlns:a16="http://schemas.microsoft.com/office/drawing/2014/main" id="{21E0DB58-8113-DB15-3573-6FBFABD86CB3}"/>
                    </a:ext>
                  </a:extLst>
                </p14:cNvPr>
                <p14:cNvContentPartPr/>
                <p14:nvPr/>
              </p14:nvContentPartPr>
              <p14:xfrm>
                <a:off x="11424213" y="2227685"/>
                <a:ext cx="137160" cy="214920"/>
              </p14:xfrm>
            </p:contentPart>
          </mc:Choice>
          <mc:Fallback>
            <p:pic>
              <p:nvPicPr>
                <p:cNvPr id="182" name="Ink 181">
                  <a:extLst>
                    <a:ext uri="{FF2B5EF4-FFF2-40B4-BE49-F238E27FC236}">
                      <a16:creationId xmlns:a16="http://schemas.microsoft.com/office/drawing/2014/main" id="{21E0DB58-8113-DB15-3573-6FBFABD86CB3}"/>
                    </a:ext>
                  </a:extLst>
                </p:cNvPr>
                <p:cNvPicPr/>
                <p:nvPr/>
              </p:nvPicPr>
              <p:blipFill>
                <a:blip r:embed="rId209"/>
                <a:stretch>
                  <a:fillRect/>
                </a:stretch>
              </p:blipFill>
              <p:spPr>
                <a:xfrm>
                  <a:off x="11415573" y="2219045"/>
                  <a:ext cx="15480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83" name="Ink 182">
                  <a:extLst>
                    <a:ext uri="{FF2B5EF4-FFF2-40B4-BE49-F238E27FC236}">
                      <a16:creationId xmlns:a16="http://schemas.microsoft.com/office/drawing/2014/main" id="{11BD962C-E08D-8444-4165-7A1BE8FAE935}"/>
                    </a:ext>
                  </a:extLst>
                </p14:cNvPr>
                <p14:cNvContentPartPr/>
                <p14:nvPr/>
              </p14:nvContentPartPr>
              <p14:xfrm>
                <a:off x="11557773" y="2337845"/>
                <a:ext cx="119520" cy="128160"/>
              </p14:xfrm>
            </p:contentPart>
          </mc:Choice>
          <mc:Fallback>
            <p:pic>
              <p:nvPicPr>
                <p:cNvPr id="183" name="Ink 182">
                  <a:extLst>
                    <a:ext uri="{FF2B5EF4-FFF2-40B4-BE49-F238E27FC236}">
                      <a16:creationId xmlns:a16="http://schemas.microsoft.com/office/drawing/2014/main" id="{11BD962C-E08D-8444-4165-7A1BE8FAE935}"/>
                    </a:ext>
                  </a:extLst>
                </p:cNvPr>
                <p:cNvPicPr/>
                <p:nvPr/>
              </p:nvPicPr>
              <p:blipFill>
                <a:blip r:embed="rId211"/>
                <a:stretch>
                  <a:fillRect/>
                </a:stretch>
              </p:blipFill>
              <p:spPr>
                <a:xfrm>
                  <a:off x="11549133" y="2328845"/>
                  <a:ext cx="13716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84" name="Ink 183">
                  <a:extLst>
                    <a:ext uri="{FF2B5EF4-FFF2-40B4-BE49-F238E27FC236}">
                      <a16:creationId xmlns:a16="http://schemas.microsoft.com/office/drawing/2014/main" id="{C14F5A52-D002-7588-3188-111313E71771}"/>
                    </a:ext>
                  </a:extLst>
                </p14:cNvPr>
                <p14:cNvContentPartPr/>
                <p14:nvPr/>
              </p14:nvContentPartPr>
              <p14:xfrm>
                <a:off x="11655693" y="2369885"/>
                <a:ext cx="252000" cy="82080"/>
              </p14:xfrm>
            </p:contentPart>
          </mc:Choice>
          <mc:Fallback>
            <p:pic>
              <p:nvPicPr>
                <p:cNvPr id="184" name="Ink 183">
                  <a:extLst>
                    <a:ext uri="{FF2B5EF4-FFF2-40B4-BE49-F238E27FC236}">
                      <a16:creationId xmlns:a16="http://schemas.microsoft.com/office/drawing/2014/main" id="{C14F5A52-D002-7588-3188-111313E71771}"/>
                    </a:ext>
                  </a:extLst>
                </p:cNvPr>
                <p:cNvPicPr/>
                <p:nvPr/>
              </p:nvPicPr>
              <p:blipFill>
                <a:blip r:embed="rId213"/>
                <a:stretch>
                  <a:fillRect/>
                </a:stretch>
              </p:blipFill>
              <p:spPr>
                <a:xfrm>
                  <a:off x="11646693" y="2361245"/>
                  <a:ext cx="26964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85" name="Ink 184">
                  <a:extLst>
                    <a:ext uri="{FF2B5EF4-FFF2-40B4-BE49-F238E27FC236}">
                      <a16:creationId xmlns:a16="http://schemas.microsoft.com/office/drawing/2014/main" id="{835B9441-D31F-856E-D43E-20F50CC9B468}"/>
                    </a:ext>
                  </a:extLst>
                </p14:cNvPr>
                <p14:cNvContentPartPr/>
                <p14:nvPr/>
              </p14:nvContentPartPr>
              <p14:xfrm>
                <a:off x="11934693" y="2318405"/>
                <a:ext cx="10440" cy="31320"/>
              </p14:xfrm>
            </p:contentPart>
          </mc:Choice>
          <mc:Fallback>
            <p:pic>
              <p:nvPicPr>
                <p:cNvPr id="185" name="Ink 184">
                  <a:extLst>
                    <a:ext uri="{FF2B5EF4-FFF2-40B4-BE49-F238E27FC236}">
                      <a16:creationId xmlns:a16="http://schemas.microsoft.com/office/drawing/2014/main" id="{835B9441-D31F-856E-D43E-20F50CC9B468}"/>
                    </a:ext>
                  </a:extLst>
                </p:cNvPr>
                <p:cNvPicPr/>
                <p:nvPr/>
              </p:nvPicPr>
              <p:blipFill>
                <a:blip r:embed="rId215"/>
                <a:stretch>
                  <a:fillRect/>
                </a:stretch>
              </p:blipFill>
              <p:spPr>
                <a:xfrm>
                  <a:off x="11925693" y="2309765"/>
                  <a:ext cx="2808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86" name="Ink 185">
                  <a:extLst>
                    <a:ext uri="{FF2B5EF4-FFF2-40B4-BE49-F238E27FC236}">
                      <a16:creationId xmlns:a16="http://schemas.microsoft.com/office/drawing/2014/main" id="{CC0EFB94-C5D7-2184-26E5-92D1552C91EB}"/>
                    </a:ext>
                  </a:extLst>
                </p14:cNvPr>
                <p14:cNvContentPartPr/>
                <p14:nvPr/>
              </p14:nvContentPartPr>
              <p14:xfrm>
                <a:off x="11999133" y="2297525"/>
                <a:ext cx="3960" cy="136800"/>
              </p14:xfrm>
            </p:contentPart>
          </mc:Choice>
          <mc:Fallback>
            <p:pic>
              <p:nvPicPr>
                <p:cNvPr id="186" name="Ink 185">
                  <a:extLst>
                    <a:ext uri="{FF2B5EF4-FFF2-40B4-BE49-F238E27FC236}">
                      <a16:creationId xmlns:a16="http://schemas.microsoft.com/office/drawing/2014/main" id="{CC0EFB94-C5D7-2184-26E5-92D1552C91EB}"/>
                    </a:ext>
                  </a:extLst>
                </p:cNvPr>
                <p:cNvPicPr/>
                <p:nvPr/>
              </p:nvPicPr>
              <p:blipFill>
                <a:blip r:embed="rId217"/>
                <a:stretch>
                  <a:fillRect/>
                </a:stretch>
              </p:blipFill>
              <p:spPr>
                <a:xfrm>
                  <a:off x="11990493" y="2288525"/>
                  <a:ext cx="2160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87" name="Ink 186">
                  <a:extLst>
                    <a:ext uri="{FF2B5EF4-FFF2-40B4-BE49-F238E27FC236}">
                      <a16:creationId xmlns:a16="http://schemas.microsoft.com/office/drawing/2014/main" id="{B678CA9E-80EE-A7F4-5D0D-400B8CE8086E}"/>
                    </a:ext>
                  </a:extLst>
                </p14:cNvPr>
                <p14:cNvContentPartPr/>
                <p14:nvPr/>
              </p14:nvContentPartPr>
              <p14:xfrm>
                <a:off x="11979693" y="2364125"/>
                <a:ext cx="93600" cy="66600"/>
              </p14:xfrm>
            </p:contentPart>
          </mc:Choice>
          <mc:Fallback>
            <p:pic>
              <p:nvPicPr>
                <p:cNvPr id="187" name="Ink 186">
                  <a:extLst>
                    <a:ext uri="{FF2B5EF4-FFF2-40B4-BE49-F238E27FC236}">
                      <a16:creationId xmlns:a16="http://schemas.microsoft.com/office/drawing/2014/main" id="{B678CA9E-80EE-A7F4-5D0D-400B8CE8086E}"/>
                    </a:ext>
                  </a:extLst>
                </p:cNvPr>
                <p:cNvPicPr/>
                <p:nvPr/>
              </p:nvPicPr>
              <p:blipFill>
                <a:blip r:embed="rId219"/>
                <a:stretch>
                  <a:fillRect/>
                </a:stretch>
              </p:blipFill>
              <p:spPr>
                <a:xfrm>
                  <a:off x="11970693" y="2355485"/>
                  <a:ext cx="11124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88" name="Ink 187">
                  <a:extLst>
                    <a:ext uri="{FF2B5EF4-FFF2-40B4-BE49-F238E27FC236}">
                      <a16:creationId xmlns:a16="http://schemas.microsoft.com/office/drawing/2014/main" id="{C1C057FC-CC34-AA3E-B5F0-FA491AE523B5}"/>
                    </a:ext>
                  </a:extLst>
                </p14:cNvPr>
                <p14:cNvContentPartPr/>
                <p14:nvPr/>
              </p14:nvContentPartPr>
              <p14:xfrm>
                <a:off x="11400813" y="2597045"/>
                <a:ext cx="131400" cy="252720"/>
              </p14:xfrm>
            </p:contentPart>
          </mc:Choice>
          <mc:Fallback>
            <p:pic>
              <p:nvPicPr>
                <p:cNvPr id="188" name="Ink 187">
                  <a:extLst>
                    <a:ext uri="{FF2B5EF4-FFF2-40B4-BE49-F238E27FC236}">
                      <a16:creationId xmlns:a16="http://schemas.microsoft.com/office/drawing/2014/main" id="{C1C057FC-CC34-AA3E-B5F0-FA491AE523B5}"/>
                    </a:ext>
                  </a:extLst>
                </p:cNvPr>
                <p:cNvPicPr/>
                <p:nvPr/>
              </p:nvPicPr>
              <p:blipFill>
                <a:blip r:embed="rId221"/>
                <a:stretch>
                  <a:fillRect/>
                </a:stretch>
              </p:blipFill>
              <p:spPr>
                <a:xfrm>
                  <a:off x="11391813" y="2588045"/>
                  <a:ext cx="14904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89" name="Ink 188">
                  <a:extLst>
                    <a:ext uri="{FF2B5EF4-FFF2-40B4-BE49-F238E27FC236}">
                      <a16:creationId xmlns:a16="http://schemas.microsoft.com/office/drawing/2014/main" id="{D5188E62-4633-9A43-E449-0A9501BE189F}"/>
                    </a:ext>
                  </a:extLst>
                </p14:cNvPr>
                <p14:cNvContentPartPr/>
                <p14:nvPr/>
              </p14:nvContentPartPr>
              <p14:xfrm>
                <a:off x="11562813" y="2732045"/>
                <a:ext cx="168120" cy="239040"/>
              </p14:xfrm>
            </p:contentPart>
          </mc:Choice>
          <mc:Fallback>
            <p:pic>
              <p:nvPicPr>
                <p:cNvPr id="189" name="Ink 188">
                  <a:extLst>
                    <a:ext uri="{FF2B5EF4-FFF2-40B4-BE49-F238E27FC236}">
                      <a16:creationId xmlns:a16="http://schemas.microsoft.com/office/drawing/2014/main" id="{D5188E62-4633-9A43-E449-0A9501BE189F}"/>
                    </a:ext>
                  </a:extLst>
                </p:cNvPr>
                <p:cNvPicPr/>
                <p:nvPr/>
              </p:nvPicPr>
              <p:blipFill>
                <a:blip r:embed="rId223"/>
                <a:stretch>
                  <a:fillRect/>
                </a:stretch>
              </p:blipFill>
              <p:spPr>
                <a:xfrm>
                  <a:off x="11553813" y="2723045"/>
                  <a:ext cx="18576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90" name="Ink 189">
                  <a:extLst>
                    <a:ext uri="{FF2B5EF4-FFF2-40B4-BE49-F238E27FC236}">
                      <a16:creationId xmlns:a16="http://schemas.microsoft.com/office/drawing/2014/main" id="{02226656-B697-2A9D-F110-8787790D62B5}"/>
                    </a:ext>
                  </a:extLst>
                </p14:cNvPr>
                <p14:cNvContentPartPr/>
                <p14:nvPr/>
              </p14:nvContentPartPr>
              <p14:xfrm>
                <a:off x="11736333" y="2714045"/>
                <a:ext cx="253800" cy="132840"/>
              </p14:xfrm>
            </p:contentPart>
          </mc:Choice>
          <mc:Fallback>
            <p:pic>
              <p:nvPicPr>
                <p:cNvPr id="190" name="Ink 189">
                  <a:extLst>
                    <a:ext uri="{FF2B5EF4-FFF2-40B4-BE49-F238E27FC236}">
                      <a16:creationId xmlns:a16="http://schemas.microsoft.com/office/drawing/2014/main" id="{02226656-B697-2A9D-F110-8787790D62B5}"/>
                    </a:ext>
                  </a:extLst>
                </p:cNvPr>
                <p:cNvPicPr/>
                <p:nvPr/>
              </p:nvPicPr>
              <p:blipFill>
                <a:blip r:embed="rId225"/>
                <a:stretch>
                  <a:fillRect/>
                </a:stretch>
              </p:blipFill>
              <p:spPr>
                <a:xfrm>
                  <a:off x="11727693" y="2705405"/>
                  <a:ext cx="27144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91" name="Ink 190">
                  <a:extLst>
                    <a:ext uri="{FF2B5EF4-FFF2-40B4-BE49-F238E27FC236}">
                      <a16:creationId xmlns:a16="http://schemas.microsoft.com/office/drawing/2014/main" id="{75BFD160-52AD-192F-EB3A-5DD8B0076ED2}"/>
                    </a:ext>
                  </a:extLst>
                </p14:cNvPr>
                <p14:cNvContentPartPr/>
                <p14:nvPr/>
              </p14:nvContentPartPr>
              <p14:xfrm>
                <a:off x="11342853" y="3019685"/>
                <a:ext cx="617400" cy="307440"/>
              </p14:xfrm>
            </p:contentPart>
          </mc:Choice>
          <mc:Fallback>
            <p:pic>
              <p:nvPicPr>
                <p:cNvPr id="191" name="Ink 190">
                  <a:extLst>
                    <a:ext uri="{FF2B5EF4-FFF2-40B4-BE49-F238E27FC236}">
                      <a16:creationId xmlns:a16="http://schemas.microsoft.com/office/drawing/2014/main" id="{75BFD160-52AD-192F-EB3A-5DD8B0076ED2}"/>
                    </a:ext>
                  </a:extLst>
                </p:cNvPr>
                <p:cNvPicPr/>
                <p:nvPr/>
              </p:nvPicPr>
              <p:blipFill>
                <a:blip r:embed="rId227"/>
                <a:stretch>
                  <a:fillRect/>
                </a:stretch>
              </p:blipFill>
              <p:spPr>
                <a:xfrm>
                  <a:off x="11334213" y="3010685"/>
                  <a:ext cx="63504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92" name="Ink 191">
                  <a:extLst>
                    <a:ext uri="{FF2B5EF4-FFF2-40B4-BE49-F238E27FC236}">
                      <a16:creationId xmlns:a16="http://schemas.microsoft.com/office/drawing/2014/main" id="{8F910540-C198-0D50-407A-3D68580CA19E}"/>
                    </a:ext>
                  </a:extLst>
                </p14:cNvPr>
                <p14:cNvContentPartPr/>
                <p14:nvPr/>
              </p14:nvContentPartPr>
              <p14:xfrm>
                <a:off x="11418453" y="3498485"/>
                <a:ext cx="533160" cy="243720"/>
              </p14:xfrm>
            </p:contentPart>
          </mc:Choice>
          <mc:Fallback>
            <p:pic>
              <p:nvPicPr>
                <p:cNvPr id="192" name="Ink 191">
                  <a:extLst>
                    <a:ext uri="{FF2B5EF4-FFF2-40B4-BE49-F238E27FC236}">
                      <a16:creationId xmlns:a16="http://schemas.microsoft.com/office/drawing/2014/main" id="{8F910540-C198-0D50-407A-3D68580CA19E}"/>
                    </a:ext>
                  </a:extLst>
                </p:cNvPr>
                <p:cNvPicPr/>
                <p:nvPr/>
              </p:nvPicPr>
              <p:blipFill>
                <a:blip r:embed="rId229"/>
                <a:stretch>
                  <a:fillRect/>
                </a:stretch>
              </p:blipFill>
              <p:spPr>
                <a:xfrm>
                  <a:off x="11409813" y="3489485"/>
                  <a:ext cx="55080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3" name="Ink 2">
                  <a:extLst>
                    <a:ext uri="{FF2B5EF4-FFF2-40B4-BE49-F238E27FC236}">
                      <a16:creationId xmlns:a16="http://schemas.microsoft.com/office/drawing/2014/main" id="{E0C1EF3E-88B8-4A98-6B90-DBA129C9A23F}"/>
                    </a:ext>
                  </a:extLst>
                </p14:cNvPr>
                <p14:cNvContentPartPr/>
                <p14:nvPr/>
              </p14:nvContentPartPr>
              <p14:xfrm>
                <a:off x="1171413" y="2437761"/>
                <a:ext cx="344520" cy="411840"/>
              </p14:xfrm>
            </p:contentPart>
          </mc:Choice>
          <mc:Fallback>
            <p:pic>
              <p:nvPicPr>
                <p:cNvPr id="3" name="Ink 2">
                  <a:extLst>
                    <a:ext uri="{FF2B5EF4-FFF2-40B4-BE49-F238E27FC236}">
                      <a16:creationId xmlns:a16="http://schemas.microsoft.com/office/drawing/2014/main" id="{E0C1EF3E-88B8-4A98-6B90-DBA129C9A23F}"/>
                    </a:ext>
                  </a:extLst>
                </p:cNvPr>
                <p:cNvPicPr/>
                <p:nvPr/>
              </p:nvPicPr>
              <p:blipFill>
                <a:blip r:embed="rId231"/>
                <a:stretch>
                  <a:fillRect/>
                </a:stretch>
              </p:blipFill>
              <p:spPr>
                <a:xfrm>
                  <a:off x="1162413" y="2429121"/>
                  <a:ext cx="36216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4" name="Ink 3">
                  <a:extLst>
                    <a:ext uri="{FF2B5EF4-FFF2-40B4-BE49-F238E27FC236}">
                      <a16:creationId xmlns:a16="http://schemas.microsoft.com/office/drawing/2014/main" id="{A36AA0F2-4743-6B42-0ED8-CBC166B2760A}"/>
                    </a:ext>
                  </a:extLst>
                </p14:cNvPr>
                <p14:cNvContentPartPr/>
                <p14:nvPr/>
              </p14:nvContentPartPr>
              <p14:xfrm>
                <a:off x="1141893" y="2889201"/>
                <a:ext cx="308160" cy="342720"/>
              </p14:xfrm>
            </p:contentPart>
          </mc:Choice>
          <mc:Fallback>
            <p:pic>
              <p:nvPicPr>
                <p:cNvPr id="4" name="Ink 3">
                  <a:extLst>
                    <a:ext uri="{FF2B5EF4-FFF2-40B4-BE49-F238E27FC236}">
                      <a16:creationId xmlns:a16="http://schemas.microsoft.com/office/drawing/2014/main" id="{A36AA0F2-4743-6B42-0ED8-CBC166B2760A}"/>
                    </a:ext>
                  </a:extLst>
                </p:cNvPr>
                <p:cNvPicPr/>
                <p:nvPr/>
              </p:nvPicPr>
              <p:blipFill>
                <a:blip r:embed="rId233"/>
                <a:stretch>
                  <a:fillRect/>
                </a:stretch>
              </p:blipFill>
              <p:spPr>
                <a:xfrm>
                  <a:off x="1132893" y="2880561"/>
                  <a:ext cx="325800" cy="3603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6" name="Ink 5">
                  <a:extLst>
                    <a:ext uri="{FF2B5EF4-FFF2-40B4-BE49-F238E27FC236}">
                      <a16:creationId xmlns:a16="http://schemas.microsoft.com/office/drawing/2014/main" id="{A7ECB3ED-532F-8186-5A2F-43A1D8C94E24}"/>
                    </a:ext>
                  </a:extLst>
                </p14:cNvPr>
                <p14:cNvContentPartPr/>
                <p14:nvPr/>
              </p14:nvContentPartPr>
              <p14:xfrm>
                <a:off x="1811853" y="2829801"/>
                <a:ext cx="812520" cy="29520"/>
              </p14:xfrm>
            </p:contentPart>
          </mc:Choice>
          <mc:Fallback>
            <p:pic>
              <p:nvPicPr>
                <p:cNvPr id="6" name="Ink 5">
                  <a:extLst>
                    <a:ext uri="{FF2B5EF4-FFF2-40B4-BE49-F238E27FC236}">
                      <a16:creationId xmlns:a16="http://schemas.microsoft.com/office/drawing/2014/main" id="{A7ECB3ED-532F-8186-5A2F-43A1D8C94E24}"/>
                    </a:ext>
                  </a:extLst>
                </p:cNvPr>
                <p:cNvPicPr/>
                <p:nvPr/>
              </p:nvPicPr>
              <p:blipFill>
                <a:blip r:embed="rId235"/>
                <a:stretch>
                  <a:fillRect/>
                </a:stretch>
              </p:blipFill>
              <p:spPr>
                <a:xfrm>
                  <a:off x="1802853" y="2820801"/>
                  <a:ext cx="8301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7" name="Ink 6">
                  <a:extLst>
                    <a:ext uri="{FF2B5EF4-FFF2-40B4-BE49-F238E27FC236}">
                      <a16:creationId xmlns:a16="http://schemas.microsoft.com/office/drawing/2014/main" id="{93251416-98F8-5C70-AB2E-0BE99A985CB5}"/>
                    </a:ext>
                  </a:extLst>
                </p14:cNvPr>
                <p14:cNvContentPartPr/>
                <p14:nvPr/>
              </p14:nvContentPartPr>
              <p14:xfrm>
                <a:off x="2508813" y="2734041"/>
                <a:ext cx="188280" cy="165960"/>
              </p14:xfrm>
            </p:contentPart>
          </mc:Choice>
          <mc:Fallback>
            <p:pic>
              <p:nvPicPr>
                <p:cNvPr id="7" name="Ink 6">
                  <a:extLst>
                    <a:ext uri="{FF2B5EF4-FFF2-40B4-BE49-F238E27FC236}">
                      <a16:creationId xmlns:a16="http://schemas.microsoft.com/office/drawing/2014/main" id="{93251416-98F8-5C70-AB2E-0BE99A985CB5}"/>
                    </a:ext>
                  </a:extLst>
                </p:cNvPr>
                <p:cNvPicPr/>
                <p:nvPr/>
              </p:nvPicPr>
              <p:blipFill>
                <a:blip r:embed="rId237"/>
                <a:stretch>
                  <a:fillRect/>
                </a:stretch>
              </p:blipFill>
              <p:spPr>
                <a:xfrm>
                  <a:off x="2499813" y="2725041"/>
                  <a:ext cx="2059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8" name="Ink 7">
                  <a:extLst>
                    <a:ext uri="{FF2B5EF4-FFF2-40B4-BE49-F238E27FC236}">
                      <a16:creationId xmlns:a16="http://schemas.microsoft.com/office/drawing/2014/main" id="{D2B0776A-EA49-21A5-8A9F-7F29B6D3E2EE}"/>
                    </a:ext>
                  </a:extLst>
                </p14:cNvPr>
                <p14:cNvContentPartPr/>
                <p14:nvPr/>
              </p14:nvContentPartPr>
              <p14:xfrm>
                <a:off x="2950893" y="2136441"/>
                <a:ext cx="596880" cy="1004040"/>
              </p14:xfrm>
            </p:contentPart>
          </mc:Choice>
          <mc:Fallback>
            <p:pic>
              <p:nvPicPr>
                <p:cNvPr id="8" name="Ink 7">
                  <a:extLst>
                    <a:ext uri="{FF2B5EF4-FFF2-40B4-BE49-F238E27FC236}">
                      <a16:creationId xmlns:a16="http://schemas.microsoft.com/office/drawing/2014/main" id="{D2B0776A-EA49-21A5-8A9F-7F29B6D3E2EE}"/>
                    </a:ext>
                  </a:extLst>
                </p:cNvPr>
                <p:cNvPicPr/>
                <p:nvPr/>
              </p:nvPicPr>
              <p:blipFill>
                <a:blip r:embed="rId239"/>
                <a:stretch>
                  <a:fillRect/>
                </a:stretch>
              </p:blipFill>
              <p:spPr>
                <a:xfrm>
                  <a:off x="2941893" y="2127801"/>
                  <a:ext cx="614520" cy="10216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9" name="Ink 8">
                  <a:extLst>
                    <a:ext uri="{FF2B5EF4-FFF2-40B4-BE49-F238E27FC236}">
                      <a16:creationId xmlns:a16="http://schemas.microsoft.com/office/drawing/2014/main" id="{8528DC06-676B-6716-AC51-CF6A784C14C0}"/>
                    </a:ext>
                  </a:extLst>
                </p14:cNvPr>
                <p14:cNvContentPartPr/>
                <p14:nvPr/>
              </p14:nvContentPartPr>
              <p14:xfrm>
                <a:off x="2839293" y="1214481"/>
                <a:ext cx="2525400" cy="1102320"/>
              </p14:xfrm>
            </p:contentPart>
          </mc:Choice>
          <mc:Fallback>
            <p:pic>
              <p:nvPicPr>
                <p:cNvPr id="9" name="Ink 8">
                  <a:extLst>
                    <a:ext uri="{FF2B5EF4-FFF2-40B4-BE49-F238E27FC236}">
                      <a16:creationId xmlns:a16="http://schemas.microsoft.com/office/drawing/2014/main" id="{8528DC06-676B-6716-AC51-CF6A784C14C0}"/>
                    </a:ext>
                  </a:extLst>
                </p:cNvPr>
                <p:cNvPicPr/>
                <p:nvPr/>
              </p:nvPicPr>
              <p:blipFill>
                <a:blip r:embed="rId241"/>
                <a:stretch>
                  <a:fillRect/>
                </a:stretch>
              </p:blipFill>
              <p:spPr>
                <a:xfrm>
                  <a:off x="2830293" y="1205481"/>
                  <a:ext cx="2543040" cy="11199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0" name="Ink 9">
                  <a:extLst>
                    <a:ext uri="{FF2B5EF4-FFF2-40B4-BE49-F238E27FC236}">
                      <a16:creationId xmlns:a16="http://schemas.microsoft.com/office/drawing/2014/main" id="{73793DA3-541B-35A0-6058-D85DAB1FE3F7}"/>
                    </a:ext>
                  </a:extLst>
                </p14:cNvPr>
                <p14:cNvContentPartPr/>
                <p14:nvPr/>
              </p14:nvContentPartPr>
              <p14:xfrm>
                <a:off x="4154373" y="2085321"/>
                <a:ext cx="720360" cy="1112400"/>
              </p14:xfrm>
            </p:contentPart>
          </mc:Choice>
          <mc:Fallback>
            <p:pic>
              <p:nvPicPr>
                <p:cNvPr id="10" name="Ink 9">
                  <a:extLst>
                    <a:ext uri="{FF2B5EF4-FFF2-40B4-BE49-F238E27FC236}">
                      <a16:creationId xmlns:a16="http://schemas.microsoft.com/office/drawing/2014/main" id="{73793DA3-541B-35A0-6058-D85DAB1FE3F7}"/>
                    </a:ext>
                  </a:extLst>
                </p:cNvPr>
                <p:cNvPicPr/>
                <p:nvPr/>
              </p:nvPicPr>
              <p:blipFill>
                <a:blip r:embed="rId243"/>
                <a:stretch>
                  <a:fillRect/>
                </a:stretch>
              </p:blipFill>
              <p:spPr>
                <a:xfrm>
                  <a:off x="4145373" y="2076321"/>
                  <a:ext cx="738000" cy="11300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1" name="Ink 10">
                  <a:extLst>
                    <a:ext uri="{FF2B5EF4-FFF2-40B4-BE49-F238E27FC236}">
                      <a16:creationId xmlns:a16="http://schemas.microsoft.com/office/drawing/2014/main" id="{D12874AE-0312-283C-FA1A-C44002DE95C2}"/>
                    </a:ext>
                  </a:extLst>
                </p14:cNvPr>
                <p14:cNvContentPartPr/>
                <p14:nvPr/>
              </p14:nvContentPartPr>
              <p14:xfrm>
                <a:off x="5040693" y="1992801"/>
                <a:ext cx="527400" cy="1080360"/>
              </p14:xfrm>
            </p:contentPart>
          </mc:Choice>
          <mc:Fallback>
            <p:pic>
              <p:nvPicPr>
                <p:cNvPr id="11" name="Ink 10">
                  <a:extLst>
                    <a:ext uri="{FF2B5EF4-FFF2-40B4-BE49-F238E27FC236}">
                      <a16:creationId xmlns:a16="http://schemas.microsoft.com/office/drawing/2014/main" id="{D12874AE-0312-283C-FA1A-C44002DE95C2}"/>
                    </a:ext>
                  </a:extLst>
                </p:cNvPr>
                <p:cNvPicPr/>
                <p:nvPr/>
              </p:nvPicPr>
              <p:blipFill>
                <a:blip r:embed="rId245"/>
                <a:stretch>
                  <a:fillRect/>
                </a:stretch>
              </p:blipFill>
              <p:spPr>
                <a:xfrm>
                  <a:off x="5032053" y="1983801"/>
                  <a:ext cx="545040" cy="10980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2" name="Ink 11">
                  <a:extLst>
                    <a:ext uri="{FF2B5EF4-FFF2-40B4-BE49-F238E27FC236}">
                      <a16:creationId xmlns:a16="http://schemas.microsoft.com/office/drawing/2014/main" id="{9EAD939B-AF94-5477-2C99-D0996308376D}"/>
                    </a:ext>
                  </a:extLst>
                </p14:cNvPr>
                <p14:cNvContentPartPr/>
                <p14:nvPr/>
              </p14:nvContentPartPr>
              <p14:xfrm>
                <a:off x="3176973" y="2982441"/>
                <a:ext cx="2894760" cy="85320"/>
              </p14:xfrm>
            </p:contentPart>
          </mc:Choice>
          <mc:Fallback>
            <p:pic>
              <p:nvPicPr>
                <p:cNvPr id="12" name="Ink 11">
                  <a:extLst>
                    <a:ext uri="{FF2B5EF4-FFF2-40B4-BE49-F238E27FC236}">
                      <a16:creationId xmlns:a16="http://schemas.microsoft.com/office/drawing/2014/main" id="{9EAD939B-AF94-5477-2C99-D0996308376D}"/>
                    </a:ext>
                  </a:extLst>
                </p:cNvPr>
                <p:cNvPicPr/>
                <p:nvPr/>
              </p:nvPicPr>
              <p:blipFill>
                <a:blip r:embed="rId247"/>
                <a:stretch>
                  <a:fillRect/>
                </a:stretch>
              </p:blipFill>
              <p:spPr>
                <a:xfrm>
                  <a:off x="3168333" y="2973441"/>
                  <a:ext cx="291240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3" name="Ink 12">
                  <a:extLst>
                    <a:ext uri="{FF2B5EF4-FFF2-40B4-BE49-F238E27FC236}">
                      <a16:creationId xmlns:a16="http://schemas.microsoft.com/office/drawing/2014/main" id="{682FC3FF-ECBF-26F3-7C33-5EB049B81603}"/>
                    </a:ext>
                  </a:extLst>
                </p14:cNvPr>
                <p14:cNvContentPartPr/>
                <p14:nvPr/>
              </p14:nvContentPartPr>
              <p14:xfrm>
                <a:off x="5353893" y="1485921"/>
                <a:ext cx="229680" cy="306720"/>
              </p14:xfrm>
            </p:contentPart>
          </mc:Choice>
          <mc:Fallback>
            <p:pic>
              <p:nvPicPr>
                <p:cNvPr id="13" name="Ink 12">
                  <a:extLst>
                    <a:ext uri="{FF2B5EF4-FFF2-40B4-BE49-F238E27FC236}">
                      <a16:creationId xmlns:a16="http://schemas.microsoft.com/office/drawing/2014/main" id="{682FC3FF-ECBF-26F3-7C33-5EB049B81603}"/>
                    </a:ext>
                  </a:extLst>
                </p:cNvPr>
                <p:cNvPicPr/>
                <p:nvPr/>
              </p:nvPicPr>
              <p:blipFill>
                <a:blip r:embed="rId249"/>
                <a:stretch>
                  <a:fillRect/>
                </a:stretch>
              </p:blipFill>
              <p:spPr>
                <a:xfrm>
                  <a:off x="5345253" y="1476921"/>
                  <a:ext cx="24732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 name="Ink 13">
                  <a:extLst>
                    <a:ext uri="{FF2B5EF4-FFF2-40B4-BE49-F238E27FC236}">
                      <a16:creationId xmlns:a16="http://schemas.microsoft.com/office/drawing/2014/main" id="{7338E7AE-1480-6AB5-BF58-0155F667C810}"/>
                    </a:ext>
                  </a:extLst>
                </p14:cNvPr>
                <p14:cNvContentPartPr/>
                <p14:nvPr/>
              </p14:nvContentPartPr>
              <p14:xfrm>
                <a:off x="5597253" y="1624521"/>
                <a:ext cx="150120" cy="121680"/>
              </p14:xfrm>
            </p:contentPart>
          </mc:Choice>
          <mc:Fallback>
            <p:pic>
              <p:nvPicPr>
                <p:cNvPr id="14" name="Ink 13">
                  <a:extLst>
                    <a:ext uri="{FF2B5EF4-FFF2-40B4-BE49-F238E27FC236}">
                      <a16:creationId xmlns:a16="http://schemas.microsoft.com/office/drawing/2014/main" id="{7338E7AE-1480-6AB5-BF58-0155F667C810}"/>
                    </a:ext>
                  </a:extLst>
                </p:cNvPr>
                <p:cNvPicPr/>
                <p:nvPr/>
              </p:nvPicPr>
              <p:blipFill>
                <a:blip r:embed="rId251"/>
                <a:stretch>
                  <a:fillRect/>
                </a:stretch>
              </p:blipFill>
              <p:spPr>
                <a:xfrm>
                  <a:off x="5588253" y="1615521"/>
                  <a:ext cx="16776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7" name="Ink 16">
                  <a:extLst>
                    <a:ext uri="{FF2B5EF4-FFF2-40B4-BE49-F238E27FC236}">
                      <a16:creationId xmlns:a16="http://schemas.microsoft.com/office/drawing/2014/main" id="{64B152AC-8240-A682-9939-3499BDFEF6EC}"/>
                    </a:ext>
                  </a:extLst>
                </p14:cNvPr>
                <p14:cNvContentPartPr/>
                <p14:nvPr/>
              </p14:nvContentPartPr>
              <p14:xfrm>
                <a:off x="5761413" y="1597161"/>
                <a:ext cx="159480" cy="117720"/>
              </p14:xfrm>
            </p:contentPart>
          </mc:Choice>
          <mc:Fallback>
            <p:pic>
              <p:nvPicPr>
                <p:cNvPr id="17" name="Ink 16">
                  <a:extLst>
                    <a:ext uri="{FF2B5EF4-FFF2-40B4-BE49-F238E27FC236}">
                      <a16:creationId xmlns:a16="http://schemas.microsoft.com/office/drawing/2014/main" id="{64B152AC-8240-A682-9939-3499BDFEF6EC}"/>
                    </a:ext>
                  </a:extLst>
                </p:cNvPr>
                <p:cNvPicPr/>
                <p:nvPr/>
              </p:nvPicPr>
              <p:blipFill>
                <a:blip r:embed="rId253"/>
                <a:stretch>
                  <a:fillRect/>
                </a:stretch>
              </p:blipFill>
              <p:spPr>
                <a:xfrm>
                  <a:off x="5752413" y="1588161"/>
                  <a:ext cx="17712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8" name="Ink 17">
                  <a:extLst>
                    <a:ext uri="{FF2B5EF4-FFF2-40B4-BE49-F238E27FC236}">
                      <a16:creationId xmlns:a16="http://schemas.microsoft.com/office/drawing/2014/main" id="{D6B01FF4-CD80-9CDF-5D32-94F1D51325EB}"/>
                    </a:ext>
                  </a:extLst>
                </p14:cNvPr>
                <p14:cNvContentPartPr/>
                <p14:nvPr/>
              </p14:nvContentPartPr>
              <p14:xfrm>
                <a:off x="5931333" y="1444161"/>
                <a:ext cx="374040" cy="256320"/>
              </p14:xfrm>
            </p:contentPart>
          </mc:Choice>
          <mc:Fallback>
            <p:pic>
              <p:nvPicPr>
                <p:cNvPr id="18" name="Ink 17">
                  <a:extLst>
                    <a:ext uri="{FF2B5EF4-FFF2-40B4-BE49-F238E27FC236}">
                      <a16:creationId xmlns:a16="http://schemas.microsoft.com/office/drawing/2014/main" id="{D6B01FF4-CD80-9CDF-5D32-94F1D51325EB}"/>
                    </a:ext>
                  </a:extLst>
                </p:cNvPr>
                <p:cNvPicPr/>
                <p:nvPr/>
              </p:nvPicPr>
              <p:blipFill>
                <a:blip r:embed="rId255"/>
                <a:stretch>
                  <a:fillRect/>
                </a:stretch>
              </p:blipFill>
              <p:spPr>
                <a:xfrm>
                  <a:off x="5922333" y="1435521"/>
                  <a:ext cx="39168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42" name="Ink 41">
                  <a:extLst>
                    <a:ext uri="{FF2B5EF4-FFF2-40B4-BE49-F238E27FC236}">
                      <a16:creationId xmlns:a16="http://schemas.microsoft.com/office/drawing/2014/main" id="{D7BAC571-D1AB-E075-6475-0ABE6A21E01F}"/>
                    </a:ext>
                  </a:extLst>
                </p14:cNvPr>
                <p14:cNvContentPartPr/>
                <p14:nvPr/>
              </p14:nvContentPartPr>
              <p14:xfrm>
                <a:off x="7043013" y="4652841"/>
                <a:ext cx="39600" cy="123120"/>
              </p14:xfrm>
            </p:contentPart>
          </mc:Choice>
          <mc:Fallback>
            <p:pic>
              <p:nvPicPr>
                <p:cNvPr id="42" name="Ink 41">
                  <a:extLst>
                    <a:ext uri="{FF2B5EF4-FFF2-40B4-BE49-F238E27FC236}">
                      <a16:creationId xmlns:a16="http://schemas.microsoft.com/office/drawing/2014/main" id="{D7BAC571-D1AB-E075-6475-0ABE6A21E01F}"/>
                    </a:ext>
                  </a:extLst>
                </p:cNvPr>
                <p:cNvPicPr/>
                <p:nvPr/>
              </p:nvPicPr>
              <p:blipFill>
                <a:blip r:embed="rId257"/>
                <a:stretch>
                  <a:fillRect/>
                </a:stretch>
              </p:blipFill>
              <p:spPr>
                <a:xfrm>
                  <a:off x="7034373" y="4644201"/>
                  <a:ext cx="5724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43" name="Ink 42">
                  <a:extLst>
                    <a:ext uri="{FF2B5EF4-FFF2-40B4-BE49-F238E27FC236}">
                      <a16:creationId xmlns:a16="http://schemas.microsoft.com/office/drawing/2014/main" id="{CB869B3F-4001-8973-FC13-7DFFD26B6C14}"/>
                    </a:ext>
                  </a:extLst>
                </p14:cNvPr>
                <p14:cNvContentPartPr/>
                <p14:nvPr/>
              </p14:nvContentPartPr>
              <p14:xfrm>
                <a:off x="7054533" y="4559961"/>
                <a:ext cx="360" cy="3600"/>
              </p14:xfrm>
            </p:contentPart>
          </mc:Choice>
          <mc:Fallback>
            <p:pic>
              <p:nvPicPr>
                <p:cNvPr id="43" name="Ink 42">
                  <a:extLst>
                    <a:ext uri="{FF2B5EF4-FFF2-40B4-BE49-F238E27FC236}">
                      <a16:creationId xmlns:a16="http://schemas.microsoft.com/office/drawing/2014/main" id="{CB869B3F-4001-8973-FC13-7DFFD26B6C14}"/>
                    </a:ext>
                  </a:extLst>
                </p:cNvPr>
                <p:cNvPicPr/>
                <p:nvPr/>
              </p:nvPicPr>
              <p:blipFill>
                <a:blip r:embed="rId189"/>
                <a:stretch>
                  <a:fillRect/>
                </a:stretch>
              </p:blipFill>
              <p:spPr>
                <a:xfrm>
                  <a:off x="7045893" y="4551321"/>
                  <a:ext cx="180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44" name="Ink 43">
                  <a:extLst>
                    <a:ext uri="{FF2B5EF4-FFF2-40B4-BE49-F238E27FC236}">
                      <a16:creationId xmlns:a16="http://schemas.microsoft.com/office/drawing/2014/main" id="{1D5ADEB9-87BF-1AC7-B039-BD72CD9ADE6D}"/>
                    </a:ext>
                  </a:extLst>
                </p14:cNvPr>
                <p14:cNvContentPartPr/>
                <p14:nvPr/>
              </p14:nvContentPartPr>
              <p14:xfrm>
                <a:off x="7108173" y="4633761"/>
                <a:ext cx="126720" cy="129600"/>
              </p14:xfrm>
            </p:contentPart>
          </mc:Choice>
          <mc:Fallback>
            <p:pic>
              <p:nvPicPr>
                <p:cNvPr id="44" name="Ink 43">
                  <a:extLst>
                    <a:ext uri="{FF2B5EF4-FFF2-40B4-BE49-F238E27FC236}">
                      <a16:creationId xmlns:a16="http://schemas.microsoft.com/office/drawing/2014/main" id="{1D5ADEB9-87BF-1AC7-B039-BD72CD9ADE6D}"/>
                    </a:ext>
                  </a:extLst>
                </p:cNvPr>
                <p:cNvPicPr/>
                <p:nvPr/>
              </p:nvPicPr>
              <p:blipFill>
                <a:blip r:embed="rId260"/>
                <a:stretch>
                  <a:fillRect/>
                </a:stretch>
              </p:blipFill>
              <p:spPr>
                <a:xfrm>
                  <a:off x="7099173" y="4624761"/>
                  <a:ext cx="14436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45" name="Ink 44">
                  <a:extLst>
                    <a:ext uri="{FF2B5EF4-FFF2-40B4-BE49-F238E27FC236}">
                      <a16:creationId xmlns:a16="http://schemas.microsoft.com/office/drawing/2014/main" id="{849E0841-7878-2BD4-2532-9D1FF46470FE}"/>
                    </a:ext>
                  </a:extLst>
                </p14:cNvPr>
                <p14:cNvContentPartPr/>
                <p14:nvPr/>
              </p14:nvContentPartPr>
              <p14:xfrm>
                <a:off x="7262973" y="4645641"/>
                <a:ext cx="74160" cy="119520"/>
              </p14:xfrm>
            </p:contentPart>
          </mc:Choice>
          <mc:Fallback>
            <p:pic>
              <p:nvPicPr>
                <p:cNvPr id="45" name="Ink 44">
                  <a:extLst>
                    <a:ext uri="{FF2B5EF4-FFF2-40B4-BE49-F238E27FC236}">
                      <a16:creationId xmlns:a16="http://schemas.microsoft.com/office/drawing/2014/main" id="{849E0841-7878-2BD4-2532-9D1FF46470FE}"/>
                    </a:ext>
                  </a:extLst>
                </p:cNvPr>
                <p:cNvPicPr/>
                <p:nvPr/>
              </p:nvPicPr>
              <p:blipFill>
                <a:blip r:embed="rId262"/>
                <a:stretch>
                  <a:fillRect/>
                </a:stretch>
              </p:blipFill>
              <p:spPr>
                <a:xfrm>
                  <a:off x="7254333" y="4637001"/>
                  <a:ext cx="918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46" name="Ink 45">
                  <a:extLst>
                    <a:ext uri="{FF2B5EF4-FFF2-40B4-BE49-F238E27FC236}">
                      <a16:creationId xmlns:a16="http://schemas.microsoft.com/office/drawing/2014/main" id="{4A6D752C-5B45-E805-4F41-A3A8734FA229}"/>
                    </a:ext>
                  </a:extLst>
                </p14:cNvPr>
                <p14:cNvContentPartPr/>
                <p14:nvPr/>
              </p14:nvContentPartPr>
              <p14:xfrm>
                <a:off x="6900453" y="4669041"/>
                <a:ext cx="115920" cy="135720"/>
              </p14:xfrm>
            </p:contentPart>
          </mc:Choice>
          <mc:Fallback>
            <p:pic>
              <p:nvPicPr>
                <p:cNvPr id="46" name="Ink 45">
                  <a:extLst>
                    <a:ext uri="{FF2B5EF4-FFF2-40B4-BE49-F238E27FC236}">
                      <a16:creationId xmlns:a16="http://schemas.microsoft.com/office/drawing/2014/main" id="{4A6D752C-5B45-E805-4F41-A3A8734FA229}"/>
                    </a:ext>
                  </a:extLst>
                </p:cNvPr>
                <p:cNvPicPr/>
                <p:nvPr/>
              </p:nvPicPr>
              <p:blipFill>
                <a:blip r:embed="rId264"/>
                <a:stretch>
                  <a:fillRect/>
                </a:stretch>
              </p:blipFill>
              <p:spPr>
                <a:xfrm>
                  <a:off x="6891813" y="4660041"/>
                  <a:ext cx="13356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48" name="Ink 47">
                  <a:extLst>
                    <a:ext uri="{FF2B5EF4-FFF2-40B4-BE49-F238E27FC236}">
                      <a16:creationId xmlns:a16="http://schemas.microsoft.com/office/drawing/2014/main" id="{721D8FD3-904B-7ADD-4C43-4F08E447BDCB}"/>
                    </a:ext>
                  </a:extLst>
                </p14:cNvPr>
                <p14:cNvContentPartPr/>
                <p14:nvPr/>
              </p14:nvContentPartPr>
              <p14:xfrm>
                <a:off x="1458333" y="3269721"/>
                <a:ext cx="5237640" cy="1471320"/>
              </p14:xfrm>
            </p:contentPart>
          </mc:Choice>
          <mc:Fallback>
            <p:pic>
              <p:nvPicPr>
                <p:cNvPr id="48" name="Ink 47">
                  <a:extLst>
                    <a:ext uri="{FF2B5EF4-FFF2-40B4-BE49-F238E27FC236}">
                      <a16:creationId xmlns:a16="http://schemas.microsoft.com/office/drawing/2014/main" id="{721D8FD3-904B-7ADD-4C43-4F08E447BDCB}"/>
                    </a:ext>
                  </a:extLst>
                </p:cNvPr>
                <p:cNvPicPr/>
                <p:nvPr/>
              </p:nvPicPr>
              <p:blipFill>
                <a:blip r:embed="rId266"/>
                <a:stretch>
                  <a:fillRect/>
                </a:stretch>
              </p:blipFill>
              <p:spPr>
                <a:xfrm>
                  <a:off x="1449333" y="3260721"/>
                  <a:ext cx="5255280" cy="148896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49" name="Ink 48">
                  <a:extLst>
                    <a:ext uri="{FF2B5EF4-FFF2-40B4-BE49-F238E27FC236}">
                      <a16:creationId xmlns:a16="http://schemas.microsoft.com/office/drawing/2014/main" id="{2550E8BE-590A-4421-20D8-53C9BB515792}"/>
                    </a:ext>
                  </a:extLst>
                </p14:cNvPr>
                <p14:cNvContentPartPr/>
                <p14:nvPr/>
              </p14:nvContentPartPr>
              <p14:xfrm>
                <a:off x="6593733" y="4641681"/>
                <a:ext cx="79560" cy="174960"/>
              </p14:xfrm>
            </p:contentPart>
          </mc:Choice>
          <mc:Fallback>
            <p:pic>
              <p:nvPicPr>
                <p:cNvPr id="49" name="Ink 48">
                  <a:extLst>
                    <a:ext uri="{FF2B5EF4-FFF2-40B4-BE49-F238E27FC236}">
                      <a16:creationId xmlns:a16="http://schemas.microsoft.com/office/drawing/2014/main" id="{2550E8BE-590A-4421-20D8-53C9BB515792}"/>
                    </a:ext>
                  </a:extLst>
                </p:cNvPr>
                <p:cNvPicPr/>
                <p:nvPr/>
              </p:nvPicPr>
              <p:blipFill>
                <a:blip r:embed="rId268"/>
                <a:stretch>
                  <a:fillRect/>
                </a:stretch>
              </p:blipFill>
              <p:spPr>
                <a:xfrm>
                  <a:off x="6585093" y="4632681"/>
                  <a:ext cx="972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54" name="Ink 53">
                  <a:extLst>
                    <a:ext uri="{FF2B5EF4-FFF2-40B4-BE49-F238E27FC236}">
                      <a16:creationId xmlns:a16="http://schemas.microsoft.com/office/drawing/2014/main" id="{CCE55276-0A14-3AD7-2561-A903D2784549}"/>
                    </a:ext>
                  </a:extLst>
                </p14:cNvPr>
                <p14:cNvContentPartPr/>
                <p14:nvPr/>
              </p14:nvContentPartPr>
              <p14:xfrm>
                <a:off x="5223573" y="4051281"/>
                <a:ext cx="174600" cy="195120"/>
              </p14:xfrm>
            </p:contentPart>
          </mc:Choice>
          <mc:Fallback>
            <p:pic>
              <p:nvPicPr>
                <p:cNvPr id="54" name="Ink 53">
                  <a:extLst>
                    <a:ext uri="{FF2B5EF4-FFF2-40B4-BE49-F238E27FC236}">
                      <a16:creationId xmlns:a16="http://schemas.microsoft.com/office/drawing/2014/main" id="{CCE55276-0A14-3AD7-2561-A903D2784549}"/>
                    </a:ext>
                  </a:extLst>
                </p:cNvPr>
                <p:cNvPicPr/>
                <p:nvPr/>
              </p:nvPicPr>
              <p:blipFill>
                <a:blip r:embed="rId270"/>
                <a:stretch>
                  <a:fillRect/>
                </a:stretch>
              </p:blipFill>
              <p:spPr>
                <a:xfrm>
                  <a:off x="5214573" y="4042641"/>
                  <a:ext cx="19224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55" name="Ink 54">
                  <a:extLst>
                    <a:ext uri="{FF2B5EF4-FFF2-40B4-BE49-F238E27FC236}">
                      <a16:creationId xmlns:a16="http://schemas.microsoft.com/office/drawing/2014/main" id="{5B80C678-2016-0FA8-8A88-78CE5B9919BB}"/>
                    </a:ext>
                  </a:extLst>
                </p14:cNvPr>
                <p14:cNvContentPartPr/>
                <p14:nvPr/>
              </p14:nvContentPartPr>
              <p14:xfrm>
                <a:off x="5462613" y="4083681"/>
                <a:ext cx="99360" cy="140040"/>
              </p14:xfrm>
            </p:contentPart>
          </mc:Choice>
          <mc:Fallback>
            <p:pic>
              <p:nvPicPr>
                <p:cNvPr id="55" name="Ink 54">
                  <a:extLst>
                    <a:ext uri="{FF2B5EF4-FFF2-40B4-BE49-F238E27FC236}">
                      <a16:creationId xmlns:a16="http://schemas.microsoft.com/office/drawing/2014/main" id="{5B80C678-2016-0FA8-8A88-78CE5B9919BB}"/>
                    </a:ext>
                  </a:extLst>
                </p:cNvPr>
                <p:cNvPicPr/>
                <p:nvPr/>
              </p:nvPicPr>
              <p:blipFill>
                <a:blip r:embed="rId272"/>
                <a:stretch>
                  <a:fillRect/>
                </a:stretch>
              </p:blipFill>
              <p:spPr>
                <a:xfrm>
                  <a:off x="5453613" y="4075041"/>
                  <a:ext cx="1170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56" name="Ink 55">
                  <a:extLst>
                    <a:ext uri="{FF2B5EF4-FFF2-40B4-BE49-F238E27FC236}">
                      <a16:creationId xmlns:a16="http://schemas.microsoft.com/office/drawing/2014/main" id="{7A780C43-AB22-8B8D-DEF8-1CE42DE00C6B}"/>
                    </a:ext>
                  </a:extLst>
                </p14:cNvPr>
                <p14:cNvContentPartPr/>
                <p14:nvPr/>
              </p14:nvContentPartPr>
              <p14:xfrm>
                <a:off x="5659893" y="3992601"/>
                <a:ext cx="11880" cy="217080"/>
              </p14:xfrm>
            </p:contentPart>
          </mc:Choice>
          <mc:Fallback>
            <p:pic>
              <p:nvPicPr>
                <p:cNvPr id="56" name="Ink 55">
                  <a:extLst>
                    <a:ext uri="{FF2B5EF4-FFF2-40B4-BE49-F238E27FC236}">
                      <a16:creationId xmlns:a16="http://schemas.microsoft.com/office/drawing/2014/main" id="{7A780C43-AB22-8B8D-DEF8-1CE42DE00C6B}"/>
                    </a:ext>
                  </a:extLst>
                </p:cNvPr>
                <p:cNvPicPr/>
                <p:nvPr/>
              </p:nvPicPr>
              <p:blipFill>
                <a:blip r:embed="rId274"/>
                <a:stretch>
                  <a:fillRect/>
                </a:stretch>
              </p:blipFill>
              <p:spPr>
                <a:xfrm>
                  <a:off x="5650893" y="3983601"/>
                  <a:ext cx="295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57" name="Ink 56">
                  <a:extLst>
                    <a:ext uri="{FF2B5EF4-FFF2-40B4-BE49-F238E27FC236}">
                      <a16:creationId xmlns:a16="http://schemas.microsoft.com/office/drawing/2014/main" id="{2A271C0D-431B-16EF-EFEB-13DFDBD8E5E5}"/>
                    </a:ext>
                  </a:extLst>
                </p14:cNvPr>
                <p14:cNvContentPartPr/>
                <p14:nvPr/>
              </p14:nvContentPartPr>
              <p14:xfrm>
                <a:off x="5630733" y="4025001"/>
                <a:ext cx="359280" cy="169920"/>
              </p14:xfrm>
            </p:contentPart>
          </mc:Choice>
          <mc:Fallback>
            <p:pic>
              <p:nvPicPr>
                <p:cNvPr id="57" name="Ink 56">
                  <a:extLst>
                    <a:ext uri="{FF2B5EF4-FFF2-40B4-BE49-F238E27FC236}">
                      <a16:creationId xmlns:a16="http://schemas.microsoft.com/office/drawing/2014/main" id="{2A271C0D-431B-16EF-EFEB-13DFDBD8E5E5}"/>
                    </a:ext>
                  </a:extLst>
                </p:cNvPr>
                <p:cNvPicPr/>
                <p:nvPr/>
              </p:nvPicPr>
              <p:blipFill>
                <a:blip r:embed="rId276"/>
                <a:stretch>
                  <a:fillRect/>
                </a:stretch>
              </p:blipFill>
              <p:spPr>
                <a:xfrm>
                  <a:off x="5622093" y="4016001"/>
                  <a:ext cx="3769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58" name="Ink 57">
                  <a:extLst>
                    <a:ext uri="{FF2B5EF4-FFF2-40B4-BE49-F238E27FC236}">
                      <a16:creationId xmlns:a16="http://schemas.microsoft.com/office/drawing/2014/main" id="{F576B5FF-08FE-DF26-7D54-4BF40382805D}"/>
                    </a:ext>
                  </a:extLst>
                </p14:cNvPr>
                <p14:cNvContentPartPr/>
                <p14:nvPr/>
              </p14:nvContentPartPr>
              <p14:xfrm>
                <a:off x="6031413" y="3998721"/>
                <a:ext cx="209520" cy="232200"/>
              </p14:xfrm>
            </p:contentPart>
          </mc:Choice>
          <mc:Fallback>
            <p:pic>
              <p:nvPicPr>
                <p:cNvPr id="58" name="Ink 57">
                  <a:extLst>
                    <a:ext uri="{FF2B5EF4-FFF2-40B4-BE49-F238E27FC236}">
                      <a16:creationId xmlns:a16="http://schemas.microsoft.com/office/drawing/2014/main" id="{F576B5FF-08FE-DF26-7D54-4BF40382805D}"/>
                    </a:ext>
                  </a:extLst>
                </p:cNvPr>
                <p:cNvPicPr/>
                <p:nvPr/>
              </p:nvPicPr>
              <p:blipFill>
                <a:blip r:embed="rId278"/>
                <a:stretch>
                  <a:fillRect/>
                </a:stretch>
              </p:blipFill>
              <p:spPr>
                <a:xfrm>
                  <a:off x="6022773" y="3990081"/>
                  <a:ext cx="2271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59" name="Ink 58">
                  <a:extLst>
                    <a:ext uri="{FF2B5EF4-FFF2-40B4-BE49-F238E27FC236}">
                      <a16:creationId xmlns:a16="http://schemas.microsoft.com/office/drawing/2014/main" id="{99D9AA28-00B8-7607-A031-709BCAEAA31C}"/>
                    </a:ext>
                  </a:extLst>
                </p14:cNvPr>
                <p14:cNvContentPartPr/>
                <p14:nvPr/>
              </p14:nvContentPartPr>
              <p14:xfrm>
                <a:off x="6223653" y="4073601"/>
                <a:ext cx="100080" cy="111960"/>
              </p14:xfrm>
            </p:contentPart>
          </mc:Choice>
          <mc:Fallback>
            <p:pic>
              <p:nvPicPr>
                <p:cNvPr id="59" name="Ink 58">
                  <a:extLst>
                    <a:ext uri="{FF2B5EF4-FFF2-40B4-BE49-F238E27FC236}">
                      <a16:creationId xmlns:a16="http://schemas.microsoft.com/office/drawing/2014/main" id="{99D9AA28-00B8-7607-A031-709BCAEAA31C}"/>
                    </a:ext>
                  </a:extLst>
                </p:cNvPr>
                <p:cNvPicPr/>
                <p:nvPr/>
              </p:nvPicPr>
              <p:blipFill>
                <a:blip r:embed="rId280"/>
                <a:stretch>
                  <a:fillRect/>
                </a:stretch>
              </p:blipFill>
              <p:spPr>
                <a:xfrm>
                  <a:off x="6215013" y="4064601"/>
                  <a:ext cx="11772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60" name="Ink 59">
                  <a:extLst>
                    <a:ext uri="{FF2B5EF4-FFF2-40B4-BE49-F238E27FC236}">
                      <a16:creationId xmlns:a16="http://schemas.microsoft.com/office/drawing/2014/main" id="{F5EC1972-9A74-1CEF-DC9F-2C6D7338F623}"/>
                    </a:ext>
                  </a:extLst>
                </p14:cNvPr>
                <p14:cNvContentPartPr/>
                <p14:nvPr/>
              </p14:nvContentPartPr>
              <p14:xfrm>
                <a:off x="6347853" y="4009521"/>
                <a:ext cx="12240" cy="30240"/>
              </p14:xfrm>
            </p:contentPart>
          </mc:Choice>
          <mc:Fallback>
            <p:pic>
              <p:nvPicPr>
                <p:cNvPr id="60" name="Ink 59">
                  <a:extLst>
                    <a:ext uri="{FF2B5EF4-FFF2-40B4-BE49-F238E27FC236}">
                      <a16:creationId xmlns:a16="http://schemas.microsoft.com/office/drawing/2014/main" id="{F5EC1972-9A74-1CEF-DC9F-2C6D7338F623}"/>
                    </a:ext>
                  </a:extLst>
                </p:cNvPr>
                <p:cNvPicPr/>
                <p:nvPr/>
              </p:nvPicPr>
              <p:blipFill>
                <a:blip r:embed="rId282"/>
                <a:stretch>
                  <a:fillRect/>
                </a:stretch>
              </p:blipFill>
              <p:spPr>
                <a:xfrm>
                  <a:off x="6339213" y="4000881"/>
                  <a:ext cx="2988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61" name="Ink 60">
                  <a:extLst>
                    <a:ext uri="{FF2B5EF4-FFF2-40B4-BE49-F238E27FC236}">
                      <a16:creationId xmlns:a16="http://schemas.microsoft.com/office/drawing/2014/main" id="{C61DB9C2-A2EE-ACE6-AB2C-0D8AEE2C000A}"/>
                    </a:ext>
                  </a:extLst>
                </p14:cNvPr>
                <p14:cNvContentPartPr/>
                <p14:nvPr/>
              </p14:nvContentPartPr>
              <p14:xfrm>
                <a:off x="6383853" y="4071081"/>
                <a:ext cx="86400" cy="136800"/>
              </p14:xfrm>
            </p:contentPart>
          </mc:Choice>
          <mc:Fallback>
            <p:pic>
              <p:nvPicPr>
                <p:cNvPr id="61" name="Ink 60">
                  <a:extLst>
                    <a:ext uri="{FF2B5EF4-FFF2-40B4-BE49-F238E27FC236}">
                      <a16:creationId xmlns:a16="http://schemas.microsoft.com/office/drawing/2014/main" id="{C61DB9C2-A2EE-ACE6-AB2C-0D8AEE2C000A}"/>
                    </a:ext>
                  </a:extLst>
                </p:cNvPr>
                <p:cNvPicPr/>
                <p:nvPr/>
              </p:nvPicPr>
              <p:blipFill>
                <a:blip r:embed="rId284"/>
                <a:stretch>
                  <a:fillRect/>
                </a:stretch>
              </p:blipFill>
              <p:spPr>
                <a:xfrm>
                  <a:off x="6374853" y="4062441"/>
                  <a:ext cx="10404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62" name="Ink 61">
                  <a:extLst>
                    <a:ext uri="{FF2B5EF4-FFF2-40B4-BE49-F238E27FC236}">
                      <a16:creationId xmlns:a16="http://schemas.microsoft.com/office/drawing/2014/main" id="{1D43E1AD-2E21-CAE1-2D1A-E940161E8F06}"/>
                    </a:ext>
                  </a:extLst>
                </p14:cNvPr>
                <p14:cNvContentPartPr/>
                <p14:nvPr/>
              </p14:nvContentPartPr>
              <p14:xfrm>
                <a:off x="6522453" y="3985041"/>
                <a:ext cx="191880" cy="226800"/>
              </p14:xfrm>
            </p:contentPart>
          </mc:Choice>
          <mc:Fallback>
            <p:pic>
              <p:nvPicPr>
                <p:cNvPr id="62" name="Ink 61">
                  <a:extLst>
                    <a:ext uri="{FF2B5EF4-FFF2-40B4-BE49-F238E27FC236}">
                      <a16:creationId xmlns:a16="http://schemas.microsoft.com/office/drawing/2014/main" id="{1D43E1AD-2E21-CAE1-2D1A-E940161E8F06}"/>
                    </a:ext>
                  </a:extLst>
                </p:cNvPr>
                <p:cNvPicPr/>
                <p:nvPr/>
              </p:nvPicPr>
              <p:blipFill>
                <a:blip r:embed="rId286"/>
                <a:stretch>
                  <a:fillRect/>
                </a:stretch>
              </p:blipFill>
              <p:spPr>
                <a:xfrm>
                  <a:off x="6513813" y="3976041"/>
                  <a:ext cx="2095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63" name="Ink 62">
                  <a:extLst>
                    <a:ext uri="{FF2B5EF4-FFF2-40B4-BE49-F238E27FC236}">
                      <a16:creationId xmlns:a16="http://schemas.microsoft.com/office/drawing/2014/main" id="{208C00CB-B663-5C71-189E-4638CDED9C99}"/>
                    </a:ext>
                  </a:extLst>
                </p14:cNvPr>
                <p14:cNvContentPartPr/>
                <p14:nvPr/>
              </p14:nvContentPartPr>
              <p14:xfrm>
                <a:off x="6678333" y="4097361"/>
                <a:ext cx="120960" cy="104040"/>
              </p14:xfrm>
            </p:contentPart>
          </mc:Choice>
          <mc:Fallback>
            <p:pic>
              <p:nvPicPr>
                <p:cNvPr id="63" name="Ink 62">
                  <a:extLst>
                    <a:ext uri="{FF2B5EF4-FFF2-40B4-BE49-F238E27FC236}">
                      <a16:creationId xmlns:a16="http://schemas.microsoft.com/office/drawing/2014/main" id="{208C00CB-B663-5C71-189E-4638CDED9C99}"/>
                    </a:ext>
                  </a:extLst>
                </p:cNvPr>
                <p:cNvPicPr/>
                <p:nvPr/>
              </p:nvPicPr>
              <p:blipFill>
                <a:blip r:embed="rId288"/>
                <a:stretch>
                  <a:fillRect/>
                </a:stretch>
              </p:blipFill>
              <p:spPr>
                <a:xfrm>
                  <a:off x="6669333" y="4088721"/>
                  <a:ext cx="13860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64" name="Ink 63">
                  <a:extLst>
                    <a:ext uri="{FF2B5EF4-FFF2-40B4-BE49-F238E27FC236}">
                      <a16:creationId xmlns:a16="http://schemas.microsoft.com/office/drawing/2014/main" id="{6ECCD249-8CFF-8453-EED7-2DDC37808E77}"/>
                    </a:ext>
                  </a:extLst>
                </p14:cNvPr>
                <p14:cNvContentPartPr/>
                <p14:nvPr/>
              </p14:nvContentPartPr>
              <p14:xfrm>
                <a:off x="6790653" y="3994761"/>
                <a:ext cx="32760" cy="33480"/>
              </p14:xfrm>
            </p:contentPart>
          </mc:Choice>
          <mc:Fallback>
            <p:pic>
              <p:nvPicPr>
                <p:cNvPr id="64" name="Ink 63">
                  <a:extLst>
                    <a:ext uri="{FF2B5EF4-FFF2-40B4-BE49-F238E27FC236}">
                      <a16:creationId xmlns:a16="http://schemas.microsoft.com/office/drawing/2014/main" id="{6ECCD249-8CFF-8453-EED7-2DDC37808E77}"/>
                    </a:ext>
                  </a:extLst>
                </p:cNvPr>
                <p:cNvPicPr/>
                <p:nvPr/>
              </p:nvPicPr>
              <p:blipFill>
                <a:blip r:embed="rId290"/>
                <a:stretch>
                  <a:fillRect/>
                </a:stretch>
              </p:blipFill>
              <p:spPr>
                <a:xfrm>
                  <a:off x="6781653" y="3986121"/>
                  <a:ext cx="5040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65" name="Ink 64">
                  <a:extLst>
                    <a:ext uri="{FF2B5EF4-FFF2-40B4-BE49-F238E27FC236}">
                      <a16:creationId xmlns:a16="http://schemas.microsoft.com/office/drawing/2014/main" id="{59F288B4-8261-DE61-EC5B-EF25D6A281AB}"/>
                    </a:ext>
                  </a:extLst>
                </p14:cNvPr>
                <p14:cNvContentPartPr/>
                <p14:nvPr/>
              </p14:nvContentPartPr>
              <p14:xfrm>
                <a:off x="6856893" y="4068561"/>
                <a:ext cx="419760" cy="139680"/>
              </p14:xfrm>
            </p:contentPart>
          </mc:Choice>
          <mc:Fallback>
            <p:pic>
              <p:nvPicPr>
                <p:cNvPr id="65" name="Ink 64">
                  <a:extLst>
                    <a:ext uri="{FF2B5EF4-FFF2-40B4-BE49-F238E27FC236}">
                      <a16:creationId xmlns:a16="http://schemas.microsoft.com/office/drawing/2014/main" id="{59F288B4-8261-DE61-EC5B-EF25D6A281AB}"/>
                    </a:ext>
                  </a:extLst>
                </p:cNvPr>
                <p:cNvPicPr/>
                <p:nvPr/>
              </p:nvPicPr>
              <p:blipFill>
                <a:blip r:embed="rId292"/>
                <a:stretch>
                  <a:fillRect/>
                </a:stretch>
              </p:blipFill>
              <p:spPr>
                <a:xfrm>
                  <a:off x="6848253" y="4059561"/>
                  <a:ext cx="43740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09" name="Ink 108">
                  <a:extLst>
                    <a:ext uri="{FF2B5EF4-FFF2-40B4-BE49-F238E27FC236}">
                      <a16:creationId xmlns:a16="http://schemas.microsoft.com/office/drawing/2014/main" id="{7BBEDF70-B2D7-CBAD-54A7-73CEF8F02B26}"/>
                    </a:ext>
                  </a:extLst>
                </p14:cNvPr>
                <p14:cNvContentPartPr/>
                <p14:nvPr/>
              </p14:nvContentPartPr>
              <p14:xfrm>
                <a:off x="4878693" y="3819441"/>
                <a:ext cx="41040" cy="199080"/>
              </p14:xfrm>
            </p:contentPart>
          </mc:Choice>
          <mc:Fallback>
            <p:pic>
              <p:nvPicPr>
                <p:cNvPr id="109" name="Ink 108">
                  <a:extLst>
                    <a:ext uri="{FF2B5EF4-FFF2-40B4-BE49-F238E27FC236}">
                      <a16:creationId xmlns:a16="http://schemas.microsoft.com/office/drawing/2014/main" id="{7BBEDF70-B2D7-CBAD-54A7-73CEF8F02B26}"/>
                    </a:ext>
                  </a:extLst>
                </p:cNvPr>
                <p:cNvPicPr/>
                <p:nvPr/>
              </p:nvPicPr>
              <p:blipFill>
                <a:blip r:embed="rId294"/>
                <a:stretch>
                  <a:fillRect/>
                </a:stretch>
              </p:blipFill>
              <p:spPr>
                <a:xfrm>
                  <a:off x="4869693" y="3810801"/>
                  <a:ext cx="5868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10" name="Ink 109">
                  <a:extLst>
                    <a:ext uri="{FF2B5EF4-FFF2-40B4-BE49-F238E27FC236}">
                      <a16:creationId xmlns:a16="http://schemas.microsoft.com/office/drawing/2014/main" id="{038EFFE5-C783-1DE4-A1F7-FCCE926E4FD1}"/>
                    </a:ext>
                  </a:extLst>
                </p14:cNvPr>
                <p14:cNvContentPartPr/>
                <p14:nvPr/>
              </p14:nvContentPartPr>
              <p14:xfrm>
                <a:off x="4718853" y="3753201"/>
                <a:ext cx="452160" cy="369000"/>
              </p14:xfrm>
            </p:contentPart>
          </mc:Choice>
          <mc:Fallback>
            <p:pic>
              <p:nvPicPr>
                <p:cNvPr id="110" name="Ink 109">
                  <a:extLst>
                    <a:ext uri="{FF2B5EF4-FFF2-40B4-BE49-F238E27FC236}">
                      <a16:creationId xmlns:a16="http://schemas.microsoft.com/office/drawing/2014/main" id="{038EFFE5-C783-1DE4-A1F7-FCCE926E4FD1}"/>
                    </a:ext>
                  </a:extLst>
                </p:cNvPr>
                <p:cNvPicPr/>
                <p:nvPr/>
              </p:nvPicPr>
              <p:blipFill>
                <a:blip r:embed="rId296"/>
                <a:stretch>
                  <a:fillRect/>
                </a:stretch>
              </p:blipFill>
              <p:spPr>
                <a:xfrm>
                  <a:off x="4710213" y="3744201"/>
                  <a:ext cx="46980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24" name="Ink 123">
                  <a:extLst>
                    <a:ext uri="{FF2B5EF4-FFF2-40B4-BE49-F238E27FC236}">
                      <a16:creationId xmlns:a16="http://schemas.microsoft.com/office/drawing/2014/main" id="{03659ACB-AE5B-48E4-C047-ED2C8AD6E4D2}"/>
                    </a:ext>
                  </a:extLst>
                </p14:cNvPr>
                <p14:cNvContentPartPr/>
                <p14:nvPr/>
              </p14:nvContentPartPr>
              <p14:xfrm>
                <a:off x="5623533" y="4346481"/>
                <a:ext cx="562680" cy="35640"/>
              </p14:xfrm>
            </p:contentPart>
          </mc:Choice>
          <mc:Fallback>
            <p:pic>
              <p:nvPicPr>
                <p:cNvPr id="124" name="Ink 123">
                  <a:extLst>
                    <a:ext uri="{FF2B5EF4-FFF2-40B4-BE49-F238E27FC236}">
                      <a16:creationId xmlns:a16="http://schemas.microsoft.com/office/drawing/2014/main" id="{03659ACB-AE5B-48E4-C047-ED2C8AD6E4D2}"/>
                    </a:ext>
                  </a:extLst>
                </p:cNvPr>
                <p:cNvPicPr/>
                <p:nvPr/>
              </p:nvPicPr>
              <p:blipFill>
                <a:blip r:embed="rId298"/>
                <a:stretch>
                  <a:fillRect/>
                </a:stretch>
              </p:blipFill>
              <p:spPr>
                <a:xfrm>
                  <a:off x="5614533" y="4337481"/>
                  <a:ext cx="58032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25" name="Ink 124">
                  <a:extLst>
                    <a:ext uri="{FF2B5EF4-FFF2-40B4-BE49-F238E27FC236}">
                      <a16:creationId xmlns:a16="http://schemas.microsoft.com/office/drawing/2014/main" id="{C118B4A2-7056-5219-9F37-091D55C2D3C1}"/>
                    </a:ext>
                  </a:extLst>
                </p14:cNvPr>
                <p14:cNvContentPartPr/>
                <p14:nvPr/>
              </p14:nvContentPartPr>
              <p14:xfrm>
                <a:off x="5787333" y="4421001"/>
                <a:ext cx="342000" cy="18000"/>
              </p14:xfrm>
            </p:contentPart>
          </mc:Choice>
          <mc:Fallback>
            <p:pic>
              <p:nvPicPr>
                <p:cNvPr id="125" name="Ink 124">
                  <a:extLst>
                    <a:ext uri="{FF2B5EF4-FFF2-40B4-BE49-F238E27FC236}">
                      <a16:creationId xmlns:a16="http://schemas.microsoft.com/office/drawing/2014/main" id="{C118B4A2-7056-5219-9F37-091D55C2D3C1}"/>
                    </a:ext>
                  </a:extLst>
                </p:cNvPr>
                <p:cNvPicPr/>
                <p:nvPr/>
              </p:nvPicPr>
              <p:blipFill>
                <a:blip r:embed="rId300"/>
                <a:stretch>
                  <a:fillRect/>
                </a:stretch>
              </p:blipFill>
              <p:spPr>
                <a:xfrm>
                  <a:off x="5778333" y="4412361"/>
                  <a:ext cx="35964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27" name="Ink 126">
                  <a:extLst>
                    <a:ext uri="{FF2B5EF4-FFF2-40B4-BE49-F238E27FC236}">
                      <a16:creationId xmlns:a16="http://schemas.microsoft.com/office/drawing/2014/main" id="{005CE069-AB5C-7E00-A030-D2F4EECF3CED}"/>
                    </a:ext>
                  </a:extLst>
                </p14:cNvPr>
                <p14:cNvContentPartPr/>
                <p14:nvPr/>
              </p14:nvContentPartPr>
              <p14:xfrm>
                <a:off x="5648733" y="4490841"/>
                <a:ext cx="277560" cy="662760"/>
              </p14:xfrm>
            </p:contentPart>
          </mc:Choice>
          <mc:Fallback>
            <p:pic>
              <p:nvPicPr>
                <p:cNvPr id="127" name="Ink 126">
                  <a:extLst>
                    <a:ext uri="{FF2B5EF4-FFF2-40B4-BE49-F238E27FC236}">
                      <a16:creationId xmlns:a16="http://schemas.microsoft.com/office/drawing/2014/main" id="{005CE069-AB5C-7E00-A030-D2F4EECF3CED}"/>
                    </a:ext>
                  </a:extLst>
                </p:cNvPr>
                <p:cNvPicPr/>
                <p:nvPr/>
              </p:nvPicPr>
              <p:blipFill>
                <a:blip r:embed="rId302"/>
                <a:stretch>
                  <a:fillRect/>
                </a:stretch>
              </p:blipFill>
              <p:spPr>
                <a:xfrm>
                  <a:off x="5639733" y="4482201"/>
                  <a:ext cx="295200" cy="68040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36" name="Ink 35">
                  <a:extLst>
                    <a:ext uri="{FF2B5EF4-FFF2-40B4-BE49-F238E27FC236}">
                      <a16:creationId xmlns:a16="http://schemas.microsoft.com/office/drawing/2014/main" id="{9E592A89-79C2-96E8-067A-25BE82F16AC0}"/>
                    </a:ext>
                  </a:extLst>
                </p14:cNvPr>
                <p14:cNvContentPartPr/>
                <p14:nvPr/>
              </p14:nvContentPartPr>
              <p14:xfrm>
                <a:off x="7808733" y="1220961"/>
                <a:ext cx="79200" cy="2184480"/>
              </p14:xfrm>
            </p:contentPart>
          </mc:Choice>
          <mc:Fallback>
            <p:pic>
              <p:nvPicPr>
                <p:cNvPr id="36" name="Ink 35">
                  <a:extLst>
                    <a:ext uri="{FF2B5EF4-FFF2-40B4-BE49-F238E27FC236}">
                      <a16:creationId xmlns:a16="http://schemas.microsoft.com/office/drawing/2014/main" id="{9E592A89-79C2-96E8-067A-25BE82F16AC0}"/>
                    </a:ext>
                  </a:extLst>
                </p:cNvPr>
                <p:cNvPicPr/>
                <p:nvPr/>
              </p:nvPicPr>
              <p:blipFill>
                <a:blip r:embed="rId304"/>
                <a:stretch>
                  <a:fillRect/>
                </a:stretch>
              </p:blipFill>
              <p:spPr>
                <a:xfrm>
                  <a:off x="7799733" y="1212321"/>
                  <a:ext cx="96840" cy="220212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37" name="Ink 36">
                  <a:extLst>
                    <a:ext uri="{FF2B5EF4-FFF2-40B4-BE49-F238E27FC236}">
                      <a16:creationId xmlns:a16="http://schemas.microsoft.com/office/drawing/2014/main" id="{ADFA1B7D-208A-2F52-4F85-A4B8CDF0F43B}"/>
                    </a:ext>
                  </a:extLst>
                </p14:cNvPr>
                <p14:cNvContentPartPr/>
                <p14:nvPr/>
              </p14:nvContentPartPr>
              <p14:xfrm>
                <a:off x="7615413" y="3460881"/>
                <a:ext cx="308520" cy="839160"/>
              </p14:xfrm>
            </p:contentPart>
          </mc:Choice>
          <mc:Fallback>
            <p:pic>
              <p:nvPicPr>
                <p:cNvPr id="37" name="Ink 36">
                  <a:extLst>
                    <a:ext uri="{FF2B5EF4-FFF2-40B4-BE49-F238E27FC236}">
                      <a16:creationId xmlns:a16="http://schemas.microsoft.com/office/drawing/2014/main" id="{ADFA1B7D-208A-2F52-4F85-A4B8CDF0F43B}"/>
                    </a:ext>
                  </a:extLst>
                </p:cNvPr>
                <p:cNvPicPr/>
                <p:nvPr/>
              </p:nvPicPr>
              <p:blipFill>
                <a:blip r:embed="rId306"/>
                <a:stretch>
                  <a:fillRect/>
                </a:stretch>
              </p:blipFill>
              <p:spPr>
                <a:xfrm>
                  <a:off x="7606413" y="3451881"/>
                  <a:ext cx="326160" cy="85680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38" name="Ink 37">
                  <a:extLst>
                    <a:ext uri="{FF2B5EF4-FFF2-40B4-BE49-F238E27FC236}">
                      <a16:creationId xmlns:a16="http://schemas.microsoft.com/office/drawing/2014/main" id="{48688D2B-AAF1-111A-00D9-670B7350D38D}"/>
                    </a:ext>
                  </a:extLst>
                </p14:cNvPr>
                <p14:cNvContentPartPr/>
                <p14:nvPr/>
              </p14:nvContentPartPr>
              <p14:xfrm>
                <a:off x="7754373" y="4298241"/>
                <a:ext cx="19800" cy="816480"/>
              </p14:xfrm>
            </p:contentPart>
          </mc:Choice>
          <mc:Fallback>
            <p:pic>
              <p:nvPicPr>
                <p:cNvPr id="38" name="Ink 37">
                  <a:extLst>
                    <a:ext uri="{FF2B5EF4-FFF2-40B4-BE49-F238E27FC236}">
                      <a16:creationId xmlns:a16="http://schemas.microsoft.com/office/drawing/2014/main" id="{48688D2B-AAF1-111A-00D9-670B7350D38D}"/>
                    </a:ext>
                  </a:extLst>
                </p:cNvPr>
                <p:cNvPicPr/>
                <p:nvPr/>
              </p:nvPicPr>
              <p:blipFill>
                <a:blip r:embed="rId308"/>
                <a:stretch>
                  <a:fillRect/>
                </a:stretch>
              </p:blipFill>
              <p:spPr>
                <a:xfrm>
                  <a:off x="7745373" y="4289241"/>
                  <a:ext cx="37440" cy="83412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40" name="Ink 39">
                  <a:extLst>
                    <a:ext uri="{FF2B5EF4-FFF2-40B4-BE49-F238E27FC236}">
                      <a16:creationId xmlns:a16="http://schemas.microsoft.com/office/drawing/2014/main" id="{43CE77DA-0332-197F-E551-F2029049EBA7}"/>
                    </a:ext>
                  </a:extLst>
                </p14:cNvPr>
                <p14:cNvContentPartPr/>
                <p14:nvPr/>
              </p14:nvContentPartPr>
              <p14:xfrm>
                <a:off x="7552053" y="4489761"/>
                <a:ext cx="254520" cy="326160"/>
              </p14:xfrm>
            </p:contentPart>
          </mc:Choice>
          <mc:Fallback>
            <p:pic>
              <p:nvPicPr>
                <p:cNvPr id="40" name="Ink 39">
                  <a:extLst>
                    <a:ext uri="{FF2B5EF4-FFF2-40B4-BE49-F238E27FC236}">
                      <a16:creationId xmlns:a16="http://schemas.microsoft.com/office/drawing/2014/main" id="{43CE77DA-0332-197F-E551-F2029049EBA7}"/>
                    </a:ext>
                  </a:extLst>
                </p:cNvPr>
                <p:cNvPicPr/>
                <p:nvPr/>
              </p:nvPicPr>
              <p:blipFill>
                <a:blip r:embed="rId310"/>
                <a:stretch>
                  <a:fillRect/>
                </a:stretch>
              </p:blipFill>
              <p:spPr>
                <a:xfrm>
                  <a:off x="7543413" y="4480761"/>
                  <a:ext cx="27216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51" name="Ink 50">
                  <a:extLst>
                    <a:ext uri="{FF2B5EF4-FFF2-40B4-BE49-F238E27FC236}">
                      <a16:creationId xmlns:a16="http://schemas.microsoft.com/office/drawing/2014/main" id="{E95C55A8-222B-F478-5E17-A4FB4BEF7E30}"/>
                    </a:ext>
                  </a:extLst>
                </p14:cNvPr>
                <p14:cNvContentPartPr/>
                <p14:nvPr/>
              </p14:nvContentPartPr>
              <p14:xfrm>
                <a:off x="7887933" y="4014561"/>
                <a:ext cx="325080" cy="158400"/>
              </p14:xfrm>
            </p:contentPart>
          </mc:Choice>
          <mc:Fallback>
            <p:pic>
              <p:nvPicPr>
                <p:cNvPr id="51" name="Ink 50">
                  <a:extLst>
                    <a:ext uri="{FF2B5EF4-FFF2-40B4-BE49-F238E27FC236}">
                      <a16:creationId xmlns:a16="http://schemas.microsoft.com/office/drawing/2014/main" id="{E95C55A8-222B-F478-5E17-A4FB4BEF7E30}"/>
                    </a:ext>
                  </a:extLst>
                </p:cNvPr>
                <p:cNvPicPr/>
                <p:nvPr/>
              </p:nvPicPr>
              <p:blipFill>
                <a:blip r:embed="rId312"/>
                <a:stretch>
                  <a:fillRect/>
                </a:stretch>
              </p:blipFill>
              <p:spPr>
                <a:xfrm>
                  <a:off x="7879293" y="4005561"/>
                  <a:ext cx="3427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52" name="Ink 51">
                  <a:extLst>
                    <a:ext uri="{FF2B5EF4-FFF2-40B4-BE49-F238E27FC236}">
                      <a16:creationId xmlns:a16="http://schemas.microsoft.com/office/drawing/2014/main" id="{F5C460F3-B5DF-CC03-1161-53D8E30EC0DC}"/>
                    </a:ext>
                  </a:extLst>
                </p14:cNvPr>
                <p14:cNvContentPartPr/>
                <p14:nvPr/>
              </p14:nvContentPartPr>
              <p14:xfrm>
                <a:off x="8119413" y="3968841"/>
                <a:ext cx="104760" cy="60840"/>
              </p14:xfrm>
            </p:contentPart>
          </mc:Choice>
          <mc:Fallback>
            <p:pic>
              <p:nvPicPr>
                <p:cNvPr id="52" name="Ink 51">
                  <a:extLst>
                    <a:ext uri="{FF2B5EF4-FFF2-40B4-BE49-F238E27FC236}">
                      <a16:creationId xmlns:a16="http://schemas.microsoft.com/office/drawing/2014/main" id="{F5C460F3-B5DF-CC03-1161-53D8E30EC0DC}"/>
                    </a:ext>
                  </a:extLst>
                </p:cNvPr>
                <p:cNvPicPr/>
                <p:nvPr/>
              </p:nvPicPr>
              <p:blipFill>
                <a:blip r:embed="rId314"/>
                <a:stretch>
                  <a:fillRect/>
                </a:stretch>
              </p:blipFill>
              <p:spPr>
                <a:xfrm>
                  <a:off x="8110413" y="3959841"/>
                  <a:ext cx="1224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197" name="Ink 196">
                  <a:extLst>
                    <a:ext uri="{FF2B5EF4-FFF2-40B4-BE49-F238E27FC236}">
                      <a16:creationId xmlns:a16="http://schemas.microsoft.com/office/drawing/2014/main" id="{FDCE1496-8026-F24A-514A-CB412FBC3DA6}"/>
                    </a:ext>
                  </a:extLst>
                </p14:cNvPr>
                <p14:cNvContentPartPr/>
                <p14:nvPr/>
              </p14:nvContentPartPr>
              <p14:xfrm>
                <a:off x="6626493" y="2322365"/>
                <a:ext cx="1051920" cy="1215720"/>
              </p14:xfrm>
            </p:contentPart>
          </mc:Choice>
          <mc:Fallback>
            <p:pic>
              <p:nvPicPr>
                <p:cNvPr id="197" name="Ink 196">
                  <a:extLst>
                    <a:ext uri="{FF2B5EF4-FFF2-40B4-BE49-F238E27FC236}">
                      <a16:creationId xmlns:a16="http://schemas.microsoft.com/office/drawing/2014/main" id="{FDCE1496-8026-F24A-514A-CB412FBC3DA6}"/>
                    </a:ext>
                  </a:extLst>
                </p:cNvPr>
                <p:cNvPicPr/>
                <p:nvPr/>
              </p:nvPicPr>
              <p:blipFill>
                <a:blip r:embed="rId316"/>
                <a:stretch>
                  <a:fillRect/>
                </a:stretch>
              </p:blipFill>
              <p:spPr>
                <a:xfrm>
                  <a:off x="6617493" y="2313725"/>
                  <a:ext cx="1069560" cy="123336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98" name="Ink 197">
                  <a:extLst>
                    <a:ext uri="{FF2B5EF4-FFF2-40B4-BE49-F238E27FC236}">
                      <a16:creationId xmlns:a16="http://schemas.microsoft.com/office/drawing/2014/main" id="{89E86B82-5911-B52A-597E-86F53613C2F0}"/>
                    </a:ext>
                  </a:extLst>
                </p14:cNvPr>
                <p14:cNvContentPartPr/>
                <p14:nvPr/>
              </p14:nvContentPartPr>
              <p14:xfrm>
                <a:off x="6679773" y="1834565"/>
                <a:ext cx="224280" cy="426600"/>
              </p14:xfrm>
            </p:contentPart>
          </mc:Choice>
          <mc:Fallback>
            <p:pic>
              <p:nvPicPr>
                <p:cNvPr id="198" name="Ink 197">
                  <a:extLst>
                    <a:ext uri="{FF2B5EF4-FFF2-40B4-BE49-F238E27FC236}">
                      <a16:creationId xmlns:a16="http://schemas.microsoft.com/office/drawing/2014/main" id="{89E86B82-5911-B52A-597E-86F53613C2F0}"/>
                    </a:ext>
                  </a:extLst>
                </p:cNvPr>
                <p:cNvPicPr/>
                <p:nvPr/>
              </p:nvPicPr>
              <p:blipFill>
                <a:blip r:embed="rId318"/>
                <a:stretch>
                  <a:fillRect/>
                </a:stretch>
              </p:blipFill>
              <p:spPr>
                <a:xfrm>
                  <a:off x="6670773" y="1825925"/>
                  <a:ext cx="241920" cy="44424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99" name="Ink 198">
                  <a:extLst>
                    <a:ext uri="{FF2B5EF4-FFF2-40B4-BE49-F238E27FC236}">
                      <a16:creationId xmlns:a16="http://schemas.microsoft.com/office/drawing/2014/main" id="{09F245EA-E8F2-0F17-57D7-FEEEF13647A5}"/>
                    </a:ext>
                  </a:extLst>
                </p14:cNvPr>
                <p14:cNvContentPartPr/>
                <p14:nvPr/>
              </p14:nvContentPartPr>
              <p14:xfrm>
                <a:off x="6860133" y="2015285"/>
                <a:ext cx="297360" cy="198000"/>
              </p14:xfrm>
            </p:contentPart>
          </mc:Choice>
          <mc:Fallback>
            <p:pic>
              <p:nvPicPr>
                <p:cNvPr id="199" name="Ink 198">
                  <a:extLst>
                    <a:ext uri="{FF2B5EF4-FFF2-40B4-BE49-F238E27FC236}">
                      <a16:creationId xmlns:a16="http://schemas.microsoft.com/office/drawing/2014/main" id="{09F245EA-E8F2-0F17-57D7-FEEEF13647A5}"/>
                    </a:ext>
                  </a:extLst>
                </p:cNvPr>
                <p:cNvPicPr/>
                <p:nvPr/>
              </p:nvPicPr>
              <p:blipFill>
                <a:blip r:embed="rId320"/>
                <a:stretch>
                  <a:fillRect/>
                </a:stretch>
              </p:blipFill>
              <p:spPr>
                <a:xfrm>
                  <a:off x="6851493" y="2006645"/>
                  <a:ext cx="31500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200" name="Ink 199">
                  <a:extLst>
                    <a:ext uri="{FF2B5EF4-FFF2-40B4-BE49-F238E27FC236}">
                      <a16:creationId xmlns:a16="http://schemas.microsoft.com/office/drawing/2014/main" id="{714BA0D8-44C2-EEF8-8EDC-32CE810EEA54}"/>
                    </a:ext>
                  </a:extLst>
                </p14:cNvPr>
                <p14:cNvContentPartPr/>
                <p14:nvPr/>
              </p14:nvContentPartPr>
              <p14:xfrm>
                <a:off x="6863373" y="2667965"/>
                <a:ext cx="103680" cy="296640"/>
              </p14:xfrm>
            </p:contentPart>
          </mc:Choice>
          <mc:Fallback>
            <p:pic>
              <p:nvPicPr>
                <p:cNvPr id="200" name="Ink 199">
                  <a:extLst>
                    <a:ext uri="{FF2B5EF4-FFF2-40B4-BE49-F238E27FC236}">
                      <a16:creationId xmlns:a16="http://schemas.microsoft.com/office/drawing/2014/main" id="{714BA0D8-44C2-EEF8-8EDC-32CE810EEA54}"/>
                    </a:ext>
                  </a:extLst>
                </p:cNvPr>
                <p:cNvPicPr/>
                <p:nvPr/>
              </p:nvPicPr>
              <p:blipFill>
                <a:blip r:embed="rId322"/>
                <a:stretch>
                  <a:fillRect/>
                </a:stretch>
              </p:blipFill>
              <p:spPr>
                <a:xfrm>
                  <a:off x="6854373" y="2658965"/>
                  <a:ext cx="12132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201" name="Ink 200">
                  <a:extLst>
                    <a:ext uri="{FF2B5EF4-FFF2-40B4-BE49-F238E27FC236}">
                      <a16:creationId xmlns:a16="http://schemas.microsoft.com/office/drawing/2014/main" id="{EB69C87D-2BD3-D9D7-F10A-B8ADF1E7BE44}"/>
                    </a:ext>
                  </a:extLst>
                </p14:cNvPr>
                <p14:cNvContentPartPr/>
                <p14:nvPr/>
              </p14:nvContentPartPr>
              <p14:xfrm>
                <a:off x="6848613" y="2585165"/>
                <a:ext cx="345600" cy="388800"/>
              </p14:xfrm>
            </p:contentPart>
          </mc:Choice>
          <mc:Fallback>
            <p:pic>
              <p:nvPicPr>
                <p:cNvPr id="201" name="Ink 200">
                  <a:extLst>
                    <a:ext uri="{FF2B5EF4-FFF2-40B4-BE49-F238E27FC236}">
                      <a16:creationId xmlns:a16="http://schemas.microsoft.com/office/drawing/2014/main" id="{EB69C87D-2BD3-D9D7-F10A-B8ADF1E7BE44}"/>
                    </a:ext>
                  </a:extLst>
                </p:cNvPr>
                <p:cNvPicPr/>
                <p:nvPr/>
              </p:nvPicPr>
              <p:blipFill>
                <a:blip r:embed="rId324"/>
                <a:stretch>
                  <a:fillRect/>
                </a:stretch>
              </p:blipFill>
              <p:spPr>
                <a:xfrm>
                  <a:off x="6839613" y="2576525"/>
                  <a:ext cx="363240" cy="40644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202" name="Ink 201">
                  <a:extLst>
                    <a:ext uri="{FF2B5EF4-FFF2-40B4-BE49-F238E27FC236}">
                      <a16:creationId xmlns:a16="http://schemas.microsoft.com/office/drawing/2014/main" id="{02C4168D-DBDC-B203-9608-98750CD871C3}"/>
                    </a:ext>
                  </a:extLst>
                </p14:cNvPr>
                <p14:cNvContentPartPr/>
                <p14:nvPr/>
              </p14:nvContentPartPr>
              <p14:xfrm>
                <a:off x="6845013" y="2649965"/>
                <a:ext cx="171000" cy="18000"/>
              </p14:xfrm>
            </p:contentPart>
          </mc:Choice>
          <mc:Fallback>
            <p:pic>
              <p:nvPicPr>
                <p:cNvPr id="202" name="Ink 201">
                  <a:extLst>
                    <a:ext uri="{FF2B5EF4-FFF2-40B4-BE49-F238E27FC236}">
                      <a16:creationId xmlns:a16="http://schemas.microsoft.com/office/drawing/2014/main" id="{02C4168D-DBDC-B203-9608-98750CD871C3}"/>
                    </a:ext>
                  </a:extLst>
                </p:cNvPr>
                <p:cNvPicPr/>
                <p:nvPr/>
              </p:nvPicPr>
              <p:blipFill>
                <a:blip r:embed="rId326"/>
                <a:stretch>
                  <a:fillRect/>
                </a:stretch>
              </p:blipFill>
              <p:spPr>
                <a:xfrm>
                  <a:off x="6836013" y="2641325"/>
                  <a:ext cx="18864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203" name="Ink 202">
                  <a:extLst>
                    <a:ext uri="{FF2B5EF4-FFF2-40B4-BE49-F238E27FC236}">
                      <a16:creationId xmlns:a16="http://schemas.microsoft.com/office/drawing/2014/main" id="{A4BC463E-3F44-0DBD-7E94-1BFA89DA71E0}"/>
                    </a:ext>
                  </a:extLst>
                </p14:cNvPr>
                <p14:cNvContentPartPr/>
                <p14:nvPr/>
              </p14:nvContentPartPr>
              <p14:xfrm>
                <a:off x="6902613" y="2723405"/>
                <a:ext cx="127440" cy="8640"/>
              </p14:xfrm>
            </p:contentPart>
          </mc:Choice>
          <mc:Fallback>
            <p:pic>
              <p:nvPicPr>
                <p:cNvPr id="203" name="Ink 202">
                  <a:extLst>
                    <a:ext uri="{FF2B5EF4-FFF2-40B4-BE49-F238E27FC236}">
                      <a16:creationId xmlns:a16="http://schemas.microsoft.com/office/drawing/2014/main" id="{A4BC463E-3F44-0DBD-7E94-1BFA89DA71E0}"/>
                    </a:ext>
                  </a:extLst>
                </p:cNvPr>
                <p:cNvPicPr/>
                <p:nvPr/>
              </p:nvPicPr>
              <p:blipFill>
                <a:blip r:embed="rId328"/>
                <a:stretch>
                  <a:fillRect/>
                </a:stretch>
              </p:blipFill>
              <p:spPr>
                <a:xfrm>
                  <a:off x="6893613" y="2714405"/>
                  <a:ext cx="1450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204" name="Ink 203">
                  <a:extLst>
                    <a:ext uri="{FF2B5EF4-FFF2-40B4-BE49-F238E27FC236}">
                      <a16:creationId xmlns:a16="http://schemas.microsoft.com/office/drawing/2014/main" id="{AC70805F-8043-3FE3-B541-6806890F43DA}"/>
                    </a:ext>
                  </a:extLst>
                </p14:cNvPr>
                <p14:cNvContentPartPr/>
                <p14:nvPr/>
              </p14:nvContentPartPr>
              <p14:xfrm>
                <a:off x="6915573" y="2814845"/>
                <a:ext cx="137520" cy="13320"/>
              </p14:xfrm>
            </p:contentPart>
          </mc:Choice>
          <mc:Fallback>
            <p:pic>
              <p:nvPicPr>
                <p:cNvPr id="204" name="Ink 203">
                  <a:extLst>
                    <a:ext uri="{FF2B5EF4-FFF2-40B4-BE49-F238E27FC236}">
                      <a16:creationId xmlns:a16="http://schemas.microsoft.com/office/drawing/2014/main" id="{AC70805F-8043-3FE3-B541-6806890F43DA}"/>
                    </a:ext>
                  </a:extLst>
                </p:cNvPr>
                <p:cNvPicPr/>
                <p:nvPr/>
              </p:nvPicPr>
              <p:blipFill>
                <a:blip r:embed="rId330"/>
                <a:stretch>
                  <a:fillRect/>
                </a:stretch>
              </p:blipFill>
              <p:spPr>
                <a:xfrm>
                  <a:off x="6906573" y="2806205"/>
                  <a:ext cx="1551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205" name="Ink 204">
                  <a:extLst>
                    <a:ext uri="{FF2B5EF4-FFF2-40B4-BE49-F238E27FC236}">
                      <a16:creationId xmlns:a16="http://schemas.microsoft.com/office/drawing/2014/main" id="{37089F0C-6220-1E57-71EA-6FDFB52408B4}"/>
                    </a:ext>
                  </a:extLst>
                </p14:cNvPr>
                <p14:cNvContentPartPr/>
                <p14:nvPr/>
              </p14:nvContentPartPr>
              <p14:xfrm>
                <a:off x="6967773" y="2872445"/>
                <a:ext cx="86760" cy="3960"/>
              </p14:xfrm>
            </p:contentPart>
          </mc:Choice>
          <mc:Fallback>
            <p:pic>
              <p:nvPicPr>
                <p:cNvPr id="205" name="Ink 204">
                  <a:extLst>
                    <a:ext uri="{FF2B5EF4-FFF2-40B4-BE49-F238E27FC236}">
                      <a16:creationId xmlns:a16="http://schemas.microsoft.com/office/drawing/2014/main" id="{37089F0C-6220-1E57-71EA-6FDFB52408B4}"/>
                    </a:ext>
                  </a:extLst>
                </p:cNvPr>
                <p:cNvPicPr/>
                <p:nvPr/>
              </p:nvPicPr>
              <p:blipFill>
                <a:blip r:embed="rId332"/>
                <a:stretch>
                  <a:fillRect/>
                </a:stretch>
              </p:blipFill>
              <p:spPr>
                <a:xfrm>
                  <a:off x="6958773" y="2863805"/>
                  <a:ext cx="1044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207" name="Ink 206">
                  <a:extLst>
                    <a:ext uri="{FF2B5EF4-FFF2-40B4-BE49-F238E27FC236}">
                      <a16:creationId xmlns:a16="http://schemas.microsoft.com/office/drawing/2014/main" id="{CB6FCE24-60FC-FCE7-C388-22E44B603FFB}"/>
                    </a:ext>
                  </a:extLst>
                </p14:cNvPr>
                <p14:cNvContentPartPr/>
                <p14:nvPr/>
              </p14:nvContentPartPr>
              <p14:xfrm>
                <a:off x="1620333" y="2897285"/>
                <a:ext cx="4572000" cy="634680"/>
              </p14:xfrm>
            </p:contentPart>
          </mc:Choice>
          <mc:Fallback>
            <p:pic>
              <p:nvPicPr>
                <p:cNvPr id="207" name="Ink 206">
                  <a:extLst>
                    <a:ext uri="{FF2B5EF4-FFF2-40B4-BE49-F238E27FC236}">
                      <a16:creationId xmlns:a16="http://schemas.microsoft.com/office/drawing/2014/main" id="{CB6FCE24-60FC-FCE7-C388-22E44B603FFB}"/>
                    </a:ext>
                  </a:extLst>
                </p:cNvPr>
                <p:cNvPicPr/>
                <p:nvPr/>
              </p:nvPicPr>
              <p:blipFill>
                <a:blip r:embed="rId334"/>
                <a:stretch>
                  <a:fillRect/>
                </a:stretch>
              </p:blipFill>
              <p:spPr>
                <a:xfrm>
                  <a:off x="1611333" y="2888285"/>
                  <a:ext cx="4589640" cy="65232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208" name="Ink 207">
                  <a:extLst>
                    <a:ext uri="{FF2B5EF4-FFF2-40B4-BE49-F238E27FC236}">
                      <a16:creationId xmlns:a16="http://schemas.microsoft.com/office/drawing/2014/main" id="{7E31D193-36EE-E437-EE5E-A61C8E688CB3}"/>
                    </a:ext>
                  </a:extLst>
                </p14:cNvPr>
                <p14:cNvContentPartPr/>
                <p14:nvPr/>
              </p14:nvContentPartPr>
              <p14:xfrm>
                <a:off x="6053373" y="2800805"/>
                <a:ext cx="319320" cy="240840"/>
              </p14:xfrm>
            </p:contentPart>
          </mc:Choice>
          <mc:Fallback>
            <p:pic>
              <p:nvPicPr>
                <p:cNvPr id="208" name="Ink 207">
                  <a:extLst>
                    <a:ext uri="{FF2B5EF4-FFF2-40B4-BE49-F238E27FC236}">
                      <a16:creationId xmlns:a16="http://schemas.microsoft.com/office/drawing/2014/main" id="{7E31D193-36EE-E437-EE5E-A61C8E688CB3}"/>
                    </a:ext>
                  </a:extLst>
                </p:cNvPr>
                <p:cNvPicPr/>
                <p:nvPr/>
              </p:nvPicPr>
              <p:blipFill>
                <a:blip r:embed="rId336"/>
                <a:stretch>
                  <a:fillRect/>
                </a:stretch>
              </p:blipFill>
              <p:spPr>
                <a:xfrm>
                  <a:off x="6044373" y="2792165"/>
                  <a:ext cx="3369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210" name="Ink 209">
                  <a:extLst>
                    <a:ext uri="{FF2B5EF4-FFF2-40B4-BE49-F238E27FC236}">
                      <a16:creationId xmlns:a16="http://schemas.microsoft.com/office/drawing/2014/main" id="{3191AF79-8F71-7D8F-2AEF-F082DD384BE7}"/>
                    </a:ext>
                  </a:extLst>
                </p14:cNvPr>
                <p14:cNvContentPartPr/>
                <p14:nvPr/>
              </p14:nvContentPartPr>
              <p14:xfrm>
                <a:off x="7204653" y="2586605"/>
                <a:ext cx="81000" cy="110160"/>
              </p14:xfrm>
            </p:contentPart>
          </mc:Choice>
          <mc:Fallback>
            <p:pic>
              <p:nvPicPr>
                <p:cNvPr id="210" name="Ink 209">
                  <a:extLst>
                    <a:ext uri="{FF2B5EF4-FFF2-40B4-BE49-F238E27FC236}">
                      <a16:creationId xmlns:a16="http://schemas.microsoft.com/office/drawing/2014/main" id="{3191AF79-8F71-7D8F-2AEF-F082DD384BE7}"/>
                    </a:ext>
                  </a:extLst>
                </p:cNvPr>
                <p:cNvPicPr/>
                <p:nvPr/>
              </p:nvPicPr>
              <p:blipFill>
                <a:blip r:embed="rId338"/>
                <a:stretch>
                  <a:fillRect/>
                </a:stretch>
              </p:blipFill>
              <p:spPr>
                <a:xfrm>
                  <a:off x="7195653" y="2577965"/>
                  <a:ext cx="9864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211" name="Ink 210">
                  <a:extLst>
                    <a:ext uri="{FF2B5EF4-FFF2-40B4-BE49-F238E27FC236}">
                      <a16:creationId xmlns:a16="http://schemas.microsoft.com/office/drawing/2014/main" id="{38E139DF-17DE-38D4-7B2C-0AC98729F594}"/>
                    </a:ext>
                  </a:extLst>
                </p14:cNvPr>
                <p14:cNvContentPartPr/>
                <p14:nvPr/>
              </p14:nvContentPartPr>
              <p14:xfrm>
                <a:off x="7031133" y="2453045"/>
                <a:ext cx="362520" cy="307800"/>
              </p14:xfrm>
            </p:contentPart>
          </mc:Choice>
          <mc:Fallback>
            <p:pic>
              <p:nvPicPr>
                <p:cNvPr id="211" name="Ink 210">
                  <a:extLst>
                    <a:ext uri="{FF2B5EF4-FFF2-40B4-BE49-F238E27FC236}">
                      <a16:creationId xmlns:a16="http://schemas.microsoft.com/office/drawing/2014/main" id="{38E139DF-17DE-38D4-7B2C-0AC98729F594}"/>
                    </a:ext>
                  </a:extLst>
                </p:cNvPr>
                <p:cNvPicPr/>
                <p:nvPr/>
              </p:nvPicPr>
              <p:blipFill>
                <a:blip r:embed="rId340"/>
                <a:stretch>
                  <a:fillRect/>
                </a:stretch>
              </p:blipFill>
              <p:spPr>
                <a:xfrm>
                  <a:off x="7022133" y="2444405"/>
                  <a:ext cx="38016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213" name="Ink 212">
                  <a:extLst>
                    <a:ext uri="{FF2B5EF4-FFF2-40B4-BE49-F238E27FC236}">
                      <a16:creationId xmlns:a16="http://schemas.microsoft.com/office/drawing/2014/main" id="{D113A98B-25DC-D82D-4D55-EFEB92FC23E0}"/>
                    </a:ext>
                  </a:extLst>
                </p14:cNvPr>
                <p14:cNvContentPartPr/>
                <p14:nvPr/>
              </p14:nvContentPartPr>
              <p14:xfrm>
                <a:off x="7507413" y="2444045"/>
                <a:ext cx="190080" cy="225720"/>
              </p14:xfrm>
            </p:contentPart>
          </mc:Choice>
          <mc:Fallback>
            <p:pic>
              <p:nvPicPr>
                <p:cNvPr id="213" name="Ink 212">
                  <a:extLst>
                    <a:ext uri="{FF2B5EF4-FFF2-40B4-BE49-F238E27FC236}">
                      <a16:creationId xmlns:a16="http://schemas.microsoft.com/office/drawing/2014/main" id="{D113A98B-25DC-D82D-4D55-EFEB92FC23E0}"/>
                    </a:ext>
                  </a:extLst>
                </p:cNvPr>
                <p:cNvPicPr/>
                <p:nvPr/>
              </p:nvPicPr>
              <p:blipFill>
                <a:blip r:embed="rId342"/>
                <a:stretch>
                  <a:fillRect/>
                </a:stretch>
              </p:blipFill>
              <p:spPr>
                <a:xfrm>
                  <a:off x="7498773" y="2435045"/>
                  <a:ext cx="20772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214" name="Ink 213">
                  <a:extLst>
                    <a:ext uri="{FF2B5EF4-FFF2-40B4-BE49-F238E27FC236}">
                      <a16:creationId xmlns:a16="http://schemas.microsoft.com/office/drawing/2014/main" id="{FD40706E-8AE3-239D-DD68-D4A6033D880A}"/>
                    </a:ext>
                  </a:extLst>
                </p14:cNvPr>
                <p14:cNvContentPartPr/>
                <p14:nvPr/>
              </p14:nvContentPartPr>
              <p14:xfrm>
                <a:off x="7469973" y="2670125"/>
                <a:ext cx="204120" cy="207720"/>
              </p14:xfrm>
            </p:contentPart>
          </mc:Choice>
          <mc:Fallback>
            <p:pic>
              <p:nvPicPr>
                <p:cNvPr id="214" name="Ink 213">
                  <a:extLst>
                    <a:ext uri="{FF2B5EF4-FFF2-40B4-BE49-F238E27FC236}">
                      <a16:creationId xmlns:a16="http://schemas.microsoft.com/office/drawing/2014/main" id="{FD40706E-8AE3-239D-DD68-D4A6033D880A}"/>
                    </a:ext>
                  </a:extLst>
                </p:cNvPr>
                <p:cNvPicPr/>
                <p:nvPr/>
              </p:nvPicPr>
              <p:blipFill>
                <a:blip r:embed="rId344"/>
                <a:stretch>
                  <a:fillRect/>
                </a:stretch>
              </p:blipFill>
              <p:spPr>
                <a:xfrm>
                  <a:off x="7461333" y="2661485"/>
                  <a:ext cx="2217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215" name="Ink 214">
                  <a:extLst>
                    <a:ext uri="{FF2B5EF4-FFF2-40B4-BE49-F238E27FC236}">
                      <a16:creationId xmlns:a16="http://schemas.microsoft.com/office/drawing/2014/main" id="{06434D18-AA7A-A1A9-8817-80E6D14E0D15}"/>
                    </a:ext>
                  </a:extLst>
                </p14:cNvPr>
                <p14:cNvContentPartPr/>
                <p14:nvPr/>
              </p14:nvContentPartPr>
              <p14:xfrm>
                <a:off x="7662213" y="2579405"/>
                <a:ext cx="2945520" cy="645480"/>
              </p14:xfrm>
            </p:contentPart>
          </mc:Choice>
          <mc:Fallback>
            <p:pic>
              <p:nvPicPr>
                <p:cNvPr id="215" name="Ink 214">
                  <a:extLst>
                    <a:ext uri="{FF2B5EF4-FFF2-40B4-BE49-F238E27FC236}">
                      <a16:creationId xmlns:a16="http://schemas.microsoft.com/office/drawing/2014/main" id="{06434D18-AA7A-A1A9-8817-80E6D14E0D15}"/>
                    </a:ext>
                  </a:extLst>
                </p:cNvPr>
                <p:cNvPicPr/>
                <p:nvPr/>
              </p:nvPicPr>
              <p:blipFill>
                <a:blip r:embed="rId346"/>
                <a:stretch>
                  <a:fillRect/>
                </a:stretch>
              </p:blipFill>
              <p:spPr>
                <a:xfrm>
                  <a:off x="7653573" y="2570405"/>
                  <a:ext cx="2963160" cy="66312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216" name="Ink 215">
                  <a:extLst>
                    <a:ext uri="{FF2B5EF4-FFF2-40B4-BE49-F238E27FC236}">
                      <a16:creationId xmlns:a16="http://schemas.microsoft.com/office/drawing/2014/main" id="{D3FBB207-985B-0B8E-AA5F-E67832CB11C8}"/>
                    </a:ext>
                  </a:extLst>
                </p14:cNvPr>
                <p14:cNvContentPartPr/>
                <p14:nvPr/>
              </p14:nvContentPartPr>
              <p14:xfrm>
                <a:off x="8715573" y="3061445"/>
                <a:ext cx="2356200" cy="381600"/>
              </p14:xfrm>
            </p:contentPart>
          </mc:Choice>
          <mc:Fallback>
            <p:pic>
              <p:nvPicPr>
                <p:cNvPr id="216" name="Ink 215">
                  <a:extLst>
                    <a:ext uri="{FF2B5EF4-FFF2-40B4-BE49-F238E27FC236}">
                      <a16:creationId xmlns:a16="http://schemas.microsoft.com/office/drawing/2014/main" id="{D3FBB207-985B-0B8E-AA5F-E67832CB11C8}"/>
                    </a:ext>
                  </a:extLst>
                </p:cNvPr>
                <p:cNvPicPr/>
                <p:nvPr/>
              </p:nvPicPr>
              <p:blipFill>
                <a:blip r:embed="rId348"/>
                <a:stretch>
                  <a:fillRect/>
                </a:stretch>
              </p:blipFill>
              <p:spPr>
                <a:xfrm>
                  <a:off x="8706573" y="3052445"/>
                  <a:ext cx="2373840" cy="39924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217" name="Ink 216">
                  <a:extLst>
                    <a:ext uri="{FF2B5EF4-FFF2-40B4-BE49-F238E27FC236}">
                      <a16:creationId xmlns:a16="http://schemas.microsoft.com/office/drawing/2014/main" id="{4BC1A08E-B53E-3AF8-F727-3018B4494E99}"/>
                    </a:ext>
                  </a:extLst>
                </p14:cNvPr>
                <p14:cNvContentPartPr/>
                <p14:nvPr/>
              </p14:nvContentPartPr>
              <p14:xfrm>
                <a:off x="9593613" y="3308045"/>
                <a:ext cx="1389600" cy="458280"/>
              </p14:xfrm>
            </p:contentPart>
          </mc:Choice>
          <mc:Fallback>
            <p:pic>
              <p:nvPicPr>
                <p:cNvPr id="217" name="Ink 216">
                  <a:extLst>
                    <a:ext uri="{FF2B5EF4-FFF2-40B4-BE49-F238E27FC236}">
                      <a16:creationId xmlns:a16="http://schemas.microsoft.com/office/drawing/2014/main" id="{4BC1A08E-B53E-3AF8-F727-3018B4494E99}"/>
                    </a:ext>
                  </a:extLst>
                </p:cNvPr>
                <p:cNvPicPr/>
                <p:nvPr/>
              </p:nvPicPr>
              <p:blipFill>
                <a:blip r:embed="rId350"/>
                <a:stretch>
                  <a:fillRect/>
                </a:stretch>
              </p:blipFill>
              <p:spPr>
                <a:xfrm>
                  <a:off x="9584973" y="3299405"/>
                  <a:ext cx="1407240" cy="47592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219" name="Ink 218">
                  <a:extLst>
                    <a:ext uri="{FF2B5EF4-FFF2-40B4-BE49-F238E27FC236}">
                      <a16:creationId xmlns:a16="http://schemas.microsoft.com/office/drawing/2014/main" id="{7C44336C-E6C3-5224-17D7-7F82F65D2764}"/>
                    </a:ext>
                  </a:extLst>
                </p14:cNvPr>
                <p14:cNvContentPartPr/>
                <p14:nvPr/>
              </p14:nvContentPartPr>
              <p14:xfrm>
                <a:off x="7019973" y="3119045"/>
                <a:ext cx="174960" cy="222120"/>
              </p14:xfrm>
            </p:contentPart>
          </mc:Choice>
          <mc:Fallback>
            <p:pic>
              <p:nvPicPr>
                <p:cNvPr id="219" name="Ink 218">
                  <a:extLst>
                    <a:ext uri="{FF2B5EF4-FFF2-40B4-BE49-F238E27FC236}">
                      <a16:creationId xmlns:a16="http://schemas.microsoft.com/office/drawing/2014/main" id="{7C44336C-E6C3-5224-17D7-7F82F65D2764}"/>
                    </a:ext>
                  </a:extLst>
                </p:cNvPr>
                <p:cNvPicPr/>
                <p:nvPr/>
              </p:nvPicPr>
              <p:blipFill>
                <a:blip r:embed="rId352"/>
                <a:stretch>
                  <a:fillRect/>
                </a:stretch>
              </p:blipFill>
              <p:spPr>
                <a:xfrm>
                  <a:off x="7010973" y="3110045"/>
                  <a:ext cx="19260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220" name="Ink 219">
                  <a:extLst>
                    <a:ext uri="{FF2B5EF4-FFF2-40B4-BE49-F238E27FC236}">
                      <a16:creationId xmlns:a16="http://schemas.microsoft.com/office/drawing/2014/main" id="{B080026F-3323-DE27-3641-71D5483EF6FB}"/>
                    </a:ext>
                  </a:extLst>
                </p14:cNvPr>
                <p14:cNvContentPartPr/>
                <p14:nvPr/>
              </p14:nvContentPartPr>
              <p14:xfrm>
                <a:off x="6983253" y="3156845"/>
                <a:ext cx="181800" cy="243720"/>
              </p14:xfrm>
            </p:contentPart>
          </mc:Choice>
          <mc:Fallback>
            <p:pic>
              <p:nvPicPr>
                <p:cNvPr id="220" name="Ink 219">
                  <a:extLst>
                    <a:ext uri="{FF2B5EF4-FFF2-40B4-BE49-F238E27FC236}">
                      <a16:creationId xmlns:a16="http://schemas.microsoft.com/office/drawing/2014/main" id="{B080026F-3323-DE27-3641-71D5483EF6FB}"/>
                    </a:ext>
                  </a:extLst>
                </p:cNvPr>
                <p:cNvPicPr/>
                <p:nvPr/>
              </p:nvPicPr>
              <p:blipFill>
                <a:blip r:embed="rId354"/>
                <a:stretch>
                  <a:fillRect/>
                </a:stretch>
              </p:blipFill>
              <p:spPr>
                <a:xfrm>
                  <a:off x="6974253" y="3148205"/>
                  <a:ext cx="19944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221" name="Ink 220">
                  <a:extLst>
                    <a:ext uri="{FF2B5EF4-FFF2-40B4-BE49-F238E27FC236}">
                      <a16:creationId xmlns:a16="http://schemas.microsoft.com/office/drawing/2014/main" id="{092F8C1B-E9DE-86A8-F2DF-F7E9194A13A9}"/>
                    </a:ext>
                  </a:extLst>
                </p14:cNvPr>
                <p14:cNvContentPartPr/>
                <p14:nvPr/>
              </p14:nvContentPartPr>
              <p14:xfrm>
                <a:off x="7205373" y="3146765"/>
                <a:ext cx="101160" cy="210960"/>
              </p14:xfrm>
            </p:contentPart>
          </mc:Choice>
          <mc:Fallback>
            <p:pic>
              <p:nvPicPr>
                <p:cNvPr id="221" name="Ink 220">
                  <a:extLst>
                    <a:ext uri="{FF2B5EF4-FFF2-40B4-BE49-F238E27FC236}">
                      <a16:creationId xmlns:a16="http://schemas.microsoft.com/office/drawing/2014/main" id="{092F8C1B-E9DE-86A8-F2DF-F7E9194A13A9}"/>
                    </a:ext>
                  </a:extLst>
                </p:cNvPr>
                <p:cNvPicPr/>
                <p:nvPr/>
              </p:nvPicPr>
              <p:blipFill>
                <a:blip r:embed="rId356"/>
                <a:stretch>
                  <a:fillRect/>
                </a:stretch>
              </p:blipFill>
              <p:spPr>
                <a:xfrm>
                  <a:off x="7196373" y="3137765"/>
                  <a:ext cx="11880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222" name="Ink 221">
                  <a:extLst>
                    <a:ext uri="{FF2B5EF4-FFF2-40B4-BE49-F238E27FC236}">
                      <a16:creationId xmlns:a16="http://schemas.microsoft.com/office/drawing/2014/main" id="{BC71D50B-39A7-FA08-722A-F1FC1E91ABDD}"/>
                    </a:ext>
                  </a:extLst>
                </p14:cNvPr>
                <p14:cNvContentPartPr/>
                <p14:nvPr/>
              </p14:nvContentPartPr>
              <p14:xfrm>
                <a:off x="7349733" y="3160085"/>
                <a:ext cx="104760" cy="167400"/>
              </p14:xfrm>
            </p:contentPart>
          </mc:Choice>
          <mc:Fallback>
            <p:pic>
              <p:nvPicPr>
                <p:cNvPr id="222" name="Ink 221">
                  <a:extLst>
                    <a:ext uri="{FF2B5EF4-FFF2-40B4-BE49-F238E27FC236}">
                      <a16:creationId xmlns:a16="http://schemas.microsoft.com/office/drawing/2014/main" id="{BC71D50B-39A7-FA08-722A-F1FC1E91ABDD}"/>
                    </a:ext>
                  </a:extLst>
                </p:cNvPr>
                <p:cNvPicPr/>
                <p:nvPr/>
              </p:nvPicPr>
              <p:blipFill>
                <a:blip r:embed="rId358"/>
                <a:stretch>
                  <a:fillRect/>
                </a:stretch>
              </p:blipFill>
              <p:spPr>
                <a:xfrm>
                  <a:off x="7340733" y="3151445"/>
                  <a:ext cx="1224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223" name="Ink 222">
                  <a:extLst>
                    <a:ext uri="{FF2B5EF4-FFF2-40B4-BE49-F238E27FC236}">
                      <a16:creationId xmlns:a16="http://schemas.microsoft.com/office/drawing/2014/main" id="{4AF77848-E64E-32A7-1222-11897E5A8A1F}"/>
                    </a:ext>
                  </a:extLst>
                </p14:cNvPr>
                <p14:cNvContentPartPr/>
                <p14:nvPr/>
              </p14:nvContentPartPr>
              <p14:xfrm>
                <a:off x="7510653" y="3090245"/>
                <a:ext cx="123840" cy="228960"/>
              </p14:xfrm>
            </p:contentPart>
          </mc:Choice>
          <mc:Fallback>
            <p:pic>
              <p:nvPicPr>
                <p:cNvPr id="223" name="Ink 222">
                  <a:extLst>
                    <a:ext uri="{FF2B5EF4-FFF2-40B4-BE49-F238E27FC236}">
                      <a16:creationId xmlns:a16="http://schemas.microsoft.com/office/drawing/2014/main" id="{4AF77848-E64E-32A7-1222-11897E5A8A1F}"/>
                    </a:ext>
                  </a:extLst>
                </p:cNvPr>
                <p:cNvPicPr/>
                <p:nvPr/>
              </p:nvPicPr>
              <p:blipFill>
                <a:blip r:embed="rId360"/>
                <a:stretch>
                  <a:fillRect/>
                </a:stretch>
              </p:blipFill>
              <p:spPr>
                <a:xfrm>
                  <a:off x="7502013" y="3081605"/>
                  <a:ext cx="14148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224" name="Ink 223">
                  <a:extLst>
                    <a:ext uri="{FF2B5EF4-FFF2-40B4-BE49-F238E27FC236}">
                      <a16:creationId xmlns:a16="http://schemas.microsoft.com/office/drawing/2014/main" id="{7C728BC7-3FFE-D36C-E942-44B8543099CA}"/>
                    </a:ext>
                  </a:extLst>
                </p14:cNvPr>
                <p14:cNvContentPartPr/>
                <p14:nvPr/>
              </p14:nvContentPartPr>
              <p14:xfrm>
                <a:off x="7563933" y="3039125"/>
                <a:ext cx="226800" cy="262080"/>
              </p14:xfrm>
            </p:contentPart>
          </mc:Choice>
          <mc:Fallback>
            <p:pic>
              <p:nvPicPr>
                <p:cNvPr id="224" name="Ink 223">
                  <a:extLst>
                    <a:ext uri="{FF2B5EF4-FFF2-40B4-BE49-F238E27FC236}">
                      <a16:creationId xmlns:a16="http://schemas.microsoft.com/office/drawing/2014/main" id="{7C728BC7-3FFE-D36C-E942-44B8543099CA}"/>
                    </a:ext>
                  </a:extLst>
                </p:cNvPr>
                <p:cNvPicPr/>
                <p:nvPr/>
              </p:nvPicPr>
              <p:blipFill>
                <a:blip r:embed="rId362"/>
                <a:stretch>
                  <a:fillRect/>
                </a:stretch>
              </p:blipFill>
              <p:spPr>
                <a:xfrm>
                  <a:off x="7554933" y="3030485"/>
                  <a:ext cx="24444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25" name="Ink 224">
                  <a:extLst>
                    <a:ext uri="{FF2B5EF4-FFF2-40B4-BE49-F238E27FC236}">
                      <a16:creationId xmlns:a16="http://schemas.microsoft.com/office/drawing/2014/main" id="{2113F405-1C18-FF46-50D7-8B558B1BFD4F}"/>
                    </a:ext>
                  </a:extLst>
                </p14:cNvPr>
                <p14:cNvContentPartPr/>
                <p14:nvPr/>
              </p14:nvContentPartPr>
              <p14:xfrm>
                <a:off x="7693533" y="3160085"/>
                <a:ext cx="138960" cy="57960"/>
              </p14:xfrm>
            </p:contentPart>
          </mc:Choice>
          <mc:Fallback>
            <p:pic>
              <p:nvPicPr>
                <p:cNvPr id="225" name="Ink 224">
                  <a:extLst>
                    <a:ext uri="{FF2B5EF4-FFF2-40B4-BE49-F238E27FC236}">
                      <a16:creationId xmlns:a16="http://schemas.microsoft.com/office/drawing/2014/main" id="{2113F405-1C18-FF46-50D7-8B558B1BFD4F}"/>
                    </a:ext>
                  </a:extLst>
                </p:cNvPr>
                <p:cNvPicPr/>
                <p:nvPr/>
              </p:nvPicPr>
              <p:blipFill>
                <a:blip r:embed="rId364"/>
                <a:stretch>
                  <a:fillRect/>
                </a:stretch>
              </p:blipFill>
              <p:spPr>
                <a:xfrm>
                  <a:off x="7684533" y="3151085"/>
                  <a:ext cx="15660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226" name="Ink 225">
                  <a:extLst>
                    <a:ext uri="{FF2B5EF4-FFF2-40B4-BE49-F238E27FC236}">
                      <a16:creationId xmlns:a16="http://schemas.microsoft.com/office/drawing/2014/main" id="{13E58155-3FB5-5214-15E4-809178CC5E6E}"/>
                    </a:ext>
                  </a:extLst>
                </p14:cNvPr>
                <p14:cNvContentPartPr/>
                <p14:nvPr/>
              </p14:nvContentPartPr>
              <p14:xfrm>
                <a:off x="6851853" y="3428645"/>
                <a:ext cx="1000440" cy="101880"/>
              </p14:xfrm>
            </p:contentPart>
          </mc:Choice>
          <mc:Fallback>
            <p:pic>
              <p:nvPicPr>
                <p:cNvPr id="226" name="Ink 225">
                  <a:extLst>
                    <a:ext uri="{FF2B5EF4-FFF2-40B4-BE49-F238E27FC236}">
                      <a16:creationId xmlns:a16="http://schemas.microsoft.com/office/drawing/2014/main" id="{13E58155-3FB5-5214-15E4-809178CC5E6E}"/>
                    </a:ext>
                  </a:extLst>
                </p:cNvPr>
                <p:cNvPicPr/>
                <p:nvPr/>
              </p:nvPicPr>
              <p:blipFill>
                <a:blip r:embed="rId366"/>
                <a:stretch>
                  <a:fillRect/>
                </a:stretch>
              </p:blipFill>
              <p:spPr>
                <a:xfrm>
                  <a:off x="6843213" y="3420005"/>
                  <a:ext cx="10180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228" name="Ink 227">
                  <a:extLst>
                    <a:ext uri="{FF2B5EF4-FFF2-40B4-BE49-F238E27FC236}">
                      <a16:creationId xmlns:a16="http://schemas.microsoft.com/office/drawing/2014/main" id="{B03762FD-31CB-EF90-45C4-DFCEAA20CCCF}"/>
                    </a:ext>
                  </a:extLst>
                </p14:cNvPr>
                <p14:cNvContentPartPr/>
                <p14:nvPr/>
              </p14:nvContentPartPr>
              <p14:xfrm>
                <a:off x="7189893" y="2302925"/>
                <a:ext cx="739800" cy="718560"/>
              </p14:xfrm>
            </p:contentPart>
          </mc:Choice>
          <mc:Fallback>
            <p:pic>
              <p:nvPicPr>
                <p:cNvPr id="228" name="Ink 227">
                  <a:extLst>
                    <a:ext uri="{FF2B5EF4-FFF2-40B4-BE49-F238E27FC236}">
                      <a16:creationId xmlns:a16="http://schemas.microsoft.com/office/drawing/2014/main" id="{B03762FD-31CB-EF90-45C4-DFCEAA20CCCF}"/>
                    </a:ext>
                  </a:extLst>
                </p:cNvPr>
                <p:cNvPicPr/>
                <p:nvPr/>
              </p:nvPicPr>
              <p:blipFill>
                <a:blip r:embed="rId368"/>
                <a:stretch>
                  <a:fillRect/>
                </a:stretch>
              </p:blipFill>
              <p:spPr>
                <a:xfrm>
                  <a:off x="7180893" y="2294285"/>
                  <a:ext cx="757440" cy="73620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194" name="Ink 193">
                  <a:extLst>
                    <a:ext uri="{FF2B5EF4-FFF2-40B4-BE49-F238E27FC236}">
                      <a16:creationId xmlns:a16="http://schemas.microsoft.com/office/drawing/2014/main" id="{896858AA-C0B0-149F-1AE5-907C4D3A964C}"/>
                    </a:ext>
                  </a:extLst>
                </p14:cNvPr>
                <p14:cNvContentPartPr/>
                <p14:nvPr/>
              </p14:nvContentPartPr>
              <p14:xfrm>
                <a:off x="1065933" y="3292205"/>
                <a:ext cx="641880" cy="144360"/>
              </p14:xfrm>
            </p:contentPart>
          </mc:Choice>
          <mc:Fallback>
            <p:pic>
              <p:nvPicPr>
                <p:cNvPr id="194" name="Ink 193">
                  <a:extLst>
                    <a:ext uri="{FF2B5EF4-FFF2-40B4-BE49-F238E27FC236}">
                      <a16:creationId xmlns:a16="http://schemas.microsoft.com/office/drawing/2014/main" id="{896858AA-C0B0-149F-1AE5-907C4D3A964C}"/>
                    </a:ext>
                  </a:extLst>
                </p:cNvPr>
                <p:cNvPicPr/>
                <p:nvPr/>
              </p:nvPicPr>
              <p:blipFill>
                <a:blip r:embed="rId370"/>
                <a:stretch>
                  <a:fillRect/>
                </a:stretch>
              </p:blipFill>
              <p:spPr>
                <a:xfrm>
                  <a:off x="1056933" y="3283565"/>
                  <a:ext cx="65952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195" name="Ink 194">
                  <a:extLst>
                    <a:ext uri="{FF2B5EF4-FFF2-40B4-BE49-F238E27FC236}">
                      <a16:creationId xmlns:a16="http://schemas.microsoft.com/office/drawing/2014/main" id="{2BC7B192-C5AD-2107-9AF1-97B09885A945}"/>
                    </a:ext>
                  </a:extLst>
                </p14:cNvPr>
                <p14:cNvContentPartPr/>
                <p14:nvPr/>
              </p14:nvContentPartPr>
              <p14:xfrm>
                <a:off x="960453" y="3381845"/>
                <a:ext cx="824400" cy="99720"/>
              </p14:xfrm>
            </p:contentPart>
          </mc:Choice>
          <mc:Fallback>
            <p:pic>
              <p:nvPicPr>
                <p:cNvPr id="195" name="Ink 194">
                  <a:extLst>
                    <a:ext uri="{FF2B5EF4-FFF2-40B4-BE49-F238E27FC236}">
                      <a16:creationId xmlns:a16="http://schemas.microsoft.com/office/drawing/2014/main" id="{2BC7B192-C5AD-2107-9AF1-97B09885A945}"/>
                    </a:ext>
                  </a:extLst>
                </p:cNvPr>
                <p:cNvPicPr/>
                <p:nvPr/>
              </p:nvPicPr>
              <p:blipFill>
                <a:blip r:embed="rId372"/>
                <a:stretch>
                  <a:fillRect/>
                </a:stretch>
              </p:blipFill>
              <p:spPr>
                <a:xfrm>
                  <a:off x="951453" y="3373205"/>
                  <a:ext cx="8420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230" name="Ink 229">
                  <a:extLst>
                    <a:ext uri="{FF2B5EF4-FFF2-40B4-BE49-F238E27FC236}">
                      <a16:creationId xmlns:a16="http://schemas.microsoft.com/office/drawing/2014/main" id="{7A8D794D-C141-E4CB-2706-BE69B2FECEC5}"/>
                    </a:ext>
                  </a:extLst>
                </p14:cNvPr>
                <p14:cNvContentPartPr/>
                <p14:nvPr/>
              </p14:nvContentPartPr>
              <p14:xfrm>
                <a:off x="925533" y="3263765"/>
                <a:ext cx="919080" cy="14400"/>
              </p14:xfrm>
            </p:contentPart>
          </mc:Choice>
          <mc:Fallback>
            <p:pic>
              <p:nvPicPr>
                <p:cNvPr id="230" name="Ink 229">
                  <a:extLst>
                    <a:ext uri="{FF2B5EF4-FFF2-40B4-BE49-F238E27FC236}">
                      <a16:creationId xmlns:a16="http://schemas.microsoft.com/office/drawing/2014/main" id="{7A8D794D-C141-E4CB-2706-BE69B2FECEC5}"/>
                    </a:ext>
                  </a:extLst>
                </p:cNvPr>
                <p:cNvPicPr/>
                <p:nvPr/>
              </p:nvPicPr>
              <p:blipFill>
                <a:blip r:embed="rId374"/>
                <a:stretch>
                  <a:fillRect/>
                </a:stretch>
              </p:blipFill>
              <p:spPr>
                <a:xfrm>
                  <a:off x="916893" y="3254765"/>
                  <a:ext cx="9367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231" name="Ink 230">
                  <a:extLst>
                    <a:ext uri="{FF2B5EF4-FFF2-40B4-BE49-F238E27FC236}">
                      <a16:creationId xmlns:a16="http://schemas.microsoft.com/office/drawing/2014/main" id="{3CAC5BFD-7124-3D45-562B-B66D990E1FF7}"/>
                    </a:ext>
                  </a:extLst>
                </p14:cNvPr>
                <p14:cNvContentPartPr/>
                <p14:nvPr/>
              </p14:nvContentPartPr>
              <p14:xfrm>
                <a:off x="1098333" y="3425765"/>
                <a:ext cx="865440" cy="6480"/>
              </p14:xfrm>
            </p:contentPart>
          </mc:Choice>
          <mc:Fallback>
            <p:pic>
              <p:nvPicPr>
                <p:cNvPr id="231" name="Ink 230">
                  <a:extLst>
                    <a:ext uri="{FF2B5EF4-FFF2-40B4-BE49-F238E27FC236}">
                      <a16:creationId xmlns:a16="http://schemas.microsoft.com/office/drawing/2014/main" id="{3CAC5BFD-7124-3D45-562B-B66D990E1FF7}"/>
                    </a:ext>
                  </a:extLst>
                </p:cNvPr>
                <p:cNvPicPr/>
                <p:nvPr/>
              </p:nvPicPr>
              <p:blipFill>
                <a:blip r:embed="rId376"/>
                <a:stretch>
                  <a:fillRect/>
                </a:stretch>
              </p:blipFill>
              <p:spPr>
                <a:xfrm>
                  <a:off x="1089333" y="3417125"/>
                  <a:ext cx="88308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233" name="Ink 232">
                  <a:extLst>
                    <a:ext uri="{FF2B5EF4-FFF2-40B4-BE49-F238E27FC236}">
                      <a16:creationId xmlns:a16="http://schemas.microsoft.com/office/drawing/2014/main" id="{A18DD039-83E3-2F13-4FCB-C43EC25B2634}"/>
                    </a:ext>
                  </a:extLst>
                </p14:cNvPr>
                <p14:cNvContentPartPr/>
                <p14:nvPr/>
              </p14:nvContentPartPr>
              <p14:xfrm>
                <a:off x="7124013" y="3449165"/>
                <a:ext cx="593280" cy="6480"/>
              </p14:xfrm>
            </p:contentPart>
          </mc:Choice>
          <mc:Fallback>
            <p:pic>
              <p:nvPicPr>
                <p:cNvPr id="233" name="Ink 232">
                  <a:extLst>
                    <a:ext uri="{FF2B5EF4-FFF2-40B4-BE49-F238E27FC236}">
                      <a16:creationId xmlns:a16="http://schemas.microsoft.com/office/drawing/2014/main" id="{A18DD039-83E3-2F13-4FCB-C43EC25B2634}"/>
                    </a:ext>
                  </a:extLst>
                </p:cNvPr>
                <p:cNvPicPr/>
                <p:nvPr/>
              </p:nvPicPr>
              <p:blipFill>
                <a:blip r:embed="rId378"/>
                <a:stretch>
                  <a:fillRect/>
                </a:stretch>
              </p:blipFill>
              <p:spPr>
                <a:xfrm>
                  <a:off x="7115013" y="3440165"/>
                  <a:ext cx="6109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234" name="Ink 233">
                  <a:extLst>
                    <a:ext uri="{FF2B5EF4-FFF2-40B4-BE49-F238E27FC236}">
                      <a16:creationId xmlns:a16="http://schemas.microsoft.com/office/drawing/2014/main" id="{3E044B51-662F-A86D-49F0-C4B702590CEB}"/>
                    </a:ext>
                  </a:extLst>
                </p14:cNvPr>
                <p14:cNvContentPartPr/>
                <p14:nvPr/>
              </p14:nvContentPartPr>
              <p14:xfrm>
                <a:off x="7164693" y="3468605"/>
                <a:ext cx="678600" cy="61920"/>
              </p14:xfrm>
            </p:contentPart>
          </mc:Choice>
          <mc:Fallback>
            <p:pic>
              <p:nvPicPr>
                <p:cNvPr id="234" name="Ink 233">
                  <a:extLst>
                    <a:ext uri="{FF2B5EF4-FFF2-40B4-BE49-F238E27FC236}">
                      <a16:creationId xmlns:a16="http://schemas.microsoft.com/office/drawing/2014/main" id="{3E044B51-662F-A86D-49F0-C4B702590CEB}"/>
                    </a:ext>
                  </a:extLst>
                </p:cNvPr>
                <p:cNvPicPr/>
                <p:nvPr/>
              </p:nvPicPr>
              <p:blipFill>
                <a:blip r:embed="rId380"/>
                <a:stretch>
                  <a:fillRect/>
                </a:stretch>
              </p:blipFill>
              <p:spPr>
                <a:xfrm>
                  <a:off x="7155693" y="3459605"/>
                  <a:ext cx="6962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238" name="Ink 237">
                  <a:extLst>
                    <a:ext uri="{FF2B5EF4-FFF2-40B4-BE49-F238E27FC236}">
                      <a16:creationId xmlns:a16="http://schemas.microsoft.com/office/drawing/2014/main" id="{7E5F6899-6954-7F85-A05D-313EBAE33B9B}"/>
                    </a:ext>
                  </a:extLst>
                </p14:cNvPr>
                <p14:cNvContentPartPr/>
                <p14:nvPr/>
              </p14:nvContentPartPr>
              <p14:xfrm>
                <a:off x="8212653" y="2104565"/>
                <a:ext cx="3246480" cy="463680"/>
              </p14:xfrm>
            </p:contentPart>
          </mc:Choice>
          <mc:Fallback>
            <p:pic>
              <p:nvPicPr>
                <p:cNvPr id="238" name="Ink 237">
                  <a:extLst>
                    <a:ext uri="{FF2B5EF4-FFF2-40B4-BE49-F238E27FC236}">
                      <a16:creationId xmlns:a16="http://schemas.microsoft.com/office/drawing/2014/main" id="{7E5F6899-6954-7F85-A05D-313EBAE33B9B}"/>
                    </a:ext>
                  </a:extLst>
                </p:cNvPr>
                <p:cNvPicPr/>
                <p:nvPr/>
              </p:nvPicPr>
              <p:blipFill>
                <a:blip r:embed="rId382"/>
                <a:stretch>
                  <a:fillRect/>
                </a:stretch>
              </p:blipFill>
              <p:spPr>
                <a:xfrm>
                  <a:off x="8203653" y="2095565"/>
                  <a:ext cx="3264120" cy="48132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239" name="Ink 238">
                  <a:extLst>
                    <a:ext uri="{FF2B5EF4-FFF2-40B4-BE49-F238E27FC236}">
                      <a16:creationId xmlns:a16="http://schemas.microsoft.com/office/drawing/2014/main" id="{894287D2-9497-301B-7390-E41ABDC65396}"/>
                    </a:ext>
                  </a:extLst>
                </p14:cNvPr>
                <p14:cNvContentPartPr/>
                <p14:nvPr/>
              </p14:nvContentPartPr>
              <p14:xfrm>
                <a:off x="8170173" y="2424605"/>
                <a:ext cx="95760" cy="140400"/>
              </p14:xfrm>
            </p:contentPart>
          </mc:Choice>
          <mc:Fallback>
            <p:pic>
              <p:nvPicPr>
                <p:cNvPr id="239" name="Ink 238">
                  <a:extLst>
                    <a:ext uri="{FF2B5EF4-FFF2-40B4-BE49-F238E27FC236}">
                      <a16:creationId xmlns:a16="http://schemas.microsoft.com/office/drawing/2014/main" id="{894287D2-9497-301B-7390-E41ABDC65396}"/>
                    </a:ext>
                  </a:extLst>
                </p:cNvPr>
                <p:cNvPicPr/>
                <p:nvPr/>
              </p:nvPicPr>
              <p:blipFill>
                <a:blip r:embed="rId384"/>
                <a:stretch>
                  <a:fillRect/>
                </a:stretch>
              </p:blipFill>
              <p:spPr>
                <a:xfrm>
                  <a:off x="8161173" y="2415965"/>
                  <a:ext cx="1134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241" name="Ink 240">
                  <a:extLst>
                    <a:ext uri="{FF2B5EF4-FFF2-40B4-BE49-F238E27FC236}">
                      <a16:creationId xmlns:a16="http://schemas.microsoft.com/office/drawing/2014/main" id="{68AEA939-0F67-8946-4366-3033761CF21A}"/>
                    </a:ext>
                  </a:extLst>
                </p14:cNvPr>
                <p14:cNvContentPartPr/>
                <p14:nvPr/>
              </p14:nvContentPartPr>
              <p14:xfrm>
                <a:off x="2040813" y="1856165"/>
                <a:ext cx="5106960" cy="620280"/>
              </p14:xfrm>
            </p:contentPart>
          </mc:Choice>
          <mc:Fallback>
            <p:pic>
              <p:nvPicPr>
                <p:cNvPr id="241" name="Ink 240">
                  <a:extLst>
                    <a:ext uri="{FF2B5EF4-FFF2-40B4-BE49-F238E27FC236}">
                      <a16:creationId xmlns:a16="http://schemas.microsoft.com/office/drawing/2014/main" id="{68AEA939-0F67-8946-4366-3033761CF21A}"/>
                    </a:ext>
                  </a:extLst>
                </p:cNvPr>
                <p:cNvPicPr/>
                <p:nvPr/>
              </p:nvPicPr>
              <p:blipFill>
                <a:blip r:embed="rId386"/>
                <a:stretch>
                  <a:fillRect/>
                </a:stretch>
              </p:blipFill>
              <p:spPr>
                <a:xfrm>
                  <a:off x="2031813" y="1847165"/>
                  <a:ext cx="5124600" cy="63792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242" name="Ink 241">
                  <a:extLst>
                    <a:ext uri="{FF2B5EF4-FFF2-40B4-BE49-F238E27FC236}">
                      <a16:creationId xmlns:a16="http://schemas.microsoft.com/office/drawing/2014/main" id="{1430877F-2675-08F5-3CF0-7622E4B6E579}"/>
                    </a:ext>
                  </a:extLst>
                </p14:cNvPr>
                <p14:cNvContentPartPr/>
                <p14:nvPr/>
              </p14:nvContentPartPr>
              <p14:xfrm>
                <a:off x="1996893" y="2355125"/>
                <a:ext cx="216360" cy="111960"/>
              </p14:xfrm>
            </p:contentPart>
          </mc:Choice>
          <mc:Fallback>
            <p:pic>
              <p:nvPicPr>
                <p:cNvPr id="242" name="Ink 241">
                  <a:extLst>
                    <a:ext uri="{FF2B5EF4-FFF2-40B4-BE49-F238E27FC236}">
                      <a16:creationId xmlns:a16="http://schemas.microsoft.com/office/drawing/2014/main" id="{1430877F-2675-08F5-3CF0-7622E4B6E579}"/>
                    </a:ext>
                  </a:extLst>
                </p:cNvPr>
                <p:cNvPicPr/>
                <p:nvPr/>
              </p:nvPicPr>
              <p:blipFill>
                <a:blip r:embed="rId388"/>
                <a:stretch>
                  <a:fillRect/>
                </a:stretch>
              </p:blipFill>
              <p:spPr>
                <a:xfrm>
                  <a:off x="1988253" y="2346485"/>
                  <a:ext cx="2340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244" name="Ink 243">
                  <a:extLst>
                    <a:ext uri="{FF2B5EF4-FFF2-40B4-BE49-F238E27FC236}">
                      <a16:creationId xmlns:a16="http://schemas.microsoft.com/office/drawing/2014/main" id="{FDBD695D-3DC7-DE88-125E-944EF2BE961E}"/>
                    </a:ext>
                  </a:extLst>
                </p14:cNvPr>
                <p14:cNvContentPartPr/>
                <p14:nvPr/>
              </p14:nvContentPartPr>
              <p14:xfrm>
                <a:off x="1811133" y="3165485"/>
                <a:ext cx="7691400" cy="1728720"/>
              </p14:xfrm>
            </p:contentPart>
          </mc:Choice>
          <mc:Fallback>
            <p:pic>
              <p:nvPicPr>
                <p:cNvPr id="244" name="Ink 243">
                  <a:extLst>
                    <a:ext uri="{FF2B5EF4-FFF2-40B4-BE49-F238E27FC236}">
                      <a16:creationId xmlns:a16="http://schemas.microsoft.com/office/drawing/2014/main" id="{FDBD695D-3DC7-DE88-125E-944EF2BE961E}"/>
                    </a:ext>
                  </a:extLst>
                </p:cNvPr>
                <p:cNvPicPr/>
                <p:nvPr/>
              </p:nvPicPr>
              <p:blipFill>
                <a:blip r:embed="rId390"/>
                <a:stretch>
                  <a:fillRect/>
                </a:stretch>
              </p:blipFill>
              <p:spPr>
                <a:xfrm>
                  <a:off x="1802493" y="3156845"/>
                  <a:ext cx="7709040" cy="174636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245" name="Ink 244">
                  <a:extLst>
                    <a:ext uri="{FF2B5EF4-FFF2-40B4-BE49-F238E27FC236}">
                      <a16:creationId xmlns:a16="http://schemas.microsoft.com/office/drawing/2014/main" id="{B1107642-ED31-E645-4AF4-6366B0F71AF7}"/>
                    </a:ext>
                  </a:extLst>
                </p14:cNvPr>
                <p14:cNvContentPartPr/>
                <p14:nvPr/>
              </p14:nvContentPartPr>
              <p14:xfrm>
                <a:off x="9357813" y="4618085"/>
                <a:ext cx="396000" cy="208440"/>
              </p14:xfrm>
            </p:contentPart>
          </mc:Choice>
          <mc:Fallback>
            <p:pic>
              <p:nvPicPr>
                <p:cNvPr id="245" name="Ink 244">
                  <a:extLst>
                    <a:ext uri="{FF2B5EF4-FFF2-40B4-BE49-F238E27FC236}">
                      <a16:creationId xmlns:a16="http://schemas.microsoft.com/office/drawing/2014/main" id="{B1107642-ED31-E645-4AF4-6366B0F71AF7}"/>
                    </a:ext>
                  </a:extLst>
                </p:cNvPr>
                <p:cNvPicPr/>
                <p:nvPr/>
              </p:nvPicPr>
              <p:blipFill>
                <a:blip r:embed="rId392"/>
                <a:stretch>
                  <a:fillRect/>
                </a:stretch>
              </p:blipFill>
              <p:spPr>
                <a:xfrm>
                  <a:off x="9349173" y="4609085"/>
                  <a:ext cx="41364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247" name="Ink 246">
                  <a:extLst>
                    <a:ext uri="{FF2B5EF4-FFF2-40B4-BE49-F238E27FC236}">
                      <a16:creationId xmlns:a16="http://schemas.microsoft.com/office/drawing/2014/main" id="{8C3027CD-CCE0-7604-6C2B-228E5513CE30}"/>
                    </a:ext>
                  </a:extLst>
                </p14:cNvPr>
                <p14:cNvContentPartPr/>
                <p14:nvPr/>
              </p14:nvContentPartPr>
              <p14:xfrm>
                <a:off x="676773" y="1161005"/>
                <a:ext cx="254160" cy="198360"/>
              </p14:xfrm>
            </p:contentPart>
          </mc:Choice>
          <mc:Fallback>
            <p:pic>
              <p:nvPicPr>
                <p:cNvPr id="247" name="Ink 246">
                  <a:extLst>
                    <a:ext uri="{FF2B5EF4-FFF2-40B4-BE49-F238E27FC236}">
                      <a16:creationId xmlns:a16="http://schemas.microsoft.com/office/drawing/2014/main" id="{8C3027CD-CCE0-7604-6C2B-228E5513CE30}"/>
                    </a:ext>
                  </a:extLst>
                </p:cNvPr>
                <p:cNvPicPr/>
                <p:nvPr/>
              </p:nvPicPr>
              <p:blipFill>
                <a:blip r:embed="rId394"/>
                <a:stretch>
                  <a:fillRect/>
                </a:stretch>
              </p:blipFill>
              <p:spPr>
                <a:xfrm>
                  <a:off x="668133" y="1152365"/>
                  <a:ext cx="271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248" name="Ink 247">
                  <a:extLst>
                    <a:ext uri="{FF2B5EF4-FFF2-40B4-BE49-F238E27FC236}">
                      <a16:creationId xmlns:a16="http://schemas.microsoft.com/office/drawing/2014/main" id="{F09B70FF-B60F-1868-1BA2-234B052B81E3}"/>
                    </a:ext>
                  </a:extLst>
                </p14:cNvPr>
                <p14:cNvContentPartPr/>
                <p14:nvPr/>
              </p14:nvContentPartPr>
              <p14:xfrm>
                <a:off x="982773" y="1174685"/>
                <a:ext cx="74520" cy="144720"/>
              </p14:xfrm>
            </p:contentPart>
          </mc:Choice>
          <mc:Fallback>
            <p:pic>
              <p:nvPicPr>
                <p:cNvPr id="248" name="Ink 247">
                  <a:extLst>
                    <a:ext uri="{FF2B5EF4-FFF2-40B4-BE49-F238E27FC236}">
                      <a16:creationId xmlns:a16="http://schemas.microsoft.com/office/drawing/2014/main" id="{F09B70FF-B60F-1868-1BA2-234B052B81E3}"/>
                    </a:ext>
                  </a:extLst>
                </p:cNvPr>
                <p:cNvPicPr/>
                <p:nvPr/>
              </p:nvPicPr>
              <p:blipFill>
                <a:blip r:embed="rId396"/>
                <a:stretch>
                  <a:fillRect/>
                </a:stretch>
              </p:blipFill>
              <p:spPr>
                <a:xfrm>
                  <a:off x="973773" y="1166045"/>
                  <a:ext cx="9216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249" name="Ink 248">
                  <a:extLst>
                    <a:ext uri="{FF2B5EF4-FFF2-40B4-BE49-F238E27FC236}">
                      <a16:creationId xmlns:a16="http://schemas.microsoft.com/office/drawing/2014/main" id="{683E946D-E129-7782-4EBB-2E8CEF40BA38}"/>
                    </a:ext>
                  </a:extLst>
                </p14:cNvPr>
                <p14:cNvContentPartPr/>
                <p14:nvPr/>
              </p14:nvContentPartPr>
              <p14:xfrm>
                <a:off x="1064133" y="1139765"/>
                <a:ext cx="407520" cy="208440"/>
              </p14:xfrm>
            </p:contentPart>
          </mc:Choice>
          <mc:Fallback>
            <p:pic>
              <p:nvPicPr>
                <p:cNvPr id="249" name="Ink 248">
                  <a:extLst>
                    <a:ext uri="{FF2B5EF4-FFF2-40B4-BE49-F238E27FC236}">
                      <a16:creationId xmlns:a16="http://schemas.microsoft.com/office/drawing/2014/main" id="{683E946D-E129-7782-4EBB-2E8CEF40BA38}"/>
                    </a:ext>
                  </a:extLst>
                </p:cNvPr>
                <p:cNvPicPr/>
                <p:nvPr/>
              </p:nvPicPr>
              <p:blipFill>
                <a:blip r:embed="rId398"/>
                <a:stretch>
                  <a:fillRect/>
                </a:stretch>
              </p:blipFill>
              <p:spPr>
                <a:xfrm>
                  <a:off x="1055493" y="1131125"/>
                  <a:ext cx="4251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399">
              <p14:nvContentPartPr>
                <p14:cNvPr id="251" name="Ink 250">
                  <a:extLst>
                    <a:ext uri="{FF2B5EF4-FFF2-40B4-BE49-F238E27FC236}">
                      <a16:creationId xmlns:a16="http://schemas.microsoft.com/office/drawing/2014/main" id="{85B91EE0-3526-0739-230D-9A12E7C9988C}"/>
                    </a:ext>
                  </a:extLst>
                </p14:cNvPr>
                <p14:cNvContentPartPr/>
                <p14:nvPr/>
              </p14:nvContentPartPr>
              <p14:xfrm>
                <a:off x="8278533" y="1754645"/>
                <a:ext cx="3193200" cy="3561480"/>
              </p14:xfrm>
            </p:contentPart>
          </mc:Choice>
          <mc:Fallback>
            <p:pic>
              <p:nvPicPr>
                <p:cNvPr id="251" name="Ink 250">
                  <a:extLst>
                    <a:ext uri="{FF2B5EF4-FFF2-40B4-BE49-F238E27FC236}">
                      <a16:creationId xmlns:a16="http://schemas.microsoft.com/office/drawing/2014/main" id="{85B91EE0-3526-0739-230D-9A12E7C9988C}"/>
                    </a:ext>
                  </a:extLst>
                </p:cNvPr>
                <p:cNvPicPr/>
                <p:nvPr/>
              </p:nvPicPr>
              <p:blipFill>
                <a:blip r:embed="rId400"/>
                <a:stretch>
                  <a:fillRect/>
                </a:stretch>
              </p:blipFill>
              <p:spPr>
                <a:xfrm>
                  <a:off x="8269893" y="1745645"/>
                  <a:ext cx="3210840" cy="357912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252" name="Ink 251">
                  <a:extLst>
                    <a:ext uri="{FF2B5EF4-FFF2-40B4-BE49-F238E27FC236}">
                      <a16:creationId xmlns:a16="http://schemas.microsoft.com/office/drawing/2014/main" id="{9BC6E7A1-9F8E-E548-16A5-B477947EBE86}"/>
                    </a:ext>
                  </a:extLst>
                </p14:cNvPr>
                <p14:cNvContentPartPr/>
                <p14:nvPr/>
              </p14:nvContentPartPr>
              <p14:xfrm>
                <a:off x="8859933" y="1118525"/>
                <a:ext cx="163080" cy="210240"/>
              </p14:xfrm>
            </p:contentPart>
          </mc:Choice>
          <mc:Fallback>
            <p:pic>
              <p:nvPicPr>
                <p:cNvPr id="252" name="Ink 251">
                  <a:extLst>
                    <a:ext uri="{FF2B5EF4-FFF2-40B4-BE49-F238E27FC236}">
                      <a16:creationId xmlns:a16="http://schemas.microsoft.com/office/drawing/2014/main" id="{9BC6E7A1-9F8E-E548-16A5-B477947EBE86}"/>
                    </a:ext>
                  </a:extLst>
                </p:cNvPr>
                <p:cNvPicPr/>
                <p:nvPr/>
              </p:nvPicPr>
              <p:blipFill>
                <a:blip r:embed="rId402"/>
                <a:stretch>
                  <a:fillRect/>
                </a:stretch>
              </p:blipFill>
              <p:spPr>
                <a:xfrm>
                  <a:off x="8850933" y="1109885"/>
                  <a:ext cx="1807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253" name="Ink 252">
                  <a:extLst>
                    <a:ext uri="{FF2B5EF4-FFF2-40B4-BE49-F238E27FC236}">
                      <a16:creationId xmlns:a16="http://schemas.microsoft.com/office/drawing/2014/main" id="{4887C201-9106-A9EC-7A85-C05C2C130B6E}"/>
                    </a:ext>
                  </a:extLst>
                </p14:cNvPr>
                <p14:cNvContentPartPr/>
                <p14:nvPr/>
              </p14:nvContentPartPr>
              <p14:xfrm>
                <a:off x="8909973" y="1226885"/>
                <a:ext cx="265680" cy="166680"/>
              </p14:xfrm>
            </p:contentPart>
          </mc:Choice>
          <mc:Fallback>
            <p:pic>
              <p:nvPicPr>
                <p:cNvPr id="253" name="Ink 252">
                  <a:extLst>
                    <a:ext uri="{FF2B5EF4-FFF2-40B4-BE49-F238E27FC236}">
                      <a16:creationId xmlns:a16="http://schemas.microsoft.com/office/drawing/2014/main" id="{4887C201-9106-A9EC-7A85-C05C2C130B6E}"/>
                    </a:ext>
                  </a:extLst>
                </p:cNvPr>
                <p:cNvPicPr/>
                <p:nvPr/>
              </p:nvPicPr>
              <p:blipFill>
                <a:blip r:embed="rId404"/>
                <a:stretch>
                  <a:fillRect/>
                </a:stretch>
              </p:blipFill>
              <p:spPr>
                <a:xfrm>
                  <a:off x="8901333" y="1218245"/>
                  <a:ext cx="2833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254" name="Ink 253">
                  <a:extLst>
                    <a:ext uri="{FF2B5EF4-FFF2-40B4-BE49-F238E27FC236}">
                      <a16:creationId xmlns:a16="http://schemas.microsoft.com/office/drawing/2014/main" id="{3B59B80F-C6CE-8B2A-7D45-88CEC05D449C}"/>
                    </a:ext>
                  </a:extLst>
                </p14:cNvPr>
                <p14:cNvContentPartPr/>
                <p14:nvPr/>
              </p14:nvContentPartPr>
              <p14:xfrm>
                <a:off x="9248013" y="1224725"/>
                <a:ext cx="132840" cy="203760"/>
              </p14:xfrm>
            </p:contentPart>
          </mc:Choice>
          <mc:Fallback>
            <p:pic>
              <p:nvPicPr>
                <p:cNvPr id="254" name="Ink 253">
                  <a:extLst>
                    <a:ext uri="{FF2B5EF4-FFF2-40B4-BE49-F238E27FC236}">
                      <a16:creationId xmlns:a16="http://schemas.microsoft.com/office/drawing/2014/main" id="{3B59B80F-C6CE-8B2A-7D45-88CEC05D449C}"/>
                    </a:ext>
                  </a:extLst>
                </p:cNvPr>
                <p:cNvPicPr/>
                <p:nvPr/>
              </p:nvPicPr>
              <p:blipFill>
                <a:blip r:embed="rId406"/>
                <a:stretch>
                  <a:fillRect/>
                </a:stretch>
              </p:blipFill>
              <p:spPr>
                <a:xfrm>
                  <a:off x="9239373" y="1215725"/>
                  <a:ext cx="15048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257" name="Ink 256">
                  <a:extLst>
                    <a:ext uri="{FF2B5EF4-FFF2-40B4-BE49-F238E27FC236}">
                      <a16:creationId xmlns:a16="http://schemas.microsoft.com/office/drawing/2014/main" id="{4F7D7C65-E424-A130-4349-5ED25DB7E2F6}"/>
                    </a:ext>
                  </a:extLst>
                </p14:cNvPr>
                <p14:cNvContentPartPr/>
                <p14:nvPr/>
              </p14:nvContentPartPr>
              <p14:xfrm>
                <a:off x="7034733" y="3350525"/>
                <a:ext cx="673200" cy="41040"/>
              </p14:xfrm>
            </p:contentPart>
          </mc:Choice>
          <mc:Fallback>
            <p:pic>
              <p:nvPicPr>
                <p:cNvPr id="257" name="Ink 256">
                  <a:extLst>
                    <a:ext uri="{FF2B5EF4-FFF2-40B4-BE49-F238E27FC236}">
                      <a16:creationId xmlns:a16="http://schemas.microsoft.com/office/drawing/2014/main" id="{4F7D7C65-E424-A130-4349-5ED25DB7E2F6}"/>
                    </a:ext>
                  </a:extLst>
                </p:cNvPr>
                <p:cNvPicPr/>
                <p:nvPr/>
              </p:nvPicPr>
              <p:blipFill>
                <a:blip r:embed="rId408"/>
                <a:stretch>
                  <a:fillRect/>
                </a:stretch>
              </p:blipFill>
              <p:spPr>
                <a:xfrm>
                  <a:off x="7025733" y="3341885"/>
                  <a:ext cx="69084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258" name="Ink 257">
                  <a:extLst>
                    <a:ext uri="{FF2B5EF4-FFF2-40B4-BE49-F238E27FC236}">
                      <a16:creationId xmlns:a16="http://schemas.microsoft.com/office/drawing/2014/main" id="{7AEAF425-1905-1832-91DA-26931D803170}"/>
                    </a:ext>
                  </a:extLst>
                </p14:cNvPr>
                <p14:cNvContentPartPr/>
                <p14:nvPr/>
              </p14:nvContentPartPr>
              <p14:xfrm>
                <a:off x="7144533" y="3464645"/>
                <a:ext cx="401040" cy="17280"/>
              </p14:xfrm>
            </p:contentPart>
          </mc:Choice>
          <mc:Fallback>
            <p:pic>
              <p:nvPicPr>
                <p:cNvPr id="258" name="Ink 257">
                  <a:extLst>
                    <a:ext uri="{FF2B5EF4-FFF2-40B4-BE49-F238E27FC236}">
                      <a16:creationId xmlns:a16="http://schemas.microsoft.com/office/drawing/2014/main" id="{7AEAF425-1905-1832-91DA-26931D803170}"/>
                    </a:ext>
                  </a:extLst>
                </p:cNvPr>
                <p:cNvPicPr/>
                <p:nvPr/>
              </p:nvPicPr>
              <p:blipFill>
                <a:blip r:embed="rId410"/>
                <a:stretch>
                  <a:fillRect/>
                </a:stretch>
              </p:blipFill>
              <p:spPr>
                <a:xfrm>
                  <a:off x="7135533" y="3455645"/>
                  <a:ext cx="418680" cy="34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11">
            <p14:nvContentPartPr>
              <p14:cNvPr id="260" name="Ink 259">
                <a:extLst>
                  <a:ext uri="{FF2B5EF4-FFF2-40B4-BE49-F238E27FC236}">
                    <a16:creationId xmlns:a16="http://schemas.microsoft.com/office/drawing/2014/main" id="{B022073E-E685-964A-7E5F-AE3E3DE0D144}"/>
                  </a:ext>
                </a:extLst>
              </p14:cNvPr>
              <p14:cNvContentPartPr/>
              <p14:nvPr/>
            </p14:nvContentPartPr>
            <p14:xfrm>
              <a:off x="11012013" y="2114285"/>
              <a:ext cx="1203480" cy="2151720"/>
            </p14:xfrm>
          </p:contentPart>
        </mc:Choice>
        <mc:Fallback>
          <p:pic>
            <p:nvPicPr>
              <p:cNvPr id="260" name="Ink 259">
                <a:extLst>
                  <a:ext uri="{FF2B5EF4-FFF2-40B4-BE49-F238E27FC236}">
                    <a16:creationId xmlns:a16="http://schemas.microsoft.com/office/drawing/2014/main" id="{B022073E-E685-964A-7E5F-AE3E3DE0D144}"/>
                  </a:ext>
                </a:extLst>
              </p:cNvPr>
              <p:cNvPicPr/>
              <p:nvPr/>
            </p:nvPicPr>
            <p:blipFill>
              <a:blip r:embed="rId412"/>
              <a:stretch>
                <a:fillRect/>
              </a:stretch>
            </p:blipFill>
            <p:spPr>
              <a:xfrm>
                <a:off x="11003373" y="2105645"/>
                <a:ext cx="1221120" cy="216936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261" name="Ink 260">
                <a:extLst>
                  <a:ext uri="{FF2B5EF4-FFF2-40B4-BE49-F238E27FC236}">
                    <a16:creationId xmlns:a16="http://schemas.microsoft.com/office/drawing/2014/main" id="{DC3FA959-D3D6-7E58-1249-C825FDA2BF36}"/>
                  </a:ext>
                </a:extLst>
              </p14:cNvPr>
              <p14:cNvContentPartPr/>
              <p14:nvPr/>
            </p14:nvContentPartPr>
            <p14:xfrm>
              <a:off x="11720133" y="1799285"/>
              <a:ext cx="26640" cy="204840"/>
            </p14:xfrm>
          </p:contentPart>
        </mc:Choice>
        <mc:Fallback>
          <p:pic>
            <p:nvPicPr>
              <p:cNvPr id="261" name="Ink 260">
                <a:extLst>
                  <a:ext uri="{FF2B5EF4-FFF2-40B4-BE49-F238E27FC236}">
                    <a16:creationId xmlns:a16="http://schemas.microsoft.com/office/drawing/2014/main" id="{DC3FA959-D3D6-7E58-1249-C825FDA2BF36}"/>
                  </a:ext>
                </a:extLst>
              </p:cNvPr>
              <p:cNvPicPr/>
              <p:nvPr/>
            </p:nvPicPr>
            <p:blipFill>
              <a:blip r:embed="rId414"/>
              <a:stretch>
                <a:fillRect/>
              </a:stretch>
            </p:blipFill>
            <p:spPr>
              <a:xfrm>
                <a:off x="11711493" y="1790285"/>
                <a:ext cx="44280" cy="222480"/>
              </a:xfrm>
              <a:prstGeom prst="rect">
                <a:avLst/>
              </a:prstGeom>
            </p:spPr>
          </p:pic>
        </mc:Fallback>
      </mc:AlternateContent>
    </p:spTree>
    <p:extLst>
      <p:ext uri="{BB962C8B-B14F-4D97-AF65-F5344CB8AC3E}">
        <p14:creationId xmlns:p14="http://schemas.microsoft.com/office/powerpoint/2010/main" val="4038796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Segoe UI"/>
                <a:ea typeface="+mn-ea"/>
                <a:cs typeface="+mn-cs"/>
              </a:rPr>
              <a:t>Authentication</a:t>
            </a:r>
            <a:r>
              <a:rPr kumimoji="0" lang="en-US" sz="1400" b="0" i="0" u="none" strike="noStrike" kern="0" cap="none" spc="0" normalizeH="0" baseline="0" noProof="0" dirty="0">
                <a:ln>
                  <a:noFill/>
                </a:ln>
                <a:solidFill>
                  <a:prstClr val="white"/>
                </a:solidFill>
                <a:effectLst/>
                <a:uLnTx/>
                <a:uFillTx/>
                <a:latin typeface="Segoe UI"/>
                <a:ea typeface="+mn-ea"/>
                <a:cs typeface="+mn-cs"/>
              </a:rPr>
              <a:t> – It ensures that is our user a valid user? Has he/she entered valid credentials to login to our app. It is enforced by a login screen. This login screen can also come from IDP like SSO, LDAP, Social integration.</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Segoe UI"/>
                <a:ea typeface="+mn-ea"/>
                <a:cs typeface="+mn-cs"/>
              </a:rPr>
              <a:t>Authorization</a:t>
            </a:r>
            <a:r>
              <a:rPr kumimoji="0" lang="en-US" sz="1400" b="0" i="0" u="none" strike="noStrike" kern="0" cap="none" spc="0" normalizeH="0" baseline="0" noProof="0" dirty="0">
                <a:ln>
                  <a:noFill/>
                </a:ln>
                <a:solidFill>
                  <a:prstClr val="white"/>
                </a:solidFill>
                <a:effectLst/>
                <a:uLnTx/>
                <a:uFillTx/>
                <a:latin typeface="Segoe UI"/>
                <a:ea typeface="+mn-ea"/>
                <a:cs typeface="+mn-cs"/>
              </a:rPr>
              <a:t> – Once user is authentication, then the authorization comes into play. It ensures, is our user allowed to do certain activities inside app. What is the level of access. E.g. create, update, delete, approve, view.</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a:ea typeface="+mn-ea"/>
                <a:cs typeface="+mn-cs"/>
              </a:rPr>
              <a:t>SAP BTP </a:t>
            </a:r>
            <a:r>
              <a:rPr kumimoji="0" lang="en-US" sz="1400" b="0" i="0" u="none" strike="noStrike" kern="0" cap="none" spc="0" normalizeH="0" baseline="0" noProof="0" dirty="0" err="1">
                <a:ln>
                  <a:noFill/>
                </a:ln>
                <a:solidFill>
                  <a:prstClr val="white"/>
                </a:solidFill>
                <a:effectLst/>
                <a:uLnTx/>
                <a:uFillTx/>
                <a:latin typeface="Segoe UI"/>
                <a:ea typeface="+mn-ea"/>
                <a:cs typeface="+mn-cs"/>
              </a:rPr>
              <a:t>cf</a:t>
            </a:r>
            <a:r>
              <a:rPr kumimoji="0" lang="en-US" sz="1400" b="0" i="0" u="none" strike="noStrike" kern="0" cap="none" spc="0" normalizeH="0" baseline="0" noProof="0" dirty="0">
                <a:ln>
                  <a:noFill/>
                </a:ln>
                <a:solidFill>
                  <a:prstClr val="white"/>
                </a:solidFill>
                <a:effectLst/>
                <a:uLnTx/>
                <a:uFillTx/>
                <a:latin typeface="Segoe UI"/>
                <a:ea typeface="+mn-ea"/>
                <a:cs typeface="+mn-cs"/>
              </a:rPr>
              <a:t> environment has a special component called XSUAA –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a:ea typeface="+mn-ea"/>
                <a:cs typeface="+mn-cs"/>
              </a:rPr>
              <a:t>XS – </a:t>
            </a:r>
            <a:r>
              <a:rPr kumimoji="0" lang="en-US" sz="1400" b="0" i="0" u="none" strike="noStrike" kern="0" cap="none" spc="0" normalizeH="0" baseline="0" noProof="0" dirty="0" err="1">
                <a:ln>
                  <a:noFill/>
                </a:ln>
                <a:solidFill>
                  <a:prstClr val="white"/>
                </a:solidFill>
                <a:effectLst/>
                <a:uLnTx/>
                <a:uFillTx/>
                <a:latin typeface="Segoe UI"/>
                <a:ea typeface="+mn-ea"/>
                <a:cs typeface="+mn-cs"/>
              </a:rPr>
              <a:t>eXtended</a:t>
            </a:r>
            <a:r>
              <a:rPr kumimoji="0" lang="en-US" sz="1400" b="0" i="0" u="none" strike="noStrike" kern="0" cap="none" spc="0" normalizeH="0" baseline="0" noProof="0" dirty="0">
                <a:ln>
                  <a:noFill/>
                </a:ln>
                <a:solidFill>
                  <a:prstClr val="white"/>
                </a:solidFill>
                <a:effectLst/>
                <a:uLnTx/>
                <a:uFillTx/>
                <a:latin typeface="Segoe UI"/>
                <a:ea typeface="+mn-ea"/>
                <a:cs typeface="+mn-cs"/>
              </a:rPr>
              <a:t> Services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a:ea typeface="+mn-ea"/>
                <a:cs typeface="+mn-cs"/>
              </a:rPr>
              <a:t>UAA – User Account and Authorization</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This is an in-built component inside of CF</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It is responsible to control the user account and authorization</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It manages our application security</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In CF we use modular approach to address security</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As a developer we need to decide what roles and level of security we need in our app. Example, we need to secure </a:t>
            </a:r>
            <a:r>
              <a:rPr kumimoji="0" lang="en-IN" sz="1400" b="0" i="0" u="none" strike="noStrike" kern="0" cap="none" spc="0" normalizeH="0" baseline="0" noProof="0" dirty="0" err="1">
                <a:ln>
                  <a:noFill/>
                </a:ln>
                <a:solidFill>
                  <a:prstClr val="white"/>
                </a:solidFill>
                <a:effectLst/>
                <a:uLnTx/>
                <a:uFillTx/>
                <a:latin typeface="Segoe UI"/>
                <a:ea typeface="+mn-ea"/>
                <a:cs typeface="+mn-cs"/>
              </a:rPr>
              <a:t>odata</a:t>
            </a:r>
            <a:r>
              <a:rPr kumimoji="0" lang="en-IN" sz="1400" b="0" i="0" u="none" strike="noStrike" kern="0" cap="none" spc="0" normalizeH="0" baseline="0" noProof="0" dirty="0">
                <a:ln>
                  <a:noFill/>
                </a:ln>
                <a:solidFill>
                  <a:prstClr val="white"/>
                </a:solidFill>
                <a:effectLst/>
                <a:uLnTx/>
                <a:uFillTx/>
                <a:latin typeface="Segoe UI"/>
                <a:ea typeface="+mn-ea"/>
                <a:cs typeface="+mn-cs"/>
              </a:rPr>
              <a:t> resource /</a:t>
            </a:r>
            <a:r>
              <a:rPr kumimoji="0" lang="en-IN" sz="1400" b="0" i="0" u="none" strike="noStrike" kern="0" cap="none" spc="0" normalizeH="0" baseline="0" noProof="0" dirty="0" err="1">
                <a:ln>
                  <a:noFill/>
                </a:ln>
                <a:solidFill>
                  <a:prstClr val="white"/>
                </a:solidFill>
                <a:effectLst/>
                <a:uLnTx/>
                <a:uFillTx/>
                <a:latin typeface="Segoe UI"/>
                <a:ea typeface="+mn-ea"/>
                <a:cs typeface="+mn-cs"/>
              </a:rPr>
              <a:t>Anubhav.svc</a:t>
            </a:r>
            <a:endParaRPr kumimoji="0" lang="en-IN" sz="1400" b="0" i="0" u="none" strike="noStrike" kern="0" cap="none" spc="0" normalizeH="0" baseline="0" noProof="0" dirty="0">
              <a:ln>
                <a:noFill/>
              </a:ln>
              <a:solidFill>
                <a:prstClr val="white"/>
              </a:solidFill>
              <a:effectLst/>
              <a:uLnTx/>
              <a:uFillTx/>
              <a:latin typeface="Segoe UI"/>
              <a:ea typeface="+mn-ea"/>
              <a:cs typeface="+mn-cs"/>
            </a:endParaRP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Usually we define Viewer, Editor</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We need to define our scope and role templates inside a special file called </a:t>
            </a:r>
            <a:r>
              <a:rPr kumimoji="0" lang="en-IN" sz="1400" b="1" i="0" u="none" strike="noStrike" kern="0" cap="none" spc="0" normalizeH="0" baseline="0" noProof="0" dirty="0" err="1">
                <a:ln>
                  <a:noFill/>
                </a:ln>
                <a:solidFill>
                  <a:prstClr val="white"/>
                </a:solidFill>
                <a:effectLst/>
                <a:uLnTx/>
                <a:uFillTx/>
                <a:latin typeface="Segoe UI"/>
                <a:ea typeface="+mn-ea"/>
                <a:cs typeface="+mn-cs"/>
              </a:rPr>
              <a:t>xs-security.json</a:t>
            </a:r>
            <a:r>
              <a:rPr kumimoji="0" lang="en-IN" sz="1400" b="1" i="0" u="none" strike="noStrike" kern="0" cap="none" spc="0" normalizeH="0" baseline="0" noProof="0" dirty="0">
                <a:ln>
                  <a:noFill/>
                </a:ln>
                <a:solidFill>
                  <a:prstClr val="white"/>
                </a:solidFill>
                <a:effectLst/>
                <a:uLnTx/>
                <a:uFillTx/>
                <a:latin typeface="Segoe UI"/>
                <a:ea typeface="+mn-ea"/>
                <a:cs typeface="+mn-cs"/>
              </a:rPr>
              <a:t> </a:t>
            </a:r>
            <a:r>
              <a:rPr kumimoji="0" lang="en-IN" sz="1400" b="0" i="0" u="none" strike="noStrike" kern="0" cap="none" spc="0" normalizeH="0" baseline="0" noProof="0" dirty="0">
                <a:ln>
                  <a:noFill/>
                </a:ln>
                <a:solidFill>
                  <a:prstClr val="white"/>
                </a:solidFill>
                <a:effectLst/>
                <a:uLnTx/>
                <a:uFillTx/>
                <a:latin typeface="Segoe UI"/>
                <a:ea typeface="+mn-ea"/>
                <a:cs typeface="+mn-cs"/>
              </a:rPr>
              <a:t>file</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XSUAA Communicates to the </a:t>
            </a:r>
            <a:r>
              <a:rPr kumimoji="0" lang="en-IN" sz="1400" b="1" i="0" u="none" strike="noStrike" kern="0" cap="none" spc="0" normalizeH="0" baseline="0" noProof="0" dirty="0">
                <a:ln>
                  <a:noFill/>
                </a:ln>
                <a:solidFill>
                  <a:prstClr val="white"/>
                </a:solidFill>
                <a:effectLst/>
                <a:uLnTx/>
                <a:uFillTx/>
                <a:latin typeface="Segoe UI"/>
                <a:ea typeface="+mn-ea"/>
                <a:cs typeface="+mn-cs"/>
              </a:rPr>
              <a:t>IDP – Identity Provider</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Issues </a:t>
            </a:r>
            <a:r>
              <a:rPr kumimoji="0" lang="en-IN" sz="1400" b="1" i="0" u="none" strike="noStrike" kern="0" cap="none" spc="0" normalizeH="0" baseline="0" noProof="0" dirty="0">
                <a:ln>
                  <a:noFill/>
                </a:ln>
                <a:solidFill>
                  <a:prstClr val="white"/>
                </a:solidFill>
                <a:effectLst/>
                <a:uLnTx/>
                <a:uFillTx/>
                <a:latin typeface="Segoe UI"/>
                <a:ea typeface="+mn-ea"/>
                <a:cs typeface="+mn-cs"/>
              </a:rPr>
              <a:t>JWT (JSON web Token) </a:t>
            </a:r>
            <a:r>
              <a:rPr kumimoji="0" lang="en-IN" sz="1400" b="0" i="0" u="none" strike="noStrike" kern="0" cap="none" spc="0" normalizeH="0" baseline="0" noProof="0" dirty="0">
                <a:ln>
                  <a:noFill/>
                </a:ln>
                <a:solidFill>
                  <a:prstClr val="white"/>
                </a:solidFill>
                <a:effectLst/>
                <a:uLnTx/>
                <a:uFillTx/>
                <a:latin typeface="Segoe UI"/>
                <a:ea typeface="+mn-ea"/>
                <a:cs typeface="+mn-cs"/>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Scope</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(permission)</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399" b="1" i="0" u="none" strike="noStrike" kern="0" cap="none" spc="0" normalizeH="0" baseline="0" noProof="0" dirty="0">
              <a:ln>
                <a:noFill/>
              </a:ln>
              <a:solidFill>
                <a:prstClr val="white"/>
              </a:solidFill>
              <a:effectLst/>
              <a:uLnTx/>
              <a:uFillTx/>
              <a:latin typeface="Segoe UI"/>
              <a:ea typeface="+mn-ea"/>
              <a:cs typeface="+mn-cs"/>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p:spTree>
    <p:extLst>
      <p:ext uri="{BB962C8B-B14F-4D97-AF65-F5344CB8AC3E}">
        <p14:creationId xmlns:p14="http://schemas.microsoft.com/office/powerpoint/2010/main" val="30890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marL="0" marR="0" lvl="0" indent="0" algn="r" defTabSz="1218621" rtl="0" eaLnBrk="1" fontAlgn="auto" latinLnBrk="0" hangingPunct="1">
              <a:lnSpc>
                <a:spcPct val="100000"/>
              </a:lnSpc>
              <a:spcBef>
                <a:spcPts val="0"/>
              </a:spcBef>
              <a:spcAft>
                <a:spcPts val="0"/>
              </a:spcAft>
              <a:buClrTx/>
              <a:buSzTx/>
              <a:buFontTx/>
              <a:buNone/>
              <a:tabLst/>
              <a:defRPr/>
            </a:pPr>
            <a:fld id="{96E69268-9C8B-4EBF-A9EE-DC5DC2D48DC3}" type="slidenum">
              <a:rPr kumimoji="0" lang="en-US" sz="1600" b="0" i="0" u="none" strike="noStrike" kern="1200" cap="none" spc="0" normalizeH="0" baseline="0" noProof="0">
                <a:ln>
                  <a:noFill/>
                </a:ln>
                <a:solidFill>
                  <a:prstClr val="white"/>
                </a:solidFill>
                <a:effectLst/>
                <a:uLnTx/>
                <a:uFillTx/>
                <a:latin typeface="Segoe UI"/>
                <a:ea typeface="+mn-ea"/>
                <a:cs typeface="+mn-cs"/>
              </a:rPr>
              <a:pPr marL="0" marR="0" lvl="0" indent="0" algn="r" defTabSz="1218621" rtl="0" eaLnBrk="1" fontAlgn="auto" latinLnBrk="0" hangingPunct="1">
                <a:lnSpc>
                  <a:spcPct val="100000"/>
                </a:lnSpc>
                <a:spcBef>
                  <a:spcPts val="0"/>
                </a:spcBef>
                <a:spcAft>
                  <a:spcPts val="0"/>
                </a:spcAft>
                <a:buClrTx/>
                <a:buSzTx/>
                <a:buFontTx/>
                <a:buNone/>
                <a:tabLst/>
                <a:defRPr/>
              </a:pPr>
              <a:t>17</a:t>
            </a:fld>
            <a:endParaRPr kumimoji="0" lang="en-US" sz="1600" b="0" i="0" u="none" strike="noStrike" kern="1200" cap="none" spc="0" normalizeH="0" baseline="0" noProof="0" dirty="0">
              <a:ln>
                <a:noFill/>
              </a:ln>
              <a:solidFill>
                <a:prstClr val="white"/>
              </a:solidFill>
              <a:effectLst/>
              <a:uLnTx/>
              <a:uFillTx/>
              <a:latin typeface="Segoe UI Black" panose="020B0A02040204020203" pitchFamily="34" charset="0"/>
              <a:ea typeface="Segoe UI Black" panose="020B0A02040204020203" pitchFamily="34" charset="0"/>
              <a:cs typeface="+mn-cs"/>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kumimoji="0" lang="en-IN" sz="16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User/email/password</a:t>
            </a:r>
          </a:p>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Single source of truth</a:t>
            </a:r>
          </a:p>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Trust relation</a:t>
            </a:r>
          </a:p>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Scope- clerk, manager, </a:t>
            </a:r>
            <a:r>
              <a:rPr kumimoji="0" lang="en-US" sz="1600" b="0" i="0" u="none" strike="noStrike" kern="1200" cap="none" spc="0" normalizeH="0" baseline="0" noProof="0" dirty="0" err="1">
                <a:ln>
                  <a:noFill/>
                </a:ln>
                <a:solidFill>
                  <a:prstClr val="white"/>
                </a:solidFill>
                <a:effectLst/>
                <a:uLnTx/>
                <a:uFillTx/>
                <a:latin typeface="Segoe UI"/>
                <a:ea typeface="+mn-ea"/>
                <a:cs typeface="+mn-cs"/>
              </a:rPr>
              <a:t>ceo</a:t>
            </a:r>
            <a:endParaRPr kumimoji="0" lang="en-US" sz="1600"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white"/>
              </a:solidFill>
              <a:effectLst/>
              <a:uLnTx/>
              <a:uFillTx/>
              <a:latin typeface="Segoe UI"/>
              <a:ea typeface="+mn-ea"/>
              <a:cs typeface="+mn-cs"/>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white"/>
              </a:solidFill>
              <a:effectLst/>
              <a:uLnTx/>
              <a:uFillTx/>
              <a:latin typeface="Segoe UI"/>
              <a:ea typeface="+mn-ea"/>
              <a:cs typeface="+mn-cs"/>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white"/>
                </a:solidFill>
                <a:effectLst/>
                <a:uLnTx/>
                <a:uFillTx/>
                <a:latin typeface="Segoe UI"/>
                <a:ea typeface="+mn-ea"/>
                <a:cs typeface="+mn-cs"/>
              </a:rPr>
              <a:t>xsuaa</a:t>
            </a:r>
            <a:endParaRPr kumimoji="0" lang="en-US" sz="2399"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32" name="Straight Arrow Connector 31">
            <a:extLst>
              <a:ext uri="{FF2B5EF4-FFF2-40B4-BE49-F238E27FC236}">
                <a16:creationId xmlns:a16="http://schemas.microsoft.com/office/drawing/2014/main" id="{056403A1-F029-1521-C4A5-66552EAC5E74}"/>
              </a:ext>
            </a:extLst>
          </p:cNvPr>
          <p:cNvCxnSpPr>
            <a:cxnSpLocks/>
            <a:stCxn id="31" idx="2"/>
            <a:endCxn id="29" idx="0"/>
          </p:cNvCxnSpPr>
          <p:nvPr/>
        </p:nvCxnSpPr>
        <p:spPr>
          <a:xfrm flipH="1">
            <a:off x="4438659" y="5661105"/>
            <a:ext cx="1439785" cy="438793"/>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white"/>
                </a:solidFill>
                <a:effectLst/>
                <a:uLnTx/>
                <a:uFillTx/>
                <a:latin typeface="Segoe UI"/>
                <a:ea typeface="+mn-ea"/>
                <a:cs typeface="+mn-cs"/>
              </a:rPr>
              <a:t>GSuite</a:t>
            </a:r>
            <a:endParaRPr kumimoji="0" lang="en-US" sz="2399" b="0" i="0" u="none" strike="noStrike" kern="1200" cap="none" spc="0" normalizeH="0" baseline="0" noProof="0" dirty="0">
              <a:ln>
                <a:noFill/>
              </a:ln>
              <a:solidFill>
                <a:prstClr val="white"/>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grpSp>
        <p:nvGrpSpPr>
          <p:cNvPr id="76" name="Group 75">
            <a:extLst>
              <a:ext uri="{FF2B5EF4-FFF2-40B4-BE49-F238E27FC236}">
                <a16:creationId xmlns:a16="http://schemas.microsoft.com/office/drawing/2014/main" id="{B7EFE652-0BED-A0B5-DFC7-EDD59C2CFFEA}"/>
              </a:ext>
            </a:extLst>
          </p:cNvPr>
          <p:cNvGrpSpPr/>
          <p:nvPr/>
        </p:nvGrpSpPr>
        <p:grpSpPr>
          <a:xfrm>
            <a:off x="619173" y="2505965"/>
            <a:ext cx="10794960" cy="4230720"/>
            <a:chOff x="619173" y="2505965"/>
            <a:chExt cx="10794960" cy="4230720"/>
          </a:xfrm>
        </p:grpSpPr>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E0357AF9-CED3-74B3-4900-C17456DC5CA0}"/>
                    </a:ext>
                  </a:extLst>
                </p14:cNvPr>
                <p14:cNvContentPartPr/>
                <p14:nvPr/>
              </p14:nvContentPartPr>
              <p14:xfrm>
                <a:off x="10561653" y="4432685"/>
                <a:ext cx="852480" cy="6480"/>
              </p14:xfrm>
            </p:contentPart>
          </mc:Choice>
          <mc:Fallback>
            <p:pic>
              <p:nvPicPr>
                <p:cNvPr id="6" name="Ink 5">
                  <a:extLst>
                    <a:ext uri="{FF2B5EF4-FFF2-40B4-BE49-F238E27FC236}">
                      <a16:creationId xmlns:a16="http://schemas.microsoft.com/office/drawing/2014/main" id="{E0357AF9-CED3-74B3-4900-C17456DC5CA0}"/>
                    </a:ext>
                  </a:extLst>
                </p:cNvPr>
                <p:cNvPicPr/>
                <p:nvPr/>
              </p:nvPicPr>
              <p:blipFill>
                <a:blip r:embed="rId8"/>
                <a:stretch>
                  <a:fillRect/>
                </a:stretch>
              </p:blipFill>
              <p:spPr>
                <a:xfrm>
                  <a:off x="10553013" y="4424045"/>
                  <a:ext cx="8701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2B3F75D8-0CBE-459F-FB61-A9232AE97A0D}"/>
                    </a:ext>
                  </a:extLst>
                </p14:cNvPr>
                <p14:cNvContentPartPr/>
                <p14:nvPr/>
              </p14:nvContentPartPr>
              <p14:xfrm>
                <a:off x="619173" y="4257005"/>
                <a:ext cx="484920" cy="8640"/>
              </p14:xfrm>
            </p:contentPart>
          </mc:Choice>
          <mc:Fallback>
            <p:pic>
              <p:nvPicPr>
                <p:cNvPr id="7" name="Ink 6">
                  <a:extLst>
                    <a:ext uri="{FF2B5EF4-FFF2-40B4-BE49-F238E27FC236}">
                      <a16:creationId xmlns:a16="http://schemas.microsoft.com/office/drawing/2014/main" id="{2B3F75D8-0CBE-459F-FB61-A9232AE97A0D}"/>
                    </a:ext>
                  </a:extLst>
                </p:cNvPr>
                <p:cNvPicPr/>
                <p:nvPr/>
              </p:nvPicPr>
              <p:blipFill>
                <a:blip r:embed="rId10"/>
                <a:stretch>
                  <a:fillRect/>
                </a:stretch>
              </p:blipFill>
              <p:spPr>
                <a:xfrm>
                  <a:off x="610533" y="4248005"/>
                  <a:ext cx="5025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53093449-2D78-D50F-2EED-D614FCFE9A92}"/>
                    </a:ext>
                  </a:extLst>
                </p14:cNvPr>
                <p14:cNvContentPartPr/>
                <p14:nvPr/>
              </p14:nvContentPartPr>
              <p14:xfrm>
                <a:off x="2534733" y="6475685"/>
                <a:ext cx="869760" cy="52560"/>
              </p14:xfrm>
            </p:contentPart>
          </mc:Choice>
          <mc:Fallback>
            <p:pic>
              <p:nvPicPr>
                <p:cNvPr id="8" name="Ink 7">
                  <a:extLst>
                    <a:ext uri="{FF2B5EF4-FFF2-40B4-BE49-F238E27FC236}">
                      <a16:creationId xmlns:a16="http://schemas.microsoft.com/office/drawing/2014/main" id="{53093449-2D78-D50F-2EED-D614FCFE9A92}"/>
                    </a:ext>
                  </a:extLst>
                </p:cNvPr>
                <p:cNvPicPr/>
                <p:nvPr/>
              </p:nvPicPr>
              <p:blipFill>
                <a:blip r:embed="rId12"/>
                <a:stretch>
                  <a:fillRect/>
                </a:stretch>
              </p:blipFill>
              <p:spPr>
                <a:xfrm>
                  <a:off x="2525733" y="6467045"/>
                  <a:ext cx="8874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FF204D0B-1EA6-9AFF-2D68-513C03D4C32D}"/>
                    </a:ext>
                  </a:extLst>
                </p14:cNvPr>
                <p14:cNvContentPartPr/>
                <p14:nvPr/>
              </p14:nvContentPartPr>
              <p14:xfrm>
                <a:off x="3200013" y="6290645"/>
                <a:ext cx="588240" cy="356760"/>
              </p14:xfrm>
            </p:contentPart>
          </mc:Choice>
          <mc:Fallback>
            <p:pic>
              <p:nvPicPr>
                <p:cNvPr id="9" name="Ink 8">
                  <a:extLst>
                    <a:ext uri="{FF2B5EF4-FFF2-40B4-BE49-F238E27FC236}">
                      <a16:creationId xmlns:a16="http://schemas.microsoft.com/office/drawing/2014/main" id="{FF204D0B-1EA6-9AFF-2D68-513C03D4C32D}"/>
                    </a:ext>
                  </a:extLst>
                </p:cNvPr>
                <p:cNvPicPr/>
                <p:nvPr/>
              </p:nvPicPr>
              <p:blipFill>
                <a:blip r:embed="rId14"/>
                <a:stretch>
                  <a:fillRect/>
                </a:stretch>
              </p:blipFill>
              <p:spPr>
                <a:xfrm>
                  <a:off x="3191373" y="6282005"/>
                  <a:ext cx="605880" cy="374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7" name="Ink 36">
                  <a:extLst>
                    <a:ext uri="{FF2B5EF4-FFF2-40B4-BE49-F238E27FC236}">
                      <a16:creationId xmlns:a16="http://schemas.microsoft.com/office/drawing/2014/main" id="{539E3D58-5934-E96B-3046-FA7473E2BF1A}"/>
                    </a:ext>
                  </a:extLst>
                </p14:cNvPr>
                <p14:cNvContentPartPr/>
                <p14:nvPr/>
              </p14:nvContentPartPr>
              <p14:xfrm>
                <a:off x="4322853" y="5570645"/>
                <a:ext cx="306720" cy="14760"/>
              </p14:xfrm>
            </p:contentPart>
          </mc:Choice>
          <mc:Fallback>
            <p:pic>
              <p:nvPicPr>
                <p:cNvPr id="37" name="Ink 36">
                  <a:extLst>
                    <a:ext uri="{FF2B5EF4-FFF2-40B4-BE49-F238E27FC236}">
                      <a16:creationId xmlns:a16="http://schemas.microsoft.com/office/drawing/2014/main" id="{539E3D58-5934-E96B-3046-FA7473E2BF1A}"/>
                    </a:ext>
                  </a:extLst>
                </p:cNvPr>
                <p:cNvPicPr/>
                <p:nvPr/>
              </p:nvPicPr>
              <p:blipFill>
                <a:blip r:embed="rId16"/>
                <a:stretch>
                  <a:fillRect/>
                </a:stretch>
              </p:blipFill>
              <p:spPr>
                <a:xfrm>
                  <a:off x="4313853" y="5561645"/>
                  <a:ext cx="32436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8" name="Ink 37">
                  <a:extLst>
                    <a:ext uri="{FF2B5EF4-FFF2-40B4-BE49-F238E27FC236}">
                      <a16:creationId xmlns:a16="http://schemas.microsoft.com/office/drawing/2014/main" id="{DCE726DD-807A-1ABF-5EBC-4445935BD0EE}"/>
                    </a:ext>
                  </a:extLst>
                </p14:cNvPr>
                <p14:cNvContentPartPr/>
                <p14:nvPr/>
              </p14:nvContentPartPr>
              <p14:xfrm>
                <a:off x="4294053" y="5561285"/>
                <a:ext cx="360" cy="360"/>
              </p14:xfrm>
            </p:contentPart>
          </mc:Choice>
          <mc:Fallback>
            <p:pic>
              <p:nvPicPr>
                <p:cNvPr id="38" name="Ink 37">
                  <a:extLst>
                    <a:ext uri="{FF2B5EF4-FFF2-40B4-BE49-F238E27FC236}">
                      <a16:creationId xmlns:a16="http://schemas.microsoft.com/office/drawing/2014/main" id="{DCE726DD-807A-1ABF-5EBC-4445935BD0EE}"/>
                    </a:ext>
                  </a:extLst>
                </p:cNvPr>
                <p:cNvPicPr/>
                <p:nvPr/>
              </p:nvPicPr>
              <p:blipFill>
                <a:blip r:embed="rId18"/>
                <a:stretch>
                  <a:fillRect/>
                </a:stretch>
              </p:blipFill>
              <p:spPr>
                <a:xfrm>
                  <a:off x="4285053" y="5552645"/>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1" name="Ink 40">
                  <a:extLst>
                    <a:ext uri="{FF2B5EF4-FFF2-40B4-BE49-F238E27FC236}">
                      <a16:creationId xmlns:a16="http://schemas.microsoft.com/office/drawing/2014/main" id="{EA60AD25-2F08-8402-F968-E5431891B1B9}"/>
                    </a:ext>
                  </a:extLst>
                </p14:cNvPr>
                <p14:cNvContentPartPr/>
                <p14:nvPr/>
              </p14:nvContentPartPr>
              <p14:xfrm>
                <a:off x="4491333" y="5590445"/>
                <a:ext cx="88920" cy="587520"/>
              </p14:xfrm>
            </p:contentPart>
          </mc:Choice>
          <mc:Fallback>
            <p:pic>
              <p:nvPicPr>
                <p:cNvPr id="41" name="Ink 40">
                  <a:extLst>
                    <a:ext uri="{FF2B5EF4-FFF2-40B4-BE49-F238E27FC236}">
                      <a16:creationId xmlns:a16="http://schemas.microsoft.com/office/drawing/2014/main" id="{EA60AD25-2F08-8402-F968-E5431891B1B9}"/>
                    </a:ext>
                  </a:extLst>
                </p:cNvPr>
                <p:cNvPicPr/>
                <p:nvPr/>
              </p:nvPicPr>
              <p:blipFill>
                <a:blip r:embed="rId20"/>
                <a:stretch>
                  <a:fillRect/>
                </a:stretch>
              </p:blipFill>
              <p:spPr>
                <a:xfrm>
                  <a:off x="4482333" y="5581445"/>
                  <a:ext cx="106560" cy="6051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2" name="Ink 41">
                  <a:extLst>
                    <a:ext uri="{FF2B5EF4-FFF2-40B4-BE49-F238E27FC236}">
                      <a16:creationId xmlns:a16="http://schemas.microsoft.com/office/drawing/2014/main" id="{9074F42A-4ABC-A704-AFAA-D01085FD763E}"/>
                    </a:ext>
                  </a:extLst>
                </p14:cNvPr>
                <p14:cNvContentPartPr/>
                <p14:nvPr/>
              </p14:nvContentPartPr>
              <p14:xfrm>
                <a:off x="4357773" y="6082565"/>
                <a:ext cx="394920" cy="152280"/>
              </p14:xfrm>
            </p:contentPart>
          </mc:Choice>
          <mc:Fallback>
            <p:pic>
              <p:nvPicPr>
                <p:cNvPr id="42" name="Ink 41">
                  <a:extLst>
                    <a:ext uri="{FF2B5EF4-FFF2-40B4-BE49-F238E27FC236}">
                      <a16:creationId xmlns:a16="http://schemas.microsoft.com/office/drawing/2014/main" id="{9074F42A-4ABC-A704-AFAA-D01085FD763E}"/>
                    </a:ext>
                  </a:extLst>
                </p:cNvPr>
                <p:cNvPicPr/>
                <p:nvPr/>
              </p:nvPicPr>
              <p:blipFill>
                <a:blip r:embed="rId22"/>
                <a:stretch>
                  <a:fillRect/>
                </a:stretch>
              </p:blipFill>
              <p:spPr>
                <a:xfrm>
                  <a:off x="4348773" y="6073565"/>
                  <a:ext cx="41256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4" name="Ink 43">
                  <a:extLst>
                    <a:ext uri="{FF2B5EF4-FFF2-40B4-BE49-F238E27FC236}">
                      <a16:creationId xmlns:a16="http://schemas.microsoft.com/office/drawing/2014/main" id="{C5B1BE5A-E18C-9544-73C4-B95033275646}"/>
                    </a:ext>
                  </a:extLst>
                </p14:cNvPr>
                <p14:cNvContentPartPr/>
                <p14:nvPr/>
              </p14:nvContentPartPr>
              <p14:xfrm>
                <a:off x="5214213" y="4510445"/>
                <a:ext cx="2827800" cy="2031120"/>
              </p14:xfrm>
            </p:contentPart>
          </mc:Choice>
          <mc:Fallback>
            <p:pic>
              <p:nvPicPr>
                <p:cNvPr id="44" name="Ink 43">
                  <a:extLst>
                    <a:ext uri="{FF2B5EF4-FFF2-40B4-BE49-F238E27FC236}">
                      <a16:creationId xmlns:a16="http://schemas.microsoft.com/office/drawing/2014/main" id="{C5B1BE5A-E18C-9544-73C4-B95033275646}"/>
                    </a:ext>
                  </a:extLst>
                </p:cNvPr>
                <p:cNvPicPr/>
                <p:nvPr/>
              </p:nvPicPr>
              <p:blipFill>
                <a:blip r:embed="rId24"/>
                <a:stretch>
                  <a:fillRect/>
                </a:stretch>
              </p:blipFill>
              <p:spPr>
                <a:xfrm>
                  <a:off x="5205213" y="4501445"/>
                  <a:ext cx="2845440" cy="2048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5" name="Ink 44">
                  <a:extLst>
                    <a:ext uri="{FF2B5EF4-FFF2-40B4-BE49-F238E27FC236}">
                      <a16:creationId xmlns:a16="http://schemas.microsoft.com/office/drawing/2014/main" id="{6C3B9A3A-BDFE-158D-69DF-552598878A2D}"/>
                    </a:ext>
                  </a:extLst>
                </p14:cNvPr>
                <p14:cNvContentPartPr/>
                <p14:nvPr/>
              </p14:nvContentPartPr>
              <p14:xfrm>
                <a:off x="7766613" y="4505045"/>
                <a:ext cx="335160" cy="283320"/>
              </p14:xfrm>
            </p:contentPart>
          </mc:Choice>
          <mc:Fallback>
            <p:pic>
              <p:nvPicPr>
                <p:cNvPr id="45" name="Ink 44">
                  <a:extLst>
                    <a:ext uri="{FF2B5EF4-FFF2-40B4-BE49-F238E27FC236}">
                      <a16:creationId xmlns:a16="http://schemas.microsoft.com/office/drawing/2014/main" id="{6C3B9A3A-BDFE-158D-69DF-552598878A2D}"/>
                    </a:ext>
                  </a:extLst>
                </p:cNvPr>
                <p:cNvPicPr/>
                <p:nvPr/>
              </p:nvPicPr>
              <p:blipFill>
                <a:blip r:embed="rId26"/>
                <a:stretch>
                  <a:fillRect/>
                </a:stretch>
              </p:blipFill>
              <p:spPr>
                <a:xfrm>
                  <a:off x="7757613" y="4496405"/>
                  <a:ext cx="35280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6" name="Ink 45">
                  <a:extLst>
                    <a:ext uri="{FF2B5EF4-FFF2-40B4-BE49-F238E27FC236}">
                      <a16:creationId xmlns:a16="http://schemas.microsoft.com/office/drawing/2014/main" id="{AAADF140-1C95-9B85-1770-8FA75094F779}"/>
                    </a:ext>
                  </a:extLst>
                </p14:cNvPr>
                <p14:cNvContentPartPr/>
                <p14:nvPr/>
              </p14:nvContentPartPr>
              <p14:xfrm>
                <a:off x="7748973" y="4461125"/>
                <a:ext cx="2309040" cy="985320"/>
              </p14:xfrm>
            </p:contentPart>
          </mc:Choice>
          <mc:Fallback>
            <p:pic>
              <p:nvPicPr>
                <p:cNvPr id="46" name="Ink 45">
                  <a:extLst>
                    <a:ext uri="{FF2B5EF4-FFF2-40B4-BE49-F238E27FC236}">
                      <a16:creationId xmlns:a16="http://schemas.microsoft.com/office/drawing/2014/main" id="{AAADF140-1C95-9B85-1770-8FA75094F779}"/>
                    </a:ext>
                  </a:extLst>
                </p:cNvPr>
                <p:cNvPicPr/>
                <p:nvPr/>
              </p:nvPicPr>
              <p:blipFill>
                <a:blip r:embed="rId28"/>
                <a:stretch>
                  <a:fillRect/>
                </a:stretch>
              </p:blipFill>
              <p:spPr>
                <a:xfrm>
                  <a:off x="7739973" y="4452125"/>
                  <a:ext cx="2326680" cy="10029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47" name="Ink 46">
                  <a:extLst>
                    <a:ext uri="{FF2B5EF4-FFF2-40B4-BE49-F238E27FC236}">
                      <a16:creationId xmlns:a16="http://schemas.microsoft.com/office/drawing/2014/main" id="{CDD80374-4ED8-ACEB-D034-448276DC3546}"/>
                    </a:ext>
                  </a:extLst>
                </p14:cNvPr>
                <p14:cNvContentPartPr/>
                <p14:nvPr/>
              </p14:nvContentPartPr>
              <p14:xfrm>
                <a:off x="9926613" y="4399565"/>
                <a:ext cx="221400" cy="264600"/>
              </p14:xfrm>
            </p:contentPart>
          </mc:Choice>
          <mc:Fallback>
            <p:pic>
              <p:nvPicPr>
                <p:cNvPr id="47" name="Ink 46">
                  <a:extLst>
                    <a:ext uri="{FF2B5EF4-FFF2-40B4-BE49-F238E27FC236}">
                      <a16:creationId xmlns:a16="http://schemas.microsoft.com/office/drawing/2014/main" id="{CDD80374-4ED8-ACEB-D034-448276DC3546}"/>
                    </a:ext>
                  </a:extLst>
                </p:cNvPr>
                <p:cNvPicPr/>
                <p:nvPr/>
              </p:nvPicPr>
              <p:blipFill>
                <a:blip r:embed="rId30"/>
                <a:stretch>
                  <a:fillRect/>
                </a:stretch>
              </p:blipFill>
              <p:spPr>
                <a:xfrm>
                  <a:off x="9917613" y="4390565"/>
                  <a:ext cx="23904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9" name="Ink 48">
                  <a:extLst>
                    <a:ext uri="{FF2B5EF4-FFF2-40B4-BE49-F238E27FC236}">
                      <a16:creationId xmlns:a16="http://schemas.microsoft.com/office/drawing/2014/main" id="{6503089F-6A07-1B98-41E5-FCD68B4908E6}"/>
                    </a:ext>
                  </a:extLst>
                </p14:cNvPr>
                <p14:cNvContentPartPr/>
                <p14:nvPr/>
              </p14:nvContentPartPr>
              <p14:xfrm>
                <a:off x="1756053" y="4457525"/>
                <a:ext cx="1791720" cy="1764000"/>
              </p14:xfrm>
            </p:contentPart>
          </mc:Choice>
          <mc:Fallback>
            <p:pic>
              <p:nvPicPr>
                <p:cNvPr id="49" name="Ink 48">
                  <a:extLst>
                    <a:ext uri="{FF2B5EF4-FFF2-40B4-BE49-F238E27FC236}">
                      <a16:creationId xmlns:a16="http://schemas.microsoft.com/office/drawing/2014/main" id="{6503089F-6A07-1B98-41E5-FCD68B4908E6}"/>
                    </a:ext>
                  </a:extLst>
                </p:cNvPr>
                <p:cNvPicPr/>
                <p:nvPr/>
              </p:nvPicPr>
              <p:blipFill>
                <a:blip r:embed="rId32"/>
                <a:stretch>
                  <a:fillRect/>
                </a:stretch>
              </p:blipFill>
              <p:spPr>
                <a:xfrm>
                  <a:off x="1747413" y="4448885"/>
                  <a:ext cx="1809360" cy="1781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50" name="Ink 49">
                  <a:extLst>
                    <a:ext uri="{FF2B5EF4-FFF2-40B4-BE49-F238E27FC236}">
                      <a16:creationId xmlns:a16="http://schemas.microsoft.com/office/drawing/2014/main" id="{D04FB250-5C53-77D8-50A4-53C2719F4410}"/>
                    </a:ext>
                  </a:extLst>
                </p14:cNvPr>
                <p14:cNvContentPartPr/>
                <p14:nvPr/>
              </p14:nvContentPartPr>
              <p14:xfrm>
                <a:off x="1631493" y="4407125"/>
                <a:ext cx="338040" cy="261720"/>
              </p14:xfrm>
            </p:contentPart>
          </mc:Choice>
          <mc:Fallback>
            <p:pic>
              <p:nvPicPr>
                <p:cNvPr id="50" name="Ink 49">
                  <a:extLst>
                    <a:ext uri="{FF2B5EF4-FFF2-40B4-BE49-F238E27FC236}">
                      <a16:creationId xmlns:a16="http://schemas.microsoft.com/office/drawing/2014/main" id="{D04FB250-5C53-77D8-50A4-53C2719F4410}"/>
                    </a:ext>
                  </a:extLst>
                </p:cNvPr>
                <p:cNvPicPr/>
                <p:nvPr/>
              </p:nvPicPr>
              <p:blipFill>
                <a:blip r:embed="rId34"/>
                <a:stretch>
                  <a:fillRect/>
                </a:stretch>
              </p:blipFill>
              <p:spPr>
                <a:xfrm>
                  <a:off x="1622853" y="4398485"/>
                  <a:ext cx="3556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52" name="Ink 51">
                  <a:extLst>
                    <a:ext uri="{FF2B5EF4-FFF2-40B4-BE49-F238E27FC236}">
                      <a16:creationId xmlns:a16="http://schemas.microsoft.com/office/drawing/2014/main" id="{84A4DB9A-448A-5FD7-F03D-A64DBF856B90}"/>
                    </a:ext>
                  </a:extLst>
                </p14:cNvPr>
                <p14:cNvContentPartPr/>
                <p14:nvPr/>
              </p14:nvContentPartPr>
              <p14:xfrm>
                <a:off x="3998853" y="6677285"/>
                <a:ext cx="883800" cy="55080"/>
              </p14:xfrm>
            </p:contentPart>
          </mc:Choice>
          <mc:Fallback>
            <p:pic>
              <p:nvPicPr>
                <p:cNvPr id="52" name="Ink 51">
                  <a:extLst>
                    <a:ext uri="{FF2B5EF4-FFF2-40B4-BE49-F238E27FC236}">
                      <a16:creationId xmlns:a16="http://schemas.microsoft.com/office/drawing/2014/main" id="{84A4DB9A-448A-5FD7-F03D-A64DBF856B90}"/>
                    </a:ext>
                  </a:extLst>
                </p:cNvPr>
                <p:cNvPicPr/>
                <p:nvPr/>
              </p:nvPicPr>
              <p:blipFill>
                <a:blip r:embed="rId36"/>
                <a:stretch>
                  <a:fillRect/>
                </a:stretch>
              </p:blipFill>
              <p:spPr>
                <a:xfrm>
                  <a:off x="3990213" y="6668285"/>
                  <a:ext cx="90144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3" name="Ink 52">
                  <a:extLst>
                    <a:ext uri="{FF2B5EF4-FFF2-40B4-BE49-F238E27FC236}">
                      <a16:creationId xmlns:a16="http://schemas.microsoft.com/office/drawing/2014/main" id="{EBC91896-CD8A-B8CE-A889-FE0FE4F29A8F}"/>
                    </a:ext>
                  </a:extLst>
                </p14:cNvPr>
                <p14:cNvContentPartPr/>
                <p14:nvPr/>
              </p14:nvContentPartPr>
              <p14:xfrm>
                <a:off x="4085613" y="6736325"/>
                <a:ext cx="926640" cy="360"/>
              </p14:xfrm>
            </p:contentPart>
          </mc:Choice>
          <mc:Fallback>
            <p:pic>
              <p:nvPicPr>
                <p:cNvPr id="53" name="Ink 52">
                  <a:extLst>
                    <a:ext uri="{FF2B5EF4-FFF2-40B4-BE49-F238E27FC236}">
                      <a16:creationId xmlns:a16="http://schemas.microsoft.com/office/drawing/2014/main" id="{EBC91896-CD8A-B8CE-A889-FE0FE4F29A8F}"/>
                    </a:ext>
                  </a:extLst>
                </p:cNvPr>
                <p:cNvPicPr/>
                <p:nvPr/>
              </p:nvPicPr>
              <p:blipFill>
                <a:blip r:embed="rId38"/>
                <a:stretch>
                  <a:fillRect/>
                </a:stretch>
              </p:blipFill>
              <p:spPr>
                <a:xfrm>
                  <a:off x="4076973" y="6727685"/>
                  <a:ext cx="9442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55" name="Ink 54">
                  <a:extLst>
                    <a:ext uri="{FF2B5EF4-FFF2-40B4-BE49-F238E27FC236}">
                      <a16:creationId xmlns:a16="http://schemas.microsoft.com/office/drawing/2014/main" id="{905DEEA4-7707-011F-E744-0927B4B335B9}"/>
                    </a:ext>
                  </a:extLst>
                </p14:cNvPr>
                <p14:cNvContentPartPr/>
                <p14:nvPr/>
              </p14:nvContentPartPr>
              <p14:xfrm>
                <a:off x="7693893" y="3968645"/>
                <a:ext cx="1523520" cy="603000"/>
              </p14:xfrm>
            </p:contentPart>
          </mc:Choice>
          <mc:Fallback>
            <p:pic>
              <p:nvPicPr>
                <p:cNvPr id="55" name="Ink 54">
                  <a:extLst>
                    <a:ext uri="{FF2B5EF4-FFF2-40B4-BE49-F238E27FC236}">
                      <a16:creationId xmlns:a16="http://schemas.microsoft.com/office/drawing/2014/main" id="{905DEEA4-7707-011F-E744-0927B4B335B9}"/>
                    </a:ext>
                  </a:extLst>
                </p:cNvPr>
                <p:cNvPicPr/>
                <p:nvPr/>
              </p:nvPicPr>
              <p:blipFill>
                <a:blip r:embed="rId40"/>
                <a:stretch>
                  <a:fillRect/>
                </a:stretch>
              </p:blipFill>
              <p:spPr>
                <a:xfrm>
                  <a:off x="7685253" y="3960005"/>
                  <a:ext cx="1541160" cy="6206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56" name="Ink 55">
                  <a:extLst>
                    <a:ext uri="{FF2B5EF4-FFF2-40B4-BE49-F238E27FC236}">
                      <a16:creationId xmlns:a16="http://schemas.microsoft.com/office/drawing/2014/main" id="{260CA0AF-BAEE-046F-56C0-39A52CE2E548}"/>
                    </a:ext>
                  </a:extLst>
                </p14:cNvPr>
                <p14:cNvContentPartPr/>
                <p14:nvPr/>
              </p14:nvContentPartPr>
              <p14:xfrm>
                <a:off x="9895653" y="3974045"/>
                <a:ext cx="1446840" cy="642240"/>
              </p14:xfrm>
            </p:contentPart>
          </mc:Choice>
          <mc:Fallback>
            <p:pic>
              <p:nvPicPr>
                <p:cNvPr id="56" name="Ink 55">
                  <a:extLst>
                    <a:ext uri="{FF2B5EF4-FFF2-40B4-BE49-F238E27FC236}">
                      <a16:creationId xmlns:a16="http://schemas.microsoft.com/office/drawing/2014/main" id="{260CA0AF-BAEE-046F-56C0-39A52CE2E548}"/>
                    </a:ext>
                  </a:extLst>
                </p:cNvPr>
                <p:cNvPicPr/>
                <p:nvPr/>
              </p:nvPicPr>
              <p:blipFill>
                <a:blip r:embed="rId42"/>
                <a:stretch>
                  <a:fillRect/>
                </a:stretch>
              </p:blipFill>
              <p:spPr>
                <a:xfrm>
                  <a:off x="9886653" y="3965405"/>
                  <a:ext cx="1464480" cy="6598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8" name="Ink 57">
                  <a:extLst>
                    <a:ext uri="{FF2B5EF4-FFF2-40B4-BE49-F238E27FC236}">
                      <a16:creationId xmlns:a16="http://schemas.microsoft.com/office/drawing/2014/main" id="{48945411-DE6A-39E0-DAB5-956D2B2EDAC1}"/>
                    </a:ext>
                  </a:extLst>
                </p14:cNvPr>
                <p14:cNvContentPartPr/>
                <p14:nvPr/>
              </p14:nvContentPartPr>
              <p14:xfrm>
                <a:off x="4109013" y="5514485"/>
                <a:ext cx="443160" cy="6840"/>
              </p14:xfrm>
            </p:contentPart>
          </mc:Choice>
          <mc:Fallback>
            <p:pic>
              <p:nvPicPr>
                <p:cNvPr id="58" name="Ink 57">
                  <a:extLst>
                    <a:ext uri="{FF2B5EF4-FFF2-40B4-BE49-F238E27FC236}">
                      <a16:creationId xmlns:a16="http://schemas.microsoft.com/office/drawing/2014/main" id="{48945411-DE6A-39E0-DAB5-956D2B2EDAC1}"/>
                    </a:ext>
                  </a:extLst>
                </p:cNvPr>
                <p:cNvPicPr/>
                <p:nvPr/>
              </p:nvPicPr>
              <p:blipFill>
                <a:blip r:embed="rId44"/>
                <a:stretch>
                  <a:fillRect/>
                </a:stretch>
              </p:blipFill>
              <p:spPr>
                <a:xfrm>
                  <a:off x="4100013" y="5505845"/>
                  <a:ext cx="4608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60" name="Ink 59">
                  <a:extLst>
                    <a:ext uri="{FF2B5EF4-FFF2-40B4-BE49-F238E27FC236}">
                      <a16:creationId xmlns:a16="http://schemas.microsoft.com/office/drawing/2014/main" id="{E5E460BE-74AF-F84C-5B93-3E48C7E2DD0B}"/>
                    </a:ext>
                  </a:extLst>
                </p14:cNvPr>
                <p14:cNvContentPartPr/>
                <p14:nvPr/>
              </p14:nvContentPartPr>
              <p14:xfrm>
                <a:off x="5052213" y="6336725"/>
                <a:ext cx="424800" cy="335880"/>
              </p14:xfrm>
            </p:contentPart>
          </mc:Choice>
          <mc:Fallback>
            <p:pic>
              <p:nvPicPr>
                <p:cNvPr id="60" name="Ink 59">
                  <a:extLst>
                    <a:ext uri="{FF2B5EF4-FFF2-40B4-BE49-F238E27FC236}">
                      <a16:creationId xmlns:a16="http://schemas.microsoft.com/office/drawing/2014/main" id="{E5E460BE-74AF-F84C-5B93-3E48C7E2DD0B}"/>
                    </a:ext>
                  </a:extLst>
                </p:cNvPr>
                <p:cNvPicPr/>
                <p:nvPr/>
              </p:nvPicPr>
              <p:blipFill>
                <a:blip r:embed="rId46"/>
                <a:stretch>
                  <a:fillRect/>
                </a:stretch>
              </p:blipFill>
              <p:spPr>
                <a:xfrm>
                  <a:off x="5043573" y="6327725"/>
                  <a:ext cx="44244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62" name="Ink 61">
                  <a:extLst>
                    <a:ext uri="{FF2B5EF4-FFF2-40B4-BE49-F238E27FC236}">
                      <a16:creationId xmlns:a16="http://schemas.microsoft.com/office/drawing/2014/main" id="{71D6B63B-70E7-F88B-5C70-322EEDABF380}"/>
                    </a:ext>
                  </a:extLst>
                </p14:cNvPr>
                <p14:cNvContentPartPr/>
                <p14:nvPr/>
              </p14:nvContentPartPr>
              <p14:xfrm>
                <a:off x="4737933" y="5509445"/>
                <a:ext cx="130320" cy="787320"/>
              </p14:xfrm>
            </p:contentPart>
          </mc:Choice>
          <mc:Fallback>
            <p:pic>
              <p:nvPicPr>
                <p:cNvPr id="62" name="Ink 61">
                  <a:extLst>
                    <a:ext uri="{FF2B5EF4-FFF2-40B4-BE49-F238E27FC236}">
                      <a16:creationId xmlns:a16="http://schemas.microsoft.com/office/drawing/2014/main" id="{71D6B63B-70E7-F88B-5C70-322EEDABF380}"/>
                    </a:ext>
                  </a:extLst>
                </p:cNvPr>
                <p:cNvPicPr/>
                <p:nvPr/>
              </p:nvPicPr>
              <p:blipFill>
                <a:blip r:embed="rId48"/>
                <a:stretch>
                  <a:fillRect/>
                </a:stretch>
              </p:blipFill>
              <p:spPr>
                <a:xfrm>
                  <a:off x="4729293" y="5500445"/>
                  <a:ext cx="147960" cy="8049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63" name="Ink 62">
                  <a:extLst>
                    <a:ext uri="{FF2B5EF4-FFF2-40B4-BE49-F238E27FC236}">
                      <a16:creationId xmlns:a16="http://schemas.microsoft.com/office/drawing/2014/main" id="{960EDBB7-D4A9-C8F0-2D96-E719D1544F78}"/>
                    </a:ext>
                  </a:extLst>
                </p14:cNvPr>
                <p14:cNvContentPartPr/>
                <p14:nvPr/>
              </p14:nvContentPartPr>
              <p14:xfrm>
                <a:off x="4699053" y="6157445"/>
                <a:ext cx="229320" cy="95400"/>
              </p14:xfrm>
            </p:contentPart>
          </mc:Choice>
          <mc:Fallback>
            <p:pic>
              <p:nvPicPr>
                <p:cNvPr id="63" name="Ink 62">
                  <a:extLst>
                    <a:ext uri="{FF2B5EF4-FFF2-40B4-BE49-F238E27FC236}">
                      <a16:creationId xmlns:a16="http://schemas.microsoft.com/office/drawing/2014/main" id="{960EDBB7-D4A9-C8F0-2D96-E719D1544F78}"/>
                    </a:ext>
                  </a:extLst>
                </p:cNvPr>
                <p:cNvPicPr/>
                <p:nvPr/>
              </p:nvPicPr>
              <p:blipFill>
                <a:blip r:embed="rId50"/>
                <a:stretch>
                  <a:fillRect/>
                </a:stretch>
              </p:blipFill>
              <p:spPr>
                <a:xfrm>
                  <a:off x="4690413" y="6148805"/>
                  <a:ext cx="2469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65" name="Ink 64">
                  <a:extLst>
                    <a:ext uri="{FF2B5EF4-FFF2-40B4-BE49-F238E27FC236}">
                      <a16:creationId xmlns:a16="http://schemas.microsoft.com/office/drawing/2014/main" id="{62A22172-540A-4AAB-1CF4-C2AC048F1477}"/>
                    </a:ext>
                  </a:extLst>
                </p14:cNvPr>
                <p14:cNvContentPartPr/>
                <p14:nvPr/>
              </p14:nvContentPartPr>
              <p14:xfrm>
                <a:off x="1501533" y="2558165"/>
                <a:ext cx="6087240" cy="1626120"/>
              </p14:xfrm>
            </p:contentPart>
          </mc:Choice>
          <mc:Fallback>
            <p:pic>
              <p:nvPicPr>
                <p:cNvPr id="65" name="Ink 64">
                  <a:extLst>
                    <a:ext uri="{FF2B5EF4-FFF2-40B4-BE49-F238E27FC236}">
                      <a16:creationId xmlns:a16="http://schemas.microsoft.com/office/drawing/2014/main" id="{62A22172-540A-4AAB-1CF4-C2AC048F1477}"/>
                    </a:ext>
                  </a:extLst>
                </p:cNvPr>
                <p:cNvPicPr/>
                <p:nvPr/>
              </p:nvPicPr>
              <p:blipFill>
                <a:blip r:embed="rId52"/>
                <a:stretch>
                  <a:fillRect/>
                </a:stretch>
              </p:blipFill>
              <p:spPr>
                <a:xfrm>
                  <a:off x="1492893" y="2549525"/>
                  <a:ext cx="6104880" cy="16437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67" name="Ink 66">
                  <a:extLst>
                    <a:ext uri="{FF2B5EF4-FFF2-40B4-BE49-F238E27FC236}">
                      <a16:creationId xmlns:a16="http://schemas.microsoft.com/office/drawing/2014/main" id="{1480BB66-F573-9735-6F94-922EEFC3F960}"/>
                    </a:ext>
                  </a:extLst>
                </p14:cNvPr>
                <p14:cNvContentPartPr/>
                <p14:nvPr/>
              </p14:nvContentPartPr>
              <p14:xfrm>
                <a:off x="1417293" y="2505965"/>
                <a:ext cx="168480" cy="206280"/>
              </p14:xfrm>
            </p:contentPart>
          </mc:Choice>
          <mc:Fallback>
            <p:pic>
              <p:nvPicPr>
                <p:cNvPr id="67" name="Ink 66">
                  <a:extLst>
                    <a:ext uri="{FF2B5EF4-FFF2-40B4-BE49-F238E27FC236}">
                      <a16:creationId xmlns:a16="http://schemas.microsoft.com/office/drawing/2014/main" id="{1480BB66-F573-9735-6F94-922EEFC3F960}"/>
                    </a:ext>
                  </a:extLst>
                </p:cNvPr>
                <p:cNvPicPr/>
                <p:nvPr/>
              </p:nvPicPr>
              <p:blipFill>
                <a:blip r:embed="rId54"/>
                <a:stretch>
                  <a:fillRect/>
                </a:stretch>
              </p:blipFill>
              <p:spPr>
                <a:xfrm>
                  <a:off x="1408293" y="2496965"/>
                  <a:ext cx="18612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69" name="Ink 68">
                  <a:extLst>
                    <a:ext uri="{FF2B5EF4-FFF2-40B4-BE49-F238E27FC236}">
                      <a16:creationId xmlns:a16="http://schemas.microsoft.com/office/drawing/2014/main" id="{02AE90C6-31D1-9638-FF2B-3E6B6AF9A5E0}"/>
                    </a:ext>
                  </a:extLst>
                </p14:cNvPr>
                <p14:cNvContentPartPr/>
                <p14:nvPr/>
              </p14:nvContentPartPr>
              <p14:xfrm>
                <a:off x="1383093" y="2777405"/>
                <a:ext cx="5752440" cy="1436040"/>
              </p14:xfrm>
            </p:contentPart>
          </mc:Choice>
          <mc:Fallback>
            <p:pic>
              <p:nvPicPr>
                <p:cNvPr id="69" name="Ink 68">
                  <a:extLst>
                    <a:ext uri="{FF2B5EF4-FFF2-40B4-BE49-F238E27FC236}">
                      <a16:creationId xmlns:a16="http://schemas.microsoft.com/office/drawing/2014/main" id="{02AE90C6-31D1-9638-FF2B-3E6B6AF9A5E0}"/>
                    </a:ext>
                  </a:extLst>
                </p:cNvPr>
                <p:cNvPicPr/>
                <p:nvPr/>
              </p:nvPicPr>
              <p:blipFill>
                <a:blip r:embed="rId56"/>
                <a:stretch>
                  <a:fillRect/>
                </a:stretch>
              </p:blipFill>
              <p:spPr>
                <a:xfrm>
                  <a:off x="1374093" y="2768765"/>
                  <a:ext cx="5770080" cy="14536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70" name="Ink 69">
                  <a:extLst>
                    <a:ext uri="{FF2B5EF4-FFF2-40B4-BE49-F238E27FC236}">
                      <a16:creationId xmlns:a16="http://schemas.microsoft.com/office/drawing/2014/main" id="{6D8476CC-12AE-9066-45EE-F33D0B1BF510}"/>
                    </a:ext>
                  </a:extLst>
                </p14:cNvPr>
                <p14:cNvContentPartPr/>
                <p14:nvPr/>
              </p14:nvContentPartPr>
              <p14:xfrm>
                <a:off x="6943293" y="4056845"/>
                <a:ext cx="297000" cy="374760"/>
              </p14:xfrm>
            </p:contentPart>
          </mc:Choice>
          <mc:Fallback>
            <p:pic>
              <p:nvPicPr>
                <p:cNvPr id="70" name="Ink 69">
                  <a:extLst>
                    <a:ext uri="{FF2B5EF4-FFF2-40B4-BE49-F238E27FC236}">
                      <a16:creationId xmlns:a16="http://schemas.microsoft.com/office/drawing/2014/main" id="{6D8476CC-12AE-9066-45EE-F33D0B1BF510}"/>
                    </a:ext>
                  </a:extLst>
                </p:cNvPr>
                <p:cNvPicPr/>
                <p:nvPr/>
              </p:nvPicPr>
              <p:blipFill>
                <a:blip r:embed="rId58"/>
                <a:stretch>
                  <a:fillRect/>
                </a:stretch>
              </p:blipFill>
              <p:spPr>
                <a:xfrm>
                  <a:off x="6934293" y="4047845"/>
                  <a:ext cx="314640" cy="3924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71" name="Ink 70">
                  <a:extLst>
                    <a:ext uri="{FF2B5EF4-FFF2-40B4-BE49-F238E27FC236}">
                      <a16:creationId xmlns:a16="http://schemas.microsoft.com/office/drawing/2014/main" id="{0B99A5E2-6FBA-EF48-7C38-1F14B34F695F}"/>
                    </a:ext>
                  </a:extLst>
                </p14:cNvPr>
                <p14:cNvContentPartPr/>
                <p14:nvPr/>
              </p14:nvContentPartPr>
              <p14:xfrm>
                <a:off x="5411133" y="4305605"/>
                <a:ext cx="2133720" cy="2050560"/>
              </p14:xfrm>
            </p:contentPart>
          </mc:Choice>
          <mc:Fallback>
            <p:pic>
              <p:nvPicPr>
                <p:cNvPr id="71" name="Ink 70">
                  <a:extLst>
                    <a:ext uri="{FF2B5EF4-FFF2-40B4-BE49-F238E27FC236}">
                      <a16:creationId xmlns:a16="http://schemas.microsoft.com/office/drawing/2014/main" id="{0B99A5E2-6FBA-EF48-7C38-1F14B34F695F}"/>
                    </a:ext>
                  </a:extLst>
                </p:cNvPr>
                <p:cNvPicPr/>
                <p:nvPr/>
              </p:nvPicPr>
              <p:blipFill>
                <a:blip r:embed="rId60"/>
                <a:stretch>
                  <a:fillRect/>
                </a:stretch>
              </p:blipFill>
              <p:spPr>
                <a:xfrm>
                  <a:off x="5402133" y="4296605"/>
                  <a:ext cx="2151360" cy="20682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72" name="Ink 71">
                  <a:extLst>
                    <a:ext uri="{FF2B5EF4-FFF2-40B4-BE49-F238E27FC236}">
                      <a16:creationId xmlns:a16="http://schemas.microsoft.com/office/drawing/2014/main" id="{EE6D44AC-C519-8E9D-4069-1A854952CE1E}"/>
                    </a:ext>
                  </a:extLst>
                </p14:cNvPr>
                <p14:cNvContentPartPr/>
                <p14:nvPr/>
              </p14:nvContentPartPr>
              <p14:xfrm>
                <a:off x="5442813" y="6238805"/>
                <a:ext cx="190800" cy="238680"/>
              </p14:xfrm>
            </p:contentPart>
          </mc:Choice>
          <mc:Fallback>
            <p:pic>
              <p:nvPicPr>
                <p:cNvPr id="72" name="Ink 71">
                  <a:extLst>
                    <a:ext uri="{FF2B5EF4-FFF2-40B4-BE49-F238E27FC236}">
                      <a16:creationId xmlns:a16="http://schemas.microsoft.com/office/drawing/2014/main" id="{EE6D44AC-C519-8E9D-4069-1A854952CE1E}"/>
                    </a:ext>
                  </a:extLst>
                </p:cNvPr>
                <p:cNvPicPr/>
                <p:nvPr/>
              </p:nvPicPr>
              <p:blipFill>
                <a:blip r:embed="rId62"/>
                <a:stretch>
                  <a:fillRect/>
                </a:stretch>
              </p:blipFill>
              <p:spPr>
                <a:xfrm>
                  <a:off x="5434173" y="6229805"/>
                  <a:ext cx="20844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74" name="Ink 73">
                  <a:extLst>
                    <a:ext uri="{FF2B5EF4-FFF2-40B4-BE49-F238E27FC236}">
                      <a16:creationId xmlns:a16="http://schemas.microsoft.com/office/drawing/2014/main" id="{A388385A-1013-B3C4-5121-A694D3E16D01}"/>
                    </a:ext>
                  </a:extLst>
                </p14:cNvPr>
                <p14:cNvContentPartPr/>
                <p14:nvPr/>
              </p14:nvContentPartPr>
              <p14:xfrm>
                <a:off x="4906053" y="5524205"/>
                <a:ext cx="204120" cy="743760"/>
              </p14:xfrm>
            </p:contentPart>
          </mc:Choice>
          <mc:Fallback>
            <p:pic>
              <p:nvPicPr>
                <p:cNvPr id="74" name="Ink 73">
                  <a:extLst>
                    <a:ext uri="{FF2B5EF4-FFF2-40B4-BE49-F238E27FC236}">
                      <a16:creationId xmlns:a16="http://schemas.microsoft.com/office/drawing/2014/main" id="{A388385A-1013-B3C4-5121-A694D3E16D01}"/>
                    </a:ext>
                  </a:extLst>
                </p:cNvPr>
                <p:cNvPicPr/>
                <p:nvPr/>
              </p:nvPicPr>
              <p:blipFill>
                <a:blip r:embed="rId64"/>
                <a:stretch>
                  <a:fillRect/>
                </a:stretch>
              </p:blipFill>
              <p:spPr>
                <a:xfrm>
                  <a:off x="4897413" y="5515565"/>
                  <a:ext cx="221760" cy="7614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75" name="Ink 74">
                  <a:extLst>
                    <a:ext uri="{FF2B5EF4-FFF2-40B4-BE49-F238E27FC236}">
                      <a16:creationId xmlns:a16="http://schemas.microsoft.com/office/drawing/2014/main" id="{8326AE2A-327D-8CF8-A58D-1340B1C7C51C}"/>
                    </a:ext>
                  </a:extLst>
                </p14:cNvPr>
                <p14:cNvContentPartPr/>
                <p14:nvPr/>
              </p14:nvContentPartPr>
              <p14:xfrm>
                <a:off x="4809213" y="5553005"/>
                <a:ext cx="199080" cy="104760"/>
              </p14:xfrm>
            </p:contentPart>
          </mc:Choice>
          <mc:Fallback>
            <p:pic>
              <p:nvPicPr>
                <p:cNvPr id="75" name="Ink 74">
                  <a:extLst>
                    <a:ext uri="{FF2B5EF4-FFF2-40B4-BE49-F238E27FC236}">
                      <a16:creationId xmlns:a16="http://schemas.microsoft.com/office/drawing/2014/main" id="{8326AE2A-327D-8CF8-A58D-1340B1C7C51C}"/>
                    </a:ext>
                  </a:extLst>
                </p:cNvPr>
                <p:cNvPicPr/>
                <p:nvPr/>
              </p:nvPicPr>
              <p:blipFill>
                <a:blip r:embed="rId66"/>
                <a:stretch>
                  <a:fillRect/>
                </a:stretch>
              </p:blipFill>
              <p:spPr>
                <a:xfrm>
                  <a:off x="4800213" y="5544365"/>
                  <a:ext cx="216720" cy="122400"/>
                </a:xfrm>
                <a:prstGeom prst="rect">
                  <a:avLst/>
                </a:prstGeom>
              </p:spPr>
            </p:pic>
          </mc:Fallback>
        </mc:AlternateContent>
      </p:grpSp>
    </p:spTree>
    <p:extLst>
      <p:ext uri="{BB962C8B-B14F-4D97-AF65-F5344CB8AC3E}">
        <p14:creationId xmlns:p14="http://schemas.microsoft.com/office/powerpoint/2010/main" val="34121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How it works behind scenes</a:t>
            </a:r>
            <a:endParaRPr lang="en-IN" dirty="0"/>
          </a:p>
        </p:txBody>
      </p:sp>
      <p:pic>
        <p:nvPicPr>
          <p:cNvPr id="4" name="Picture 3" descr="Icon&#10;&#10;Description automatically generated">
            <a:extLst>
              <a:ext uri="{FF2B5EF4-FFF2-40B4-BE49-F238E27FC236}">
                <a16:creationId xmlns:a16="http://schemas.microsoft.com/office/drawing/2014/main" id="{814846B4-B965-238F-DDE0-4674D196BA3B}"/>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306857" y="773693"/>
            <a:ext cx="982807" cy="991115"/>
          </a:xfrm>
          <a:prstGeom prst="rect">
            <a:avLst/>
          </a:prstGeom>
          <a:ln>
            <a:solidFill>
              <a:schemeClr val="bg1"/>
            </a:solidFill>
          </a:ln>
        </p:spPr>
      </p:pic>
      <p:sp>
        <p:nvSpPr>
          <p:cNvPr id="5" name="Rectangle 4">
            <a:extLst>
              <a:ext uri="{FF2B5EF4-FFF2-40B4-BE49-F238E27FC236}">
                <a16:creationId xmlns:a16="http://schemas.microsoft.com/office/drawing/2014/main" id="{AB771F5C-5323-B558-B82A-B5BD808B9CD2}"/>
              </a:ext>
            </a:extLst>
          </p:cNvPr>
          <p:cNvSpPr/>
          <p:nvPr/>
        </p:nvSpPr>
        <p:spPr>
          <a:xfrm>
            <a:off x="4536797" y="1917179"/>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App</a:t>
            </a:r>
          </a:p>
        </p:txBody>
      </p:sp>
      <p:cxnSp>
        <p:nvCxnSpPr>
          <p:cNvPr id="6" name="Straight Arrow Connector 5">
            <a:extLst>
              <a:ext uri="{FF2B5EF4-FFF2-40B4-BE49-F238E27FC236}">
                <a16:creationId xmlns:a16="http://schemas.microsoft.com/office/drawing/2014/main" id="{FC337487-243A-994B-4FAA-77EE83073B1D}"/>
              </a:ext>
            </a:extLst>
          </p:cNvPr>
          <p:cNvCxnSpPr>
            <a:cxnSpLocks/>
            <a:endCxn id="5" idx="1"/>
          </p:cNvCxnSpPr>
          <p:nvPr/>
        </p:nvCxnSpPr>
        <p:spPr>
          <a:xfrm>
            <a:off x="1415112" y="2349114"/>
            <a:ext cx="312168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1E2EEC2-0FD1-4EF2-2CEF-862F70DDF4F5}"/>
              </a:ext>
            </a:extLst>
          </p:cNvPr>
          <p:cNvSpPr/>
          <p:nvPr/>
        </p:nvSpPr>
        <p:spPr>
          <a:xfrm>
            <a:off x="6382444" y="2699961"/>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white"/>
                </a:solidFill>
                <a:effectLst/>
                <a:uLnTx/>
                <a:uFillTx/>
                <a:latin typeface="Segoe UI"/>
                <a:ea typeface="+mn-ea"/>
                <a:cs typeface="+mn-cs"/>
              </a:rPr>
              <a:t>ourxsuaa</a:t>
            </a:r>
            <a:endParaRPr kumimoji="0" lang="en-US" sz="2399" b="0" i="0" u="none" strike="noStrike" kern="1200" cap="none" spc="0" normalizeH="0" baseline="0" noProof="0" dirty="0">
              <a:ln>
                <a:noFill/>
              </a:ln>
              <a:solidFill>
                <a:prstClr val="white"/>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79496F2E-B052-6CF3-F4F6-A3F880430DE7}"/>
              </a:ext>
            </a:extLst>
          </p:cNvPr>
          <p:cNvSpPr/>
          <p:nvPr/>
        </p:nvSpPr>
        <p:spPr>
          <a:xfrm>
            <a:off x="4766365" y="1648114"/>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Segoe UI"/>
                <a:ea typeface="+mn-ea"/>
                <a:cs typeface="+mn-cs"/>
              </a:rPr>
              <a:t>code</a:t>
            </a:r>
          </a:p>
        </p:txBody>
      </p:sp>
      <p:cxnSp>
        <p:nvCxnSpPr>
          <p:cNvPr id="9" name="Straight Arrow Connector 8">
            <a:extLst>
              <a:ext uri="{FF2B5EF4-FFF2-40B4-BE49-F238E27FC236}">
                <a16:creationId xmlns:a16="http://schemas.microsoft.com/office/drawing/2014/main" id="{C1E86AEA-54EF-33A3-5854-9BC5C342905A}"/>
              </a:ext>
            </a:extLst>
          </p:cNvPr>
          <p:cNvCxnSpPr>
            <a:cxnSpLocks/>
          </p:cNvCxnSpPr>
          <p:nvPr/>
        </p:nvCxnSpPr>
        <p:spPr>
          <a:xfrm flipH="1">
            <a:off x="1289663" y="2603549"/>
            <a:ext cx="324713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DD80DE9-A6FA-9AF2-B628-38DF7869A775}"/>
              </a:ext>
            </a:extLst>
          </p:cNvPr>
          <p:cNvSpPr/>
          <p:nvPr/>
        </p:nvSpPr>
        <p:spPr>
          <a:xfrm>
            <a:off x="191294" y="2061206"/>
            <a:ext cx="1151828"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Browser</a:t>
            </a:r>
          </a:p>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postman</a:t>
            </a:r>
          </a:p>
        </p:txBody>
      </p:sp>
      <p:cxnSp>
        <p:nvCxnSpPr>
          <p:cNvPr id="11" name="Straight Arrow Connector 10">
            <a:extLst>
              <a:ext uri="{FF2B5EF4-FFF2-40B4-BE49-F238E27FC236}">
                <a16:creationId xmlns:a16="http://schemas.microsoft.com/office/drawing/2014/main" id="{571200EF-86F1-DED3-88FA-2AE359C65A33}"/>
              </a:ext>
            </a:extLst>
          </p:cNvPr>
          <p:cNvCxnSpPr>
            <a:cxnSpLocks/>
            <a:stCxn id="10" idx="2"/>
          </p:cNvCxnSpPr>
          <p:nvPr/>
        </p:nvCxnSpPr>
        <p:spPr>
          <a:xfrm>
            <a:off x="767209" y="2781052"/>
            <a:ext cx="3769589" cy="14647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44D77AC-6B43-B0F9-C898-A96C51C6F15E}"/>
              </a:ext>
            </a:extLst>
          </p:cNvPr>
          <p:cNvSpPr/>
          <p:nvPr/>
        </p:nvSpPr>
        <p:spPr>
          <a:xfrm>
            <a:off x="4536797" y="4051173"/>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XSUAA</a:t>
            </a:r>
          </a:p>
        </p:txBody>
      </p:sp>
      <p:cxnSp>
        <p:nvCxnSpPr>
          <p:cNvPr id="13" name="Straight Arrow Connector 12">
            <a:extLst>
              <a:ext uri="{FF2B5EF4-FFF2-40B4-BE49-F238E27FC236}">
                <a16:creationId xmlns:a16="http://schemas.microsoft.com/office/drawing/2014/main" id="{40E1B0E9-F615-7826-1EFF-CC76DA4E6B5A}"/>
              </a:ext>
            </a:extLst>
          </p:cNvPr>
          <p:cNvCxnSpPr>
            <a:cxnSpLocks/>
            <a:stCxn id="12" idx="1"/>
          </p:cNvCxnSpPr>
          <p:nvPr/>
        </p:nvCxnSpPr>
        <p:spPr>
          <a:xfrm flipH="1" flipV="1">
            <a:off x="479252" y="2853088"/>
            <a:ext cx="4057546" cy="16300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744B89-AE01-1AFE-2D0C-7B80EAD834E7}"/>
              </a:ext>
            </a:extLst>
          </p:cNvPr>
          <p:cNvCxnSpPr/>
          <p:nvPr/>
        </p:nvCxnSpPr>
        <p:spPr>
          <a:xfrm>
            <a:off x="191294"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A7D5A2F-2282-43D3-91D7-A4E86F116D4C}"/>
              </a:ext>
            </a:extLst>
          </p:cNvPr>
          <p:cNvSpPr/>
          <p:nvPr/>
        </p:nvSpPr>
        <p:spPr>
          <a:xfrm>
            <a:off x="119304" y="5444701"/>
            <a:ext cx="1655753"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IdP</a:t>
            </a:r>
          </a:p>
        </p:txBody>
      </p:sp>
      <p:pic>
        <p:nvPicPr>
          <p:cNvPr id="16" name="Picture 15">
            <a:extLst>
              <a:ext uri="{FF2B5EF4-FFF2-40B4-BE49-F238E27FC236}">
                <a16:creationId xmlns:a16="http://schemas.microsoft.com/office/drawing/2014/main" id="{E6BA8F46-8075-2E91-8004-686B5EF95376}"/>
              </a:ext>
            </a:extLst>
          </p:cNvPr>
          <p:cNvPicPr>
            <a:picLocks noChangeAspect="1"/>
          </p:cNvPicPr>
          <p:nvPr/>
        </p:nvPicPr>
        <p:blipFill>
          <a:blip r:embed="rId4"/>
          <a:stretch>
            <a:fillRect/>
          </a:stretch>
        </p:blipFill>
        <p:spPr>
          <a:xfrm>
            <a:off x="5950433" y="5114448"/>
            <a:ext cx="2015699" cy="1361082"/>
          </a:xfrm>
          <a:prstGeom prst="rect">
            <a:avLst/>
          </a:prstGeom>
          <a:ln>
            <a:solidFill>
              <a:schemeClr val="bg1"/>
            </a:solidFill>
          </a:ln>
        </p:spPr>
      </p:pic>
      <p:pic>
        <p:nvPicPr>
          <p:cNvPr id="17" name="Picture 16">
            <a:extLst>
              <a:ext uri="{FF2B5EF4-FFF2-40B4-BE49-F238E27FC236}">
                <a16:creationId xmlns:a16="http://schemas.microsoft.com/office/drawing/2014/main" id="{F06141F9-53BD-36FF-9942-866DDB500278}"/>
              </a:ext>
            </a:extLst>
          </p:cNvPr>
          <p:cNvPicPr>
            <a:picLocks noChangeAspect="1"/>
          </p:cNvPicPr>
          <p:nvPr/>
        </p:nvPicPr>
        <p:blipFill>
          <a:blip r:embed="rId5"/>
          <a:stretch>
            <a:fillRect/>
          </a:stretch>
        </p:blipFill>
        <p:spPr>
          <a:xfrm>
            <a:off x="8057337" y="5075713"/>
            <a:ext cx="2428420" cy="1390183"/>
          </a:xfrm>
          <a:prstGeom prst="rect">
            <a:avLst/>
          </a:prstGeom>
          <a:ln>
            <a:solidFill>
              <a:schemeClr val="bg1"/>
            </a:solidFill>
          </a:ln>
        </p:spPr>
      </p:pic>
      <p:cxnSp>
        <p:nvCxnSpPr>
          <p:cNvPr id="18" name="Straight Arrow Connector 17">
            <a:extLst>
              <a:ext uri="{FF2B5EF4-FFF2-40B4-BE49-F238E27FC236}">
                <a16:creationId xmlns:a16="http://schemas.microsoft.com/office/drawing/2014/main" id="{B3A99372-D1C6-AE14-51F0-4C81FB668B99}"/>
              </a:ext>
            </a:extLst>
          </p:cNvPr>
          <p:cNvCxnSpPr/>
          <p:nvPr/>
        </p:nvCxnSpPr>
        <p:spPr>
          <a:xfrm flipV="1">
            <a:off x="479251"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9FBE10-64FE-EB83-3880-2BD272348A3D}"/>
              </a:ext>
            </a:extLst>
          </p:cNvPr>
          <p:cNvSpPr txBox="1"/>
          <p:nvPr/>
        </p:nvSpPr>
        <p:spPr>
          <a:xfrm>
            <a:off x="623229" y="4652819"/>
            <a:ext cx="1799731" cy="471262"/>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1" i="0" u="none" strike="noStrike" kern="1200" cap="none" spc="0" normalizeH="0" baseline="0" noProof="0" dirty="0">
                <a:ln>
                  <a:noFill/>
                </a:ln>
                <a:solidFill>
                  <a:prstClr val="white"/>
                </a:solidFill>
                <a:effectLst/>
                <a:uLnTx/>
                <a:uFillTx/>
                <a:latin typeface="Segoe UI"/>
                <a:ea typeface="+mn-ea"/>
                <a:cs typeface="+mn-cs"/>
              </a:rPr>
              <a:t>SAML</a:t>
            </a:r>
          </a:p>
        </p:txBody>
      </p:sp>
      <p:cxnSp>
        <p:nvCxnSpPr>
          <p:cNvPr id="20" name="Straight Arrow Connector 19">
            <a:extLst>
              <a:ext uri="{FF2B5EF4-FFF2-40B4-BE49-F238E27FC236}">
                <a16:creationId xmlns:a16="http://schemas.microsoft.com/office/drawing/2014/main" id="{D9AF08C7-9B1E-5055-6265-B06EBF10AFCB}"/>
              </a:ext>
            </a:extLst>
          </p:cNvPr>
          <p:cNvCxnSpPr/>
          <p:nvPr/>
        </p:nvCxnSpPr>
        <p:spPr>
          <a:xfrm flipH="1">
            <a:off x="1775058" y="4854133"/>
            <a:ext cx="2761740" cy="590566"/>
          </a:xfrm>
          <a:prstGeom prst="straightConnector1">
            <a:avLst/>
          </a:prstGeom>
          <a:ln>
            <a:solidFill>
              <a:schemeClr val="bg1"/>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68CCD73E-4261-3A94-70B7-1A81CE4325B8}"/>
              </a:ext>
            </a:extLst>
          </p:cNvPr>
          <p:cNvSpPr txBox="1"/>
          <p:nvPr/>
        </p:nvSpPr>
        <p:spPr>
          <a:xfrm>
            <a:off x="2422960" y="4915045"/>
            <a:ext cx="1079839" cy="461545"/>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1" i="0" u="none" strike="noStrike" kern="1200" cap="none" spc="0" normalizeH="0" baseline="0" noProof="0" dirty="0">
                <a:ln>
                  <a:noFill/>
                </a:ln>
                <a:solidFill>
                  <a:prstClr val="white"/>
                </a:solidFill>
                <a:effectLst/>
                <a:uLnTx/>
                <a:uFillTx/>
                <a:latin typeface="Segoe UI"/>
                <a:ea typeface="+mn-ea"/>
                <a:cs typeface="+mn-cs"/>
              </a:rPr>
              <a:t>trust</a:t>
            </a:r>
          </a:p>
        </p:txBody>
      </p:sp>
      <p:sp>
        <p:nvSpPr>
          <p:cNvPr id="40" name="TextBox 39">
            <a:extLst>
              <a:ext uri="{FF2B5EF4-FFF2-40B4-BE49-F238E27FC236}">
                <a16:creationId xmlns:a16="http://schemas.microsoft.com/office/drawing/2014/main" id="{61E0A965-EFB8-7809-B73B-AB5E04FB25C2}"/>
              </a:ext>
            </a:extLst>
          </p:cNvPr>
          <p:cNvSpPr txBox="1"/>
          <p:nvPr/>
        </p:nvSpPr>
        <p:spPr>
          <a:xfrm>
            <a:off x="6614252" y="4145382"/>
            <a:ext cx="1243510" cy="461545"/>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1" i="0" u="none" strike="noStrike" kern="1200" cap="none" spc="0" normalizeH="0" baseline="0" noProof="0" dirty="0">
                <a:ln>
                  <a:noFill/>
                </a:ln>
                <a:solidFill>
                  <a:prstClr val="white"/>
                </a:solidFill>
                <a:effectLst/>
                <a:uLnTx/>
                <a:uFillTx/>
                <a:latin typeface="Segoe UI"/>
                <a:ea typeface="+mn-ea"/>
                <a:cs typeface="+mn-cs"/>
              </a:rPr>
              <a:t>Scope</a:t>
            </a:r>
          </a:p>
        </p:txBody>
      </p:sp>
      <p:sp>
        <p:nvSpPr>
          <p:cNvPr id="41" name="TextBox 40">
            <a:extLst>
              <a:ext uri="{FF2B5EF4-FFF2-40B4-BE49-F238E27FC236}">
                <a16:creationId xmlns:a16="http://schemas.microsoft.com/office/drawing/2014/main" id="{E0CF7A11-09D3-9A03-994C-9B5415A0635B}"/>
              </a:ext>
            </a:extLst>
          </p:cNvPr>
          <p:cNvSpPr txBox="1"/>
          <p:nvPr/>
        </p:nvSpPr>
        <p:spPr>
          <a:xfrm>
            <a:off x="1598314" y="3429001"/>
            <a:ext cx="1112605" cy="461545"/>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1" i="0" u="none" strike="noStrike" kern="1200" cap="none" spc="0" normalizeH="0" baseline="0" noProof="0" dirty="0">
                <a:ln>
                  <a:noFill/>
                </a:ln>
                <a:solidFill>
                  <a:prstClr val="white"/>
                </a:solidFill>
                <a:effectLst/>
                <a:uLnTx/>
                <a:uFillTx/>
                <a:latin typeface="Segoe UI"/>
                <a:ea typeface="+mn-ea"/>
                <a:cs typeface="+mn-cs"/>
              </a:rPr>
              <a:t>JWT</a:t>
            </a:r>
          </a:p>
        </p:txBody>
      </p:sp>
      <p:sp>
        <p:nvSpPr>
          <p:cNvPr id="42" name="TextBox 41">
            <a:extLst>
              <a:ext uri="{FF2B5EF4-FFF2-40B4-BE49-F238E27FC236}">
                <a16:creationId xmlns:a16="http://schemas.microsoft.com/office/drawing/2014/main" id="{15874FC5-7E19-DFA2-286C-82B3AB00B89A}"/>
              </a:ext>
            </a:extLst>
          </p:cNvPr>
          <p:cNvSpPr txBox="1"/>
          <p:nvPr/>
        </p:nvSpPr>
        <p:spPr>
          <a:xfrm>
            <a:off x="2356928" y="1870833"/>
            <a:ext cx="1112605" cy="461545"/>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1" i="0" u="none" strike="noStrike" kern="1200" cap="none" spc="0" normalizeH="0" baseline="0" noProof="0" dirty="0">
                <a:ln>
                  <a:noFill/>
                </a:ln>
                <a:solidFill>
                  <a:prstClr val="white"/>
                </a:solidFill>
                <a:effectLst/>
                <a:uLnTx/>
                <a:uFillTx/>
                <a:latin typeface="Segoe UI"/>
                <a:ea typeface="+mn-ea"/>
                <a:cs typeface="+mn-cs"/>
              </a:rPr>
              <a:t>JWT</a:t>
            </a:r>
          </a:p>
        </p:txBody>
      </p:sp>
      <p:cxnSp>
        <p:nvCxnSpPr>
          <p:cNvPr id="43" name="Connector: Elbow 42">
            <a:extLst>
              <a:ext uri="{FF2B5EF4-FFF2-40B4-BE49-F238E27FC236}">
                <a16:creationId xmlns:a16="http://schemas.microsoft.com/office/drawing/2014/main" id="{1D0116CF-EE39-A7C8-9798-757DF33C7C88}"/>
              </a:ext>
            </a:extLst>
          </p:cNvPr>
          <p:cNvCxnSpPr>
            <a:cxnSpLocks/>
            <a:stCxn id="7" idx="2"/>
            <a:endCxn id="12" idx="0"/>
          </p:cNvCxnSpPr>
          <p:nvPr/>
        </p:nvCxnSpPr>
        <p:spPr>
          <a:xfrm rot="5400000">
            <a:off x="5881851" y="2794692"/>
            <a:ext cx="919277" cy="1593684"/>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6D3AC8-122B-01F5-F952-46EB61FF54A8}"/>
              </a:ext>
            </a:extLst>
          </p:cNvPr>
          <p:cNvSpPr txBox="1"/>
          <p:nvPr/>
        </p:nvSpPr>
        <p:spPr>
          <a:xfrm>
            <a:off x="6342839" y="3246283"/>
            <a:ext cx="1079839" cy="461545"/>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1" i="0" u="none" strike="noStrike" kern="1200" cap="none" spc="0" normalizeH="0" baseline="0" noProof="0" dirty="0">
                <a:ln>
                  <a:noFill/>
                </a:ln>
                <a:solidFill>
                  <a:prstClr val="white"/>
                </a:solidFill>
                <a:effectLst/>
                <a:uLnTx/>
                <a:uFillTx/>
                <a:latin typeface="Segoe UI"/>
                <a:ea typeface="+mn-ea"/>
                <a:cs typeface="+mn-cs"/>
              </a:rPr>
              <a:t>trust</a:t>
            </a:r>
          </a:p>
        </p:txBody>
      </p:sp>
      <p:sp>
        <p:nvSpPr>
          <p:cNvPr id="45" name="TextBox 44">
            <a:extLst>
              <a:ext uri="{FF2B5EF4-FFF2-40B4-BE49-F238E27FC236}">
                <a16:creationId xmlns:a16="http://schemas.microsoft.com/office/drawing/2014/main" id="{B0AEC2F2-77E4-4A70-FC14-BFC5C17C8189}"/>
              </a:ext>
            </a:extLst>
          </p:cNvPr>
          <p:cNvSpPr txBox="1"/>
          <p:nvPr/>
        </p:nvSpPr>
        <p:spPr>
          <a:xfrm>
            <a:off x="6614251" y="969725"/>
            <a:ext cx="5383280" cy="1568739"/>
          </a:xfrm>
          <a:prstGeom prst="rect">
            <a:avLst/>
          </a:prstGeom>
          <a:noFill/>
          <a:ln>
            <a:solidFill>
              <a:schemeClr val="bg1"/>
            </a:solid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white"/>
                </a:solidFill>
                <a:effectLst/>
                <a:uLnTx/>
                <a:uFillTx/>
                <a:latin typeface="Segoe UI"/>
                <a:ea typeface="+mn-ea"/>
                <a:cs typeface="+mn-cs"/>
              </a:rPr>
              <a:t>xs-security.json</a:t>
            </a:r>
            <a:r>
              <a:rPr kumimoji="0" lang="en-US" sz="2399" b="0" i="0" u="none" strike="noStrike" kern="1200" cap="none" spc="0" normalizeH="0" baseline="0" noProof="0" dirty="0">
                <a:ln>
                  <a:noFill/>
                </a:ln>
                <a:solidFill>
                  <a:prstClr val="white"/>
                </a:solidFill>
                <a:effectLst/>
                <a:uLnTx/>
                <a:uFillTx/>
                <a:latin typeface="Segoe UI"/>
                <a:ea typeface="+mn-ea"/>
                <a:cs typeface="+mn-cs"/>
              </a:rPr>
              <a:t> contains information which we need to register to define what are all permissions required in our app</a:t>
            </a:r>
          </a:p>
        </p:txBody>
      </p:sp>
      <p:pic>
        <p:nvPicPr>
          <p:cNvPr id="46" name="Picture 45" descr="Icon&#10;&#10;Description automatically generated">
            <a:extLst>
              <a:ext uri="{FF2B5EF4-FFF2-40B4-BE49-F238E27FC236}">
                <a16:creationId xmlns:a16="http://schemas.microsoft.com/office/drawing/2014/main" id="{C5D15A3F-1701-C50C-9063-827697F8AEE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86852" y="5607186"/>
            <a:ext cx="666351" cy="666351"/>
          </a:xfrm>
          <a:prstGeom prst="rect">
            <a:avLst/>
          </a:prstGeom>
          <a:ln>
            <a:solidFill>
              <a:schemeClr val="bg1"/>
            </a:solidFill>
          </a:ln>
        </p:spPr>
      </p:pic>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80C3F50C-0F81-5543-8B72-884B7F88A756}"/>
                  </a:ext>
                </a:extLst>
              </p14:cNvPr>
              <p14:cNvContentPartPr/>
              <p14:nvPr/>
            </p14:nvContentPartPr>
            <p14:xfrm>
              <a:off x="7033478" y="3106223"/>
              <a:ext cx="484560" cy="13320"/>
            </p14:xfrm>
          </p:contentPart>
        </mc:Choice>
        <mc:Fallback xmlns="">
          <p:pic>
            <p:nvPicPr>
              <p:cNvPr id="29" name="Ink 28">
                <a:extLst>
                  <a:ext uri="{FF2B5EF4-FFF2-40B4-BE49-F238E27FC236}">
                    <a16:creationId xmlns:a16="http://schemas.microsoft.com/office/drawing/2014/main" id="{80C3F50C-0F81-5543-8B72-884B7F88A756}"/>
                  </a:ext>
                </a:extLst>
              </p:cNvPr>
              <p:cNvPicPr/>
              <p:nvPr/>
            </p:nvPicPr>
            <p:blipFill>
              <a:blip r:embed="rId85"/>
              <a:stretch>
                <a:fillRect/>
              </a:stretch>
            </p:blipFill>
            <p:spPr>
              <a:xfrm>
                <a:off x="7024478" y="3097583"/>
                <a:ext cx="5022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6" name="Ink 65">
                <a:extLst>
                  <a:ext uri="{FF2B5EF4-FFF2-40B4-BE49-F238E27FC236}">
                    <a16:creationId xmlns:a16="http://schemas.microsoft.com/office/drawing/2014/main" id="{78DD99D3-493D-07C2-E24F-74957CF9BE19}"/>
                  </a:ext>
                </a:extLst>
              </p14:cNvPr>
              <p14:cNvContentPartPr/>
              <p14:nvPr/>
            </p14:nvContentPartPr>
            <p14:xfrm>
              <a:off x="2911838" y="4533983"/>
              <a:ext cx="360" cy="360"/>
            </p14:xfrm>
          </p:contentPart>
        </mc:Choice>
        <mc:Fallback xmlns="">
          <p:pic>
            <p:nvPicPr>
              <p:cNvPr id="66" name="Ink 65">
                <a:extLst>
                  <a:ext uri="{FF2B5EF4-FFF2-40B4-BE49-F238E27FC236}">
                    <a16:creationId xmlns:a16="http://schemas.microsoft.com/office/drawing/2014/main" id="{78DD99D3-493D-07C2-E24F-74957CF9BE19}"/>
                  </a:ext>
                </a:extLst>
              </p:cNvPr>
              <p:cNvPicPr/>
              <p:nvPr/>
            </p:nvPicPr>
            <p:blipFill>
              <a:blip r:embed="rId123"/>
              <a:stretch>
                <a:fillRect/>
              </a:stretch>
            </p:blipFill>
            <p:spPr>
              <a:xfrm>
                <a:off x="2903198" y="4525343"/>
                <a:ext cx="18000" cy="18000"/>
              </a:xfrm>
              <a:prstGeom prst="rect">
                <a:avLst/>
              </a:prstGeom>
            </p:spPr>
          </p:pic>
        </mc:Fallback>
      </mc:AlternateContent>
    </p:spTree>
    <p:extLst>
      <p:ext uri="{BB962C8B-B14F-4D97-AF65-F5344CB8AC3E}">
        <p14:creationId xmlns:p14="http://schemas.microsoft.com/office/powerpoint/2010/main" val="47121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DF44-C21E-1A7E-E453-4202DEA8BA9B}"/>
              </a:ext>
            </a:extLst>
          </p:cNvPr>
          <p:cNvSpPr>
            <a:spLocks noGrp="1"/>
          </p:cNvSpPr>
          <p:nvPr>
            <p:ph type="title"/>
          </p:nvPr>
        </p:nvSpPr>
        <p:spPr/>
        <p:txBody>
          <a:bodyPr/>
          <a:lstStyle/>
          <a:p>
            <a:endParaRPr lang="en-IN"/>
          </a:p>
        </p:txBody>
      </p:sp>
      <p:grpSp>
        <p:nvGrpSpPr>
          <p:cNvPr id="150" name="Group 149">
            <a:extLst>
              <a:ext uri="{FF2B5EF4-FFF2-40B4-BE49-F238E27FC236}">
                <a16:creationId xmlns:a16="http://schemas.microsoft.com/office/drawing/2014/main" id="{4D7A4806-5E6A-F67E-FCD3-9C7B7E263BCE}"/>
              </a:ext>
            </a:extLst>
          </p:cNvPr>
          <p:cNvGrpSpPr/>
          <p:nvPr/>
        </p:nvGrpSpPr>
        <p:grpSpPr>
          <a:xfrm>
            <a:off x="189333" y="1178841"/>
            <a:ext cx="11290320" cy="5061600"/>
            <a:chOff x="189333" y="1178841"/>
            <a:chExt cx="11290320" cy="5061600"/>
          </a:xfrm>
        </p:grpSpPr>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332668B7-6A36-6AFE-9DD1-FD9C434212CC}"/>
                    </a:ext>
                  </a:extLst>
                </p14:cNvPr>
                <p14:cNvContentPartPr/>
                <p14:nvPr/>
              </p14:nvContentPartPr>
              <p14:xfrm>
                <a:off x="4334733" y="2937081"/>
                <a:ext cx="3185280" cy="1155240"/>
              </p14:xfrm>
            </p:contentPart>
          </mc:Choice>
          <mc:Fallback>
            <p:pic>
              <p:nvPicPr>
                <p:cNvPr id="11" name="Ink 10">
                  <a:extLst>
                    <a:ext uri="{FF2B5EF4-FFF2-40B4-BE49-F238E27FC236}">
                      <a16:creationId xmlns:a16="http://schemas.microsoft.com/office/drawing/2014/main" id="{332668B7-6A36-6AFE-9DD1-FD9C434212CC}"/>
                    </a:ext>
                  </a:extLst>
                </p:cNvPr>
                <p:cNvPicPr/>
                <p:nvPr/>
              </p:nvPicPr>
              <p:blipFill>
                <a:blip r:embed="rId3"/>
                <a:stretch>
                  <a:fillRect/>
                </a:stretch>
              </p:blipFill>
              <p:spPr>
                <a:xfrm>
                  <a:off x="4325733" y="2928441"/>
                  <a:ext cx="3202920" cy="1172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25E4F19A-42AD-D4AA-73BD-94FDCC3CC71A}"/>
                    </a:ext>
                  </a:extLst>
                </p14:cNvPr>
                <p14:cNvContentPartPr/>
                <p14:nvPr/>
              </p14:nvContentPartPr>
              <p14:xfrm>
                <a:off x="4793373" y="3612441"/>
                <a:ext cx="311040" cy="182520"/>
              </p14:xfrm>
            </p:contentPart>
          </mc:Choice>
          <mc:Fallback>
            <p:pic>
              <p:nvPicPr>
                <p:cNvPr id="12" name="Ink 11">
                  <a:extLst>
                    <a:ext uri="{FF2B5EF4-FFF2-40B4-BE49-F238E27FC236}">
                      <a16:creationId xmlns:a16="http://schemas.microsoft.com/office/drawing/2014/main" id="{25E4F19A-42AD-D4AA-73BD-94FDCC3CC71A}"/>
                    </a:ext>
                  </a:extLst>
                </p:cNvPr>
                <p:cNvPicPr/>
                <p:nvPr/>
              </p:nvPicPr>
              <p:blipFill>
                <a:blip r:embed="rId5"/>
                <a:stretch>
                  <a:fillRect/>
                </a:stretch>
              </p:blipFill>
              <p:spPr>
                <a:xfrm>
                  <a:off x="4784373" y="3603801"/>
                  <a:ext cx="32868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A819E213-0FF4-D759-0705-33F459101F86}"/>
                    </a:ext>
                  </a:extLst>
                </p14:cNvPr>
                <p14:cNvContentPartPr/>
                <p14:nvPr/>
              </p14:nvContentPartPr>
              <p14:xfrm>
                <a:off x="5179653" y="3574641"/>
                <a:ext cx="116640" cy="314640"/>
              </p14:xfrm>
            </p:contentPart>
          </mc:Choice>
          <mc:Fallback>
            <p:pic>
              <p:nvPicPr>
                <p:cNvPr id="13" name="Ink 12">
                  <a:extLst>
                    <a:ext uri="{FF2B5EF4-FFF2-40B4-BE49-F238E27FC236}">
                      <a16:creationId xmlns:a16="http://schemas.microsoft.com/office/drawing/2014/main" id="{A819E213-0FF4-D759-0705-33F459101F86}"/>
                    </a:ext>
                  </a:extLst>
                </p:cNvPr>
                <p:cNvPicPr/>
                <p:nvPr/>
              </p:nvPicPr>
              <p:blipFill>
                <a:blip r:embed="rId7"/>
                <a:stretch>
                  <a:fillRect/>
                </a:stretch>
              </p:blipFill>
              <p:spPr>
                <a:xfrm>
                  <a:off x="5170653" y="3566001"/>
                  <a:ext cx="13428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E9DC73F8-D600-C506-A3A1-48ED9CABB4FE}"/>
                    </a:ext>
                  </a:extLst>
                </p14:cNvPr>
                <p14:cNvContentPartPr/>
                <p14:nvPr/>
              </p14:nvContentPartPr>
              <p14:xfrm>
                <a:off x="5424093" y="3525681"/>
                <a:ext cx="114480" cy="218520"/>
              </p14:xfrm>
            </p:contentPart>
          </mc:Choice>
          <mc:Fallback>
            <p:pic>
              <p:nvPicPr>
                <p:cNvPr id="14" name="Ink 13">
                  <a:extLst>
                    <a:ext uri="{FF2B5EF4-FFF2-40B4-BE49-F238E27FC236}">
                      <a16:creationId xmlns:a16="http://schemas.microsoft.com/office/drawing/2014/main" id="{E9DC73F8-D600-C506-A3A1-48ED9CABB4FE}"/>
                    </a:ext>
                  </a:extLst>
                </p:cNvPr>
                <p:cNvPicPr/>
                <p:nvPr/>
              </p:nvPicPr>
              <p:blipFill>
                <a:blip r:embed="rId9"/>
                <a:stretch>
                  <a:fillRect/>
                </a:stretch>
              </p:blipFill>
              <p:spPr>
                <a:xfrm>
                  <a:off x="5415093" y="3517041"/>
                  <a:ext cx="1321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989384A2-F1B2-9185-9A67-E6F57967BB99}"/>
                    </a:ext>
                  </a:extLst>
                </p14:cNvPr>
                <p14:cNvContentPartPr/>
                <p14:nvPr/>
              </p14:nvContentPartPr>
              <p14:xfrm>
                <a:off x="5632173" y="3532881"/>
                <a:ext cx="333000" cy="261000"/>
              </p14:xfrm>
            </p:contentPart>
          </mc:Choice>
          <mc:Fallback>
            <p:pic>
              <p:nvPicPr>
                <p:cNvPr id="15" name="Ink 14">
                  <a:extLst>
                    <a:ext uri="{FF2B5EF4-FFF2-40B4-BE49-F238E27FC236}">
                      <a16:creationId xmlns:a16="http://schemas.microsoft.com/office/drawing/2014/main" id="{989384A2-F1B2-9185-9A67-E6F57967BB99}"/>
                    </a:ext>
                  </a:extLst>
                </p:cNvPr>
                <p:cNvPicPr/>
                <p:nvPr/>
              </p:nvPicPr>
              <p:blipFill>
                <a:blip r:embed="rId11"/>
                <a:stretch>
                  <a:fillRect/>
                </a:stretch>
              </p:blipFill>
              <p:spPr>
                <a:xfrm>
                  <a:off x="5623533" y="3524241"/>
                  <a:ext cx="35064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6601AE44-5965-6D1C-068A-9E08FF1FF5B8}"/>
                    </a:ext>
                  </a:extLst>
                </p14:cNvPr>
                <p14:cNvContentPartPr/>
                <p14:nvPr/>
              </p14:nvContentPartPr>
              <p14:xfrm>
                <a:off x="6054093" y="3481401"/>
                <a:ext cx="384840" cy="201600"/>
              </p14:xfrm>
            </p:contentPart>
          </mc:Choice>
          <mc:Fallback>
            <p:pic>
              <p:nvPicPr>
                <p:cNvPr id="16" name="Ink 15">
                  <a:extLst>
                    <a:ext uri="{FF2B5EF4-FFF2-40B4-BE49-F238E27FC236}">
                      <a16:creationId xmlns:a16="http://schemas.microsoft.com/office/drawing/2014/main" id="{6601AE44-5965-6D1C-068A-9E08FF1FF5B8}"/>
                    </a:ext>
                  </a:extLst>
                </p:cNvPr>
                <p:cNvPicPr/>
                <p:nvPr/>
              </p:nvPicPr>
              <p:blipFill>
                <a:blip r:embed="rId13"/>
                <a:stretch>
                  <a:fillRect/>
                </a:stretch>
              </p:blipFill>
              <p:spPr>
                <a:xfrm>
                  <a:off x="6045453" y="3472761"/>
                  <a:ext cx="40248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1A6561E0-ED39-571D-14B2-B90134C96739}"/>
                    </a:ext>
                  </a:extLst>
                </p14:cNvPr>
                <p14:cNvContentPartPr/>
                <p14:nvPr/>
              </p14:nvContentPartPr>
              <p14:xfrm>
                <a:off x="6487533" y="3483921"/>
                <a:ext cx="119160" cy="224640"/>
              </p14:xfrm>
            </p:contentPart>
          </mc:Choice>
          <mc:Fallback>
            <p:pic>
              <p:nvPicPr>
                <p:cNvPr id="17" name="Ink 16">
                  <a:extLst>
                    <a:ext uri="{FF2B5EF4-FFF2-40B4-BE49-F238E27FC236}">
                      <a16:creationId xmlns:a16="http://schemas.microsoft.com/office/drawing/2014/main" id="{1A6561E0-ED39-571D-14B2-B90134C96739}"/>
                    </a:ext>
                  </a:extLst>
                </p:cNvPr>
                <p:cNvPicPr/>
                <p:nvPr/>
              </p:nvPicPr>
              <p:blipFill>
                <a:blip r:embed="rId15"/>
                <a:stretch>
                  <a:fillRect/>
                </a:stretch>
              </p:blipFill>
              <p:spPr>
                <a:xfrm>
                  <a:off x="6478533" y="3474921"/>
                  <a:ext cx="13680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Ink 17">
                  <a:extLst>
                    <a:ext uri="{FF2B5EF4-FFF2-40B4-BE49-F238E27FC236}">
                      <a16:creationId xmlns:a16="http://schemas.microsoft.com/office/drawing/2014/main" id="{80975EC2-E652-98CB-22CA-D6FE08C653F8}"/>
                    </a:ext>
                  </a:extLst>
                </p14:cNvPr>
                <p14:cNvContentPartPr/>
                <p14:nvPr/>
              </p14:nvContentPartPr>
              <p14:xfrm>
                <a:off x="3253653" y="2175681"/>
                <a:ext cx="2239560" cy="878760"/>
              </p14:xfrm>
            </p:contentPart>
          </mc:Choice>
          <mc:Fallback>
            <p:pic>
              <p:nvPicPr>
                <p:cNvPr id="18" name="Ink 17">
                  <a:extLst>
                    <a:ext uri="{FF2B5EF4-FFF2-40B4-BE49-F238E27FC236}">
                      <a16:creationId xmlns:a16="http://schemas.microsoft.com/office/drawing/2014/main" id="{80975EC2-E652-98CB-22CA-D6FE08C653F8}"/>
                    </a:ext>
                  </a:extLst>
                </p:cNvPr>
                <p:cNvPicPr/>
                <p:nvPr/>
              </p:nvPicPr>
              <p:blipFill>
                <a:blip r:embed="rId17"/>
                <a:stretch>
                  <a:fillRect/>
                </a:stretch>
              </p:blipFill>
              <p:spPr>
                <a:xfrm>
                  <a:off x="3245013" y="2166681"/>
                  <a:ext cx="2257200" cy="8964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0" name="Ink 19">
                  <a:extLst>
                    <a:ext uri="{FF2B5EF4-FFF2-40B4-BE49-F238E27FC236}">
                      <a16:creationId xmlns:a16="http://schemas.microsoft.com/office/drawing/2014/main" id="{66FC85EA-B278-4E31-65D5-E7571510A280}"/>
                    </a:ext>
                  </a:extLst>
                </p14:cNvPr>
                <p14:cNvContentPartPr/>
                <p14:nvPr/>
              </p14:nvContentPartPr>
              <p14:xfrm>
                <a:off x="5779773" y="2032041"/>
                <a:ext cx="239040" cy="948960"/>
              </p14:xfrm>
            </p:contentPart>
          </mc:Choice>
          <mc:Fallback>
            <p:pic>
              <p:nvPicPr>
                <p:cNvPr id="20" name="Ink 19">
                  <a:extLst>
                    <a:ext uri="{FF2B5EF4-FFF2-40B4-BE49-F238E27FC236}">
                      <a16:creationId xmlns:a16="http://schemas.microsoft.com/office/drawing/2014/main" id="{66FC85EA-B278-4E31-65D5-E7571510A280}"/>
                    </a:ext>
                  </a:extLst>
                </p:cNvPr>
                <p:cNvPicPr/>
                <p:nvPr/>
              </p:nvPicPr>
              <p:blipFill>
                <a:blip r:embed="rId19"/>
                <a:stretch>
                  <a:fillRect/>
                </a:stretch>
              </p:blipFill>
              <p:spPr>
                <a:xfrm>
                  <a:off x="5771133" y="2023041"/>
                  <a:ext cx="256680" cy="966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1" name="Ink 20">
                  <a:extLst>
                    <a:ext uri="{FF2B5EF4-FFF2-40B4-BE49-F238E27FC236}">
                      <a16:creationId xmlns:a16="http://schemas.microsoft.com/office/drawing/2014/main" id="{E3A50E98-B8BE-CF70-0554-47080747C345}"/>
                    </a:ext>
                  </a:extLst>
                </p14:cNvPr>
                <p14:cNvContentPartPr/>
                <p14:nvPr/>
              </p14:nvContentPartPr>
              <p14:xfrm>
                <a:off x="6475293" y="2067321"/>
                <a:ext cx="2005560" cy="983160"/>
              </p14:xfrm>
            </p:contentPart>
          </mc:Choice>
          <mc:Fallback>
            <p:pic>
              <p:nvPicPr>
                <p:cNvPr id="21" name="Ink 20">
                  <a:extLst>
                    <a:ext uri="{FF2B5EF4-FFF2-40B4-BE49-F238E27FC236}">
                      <a16:creationId xmlns:a16="http://schemas.microsoft.com/office/drawing/2014/main" id="{E3A50E98-B8BE-CF70-0554-47080747C345}"/>
                    </a:ext>
                  </a:extLst>
                </p:cNvPr>
                <p:cNvPicPr/>
                <p:nvPr/>
              </p:nvPicPr>
              <p:blipFill>
                <a:blip r:embed="rId21"/>
                <a:stretch>
                  <a:fillRect/>
                </a:stretch>
              </p:blipFill>
              <p:spPr>
                <a:xfrm>
                  <a:off x="6466293" y="2058321"/>
                  <a:ext cx="2023200" cy="1000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3" name="Ink 22">
                  <a:extLst>
                    <a:ext uri="{FF2B5EF4-FFF2-40B4-BE49-F238E27FC236}">
                      <a16:creationId xmlns:a16="http://schemas.microsoft.com/office/drawing/2014/main" id="{1A0A7E5A-FA68-C470-0963-6FBCDF870F57}"/>
                    </a:ext>
                  </a:extLst>
                </p14:cNvPr>
                <p14:cNvContentPartPr/>
                <p14:nvPr/>
              </p14:nvContentPartPr>
              <p14:xfrm>
                <a:off x="2570373" y="1253001"/>
                <a:ext cx="1572480" cy="928440"/>
              </p14:xfrm>
            </p:contentPart>
          </mc:Choice>
          <mc:Fallback>
            <p:pic>
              <p:nvPicPr>
                <p:cNvPr id="23" name="Ink 22">
                  <a:extLst>
                    <a:ext uri="{FF2B5EF4-FFF2-40B4-BE49-F238E27FC236}">
                      <a16:creationId xmlns:a16="http://schemas.microsoft.com/office/drawing/2014/main" id="{1A0A7E5A-FA68-C470-0963-6FBCDF870F57}"/>
                    </a:ext>
                  </a:extLst>
                </p:cNvPr>
                <p:cNvPicPr/>
                <p:nvPr/>
              </p:nvPicPr>
              <p:blipFill>
                <a:blip r:embed="rId23"/>
                <a:stretch>
                  <a:fillRect/>
                </a:stretch>
              </p:blipFill>
              <p:spPr>
                <a:xfrm>
                  <a:off x="2561733" y="1244361"/>
                  <a:ext cx="1590120" cy="9460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4" name="Ink 23">
                  <a:extLst>
                    <a:ext uri="{FF2B5EF4-FFF2-40B4-BE49-F238E27FC236}">
                      <a16:creationId xmlns:a16="http://schemas.microsoft.com/office/drawing/2014/main" id="{C2E3DF19-BDAA-BF22-AAE2-B356D7860B66}"/>
                    </a:ext>
                  </a:extLst>
                </p14:cNvPr>
                <p14:cNvContentPartPr/>
                <p14:nvPr/>
              </p14:nvContentPartPr>
              <p14:xfrm>
                <a:off x="3021093" y="1677801"/>
                <a:ext cx="200520" cy="236880"/>
              </p14:xfrm>
            </p:contentPart>
          </mc:Choice>
          <mc:Fallback>
            <p:pic>
              <p:nvPicPr>
                <p:cNvPr id="24" name="Ink 23">
                  <a:extLst>
                    <a:ext uri="{FF2B5EF4-FFF2-40B4-BE49-F238E27FC236}">
                      <a16:creationId xmlns:a16="http://schemas.microsoft.com/office/drawing/2014/main" id="{C2E3DF19-BDAA-BF22-AAE2-B356D7860B66}"/>
                    </a:ext>
                  </a:extLst>
                </p:cNvPr>
                <p:cNvPicPr/>
                <p:nvPr/>
              </p:nvPicPr>
              <p:blipFill>
                <a:blip r:embed="rId25"/>
                <a:stretch>
                  <a:fillRect/>
                </a:stretch>
              </p:blipFill>
              <p:spPr>
                <a:xfrm>
                  <a:off x="3012093" y="1669161"/>
                  <a:ext cx="21816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5" name="Ink 24">
                  <a:extLst>
                    <a:ext uri="{FF2B5EF4-FFF2-40B4-BE49-F238E27FC236}">
                      <a16:creationId xmlns:a16="http://schemas.microsoft.com/office/drawing/2014/main" id="{C1F2BE98-96FC-C149-0EE3-592B43787DAD}"/>
                    </a:ext>
                  </a:extLst>
                </p14:cNvPr>
                <p14:cNvContentPartPr/>
                <p14:nvPr/>
              </p14:nvContentPartPr>
              <p14:xfrm>
                <a:off x="3324213" y="1678161"/>
                <a:ext cx="151920" cy="219240"/>
              </p14:xfrm>
            </p:contentPart>
          </mc:Choice>
          <mc:Fallback>
            <p:pic>
              <p:nvPicPr>
                <p:cNvPr id="25" name="Ink 24">
                  <a:extLst>
                    <a:ext uri="{FF2B5EF4-FFF2-40B4-BE49-F238E27FC236}">
                      <a16:creationId xmlns:a16="http://schemas.microsoft.com/office/drawing/2014/main" id="{C1F2BE98-96FC-C149-0EE3-592B43787DAD}"/>
                    </a:ext>
                  </a:extLst>
                </p:cNvPr>
                <p:cNvPicPr/>
                <p:nvPr/>
              </p:nvPicPr>
              <p:blipFill>
                <a:blip r:embed="rId27"/>
                <a:stretch>
                  <a:fillRect/>
                </a:stretch>
              </p:blipFill>
              <p:spPr>
                <a:xfrm>
                  <a:off x="3315213" y="1669521"/>
                  <a:ext cx="16956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7" name="Ink 26">
                  <a:extLst>
                    <a:ext uri="{FF2B5EF4-FFF2-40B4-BE49-F238E27FC236}">
                      <a16:creationId xmlns:a16="http://schemas.microsoft.com/office/drawing/2014/main" id="{0CD792A5-6E49-6871-8C6D-64D2882BD6B9}"/>
                    </a:ext>
                  </a:extLst>
                </p14:cNvPr>
                <p14:cNvContentPartPr/>
                <p14:nvPr/>
              </p14:nvContentPartPr>
              <p14:xfrm>
                <a:off x="5110173" y="1226361"/>
                <a:ext cx="1441800" cy="885600"/>
              </p14:xfrm>
            </p:contentPart>
          </mc:Choice>
          <mc:Fallback>
            <p:pic>
              <p:nvPicPr>
                <p:cNvPr id="27" name="Ink 26">
                  <a:extLst>
                    <a:ext uri="{FF2B5EF4-FFF2-40B4-BE49-F238E27FC236}">
                      <a16:creationId xmlns:a16="http://schemas.microsoft.com/office/drawing/2014/main" id="{0CD792A5-6E49-6871-8C6D-64D2882BD6B9}"/>
                    </a:ext>
                  </a:extLst>
                </p:cNvPr>
                <p:cNvPicPr/>
                <p:nvPr/>
              </p:nvPicPr>
              <p:blipFill>
                <a:blip r:embed="rId29"/>
                <a:stretch>
                  <a:fillRect/>
                </a:stretch>
              </p:blipFill>
              <p:spPr>
                <a:xfrm>
                  <a:off x="5101173" y="1217361"/>
                  <a:ext cx="1459440" cy="903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9" name="Ink 28">
                  <a:extLst>
                    <a:ext uri="{FF2B5EF4-FFF2-40B4-BE49-F238E27FC236}">
                      <a16:creationId xmlns:a16="http://schemas.microsoft.com/office/drawing/2014/main" id="{B56FCE85-8FF5-3D0B-1511-D8AC169421D9}"/>
                    </a:ext>
                  </a:extLst>
                </p14:cNvPr>
                <p14:cNvContentPartPr/>
                <p14:nvPr/>
              </p14:nvContentPartPr>
              <p14:xfrm>
                <a:off x="5572773" y="1668801"/>
                <a:ext cx="46080" cy="136080"/>
              </p14:xfrm>
            </p:contentPart>
          </mc:Choice>
          <mc:Fallback>
            <p:pic>
              <p:nvPicPr>
                <p:cNvPr id="29" name="Ink 28">
                  <a:extLst>
                    <a:ext uri="{FF2B5EF4-FFF2-40B4-BE49-F238E27FC236}">
                      <a16:creationId xmlns:a16="http://schemas.microsoft.com/office/drawing/2014/main" id="{B56FCE85-8FF5-3D0B-1511-D8AC169421D9}"/>
                    </a:ext>
                  </a:extLst>
                </p:cNvPr>
                <p:cNvPicPr/>
                <p:nvPr/>
              </p:nvPicPr>
              <p:blipFill>
                <a:blip r:embed="rId31"/>
                <a:stretch>
                  <a:fillRect/>
                </a:stretch>
              </p:blipFill>
              <p:spPr>
                <a:xfrm>
                  <a:off x="5564133" y="1660161"/>
                  <a:ext cx="637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0" name="Ink 29">
                  <a:extLst>
                    <a:ext uri="{FF2B5EF4-FFF2-40B4-BE49-F238E27FC236}">
                      <a16:creationId xmlns:a16="http://schemas.microsoft.com/office/drawing/2014/main" id="{6E8EA0E3-A5B8-E762-7694-F4C5300E79AC}"/>
                    </a:ext>
                  </a:extLst>
                </p14:cNvPr>
                <p14:cNvContentPartPr/>
                <p14:nvPr/>
              </p14:nvContentPartPr>
              <p14:xfrm>
                <a:off x="5688693" y="1631001"/>
                <a:ext cx="182520" cy="149400"/>
              </p14:xfrm>
            </p:contentPart>
          </mc:Choice>
          <mc:Fallback>
            <p:pic>
              <p:nvPicPr>
                <p:cNvPr id="30" name="Ink 29">
                  <a:extLst>
                    <a:ext uri="{FF2B5EF4-FFF2-40B4-BE49-F238E27FC236}">
                      <a16:creationId xmlns:a16="http://schemas.microsoft.com/office/drawing/2014/main" id="{6E8EA0E3-A5B8-E762-7694-F4C5300E79AC}"/>
                    </a:ext>
                  </a:extLst>
                </p:cNvPr>
                <p:cNvPicPr/>
                <p:nvPr/>
              </p:nvPicPr>
              <p:blipFill>
                <a:blip r:embed="rId33"/>
                <a:stretch>
                  <a:fillRect/>
                </a:stretch>
              </p:blipFill>
              <p:spPr>
                <a:xfrm>
                  <a:off x="5680053" y="1622001"/>
                  <a:ext cx="2001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 name="Ink 2">
                  <a:extLst>
                    <a:ext uri="{FF2B5EF4-FFF2-40B4-BE49-F238E27FC236}">
                      <a16:creationId xmlns:a16="http://schemas.microsoft.com/office/drawing/2014/main" id="{C49B57B7-6251-A24C-C103-9173A8833F8D}"/>
                    </a:ext>
                  </a:extLst>
                </p14:cNvPr>
                <p14:cNvContentPartPr/>
                <p14:nvPr/>
              </p14:nvContentPartPr>
              <p14:xfrm>
                <a:off x="5497893" y="4279161"/>
                <a:ext cx="84960" cy="695160"/>
              </p14:xfrm>
            </p:contentPart>
          </mc:Choice>
          <mc:Fallback>
            <p:pic>
              <p:nvPicPr>
                <p:cNvPr id="3" name="Ink 2">
                  <a:extLst>
                    <a:ext uri="{FF2B5EF4-FFF2-40B4-BE49-F238E27FC236}">
                      <a16:creationId xmlns:a16="http://schemas.microsoft.com/office/drawing/2014/main" id="{C49B57B7-6251-A24C-C103-9173A8833F8D}"/>
                    </a:ext>
                  </a:extLst>
                </p:cNvPr>
                <p:cNvPicPr/>
                <p:nvPr/>
              </p:nvPicPr>
              <p:blipFill>
                <a:blip r:embed="rId35"/>
                <a:stretch>
                  <a:fillRect/>
                </a:stretch>
              </p:blipFill>
              <p:spPr>
                <a:xfrm>
                  <a:off x="5488893" y="4270521"/>
                  <a:ext cx="102600" cy="712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 name="Ink 3">
                  <a:extLst>
                    <a:ext uri="{FF2B5EF4-FFF2-40B4-BE49-F238E27FC236}">
                      <a16:creationId xmlns:a16="http://schemas.microsoft.com/office/drawing/2014/main" id="{14A45615-526D-304D-0BDE-A690DC7DAA56}"/>
                    </a:ext>
                  </a:extLst>
                </p14:cNvPr>
                <p14:cNvContentPartPr/>
                <p14:nvPr/>
              </p14:nvContentPartPr>
              <p14:xfrm>
                <a:off x="4478013" y="4943721"/>
                <a:ext cx="2387160" cy="271800"/>
              </p14:xfrm>
            </p:contentPart>
          </mc:Choice>
          <mc:Fallback>
            <p:pic>
              <p:nvPicPr>
                <p:cNvPr id="4" name="Ink 3">
                  <a:extLst>
                    <a:ext uri="{FF2B5EF4-FFF2-40B4-BE49-F238E27FC236}">
                      <a16:creationId xmlns:a16="http://schemas.microsoft.com/office/drawing/2014/main" id="{14A45615-526D-304D-0BDE-A690DC7DAA56}"/>
                    </a:ext>
                  </a:extLst>
                </p:cNvPr>
                <p:cNvPicPr/>
                <p:nvPr/>
              </p:nvPicPr>
              <p:blipFill>
                <a:blip r:embed="rId37"/>
                <a:stretch>
                  <a:fillRect/>
                </a:stretch>
              </p:blipFill>
              <p:spPr>
                <a:xfrm>
                  <a:off x="4469013" y="4935081"/>
                  <a:ext cx="240480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 name="Ink 4">
                  <a:extLst>
                    <a:ext uri="{FF2B5EF4-FFF2-40B4-BE49-F238E27FC236}">
                      <a16:creationId xmlns:a16="http://schemas.microsoft.com/office/drawing/2014/main" id="{5A14E4C7-330A-F806-5657-F5E7188E9B82}"/>
                    </a:ext>
                  </a:extLst>
                </p14:cNvPr>
                <p14:cNvContentPartPr/>
                <p14:nvPr/>
              </p14:nvContentPartPr>
              <p14:xfrm>
                <a:off x="4384053" y="5173761"/>
                <a:ext cx="2582280" cy="892440"/>
              </p14:xfrm>
            </p:contentPart>
          </mc:Choice>
          <mc:Fallback>
            <p:pic>
              <p:nvPicPr>
                <p:cNvPr id="5" name="Ink 4">
                  <a:extLst>
                    <a:ext uri="{FF2B5EF4-FFF2-40B4-BE49-F238E27FC236}">
                      <a16:creationId xmlns:a16="http://schemas.microsoft.com/office/drawing/2014/main" id="{5A14E4C7-330A-F806-5657-F5E7188E9B82}"/>
                    </a:ext>
                  </a:extLst>
                </p:cNvPr>
                <p:cNvPicPr/>
                <p:nvPr/>
              </p:nvPicPr>
              <p:blipFill>
                <a:blip r:embed="rId39"/>
                <a:stretch>
                  <a:fillRect/>
                </a:stretch>
              </p:blipFill>
              <p:spPr>
                <a:xfrm>
                  <a:off x="4375053" y="5164761"/>
                  <a:ext cx="2599920" cy="910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 name="Ink 5">
                  <a:extLst>
                    <a:ext uri="{FF2B5EF4-FFF2-40B4-BE49-F238E27FC236}">
                      <a16:creationId xmlns:a16="http://schemas.microsoft.com/office/drawing/2014/main" id="{DC8A392B-CED5-CDE7-5BFE-5F39C5A1BA82}"/>
                    </a:ext>
                  </a:extLst>
                </p14:cNvPr>
                <p14:cNvContentPartPr/>
                <p14:nvPr/>
              </p14:nvContentPartPr>
              <p14:xfrm>
                <a:off x="6631173" y="5168721"/>
                <a:ext cx="82080" cy="704520"/>
              </p14:xfrm>
            </p:contentPart>
          </mc:Choice>
          <mc:Fallback>
            <p:pic>
              <p:nvPicPr>
                <p:cNvPr id="6" name="Ink 5">
                  <a:extLst>
                    <a:ext uri="{FF2B5EF4-FFF2-40B4-BE49-F238E27FC236}">
                      <a16:creationId xmlns:a16="http://schemas.microsoft.com/office/drawing/2014/main" id="{DC8A392B-CED5-CDE7-5BFE-5F39C5A1BA82}"/>
                    </a:ext>
                  </a:extLst>
                </p:cNvPr>
                <p:cNvPicPr/>
                <p:nvPr/>
              </p:nvPicPr>
              <p:blipFill>
                <a:blip r:embed="rId41"/>
                <a:stretch>
                  <a:fillRect/>
                </a:stretch>
              </p:blipFill>
              <p:spPr>
                <a:xfrm>
                  <a:off x="6622533" y="5159721"/>
                  <a:ext cx="99720" cy="722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7" name="Ink 6">
                  <a:extLst>
                    <a:ext uri="{FF2B5EF4-FFF2-40B4-BE49-F238E27FC236}">
                      <a16:creationId xmlns:a16="http://schemas.microsoft.com/office/drawing/2014/main" id="{2CD05AD2-526B-5A08-57E1-AEB4C62575E2}"/>
                    </a:ext>
                  </a:extLst>
                </p14:cNvPr>
                <p14:cNvContentPartPr/>
                <p14:nvPr/>
              </p14:nvContentPartPr>
              <p14:xfrm>
                <a:off x="7120413" y="5504241"/>
                <a:ext cx="171720" cy="267120"/>
              </p14:xfrm>
            </p:contentPart>
          </mc:Choice>
          <mc:Fallback>
            <p:pic>
              <p:nvPicPr>
                <p:cNvPr id="7" name="Ink 6">
                  <a:extLst>
                    <a:ext uri="{FF2B5EF4-FFF2-40B4-BE49-F238E27FC236}">
                      <a16:creationId xmlns:a16="http://schemas.microsoft.com/office/drawing/2014/main" id="{2CD05AD2-526B-5A08-57E1-AEB4C62575E2}"/>
                    </a:ext>
                  </a:extLst>
                </p:cNvPr>
                <p:cNvPicPr/>
                <p:nvPr/>
              </p:nvPicPr>
              <p:blipFill>
                <a:blip r:embed="rId43"/>
                <a:stretch>
                  <a:fillRect/>
                </a:stretch>
              </p:blipFill>
              <p:spPr>
                <a:xfrm>
                  <a:off x="7111773" y="5495241"/>
                  <a:ext cx="18936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8" name="Ink 7">
                  <a:extLst>
                    <a:ext uri="{FF2B5EF4-FFF2-40B4-BE49-F238E27FC236}">
                      <a16:creationId xmlns:a16="http://schemas.microsoft.com/office/drawing/2014/main" id="{89F3A1AB-3959-3094-A2BA-FDB3AB690081}"/>
                    </a:ext>
                  </a:extLst>
                </p14:cNvPr>
                <p14:cNvContentPartPr/>
                <p14:nvPr/>
              </p14:nvContentPartPr>
              <p14:xfrm>
                <a:off x="7356213" y="5540241"/>
                <a:ext cx="212400" cy="194040"/>
              </p14:xfrm>
            </p:contentPart>
          </mc:Choice>
          <mc:Fallback>
            <p:pic>
              <p:nvPicPr>
                <p:cNvPr id="8" name="Ink 7">
                  <a:extLst>
                    <a:ext uri="{FF2B5EF4-FFF2-40B4-BE49-F238E27FC236}">
                      <a16:creationId xmlns:a16="http://schemas.microsoft.com/office/drawing/2014/main" id="{89F3A1AB-3959-3094-A2BA-FDB3AB690081}"/>
                    </a:ext>
                  </a:extLst>
                </p:cNvPr>
                <p:cNvPicPr/>
                <p:nvPr/>
              </p:nvPicPr>
              <p:blipFill>
                <a:blip r:embed="rId45"/>
                <a:stretch>
                  <a:fillRect/>
                </a:stretch>
              </p:blipFill>
              <p:spPr>
                <a:xfrm>
                  <a:off x="7347573" y="5531601"/>
                  <a:ext cx="23004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9" name="Ink 8">
                  <a:extLst>
                    <a:ext uri="{FF2B5EF4-FFF2-40B4-BE49-F238E27FC236}">
                      <a16:creationId xmlns:a16="http://schemas.microsoft.com/office/drawing/2014/main" id="{93DCCA5F-4649-99D6-854B-CD69E4F9570C}"/>
                    </a:ext>
                  </a:extLst>
                </p14:cNvPr>
                <p14:cNvContentPartPr/>
                <p14:nvPr/>
              </p14:nvContentPartPr>
              <p14:xfrm>
                <a:off x="7633413" y="5555721"/>
                <a:ext cx="107640" cy="308880"/>
              </p14:xfrm>
            </p:contentPart>
          </mc:Choice>
          <mc:Fallback>
            <p:pic>
              <p:nvPicPr>
                <p:cNvPr id="9" name="Ink 8">
                  <a:extLst>
                    <a:ext uri="{FF2B5EF4-FFF2-40B4-BE49-F238E27FC236}">
                      <a16:creationId xmlns:a16="http://schemas.microsoft.com/office/drawing/2014/main" id="{93DCCA5F-4649-99D6-854B-CD69E4F9570C}"/>
                    </a:ext>
                  </a:extLst>
                </p:cNvPr>
                <p:cNvPicPr/>
                <p:nvPr/>
              </p:nvPicPr>
              <p:blipFill>
                <a:blip r:embed="rId47"/>
                <a:stretch>
                  <a:fillRect/>
                </a:stretch>
              </p:blipFill>
              <p:spPr>
                <a:xfrm>
                  <a:off x="7624773" y="5547081"/>
                  <a:ext cx="12528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6" name="Ink 35">
                  <a:extLst>
                    <a:ext uri="{FF2B5EF4-FFF2-40B4-BE49-F238E27FC236}">
                      <a16:creationId xmlns:a16="http://schemas.microsoft.com/office/drawing/2014/main" id="{8E6C064D-1A27-5FB5-9F87-CCAACDABBFAF}"/>
                    </a:ext>
                  </a:extLst>
                </p14:cNvPr>
                <p14:cNvContentPartPr/>
                <p14:nvPr/>
              </p14:nvContentPartPr>
              <p14:xfrm>
                <a:off x="6996573" y="5294721"/>
                <a:ext cx="1013760" cy="666720"/>
              </p14:xfrm>
            </p:contentPart>
          </mc:Choice>
          <mc:Fallback>
            <p:pic>
              <p:nvPicPr>
                <p:cNvPr id="36" name="Ink 35">
                  <a:extLst>
                    <a:ext uri="{FF2B5EF4-FFF2-40B4-BE49-F238E27FC236}">
                      <a16:creationId xmlns:a16="http://schemas.microsoft.com/office/drawing/2014/main" id="{8E6C064D-1A27-5FB5-9F87-CCAACDABBFAF}"/>
                    </a:ext>
                  </a:extLst>
                </p:cNvPr>
                <p:cNvPicPr/>
                <p:nvPr/>
              </p:nvPicPr>
              <p:blipFill>
                <a:blip r:embed="rId49"/>
                <a:stretch>
                  <a:fillRect/>
                </a:stretch>
              </p:blipFill>
              <p:spPr>
                <a:xfrm>
                  <a:off x="6987573" y="5286081"/>
                  <a:ext cx="1031400" cy="684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7" name="Ink 36">
                  <a:extLst>
                    <a:ext uri="{FF2B5EF4-FFF2-40B4-BE49-F238E27FC236}">
                      <a16:creationId xmlns:a16="http://schemas.microsoft.com/office/drawing/2014/main" id="{B0BD6727-6B6D-A5B8-3BB2-D384881ACD9B}"/>
                    </a:ext>
                  </a:extLst>
                </p14:cNvPr>
                <p14:cNvContentPartPr/>
                <p14:nvPr/>
              </p14:nvContentPartPr>
              <p14:xfrm>
                <a:off x="8717733" y="5752281"/>
                <a:ext cx="146160" cy="199440"/>
              </p14:xfrm>
            </p:contentPart>
          </mc:Choice>
          <mc:Fallback>
            <p:pic>
              <p:nvPicPr>
                <p:cNvPr id="37" name="Ink 36">
                  <a:extLst>
                    <a:ext uri="{FF2B5EF4-FFF2-40B4-BE49-F238E27FC236}">
                      <a16:creationId xmlns:a16="http://schemas.microsoft.com/office/drawing/2014/main" id="{B0BD6727-6B6D-A5B8-3BB2-D384881ACD9B}"/>
                    </a:ext>
                  </a:extLst>
                </p:cNvPr>
                <p:cNvPicPr/>
                <p:nvPr/>
              </p:nvPicPr>
              <p:blipFill>
                <a:blip r:embed="rId51"/>
                <a:stretch>
                  <a:fillRect/>
                </a:stretch>
              </p:blipFill>
              <p:spPr>
                <a:xfrm>
                  <a:off x="8709093" y="5743281"/>
                  <a:ext cx="16380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8" name="Ink 37">
                  <a:extLst>
                    <a:ext uri="{FF2B5EF4-FFF2-40B4-BE49-F238E27FC236}">
                      <a16:creationId xmlns:a16="http://schemas.microsoft.com/office/drawing/2014/main" id="{F5AFBF0D-84EE-9508-D1BC-FFD1D77239FA}"/>
                    </a:ext>
                  </a:extLst>
                </p14:cNvPr>
                <p14:cNvContentPartPr/>
                <p14:nvPr/>
              </p14:nvContentPartPr>
              <p14:xfrm>
                <a:off x="9036333" y="5684241"/>
                <a:ext cx="51120" cy="207000"/>
              </p14:xfrm>
            </p:contentPart>
          </mc:Choice>
          <mc:Fallback>
            <p:pic>
              <p:nvPicPr>
                <p:cNvPr id="38" name="Ink 37">
                  <a:extLst>
                    <a:ext uri="{FF2B5EF4-FFF2-40B4-BE49-F238E27FC236}">
                      <a16:creationId xmlns:a16="http://schemas.microsoft.com/office/drawing/2014/main" id="{F5AFBF0D-84EE-9508-D1BC-FFD1D77239FA}"/>
                    </a:ext>
                  </a:extLst>
                </p:cNvPr>
                <p:cNvPicPr/>
                <p:nvPr/>
              </p:nvPicPr>
              <p:blipFill>
                <a:blip r:embed="rId53"/>
                <a:stretch>
                  <a:fillRect/>
                </a:stretch>
              </p:blipFill>
              <p:spPr>
                <a:xfrm>
                  <a:off x="9027693" y="5675241"/>
                  <a:ext cx="6876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9" name="Ink 38">
                  <a:extLst>
                    <a:ext uri="{FF2B5EF4-FFF2-40B4-BE49-F238E27FC236}">
                      <a16:creationId xmlns:a16="http://schemas.microsoft.com/office/drawing/2014/main" id="{131B3512-CFF4-40A4-0A10-C50A3415C374}"/>
                    </a:ext>
                  </a:extLst>
                </p14:cNvPr>
                <p14:cNvContentPartPr/>
                <p14:nvPr/>
              </p14:nvContentPartPr>
              <p14:xfrm>
                <a:off x="9056853" y="5761641"/>
                <a:ext cx="472680" cy="313560"/>
              </p14:xfrm>
            </p:contentPart>
          </mc:Choice>
          <mc:Fallback>
            <p:pic>
              <p:nvPicPr>
                <p:cNvPr id="39" name="Ink 38">
                  <a:extLst>
                    <a:ext uri="{FF2B5EF4-FFF2-40B4-BE49-F238E27FC236}">
                      <a16:creationId xmlns:a16="http://schemas.microsoft.com/office/drawing/2014/main" id="{131B3512-CFF4-40A4-0A10-C50A3415C374}"/>
                    </a:ext>
                  </a:extLst>
                </p:cNvPr>
                <p:cNvPicPr/>
                <p:nvPr/>
              </p:nvPicPr>
              <p:blipFill>
                <a:blip r:embed="rId55"/>
                <a:stretch>
                  <a:fillRect/>
                </a:stretch>
              </p:blipFill>
              <p:spPr>
                <a:xfrm>
                  <a:off x="9048213" y="5752641"/>
                  <a:ext cx="49032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0" name="Ink 39">
                  <a:extLst>
                    <a:ext uri="{FF2B5EF4-FFF2-40B4-BE49-F238E27FC236}">
                      <a16:creationId xmlns:a16="http://schemas.microsoft.com/office/drawing/2014/main" id="{4C3BCABD-18D5-91D7-DF62-27BF82884A42}"/>
                    </a:ext>
                  </a:extLst>
                </p14:cNvPr>
                <p14:cNvContentPartPr/>
                <p14:nvPr/>
              </p14:nvContentPartPr>
              <p14:xfrm>
                <a:off x="9703413" y="5790081"/>
                <a:ext cx="30600" cy="20520"/>
              </p14:xfrm>
            </p:contentPart>
          </mc:Choice>
          <mc:Fallback>
            <p:pic>
              <p:nvPicPr>
                <p:cNvPr id="40" name="Ink 39">
                  <a:extLst>
                    <a:ext uri="{FF2B5EF4-FFF2-40B4-BE49-F238E27FC236}">
                      <a16:creationId xmlns:a16="http://schemas.microsoft.com/office/drawing/2014/main" id="{4C3BCABD-18D5-91D7-DF62-27BF82884A42}"/>
                    </a:ext>
                  </a:extLst>
                </p:cNvPr>
                <p:cNvPicPr/>
                <p:nvPr/>
              </p:nvPicPr>
              <p:blipFill>
                <a:blip r:embed="rId57"/>
                <a:stretch>
                  <a:fillRect/>
                </a:stretch>
              </p:blipFill>
              <p:spPr>
                <a:xfrm>
                  <a:off x="9694413" y="5781081"/>
                  <a:ext cx="4824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1" name="Ink 40">
                  <a:extLst>
                    <a:ext uri="{FF2B5EF4-FFF2-40B4-BE49-F238E27FC236}">
                      <a16:creationId xmlns:a16="http://schemas.microsoft.com/office/drawing/2014/main" id="{0B736C1F-D26F-BD4E-E41C-B85FA09711E4}"/>
                    </a:ext>
                  </a:extLst>
                </p14:cNvPr>
                <p14:cNvContentPartPr/>
                <p14:nvPr/>
              </p14:nvContentPartPr>
              <p14:xfrm>
                <a:off x="9700893" y="5856321"/>
                <a:ext cx="14400" cy="10800"/>
              </p14:xfrm>
            </p:contentPart>
          </mc:Choice>
          <mc:Fallback>
            <p:pic>
              <p:nvPicPr>
                <p:cNvPr id="41" name="Ink 40">
                  <a:extLst>
                    <a:ext uri="{FF2B5EF4-FFF2-40B4-BE49-F238E27FC236}">
                      <a16:creationId xmlns:a16="http://schemas.microsoft.com/office/drawing/2014/main" id="{0B736C1F-D26F-BD4E-E41C-B85FA09711E4}"/>
                    </a:ext>
                  </a:extLst>
                </p:cNvPr>
                <p:cNvPicPr/>
                <p:nvPr/>
              </p:nvPicPr>
              <p:blipFill>
                <a:blip r:embed="rId59"/>
                <a:stretch>
                  <a:fillRect/>
                </a:stretch>
              </p:blipFill>
              <p:spPr>
                <a:xfrm>
                  <a:off x="9692253" y="5847681"/>
                  <a:ext cx="320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Ink 41">
                  <a:extLst>
                    <a:ext uri="{FF2B5EF4-FFF2-40B4-BE49-F238E27FC236}">
                      <a16:creationId xmlns:a16="http://schemas.microsoft.com/office/drawing/2014/main" id="{610B6996-8F3B-7BEE-4F36-7A61BA8518F3}"/>
                    </a:ext>
                  </a:extLst>
                </p14:cNvPr>
                <p14:cNvContentPartPr/>
                <p14:nvPr/>
              </p14:nvContentPartPr>
              <p14:xfrm>
                <a:off x="9993573" y="5734641"/>
                <a:ext cx="122040" cy="134280"/>
              </p14:xfrm>
            </p:contentPart>
          </mc:Choice>
          <mc:Fallback>
            <p:pic>
              <p:nvPicPr>
                <p:cNvPr id="42" name="Ink 41">
                  <a:extLst>
                    <a:ext uri="{FF2B5EF4-FFF2-40B4-BE49-F238E27FC236}">
                      <a16:creationId xmlns:a16="http://schemas.microsoft.com/office/drawing/2014/main" id="{610B6996-8F3B-7BEE-4F36-7A61BA8518F3}"/>
                    </a:ext>
                  </a:extLst>
                </p:cNvPr>
                <p:cNvPicPr/>
                <p:nvPr/>
              </p:nvPicPr>
              <p:blipFill>
                <a:blip r:embed="rId61"/>
                <a:stretch>
                  <a:fillRect/>
                </a:stretch>
              </p:blipFill>
              <p:spPr>
                <a:xfrm>
                  <a:off x="9984573" y="5726001"/>
                  <a:ext cx="1396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3" name="Ink 42">
                  <a:extLst>
                    <a:ext uri="{FF2B5EF4-FFF2-40B4-BE49-F238E27FC236}">
                      <a16:creationId xmlns:a16="http://schemas.microsoft.com/office/drawing/2014/main" id="{1111C568-8FC5-4EC4-0F28-9CB1BFA729BA}"/>
                    </a:ext>
                  </a:extLst>
                </p14:cNvPr>
                <p14:cNvContentPartPr/>
                <p14:nvPr/>
              </p14:nvContentPartPr>
              <p14:xfrm>
                <a:off x="10214973" y="5694681"/>
                <a:ext cx="178560" cy="180000"/>
              </p14:xfrm>
            </p:contentPart>
          </mc:Choice>
          <mc:Fallback>
            <p:pic>
              <p:nvPicPr>
                <p:cNvPr id="43" name="Ink 42">
                  <a:extLst>
                    <a:ext uri="{FF2B5EF4-FFF2-40B4-BE49-F238E27FC236}">
                      <a16:creationId xmlns:a16="http://schemas.microsoft.com/office/drawing/2014/main" id="{1111C568-8FC5-4EC4-0F28-9CB1BFA729BA}"/>
                    </a:ext>
                  </a:extLst>
                </p:cNvPr>
                <p:cNvPicPr/>
                <p:nvPr/>
              </p:nvPicPr>
              <p:blipFill>
                <a:blip r:embed="rId63"/>
                <a:stretch>
                  <a:fillRect/>
                </a:stretch>
              </p:blipFill>
              <p:spPr>
                <a:xfrm>
                  <a:off x="10206333" y="5685681"/>
                  <a:ext cx="19620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7" name="Ink 46">
                  <a:extLst>
                    <a:ext uri="{FF2B5EF4-FFF2-40B4-BE49-F238E27FC236}">
                      <a16:creationId xmlns:a16="http://schemas.microsoft.com/office/drawing/2014/main" id="{AAE1ADAA-B127-1848-5663-DC3B3AFFEBAC}"/>
                    </a:ext>
                  </a:extLst>
                </p14:cNvPr>
                <p14:cNvContentPartPr/>
                <p14:nvPr/>
              </p14:nvContentPartPr>
              <p14:xfrm>
                <a:off x="8217693" y="5526201"/>
                <a:ext cx="176040" cy="74520"/>
              </p14:xfrm>
            </p:contentPart>
          </mc:Choice>
          <mc:Fallback>
            <p:pic>
              <p:nvPicPr>
                <p:cNvPr id="47" name="Ink 46">
                  <a:extLst>
                    <a:ext uri="{FF2B5EF4-FFF2-40B4-BE49-F238E27FC236}">
                      <a16:creationId xmlns:a16="http://schemas.microsoft.com/office/drawing/2014/main" id="{AAE1ADAA-B127-1848-5663-DC3B3AFFEBAC}"/>
                    </a:ext>
                  </a:extLst>
                </p:cNvPr>
                <p:cNvPicPr/>
                <p:nvPr/>
              </p:nvPicPr>
              <p:blipFill>
                <a:blip r:embed="rId65"/>
                <a:stretch>
                  <a:fillRect/>
                </a:stretch>
              </p:blipFill>
              <p:spPr>
                <a:xfrm>
                  <a:off x="8209053" y="5517561"/>
                  <a:ext cx="19368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8" name="Ink 47">
                  <a:extLst>
                    <a:ext uri="{FF2B5EF4-FFF2-40B4-BE49-F238E27FC236}">
                      <a16:creationId xmlns:a16="http://schemas.microsoft.com/office/drawing/2014/main" id="{C29FF646-4BF6-1BAB-4EE0-086450CD3C04}"/>
                    </a:ext>
                  </a:extLst>
                </p14:cNvPr>
                <p14:cNvContentPartPr/>
                <p14:nvPr/>
              </p14:nvContentPartPr>
              <p14:xfrm>
                <a:off x="8242173" y="5749041"/>
                <a:ext cx="122760" cy="72360"/>
              </p14:xfrm>
            </p:contentPart>
          </mc:Choice>
          <mc:Fallback>
            <p:pic>
              <p:nvPicPr>
                <p:cNvPr id="48" name="Ink 47">
                  <a:extLst>
                    <a:ext uri="{FF2B5EF4-FFF2-40B4-BE49-F238E27FC236}">
                      <a16:creationId xmlns:a16="http://schemas.microsoft.com/office/drawing/2014/main" id="{C29FF646-4BF6-1BAB-4EE0-086450CD3C04}"/>
                    </a:ext>
                  </a:extLst>
                </p:cNvPr>
                <p:cNvPicPr/>
                <p:nvPr/>
              </p:nvPicPr>
              <p:blipFill>
                <a:blip r:embed="rId67"/>
                <a:stretch>
                  <a:fillRect/>
                </a:stretch>
              </p:blipFill>
              <p:spPr>
                <a:xfrm>
                  <a:off x="8233173" y="5740401"/>
                  <a:ext cx="14040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9" name="Ink 48">
                  <a:extLst>
                    <a:ext uri="{FF2B5EF4-FFF2-40B4-BE49-F238E27FC236}">
                      <a16:creationId xmlns:a16="http://schemas.microsoft.com/office/drawing/2014/main" id="{8517B346-C699-325E-136F-9938AA348A39}"/>
                    </a:ext>
                  </a:extLst>
                </p14:cNvPr>
                <p14:cNvContentPartPr/>
                <p14:nvPr/>
              </p14:nvContentPartPr>
              <p14:xfrm>
                <a:off x="8246493" y="5938761"/>
                <a:ext cx="171360" cy="137520"/>
              </p14:xfrm>
            </p:contentPart>
          </mc:Choice>
          <mc:Fallback>
            <p:pic>
              <p:nvPicPr>
                <p:cNvPr id="49" name="Ink 48">
                  <a:extLst>
                    <a:ext uri="{FF2B5EF4-FFF2-40B4-BE49-F238E27FC236}">
                      <a16:creationId xmlns:a16="http://schemas.microsoft.com/office/drawing/2014/main" id="{8517B346-C699-325E-136F-9938AA348A39}"/>
                    </a:ext>
                  </a:extLst>
                </p:cNvPr>
                <p:cNvPicPr/>
                <p:nvPr/>
              </p:nvPicPr>
              <p:blipFill>
                <a:blip r:embed="rId69"/>
                <a:stretch>
                  <a:fillRect/>
                </a:stretch>
              </p:blipFill>
              <p:spPr>
                <a:xfrm>
                  <a:off x="8237853" y="5930121"/>
                  <a:ext cx="18900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1" name="Ink 30">
                  <a:extLst>
                    <a:ext uri="{FF2B5EF4-FFF2-40B4-BE49-F238E27FC236}">
                      <a16:creationId xmlns:a16="http://schemas.microsoft.com/office/drawing/2014/main" id="{99261DF5-C94A-2D10-641C-A60D760D2E8A}"/>
                    </a:ext>
                  </a:extLst>
                </p14:cNvPr>
                <p14:cNvContentPartPr/>
                <p14:nvPr/>
              </p14:nvContentPartPr>
              <p14:xfrm>
                <a:off x="7598133" y="1178841"/>
                <a:ext cx="1701360" cy="1003680"/>
              </p14:xfrm>
            </p:contentPart>
          </mc:Choice>
          <mc:Fallback>
            <p:pic>
              <p:nvPicPr>
                <p:cNvPr id="31" name="Ink 30">
                  <a:extLst>
                    <a:ext uri="{FF2B5EF4-FFF2-40B4-BE49-F238E27FC236}">
                      <a16:creationId xmlns:a16="http://schemas.microsoft.com/office/drawing/2014/main" id="{99261DF5-C94A-2D10-641C-A60D760D2E8A}"/>
                    </a:ext>
                  </a:extLst>
                </p:cNvPr>
                <p:cNvPicPr/>
                <p:nvPr/>
              </p:nvPicPr>
              <p:blipFill>
                <a:blip r:embed="rId71"/>
                <a:stretch>
                  <a:fillRect/>
                </a:stretch>
              </p:blipFill>
              <p:spPr>
                <a:xfrm>
                  <a:off x="7589133" y="1169841"/>
                  <a:ext cx="1719000" cy="1021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32" name="Ink 31">
                  <a:extLst>
                    <a:ext uri="{FF2B5EF4-FFF2-40B4-BE49-F238E27FC236}">
                      <a16:creationId xmlns:a16="http://schemas.microsoft.com/office/drawing/2014/main" id="{DDC3DF74-F259-0800-D611-3A2AD1CDCAEF}"/>
                    </a:ext>
                  </a:extLst>
                </p14:cNvPr>
                <p14:cNvContentPartPr/>
                <p14:nvPr/>
              </p14:nvContentPartPr>
              <p14:xfrm>
                <a:off x="8181693" y="1581321"/>
                <a:ext cx="186840" cy="183240"/>
              </p14:xfrm>
            </p:contentPart>
          </mc:Choice>
          <mc:Fallback>
            <p:pic>
              <p:nvPicPr>
                <p:cNvPr id="32" name="Ink 31">
                  <a:extLst>
                    <a:ext uri="{FF2B5EF4-FFF2-40B4-BE49-F238E27FC236}">
                      <a16:creationId xmlns:a16="http://schemas.microsoft.com/office/drawing/2014/main" id="{DDC3DF74-F259-0800-D611-3A2AD1CDCAEF}"/>
                    </a:ext>
                  </a:extLst>
                </p:cNvPr>
                <p:cNvPicPr/>
                <p:nvPr/>
              </p:nvPicPr>
              <p:blipFill>
                <a:blip r:embed="rId73"/>
                <a:stretch>
                  <a:fillRect/>
                </a:stretch>
              </p:blipFill>
              <p:spPr>
                <a:xfrm>
                  <a:off x="8173053" y="1572321"/>
                  <a:ext cx="20448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33" name="Ink 32">
                  <a:extLst>
                    <a:ext uri="{FF2B5EF4-FFF2-40B4-BE49-F238E27FC236}">
                      <a16:creationId xmlns:a16="http://schemas.microsoft.com/office/drawing/2014/main" id="{F29F0448-0C80-8961-571D-1995C2DB1BCC}"/>
                    </a:ext>
                  </a:extLst>
                </p14:cNvPr>
                <p14:cNvContentPartPr/>
                <p14:nvPr/>
              </p14:nvContentPartPr>
              <p14:xfrm>
                <a:off x="8495613" y="1562961"/>
                <a:ext cx="97920" cy="179280"/>
              </p14:xfrm>
            </p:contentPart>
          </mc:Choice>
          <mc:Fallback>
            <p:pic>
              <p:nvPicPr>
                <p:cNvPr id="33" name="Ink 32">
                  <a:extLst>
                    <a:ext uri="{FF2B5EF4-FFF2-40B4-BE49-F238E27FC236}">
                      <a16:creationId xmlns:a16="http://schemas.microsoft.com/office/drawing/2014/main" id="{F29F0448-0C80-8961-571D-1995C2DB1BCC}"/>
                    </a:ext>
                  </a:extLst>
                </p:cNvPr>
                <p:cNvPicPr/>
                <p:nvPr/>
              </p:nvPicPr>
              <p:blipFill>
                <a:blip r:embed="rId75"/>
                <a:stretch>
                  <a:fillRect/>
                </a:stretch>
              </p:blipFill>
              <p:spPr>
                <a:xfrm>
                  <a:off x="8486973" y="1554321"/>
                  <a:ext cx="11556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2" name="Ink 51">
                  <a:extLst>
                    <a:ext uri="{FF2B5EF4-FFF2-40B4-BE49-F238E27FC236}">
                      <a16:creationId xmlns:a16="http://schemas.microsoft.com/office/drawing/2014/main" id="{709F3C44-7BCD-27BA-DABE-5959514FDF90}"/>
                    </a:ext>
                  </a:extLst>
                </p14:cNvPr>
                <p14:cNvContentPartPr/>
                <p14:nvPr/>
              </p14:nvContentPartPr>
              <p14:xfrm>
                <a:off x="8072973" y="1884081"/>
                <a:ext cx="577440" cy="37440"/>
              </p14:xfrm>
            </p:contentPart>
          </mc:Choice>
          <mc:Fallback>
            <p:pic>
              <p:nvPicPr>
                <p:cNvPr id="52" name="Ink 51">
                  <a:extLst>
                    <a:ext uri="{FF2B5EF4-FFF2-40B4-BE49-F238E27FC236}">
                      <a16:creationId xmlns:a16="http://schemas.microsoft.com/office/drawing/2014/main" id="{709F3C44-7BCD-27BA-DABE-5959514FDF90}"/>
                    </a:ext>
                  </a:extLst>
                </p:cNvPr>
                <p:cNvPicPr/>
                <p:nvPr/>
              </p:nvPicPr>
              <p:blipFill>
                <a:blip r:embed="rId77"/>
                <a:stretch>
                  <a:fillRect/>
                </a:stretch>
              </p:blipFill>
              <p:spPr>
                <a:xfrm>
                  <a:off x="8064333" y="1875441"/>
                  <a:ext cx="59508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4" name="Ink 53">
                  <a:extLst>
                    <a:ext uri="{FF2B5EF4-FFF2-40B4-BE49-F238E27FC236}">
                      <a16:creationId xmlns:a16="http://schemas.microsoft.com/office/drawing/2014/main" id="{F37B408A-8792-1EDC-28A2-D9A3206B59E9}"/>
                    </a:ext>
                  </a:extLst>
                </p14:cNvPr>
                <p14:cNvContentPartPr/>
                <p14:nvPr/>
              </p14:nvContentPartPr>
              <p14:xfrm>
                <a:off x="9190053" y="2326161"/>
                <a:ext cx="173160" cy="135360"/>
              </p14:xfrm>
            </p:contentPart>
          </mc:Choice>
          <mc:Fallback>
            <p:pic>
              <p:nvPicPr>
                <p:cNvPr id="54" name="Ink 53">
                  <a:extLst>
                    <a:ext uri="{FF2B5EF4-FFF2-40B4-BE49-F238E27FC236}">
                      <a16:creationId xmlns:a16="http://schemas.microsoft.com/office/drawing/2014/main" id="{F37B408A-8792-1EDC-28A2-D9A3206B59E9}"/>
                    </a:ext>
                  </a:extLst>
                </p:cNvPr>
                <p:cNvPicPr/>
                <p:nvPr/>
              </p:nvPicPr>
              <p:blipFill>
                <a:blip r:embed="rId79"/>
                <a:stretch>
                  <a:fillRect/>
                </a:stretch>
              </p:blipFill>
              <p:spPr>
                <a:xfrm>
                  <a:off x="9181053" y="2317161"/>
                  <a:ext cx="19080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5" name="Ink 54">
                  <a:extLst>
                    <a:ext uri="{FF2B5EF4-FFF2-40B4-BE49-F238E27FC236}">
                      <a16:creationId xmlns:a16="http://schemas.microsoft.com/office/drawing/2014/main" id="{AA18B1E4-EEA8-6CF6-6E0E-A07781D011C1}"/>
                    </a:ext>
                  </a:extLst>
                </p14:cNvPr>
                <p14:cNvContentPartPr/>
                <p14:nvPr/>
              </p14:nvContentPartPr>
              <p14:xfrm>
                <a:off x="9429813" y="2312481"/>
                <a:ext cx="82800" cy="116280"/>
              </p14:xfrm>
            </p:contentPart>
          </mc:Choice>
          <mc:Fallback>
            <p:pic>
              <p:nvPicPr>
                <p:cNvPr id="55" name="Ink 54">
                  <a:extLst>
                    <a:ext uri="{FF2B5EF4-FFF2-40B4-BE49-F238E27FC236}">
                      <a16:creationId xmlns:a16="http://schemas.microsoft.com/office/drawing/2014/main" id="{AA18B1E4-EEA8-6CF6-6E0E-A07781D011C1}"/>
                    </a:ext>
                  </a:extLst>
                </p:cNvPr>
                <p:cNvPicPr/>
                <p:nvPr/>
              </p:nvPicPr>
              <p:blipFill>
                <a:blip r:embed="rId81"/>
                <a:stretch>
                  <a:fillRect/>
                </a:stretch>
              </p:blipFill>
              <p:spPr>
                <a:xfrm>
                  <a:off x="9420813" y="2303481"/>
                  <a:ext cx="1004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F17339C7-8A36-113B-0347-8D6137CE7647}"/>
                    </a:ext>
                  </a:extLst>
                </p14:cNvPr>
                <p14:cNvContentPartPr/>
                <p14:nvPr/>
              </p14:nvContentPartPr>
              <p14:xfrm>
                <a:off x="9542853" y="2279721"/>
                <a:ext cx="119880" cy="188640"/>
              </p14:xfrm>
            </p:contentPart>
          </mc:Choice>
          <mc:Fallback>
            <p:pic>
              <p:nvPicPr>
                <p:cNvPr id="56" name="Ink 55">
                  <a:extLst>
                    <a:ext uri="{FF2B5EF4-FFF2-40B4-BE49-F238E27FC236}">
                      <a16:creationId xmlns:a16="http://schemas.microsoft.com/office/drawing/2014/main" id="{F17339C7-8A36-113B-0347-8D6137CE7647}"/>
                    </a:ext>
                  </a:extLst>
                </p:cNvPr>
                <p:cNvPicPr/>
                <p:nvPr/>
              </p:nvPicPr>
              <p:blipFill>
                <a:blip r:embed="rId83"/>
                <a:stretch>
                  <a:fillRect/>
                </a:stretch>
              </p:blipFill>
              <p:spPr>
                <a:xfrm>
                  <a:off x="9534213" y="2270721"/>
                  <a:ext cx="13752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7" name="Ink 56">
                  <a:extLst>
                    <a:ext uri="{FF2B5EF4-FFF2-40B4-BE49-F238E27FC236}">
                      <a16:creationId xmlns:a16="http://schemas.microsoft.com/office/drawing/2014/main" id="{1267EA21-6AC0-6778-B548-B437A9B00B06}"/>
                    </a:ext>
                  </a:extLst>
                </p14:cNvPr>
                <p14:cNvContentPartPr/>
                <p14:nvPr/>
              </p14:nvContentPartPr>
              <p14:xfrm>
                <a:off x="9104373" y="2308881"/>
                <a:ext cx="93960" cy="211680"/>
              </p14:xfrm>
            </p:contentPart>
          </mc:Choice>
          <mc:Fallback>
            <p:pic>
              <p:nvPicPr>
                <p:cNvPr id="57" name="Ink 56">
                  <a:extLst>
                    <a:ext uri="{FF2B5EF4-FFF2-40B4-BE49-F238E27FC236}">
                      <a16:creationId xmlns:a16="http://schemas.microsoft.com/office/drawing/2014/main" id="{1267EA21-6AC0-6778-B548-B437A9B00B06}"/>
                    </a:ext>
                  </a:extLst>
                </p:cNvPr>
                <p:cNvPicPr/>
                <p:nvPr/>
              </p:nvPicPr>
              <p:blipFill>
                <a:blip r:embed="rId85"/>
                <a:stretch>
                  <a:fillRect/>
                </a:stretch>
              </p:blipFill>
              <p:spPr>
                <a:xfrm>
                  <a:off x="9095733" y="2300241"/>
                  <a:ext cx="11160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ABDF1706-F4E5-6621-FF97-14383DF68F0E}"/>
                    </a:ext>
                  </a:extLst>
                </p14:cNvPr>
                <p14:cNvContentPartPr/>
                <p14:nvPr/>
              </p14:nvContentPartPr>
              <p14:xfrm>
                <a:off x="9507933" y="4174401"/>
                <a:ext cx="275400" cy="548280"/>
              </p14:xfrm>
            </p:contentPart>
          </mc:Choice>
          <mc:Fallback>
            <p:pic>
              <p:nvPicPr>
                <p:cNvPr id="59" name="Ink 58">
                  <a:extLst>
                    <a:ext uri="{FF2B5EF4-FFF2-40B4-BE49-F238E27FC236}">
                      <a16:creationId xmlns:a16="http://schemas.microsoft.com/office/drawing/2014/main" id="{ABDF1706-F4E5-6621-FF97-14383DF68F0E}"/>
                    </a:ext>
                  </a:extLst>
                </p:cNvPr>
                <p:cNvPicPr/>
                <p:nvPr/>
              </p:nvPicPr>
              <p:blipFill>
                <a:blip r:embed="rId87"/>
                <a:stretch>
                  <a:fillRect/>
                </a:stretch>
              </p:blipFill>
              <p:spPr>
                <a:xfrm>
                  <a:off x="9499293" y="4165761"/>
                  <a:ext cx="293040" cy="565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0" name="Ink 59">
                  <a:extLst>
                    <a:ext uri="{FF2B5EF4-FFF2-40B4-BE49-F238E27FC236}">
                      <a16:creationId xmlns:a16="http://schemas.microsoft.com/office/drawing/2014/main" id="{D198AB03-7E77-54D8-59D1-3C90E16A4E6E}"/>
                    </a:ext>
                  </a:extLst>
                </p14:cNvPr>
                <p14:cNvContentPartPr/>
                <p14:nvPr/>
              </p14:nvContentPartPr>
              <p14:xfrm>
                <a:off x="9893493" y="4449441"/>
                <a:ext cx="438480" cy="214200"/>
              </p14:xfrm>
            </p:contentPart>
          </mc:Choice>
          <mc:Fallback>
            <p:pic>
              <p:nvPicPr>
                <p:cNvPr id="60" name="Ink 59">
                  <a:extLst>
                    <a:ext uri="{FF2B5EF4-FFF2-40B4-BE49-F238E27FC236}">
                      <a16:creationId xmlns:a16="http://schemas.microsoft.com/office/drawing/2014/main" id="{D198AB03-7E77-54D8-59D1-3C90E16A4E6E}"/>
                    </a:ext>
                  </a:extLst>
                </p:cNvPr>
                <p:cNvPicPr/>
                <p:nvPr/>
              </p:nvPicPr>
              <p:blipFill>
                <a:blip r:embed="rId89"/>
                <a:stretch>
                  <a:fillRect/>
                </a:stretch>
              </p:blipFill>
              <p:spPr>
                <a:xfrm>
                  <a:off x="9884493" y="4440441"/>
                  <a:ext cx="45612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1" name="Ink 60">
                  <a:extLst>
                    <a:ext uri="{FF2B5EF4-FFF2-40B4-BE49-F238E27FC236}">
                      <a16:creationId xmlns:a16="http://schemas.microsoft.com/office/drawing/2014/main" id="{F3B7BB4C-B16D-66B7-E364-90B39E09F193}"/>
                    </a:ext>
                  </a:extLst>
                </p14:cNvPr>
                <p14:cNvContentPartPr/>
                <p14:nvPr/>
              </p14:nvContentPartPr>
              <p14:xfrm>
                <a:off x="10530693" y="4176921"/>
                <a:ext cx="155880" cy="428040"/>
              </p14:xfrm>
            </p:contentPart>
          </mc:Choice>
          <mc:Fallback>
            <p:pic>
              <p:nvPicPr>
                <p:cNvPr id="61" name="Ink 60">
                  <a:extLst>
                    <a:ext uri="{FF2B5EF4-FFF2-40B4-BE49-F238E27FC236}">
                      <a16:creationId xmlns:a16="http://schemas.microsoft.com/office/drawing/2014/main" id="{F3B7BB4C-B16D-66B7-E364-90B39E09F193}"/>
                    </a:ext>
                  </a:extLst>
                </p:cNvPr>
                <p:cNvPicPr/>
                <p:nvPr/>
              </p:nvPicPr>
              <p:blipFill>
                <a:blip r:embed="rId91"/>
                <a:stretch>
                  <a:fillRect/>
                </a:stretch>
              </p:blipFill>
              <p:spPr>
                <a:xfrm>
                  <a:off x="10521693" y="4167921"/>
                  <a:ext cx="173520" cy="445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2" name="Ink 61">
                  <a:extLst>
                    <a:ext uri="{FF2B5EF4-FFF2-40B4-BE49-F238E27FC236}">
                      <a16:creationId xmlns:a16="http://schemas.microsoft.com/office/drawing/2014/main" id="{D6339A4B-846B-3F9C-C135-D69CFC8B12A4}"/>
                    </a:ext>
                  </a:extLst>
                </p14:cNvPr>
                <p14:cNvContentPartPr/>
                <p14:nvPr/>
              </p14:nvContentPartPr>
              <p14:xfrm>
                <a:off x="10787373" y="4142721"/>
                <a:ext cx="578520" cy="433080"/>
              </p14:xfrm>
            </p:contentPart>
          </mc:Choice>
          <mc:Fallback>
            <p:pic>
              <p:nvPicPr>
                <p:cNvPr id="62" name="Ink 61">
                  <a:extLst>
                    <a:ext uri="{FF2B5EF4-FFF2-40B4-BE49-F238E27FC236}">
                      <a16:creationId xmlns:a16="http://schemas.microsoft.com/office/drawing/2014/main" id="{D6339A4B-846B-3F9C-C135-D69CFC8B12A4}"/>
                    </a:ext>
                  </a:extLst>
                </p:cNvPr>
                <p:cNvPicPr/>
                <p:nvPr/>
              </p:nvPicPr>
              <p:blipFill>
                <a:blip r:embed="rId93"/>
                <a:stretch>
                  <a:fillRect/>
                </a:stretch>
              </p:blipFill>
              <p:spPr>
                <a:xfrm>
                  <a:off x="10778373" y="4134081"/>
                  <a:ext cx="596160" cy="450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3" name="Ink 62">
                  <a:extLst>
                    <a:ext uri="{FF2B5EF4-FFF2-40B4-BE49-F238E27FC236}">
                      <a16:creationId xmlns:a16="http://schemas.microsoft.com/office/drawing/2014/main" id="{0AC10767-A871-211B-FA93-A5E0DB1CC52E}"/>
                    </a:ext>
                  </a:extLst>
                </p14:cNvPr>
                <p14:cNvContentPartPr/>
                <p14:nvPr/>
              </p14:nvContentPartPr>
              <p14:xfrm>
                <a:off x="9363933" y="4719441"/>
                <a:ext cx="2115720" cy="174240"/>
              </p14:xfrm>
            </p:contentPart>
          </mc:Choice>
          <mc:Fallback>
            <p:pic>
              <p:nvPicPr>
                <p:cNvPr id="63" name="Ink 62">
                  <a:extLst>
                    <a:ext uri="{FF2B5EF4-FFF2-40B4-BE49-F238E27FC236}">
                      <a16:creationId xmlns:a16="http://schemas.microsoft.com/office/drawing/2014/main" id="{0AC10767-A871-211B-FA93-A5E0DB1CC52E}"/>
                    </a:ext>
                  </a:extLst>
                </p:cNvPr>
                <p:cNvPicPr/>
                <p:nvPr/>
              </p:nvPicPr>
              <p:blipFill>
                <a:blip r:embed="rId95"/>
                <a:stretch>
                  <a:fillRect/>
                </a:stretch>
              </p:blipFill>
              <p:spPr>
                <a:xfrm>
                  <a:off x="9354933" y="4710441"/>
                  <a:ext cx="213336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5" name="Ink 64">
                  <a:extLst>
                    <a:ext uri="{FF2B5EF4-FFF2-40B4-BE49-F238E27FC236}">
                      <a16:creationId xmlns:a16="http://schemas.microsoft.com/office/drawing/2014/main" id="{9765F880-34F7-2AEB-5E3E-952393B2F142}"/>
                    </a:ext>
                  </a:extLst>
                </p14:cNvPr>
                <p14:cNvContentPartPr/>
                <p14:nvPr/>
              </p14:nvContentPartPr>
              <p14:xfrm>
                <a:off x="8570853" y="5613681"/>
                <a:ext cx="51480" cy="541080"/>
              </p14:xfrm>
            </p:contentPart>
          </mc:Choice>
          <mc:Fallback>
            <p:pic>
              <p:nvPicPr>
                <p:cNvPr id="65" name="Ink 64">
                  <a:extLst>
                    <a:ext uri="{FF2B5EF4-FFF2-40B4-BE49-F238E27FC236}">
                      <a16:creationId xmlns:a16="http://schemas.microsoft.com/office/drawing/2014/main" id="{9765F880-34F7-2AEB-5E3E-952393B2F142}"/>
                    </a:ext>
                  </a:extLst>
                </p:cNvPr>
                <p:cNvPicPr/>
                <p:nvPr/>
              </p:nvPicPr>
              <p:blipFill>
                <a:blip r:embed="rId97"/>
                <a:stretch>
                  <a:fillRect/>
                </a:stretch>
              </p:blipFill>
              <p:spPr>
                <a:xfrm>
                  <a:off x="8561853" y="5604681"/>
                  <a:ext cx="69120" cy="5587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6" name="Ink 65">
                  <a:extLst>
                    <a:ext uri="{FF2B5EF4-FFF2-40B4-BE49-F238E27FC236}">
                      <a16:creationId xmlns:a16="http://schemas.microsoft.com/office/drawing/2014/main" id="{03B440A5-1A1A-C7D6-0018-81D74A505773}"/>
                    </a:ext>
                  </a:extLst>
                </p14:cNvPr>
                <p14:cNvContentPartPr/>
                <p14:nvPr/>
              </p14:nvContentPartPr>
              <p14:xfrm>
                <a:off x="9679293" y="5584521"/>
                <a:ext cx="83160" cy="539640"/>
              </p14:xfrm>
            </p:contentPart>
          </mc:Choice>
          <mc:Fallback>
            <p:pic>
              <p:nvPicPr>
                <p:cNvPr id="66" name="Ink 65">
                  <a:extLst>
                    <a:ext uri="{FF2B5EF4-FFF2-40B4-BE49-F238E27FC236}">
                      <a16:creationId xmlns:a16="http://schemas.microsoft.com/office/drawing/2014/main" id="{03B440A5-1A1A-C7D6-0018-81D74A505773}"/>
                    </a:ext>
                  </a:extLst>
                </p:cNvPr>
                <p:cNvPicPr/>
                <p:nvPr/>
              </p:nvPicPr>
              <p:blipFill>
                <a:blip r:embed="rId99"/>
                <a:stretch>
                  <a:fillRect/>
                </a:stretch>
              </p:blipFill>
              <p:spPr>
                <a:xfrm>
                  <a:off x="9670653" y="5575521"/>
                  <a:ext cx="100800" cy="5572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7" name="Ink 66">
                  <a:extLst>
                    <a:ext uri="{FF2B5EF4-FFF2-40B4-BE49-F238E27FC236}">
                      <a16:creationId xmlns:a16="http://schemas.microsoft.com/office/drawing/2014/main" id="{FBEF2F91-E1C8-CC6D-035A-B7D2C6E7AF17}"/>
                    </a:ext>
                  </a:extLst>
                </p14:cNvPr>
                <p14:cNvContentPartPr/>
                <p14:nvPr/>
              </p14:nvContentPartPr>
              <p14:xfrm>
                <a:off x="8737893" y="5146761"/>
                <a:ext cx="453240" cy="309240"/>
              </p14:xfrm>
            </p:contentPart>
          </mc:Choice>
          <mc:Fallback>
            <p:pic>
              <p:nvPicPr>
                <p:cNvPr id="67" name="Ink 66">
                  <a:extLst>
                    <a:ext uri="{FF2B5EF4-FFF2-40B4-BE49-F238E27FC236}">
                      <a16:creationId xmlns:a16="http://schemas.microsoft.com/office/drawing/2014/main" id="{FBEF2F91-E1C8-CC6D-035A-B7D2C6E7AF17}"/>
                    </a:ext>
                  </a:extLst>
                </p:cNvPr>
                <p:cNvPicPr/>
                <p:nvPr/>
              </p:nvPicPr>
              <p:blipFill>
                <a:blip r:embed="rId101"/>
                <a:stretch>
                  <a:fillRect/>
                </a:stretch>
              </p:blipFill>
              <p:spPr>
                <a:xfrm>
                  <a:off x="8728893" y="5138121"/>
                  <a:ext cx="47088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8" name="Ink 67">
                  <a:extLst>
                    <a:ext uri="{FF2B5EF4-FFF2-40B4-BE49-F238E27FC236}">
                      <a16:creationId xmlns:a16="http://schemas.microsoft.com/office/drawing/2014/main" id="{DBB99DAE-524A-803C-8B04-E05C81B445A5}"/>
                    </a:ext>
                  </a:extLst>
                </p14:cNvPr>
                <p14:cNvContentPartPr/>
                <p14:nvPr/>
              </p14:nvContentPartPr>
              <p14:xfrm>
                <a:off x="9045693" y="5289321"/>
                <a:ext cx="397440" cy="154800"/>
              </p14:xfrm>
            </p:contentPart>
          </mc:Choice>
          <mc:Fallback>
            <p:pic>
              <p:nvPicPr>
                <p:cNvPr id="68" name="Ink 67">
                  <a:extLst>
                    <a:ext uri="{FF2B5EF4-FFF2-40B4-BE49-F238E27FC236}">
                      <a16:creationId xmlns:a16="http://schemas.microsoft.com/office/drawing/2014/main" id="{DBB99DAE-524A-803C-8B04-E05C81B445A5}"/>
                    </a:ext>
                  </a:extLst>
                </p:cNvPr>
                <p:cNvPicPr/>
                <p:nvPr/>
              </p:nvPicPr>
              <p:blipFill>
                <a:blip r:embed="rId103"/>
                <a:stretch>
                  <a:fillRect/>
                </a:stretch>
              </p:blipFill>
              <p:spPr>
                <a:xfrm>
                  <a:off x="9037053" y="5280681"/>
                  <a:ext cx="41508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9" name="Ink 68">
                  <a:extLst>
                    <a:ext uri="{FF2B5EF4-FFF2-40B4-BE49-F238E27FC236}">
                      <a16:creationId xmlns:a16="http://schemas.microsoft.com/office/drawing/2014/main" id="{037708A2-5978-B989-D781-DA4A643BEE1C}"/>
                    </a:ext>
                  </a:extLst>
                </p14:cNvPr>
                <p14:cNvContentPartPr/>
                <p14:nvPr/>
              </p14:nvContentPartPr>
              <p14:xfrm>
                <a:off x="9479493" y="5379681"/>
                <a:ext cx="1440" cy="2520"/>
              </p14:xfrm>
            </p:contentPart>
          </mc:Choice>
          <mc:Fallback>
            <p:pic>
              <p:nvPicPr>
                <p:cNvPr id="69" name="Ink 68">
                  <a:extLst>
                    <a:ext uri="{FF2B5EF4-FFF2-40B4-BE49-F238E27FC236}">
                      <a16:creationId xmlns:a16="http://schemas.microsoft.com/office/drawing/2014/main" id="{037708A2-5978-B989-D781-DA4A643BEE1C}"/>
                    </a:ext>
                  </a:extLst>
                </p:cNvPr>
                <p:cNvPicPr/>
                <p:nvPr/>
              </p:nvPicPr>
              <p:blipFill>
                <a:blip r:embed="rId105"/>
                <a:stretch>
                  <a:fillRect/>
                </a:stretch>
              </p:blipFill>
              <p:spPr>
                <a:xfrm>
                  <a:off x="9470493" y="5371041"/>
                  <a:ext cx="190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0" name="Ink 69">
                  <a:extLst>
                    <a:ext uri="{FF2B5EF4-FFF2-40B4-BE49-F238E27FC236}">
                      <a16:creationId xmlns:a16="http://schemas.microsoft.com/office/drawing/2014/main" id="{DCEB1739-F11B-23B8-19FD-1548F1101E5D}"/>
                    </a:ext>
                  </a:extLst>
                </p14:cNvPr>
                <p14:cNvContentPartPr/>
                <p14:nvPr/>
              </p14:nvContentPartPr>
              <p14:xfrm>
                <a:off x="8731413" y="5515401"/>
                <a:ext cx="930600" cy="40320"/>
              </p14:xfrm>
            </p:contentPart>
          </mc:Choice>
          <mc:Fallback>
            <p:pic>
              <p:nvPicPr>
                <p:cNvPr id="70" name="Ink 69">
                  <a:extLst>
                    <a:ext uri="{FF2B5EF4-FFF2-40B4-BE49-F238E27FC236}">
                      <a16:creationId xmlns:a16="http://schemas.microsoft.com/office/drawing/2014/main" id="{DCEB1739-F11B-23B8-19FD-1548F1101E5D}"/>
                    </a:ext>
                  </a:extLst>
                </p:cNvPr>
                <p:cNvPicPr/>
                <p:nvPr/>
              </p:nvPicPr>
              <p:blipFill>
                <a:blip r:embed="rId107"/>
                <a:stretch>
                  <a:fillRect/>
                </a:stretch>
              </p:blipFill>
              <p:spPr>
                <a:xfrm>
                  <a:off x="8722413" y="5506761"/>
                  <a:ext cx="94824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1" name="Ink 70">
                  <a:extLst>
                    <a:ext uri="{FF2B5EF4-FFF2-40B4-BE49-F238E27FC236}">
                      <a16:creationId xmlns:a16="http://schemas.microsoft.com/office/drawing/2014/main" id="{41062763-F75B-A6A8-6280-C9066886DFEF}"/>
                    </a:ext>
                  </a:extLst>
                </p14:cNvPr>
                <p14:cNvContentPartPr/>
                <p14:nvPr/>
              </p14:nvContentPartPr>
              <p14:xfrm>
                <a:off x="8846253" y="5602161"/>
                <a:ext cx="869760" cy="52560"/>
              </p14:xfrm>
            </p:contentPart>
          </mc:Choice>
          <mc:Fallback>
            <p:pic>
              <p:nvPicPr>
                <p:cNvPr id="71" name="Ink 70">
                  <a:extLst>
                    <a:ext uri="{FF2B5EF4-FFF2-40B4-BE49-F238E27FC236}">
                      <a16:creationId xmlns:a16="http://schemas.microsoft.com/office/drawing/2014/main" id="{41062763-F75B-A6A8-6280-C9066886DFEF}"/>
                    </a:ext>
                  </a:extLst>
                </p:cNvPr>
                <p:cNvPicPr/>
                <p:nvPr/>
              </p:nvPicPr>
              <p:blipFill>
                <a:blip r:embed="rId109"/>
                <a:stretch>
                  <a:fillRect/>
                </a:stretch>
              </p:blipFill>
              <p:spPr>
                <a:xfrm>
                  <a:off x="8837613" y="5593161"/>
                  <a:ext cx="8874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3" name="Ink 72">
                  <a:extLst>
                    <a:ext uri="{FF2B5EF4-FFF2-40B4-BE49-F238E27FC236}">
                      <a16:creationId xmlns:a16="http://schemas.microsoft.com/office/drawing/2014/main" id="{F27889DC-9DB1-4D6B-EF68-35671B8ED44D}"/>
                    </a:ext>
                  </a:extLst>
                </p14:cNvPr>
                <p14:cNvContentPartPr/>
                <p14:nvPr/>
              </p14:nvContentPartPr>
              <p14:xfrm>
                <a:off x="8327853" y="5571201"/>
                <a:ext cx="1344600" cy="598320"/>
              </p14:xfrm>
            </p:contentPart>
          </mc:Choice>
          <mc:Fallback>
            <p:pic>
              <p:nvPicPr>
                <p:cNvPr id="73" name="Ink 72">
                  <a:extLst>
                    <a:ext uri="{FF2B5EF4-FFF2-40B4-BE49-F238E27FC236}">
                      <a16:creationId xmlns:a16="http://schemas.microsoft.com/office/drawing/2014/main" id="{F27889DC-9DB1-4D6B-EF68-35671B8ED44D}"/>
                    </a:ext>
                  </a:extLst>
                </p:cNvPr>
                <p:cNvPicPr/>
                <p:nvPr/>
              </p:nvPicPr>
              <p:blipFill>
                <a:blip r:embed="rId111"/>
                <a:stretch>
                  <a:fillRect/>
                </a:stretch>
              </p:blipFill>
              <p:spPr>
                <a:xfrm>
                  <a:off x="8318853" y="5562201"/>
                  <a:ext cx="1362240" cy="615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5" name="Ink 74">
                  <a:extLst>
                    <a:ext uri="{FF2B5EF4-FFF2-40B4-BE49-F238E27FC236}">
                      <a16:creationId xmlns:a16="http://schemas.microsoft.com/office/drawing/2014/main" id="{8A8B5A05-C328-5CE6-7C45-120F3459A6EB}"/>
                    </a:ext>
                  </a:extLst>
                </p14:cNvPr>
                <p14:cNvContentPartPr/>
                <p14:nvPr/>
              </p14:nvContentPartPr>
              <p14:xfrm>
                <a:off x="189333" y="5063961"/>
                <a:ext cx="3412440" cy="1176480"/>
              </p14:xfrm>
            </p:contentPart>
          </mc:Choice>
          <mc:Fallback>
            <p:pic>
              <p:nvPicPr>
                <p:cNvPr id="75" name="Ink 74">
                  <a:extLst>
                    <a:ext uri="{FF2B5EF4-FFF2-40B4-BE49-F238E27FC236}">
                      <a16:creationId xmlns:a16="http://schemas.microsoft.com/office/drawing/2014/main" id="{8A8B5A05-C328-5CE6-7C45-120F3459A6EB}"/>
                    </a:ext>
                  </a:extLst>
                </p:cNvPr>
                <p:cNvPicPr/>
                <p:nvPr/>
              </p:nvPicPr>
              <p:blipFill>
                <a:blip r:embed="rId113"/>
                <a:stretch>
                  <a:fillRect/>
                </a:stretch>
              </p:blipFill>
              <p:spPr>
                <a:xfrm>
                  <a:off x="180693" y="5054961"/>
                  <a:ext cx="3430080" cy="11941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6" name="Ink 75">
                  <a:extLst>
                    <a:ext uri="{FF2B5EF4-FFF2-40B4-BE49-F238E27FC236}">
                      <a16:creationId xmlns:a16="http://schemas.microsoft.com/office/drawing/2014/main" id="{EC7416D0-27F4-9E6E-BC99-14D8240FA9FA}"/>
                    </a:ext>
                  </a:extLst>
                </p14:cNvPr>
                <p14:cNvContentPartPr/>
                <p14:nvPr/>
              </p14:nvContentPartPr>
              <p14:xfrm>
                <a:off x="659493" y="5295441"/>
                <a:ext cx="148320" cy="943200"/>
              </p14:xfrm>
            </p:contentPart>
          </mc:Choice>
          <mc:Fallback>
            <p:pic>
              <p:nvPicPr>
                <p:cNvPr id="76" name="Ink 75">
                  <a:extLst>
                    <a:ext uri="{FF2B5EF4-FFF2-40B4-BE49-F238E27FC236}">
                      <a16:creationId xmlns:a16="http://schemas.microsoft.com/office/drawing/2014/main" id="{EC7416D0-27F4-9E6E-BC99-14D8240FA9FA}"/>
                    </a:ext>
                  </a:extLst>
                </p:cNvPr>
                <p:cNvPicPr/>
                <p:nvPr/>
              </p:nvPicPr>
              <p:blipFill>
                <a:blip r:embed="rId115"/>
                <a:stretch>
                  <a:fillRect/>
                </a:stretch>
              </p:blipFill>
              <p:spPr>
                <a:xfrm>
                  <a:off x="650853" y="5286441"/>
                  <a:ext cx="165960" cy="9608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7" name="Ink 76">
                  <a:extLst>
                    <a:ext uri="{FF2B5EF4-FFF2-40B4-BE49-F238E27FC236}">
                      <a16:creationId xmlns:a16="http://schemas.microsoft.com/office/drawing/2014/main" id="{1BE4CB93-25FF-9AA8-F522-436109715A4F}"/>
                    </a:ext>
                  </a:extLst>
                </p14:cNvPr>
                <p14:cNvContentPartPr/>
                <p14:nvPr/>
              </p14:nvContentPartPr>
              <p14:xfrm>
                <a:off x="1128573" y="5322441"/>
                <a:ext cx="106200" cy="894960"/>
              </p14:xfrm>
            </p:contentPart>
          </mc:Choice>
          <mc:Fallback>
            <p:pic>
              <p:nvPicPr>
                <p:cNvPr id="77" name="Ink 76">
                  <a:extLst>
                    <a:ext uri="{FF2B5EF4-FFF2-40B4-BE49-F238E27FC236}">
                      <a16:creationId xmlns:a16="http://schemas.microsoft.com/office/drawing/2014/main" id="{1BE4CB93-25FF-9AA8-F522-436109715A4F}"/>
                    </a:ext>
                  </a:extLst>
                </p:cNvPr>
                <p:cNvPicPr/>
                <p:nvPr/>
              </p:nvPicPr>
              <p:blipFill>
                <a:blip r:embed="rId117"/>
                <a:stretch>
                  <a:fillRect/>
                </a:stretch>
              </p:blipFill>
              <p:spPr>
                <a:xfrm>
                  <a:off x="1119573" y="5313441"/>
                  <a:ext cx="123840" cy="9126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8" name="Ink 77">
                  <a:extLst>
                    <a:ext uri="{FF2B5EF4-FFF2-40B4-BE49-F238E27FC236}">
                      <a16:creationId xmlns:a16="http://schemas.microsoft.com/office/drawing/2014/main" id="{59CBCE54-ECE4-FC78-747D-011233761D8E}"/>
                    </a:ext>
                  </a:extLst>
                </p14:cNvPr>
                <p14:cNvContentPartPr/>
                <p14:nvPr/>
              </p14:nvContentPartPr>
              <p14:xfrm>
                <a:off x="1637613" y="5246481"/>
                <a:ext cx="164880" cy="862920"/>
              </p14:xfrm>
            </p:contentPart>
          </mc:Choice>
          <mc:Fallback>
            <p:pic>
              <p:nvPicPr>
                <p:cNvPr id="78" name="Ink 77">
                  <a:extLst>
                    <a:ext uri="{FF2B5EF4-FFF2-40B4-BE49-F238E27FC236}">
                      <a16:creationId xmlns:a16="http://schemas.microsoft.com/office/drawing/2014/main" id="{59CBCE54-ECE4-FC78-747D-011233761D8E}"/>
                    </a:ext>
                  </a:extLst>
                </p:cNvPr>
                <p:cNvPicPr/>
                <p:nvPr/>
              </p:nvPicPr>
              <p:blipFill>
                <a:blip r:embed="rId119"/>
                <a:stretch>
                  <a:fillRect/>
                </a:stretch>
              </p:blipFill>
              <p:spPr>
                <a:xfrm>
                  <a:off x="1628973" y="5237481"/>
                  <a:ext cx="182520" cy="880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9" name="Ink 78">
                  <a:extLst>
                    <a:ext uri="{FF2B5EF4-FFF2-40B4-BE49-F238E27FC236}">
                      <a16:creationId xmlns:a16="http://schemas.microsoft.com/office/drawing/2014/main" id="{533F68F6-1E06-A784-74F8-D1E43B4BAD67}"/>
                    </a:ext>
                  </a:extLst>
                </p14:cNvPr>
                <p14:cNvContentPartPr/>
                <p14:nvPr/>
              </p14:nvContentPartPr>
              <p14:xfrm>
                <a:off x="2233773" y="5069721"/>
                <a:ext cx="106560" cy="984960"/>
              </p14:xfrm>
            </p:contentPart>
          </mc:Choice>
          <mc:Fallback>
            <p:pic>
              <p:nvPicPr>
                <p:cNvPr id="79" name="Ink 78">
                  <a:extLst>
                    <a:ext uri="{FF2B5EF4-FFF2-40B4-BE49-F238E27FC236}">
                      <a16:creationId xmlns:a16="http://schemas.microsoft.com/office/drawing/2014/main" id="{533F68F6-1E06-A784-74F8-D1E43B4BAD67}"/>
                    </a:ext>
                  </a:extLst>
                </p:cNvPr>
                <p:cNvPicPr/>
                <p:nvPr/>
              </p:nvPicPr>
              <p:blipFill>
                <a:blip r:embed="rId121"/>
                <a:stretch>
                  <a:fillRect/>
                </a:stretch>
              </p:blipFill>
              <p:spPr>
                <a:xfrm>
                  <a:off x="2225133" y="5060721"/>
                  <a:ext cx="124200" cy="10026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0" name="Ink 79">
                  <a:extLst>
                    <a:ext uri="{FF2B5EF4-FFF2-40B4-BE49-F238E27FC236}">
                      <a16:creationId xmlns:a16="http://schemas.microsoft.com/office/drawing/2014/main" id="{37BCAA32-8AA0-92C6-7742-B06196656DBE}"/>
                    </a:ext>
                  </a:extLst>
                </p14:cNvPr>
                <p14:cNvContentPartPr/>
                <p14:nvPr/>
              </p14:nvContentPartPr>
              <p14:xfrm>
                <a:off x="2685213" y="5148561"/>
                <a:ext cx="69120" cy="893880"/>
              </p14:xfrm>
            </p:contentPart>
          </mc:Choice>
          <mc:Fallback>
            <p:pic>
              <p:nvPicPr>
                <p:cNvPr id="80" name="Ink 79">
                  <a:extLst>
                    <a:ext uri="{FF2B5EF4-FFF2-40B4-BE49-F238E27FC236}">
                      <a16:creationId xmlns:a16="http://schemas.microsoft.com/office/drawing/2014/main" id="{37BCAA32-8AA0-92C6-7742-B06196656DBE}"/>
                    </a:ext>
                  </a:extLst>
                </p:cNvPr>
                <p:cNvPicPr/>
                <p:nvPr/>
              </p:nvPicPr>
              <p:blipFill>
                <a:blip r:embed="rId123"/>
                <a:stretch>
                  <a:fillRect/>
                </a:stretch>
              </p:blipFill>
              <p:spPr>
                <a:xfrm>
                  <a:off x="2676573" y="5139561"/>
                  <a:ext cx="86760" cy="9115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1" name="Ink 80">
                  <a:extLst>
                    <a:ext uri="{FF2B5EF4-FFF2-40B4-BE49-F238E27FC236}">
                      <a16:creationId xmlns:a16="http://schemas.microsoft.com/office/drawing/2014/main" id="{B11E03B8-75C9-846C-A53C-C6561CD7C1CF}"/>
                    </a:ext>
                  </a:extLst>
                </p14:cNvPr>
                <p14:cNvContentPartPr/>
                <p14:nvPr/>
              </p14:nvContentPartPr>
              <p14:xfrm>
                <a:off x="428013" y="5117961"/>
                <a:ext cx="19800" cy="83160"/>
              </p14:xfrm>
            </p:contentPart>
          </mc:Choice>
          <mc:Fallback>
            <p:pic>
              <p:nvPicPr>
                <p:cNvPr id="81" name="Ink 80">
                  <a:extLst>
                    <a:ext uri="{FF2B5EF4-FFF2-40B4-BE49-F238E27FC236}">
                      <a16:creationId xmlns:a16="http://schemas.microsoft.com/office/drawing/2014/main" id="{B11E03B8-75C9-846C-A53C-C6561CD7C1CF}"/>
                    </a:ext>
                  </a:extLst>
                </p:cNvPr>
                <p:cNvPicPr/>
                <p:nvPr/>
              </p:nvPicPr>
              <p:blipFill>
                <a:blip r:embed="rId125"/>
                <a:stretch>
                  <a:fillRect/>
                </a:stretch>
              </p:blipFill>
              <p:spPr>
                <a:xfrm>
                  <a:off x="419373" y="5109321"/>
                  <a:ext cx="3744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2" name="Ink 81">
                  <a:extLst>
                    <a:ext uri="{FF2B5EF4-FFF2-40B4-BE49-F238E27FC236}">
                      <a16:creationId xmlns:a16="http://schemas.microsoft.com/office/drawing/2014/main" id="{FC60D2C2-4B4C-95C5-60F8-417F1DA3282E}"/>
                    </a:ext>
                  </a:extLst>
                </p14:cNvPr>
                <p14:cNvContentPartPr/>
                <p14:nvPr/>
              </p14:nvContentPartPr>
              <p14:xfrm>
                <a:off x="451053" y="5002041"/>
                <a:ext cx="360" cy="15840"/>
              </p14:xfrm>
            </p:contentPart>
          </mc:Choice>
          <mc:Fallback>
            <p:pic>
              <p:nvPicPr>
                <p:cNvPr id="82" name="Ink 81">
                  <a:extLst>
                    <a:ext uri="{FF2B5EF4-FFF2-40B4-BE49-F238E27FC236}">
                      <a16:creationId xmlns:a16="http://schemas.microsoft.com/office/drawing/2014/main" id="{FC60D2C2-4B4C-95C5-60F8-417F1DA3282E}"/>
                    </a:ext>
                  </a:extLst>
                </p:cNvPr>
                <p:cNvPicPr/>
                <p:nvPr/>
              </p:nvPicPr>
              <p:blipFill>
                <a:blip r:embed="rId127"/>
                <a:stretch>
                  <a:fillRect/>
                </a:stretch>
              </p:blipFill>
              <p:spPr>
                <a:xfrm>
                  <a:off x="442413" y="4993401"/>
                  <a:ext cx="180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3" name="Ink 82">
                  <a:extLst>
                    <a:ext uri="{FF2B5EF4-FFF2-40B4-BE49-F238E27FC236}">
                      <a16:creationId xmlns:a16="http://schemas.microsoft.com/office/drawing/2014/main" id="{3444DBAA-3429-ED72-DB26-25587A5962E4}"/>
                    </a:ext>
                  </a:extLst>
                </p14:cNvPr>
                <p14:cNvContentPartPr/>
                <p14:nvPr/>
              </p14:nvContentPartPr>
              <p14:xfrm>
                <a:off x="514053" y="4992321"/>
                <a:ext cx="131400" cy="171720"/>
              </p14:xfrm>
            </p:contentPart>
          </mc:Choice>
          <mc:Fallback>
            <p:pic>
              <p:nvPicPr>
                <p:cNvPr id="83" name="Ink 82">
                  <a:extLst>
                    <a:ext uri="{FF2B5EF4-FFF2-40B4-BE49-F238E27FC236}">
                      <a16:creationId xmlns:a16="http://schemas.microsoft.com/office/drawing/2014/main" id="{3444DBAA-3429-ED72-DB26-25587A5962E4}"/>
                    </a:ext>
                  </a:extLst>
                </p:cNvPr>
                <p:cNvPicPr/>
                <p:nvPr/>
              </p:nvPicPr>
              <p:blipFill>
                <a:blip r:embed="rId129"/>
                <a:stretch>
                  <a:fillRect/>
                </a:stretch>
              </p:blipFill>
              <p:spPr>
                <a:xfrm>
                  <a:off x="505053" y="4983321"/>
                  <a:ext cx="14904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4" name="Ink 83">
                  <a:extLst>
                    <a:ext uri="{FF2B5EF4-FFF2-40B4-BE49-F238E27FC236}">
                      <a16:creationId xmlns:a16="http://schemas.microsoft.com/office/drawing/2014/main" id="{B62D49A3-0B61-E6D7-2BA6-6BE36167A86A}"/>
                    </a:ext>
                  </a:extLst>
                </p14:cNvPr>
                <p14:cNvContentPartPr/>
                <p14:nvPr/>
              </p14:nvContentPartPr>
              <p14:xfrm>
                <a:off x="809973" y="5084121"/>
                <a:ext cx="147240" cy="89280"/>
              </p14:xfrm>
            </p:contentPart>
          </mc:Choice>
          <mc:Fallback>
            <p:pic>
              <p:nvPicPr>
                <p:cNvPr id="84" name="Ink 83">
                  <a:extLst>
                    <a:ext uri="{FF2B5EF4-FFF2-40B4-BE49-F238E27FC236}">
                      <a16:creationId xmlns:a16="http://schemas.microsoft.com/office/drawing/2014/main" id="{B62D49A3-0B61-E6D7-2BA6-6BE36167A86A}"/>
                    </a:ext>
                  </a:extLst>
                </p:cNvPr>
                <p:cNvPicPr/>
                <p:nvPr/>
              </p:nvPicPr>
              <p:blipFill>
                <a:blip r:embed="rId131"/>
                <a:stretch>
                  <a:fillRect/>
                </a:stretch>
              </p:blipFill>
              <p:spPr>
                <a:xfrm>
                  <a:off x="800973" y="5075481"/>
                  <a:ext cx="1648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6" name="Ink 85">
                  <a:extLst>
                    <a:ext uri="{FF2B5EF4-FFF2-40B4-BE49-F238E27FC236}">
                      <a16:creationId xmlns:a16="http://schemas.microsoft.com/office/drawing/2014/main" id="{2187A8C0-BE09-6CEB-1634-E87DD429F3A5}"/>
                    </a:ext>
                  </a:extLst>
                </p14:cNvPr>
                <p14:cNvContentPartPr/>
                <p14:nvPr/>
              </p14:nvContentPartPr>
              <p14:xfrm>
                <a:off x="1188333" y="5040921"/>
                <a:ext cx="181080" cy="119160"/>
              </p14:xfrm>
            </p:contentPart>
          </mc:Choice>
          <mc:Fallback>
            <p:pic>
              <p:nvPicPr>
                <p:cNvPr id="86" name="Ink 85">
                  <a:extLst>
                    <a:ext uri="{FF2B5EF4-FFF2-40B4-BE49-F238E27FC236}">
                      <a16:creationId xmlns:a16="http://schemas.microsoft.com/office/drawing/2014/main" id="{2187A8C0-BE09-6CEB-1634-E87DD429F3A5}"/>
                    </a:ext>
                  </a:extLst>
                </p:cNvPr>
                <p:cNvPicPr/>
                <p:nvPr/>
              </p:nvPicPr>
              <p:blipFill>
                <a:blip r:embed="rId133"/>
                <a:stretch>
                  <a:fillRect/>
                </a:stretch>
              </p:blipFill>
              <p:spPr>
                <a:xfrm>
                  <a:off x="1179693" y="5032281"/>
                  <a:ext cx="19872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7" name="Ink 86">
                  <a:extLst>
                    <a:ext uri="{FF2B5EF4-FFF2-40B4-BE49-F238E27FC236}">
                      <a16:creationId xmlns:a16="http://schemas.microsoft.com/office/drawing/2014/main" id="{F96A61BC-91BD-D937-C3D2-7F9664019B0C}"/>
                    </a:ext>
                  </a:extLst>
                </p14:cNvPr>
                <p14:cNvContentPartPr/>
                <p14:nvPr/>
              </p14:nvContentPartPr>
              <p14:xfrm>
                <a:off x="1384533" y="4955601"/>
                <a:ext cx="10080" cy="38880"/>
              </p14:xfrm>
            </p:contentPart>
          </mc:Choice>
          <mc:Fallback>
            <p:pic>
              <p:nvPicPr>
                <p:cNvPr id="87" name="Ink 86">
                  <a:extLst>
                    <a:ext uri="{FF2B5EF4-FFF2-40B4-BE49-F238E27FC236}">
                      <a16:creationId xmlns:a16="http://schemas.microsoft.com/office/drawing/2014/main" id="{F96A61BC-91BD-D937-C3D2-7F9664019B0C}"/>
                    </a:ext>
                  </a:extLst>
                </p:cNvPr>
                <p:cNvPicPr/>
                <p:nvPr/>
              </p:nvPicPr>
              <p:blipFill>
                <a:blip r:embed="rId135"/>
                <a:stretch>
                  <a:fillRect/>
                </a:stretch>
              </p:blipFill>
              <p:spPr>
                <a:xfrm>
                  <a:off x="1375893" y="4946961"/>
                  <a:ext cx="2772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8" name="Ink 87">
                  <a:extLst>
                    <a:ext uri="{FF2B5EF4-FFF2-40B4-BE49-F238E27FC236}">
                      <a16:creationId xmlns:a16="http://schemas.microsoft.com/office/drawing/2014/main" id="{F8269B70-77BB-B88C-6675-B6D661516958}"/>
                    </a:ext>
                  </a:extLst>
                </p14:cNvPr>
                <p14:cNvContentPartPr/>
                <p14:nvPr/>
              </p14:nvContentPartPr>
              <p14:xfrm>
                <a:off x="1596573" y="5021481"/>
                <a:ext cx="87840" cy="188640"/>
              </p14:xfrm>
            </p:contentPart>
          </mc:Choice>
          <mc:Fallback>
            <p:pic>
              <p:nvPicPr>
                <p:cNvPr id="88" name="Ink 87">
                  <a:extLst>
                    <a:ext uri="{FF2B5EF4-FFF2-40B4-BE49-F238E27FC236}">
                      <a16:creationId xmlns:a16="http://schemas.microsoft.com/office/drawing/2014/main" id="{F8269B70-77BB-B88C-6675-B6D661516958}"/>
                    </a:ext>
                  </a:extLst>
                </p:cNvPr>
                <p:cNvPicPr/>
                <p:nvPr/>
              </p:nvPicPr>
              <p:blipFill>
                <a:blip r:embed="rId137"/>
                <a:stretch>
                  <a:fillRect/>
                </a:stretch>
              </p:blipFill>
              <p:spPr>
                <a:xfrm>
                  <a:off x="1587933" y="5012481"/>
                  <a:ext cx="10548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9" name="Ink 88">
                  <a:extLst>
                    <a:ext uri="{FF2B5EF4-FFF2-40B4-BE49-F238E27FC236}">
                      <a16:creationId xmlns:a16="http://schemas.microsoft.com/office/drawing/2014/main" id="{0B4492CD-208C-020A-E7AD-99156352FFD4}"/>
                    </a:ext>
                  </a:extLst>
                </p14:cNvPr>
                <p14:cNvContentPartPr/>
                <p14:nvPr/>
              </p14:nvContentPartPr>
              <p14:xfrm>
                <a:off x="1731573" y="5002761"/>
                <a:ext cx="234720" cy="112680"/>
              </p14:xfrm>
            </p:contentPart>
          </mc:Choice>
          <mc:Fallback>
            <p:pic>
              <p:nvPicPr>
                <p:cNvPr id="89" name="Ink 88">
                  <a:extLst>
                    <a:ext uri="{FF2B5EF4-FFF2-40B4-BE49-F238E27FC236}">
                      <a16:creationId xmlns:a16="http://schemas.microsoft.com/office/drawing/2014/main" id="{0B4492CD-208C-020A-E7AD-99156352FFD4}"/>
                    </a:ext>
                  </a:extLst>
                </p:cNvPr>
                <p:cNvPicPr/>
                <p:nvPr/>
              </p:nvPicPr>
              <p:blipFill>
                <a:blip r:embed="rId139"/>
                <a:stretch>
                  <a:fillRect/>
                </a:stretch>
              </p:blipFill>
              <p:spPr>
                <a:xfrm>
                  <a:off x="1722933" y="4994121"/>
                  <a:ext cx="25236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1" name="Ink 90">
                  <a:extLst>
                    <a:ext uri="{FF2B5EF4-FFF2-40B4-BE49-F238E27FC236}">
                      <a16:creationId xmlns:a16="http://schemas.microsoft.com/office/drawing/2014/main" id="{4323A57C-0891-E7CC-83C8-28318C54EBA2}"/>
                    </a:ext>
                  </a:extLst>
                </p14:cNvPr>
                <p14:cNvContentPartPr/>
                <p14:nvPr/>
              </p14:nvContentPartPr>
              <p14:xfrm>
                <a:off x="2346093" y="4821321"/>
                <a:ext cx="201960" cy="208800"/>
              </p14:xfrm>
            </p:contentPart>
          </mc:Choice>
          <mc:Fallback>
            <p:pic>
              <p:nvPicPr>
                <p:cNvPr id="91" name="Ink 90">
                  <a:extLst>
                    <a:ext uri="{FF2B5EF4-FFF2-40B4-BE49-F238E27FC236}">
                      <a16:creationId xmlns:a16="http://schemas.microsoft.com/office/drawing/2014/main" id="{4323A57C-0891-E7CC-83C8-28318C54EBA2}"/>
                    </a:ext>
                  </a:extLst>
                </p:cNvPr>
                <p:cNvPicPr/>
                <p:nvPr/>
              </p:nvPicPr>
              <p:blipFill>
                <a:blip r:embed="rId141"/>
                <a:stretch>
                  <a:fillRect/>
                </a:stretch>
              </p:blipFill>
              <p:spPr>
                <a:xfrm>
                  <a:off x="2337093" y="4812321"/>
                  <a:ext cx="21960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2" name="Ink 91">
                  <a:extLst>
                    <a:ext uri="{FF2B5EF4-FFF2-40B4-BE49-F238E27FC236}">
                      <a16:creationId xmlns:a16="http://schemas.microsoft.com/office/drawing/2014/main" id="{617C10DB-7681-F056-612C-79207C4B9F55}"/>
                    </a:ext>
                  </a:extLst>
                </p14:cNvPr>
                <p14:cNvContentPartPr/>
                <p14:nvPr/>
              </p14:nvContentPartPr>
              <p14:xfrm>
                <a:off x="2595213" y="4849401"/>
                <a:ext cx="101880" cy="168840"/>
              </p14:xfrm>
            </p:contentPart>
          </mc:Choice>
          <mc:Fallback>
            <p:pic>
              <p:nvPicPr>
                <p:cNvPr id="92" name="Ink 91">
                  <a:extLst>
                    <a:ext uri="{FF2B5EF4-FFF2-40B4-BE49-F238E27FC236}">
                      <a16:creationId xmlns:a16="http://schemas.microsoft.com/office/drawing/2014/main" id="{617C10DB-7681-F056-612C-79207C4B9F55}"/>
                    </a:ext>
                  </a:extLst>
                </p:cNvPr>
                <p:cNvPicPr/>
                <p:nvPr/>
              </p:nvPicPr>
              <p:blipFill>
                <a:blip r:embed="rId143"/>
                <a:stretch>
                  <a:fillRect/>
                </a:stretch>
              </p:blipFill>
              <p:spPr>
                <a:xfrm>
                  <a:off x="2586573" y="4840401"/>
                  <a:ext cx="1195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4" name="Ink 93">
                  <a:extLst>
                    <a:ext uri="{FF2B5EF4-FFF2-40B4-BE49-F238E27FC236}">
                      <a16:creationId xmlns:a16="http://schemas.microsoft.com/office/drawing/2014/main" id="{824E478E-B914-E2EF-7A80-70047C9F35D7}"/>
                    </a:ext>
                  </a:extLst>
                </p14:cNvPr>
                <p14:cNvContentPartPr/>
                <p14:nvPr/>
              </p14:nvContentPartPr>
              <p14:xfrm>
                <a:off x="2731293" y="4694601"/>
                <a:ext cx="201960" cy="286920"/>
              </p14:xfrm>
            </p:contentPart>
          </mc:Choice>
          <mc:Fallback>
            <p:pic>
              <p:nvPicPr>
                <p:cNvPr id="94" name="Ink 93">
                  <a:extLst>
                    <a:ext uri="{FF2B5EF4-FFF2-40B4-BE49-F238E27FC236}">
                      <a16:creationId xmlns:a16="http://schemas.microsoft.com/office/drawing/2014/main" id="{824E478E-B914-E2EF-7A80-70047C9F35D7}"/>
                    </a:ext>
                  </a:extLst>
                </p:cNvPr>
                <p:cNvPicPr/>
                <p:nvPr/>
              </p:nvPicPr>
              <p:blipFill>
                <a:blip r:embed="rId145"/>
                <a:stretch>
                  <a:fillRect/>
                </a:stretch>
              </p:blipFill>
              <p:spPr>
                <a:xfrm>
                  <a:off x="2722653" y="4685961"/>
                  <a:ext cx="21960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5" name="Ink 94">
                  <a:extLst>
                    <a:ext uri="{FF2B5EF4-FFF2-40B4-BE49-F238E27FC236}">
                      <a16:creationId xmlns:a16="http://schemas.microsoft.com/office/drawing/2014/main" id="{40EA53E1-D061-4766-B035-CA4ED864DAD9}"/>
                    </a:ext>
                  </a:extLst>
                </p14:cNvPr>
                <p14:cNvContentPartPr/>
                <p14:nvPr/>
              </p14:nvContentPartPr>
              <p14:xfrm>
                <a:off x="2921733" y="4763361"/>
                <a:ext cx="300600" cy="343440"/>
              </p14:xfrm>
            </p:contentPart>
          </mc:Choice>
          <mc:Fallback>
            <p:pic>
              <p:nvPicPr>
                <p:cNvPr id="95" name="Ink 94">
                  <a:extLst>
                    <a:ext uri="{FF2B5EF4-FFF2-40B4-BE49-F238E27FC236}">
                      <a16:creationId xmlns:a16="http://schemas.microsoft.com/office/drawing/2014/main" id="{40EA53E1-D061-4766-B035-CA4ED864DAD9}"/>
                    </a:ext>
                  </a:extLst>
                </p:cNvPr>
                <p:cNvPicPr/>
                <p:nvPr/>
              </p:nvPicPr>
              <p:blipFill>
                <a:blip r:embed="rId147"/>
                <a:stretch>
                  <a:fillRect/>
                </a:stretch>
              </p:blipFill>
              <p:spPr>
                <a:xfrm>
                  <a:off x="2912733" y="4754361"/>
                  <a:ext cx="31824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6" name="Ink 95">
                  <a:extLst>
                    <a:ext uri="{FF2B5EF4-FFF2-40B4-BE49-F238E27FC236}">
                      <a16:creationId xmlns:a16="http://schemas.microsoft.com/office/drawing/2014/main" id="{4E24CB61-4735-683D-9055-7A08FA9C58A4}"/>
                    </a:ext>
                  </a:extLst>
                </p14:cNvPr>
                <p14:cNvContentPartPr/>
                <p14:nvPr/>
              </p14:nvContentPartPr>
              <p14:xfrm>
                <a:off x="2314053" y="4972881"/>
                <a:ext cx="1078920" cy="131760"/>
              </p14:xfrm>
            </p:contentPart>
          </mc:Choice>
          <mc:Fallback>
            <p:pic>
              <p:nvPicPr>
                <p:cNvPr id="96" name="Ink 95">
                  <a:extLst>
                    <a:ext uri="{FF2B5EF4-FFF2-40B4-BE49-F238E27FC236}">
                      <a16:creationId xmlns:a16="http://schemas.microsoft.com/office/drawing/2014/main" id="{4E24CB61-4735-683D-9055-7A08FA9C58A4}"/>
                    </a:ext>
                  </a:extLst>
                </p:cNvPr>
                <p:cNvPicPr/>
                <p:nvPr/>
              </p:nvPicPr>
              <p:blipFill>
                <a:blip r:embed="rId149"/>
                <a:stretch>
                  <a:fillRect/>
                </a:stretch>
              </p:blipFill>
              <p:spPr>
                <a:xfrm>
                  <a:off x="2305413" y="4964241"/>
                  <a:ext cx="10965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8" name="Ink 97">
                  <a:extLst>
                    <a:ext uri="{FF2B5EF4-FFF2-40B4-BE49-F238E27FC236}">
                      <a16:creationId xmlns:a16="http://schemas.microsoft.com/office/drawing/2014/main" id="{7E12F5AC-635D-DB7F-6BB6-CAAB9F1471A8}"/>
                    </a:ext>
                  </a:extLst>
                </p14:cNvPr>
                <p14:cNvContentPartPr/>
                <p14:nvPr/>
              </p14:nvContentPartPr>
              <p14:xfrm>
                <a:off x="2349333" y="5261601"/>
                <a:ext cx="6120" cy="113040"/>
              </p14:xfrm>
            </p:contentPart>
          </mc:Choice>
          <mc:Fallback>
            <p:pic>
              <p:nvPicPr>
                <p:cNvPr id="98" name="Ink 97">
                  <a:extLst>
                    <a:ext uri="{FF2B5EF4-FFF2-40B4-BE49-F238E27FC236}">
                      <a16:creationId xmlns:a16="http://schemas.microsoft.com/office/drawing/2014/main" id="{7E12F5AC-635D-DB7F-6BB6-CAAB9F1471A8}"/>
                    </a:ext>
                  </a:extLst>
                </p:cNvPr>
                <p:cNvPicPr/>
                <p:nvPr/>
              </p:nvPicPr>
              <p:blipFill>
                <a:blip r:embed="rId151"/>
                <a:stretch>
                  <a:fillRect/>
                </a:stretch>
              </p:blipFill>
              <p:spPr>
                <a:xfrm>
                  <a:off x="2340693" y="5252601"/>
                  <a:ext cx="237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9" name="Ink 98">
                  <a:extLst>
                    <a:ext uri="{FF2B5EF4-FFF2-40B4-BE49-F238E27FC236}">
                      <a16:creationId xmlns:a16="http://schemas.microsoft.com/office/drawing/2014/main" id="{3914FDC4-598C-64EB-FC64-6D9AD6AC532C}"/>
                    </a:ext>
                  </a:extLst>
                </p14:cNvPr>
                <p14:cNvContentPartPr/>
                <p14:nvPr/>
              </p14:nvContentPartPr>
              <p14:xfrm>
                <a:off x="2401533" y="5215161"/>
                <a:ext cx="157680" cy="136080"/>
              </p14:xfrm>
            </p:contentPart>
          </mc:Choice>
          <mc:Fallback>
            <p:pic>
              <p:nvPicPr>
                <p:cNvPr id="99" name="Ink 98">
                  <a:extLst>
                    <a:ext uri="{FF2B5EF4-FFF2-40B4-BE49-F238E27FC236}">
                      <a16:creationId xmlns:a16="http://schemas.microsoft.com/office/drawing/2014/main" id="{3914FDC4-598C-64EB-FC64-6D9AD6AC532C}"/>
                    </a:ext>
                  </a:extLst>
                </p:cNvPr>
                <p:cNvPicPr/>
                <p:nvPr/>
              </p:nvPicPr>
              <p:blipFill>
                <a:blip r:embed="rId153"/>
                <a:stretch>
                  <a:fillRect/>
                </a:stretch>
              </p:blipFill>
              <p:spPr>
                <a:xfrm>
                  <a:off x="2392533" y="5206161"/>
                  <a:ext cx="1753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0" name="Ink 99">
                  <a:extLst>
                    <a:ext uri="{FF2B5EF4-FFF2-40B4-BE49-F238E27FC236}">
                      <a16:creationId xmlns:a16="http://schemas.microsoft.com/office/drawing/2014/main" id="{EDEAE2BA-8ECD-6260-107C-6306FBA8F5C7}"/>
                    </a:ext>
                  </a:extLst>
                </p14:cNvPr>
                <p14:cNvContentPartPr/>
                <p14:nvPr/>
              </p14:nvContentPartPr>
              <p14:xfrm>
                <a:off x="2401893" y="5496681"/>
                <a:ext cx="6120" cy="87120"/>
              </p14:xfrm>
            </p:contentPart>
          </mc:Choice>
          <mc:Fallback>
            <p:pic>
              <p:nvPicPr>
                <p:cNvPr id="100" name="Ink 99">
                  <a:extLst>
                    <a:ext uri="{FF2B5EF4-FFF2-40B4-BE49-F238E27FC236}">
                      <a16:creationId xmlns:a16="http://schemas.microsoft.com/office/drawing/2014/main" id="{EDEAE2BA-8ECD-6260-107C-6306FBA8F5C7}"/>
                    </a:ext>
                  </a:extLst>
                </p:cNvPr>
                <p:cNvPicPr/>
                <p:nvPr/>
              </p:nvPicPr>
              <p:blipFill>
                <a:blip r:embed="rId155"/>
                <a:stretch>
                  <a:fillRect/>
                </a:stretch>
              </p:blipFill>
              <p:spPr>
                <a:xfrm>
                  <a:off x="2393253" y="5487681"/>
                  <a:ext cx="2376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1" name="Ink 100">
                  <a:extLst>
                    <a:ext uri="{FF2B5EF4-FFF2-40B4-BE49-F238E27FC236}">
                      <a16:creationId xmlns:a16="http://schemas.microsoft.com/office/drawing/2014/main" id="{A935B72F-28FA-DCEA-3C4F-5AC7CEB990A4}"/>
                    </a:ext>
                  </a:extLst>
                </p14:cNvPr>
                <p14:cNvContentPartPr/>
                <p14:nvPr/>
              </p14:nvContentPartPr>
              <p14:xfrm>
                <a:off x="2447613" y="5444121"/>
                <a:ext cx="135360" cy="122040"/>
              </p14:xfrm>
            </p:contentPart>
          </mc:Choice>
          <mc:Fallback>
            <p:pic>
              <p:nvPicPr>
                <p:cNvPr id="101" name="Ink 100">
                  <a:extLst>
                    <a:ext uri="{FF2B5EF4-FFF2-40B4-BE49-F238E27FC236}">
                      <a16:creationId xmlns:a16="http://schemas.microsoft.com/office/drawing/2014/main" id="{A935B72F-28FA-DCEA-3C4F-5AC7CEB990A4}"/>
                    </a:ext>
                  </a:extLst>
                </p:cNvPr>
                <p:cNvPicPr/>
                <p:nvPr/>
              </p:nvPicPr>
              <p:blipFill>
                <a:blip r:embed="rId157"/>
                <a:stretch>
                  <a:fillRect/>
                </a:stretch>
              </p:blipFill>
              <p:spPr>
                <a:xfrm>
                  <a:off x="2438973" y="5435481"/>
                  <a:ext cx="15300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2" name="Ink 101">
                  <a:extLst>
                    <a:ext uri="{FF2B5EF4-FFF2-40B4-BE49-F238E27FC236}">
                      <a16:creationId xmlns:a16="http://schemas.microsoft.com/office/drawing/2014/main" id="{573B5784-D929-6E4E-FBFB-920BE7575DF0}"/>
                    </a:ext>
                  </a:extLst>
                </p14:cNvPr>
                <p14:cNvContentPartPr/>
                <p14:nvPr/>
              </p14:nvContentPartPr>
              <p14:xfrm>
                <a:off x="2410893" y="5661561"/>
                <a:ext cx="71280" cy="70200"/>
              </p14:xfrm>
            </p:contentPart>
          </mc:Choice>
          <mc:Fallback>
            <p:pic>
              <p:nvPicPr>
                <p:cNvPr id="102" name="Ink 101">
                  <a:extLst>
                    <a:ext uri="{FF2B5EF4-FFF2-40B4-BE49-F238E27FC236}">
                      <a16:creationId xmlns:a16="http://schemas.microsoft.com/office/drawing/2014/main" id="{573B5784-D929-6E4E-FBFB-920BE7575DF0}"/>
                    </a:ext>
                  </a:extLst>
                </p:cNvPr>
                <p:cNvPicPr/>
                <p:nvPr/>
              </p:nvPicPr>
              <p:blipFill>
                <a:blip r:embed="rId159"/>
                <a:stretch>
                  <a:fillRect/>
                </a:stretch>
              </p:blipFill>
              <p:spPr>
                <a:xfrm>
                  <a:off x="2402253" y="5652561"/>
                  <a:ext cx="8892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3" name="Ink 102">
                  <a:extLst>
                    <a:ext uri="{FF2B5EF4-FFF2-40B4-BE49-F238E27FC236}">
                      <a16:creationId xmlns:a16="http://schemas.microsoft.com/office/drawing/2014/main" id="{4933B476-2A50-021C-A20D-AFE0D7BF62D7}"/>
                    </a:ext>
                  </a:extLst>
                </p14:cNvPr>
                <p14:cNvContentPartPr/>
                <p14:nvPr/>
              </p14:nvContentPartPr>
              <p14:xfrm>
                <a:off x="2529693" y="5620161"/>
                <a:ext cx="62280" cy="115560"/>
              </p14:xfrm>
            </p:contentPart>
          </mc:Choice>
          <mc:Fallback>
            <p:pic>
              <p:nvPicPr>
                <p:cNvPr id="103" name="Ink 102">
                  <a:extLst>
                    <a:ext uri="{FF2B5EF4-FFF2-40B4-BE49-F238E27FC236}">
                      <a16:creationId xmlns:a16="http://schemas.microsoft.com/office/drawing/2014/main" id="{4933B476-2A50-021C-A20D-AFE0D7BF62D7}"/>
                    </a:ext>
                  </a:extLst>
                </p:cNvPr>
                <p:cNvPicPr/>
                <p:nvPr/>
              </p:nvPicPr>
              <p:blipFill>
                <a:blip r:embed="rId161"/>
                <a:stretch>
                  <a:fillRect/>
                </a:stretch>
              </p:blipFill>
              <p:spPr>
                <a:xfrm>
                  <a:off x="2521053" y="5611521"/>
                  <a:ext cx="799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4" name="Ink 103">
                  <a:extLst>
                    <a:ext uri="{FF2B5EF4-FFF2-40B4-BE49-F238E27FC236}">
                      <a16:creationId xmlns:a16="http://schemas.microsoft.com/office/drawing/2014/main" id="{C6E13DC2-C421-15F1-2C65-478E08204830}"/>
                    </a:ext>
                  </a:extLst>
                </p14:cNvPr>
                <p14:cNvContentPartPr/>
                <p14:nvPr/>
              </p14:nvContentPartPr>
              <p14:xfrm>
                <a:off x="2408013" y="5827521"/>
                <a:ext cx="69840" cy="146160"/>
              </p14:xfrm>
            </p:contentPart>
          </mc:Choice>
          <mc:Fallback>
            <p:pic>
              <p:nvPicPr>
                <p:cNvPr id="104" name="Ink 103">
                  <a:extLst>
                    <a:ext uri="{FF2B5EF4-FFF2-40B4-BE49-F238E27FC236}">
                      <a16:creationId xmlns:a16="http://schemas.microsoft.com/office/drawing/2014/main" id="{C6E13DC2-C421-15F1-2C65-478E08204830}"/>
                    </a:ext>
                  </a:extLst>
                </p:cNvPr>
                <p:cNvPicPr/>
                <p:nvPr/>
              </p:nvPicPr>
              <p:blipFill>
                <a:blip r:embed="rId163"/>
                <a:stretch>
                  <a:fillRect/>
                </a:stretch>
              </p:blipFill>
              <p:spPr>
                <a:xfrm>
                  <a:off x="2399013" y="5818881"/>
                  <a:ext cx="874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5" name="Ink 104">
                  <a:extLst>
                    <a:ext uri="{FF2B5EF4-FFF2-40B4-BE49-F238E27FC236}">
                      <a16:creationId xmlns:a16="http://schemas.microsoft.com/office/drawing/2014/main" id="{3C161FDE-099C-9D35-8A66-E7DBB56C19DF}"/>
                    </a:ext>
                  </a:extLst>
                </p14:cNvPr>
                <p14:cNvContentPartPr/>
                <p14:nvPr/>
              </p14:nvContentPartPr>
              <p14:xfrm>
                <a:off x="2401533" y="5846241"/>
                <a:ext cx="78120" cy="5040"/>
              </p14:xfrm>
            </p:contentPart>
          </mc:Choice>
          <mc:Fallback>
            <p:pic>
              <p:nvPicPr>
                <p:cNvPr id="105" name="Ink 104">
                  <a:extLst>
                    <a:ext uri="{FF2B5EF4-FFF2-40B4-BE49-F238E27FC236}">
                      <a16:creationId xmlns:a16="http://schemas.microsoft.com/office/drawing/2014/main" id="{3C161FDE-099C-9D35-8A66-E7DBB56C19DF}"/>
                    </a:ext>
                  </a:extLst>
                </p:cNvPr>
                <p:cNvPicPr/>
                <p:nvPr/>
              </p:nvPicPr>
              <p:blipFill>
                <a:blip r:embed="rId165"/>
                <a:stretch>
                  <a:fillRect/>
                </a:stretch>
              </p:blipFill>
              <p:spPr>
                <a:xfrm>
                  <a:off x="2392533" y="5837601"/>
                  <a:ext cx="9576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6" name="Ink 105">
                  <a:extLst>
                    <a:ext uri="{FF2B5EF4-FFF2-40B4-BE49-F238E27FC236}">
                      <a16:creationId xmlns:a16="http://schemas.microsoft.com/office/drawing/2014/main" id="{CB91ECF0-9252-FB77-409F-7022CCB94063}"/>
                    </a:ext>
                  </a:extLst>
                </p14:cNvPr>
                <p14:cNvContentPartPr/>
                <p14:nvPr/>
              </p14:nvContentPartPr>
              <p14:xfrm>
                <a:off x="2552013" y="5776041"/>
                <a:ext cx="53280" cy="142200"/>
              </p14:xfrm>
            </p:contentPart>
          </mc:Choice>
          <mc:Fallback>
            <p:pic>
              <p:nvPicPr>
                <p:cNvPr id="106" name="Ink 105">
                  <a:extLst>
                    <a:ext uri="{FF2B5EF4-FFF2-40B4-BE49-F238E27FC236}">
                      <a16:creationId xmlns:a16="http://schemas.microsoft.com/office/drawing/2014/main" id="{CB91ECF0-9252-FB77-409F-7022CCB94063}"/>
                    </a:ext>
                  </a:extLst>
                </p:cNvPr>
                <p:cNvPicPr/>
                <p:nvPr/>
              </p:nvPicPr>
              <p:blipFill>
                <a:blip r:embed="rId167"/>
                <a:stretch>
                  <a:fillRect/>
                </a:stretch>
              </p:blipFill>
              <p:spPr>
                <a:xfrm>
                  <a:off x="2543373" y="5767041"/>
                  <a:ext cx="709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7" name="Ink 106">
                  <a:extLst>
                    <a:ext uri="{FF2B5EF4-FFF2-40B4-BE49-F238E27FC236}">
                      <a16:creationId xmlns:a16="http://schemas.microsoft.com/office/drawing/2014/main" id="{0F9E2EFD-D7DA-9C5E-A922-85EF0F2DF1C1}"/>
                    </a:ext>
                  </a:extLst>
                </p14:cNvPr>
                <p14:cNvContentPartPr/>
                <p14:nvPr/>
              </p14:nvContentPartPr>
              <p14:xfrm>
                <a:off x="2427093" y="6067281"/>
                <a:ext cx="89280" cy="74520"/>
              </p14:xfrm>
            </p:contentPart>
          </mc:Choice>
          <mc:Fallback>
            <p:pic>
              <p:nvPicPr>
                <p:cNvPr id="107" name="Ink 106">
                  <a:extLst>
                    <a:ext uri="{FF2B5EF4-FFF2-40B4-BE49-F238E27FC236}">
                      <a16:creationId xmlns:a16="http://schemas.microsoft.com/office/drawing/2014/main" id="{0F9E2EFD-D7DA-9C5E-A922-85EF0F2DF1C1}"/>
                    </a:ext>
                  </a:extLst>
                </p:cNvPr>
                <p:cNvPicPr/>
                <p:nvPr/>
              </p:nvPicPr>
              <p:blipFill>
                <a:blip r:embed="rId169"/>
                <a:stretch>
                  <a:fillRect/>
                </a:stretch>
              </p:blipFill>
              <p:spPr>
                <a:xfrm>
                  <a:off x="2418093" y="6058281"/>
                  <a:ext cx="10692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8" name="Ink 107">
                  <a:extLst>
                    <a:ext uri="{FF2B5EF4-FFF2-40B4-BE49-F238E27FC236}">
                      <a16:creationId xmlns:a16="http://schemas.microsoft.com/office/drawing/2014/main" id="{E3BCC9BC-65E7-FC20-38D1-F502EC3ECFC5}"/>
                    </a:ext>
                  </a:extLst>
                </p14:cNvPr>
                <p14:cNvContentPartPr/>
                <p14:nvPr/>
              </p14:nvContentPartPr>
              <p14:xfrm>
                <a:off x="2563533" y="5967921"/>
                <a:ext cx="75240" cy="152280"/>
              </p14:xfrm>
            </p:contentPart>
          </mc:Choice>
          <mc:Fallback>
            <p:pic>
              <p:nvPicPr>
                <p:cNvPr id="108" name="Ink 107">
                  <a:extLst>
                    <a:ext uri="{FF2B5EF4-FFF2-40B4-BE49-F238E27FC236}">
                      <a16:creationId xmlns:a16="http://schemas.microsoft.com/office/drawing/2014/main" id="{E3BCC9BC-65E7-FC20-38D1-F502EC3ECFC5}"/>
                    </a:ext>
                  </a:extLst>
                </p:cNvPr>
                <p:cNvPicPr/>
                <p:nvPr/>
              </p:nvPicPr>
              <p:blipFill>
                <a:blip r:embed="rId171"/>
                <a:stretch>
                  <a:fillRect/>
                </a:stretch>
              </p:blipFill>
              <p:spPr>
                <a:xfrm>
                  <a:off x="2554893" y="5959281"/>
                  <a:ext cx="928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0" name="Ink 109">
                  <a:extLst>
                    <a:ext uri="{FF2B5EF4-FFF2-40B4-BE49-F238E27FC236}">
                      <a16:creationId xmlns:a16="http://schemas.microsoft.com/office/drawing/2014/main" id="{7A76EE7F-BE8E-94B2-D34B-CC1D831A35CC}"/>
                    </a:ext>
                  </a:extLst>
                </p14:cNvPr>
                <p14:cNvContentPartPr/>
                <p14:nvPr/>
              </p14:nvContentPartPr>
              <p14:xfrm>
                <a:off x="2087253" y="5526561"/>
                <a:ext cx="650160" cy="279000"/>
              </p14:xfrm>
            </p:contentPart>
          </mc:Choice>
          <mc:Fallback>
            <p:pic>
              <p:nvPicPr>
                <p:cNvPr id="110" name="Ink 109">
                  <a:extLst>
                    <a:ext uri="{FF2B5EF4-FFF2-40B4-BE49-F238E27FC236}">
                      <a16:creationId xmlns:a16="http://schemas.microsoft.com/office/drawing/2014/main" id="{7A76EE7F-BE8E-94B2-D34B-CC1D831A35CC}"/>
                    </a:ext>
                  </a:extLst>
                </p:cNvPr>
                <p:cNvPicPr/>
                <p:nvPr/>
              </p:nvPicPr>
              <p:blipFill>
                <a:blip r:embed="rId173"/>
                <a:stretch>
                  <a:fillRect/>
                </a:stretch>
              </p:blipFill>
              <p:spPr>
                <a:xfrm>
                  <a:off x="2078253" y="5517921"/>
                  <a:ext cx="66780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1" name="Ink 110">
                  <a:extLst>
                    <a:ext uri="{FF2B5EF4-FFF2-40B4-BE49-F238E27FC236}">
                      <a16:creationId xmlns:a16="http://schemas.microsoft.com/office/drawing/2014/main" id="{770C4835-C9B2-C56A-7D1F-663695ED50A3}"/>
                    </a:ext>
                  </a:extLst>
                </p14:cNvPr>
                <p14:cNvContentPartPr/>
                <p14:nvPr/>
              </p14:nvContentPartPr>
              <p14:xfrm>
                <a:off x="2229453" y="5792961"/>
                <a:ext cx="678600" cy="383760"/>
              </p14:xfrm>
            </p:contentPart>
          </mc:Choice>
          <mc:Fallback>
            <p:pic>
              <p:nvPicPr>
                <p:cNvPr id="111" name="Ink 110">
                  <a:extLst>
                    <a:ext uri="{FF2B5EF4-FFF2-40B4-BE49-F238E27FC236}">
                      <a16:creationId xmlns:a16="http://schemas.microsoft.com/office/drawing/2014/main" id="{770C4835-C9B2-C56A-7D1F-663695ED50A3}"/>
                    </a:ext>
                  </a:extLst>
                </p:cNvPr>
                <p:cNvPicPr/>
                <p:nvPr/>
              </p:nvPicPr>
              <p:blipFill>
                <a:blip r:embed="rId175"/>
                <a:stretch>
                  <a:fillRect/>
                </a:stretch>
              </p:blipFill>
              <p:spPr>
                <a:xfrm>
                  <a:off x="2220453" y="5783961"/>
                  <a:ext cx="69624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2" name="Ink 111">
                  <a:extLst>
                    <a:ext uri="{FF2B5EF4-FFF2-40B4-BE49-F238E27FC236}">
                      <a16:creationId xmlns:a16="http://schemas.microsoft.com/office/drawing/2014/main" id="{A28AF3A7-8160-5C36-BCD2-D92DE47739F4}"/>
                    </a:ext>
                  </a:extLst>
                </p14:cNvPr>
                <p14:cNvContentPartPr/>
                <p14:nvPr/>
              </p14:nvContentPartPr>
              <p14:xfrm>
                <a:off x="2161413" y="5146041"/>
                <a:ext cx="616680" cy="396720"/>
              </p14:xfrm>
            </p:contentPart>
          </mc:Choice>
          <mc:Fallback>
            <p:pic>
              <p:nvPicPr>
                <p:cNvPr id="112" name="Ink 111">
                  <a:extLst>
                    <a:ext uri="{FF2B5EF4-FFF2-40B4-BE49-F238E27FC236}">
                      <a16:creationId xmlns:a16="http://schemas.microsoft.com/office/drawing/2014/main" id="{A28AF3A7-8160-5C36-BCD2-D92DE47739F4}"/>
                    </a:ext>
                  </a:extLst>
                </p:cNvPr>
                <p:cNvPicPr/>
                <p:nvPr/>
              </p:nvPicPr>
              <p:blipFill>
                <a:blip r:embed="rId177"/>
                <a:stretch>
                  <a:fillRect/>
                </a:stretch>
              </p:blipFill>
              <p:spPr>
                <a:xfrm>
                  <a:off x="2152413" y="5137041"/>
                  <a:ext cx="63432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4" name="Ink 113">
                  <a:extLst>
                    <a:ext uri="{FF2B5EF4-FFF2-40B4-BE49-F238E27FC236}">
                      <a16:creationId xmlns:a16="http://schemas.microsoft.com/office/drawing/2014/main" id="{3FED2D72-BEDF-8ACC-1856-70FBC1C659E9}"/>
                    </a:ext>
                  </a:extLst>
                </p14:cNvPr>
                <p14:cNvContentPartPr/>
                <p14:nvPr/>
              </p14:nvContentPartPr>
              <p14:xfrm>
                <a:off x="8573733" y="5034801"/>
                <a:ext cx="1160640" cy="607320"/>
              </p14:xfrm>
            </p:contentPart>
          </mc:Choice>
          <mc:Fallback>
            <p:pic>
              <p:nvPicPr>
                <p:cNvPr id="114" name="Ink 113">
                  <a:extLst>
                    <a:ext uri="{FF2B5EF4-FFF2-40B4-BE49-F238E27FC236}">
                      <a16:creationId xmlns:a16="http://schemas.microsoft.com/office/drawing/2014/main" id="{3FED2D72-BEDF-8ACC-1856-70FBC1C659E9}"/>
                    </a:ext>
                  </a:extLst>
                </p:cNvPr>
                <p:cNvPicPr/>
                <p:nvPr/>
              </p:nvPicPr>
              <p:blipFill>
                <a:blip r:embed="rId179"/>
                <a:stretch>
                  <a:fillRect/>
                </a:stretch>
              </p:blipFill>
              <p:spPr>
                <a:xfrm>
                  <a:off x="8564733" y="5026161"/>
                  <a:ext cx="1178280" cy="6249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5" name="Ink 114">
                  <a:extLst>
                    <a:ext uri="{FF2B5EF4-FFF2-40B4-BE49-F238E27FC236}">
                      <a16:creationId xmlns:a16="http://schemas.microsoft.com/office/drawing/2014/main" id="{BA01D3EA-33FF-EAF8-8694-39703355ADA1}"/>
                    </a:ext>
                  </a:extLst>
                </p14:cNvPr>
                <p14:cNvContentPartPr/>
                <p14:nvPr/>
              </p14:nvContentPartPr>
              <p14:xfrm>
                <a:off x="9169173" y="5625201"/>
                <a:ext cx="10080" cy="122760"/>
              </p14:xfrm>
            </p:contentPart>
          </mc:Choice>
          <mc:Fallback>
            <p:pic>
              <p:nvPicPr>
                <p:cNvPr id="115" name="Ink 114">
                  <a:extLst>
                    <a:ext uri="{FF2B5EF4-FFF2-40B4-BE49-F238E27FC236}">
                      <a16:creationId xmlns:a16="http://schemas.microsoft.com/office/drawing/2014/main" id="{BA01D3EA-33FF-EAF8-8694-39703355ADA1}"/>
                    </a:ext>
                  </a:extLst>
                </p:cNvPr>
                <p:cNvPicPr/>
                <p:nvPr/>
              </p:nvPicPr>
              <p:blipFill>
                <a:blip r:embed="rId181"/>
                <a:stretch>
                  <a:fillRect/>
                </a:stretch>
              </p:blipFill>
              <p:spPr>
                <a:xfrm>
                  <a:off x="9160533" y="5616201"/>
                  <a:ext cx="277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6" name="Ink 115">
                  <a:extLst>
                    <a:ext uri="{FF2B5EF4-FFF2-40B4-BE49-F238E27FC236}">
                      <a16:creationId xmlns:a16="http://schemas.microsoft.com/office/drawing/2014/main" id="{F6EA2EAD-C65B-2CD8-D798-46F3EFF1FA65}"/>
                    </a:ext>
                  </a:extLst>
                </p14:cNvPr>
                <p14:cNvContentPartPr/>
                <p14:nvPr/>
              </p14:nvContentPartPr>
              <p14:xfrm>
                <a:off x="9132093" y="5736801"/>
                <a:ext cx="133920" cy="23040"/>
              </p14:xfrm>
            </p:contentPart>
          </mc:Choice>
          <mc:Fallback>
            <p:pic>
              <p:nvPicPr>
                <p:cNvPr id="116" name="Ink 115">
                  <a:extLst>
                    <a:ext uri="{FF2B5EF4-FFF2-40B4-BE49-F238E27FC236}">
                      <a16:creationId xmlns:a16="http://schemas.microsoft.com/office/drawing/2014/main" id="{F6EA2EAD-C65B-2CD8-D798-46F3EFF1FA65}"/>
                    </a:ext>
                  </a:extLst>
                </p:cNvPr>
                <p:cNvPicPr/>
                <p:nvPr/>
              </p:nvPicPr>
              <p:blipFill>
                <a:blip r:embed="rId183"/>
                <a:stretch>
                  <a:fillRect/>
                </a:stretch>
              </p:blipFill>
              <p:spPr>
                <a:xfrm>
                  <a:off x="9123453" y="5727801"/>
                  <a:ext cx="15156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7" name="Ink 116">
                  <a:extLst>
                    <a:ext uri="{FF2B5EF4-FFF2-40B4-BE49-F238E27FC236}">
                      <a16:creationId xmlns:a16="http://schemas.microsoft.com/office/drawing/2014/main" id="{54CDEF41-7194-50FD-72FC-709EECAF6476}"/>
                    </a:ext>
                  </a:extLst>
                </p14:cNvPr>
                <p14:cNvContentPartPr/>
                <p14:nvPr/>
              </p14:nvContentPartPr>
              <p14:xfrm>
                <a:off x="8769933" y="5997801"/>
                <a:ext cx="837360" cy="61560"/>
              </p14:xfrm>
            </p:contentPart>
          </mc:Choice>
          <mc:Fallback>
            <p:pic>
              <p:nvPicPr>
                <p:cNvPr id="117" name="Ink 116">
                  <a:extLst>
                    <a:ext uri="{FF2B5EF4-FFF2-40B4-BE49-F238E27FC236}">
                      <a16:creationId xmlns:a16="http://schemas.microsoft.com/office/drawing/2014/main" id="{54CDEF41-7194-50FD-72FC-709EECAF6476}"/>
                    </a:ext>
                  </a:extLst>
                </p:cNvPr>
                <p:cNvPicPr/>
                <p:nvPr/>
              </p:nvPicPr>
              <p:blipFill>
                <a:blip r:embed="rId185"/>
                <a:stretch>
                  <a:fillRect/>
                </a:stretch>
              </p:blipFill>
              <p:spPr>
                <a:xfrm>
                  <a:off x="8760933" y="5989161"/>
                  <a:ext cx="8550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8" name="Ink 117">
                  <a:extLst>
                    <a:ext uri="{FF2B5EF4-FFF2-40B4-BE49-F238E27FC236}">
                      <a16:creationId xmlns:a16="http://schemas.microsoft.com/office/drawing/2014/main" id="{E19B2118-FB81-6126-503F-F39A649659AF}"/>
                    </a:ext>
                  </a:extLst>
                </p14:cNvPr>
                <p14:cNvContentPartPr/>
                <p14:nvPr/>
              </p14:nvContentPartPr>
              <p14:xfrm>
                <a:off x="8888013" y="6134241"/>
                <a:ext cx="455400" cy="11520"/>
              </p14:xfrm>
            </p:contentPart>
          </mc:Choice>
          <mc:Fallback>
            <p:pic>
              <p:nvPicPr>
                <p:cNvPr id="118" name="Ink 117">
                  <a:extLst>
                    <a:ext uri="{FF2B5EF4-FFF2-40B4-BE49-F238E27FC236}">
                      <a16:creationId xmlns:a16="http://schemas.microsoft.com/office/drawing/2014/main" id="{E19B2118-FB81-6126-503F-F39A649659AF}"/>
                    </a:ext>
                  </a:extLst>
                </p:cNvPr>
                <p:cNvPicPr/>
                <p:nvPr/>
              </p:nvPicPr>
              <p:blipFill>
                <a:blip r:embed="rId187"/>
                <a:stretch>
                  <a:fillRect/>
                </a:stretch>
              </p:blipFill>
              <p:spPr>
                <a:xfrm>
                  <a:off x="8879373" y="6125601"/>
                  <a:ext cx="4730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20" name="Ink 119">
                  <a:extLst>
                    <a:ext uri="{FF2B5EF4-FFF2-40B4-BE49-F238E27FC236}">
                      <a16:creationId xmlns:a16="http://schemas.microsoft.com/office/drawing/2014/main" id="{1EE24D0E-777D-3FF6-3F78-5C271E1260CF}"/>
                    </a:ext>
                  </a:extLst>
                </p14:cNvPr>
                <p14:cNvContentPartPr/>
                <p14:nvPr/>
              </p14:nvContentPartPr>
              <p14:xfrm>
                <a:off x="1175733" y="3725121"/>
                <a:ext cx="271080" cy="233280"/>
              </p14:xfrm>
            </p:contentPart>
          </mc:Choice>
          <mc:Fallback>
            <p:pic>
              <p:nvPicPr>
                <p:cNvPr id="120" name="Ink 119">
                  <a:extLst>
                    <a:ext uri="{FF2B5EF4-FFF2-40B4-BE49-F238E27FC236}">
                      <a16:creationId xmlns:a16="http://schemas.microsoft.com/office/drawing/2014/main" id="{1EE24D0E-777D-3FF6-3F78-5C271E1260CF}"/>
                    </a:ext>
                  </a:extLst>
                </p:cNvPr>
                <p:cNvPicPr/>
                <p:nvPr/>
              </p:nvPicPr>
              <p:blipFill>
                <a:blip r:embed="rId189"/>
                <a:stretch>
                  <a:fillRect/>
                </a:stretch>
              </p:blipFill>
              <p:spPr>
                <a:xfrm>
                  <a:off x="1166733" y="3716121"/>
                  <a:ext cx="28872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1" name="Ink 120">
                  <a:extLst>
                    <a:ext uri="{FF2B5EF4-FFF2-40B4-BE49-F238E27FC236}">
                      <a16:creationId xmlns:a16="http://schemas.microsoft.com/office/drawing/2014/main" id="{BE0DEE71-28D1-2A3B-9A53-F8E2D59F458A}"/>
                    </a:ext>
                  </a:extLst>
                </p14:cNvPr>
                <p14:cNvContentPartPr/>
                <p14:nvPr/>
              </p14:nvContentPartPr>
              <p14:xfrm>
                <a:off x="1284453" y="3638001"/>
                <a:ext cx="57600" cy="325440"/>
              </p14:xfrm>
            </p:contentPart>
          </mc:Choice>
          <mc:Fallback>
            <p:pic>
              <p:nvPicPr>
                <p:cNvPr id="121" name="Ink 120">
                  <a:extLst>
                    <a:ext uri="{FF2B5EF4-FFF2-40B4-BE49-F238E27FC236}">
                      <a16:creationId xmlns:a16="http://schemas.microsoft.com/office/drawing/2014/main" id="{BE0DEE71-28D1-2A3B-9A53-F8E2D59F458A}"/>
                    </a:ext>
                  </a:extLst>
                </p:cNvPr>
                <p:cNvPicPr/>
                <p:nvPr/>
              </p:nvPicPr>
              <p:blipFill>
                <a:blip r:embed="rId191"/>
                <a:stretch>
                  <a:fillRect/>
                </a:stretch>
              </p:blipFill>
              <p:spPr>
                <a:xfrm>
                  <a:off x="1275813" y="3629361"/>
                  <a:ext cx="7524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2" name="Ink 121">
                  <a:extLst>
                    <a:ext uri="{FF2B5EF4-FFF2-40B4-BE49-F238E27FC236}">
                      <a16:creationId xmlns:a16="http://schemas.microsoft.com/office/drawing/2014/main" id="{3C0E271F-09E3-95F7-F288-A60D7836520C}"/>
                    </a:ext>
                  </a:extLst>
                </p14:cNvPr>
                <p14:cNvContentPartPr/>
                <p14:nvPr/>
              </p14:nvContentPartPr>
              <p14:xfrm>
                <a:off x="1527093" y="3683721"/>
                <a:ext cx="129240" cy="215640"/>
              </p14:xfrm>
            </p:contentPart>
          </mc:Choice>
          <mc:Fallback>
            <p:pic>
              <p:nvPicPr>
                <p:cNvPr id="122" name="Ink 121">
                  <a:extLst>
                    <a:ext uri="{FF2B5EF4-FFF2-40B4-BE49-F238E27FC236}">
                      <a16:creationId xmlns:a16="http://schemas.microsoft.com/office/drawing/2014/main" id="{3C0E271F-09E3-95F7-F288-A60D7836520C}"/>
                    </a:ext>
                  </a:extLst>
                </p:cNvPr>
                <p:cNvPicPr/>
                <p:nvPr/>
              </p:nvPicPr>
              <p:blipFill>
                <a:blip r:embed="rId193"/>
                <a:stretch>
                  <a:fillRect/>
                </a:stretch>
              </p:blipFill>
              <p:spPr>
                <a:xfrm>
                  <a:off x="1518093" y="3675081"/>
                  <a:ext cx="14688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3" name="Ink 122">
                  <a:extLst>
                    <a:ext uri="{FF2B5EF4-FFF2-40B4-BE49-F238E27FC236}">
                      <a16:creationId xmlns:a16="http://schemas.microsoft.com/office/drawing/2014/main" id="{DAC7D4AF-3EB7-4932-EED0-FCE6711C62FC}"/>
                    </a:ext>
                  </a:extLst>
                </p14:cNvPr>
                <p14:cNvContentPartPr/>
                <p14:nvPr/>
              </p14:nvContentPartPr>
              <p14:xfrm>
                <a:off x="1707453" y="3679041"/>
                <a:ext cx="95400" cy="182160"/>
              </p14:xfrm>
            </p:contentPart>
          </mc:Choice>
          <mc:Fallback>
            <p:pic>
              <p:nvPicPr>
                <p:cNvPr id="123" name="Ink 122">
                  <a:extLst>
                    <a:ext uri="{FF2B5EF4-FFF2-40B4-BE49-F238E27FC236}">
                      <a16:creationId xmlns:a16="http://schemas.microsoft.com/office/drawing/2014/main" id="{DAC7D4AF-3EB7-4932-EED0-FCE6711C62FC}"/>
                    </a:ext>
                  </a:extLst>
                </p:cNvPr>
                <p:cNvPicPr/>
                <p:nvPr/>
              </p:nvPicPr>
              <p:blipFill>
                <a:blip r:embed="rId195"/>
                <a:stretch>
                  <a:fillRect/>
                </a:stretch>
              </p:blipFill>
              <p:spPr>
                <a:xfrm>
                  <a:off x="1698453" y="3670401"/>
                  <a:ext cx="11304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4" name="Ink 123">
                  <a:extLst>
                    <a:ext uri="{FF2B5EF4-FFF2-40B4-BE49-F238E27FC236}">
                      <a16:creationId xmlns:a16="http://schemas.microsoft.com/office/drawing/2014/main" id="{D6BF5DDC-3247-7AB4-F230-1FBDC1AD6C29}"/>
                    </a:ext>
                  </a:extLst>
                </p14:cNvPr>
                <p14:cNvContentPartPr/>
                <p14:nvPr/>
              </p14:nvContentPartPr>
              <p14:xfrm>
                <a:off x="1856493" y="3673281"/>
                <a:ext cx="106920" cy="157680"/>
              </p14:xfrm>
            </p:contentPart>
          </mc:Choice>
          <mc:Fallback>
            <p:pic>
              <p:nvPicPr>
                <p:cNvPr id="124" name="Ink 123">
                  <a:extLst>
                    <a:ext uri="{FF2B5EF4-FFF2-40B4-BE49-F238E27FC236}">
                      <a16:creationId xmlns:a16="http://schemas.microsoft.com/office/drawing/2014/main" id="{D6BF5DDC-3247-7AB4-F230-1FBDC1AD6C29}"/>
                    </a:ext>
                  </a:extLst>
                </p:cNvPr>
                <p:cNvPicPr/>
                <p:nvPr/>
              </p:nvPicPr>
              <p:blipFill>
                <a:blip r:embed="rId197"/>
                <a:stretch>
                  <a:fillRect/>
                </a:stretch>
              </p:blipFill>
              <p:spPr>
                <a:xfrm>
                  <a:off x="1847493" y="3664641"/>
                  <a:ext cx="12456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5" name="Ink 124">
                  <a:extLst>
                    <a:ext uri="{FF2B5EF4-FFF2-40B4-BE49-F238E27FC236}">
                      <a16:creationId xmlns:a16="http://schemas.microsoft.com/office/drawing/2014/main" id="{EAFF7E53-945E-F413-4E95-58E8546449A1}"/>
                    </a:ext>
                  </a:extLst>
                </p14:cNvPr>
                <p14:cNvContentPartPr/>
                <p14:nvPr/>
              </p14:nvContentPartPr>
              <p14:xfrm>
                <a:off x="2027493" y="3579681"/>
                <a:ext cx="112680" cy="178200"/>
              </p14:xfrm>
            </p:contentPart>
          </mc:Choice>
          <mc:Fallback>
            <p:pic>
              <p:nvPicPr>
                <p:cNvPr id="125" name="Ink 124">
                  <a:extLst>
                    <a:ext uri="{FF2B5EF4-FFF2-40B4-BE49-F238E27FC236}">
                      <a16:creationId xmlns:a16="http://schemas.microsoft.com/office/drawing/2014/main" id="{EAFF7E53-945E-F413-4E95-58E8546449A1}"/>
                    </a:ext>
                  </a:extLst>
                </p:cNvPr>
                <p:cNvPicPr/>
                <p:nvPr/>
              </p:nvPicPr>
              <p:blipFill>
                <a:blip r:embed="rId199"/>
                <a:stretch>
                  <a:fillRect/>
                </a:stretch>
              </p:blipFill>
              <p:spPr>
                <a:xfrm>
                  <a:off x="2018493" y="3570681"/>
                  <a:ext cx="1303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6" name="Ink 125">
                  <a:extLst>
                    <a:ext uri="{FF2B5EF4-FFF2-40B4-BE49-F238E27FC236}">
                      <a16:creationId xmlns:a16="http://schemas.microsoft.com/office/drawing/2014/main" id="{BAA92934-8C9A-7DDB-3303-A0DC5A1F169A}"/>
                    </a:ext>
                  </a:extLst>
                </p14:cNvPr>
                <p14:cNvContentPartPr/>
                <p14:nvPr/>
              </p14:nvContentPartPr>
              <p14:xfrm>
                <a:off x="2226213" y="3692001"/>
                <a:ext cx="33480" cy="23760"/>
              </p14:xfrm>
            </p:contentPart>
          </mc:Choice>
          <mc:Fallback>
            <p:pic>
              <p:nvPicPr>
                <p:cNvPr id="126" name="Ink 125">
                  <a:extLst>
                    <a:ext uri="{FF2B5EF4-FFF2-40B4-BE49-F238E27FC236}">
                      <a16:creationId xmlns:a16="http://schemas.microsoft.com/office/drawing/2014/main" id="{BAA92934-8C9A-7DDB-3303-A0DC5A1F169A}"/>
                    </a:ext>
                  </a:extLst>
                </p:cNvPr>
                <p:cNvPicPr/>
                <p:nvPr/>
              </p:nvPicPr>
              <p:blipFill>
                <a:blip r:embed="rId201"/>
                <a:stretch>
                  <a:fillRect/>
                </a:stretch>
              </p:blipFill>
              <p:spPr>
                <a:xfrm>
                  <a:off x="2217213" y="3683001"/>
                  <a:ext cx="511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7" name="Ink 126">
                  <a:extLst>
                    <a:ext uri="{FF2B5EF4-FFF2-40B4-BE49-F238E27FC236}">
                      <a16:creationId xmlns:a16="http://schemas.microsoft.com/office/drawing/2014/main" id="{F2766555-0EE0-8E21-D18F-A917F0AD963F}"/>
                    </a:ext>
                  </a:extLst>
                </p14:cNvPr>
                <p14:cNvContentPartPr/>
                <p14:nvPr/>
              </p14:nvContentPartPr>
              <p14:xfrm>
                <a:off x="2348973" y="3513081"/>
                <a:ext cx="216360" cy="168120"/>
              </p14:xfrm>
            </p:contentPart>
          </mc:Choice>
          <mc:Fallback>
            <p:pic>
              <p:nvPicPr>
                <p:cNvPr id="127" name="Ink 126">
                  <a:extLst>
                    <a:ext uri="{FF2B5EF4-FFF2-40B4-BE49-F238E27FC236}">
                      <a16:creationId xmlns:a16="http://schemas.microsoft.com/office/drawing/2014/main" id="{F2766555-0EE0-8E21-D18F-A917F0AD963F}"/>
                    </a:ext>
                  </a:extLst>
                </p:cNvPr>
                <p:cNvPicPr/>
                <p:nvPr/>
              </p:nvPicPr>
              <p:blipFill>
                <a:blip r:embed="rId203"/>
                <a:stretch>
                  <a:fillRect/>
                </a:stretch>
              </p:blipFill>
              <p:spPr>
                <a:xfrm>
                  <a:off x="2340333" y="3504081"/>
                  <a:ext cx="23400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8" name="Ink 127">
                  <a:extLst>
                    <a:ext uri="{FF2B5EF4-FFF2-40B4-BE49-F238E27FC236}">
                      <a16:creationId xmlns:a16="http://schemas.microsoft.com/office/drawing/2014/main" id="{36830413-2FD2-FE7C-7514-93C95F8367E5}"/>
                    </a:ext>
                  </a:extLst>
                </p14:cNvPr>
                <p14:cNvContentPartPr/>
                <p14:nvPr/>
              </p14:nvContentPartPr>
              <p14:xfrm>
                <a:off x="2557413" y="3407241"/>
                <a:ext cx="65880" cy="204480"/>
              </p14:xfrm>
            </p:contentPart>
          </mc:Choice>
          <mc:Fallback>
            <p:pic>
              <p:nvPicPr>
                <p:cNvPr id="128" name="Ink 127">
                  <a:extLst>
                    <a:ext uri="{FF2B5EF4-FFF2-40B4-BE49-F238E27FC236}">
                      <a16:creationId xmlns:a16="http://schemas.microsoft.com/office/drawing/2014/main" id="{36830413-2FD2-FE7C-7514-93C95F8367E5}"/>
                    </a:ext>
                  </a:extLst>
                </p:cNvPr>
                <p:cNvPicPr/>
                <p:nvPr/>
              </p:nvPicPr>
              <p:blipFill>
                <a:blip r:embed="rId205"/>
                <a:stretch>
                  <a:fillRect/>
                </a:stretch>
              </p:blipFill>
              <p:spPr>
                <a:xfrm>
                  <a:off x="2548413" y="3398241"/>
                  <a:ext cx="8352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9" name="Ink 128">
                  <a:extLst>
                    <a:ext uri="{FF2B5EF4-FFF2-40B4-BE49-F238E27FC236}">
                      <a16:creationId xmlns:a16="http://schemas.microsoft.com/office/drawing/2014/main" id="{7DD74EEF-9AD9-7F90-81BD-B576DAEB8E80}"/>
                    </a:ext>
                  </a:extLst>
                </p14:cNvPr>
                <p14:cNvContentPartPr/>
                <p14:nvPr/>
              </p14:nvContentPartPr>
              <p14:xfrm>
                <a:off x="2590533" y="3429561"/>
                <a:ext cx="454320" cy="299880"/>
              </p14:xfrm>
            </p:contentPart>
          </mc:Choice>
          <mc:Fallback>
            <p:pic>
              <p:nvPicPr>
                <p:cNvPr id="129" name="Ink 128">
                  <a:extLst>
                    <a:ext uri="{FF2B5EF4-FFF2-40B4-BE49-F238E27FC236}">
                      <a16:creationId xmlns:a16="http://schemas.microsoft.com/office/drawing/2014/main" id="{7DD74EEF-9AD9-7F90-81BD-B576DAEB8E80}"/>
                    </a:ext>
                  </a:extLst>
                </p:cNvPr>
                <p:cNvPicPr/>
                <p:nvPr/>
              </p:nvPicPr>
              <p:blipFill>
                <a:blip r:embed="rId207"/>
                <a:stretch>
                  <a:fillRect/>
                </a:stretch>
              </p:blipFill>
              <p:spPr>
                <a:xfrm>
                  <a:off x="2581893" y="3420561"/>
                  <a:ext cx="47196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1" name="Ink 130">
                  <a:extLst>
                    <a:ext uri="{FF2B5EF4-FFF2-40B4-BE49-F238E27FC236}">
                      <a16:creationId xmlns:a16="http://schemas.microsoft.com/office/drawing/2014/main" id="{213815C2-D69A-2F0F-2C0E-7075AB803EE7}"/>
                    </a:ext>
                  </a:extLst>
                </p14:cNvPr>
                <p14:cNvContentPartPr/>
                <p14:nvPr/>
              </p14:nvContentPartPr>
              <p14:xfrm>
                <a:off x="1313253" y="3742761"/>
                <a:ext cx="1881000" cy="335160"/>
              </p14:xfrm>
            </p:contentPart>
          </mc:Choice>
          <mc:Fallback>
            <p:pic>
              <p:nvPicPr>
                <p:cNvPr id="131" name="Ink 130">
                  <a:extLst>
                    <a:ext uri="{FF2B5EF4-FFF2-40B4-BE49-F238E27FC236}">
                      <a16:creationId xmlns:a16="http://schemas.microsoft.com/office/drawing/2014/main" id="{213815C2-D69A-2F0F-2C0E-7075AB803EE7}"/>
                    </a:ext>
                  </a:extLst>
                </p:cNvPr>
                <p:cNvPicPr/>
                <p:nvPr/>
              </p:nvPicPr>
              <p:blipFill>
                <a:blip r:embed="rId209"/>
                <a:stretch>
                  <a:fillRect/>
                </a:stretch>
              </p:blipFill>
              <p:spPr>
                <a:xfrm>
                  <a:off x="1304253" y="3734121"/>
                  <a:ext cx="189864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3" name="Ink 132">
                  <a:extLst>
                    <a:ext uri="{FF2B5EF4-FFF2-40B4-BE49-F238E27FC236}">
                      <a16:creationId xmlns:a16="http://schemas.microsoft.com/office/drawing/2014/main" id="{68BA1397-0F52-E397-72A3-E188E29D22FA}"/>
                    </a:ext>
                  </a:extLst>
                </p14:cNvPr>
                <p14:cNvContentPartPr/>
                <p14:nvPr/>
              </p14:nvContentPartPr>
              <p14:xfrm>
                <a:off x="2291013" y="4087641"/>
                <a:ext cx="37080" cy="217440"/>
              </p14:xfrm>
            </p:contentPart>
          </mc:Choice>
          <mc:Fallback>
            <p:pic>
              <p:nvPicPr>
                <p:cNvPr id="133" name="Ink 132">
                  <a:extLst>
                    <a:ext uri="{FF2B5EF4-FFF2-40B4-BE49-F238E27FC236}">
                      <a16:creationId xmlns:a16="http://schemas.microsoft.com/office/drawing/2014/main" id="{68BA1397-0F52-E397-72A3-E188E29D22FA}"/>
                    </a:ext>
                  </a:extLst>
                </p:cNvPr>
                <p:cNvPicPr/>
                <p:nvPr/>
              </p:nvPicPr>
              <p:blipFill>
                <a:blip r:embed="rId211"/>
                <a:stretch>
                  <a:fillRect/>
                </a:stretch>
              </p:blipFill>
              <p:spPr>
                <a:xfrm>
                  <a:off x="2282373" y="4078641"/>
                  <a:ext cx="5472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4" name="Ink 133">
                  <a:extLst>
                    <a:ext uri="{FF2B5EF4-FFF2-40B4-BE49-F238E27FC236}">
                      <a16:creationId xmlns:a16="http://schemas.microsoft.com/office/drawing/2014/main" id="{BECD4F1C-CED7-7744-8639-CAEE3AC6CDB2}"/>
                    </a:ext>
                  </a:extLst>
                </p14:cNvPr>
                <p14:cNvContentPartPr/>
                <p14:nvPr/>
              </p14:nvContentPartPr>
              <p14:xfrm>
                <a:off x="2378493" y="4086201"/>
                <a:ext cx="44640" cy="225360"/>
              </p14:xfrm>
            </p:contentPart>
          </mc:Choice>
          <mc:Fallback>
            <p:pic>
              <p:nvPicPr>
                <p:cNvPr id="134" name="Ink 133">
                  <a:extLst>
                    <a:ext uri="{FF2B5EF4-FFF2-40B4-BE49-F238E27FC236}">
                      <a16:creationId xmlns:a16="http://schemas.microsoft.com/office/drawing/2014/main" id="{BECD4F1C-CED7-7744-8639-CAEE3AC6CDB2}"/>
                    </a:ext>
                  </a:extLst>
                </p:cNvPr>
                <p:cNvPicPr/>
                <p:nvPr/>
              </p:nvPicPr>
              <p:blipFill>
                <a:blip r:embed="rId213"/>
                <a:stretch>
                  <a:fillRect/>
                </a:stretch>
              </p:blipFill>
              <p:spPr>
                <a:xfrm>
                  <a:off x="2369853" y="4077201"/>
                  <a:ext cx="6228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6" name="Ink 135">
                  <a:extLst>
                    <a:ext uri="{FF2B5EF4-FFF2-40B4-BE49-F238E27FC236}">
                      <a16:creationId xmlns:a16="http://schemas.microsoft.com/office/drawing/2014/main" id="{4A139C5B-57DF-D761-49E7-52A8A265F8C7}"/>
                    </a:ext>
                  </a:extLst>
                </p14:cNvPr>
                <p14:cNvContentPartPr/>
                <p14:nvPr/>
              </p14:nvContentPartPr>
              <p14:xfrm>
                <a:off x="3124773" y="3386361"/>
                <a:ext cx="142920" cy="51480"/>
              </p14:xfrm>
            </p:contentPart>
          </mc:Choice>
          <mc:Fallback>
            <p:pic>
              <p:nvPicPr>
                <p:cNvPr id="136" name="Ink 135">
                  <a:extLst>
                    <a:ext uri="{FF2B5EF4-FFF2-40B4-BE49-F238E27FC236}">
                      <a16:creationId xmlns:a16="http://schemas.microsoft.com/office/drawing/2014/main" id="{4A139C5B-57DF-D761-49E7-52A8A265F8C7}"/>
                    </a:ext>
                  </a:extLst>
                </p:cNvPr>
                <p:cNvPicPr/>
                <p:nvPr/>
              </p:nvPicPr>
              <p:blipFill>
                <a:blip r:embed="rId215"/>
                <a:stretch>
                  <a:fillRect/>
                </a:stretch>
              </p:blipFill>
              <p:spPr>
                <a:xfrm>
                  <a:off x="3116133" y="3377361"/>
                  <a:ext cx="16056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7" name="Ink 136">
                  <a:extLst>
                    <a:ext uri="{FF2B5EF4-FFF2-40B4-BE49-F238E27FC236}">
                      <a16:creationId xmlns:a16="http://schemas.microsoft.com/office/drawing/2014/main" id="{7B59FFAD-B294-17B9-C6C3-ED7320EEF2A2}"/>
                    </a:ext>
                  </a:extLst>
                </p14:cNvPr>
                <p14:cNvContentPartPr/>
                <p14:nvPr/>
              </p14:nvContentPartPr>
              <p14:xfrm>
                <a:off x="3176973" y="3467001"/>
                <a:ext cx="86400" cy="21960"/>
              </p14:xfrm>
            </p:contentPart>
          </mc:Choice>
          <mc:Fallback>
            <p:pic>
              <p:nvPicPr>
                <p:cNvPr id="137" name="Ink 136">
                  <a:extLst>
                    <a:ext uri="{FF2B5EF4-FFF2-40B4-BE49-F238E27FC236}">
                      <a16:creationId xmlns:a16="http://schemas.microsoft.com/office/drawing/2014/main" id="{7B59FFAD-B294-17B9-C6C3-ED7320EEF2A2}"/>
                    </a:ext>
                  </a:extLst>
                </p:cNvPr>
                <p:cNvPicPr/>
                <p:nvPr/>
              </p:nvPicPr>
              <p:blipFill>
                <a:blip r:embed="rId217"/>
                <a:stretch>
                  <a:fillRect/>
                </a:stretch>
              </p:blipFill>
              <p:spPr>
                <a:xfrm>
                  <a:off x="3168333" y="3458001"/>
                  <a:ext cx="10404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8" name="Ink 137">
                  <a:extLst>
                    <a:ext uri="{FF2B5EF4-FFF2-40B4-BE49-F238E27FC236}">
                      <a16:creationId xmlns:a16="http://schemas.microsoft.com/office/drawing/2014/main" id="{E6338E05-1FC7-6C02-B41C-79FCCE1F381E}"/>
                    </a:ext>
                  </a:extLst>
                </p14:cNvPr>
                <p14:cNvContentPartPr/>
                <p14:nvPr/>
              </p14:nvContentPartPr>
              <p14:xfrm>
                <a:off x="3426093" y="3338481"/>
                <a:ext cx="101160" cy="134280"/>
              </p14:xfrm>
            </p:contentPart>
          </mc:Choice>
          <mc:Fallback>
            <p:pic>
              <p:nvPicPr>
                <p:cNvPr id="138" name="Ink 137">
                  <a:extLst>
                    <a:ext uri="{FF2B5EF4-FFF2-40B4-BE49-F238E27FC236}">
                      <a16:creationId xmlns:a16="http://schemas.microsoft.com/office/drawing/2014/main" id="{E6338E05-1FC7-6C02-B41C-79FCCE1F381E}"/>
                    </a:ext>
                  </a:extLst>
                </p:cNvPr>
                <p:cNvPicPr/>
                <p:nvPr/>
              </p:nvPicPr>
              <p:blipFill>
                <a:blip r:embed="rId219"/>
                <a:stretch>
                  <a:fillRect/>
                </a:stretch>
              </p:blipFill>
              <p:spPr>
                <a:xfrm>
                  <a:off x="3417093" y="3329481"/>
                  <a:ext cx="11880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9" name="Ink 138">
                  <a:extLst>
                    <a:ext uri="{FF2B5EF4-FFF2-40B4-BE49-F238E27FC236}">
                      <a16:creationId xmlns:a16="http://schemas.microsoft.com/office/drawing/2014/main" id="{8383E889-A10B-ABEF-1B11-029E00D8F5D1}"/>
                    </a:ext>
                  </a:extLst>
                </p14:cNvPr>
                <p14:cNvContentPartPr/>
                <p14:nvPr/>
              </p14:nvContentPartPr>
              <p14:xfrm>
                <a:off x="3575133" y="3332001"/>
                <a:ext cx="88560" cy="106920"/>
              </p14:xfrm>
            </p:contentPart>
          </mc:Choice>
          <mc:Fallback>
            <p:pic>
              <p:nvPicPr>
                <p:cNvPr id="139" name="Ink 138">
                  <a:extLst>
                    <a:ext uri="{FF2B5EF4-FFF2-40B4-BE49-F238E27FC236}">
                      <a16:creationId xmlns:a16="http://schemas.microsoft.com/office/drawing/2014/main" id="{8383E889-A10B-ABEF-1B11-029E00D8F5D1}"/>
                    </a:ext>
                  </a:extLst>
                </p:cNvPr>
                <p:cNvPicPr/>
                <p:nvPr/>
              </p:nvPicPr>
              <p:blipFill>
                <a:blip r:embed="rId221"/>
                <a:stretch>
                  <a:fillRect/>
                </a:stretch>
              </p:blipFill>
              <p:spPr>
                <a:xfrm>
                  <a:off x="3566133" y="3323001"/>
                  <a:ext cx="10620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40" name="Ink 139">
                  <a:extLst>
                    <a:ext uri="{FF2B5EF4-FFF2-40B4-BE49-F238E27FC236}">
                      <a16:creationId xmlns:a16="http://schemas.microsoft.com/office/drawing/2014/main" id="{01B3C684-55D2-B415-40B7-376175D9E2D0}"/>
                    </a:ext>
                  </a:extLst>
                </p14:cNvPr>
                <p14:cNvContentPartPr/>
                <p14:nvPr/>
              </p14:nvContentPartPr>
              <p14:xfrm>
                <a:off x="3720933" y="3312201"/>
                <a:ext cx="100080" cy="108720"/>
              </p14:xfrm>
            </p:contentPart>
          </mc:Choice>
          <mc:Fallback>
            <p:pic>
              <p:nvPicPr>
                <p:cNvPr id="140" name="Ink 139">
                  <a:extLst>
                    <a:ext uri="{FF2B5EF4-FFF2-40B4-BE49-F238E27FC236}">
                      <a16:creationId xmlns:a16="http://schemas.microsoft.com/office/drawing/2014/main" id="{01B3C684-55D2-B415-40B7-376175D9E2D0}"/>
                    </a:ext>
                  </a:extLst>
                </p:cNvPr>
                <p:cNvPicPr/>
                <p:nvPr/>
              </p:nvPicPr>
              <p:blipFill>
                <a:blip r:embed="rId223"/>
                <a:stretch>
                  <a:fillRect/>
                </a:stretch>
              </p:blipFill>
              <p:spPr>
                <a:xfrm>
                  <a:off x="3712293" y="3303201"/>
                  <a:ext cx="1177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41" name="Ink 140">
                  <a:extLst>
                    <a:ext uri="{FF2B5EF4-FFF2-40B4-BE49-F238E27FC236}">
                      <a16:creationId xmlns:a16="http://schemas.microsoft.com/office/drawing/2014/main" id="{8B16AFBB-12E3-E3AF-8CF3-52C456840018}"/>
                    </a:ext>
                  </a:extLst>
                </p14:cNvPr>
                <p14:cNvContentPartPr/>
                <p14:nvPr/>
              </p14:nvContentPartPr>
              <p14:xfrm>
                <a:off x="3854493" y="3298161"/>
                <a:ext cx="190800" cy="102960"/>
              </p14:xfrm>
            </p:contentPart>
          </mc:Choice>
          <mc:Fallback>
            <p:pic>
              <p:nvPicPr>
                <p:cNvPr id="141" name="Ink 140">
                  <a:extLst>
                    <a:ext uri="{FF2B5EF4-FFF2-40B4-BE49-F238E27FC236}">
                      <a16:creationId xmlns:a16="http://schemas.microsoft.com/office/drawing/2014/main" id="{8B16AFBB-12E3-E3AF-8CF3-52C456840018}"/>
                    </a:ext>
                  </a:extLst>
                </p:cNvPr>
                <p:cNvPicPr/>
                <p:nvPr/>
              </p:nvPicPr>
              <p:blipFill>
                <a:blip r:embed="rId225"/>
                <a:stretch>
                  <a:fillRect/>
                </a:stretch>
              </p:blipFill>
              <p:spPr>
                <a:xfrm>
                  <a:off x="3845493" y="3289521"/>
                  <a:ext cx="20844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2" name="Ink 141">
                  <a:extLst>
                    <a:ext uri="{FF2B5EF4-FFF2-40B4-BE49-F238E27FC236}">
                      <a16:creationId xmlns:a16="http://schemas.microsoft.com/office/drawing/2014/main" id="{BB00889A-01D6-1796-6FD5-3D6F70F9DAC4}"/>
                    </a:ext>
                  </a:extLst>
                </p14:cNvPr>
                <p14:cNvContentPartPr/>
                <p14:nvPr/>
              </p14:nvContentPartPr>
              <p14:xfrm>
                <a:off x="4057173" y="3142281"/>
                <a:ext cx="296280" cy="423360"/>
              </p14:xfrm>
            </p:contentPart>
          </mc:Choice>
          <mc:Fallback>
            <p:pic>
              <p:nvPicPr>
                <p:cNvPr id="142" name="Ink 141">
                  <a:extLst>
                    <a:ext uri="{FF2B5EF4-FFF2-40B4-BE49-F238E27FC236}">
                      <a16:creationId xmlns:a16="http://schemas.microsoft.com/office/drawing/2014/main" id="{BB00889A-01D6-1796-6FD5-3D6F70F9DAC4}"/>
                    </a:ext>
                  </a:extLst>
                </p:cNvPr>
                <p:cNvPicPr/>
                <p:nvPr/>
              </p:nvPicPr>
              <p:blipFill>
                <a:blip r:embed="rId227"/>
                <a:stretch>
                  <a:fillRect/>
                </a:stretch>
              </p:blipFill>
              <p:spPr>
                <a:xfrm>
                  <a:off x="4048173" y="3133281"/>
                  <a:ext cx="313920" cy="4410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44" name="Ink 143">
                  <a:extLst>
                    <a:ext uri="{FF2B5EF4-FFF2-40B4-BE49-F238E27FC236}">
                      <a16:creationId xmlns:a16="http://schemas.microsoft.com/office/drawing/2014/main" id="{9880267F-C417-D979-8481-BF3399699FAF}"/>
                    </a:ext>
                  </a:extLst>
                </p14:cNvPr>
                <p14:cNvContentPartPr/>
                <p14:nvPr/>
              </p14:nvContentPartPr>
              <p14:xfrm>
                <a:off x="1041453" y="3410121"/>
                <a:ext cx="3699720" cy="656640"/>
              </p14:xfrm>
            </p:contentPart>
          </mc:Choice>
          <mc:Fallback>
            <p:pic>
              <p:nvPicPr>
                <p:cNvPr id="144" name="Ink 143">
                  <a:extLst>
                    <a:ext uri="{FF2B5EF4-FFF2-40B4-BE49-F238E27FC236}">
                      <a16:creationId xmlns:a16="http://schemas.microsoft.com/office/drawing/2014/main" id="{9880267F-C417-D979-8481-BF3399699FAF}"/>
                    </a:ext>
                  </a:extLst>
                </p:cNvPr>
                <p:cNvPicPr/>
                <p:nvPr/>
              </p:nvPicPr>
              <p:blipFill>
                <a:blip r:embed="rId229"/>
                <a:stretch>
                  <a:fillRect/>
                </a:stretch>
              </p:blipFill>
              <p:spPr>
                <a:xfrm>
                  <a:off x="1032813" y="3401481"/>
                  <a:ext cx="3717360" cy="6742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8" name="Ink 147">
                  <a:extLst>
                    <a:ext uri="{FF2B5EF4-FFF2-40B4-BE49-F238E27FC236}">
                      <a16:creationId xmlns:a16="http://schemas.microsoft.com/office/drawing/2014/main" id="{CAF994DC-A4D9-F281-CCFD-56ED3B9F2415}"/>
                    </a:ext>
                  </a:extLst>
                </p14:cNvPr>
                <p14:cNvContentPartPr/>
                <p14:nvPr/>
              </p14:nvContentPartPr>
              <p14:xfrm>
                <a:off x="9739773" y="5195721"/>
                <a:ext cx="123480" cy="158400"/>
              </p14:xfrm>
            </p:contentPart>
          </mc:Choice>
          <mc:Fallback>
            <p:pic>
              <p:nvPicPr>
                <p:cNvPr id="148" name="Ink 147">
                  <a:extLst>
                    <a:ext uri="{FF2B5EF4-FFF2-40B4-BE49-F238E27FC236}">
                      <a16:creationId xmlns:a16="http://schemas.microsoft.com/office/drawing/2014/main" id="{CAF994DC-A4D9-F281-CCFD-56ED3B9F2415}"/>
                    </a:ext>
                  </a:extLst>
                </p:cNvPr>
                <p:cNvPicPr/>
                <p:nvPr/>
              </p:nvPicPr>
              <p:blipFill>
                <a:blip r:embed="rId231"/>
                <a:stretch>
                  <a:fillRect/>
                </a:stretch>
              </p:blipFill>
              <p:spPr>
                <a:xfrm>
                  <a:off x="9731133" y="5187081"/>
                  <a:ext cx="1411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9" name="Ink 148">
                  <a:extLst>
                    <a:ext uri="{FF2B5EF4-FFF2-40B4-BE49-F238E27FC236}">
                      <a16:creationId xmlns:a16="http://schemas.microsoft.com/office/drawing/2014/main" id="{6BA0DC25-93EA-CC51-93DE-730BD4AA88C8}"/>
                    </a:ext>
                  </a:extLst>
                </p14:cNvPr>
                <p14:cNvContentPartPr/>
                <p14:nvPr/>
              </p14:nvContentPartPr>
              <p14:xfrm>
                <a:off x="9838413" y="5229201"/>
                <a:ext cx="298440" cy="72360"/>
              </p14:xfrm>
            </p:contentPart>
          </mc:Choice>
          <mc:Fallback>
            <p:pic>
              <p:nvPicPr>
                <p:cNvPr id="149" name="Ink 148">
                  <a:extLst>
                    <a:ext uri="{FF2B5EF4-FFF2-40B4-BE49-F238E27FC236}">
                      <a16:creationId xmlns:a16="http://schemas.microsoft.com/office/drawing/2014/main" id="{6BA0DC25-93EA-CC51-93DE-730BD4AA88C8}"/>
                    </a:ext>
                  </a:extLst>
                </p:cNvPr>
                <p:cNvPicPr/>
                <p:nvPr/>
              </p:nvPicPr>
              <p:blipFill>
                <a:blip r:embed="rId233"/>
                <a:stretch>
                  <a:fillRect/>
                </a:stretch>
              </p:blipFill>
              <p:spPr>
                <a:xfrm>
                  <a:off x="9829413" y="5220201"/>
                  <a:ext cx="316080" cy="90000"/>
                </a:xfrm>
                <a:prstGeom prst="rect">
                  <a:avLst/>
                </a:prstGeom>
              </p:spPr>
            </p:pic>
          </mc:Fallback>
        </mc:AlternateContent>
      </p:grpSp>
    </p:spTree>
    <p:extLst>
      <p:ext uri="{BB962C8B-B14F-4D97-AF65-F5344CB8AC3E}">
        <p14:creationId xmlns:p14="http://schemas.microsoft.com/office/powerpoint/2010/main" val="101246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Hands-on Add Security and Test Microservice</a:t>
            </a:r>
          </a:p>
        </p:txBody>
      </p:sp>
      <p:pic>
        <p:nvPicPr>
          <p:cNvPr id="1026" name="Picture 2" descr="Page 34 | Identity Access Management Images - Free Download on Freepik">
            <a:extLst>
              <a:ext uri="{FF2B5EF4-FFF2-40B4-BE49-F238E27FC236}">
                <a16:creationId xmlns:a16="http://schemas.microsoft.com/office/drawing/2014/main" id="{BB81E557-BBEB-08A0-6A2C-2FE38C6F6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148" y="2132856"/>
            <a:ext cx="3428107" cy="34281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FC04D6-78E0-8064-4A47-0E7C46BB694F}"/>
              </a:ext>
            </a:extLst>
          </p:cNvPr>
          <p:cNvSpPr txBox="1"/>
          <p:nvPr/>
        </p:nvSpPr>
        <p:spPr>
          <a:xfrm>
            <a:off x="189756" y="908720"/>
            <a:ext cx="6048672"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Segoe UI"/>
                <a:ea typeface="+mn-ea"/>
                <a:cs typeface="+mn-cs"/>
              </a:rPr>
              <a:t>cds</a:t>
            </a:r>
            <a:r>
              <a:rPr kumimoji="0" lang="en-US" sz="2400" b="0" i="0" u="none" strike="noStrike" kern="1200" cap="none" spc="0" normalizeH="0" baseline="0" noProof="0" dirty="0">
                <a:ln>
                  <a:noFill/>
                </a:ln>
                <a:solidFill>
                  <a:prstClr val="white"/>
                </a:solidFill>
                <a:effectLst/>
                <a:uLnTx/>
                <a:uFillTx/>
                <a:latin typeface="Segoe UI"/>
                <a:ea typeface="+mn-ea"/>
                <a:cs typeface="+mn-cs"/>
              </a:rPr>
              <a:t> add </a:t>
            </a:r>
            <a:r>
              <a:rPr kumimoji="0" lang="en-US" sz="2400" b="0" i="0" u="none" strike="noStrike" kern="1200" cap="none" spc="0" normalizeH="0" baseline="0" noProof="0" dirty="0" err="1">
                <a:ln>
                  <a:noFill/>
                </a:ln>
                <a:solidFill>
                  <a:prstClr val="white"/>
                </a:solidFill>
                <a:effectLst/>
                <a:uLnTx/>
                <a:uFillTx/>
                <a:latin typeface="Segoe UI"/>
                <a:ea typeface="+mn-ea"/>
                <a:cs typeface="+mn-cs"/>
              </a:rPr>
              <a:t>xsuaa</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4607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Segoe UI"/>
                <a:ea typeface="+mn-ea"/>
                <a:cs typeface="+mn-cs"/>
              </a:rPr>
              <a:t>Authentication</a:t>
            </a:r>
            <a:r>
              <a:rPr kumimoji="0" lang="en-US" sz="1400" b="0" i="0" u="none" strike="noStrike" kern="0" cap="none" spc="0" normalizeH="0" baseline="0" noProof="0" dirty="0">
                <a:ln>
                  <a:noFill/>
                </a:ln>
                <a:solidFill>
                  <a:prstClr val="white"/>
                </a:solidFill>
                <a:effectLst/>
                <a:uLnTx/>
                <a:uFillTx/>
                <a:latin typeface="Segoe UI"/>
                <a:ea typeface="+mn-ea"/>
                <a:cs typeface="+mn-cs"/>
              </a:rPr>
              <a:t> – It ensures that is our user a valid user? Has he/she entered valid credentials to login to our app. It is enforced by a login screen. This login screen can also come from IDP like SSO, LDAP, Social integration.</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Segoe UI"/>
                <a:ea typeface="+mn-ea"/>
                <a:cs typeface="+mn-cs"/>
              </a:rPr>
              <a:t>Authorization</a:t>
            </a:r>
            <a:r>
              <a:rPr kumimoji="0" lang="en-US" sz="1400" b="0" i="0" u="none" strike="noStrike" kern="0" cap="none" spc="0" normalizeH="0" baseline="0" noProof="0" dirty="0">
                <a:ln>
                  <a:noFill/>
                </a:ln>
                <a:solidFill>
                  <a:prstClr val="white"/>
                </a:solidFill>
                <a:effectLst/>
                <a:uLnTx/>
                <a:uFillTx/>
                <a:latin typeface="Segoe UI"/>
                <a:ea typeface="+mn-ea"/>
                <a:cs typeface="+mn-cs"/>
              </a:rPr>
              <a:t> – Once user is authentication, then the authorization comes into play. It ensures, is our user allowed to do certain activities inside app. What is the level of access. E.g. create, update, delete, approve, view.</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a:ea typeface="+mn-ea"/>
                <a:cs typeface="+mn-cs"/>
              </a:rPr>
              <a:t>SAP BTP </a:t>
            </a:r>
            <a:r>
              <a:rPr kumimoji="0" lang="en-US" sz="1400" b="0" i="0" u="none" strike="noStrike" kern="0" cap="none" spc="0" normalizeH="0" baseline="0" noProof="0" dirty="0" err="1">
                <a:ln>
                  <a:noFill/>
                </a:ln>
                <a:solidFill>
                  <a:prstClr val="white"/>
                </a:solidFill>
                <a:effectLst/>
                <a:uLnTx/>
                <a:uFillTx/>
                <a:latin typeface="Segoe UI"/>
                <a:ea typeface="+mn-ea"/>
                <a:cs typeface="+mn-cs"/>
              </a:rPr>
              <a:t>cf</a:t>
            </a:r>
            <a:r>
              <a:rPr kumimoji="0" lang="en-US" sz="1400" b="0" i="0" u="none" strike="noStrike" kern="0" cap="none" spc="0" normalizeH="0" baseline="0" noProof="0" dirty="0">
                <a:ln>
                  <a:noFill/>
                </a:ln>
                <a:solidFill>
                  <a:prstClr val="white"/>
                </a:solidFill>
                <a:effectLst/>
                <a:uLnTx/>
                <a:uFillTx/>
                <a:latin typeface="Segoe UI"/>
                <a:ea typeface="+mn-ea"/>
                <a:cs typeface="+mn-cs"/>
              </a:rPr>
              <a:t> environment has a special component called XSUAA –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a:ea typeface="+mn-ea"/>
                <a:cs typeface="+mn-cs"/>
              </a:rPr>
              <a:t>XS – </a:t>
            </a:r>
            <a:r>
              <a:rPr kumimoji="0" lang="en-US" sz="1400" b="0" i="0" u="none" strike="noStrike" kern="0" cap="none" spc="0" normalizeH="0" baseline="0" noProof="0" dirty="0" err="1">
                <a:ln>
                  <a:noFill/>
                </a:ln>
                <a:solidFill>
                  <a:prstClr val="white"/>
                </a:solidFill>
                <a:effectLst/>
                <a:uLnTx/>
                <a:uFillTx/>
                <a:latin typeface="Segoe UI"/>
                <a:ea typeface="+mn-ea"/>
                <a:cs typeface="+mn-cs"/>
              </a:rPr>
              <a:t>eXtended</a:t>
            </a:r>
            <a:r>
              <a:rPr kumimoji="0" lang="en-US" sz="1400" b="0" i="0" u="none" strike="noStrike" kern="0" cap="none" spc="0" normalizeH="0" baseline="0" noProof="0" dirty="0">
                <a:ln>
                  <a:noFill/>
                </a:ln>
                <a:solidFill>
                  <a:prstClr val="white"/>
                </a:solidFill>
                <a:effectLst/>
                <a:uLnTx/>
                <a:uFillTx/>
                <a:latin typeface="Segoe UI"/>
                <a:ea typeface="+mn-ea"/>
                <a:cs typeface="+mn-cs"/>
              </a:rPr>
              <a:t> Services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a:ea typeface="+mn-ea"/>
                <a:cs typeface="+mn-cs"/>
              </a:rPr>
              <a:t>UAA – User Account and Authorization</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This is an in-built component inside of CF</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It is responsible to control the user account and authorization</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It manages our application security</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In CF we use modular approach to address security</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As a developer we need to decide what roles and level of security we need in our app. Example, we need to secure </a:t>
            </a:r>
            <a:r>
              <a:rPr kumimoji="0" lang="en-IN" sz="1400" b="0" i="0" u="none" strike="noStrike" kern="0" cap="none" spc="0" normalizeH="0" baseline="0" noProof="0" dirty="0" err="1">
                <a:ln>
                  <a:noFill/>
                </a:ln>
                <a:solidFill>
                  <a:prstClr val="white"/>
                </a:solidFill>
                <a:effectLst/>
                <a:uLnTx/>
                <a:uFillTx/>
                <a:latin typeface="Segoe UI"/>
                <a:ea typeface="+mn-ea"/>
                <a:cs typeface="+mn-cs"/>
              </a:rPr>
              <a:t>odata</a:t>
            </a:r>
            <a:r>
              <a:rPr kumimoji="0" lang="en-IN" sz="1400" b="0" i="0" u="none" strike="noStrike" kern="0" cap="none" spc="0" normalizeH="0" baseline="0" noProof="0" dirty="0">
                <a:ln>
                  <a:noFill/>
                </a:ln>
                <a:solidFill>
                  <a:prstClr val="white"/>
                </a:solidFill>
                <a:effectLst/>
                <a:uLnTx/>
                <a:uFillTx/>
                <a:latin typeface="Segoe UI"/>
                <a:ea typeface="+mn-ea"/>
                <a:cs typeface="+mn-cs"/>
              </a:rPr>
              <a:t> resource /</a:t>
            </a:r>
            <a:r>
              <a:rPr kumimoji="0" lang="en-IN" sz="1400" b="0" i="0" u="none" strike="noStrike" kern="0" cap="none" spc="0" normalizeH="0" baseline="0" noProof="0" dirty="0" err="1">
                <a:ln>
                  <a:noFill/>
                </a:ln>
                <a:solidFill>
                  <a:prstClr val="white"/>
                </a:solidFill>
                <a:effectLst/>
                <a:uLnTx/>
                <a:uFillTx/>
                <a:latin typeface="Segoe UI"/>
                <a:ea typeface="+mn-ea"/>
                <a:cs typeface="+mn-cs"/>
              </a:rPr>
              <a:t>Anubhav.svc</a:t>
            </a:r>
            <a:endParaRPr kumimoji="0" lang="en-IN" sz="1400" b="0" i="0" u="none" strike="noStrike" kern="0" cap="none" spc="0" normalizeH="0" baseline="0" noProof="0" dirty="0">
              <a:ln>
                <a:noFill/>
              </a:ln>
              <a:solidFill>
                <a:prstClr val="white"/>
              </a:solidFill>
              <a:effectLst/>
              <a:uLnTx/>
              <a:uFillTx/>
              <a:latin typeface="Segoe UI"/>
              <a:ea typeface="+mn-ea"/>
              <a:cs typeface="+mn-cs"/>
            </a:endParaRP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Usually we define Viewer, Editor</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We need to define our scope and role templates inside a special file called </a:t>
            </a:r>
            <a:r>
              <a:rPr kumimoji="0" lang="en-IN" sz="1400" b="1" i="0" u="none" strike="noStrike" kern="0" cap="none" spc="0" normalizeH="0" baseline="0" noProof="0" dirty="0" err="1">
                <a:ln>
                  <a:noFill/>
                </a:ln>
                <a:solidFill>
                  <a:prstClr val="white"/>
                </a:solidFill>
                <a:effectLst/>
                <a:uLnTx/>
                <a:uFillTx/>
                <a:latin typeface="Segoe UI"/>
                <a:ea typeface="+mn-ea"/>
                <a:cs typeface="+mn-cs"/>
              </a:rPr>
              <a:t>xs-security.json</a:t>
            </a:r>
            <a:r>
              <a:rPr kumimoji="0" lang="en-IN" sz="1400" b="1" i="0" u="none" strike="noStrike" kern="0" cap="none" spc="0" normalizeH="0" baseline="0" noProof="0" dirty="0">
                <a:ln>
                  <a:noFill/>
                </a:ln>
                <a:solidFill>
                  <a:prstClr val="white"/>
                </a:solidFill>
                <a:effectLst/>
                <a:uLnTx/>
                <a:uFillTx/>
                <a:latin typeface="Segoe UI"/>
                <a:ea typeface="+mn-ea"/>
                <a:cs typeface="+mn-cs"/>
              </a:rPr>
              <a:t> </a:t>
            </a:r>
            <a:r>
              <a:rPr kumimoji="0" lang="en-IN" sz="1400" b="0" i="0" u="none" strike="noStrike" kern="0" cap="none" spc="0" normalizeH="0" baseline="0" noProof="0" dirty="0">
                <a:ln>
                  <a:noFill/>
                </a:ln>
                <a:solidFill>
                  <a:prstClr val="white"/>
                </a:solidFill>
                <a:effectLst/>
                <a:uLnTx/>
                <a:uFillTx/>
                <a:latin typeface="Segoe UI"/>
                <a:ea typeface="+mn-ea"/>
                <a:cs typeface="+mn-cs"/>
              </a:rPr>
              <a:t>file</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XSUAA Communicates to the </a:t>
            </a:r>
            <a:r>
              <a:rPr kumimoji="0" lang="en-IN" sz="1400" b="1" i="0" u="none" strike="noStrike" kern="0" cap="none" spc="0" normalizeH="0" baseline="0" noProof="0" dirty="0">
                <a:ln>
                  <a:noFill/>
                </a:ln>
                <a:solidFill>
                  <a:prstClr val="white"/>
                </a:solidFill>
                <a:effectLst/>
                <a:uLnTx/>
                <a:uFillTx/>
                <a:latin typeface="Segoe UI"/>
                <a:ea typeface="+mn-ea"/>
                <a:cs typeface="+mn-cs"/>
              </a:rPr>
              <a:t>IDP – Identity Provider</a:t>
            </a:r>
          </a:p>
          <a:p>
            <a:pPr marL="342797" marR="0" lvl="0" indent="-342797"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0" cap="none" spc="0" normalizeH="0" baseline="0" noProof="0" dirty="0">
                <a:ln>
                  <a:noFill/>
                </a:ln>
                <a:solidFill>
                  <a:prstClr val="white"/>
                </a:solidFill>
                <a:effectLst/>
                <a:uLnTx/>
                <a:uFillTx/>
                <a:latin typeface="Segoe UI"/>
                <a:ea typeface="+mn-ea"/>
                <a:cs typeface="+mn-cs"/>
              </a:rPr>
              <a:t>Issues </a:t>
            </a:r>
            <a:r>
              <a:rPr kumimoji="0" lang="en-IN" sz="1400" b="1" i="0" u="none" strike="noStrike" kern="0" cap="none" spc="0" normalizeH="0" baseline="0" noProof="0" dirty="0">
                <a:ln>
                  <a:noFill/>
                </a:ln>
                <a:solidFill>
                  <a:prstClr val="white"/>
                </a:solidFill>
                <a:effectLst/>
                <a:uLnTx/>
                <a:uFillTx/>
                <a:latin typeface="Segoe UI"/>
                <a:ea typeface="+mn-ea"/>
                <a:cs typeface="+mn-cs"/>
              </a:rPr>
              <a:t>JWT (JSON web Token) </a:t>
            </a:r>
            <a:r>
              <a:rPr kumimoji="0" lang="en-IN" sz="1400" b="0" i="0" u="none" strike="noStrike" kern="0" cap="none" spc="0" normalizeH="0" baseline="0" noProof="0" dirty="0">
                <a:ln>
                  <a:noFill/>
                </a:ln>
                <a:solidFill>
                  <a:prstClr val="white"/>
                </a:solidFill>
                <a:effectLst/>
                <a:uLnTx/>
                <a:uFillTx/>
                <a:latin typeface="Segoe UI"/>
                <a:ea typeface="+mn-ea"/>
                <a:cs typeface="+mn-cs"/>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Scope</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(Role)</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399" b="0" i="0" u="none" strike="noStrike" kern="0" cap="none" spc="0" normalizeH="0" baseline="0" noProof="0" dirty="0">
                <a:ln>
                  <a:noFill/>
                </a:ln>
                <a:solidFill>
                  <a:prstClr val="white"/>
                </a:solidFill>
                <a:effectLst/>
                <a:uLnTx/>
                <a:uFillTx/>
                <a:latin typeface="Segoe UI"/>
                <a:ea typeface="+mn-ea"/>
                <a:cs typeface="+mn-cs"/>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399" b="1" i="0" u="none" strike="noStrike" kern="0" cap="none" spc="0" normalizeH="0" baseline="0" noProof="0" dirty="0">
              <a:ln>
                <a:noFill/>
              </a:ln>
              <a:solidFill>
                <a:prstClr val="white"/>
              </a:solidFill>
              <a:effectLst/>
              <a:uLnTx/>
              <a:uFillTx/>
              <a:latin typeface="Segoe UI"/>
              <a:ea typeface="+mn-ea"/>
              <a:cs typeface="+mn-cs"/>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p:spTree>
    <p:extLst>
      <p:ext uri="{BB962C8B-B14F-4D97-AF65-F5344CB8AC3E}">
        <p14:creationId xmlns:p14="http://schemas.microsoft.com/office/powerpoint/2010/main" val="27420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marL="0" marR="0" lvl="0" indent="0" algn="r" defTabSz="1218621" rtl="0" eaLnBrk="1" fontAlgn="auto" latinLnBrk="0" hangingPunct="1">
              <a:lnSpc>
                <a:spcPct val="100000"/>
              </a:lnSpc>
              <a:spcBef>
                <a:spcPts val="0"/>
              </a:spcBef>
              <a:spcAft>
                <a:spcPts val="0"/>
              </a:spcAft>
              <a:buClrTx/>
              <a:buSzTx/>
              <a:buFontTx/>
              <a:buNone/>
              <a:tabLst/>
              <a:defRPr/>
            </a:pPr>
            <a:fld id="{96E69268-9C8B-4EBF-A9EE-DC5DC2D48DC3}" type="slidenum">
              <a:rPr kumimoji="0" lang="en-US" sz="1600" b="0" i="0" u="none" strike="noStrike" kern="1200" cap="none" spc="0" normalizeH="0" baseline="0" noProof="0">
                <a:ln>
                  <a:noFill/>
                </a:ln>
                <a:solidFill>
                  <a:prstClr val="white"/>
                </a:solidFill>
                <a:effectLst/>
                <a:uLnTx/>
                <a:uFillTx/>
                <a:latin typeface="Segoe UI"/>
                <a:ea typeface="+mn-ea"/>
                <a:cs typeface="+mn-cs"/>
              </a:rPr>
              <a:pPr marL="0" marR="0" lvl="0" indent="0" algn="r" defTabSz="1218621" rtl="0" eaLnBrk="1" fontAlgn="auto" latinLnBrk="0" hangingPunct="1">
                <a:lnSpc>
                  <a:spcPct val="100000"/>
                </a:lnSpc>
                <a:spcBef>
                  <a:spcPts val="0"/>
                </a:spcBef>
                <a:spcAft>
                  <a:spcPts val="0"/>
                </a:spcAft>
                <a:buClrTx/>
                <a:buSzTx/>
                <a:buFontTx/>
                <a:buNone/>
                <a:tabLst/>
                <a:defRPr/>
              </a:pPr>
              <a:t>22</a:t>
            </a:fld>
            <a:endParaRPr kumimoji="0" lang="en-US" sz="1600" b="0" i="0" u="none" strike="noStrike" kern="1200" cap="none" spc="0" normalizeH="0" baseline="0" noProof="0" dirty="0">
              <a:ln>
                <a:noFill/>
              </a:ln>
              <a:solidFill>
                <a:prstClr val="white"/>
              </a:solidFill>
              <a:effectLst/>
              <a:uLnTx/>
              <a:uFillTx/>
              <a:latin typeface="Segoe UI Black" panose="020B0A02040204020203" pitchFamily="34" charset="0"/>
              <a:ea typeface="Segoe UI Black" panose="020B0A02040204020203" pitchFamily="34" charset="0"/>
              <a:cs typeface="+mn-cs"/>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kumimoji="0" lang="en-IN" sz="16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User/email/password</a:t>
            </a:r>
          </a:p>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Single source of truth</a:t>
            </a:r>
          </a:p>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Trust relation</a:t>
            </a:r>
          </a:p>
          <a:p>
            <a:pPr marL="342797" marR="0" lvl="0" indent="-342797" algn="l" defTabSz="121862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Segoe UI"/>
                <a:ea typeface="+mn-ea"/>
                <a:cs typeface="+mn-cs"/>
              </a:rPr>
              <a:t>Scope- clerk, manager, </a:t>
            </a:r>
            <a:r>
              <a:rPr kumimoji="0" lang="en-US" sz="1600" b="0" i="0" u="none" strike="noStrike" kern="1200" cap="none" spc="0" normalizeH="0" baseline="0" noProof="0" dirty="0" err="1">
                <a:ln>
                  <a:noFill/>
                </a:ln>
                <a:solidFill>
                  <a:prstClr val="white"/>
                </a:solidFill>
                <a:effectLst/>
                <a:uLnTx/>
                <a:uFillTx/>
                <a:latin typeface="Segoe UI"/>
                <a:ea typeface="+mn-ea"/>
                <a:cs typeface="+mn-cs"/>
              </a:rPr>
              <a:t>ceo</a:t>
            </a:r>
            <a:endParaRPr kumimoji="0" lang="en-US" sz="1600"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white"/>
              </a:solidFill>
              <a:effectLst/>
              <a:uLnTx/>
              <a:uFillTx/>
              <a:latin typeface="Segoe UI"/>
              <a:ea typeface="+mn-ea"/>
              <a:cs typeface="+mn-cs"/>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white"/>
              </a:solidFill>
              <a:effectLst/>
              <a:uLnTx/>
              <a:uFillTx/>
              <a:latin typeface="Segoe UI"/>
              <a:ea typeface="+mn-ea"/>
              <a:cs typeface="+mn-cs"/>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white"/>
                </a:solidFill>
                <a:effectLst/>
                <a:uLnTx/>
                <a:uFillTx/>
                <a:latin typeface="Segoe UI"/>
                <a:ea typeface="+mn-ea"/>
                <a:cs typeface="+mn-cs"/>
              </a:rPr>
              <a:t>xsuaa</a:t>
            </a:r>
            <a:endParaRPr kumimoji="0" lang="en-US" sz="2399"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32" name="Straight Arrow Connector 31">
            <a:extLst>
              <a:ext uri="{FF2B5EF4-FFF2-40B4-BE49-F238E27FC236}">
                <a16:creationId xmlns:a16="http://schemas.microsoft.com/office/drawing/2014/main" id="{056403A1-F029-1521-C4A5-66552EAC5E74}"/>
              </a:ext>
            </a:extLst>
          </p:cNvPr>
          <p:cNvCxnSpPr>
            <a:endCxn id="29" idx="0"/>
          </p:cNvCxnSpPr>
          <p:nvPr/>
        </p:nvCxnSpPr>
        <p:spPr>
          <a:xfrm flipH="1">
            <a:off x="4438659" y="5559276"/>
            <a:ext cx="1511774" cy="5406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err="1">
                <a:ln>
                  <a:noFill/>
                </a:ln>
                <a:solidFill>
                  <a:prstClr val="white"/>
                </a:solidFill>
                <a:effectLst/>
                <a:uLnTx/>
                <a:uFillTx/>
                <a:latin typeface="Segoe UI"/>
                <a:ea typeface="+mn-ea"/>
                <a:cs typeface="+mn-cs"/>
              </a:rPr>
              <a:t>GSuite</a:t>
            </a:r>
            <a:endParaRPr kumimoji="0" lang="en-US" sz="2399" b="0" i="0" u="none" strike="noStrike" kern="1200" cap="none" spc="0" normalizeH="0" baseline="0" noProof="0" dirty="0">
              <a:ln>
                <a:noFill/>
              </a:ln>
              <a:solidFill>
                <a:prstClr val="white"/>
              </a:solidFill>
              <a:effectLst/>
              <a:uLnTx/>
              <a:uFillTx/>
              <a:latin typeface="Segoe UI"/>
              <a:ea typeface="+mn-ea"/>
              <a:cs typeface="+mn-cs"/>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621"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prstClr val="white"/>
                </a:solidFill>
                <a:effectLst/>
                <a:uLnTx/>
                <a:uFillTx/>
                <a:latin typeface="Segoe UI"/>
                <a:ea typeface="+mn-ea"/>
                <a:cs typeface="+mn-cs"/>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286468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8044</TotalTime>
  <Words>1856</Words>
  <Application>Microsoft Office PowerPoint</Application>
  <PresentationFormat>Custom</PresentationFormat>
  <Paragraphs>249</Paragraphs>
  <Slides>25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Amasis MT Pro Black</vt:lpstr>
      <vt:lpstr>Arial</vt:lpstr>
      <vt:lpstr>Arial Black</vt:lpstr>
      <vt:lpstr>Calibri</vt:lpstr>
      <vt:lpstr>Consolas</vt:lpstr>
      <vt:lpstr>Cooper Black</vt:lpstr>
      <vt:lpstr>Segoe UI</vt:lpstr>
      <vt:lpstr>Segoe UI Black</vt:lpstr>
      <vt:lpstr>Segoe UI Light</vt:lpstr>
      <vt:lpstr>Office Theme</vt:lpstr>
      <vt:lpstr>SAP BTP Extension Suite Training</vt:lpstr>
      <vt:lpstr>PowerPoint Presentation</vt:lpstr>
      <vt:lpstr>Agenda – Day 12</vt:lpstr>
      <vt:lpstr>Introduction to HANA Cloud</vt:lpstr>
      <vt:lpstr>HANA Cloud v/s On-premise</vt:lpstr>
      <vt:lpstr>What is Schema in HANA</vt:lpstr>
      <vt:lpstr>HDI Container</vt:lpstr>
      <vt:lpstr>Design time – during development</vt:lpstr>
      <vt:lpstr>Hands on - Create HANA Cloud Instance</vt:lpstr>
      <vt:lpstr>HDI Container</vt:lpstr>
      <vt:lpstr>Hands on - Create HANA Cloud Instance</vt:lpstr>
      <vt:lpstr>Design time</vt:lpstr>
      <vt:lpstr>Hands on – HANA Cloud Integration</vt:lpstr>
      <vt:lpstr>PowerPoint Presentation</vt:lpstr>
      <vt:lpstr>PowerPoint Presentation</vt:lpstr>
      <vt:lpstr>Authentication v/s Authorization</vt:lpstr>
      <vt:lpstr>IDP – Identity Provider</vt:lpstr>
      <vt:lpstr>How it works behind scenes</vt:lpstr>
      <vt:lpstr>PowerPoint Presentation</vt:lpstr>
      <vt:lpstr>Hands-on Add Security and Test Microservice</vt:lpstr>
      <vt:lpstr>Authentication v/s Authorization</vt:lpstr>
      <vt:lpstr>IDP – Identity Provider</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289</cp:revision>
  <dcterms:created xsi:type="dcterms:W3CDTF">2013-09-12T13:05:01Z</dcterms:created>
  <dcterms:modified xsi:type="dcterms:W3CDTF">2026-07-27T12:15:54Z</dcterms:modified>
</cp:coreProperties>
</file>
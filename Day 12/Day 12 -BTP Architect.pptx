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76" r:id="rId2"/>
    <p:sldId id="4122" r:id="rId3"/>
    <p:sldId id="277" r:id="rId4"/>
    <p:sldId id="4802" r:id="rId5"/>
    <p:sldId id="4773" r:id="rId6"/>
    <p:sldId id="4774" r:id="rId7"/>
    <p:sldId id="4811" r:id="rId8"/>
    <p:sldId id="4819" r:id="rId9"/>
    <p:sldId id="4812" r:id="rId10"/>
    <p:sldId id="4775" r:id="rId11"/>
    <p:sldId id="4776" r:id="rId12"/>
    <p:sldId id="4817" r:id="rId13"/>
    <p:sldId id="4754" r:id="rId14"/>
    <p:sldId id="4813" r:id="rId15"/>
    <p:sldId id="4814" r:id="rId16"/>
    <p:sldId id="4815" r:id="rId17"/>
    <p:sldId id="4816" r:id="rId18"/>
    <p:sldId id="4731" r:id="rId19"/>
    <p:sldId id="4732" r:id="rId20"/>
    <p:sldId id="282" r:id="rId21"/>
    <p:sldId id="280" r:id="rId22"/>
    <p:sldId id="4711" r:id="rId23"/>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240" autoAdjust="0"/>
    <p:restoredTop sz="95033" autoAdjust="0"/>
  </p:normalViewPr>
  <p:slideViewPr>
    <p:cSldViewPr>
      <p:cViewPr varScale="1">
        <p:scale>
          <a:sx n="110" d="100"/>
          <a:sy n="110" d="100"/>
        </p:scale>
        <p:origin x="320" y="76"/>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7-30T04:39:20.085"/>
    </inkml:context>
    <inkml:brush xml:id="br0">
      <inkml:brushProperty name="width" value="0.05" units="cm"/>
      <inkml:brushProperty name="height" value="0.05" units="cm"/>
    </inkml:brush>
  </inkml:definitions>
  <inkml:trace contextRef="#ctx0" brushRef="#br0">11 31 24575,'-1'0'0,"1"0"0,0 0 0,0 0 0,-1 1 0,1-1 0,0 0 0,0 0 0,-1 0 0,1 0 0,0 0 0,-1 0 0,1 0 0,0 0 0,0 0 0,-1 0 0,1 0 0,0 0 0,0 0 0,-1 0 0,1 0 0,0 0 0,-1 0 0,1 0 0,0-1 0,0 1 0,-1 0 0,1 0 0,0 0 0,0 0 0,-1-1 0,1 1 0,0 0 0,0 0 0,0 0 0,0-1 0,-1 1 0,1 0 0,0 0 0,0-1 0,0 1 0,0 0 0,0 0 0,0-1 0,-1 1 0,1 0 0,0 0 0,0-1 0,0 1 0,0 0 0,0-1 0,0 1 0,0 0 0,0 0 0,0-1 0,1 1 0,-1 0 0,0-1 0,0 1 0,0 0 0,0 0 0,0-1 0,0 1 0,1 0 0,0-2 0,0 1 0,0 0 0,0 0 0,0 0 0,0 0 0,0 1 0,0-1 0,0 0 0,1 0 0,-1 1 0,0-1 0,3 0 0,23-3 0,0 0 0,0 2 0,54 4 0,-30-1 0,463 0-1365,-471-1-5461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7-30T04:39:20.086"/>
    </inkml:context>
    <inkml:brush xml:id="br0">
      <inkml:brushProperty name="width" value="0.05" units="cm"/>
      <inkml:brushProperty name="height" value="0.05" units="cm"/>
    </inkml:brush>
  </inkml:definitions>
  <inkml:trace contextRef="#ctx0" brushRef="#br0">1 29 24575,'5'0'0,"6"0"0,6 0 0,9 0 0,5 0 0,6 0 0,7 0 0,4-5 0,9-1 0,3 0 0,6 1 0,1 2 0,-2 1 0,-7 1 0,-13 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2-29T05:49:54.250"/>
    </inkml:context>
    <inkml:brush xml:id="br0">
      <inkml:brushProperty name="width" value="0.05" units="cm"/>
      <inkml:brushProperty name="height" value="0.05" units="cm"/>
      <inkml:brushProperty name="color" value="#F6630D"/>
    </inkml:brush>
  </inkml:definitions>
  <inkml:trace contextRef="#ctx0" brushRef="#br0">1 3 24575,'3'-3'0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05.902"/>
    </inkml:context>
    <inkml:brush xml:id="br0">
      <inkml:brushProperty name="width" value="0.05" units="cm"/>
      <inkml:brushProperty name="height" value="0.05" units="cm"/>
      <inkml:brushProperty name="color" value="#FFFFFF"/>
    </inkml:brush>
  </inkml:definitions>
  <inkml:trace contextRef="#ctx0" brushRef="#br0">795 8 24575,'-1'-1'0,"0"0"0,0 0 0,-1 1 0,1-1 0,0 1 0,0-1 0,0 1 0,-1-1 0,1 1 0,0-1 0,-1 1 0,1 0 0,0 0 0,-1 0 0,1 0 0,0 0 0,-1 0 0,1 0 0,0 0 0,-1 0 0,1 1 0,0-1 0,0 1 0,-2 0 0,-35 18 0,17-8 0,-68 22 0,-15 6 0,59-18 0,2 1 0,0 2 0,2 2 0,0 2 0,2 2 0,-48 47 0,69-60 0,2 1 0,0 1 0,2 1 0,0 0 0,1 0 0,1 2 0,0 0 0,2 0 0,1 1 0,1 0 0,1 0 0,0 1 0,2 0 0,-3 43 0,7-49 0,1 1 0,1 0 0,1-1 0,1 1 0,0-1 0,1 0 0,1 0 0,1 0 0,1 0 0,0-1 0,1 0 0,1-1 0,1 0 0,18 24 0,-12-20 0,1-2 0,0 0 0,2-1 0,0 0 0,1-2 0,1 0 0,0-2 0,1 0 0,0-1 0,32 12 0,-25-14 0,1 0 0,0-2 0,1-1 0,-1-2 0,1-1 0,0-1 0,0-1 0,0-2 0,60-8 0,-58 2 0,1-1 0,-1-2 0,-1-1 0,0-2 0,0-1 0,-1-1 0,-1-2 0,53-37 0,-39 20 0,-2-2 0,-1-1 0,-2-3 0,-2-1 0,-2-2 0,-1-1 0,-2-2 0,-3-1 0,-1-1 0,-2-1 0,19-54 0,-36 78 0,-1-1 0,-1 1 0,-1-1 0,-1 0 0,-2-1 0,2-35 0,-5 51 0,-1-1 0,0 1 0,0 0 0,-1 0 0,0-1 0,0 1 0,-1 1 0,-1-1 0,0 0 0,0 1 0,-1 0 0,0 0 0,0 0 0,-1 0 0,-1 1 0,1 0 0,-1 0 0,-12-9 0,5 6 0,-1 1 0,0 1 0,-1 0 0,0 1 0,0 1 0,-1 1 0,0 0 0,-21-4 0,-15-1 0,-75-6 0,53 10-455,0 3 0,-142 11 0,186-2-6371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06.549"/>
    </inkml:context>
    <inkml:brush xml:id="br0">
      <inkml:brushProperty name="width" value="0.05" units="cm"/>
      <inkml:brushProperty name="height" value="0.05" units="cm"/>
      <inkml:brushProperty name="color" value="#FFFFFF"/>
    </inkml:brush>
  </inkml:definitions>
  <inkml:trace contextRef="#ctx0" brushRef="#br0">10 165 24575,'-1'-1'0,"0"0"0,0-1 0,0 1 0,1 0 0,-1-1 0,0 1 0,0-1 0,1 1 0,-1-1 0,1 1 0,0-1 0,-1 1 0,1-1 0,0 0 0,0 1 0,0-3 0,0 4 0,0-1 0,0 1 0,0 0 0,0-1 0,0 1 0,0 0 0,0-1 0,0 1 0,0 0 0,0-1 0,1 1 0,-1 0 0,0-1 0,0 1 0,0 0 0,1 0 0,-1-1 0,0 1 0,0 0 0,1-1 0,-1 1 0,0 0 0,0 0 0,1 0 0,-1-1 0,1 1 0,0 0 0,-1 0 0,1 0 0,0 0 0,0 0 0,0 1 0,-1-1 0,1 0 0,0 0 0,-1 1 0,1-1 0,0 0 0,0 1 0,-1-1 0,1 1 0,-1-1 0,1 0 0,0 1 0,0 0 0,31 28 0,-24-20 0,1-1 0,1 0 0,-1 0 0,1-1 0,1 0 0,-1-1 0,1 0 0,21 8 0,-21-11 0,0-1 0,0 0 0,0-1 0,1 0 0,-1-1 0,0 0 0,0-1 0,0 0 0,0-1 0,0 0 0,0 0 0,0-1 0,0-1 0,18-8 0,-12 3 0,0 0 0,0-2 0,-1 1 0,-1-2 0,0 0 0,0-1 0,23-26 0,-34 35-85,-1-1 0,1 1-1,-1-1 1,1 0 0,-2 0-1,1 0 1,0-1 0,-1 1-1,0-1 1,0 1 0,-1-1-1,1 0 1,-1 0 0,-1 1-1,1-8 1,-3 0-6741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06.812"/>
    </inkml:context>
    <inkml:brush xml:id="br0">
      <inkml:brushProperty name="width" value="0.05" units="cm"/>
      <inkml:brushProperty name="height" value="0.05" units="cm"/>
      <inkml:brushProperty name="color" value="#FFFFFF"/>
    </inkml:brush>
  </inkml:definitions>
  <inkml:trace contextRef="#ctx0" brushRef="#br0">30 1 24575,'-3'0'0,"-3"0"0,-5 0 0,3 0 0,6 0 0,7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06.983"/>
    </inkml:context>
    <inkml:brush xml:id="br0">
      <inkml:brushProperty name="width" value="0.05" units="cm"/>
      <inkml:brushProperty name="height" value="0.05" units="cm"/>
      <inkml:brushProperty name="color" value="#FFFFFF"/>
    </inkml:brush>
  </inkml:definitions>
  <inkml:trace contextRef="#ctx0" brushRef="#br0">1 1 24575,'0'3'0,"2"1"0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07.779"/>
    </inkml:context>
    <inkml:brush xml:id="br0">
      <inkml:brushProperty name="width" value="0.05" units="cm"/>
      <inkml:brushProperty name="height" value="0.05" units="cm"/>
      <inkml:brushProperty name="color" value="#FFFFFF"/>
    </inkml:brush>
  </inkml:definitions>
  <inkml:trace contextRef="#ctx0" brushRef="#br0">238 1 24575,'0'0'0,"1"0"0,-1 0 0,1 0 0,-1 0 0,0 1 0,1-1 0,-1 0 0,1 0 0,-1 0 0,0 1 0,1-1 0,-1 0 0,0 0 0,1 1 0,-1-1 0,0 0 0,0 1 0,1-1 0,-1 1 0,0-1 0,0 0 0,1 1 0,-1-1 0,0 0 0,0 1 0,0-1 0,0 1 0,0-1 0,0 1 0,0-1 0,0 0 0,0 1 0,0-1 0,0 1 0,0-1 0,0 1 0,0-1 0,0 0 0,0 1 0,0-1 0,-1 1 0,-4 20 0,-47 105 0,-72 200 0,66-135 0,57-188 0,0 0 0,0 0 0,0 0 0,1 1 0,-1-1 0,1 0 0,0 0 0,0 1 0,0-1 0,0 0 0,1 1 0,-1-1 0,2 5 0,-1-6 0,0-1 0,1 1 0,-1 0 0,0-1 0,0 1 0,1-1 0,-1 0 0,1 0 0,-1 1 0,1-1 0,0 0 0,-1 0 0,1 0 0,0-1 0,0 1 0,0 0 0,-1-1 0,1 1 0,0-1 0,0 1 0,0-1 0,0 0 0,4 0 0,208 0 0,-97-3 0,287 21 0,-82-1 0,-313-16 0,2-1 0,-1 0 0,1 0 0,-1-1 0,18-3 0,-26 4 0,-1-1 0,1 1 0,0-1 0,0 1 0,0-1 0,0 0 0,-1 0 0,1 0 0,0 0 0,-1 0 0,1 0 0,-1-1 0,1 1 0,-1 0 0,0-1 0,0 1 0,1-1 0,-1 1 0,0-1 0,0 0 0,0 1 0,-1-1 0,1 0 0,0 0 0,-1 0 0,1 0 0,-1 1 0,1-1 0,-1 0 0,0 0 0,0-4 0,-3-15 0,0 1 0,-2-1 0,0 1 0,-1-1 0,-1 2 0,-12-24 0,-8-25 0,-8-47 0,-22-58 0,47 149 0,-1 0 0,-1 1 0,-1 0 0,-29-39 0,31 51-1365,2 3-5461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09.921"/>
    </inkml:context>
    <inkml:brush xml:id="br0">
      <inkml:brushProperty name="width" value="0.05" units="cm"/>
      <inkml:brushProperty name="height" value="0.05" units="cm"/>
      <inkml:brushProperty name="color" value="#FFFFFF"/>
    </inkml:brush>
  </inkml:definitions>
  <inkml:trace contextRef="#ctx0" brushRef="#br0">19 2 24575,'7'-1'0,"-2"1"0,-1 9 0,-2 18 0,-1 0 0,-2 0 0,-6 47 0,3-31 0,-21 458-1365,25-471-5461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0.261"/>
    </inkml:context>
    <inkml:brush xml:id="br0">
      <inkml:brushProperty name="width" value="0.05" units="cm"/>
      <inkml:brushProperty name="height" value="0.05" units="cm"/>
      <inkml:brushProperty name="color" value="#FFFFFF"/>
    </inkml:brush>
  </inkml:definitions>
  <inkml:trace contextRef="#ctx0" brushRef="#br0">21 222 24575,'-4'-8'0,"1"0"0,0 1 0,1-1 0,0 0 0,0 0 0,0 0 0,1-1 0,0 1 0,1 0 0,0 0 0,2-16 0,-2 19 0,1 0 0,0-1 0,1 1 0,-1 0 0,1 0 0,0 0 0,0 1 0,1-1 0,-1 0 0,1 1 0,0 0 0,0-1 0,1 1 0,-1 0 0,1 1 0,0-1 0,0 1 0,0-1 0,6-2 0,-6 3 0,1 1 0,0-1 0,0 1 0,0 0 0,0 1 0,0-1 0,0 1 0,0 0 0,1 1 0,-1-1 0,0 1 0,0 0 0,1 0 0,-1 0 0,0 1 0,0 0 0,1 0 0,-1 0 0,0 1 0,9 4 0,-6-2 0,0 1 0,-1 0 0,0 0 0,0 1 0,0 0 0,-1 0 0,0 1 0,0-1 0,-1 1 0,1 1 0,7 14 0,0 5 57,0 0 0,-2 1 0,-1 1 0,-1 0 0,9 55 0,-10-19-911,1 107 1,-9-134-5973</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0.446"/>
    </inkml:context>
    <inkml:brush xml:id="br0">
      <inkml:brushProperty name="width" value="0.05" units="cm"/>
      <inkml:brushProperty name="height" value="0.05" units="cm"/>
      <inkml:brushProperty name="color" value="#FFFFFF"/>
    </inkml:brush>
  </inkml:definitions>
  <inkml:trace contextRef="#ctx0" brushRef="#br0">14 172 24575,'-3'0'0,"-1"-2"0,0-5 0,1-4 0,7-2 0,5-3 0,8-1 0,6-1 0,6 0 0,6-1 0,3 1 0,5 0 0,-6 4-8191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0.853"/>
    </inkml:context>
    <inkml:brush xml:id="br0">
      <inkml:brushProperty name="width" value="0.05" units="cm"/>
      <inkml:brushProperty name="height" value="0.05" units="cm"/>
      <inkml:brushProperty name="color" value="#FFFFFF"/>
    </inkml:brush>
  </inkml:definitions>
  <inkml:trace contextRef="#ctx0" brushRef="#br0">11 39 24575,'0'0'0,"-1"0"0,1 0 0,0 0 0,-1 0 0,1 0 0,0 0 0,-1 0 0,1 0 0,-1 0 0,1 0 0,0 0 0,-1-1 0,1 1 0,0 0 0,-1 0 0,1 0 0,0 0 0,-1-1 0,1 1 0,0 0 0,0 0 0,-1-1 0,1 1 0,0 0 0,0 0 0,-1-1 0,1 1 0,0 0 0,0-1 0,0 1 0,-1 0 0,1-1 0,0 1 0,0-1 0,0 1 0,0 0 0,0-1 0,0 1 0,0 0 0,0-1 0,0 1 0,0-1 0,0 1 0,0 0 0,0-1 0,0 1 0,0 0 0,0-1 0,1 1 0,-1-1 0,0 0 0,1 0 0,-1 0 0,1-1 0,0 1 0,-1 0 0,1 0 0,0 0 0,-1 0 0,1 1 0,0-1 0,0 0 0,0 0 0,0 0 0,0 1 0,2-2 0,-1 1 0,-1 1 0,1-1 0,0 1 0,0-1 0,1 1 0,-1 0 0,0 0 0,0 0 0,0 0 0,0 0 0,0 0 0,0 1 0,0-1 0,0 1 0,0-1 0,3 2 0,-1 0 0,0 1 0,-1-1 0,1 0 0,0 1 0,-1 0 0,0 0 0,5 5 0,0 2 0,0 0 0,-1 1 0,0 0 0,7 18 0,-5-11 0,-2 2 0,10 36 0,-15-45 0,0 0 0,0 0 0,-1 0 0,-1 0 0,0 0 0,0 0 0,-3 11 0,2-18 0,0 0 0,-1 0 0,0 0 0,1 0 0,-1 0 0,-1 0 0,-3 4 0,6-7 0,0-1 0,-1 1 0,1-1 0,0 1 0,-1-1 0,1 1 0,0-1 0,-1 1 0,1-1 0,-1 1 0,1-1 0,-1 0 0,1 1 0,-1-1 0,1 0 0,-1 1 0,1-1 0,-1 0 0,1 0 0,-1 0 0,1 1 0,-1-1 0,0 0 0,1 0 0,-1 0 0,1 0 0,-1 0 0,0 0 0,1 0 0,-1 0 0,1 0 0,-1 0 0,0 0 0,1-1 0,-1 1 0,1 0 0,-1 0 0,1-1 0,-1 1 0,1 0 0,-1-1 0,1 1 0,-1 0 0,1-1 0,-1 1 0,1-1 0,-1 1 0,1-1 0,0 1 0,-1-1 0,1 1 0,0-1 0,0 1 0,-1-1 0,1 1 0,0-1 0,0 1 0,0-1 0,0 0 0,-1 1 0,1-2 0,-3-8 0,1 0 0,0 0 0,0 0 0,1-1 0,1 1 0,-1-1 0,2 1 0,-1-1 0,4-13 0,0 2 0,1 1 0,1 0 0,13-31 0,-15 43 0,0 0 0,1 0 0,0 0 0,0 1 0,1 0 0,0 0 0,14-14 0,-18 21 0,0-1 0,0 0 0,0 1 0,0-1 0,0 1 0,0 0 0,0 0 0,0 0 0,1 0 0,-1 0 0,0 0 0,1 1 0,-1-1 0,0 1 0,1 0 0,-1-1 0,1 1 0,-1 0 0,1 0 0,-1 1 0,1-1 0,-1 0 0,0 1 0,1 0 0,-1-1 0,0 1 0,1 0 0,-1 0 0,0 0 0,0 1 0,0-1 0,0 0 0,0 1 0,0 0 0,0-1 0,0 1 0,2 3 0,5 6 57,0 1 0,-1-1 0,0 1 0,-1 1 0,12 25 0,-8-8-911,13 49 1,-18-54-5973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1.222"/>
    </inkml:context>
    <inkml:brush xml:id="br0">
      <inkml:brushProperty name="width" value="0.05" units="cm"/>
      <inkml:brushProperty name="height" value="0.05" units="cm"/>
      <inkml:brushProperty name="color" value="#FFFFFF"/>
    </inkml:brush>
  </inkml:definitions>
  <inkml:trace contextRef="#ctx0" brushRef="#br0">0 177 24575,'1'-1'0,"0"0"0,-1 1 0,1-1 0,-1-1 0,1 1 0,-1 0 0,1 0 0,-1 0 0,0 0 0,1 0 0,-1 0 0,0-2 0,0 0 0,-2 10 0,1 7 0,0 0 0,1 1 0,1-1 0,0 0 0,1 0 0,0 0 0,1 0 0,7 17 0,-2-9 0,0 0 0,2-1 0,1 0 0,16 25 0,-24-42 0,0 0 0,1 1 0,-1-1 0,1 0 0,0-1 0,-1 1 0,2-1 0,-1 0 0,0 0 0,8 4 0,-10-6 0,0 0 0,0-1 0,0 1 0,0-1 0,0 1 0,0-1 0,1 0 0,-1 0 0,0 0 0,0 0 0,0 0 0,0 0 0,1-1 0,-1 1 0,0-1 0,0 1 0,0-1 0,0 0 0,0 0 0,0 0 0,0 0 0,0 0 0,-1 0 0,1-1 0,0 1 0,-1-1 0,4-2 0,4-7 0,0 0 0,-1 0 0,0-1 0,-1 0 0,0 0 0,-1-1 0,9-26 0,-3 0 0,11-58 0,-22 89 0,4-17 0,3-47 0,-8 66 0,0 0 0,0-1 0,-1 1 0,1 0 0,-2-1 0,1 1 0,0 0 0,-1 0 0,0 0 0,-1 0 0,1 0 0,-8-10 0,-1 4-1365,-1 5-5461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1.694"/>
    </inkml:context>
    <inkml:brush xml:id="br0">
      <inkml:brushProperty name="width" value="0.05" units="cm"/>
      <inkml:brushProperty name="height" value="0.05" units="cm"/>
      <inkml:brushProperty name="color" value="#FFFFFF"/>
    </inkml:brush>
  </inkml:definitions>
  <inkml:trace contextRef="#ctx0" brushRef="#br0">1 13 24575,'2'-11'0,"4"10"0,-5 2 0,0 0 0,0 0 0,0 0 0,0 0 0,0 1 0,0-1 0,0 0 0,0 0 0,-1 1 0,1-1 0,1 3 0,14 43 0,-3 1 0,-1 0 0,-2 0 0,-3 1 0,3 82 0,-9-145 0,1 0 0,0 1 0,1-1 0,0 1 0,1 0 0,0 0 0,2 0 0,-1 1 0,1-1 0,1 1 0,0 1 0,1-1 0,18-19 0,-25 29 0,1 0 0,0 0 0,1 1 0,-1-1 0,0 1 0,0-1 0,1 1 0,-1 0 0,1 0 0,-1 0 0,1 0 0,-1 1 0,1-1 0,0 1 0,-1-1 0,1 1 0,0 0 0,-1 0 0,1 0 0,3 1 0,-2 0 0,0 0 0,0 0 0,0 1 0,0 0 0,-1 0 0,1 0 0,0 0 0,-1 1 0,0-1 0,0 1 0,6 5 0,-1 2 0,-1-1 0,0 1 0,0 0 0,-1 0 0,0 1 0,-1-1 0,0 1 0,4 14 0,-7-17 0,0 0 0,-1 0 0,1-1 0,-2 1 0,1 0 0,-1 0 0,0 0 0,-1 0 0,0 0 0,0 0 0,-4 12 0,3-16 0,1 0 0,-1 0 0,0 0 0,0 0 0,0 0 0,-1-1 0,1 1 0,-1-1 0,0 0 0,0 0 0,0 0 0,-1 0 0,1 0 0,-1 0 0,1-1 0,-1 0 0,0 0 0,0 0 0,0 0 0,0-1 0,0 1 0,-7 0 0,4 0-72,1-1 1,0-1-1,0 1 0,-1-1 0,1 0 0,0 0 0,-1-1 0,1 0 1,0 0-1,0-1 0,-1 1 0,1-1 0,1-1 0,-1 1 0,0-1 1,0 0-1,1 0 0,-6-4 0,-13-13-6754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2.099"/>
    </inkml:context>
    <inkml:brush xml:id="br0">
      <inkml:brushProperty name="width" value="0.05" units="cm"/>
      <inkml:brushProperty name="height" value="0.05" units="cm"/>
      <inkml:brushProperty name="color" value="#FFFFFF"/>
    </inkml:brush>
  </inkml:definitions>
  <inkml:trace contextRef="#ctx0" brushRef="#br0">11 17 24575,'-7'-13'0,"3"10"0,6 10 0,13 35 0,-1 0 0,-3 1 0,7 49 0,-14-65 0,13 133 0,-16-171 0,1-1 0,-1 1 0,2-1 0,0 1 0,0 0 0,1 0 0,0 0 0,1 0 0,0 1 0,1 0 0,13-18 0,-14 21 0,1 0 0,0 0 0,0 1 0,0-1 0,1 2 0,0-1 0,14-8 0,-17 11 0,1 1 0,-1 0 0,0 1 0,1-1 0,-1 1 0,1 0 0,0 0 0,-1 0 0,1 0 0,0 1 0,0 0 0,-1 0 0,1 0 0,0 1 0,7 1 0,-7 0 20,0 0 0,-1 0 0,1 0 1,0 0-1,-1 1 0,1 0 0,-1 0 0,0 0 0,0 1 0,0 0 0,0-1 0,-1 1 0,1 0 0,-1 1 0,0-1 0,4 8 1,-1 1-363,1 0 1,-2 0 0,0 1-1,6 25 1,-7-16-6485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2.520"/>
    </inkml:context>
    <inkml:brush xml:id="br0">
      <inkml:brushProperty name="width" value="0.05" units="cm"/>
      <inkml:brushProperty name="height" value="0.05" units="cm"/>
      <inkml:brushProperty name="color" value="#FFFFFF"/>
    </inkml:brush>
  </inkml:definitions>
  <inkml:trace contextRef="#ctx0" brushRef="#br0">226 89 24575,'0'-2'0,"0"0"0,-1 0 0,0 0 0,1 0 0,-1 0 0,0 0 0,0 0 0,0 0 0,0 0 0,0 0 0,-1 0 0,1 1 0,0-1 0,-1 1 0,0-1 0,1 1 0,-1-1 0,0 1 0,-2-1 0,-40-23 0,36 21 0,-1 0 0,0 0 0,-1 0 0,1 1 0,-15-4 0,22 7 0,0-1 0,0 1 0,0 0 0,0-1 0,0 1 0,0 0 0,0 0 0,0 1 0,0-1 0,0 0 0,0 1 0,0-1 0,0 1 0,0-1 0,0 1 0,0 0 0,0 0 0,1 0 0,-1 0 0,0 0 0,1 0 0,-1 1 0,0-1 0,1 1 0,0-1 0,-1 1 0,1-1 0,-2 4 0,-3 6 0,1 1 0,0 0 0,1 1 0,1-1 0,0 1 0,-2 13 0,4-21 0,0 1 0,1 0 0,0-1 0,0 1 0,0 0 0,0-1 0,1 1 0,0-1 0,0 1 0,1-1 0,-1 1 0,1-1 0,1 0 0,-1 0 0,1 0 0,3 6 0,-4-9 0,-1 0 0,1 0 0,-1-1 0,1 1 0,0-1 0,0 1 0,0-1 0,0 1 0,0-1 0,0 0 0,0 0 0,0 0 0,1 0 0,-1-1 0,0 1 0,0 0 0,1-1 0,-1 0 0,5 1 0,-3-2 0,0 1 0,-1-1 0,1 0 0,0 0 0,-1 0 0,1-1 0,-1 1 0,1-1 0,-1 0 0,0 0 0,5-3 0,3-5 0,0 0 0,-1 0 0,0-1 0,0 0 0,9-16 0,-16 22 0,0 1 0,0 0 0,0 0 0,1 0 0,0 0 0,0 0 0,0 1 0,6-4 0,-9 6 0,0 1 0,1-1 0,-1 1 0,0-1 0,1 1 0,-1 0 0,0-1 0,1 1 0,-1 0 0,1 0 0,-1 0 0,1 0 0,-1 0 0,0 1 0,1-1 0,-1 0 0,1 1 0,-1-1 0,0 1 0,1-1 0,-1 1 0,0 0 0,0-1 0,0 1 0,1 0 0,-1 0 0,0 0 0,0 0 0,0 0 0,0 0 0,0 0 0,-1 0 0,1 1 0,0-1 0,0 2 0,8 10 101,-1 0-1,6 16 1,-10-20-310,0 0 1,0 0 0,2-1-1,-1 1 1,1-1 0,0 0-1,12 11 1,0-5-6618</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2.860"/>
    </inkml:context>
    <inkml:brush xml:id="br0">
      <inkml:brushProperty name="width" value="0.05" units="cm"/>
      <inkml:brushProperty name="height" value="0.05" units="cm"/>
      <inkml:brushProperty name="color" value="#FFFFFF"/>
    </inkml:brush>
  </inkml:definitions>
  <inkml:trace contextRef="#ctx0" brushRef="#br0">16 53 24575,'-2'-2'0,"-9"-7"0,9 11 0,4 10 0,7 14 0,0-1 0,2 1 0,1-2 0,0 1 0,2-2 0,1 0 0,1 0 0,37 38 0,-51-57 0,1-2 0,0 1 0,0 0 0,1 0 0,-1-1 0,0 0 0,1 0 0,0 0 0,-1 0 0,1 0 0,0-1 0,7 2 0,-9-3 0,0 0 0,1 0 0,-1 0 0,0 0 0,0 0 0,0-1 0,0 1 0,1-1 0,-1 0 0,0 1 0,0-1 0,0 0 0,0 0 0,0 0 0,-1-1 0,1 1 0,0 0 0,0-1 0,-1 1 0,1-1 0,-1 0 0,0 1 0,1-1 0,-1 0 0,2-2 0,10-20 48,-2 0 0,0-1 1,-1 0-1,-1-1 0,5-28 0,24-63-1702,-29 97-5172</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0.045"/>
    </inkml:context>
    <inkml:brush xml:id="br0">
      <inkml:brushProperty name="width" value="0.05" units="cm"/>
      <inkml:brushProperty name="height" value="0.05" units="cm"/>
      <inkml:brushProperty name="color" value="#FFFFFF"/>
    </inkml:brush>
  </inkml:definitions>
  <inkml:trace contextRef="#ctx0" brushRef="#br0">1081 2 24575,'-15'-1'0,"-1"1"0,1 0 0,-1 1 0,1 1 0,0 1 0,0 0 0,0 1 0,0 0 0,-16 8 0,15-4 0,0 2 0,0 0 0,1 1 0,1 1 0,0 0 0,0 0 0,1 2 0,1 0 0,0 0 0,1 1 0,1 0 0,-16 31 0,-1 12 0,3 2 0,-23 84 0,27-81 0,-165 686 0,134-512 0,30-140 0,-117 576 0,-37 603-333,150-957 222,15 0 0,31 329 0,17-292 111,16-2 0,15-2 0,15-4 0,140 363 0,-162-542 0,170 457 0,21-10 0,-185-469 0,7-4 0,6-2 0,5-5 0,7-3 0,5-5 0,6-4 0,161 149 0,-191-208 11,4-3 0,2-4 0,104 57 0,-65-52-341,228 86 0,147 0-359,6-38 645,134 1-177,5-43-212,-533-61 460,247 6 2011,-346-15-1922,0 1 1,1-1-1,-1 0 1,0 0-1,12-4 0,-17 4-158,-1 1-1,0-1 0,1 1 0,-1-1 0,0 0 0,0 1 0,1-1 0,-1 0 0,0 0 0,0 0 0,0 0 0,0 0 0,0 0 1,0 0-1,0-1 0,0 1 0,-1 0 0,1 0 0,0-1 0,-1 1 0,1 0 0,-1-1 0,0 1 0,1-1 0,-1 1 0,0-1 0,0 1 1,0 0-1,1-1 0,-2 1 0,1-1 0,0 1 0,-1-3 0,-3-11-6783</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1.522"/>
    </inkml:context>
    <inkml:brush xml:id="br0">
      <inkml:brushProperty name="width" value="0.05" units="cm"/>
      <inkml:brushProperty name="height" value="0.05" units="cm"/>
      <inkml:brushProperty name="color" value="#FFFFFF"/>
    </inkml:brush>
  </inkml:definitions>
  <inkml:trace contextRef="#ctx0" brushRef="#br0">1 2123 24575,'82'-78'0,"-40"35"0,69-54 0,55-28 0,-86 68 0,312-196 0,-107 75 0,122-83 0,20 36 0,133 2 0,350-41-402,21 85 0,508 57-264,6 104-209,-77 93 976,-1121-46 1194,-198-19-979,0 1 1,91 34-1,-82-23-1681,-43-15-5461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2.797"/>
    </inkml:context>
    <inkml:brush xml:id="br0">
      <inkml:brushProperty name="width" value="0.05" units="cm"/>
      <inkml:brushProperty name="height" value="0.05" units="cm"/>
      <inkml:brushProperty name="color" value="#FFFFFF"/>
    </inkml:brush>
  </inkml:definitions>
  <inkml:trace contextRef="#ctx0" brushRef="#br0">0 787 24575,'1'3'0,"-1"-1"0,1 1 0,-1-1 0,1 1 0,0-1 0,0 0 0,0 1 0,0-1 0,1 0 0,-1 0 0,1 0 0,-1 0 0,1 0 0,0 0 0,-1-1 0,1 1 0,0 0 0,0-1 0,0 1 0,1-1 0,-1 0 0,0 0 0,0 0 0,1 0 0,2 1 0,11 3 0,-1 0 0,28 4 0,-34-7 0,89 14 0,156 5 0,102-21 0,-180-1 0,408 9-156,-1 1-131,-2-31 132,-244-9 155,573-130 0,-822 138 100,-1-5-1,97-43 1,-122 41-25,-2-2 0,0-2-1,81-65 1,229-189-75,-362 281 0,0 1 0,0-2 0,-1 1 0,0-1 0,0 0 0,10-17 0,-16 25 10,-1-1-1,0 1 1,0 0-1,1-1 1,-1 1-1,0-1 1,0 1-1,1-1 1,-1 1-1,0-1 1,0 1-1,0-1 1,0 1-1,0-1 0,0 1 1,0-1-1,0 1 1,0-1-1,0 1 1,0-1-1,0 1 1,0-1-1,0 1 1,0-1-1,0 1 1,0 0-1,-1-1 1,1 1-1,0-1 1,0 1-1,-1-1 1,1 1-1,0 0 1,-1-1-1,0 0 1,-16-3-1717,4 4-5119</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3.732"/>
    </inkml:context>
    <inkml:brush xml:id="br0">
      <inkml:brushProperty name="width" value="0.05" units="cm"/>
      <inkml:brushProperty name="height" value="0.05" units="cm"/>
      <inkml:brushProperty name="color" value="#FFFFFF"/>
    </inkml:brush>
  </inkml:definitions>
  <inkml:trace contextRef="#ctx0" brushRef="#br0">18 31 24575,'0'-3'0,"0"-4"0,-3-3 0,-1 2 0,1 6 0,0 9 0,1 12 0,0 13 0,2 11 0,-1 11 0,1 8 0,1 5 0,-1 4 0,0 0 0,0 2 0,0-5 0,0-12-8191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4.145"/>
    </inkml:context>
    <inkml:brush xml:id="br0">
      <inkml:brushProperty name="width" value="0.05" units="cm"/>
      <inkml:brushProperty name="height" value="0.05" units="cm"/>
      <inkml:brushProperty name="color" value="#FFFFFF"/>
    </inkml:brush>
  </inkml:definitions>
  <inkml:trace contextRef="#ctx0" brushRef="#br0">1 344 24575,'2'-1'0,"1"-1"0,-1 1 0,0-1 0,1 1 0,-1-1 0,0 0 0,0 0 0,0 0 0,0 0 0,0 0 0,-1-1 0,3-3 0,8-9 0,-8 12 0,1 0 0,-1 0 0,1 0 0,0 1 0,-1-1 0,1 1 0,0 0 0,1 1 0,-1-1 0,0 1 0,9-1 0,8 0 0,34 2 0,-32 0 0,94 1 0,64-1 0,-172 0 0,0 0 0,0-1 0,0-1 0,0 0 0,17-5 0,-24 6 0,0 0 0,-1 0 0,1 0 0,-1-1 0,1 1 0,-1-1 0,0 0 0,1 1 0,-1-1 0,0 0 0,0-1 0,0 1 0,-1 0 0,1 0 0,0-1 0,-1 1 0,1-1 0,-1 1 0,0-1 0,0 0 0,0 0 0,0 1 0,-1-1 0,1-5 0,0 0 0,-1 0 0,0 0 0,-1 0 0,0 0 0,0 0 0,-5-14 0,-19-45 0,17 46 0,5 15 0,0 0 0,0 0 0,0 1 0,0-1 0,-5-4 0,8 10 0,-1-1 0,1 0 0,-1 1 0,1 0 0,-1-1 0,1 1 0,-1-1 0,1 1 0,-1-1 0,1 1 0,-1 0 0,1 0 0,-1-1 0,0 1 0,1 0 0,-1 0 0,1 0 0,-1-1 0,0 1 0,1 0 0,-1 0 0,0 0 0,0 0 0,0 1 0,0 0 0,0-1 0,0 1 0,1 0 0,-1 0 0,0-1 0,0 1 0,1 0 0,-1 0 0,1 0 0,-1 0 0,1 0 0,-1 0 0,1 0 0,0 0 0,-1 0 0,1 0 0,0 0 0,0 0 0,0 2 0,-7 40 0,0 78 0,5-66 0,-19 304-1365,20-335-5461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4.579"/>
    </inkml:context>
    <inkml:brush xml:id="br0">
      <inkml:brushProperty name="width" value="0.05" units="cm"/>
      <inkml:brushProperty name="height" value="0.05" units="cm"/>
      <inkml:brushProperty name="color" value="#FFFFFF"/>
    </inkml:brush>
  </inkml:definitions>
  <inkml:trace contextRef="#ctx0" brushRef="#br0">89 190 24575,'0'0'0,"1"0"0,-1 0 0,1 0 0,-1 0 0,1 0 0,-1 0 0,1 1 0,-1-1 0,0 0 0,1 0 0,-1 1 0,1-1 0,-1 0 0,1 0 0,-1 1 0,0-1 0,1 0 0,-1 1 0,0-1 0,1 1 0,-1-1 0,0 0 0,0 1 0,1-1 0,-1 1 0,0-1 0,0 1 0,0-1 0,0 1 0,0-1 0,1 1 0,-1-1 0,0 1 0,0-1 0,0 1 0,0-1 0,0 1 0,-1 0 0,-3 23 0,4-21 0,-25 93 0,-18 93 0,16 18 0,31-244 0,1-1 0,2 1 0,15-48 0,-8 29 0,15-59 0,65-164 0,-91 270 0,1-1 0,1 1 0,-1 0 0,2 0 0,9-12 0,-15 20 0,0 1 0,1-1 0,-1 1 0,1-1 0,-1 0 0,1 1 0,-1-1 0,1 1 0,0 0 0,-1-1 0,1 1 0,-1-1 0,1 1 0,0 0 0,-1-1 0,1 1 0,0 0 0,0 0 0,-1 0 0,1 0 0,0 0 0,0-1 0,-1 1 0,1 0 0,0 1 0,1-1 0,-1 0 0,0 1 0,-1 0 0,1-1 0,0 1 0,0 0 0,-1 0 0,1 0 0,0 0 0,-1-1 0,1 1 0,-1 0 0,1 0 0,-1 0 0,0 0 0,1 0 0,-1 2 0,3 6 0,-2 0 0,1 1 0,-1 10 0,-1-19 0,5 87 78,2 55-799,36 196-1,-37-308-6104</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4.753"/>
    </inkml:context>
    <inkml:brush xml:id="br0">
      <inkml:brushProperty name="width" value="0.05" units="cm"/>
      <inkml:brushProperty name="height" value="0.05" units="cm"/>
      <inkml:brushProperty name="color" value="#FFFFFF"/>
    </inkml:brush>
  </inkml:definitions>
  <inkml:trace contextRef="#ctx0" brushRef="#br0">15 50 24575,'-3'-3'0,"-4"-1"0,2 0 0,6-2 0,4 0 0,5 1 0,7 1 0,9 2 0,9 0 0,7-1 0,6-1 0,7 0 0,-7 2-8191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4.951"/>
    </inkml:context>
    <inkml:brush xml:id="br0">
      <inkml:brushProperty name="width" value="0.05" units="cm"/>
      <inkml:brushProperty name="height" value="0.05" units="cm"/>
      <inkml:brushProperty name="color" value="#FFFFFF"/>
    </inkml:brush>
  </inkml:definitions>
  <inkml:trace contextRef="#ctx0" brushRef="#br0">109 99 24575,'-4'-4'0,"0"-1"0,1 0 0,-1 0 0,1-1 0,0 1 0,0 0 0,-3-13 0,4 12 0,-1 0 0,0-1 0,0 1 0,-8-10 0,11 15 0,0 1 0,0 0 0,0 0 0,0-1 0,0 1 0,0 0 0,-1 0 0,1 0 0,0-1 0,0 1 0,0 0 0,0 0 0,-1 0 0,1 0 0,0 0 0,0-1 0,0 1 0,-1 0 0,1 0 0,0 0 0,0 0 0,-1 0 0,1 0 0,0 0 0,0 0 0,-1 0 0,1 0 0,0 0 0,0 0 0,0 0 0,-1 0 0,1 0 0,0 0 0,0 0 0,-1 0 0,1 0 0,0 0 0,0 0 0,-1 0 0,1 1 0,0-1 0,0 0 0,0 0 0,-1 0 0,-4 14 0,1 19 0,-27 339-1365,24-326-5461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5.200"/>
    </inkml:context>
    <inkml:brush xml:id="br0">
      <inkml:brushProperty name="width" value="0.05" units="cm"/>
      <inkml:brushProperty name="height" value="0.05" units="cm"/>
      <inkml:brushProperty name="color" value="#FFFFFF"/>
    </inkml:brush>
  </inkml:definitions>
  <inkml:trace contextRef="#ctx0" brushRef="#br0">0 76 24575,'0'-6'0,"1"-1"0,-1 0 0,1 1 0,0-1 0,1 1 0,0-1 0,0 1 0,0 0 0,4-8 0,-5 14 0,-1 0 0,0-1 0,1 1 0,-1 0 0,0 0 0,1-1 0,-1 1 0,0 0 0,1 0 0,-1-1 0,1 1 0,-1 0 0,0 0 0,1 0 0,-1 0 0,1 0 0,-1 0 0,1 0 0,-1 0 0,0 0 0,1 0 0,-1 0 0,1 0 0,-1 0 0,1 0 0,-1 0 0,0 0 0,1 0 0,-1 1 0,1-1 0,-1 0 0,0 0 0,1 0 0,-1 1 0,0-1 0,1 0 0,-1 1 0,0-1 0,1 0 0,-1 1 0,0-1 0,0 0 0,1 1 0,-1-1 0,0 1 0,14 20 0,-13-18 0,55 107 0,45 81 0,-80-156 0,2-2 0,0-1 0,39 40 0,-56-65 86,0-1-1,1 0 0,12 8 1,-17-13-152,-1 0 0,1 0 1,-1 0-1,0 0 0,1 0 1,0-1-1,-1 1 0,1-1 1,-1 1-1,1-1 1,0 0-1,-1 1 0,1-1 1,0 0-1,0 0 0,-1 0 1,1 0-1,0-1 0,-1 1 1,1 0-1,0-1 1,-1 1-1,1-1 0,-1 1 1,4-3-1,6-7-6760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5.367"/>
    </inkml:context>
    <inkml:brush xml:id="br0">
      <inkml:brushProperty name="width" value="0.05" units="cm"/>
      <inkml:brushProperty name="height" value="0.05" units="cm"/>
      <inkml:brushProperty name="color" value="#FFFFFF"/>
    </inkml:brush>
  </inkml:definitions>
  <inkml:trace contextRef="#ctx0" brushRef="#br0">52 283 24575,'0'-282'0,"-21"385"0,7-9-455,4 0 0,4 168 0,10-215-6371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5.818"/>
    </inkml:context>
    <inkml:brush xml:id="br0">
      <inkml:brushProperty name="width" value="0.05" units="cm"/>
      <inkml:brushProperty name="height" value="0.05" units="cm"/>
      <inkml:brushProperty name="color" value="#FFFFFF"/>
    </inkml:brush>
  </inkml:definitions>
  <inkml:trace contextRef="#ctx0" brushRef="#br0">91 80 24575,'-1'-1'0,"0"0"0,0 0 0,-1 0 0,1 0 0,0 0 0,0 0 0,0 0 0,0 1 0,-1-1 0,1 0 0,0 1 0,-1-1 0,1 1 0,-1-1 0,1 1 0,-1 0 0,1 0 0,0-1 0,-1 1 0,1 0 0,-1 0 0,1 1 0,-1-1 0,-1 0 0,1 1 0,0 0 0,0 0 0,1 1 0,-1-1 0,0 0 0,0 1 0,1-1 0,-1 1 0,1-1 0,-1 1 0,1 0 0,0 0 0,0 0 0,-2 2 0,-1 5 0,0 1 0,0 0 0,1 0 0,0 0 0,-2 16 0,-2 60 0,6 146 0,3-119 0,-2-76 0,0-27 0,1-33 0,10-91 0,4 1 0,55-202 0,-66 300 0,7-23 0,-10 36 0,-1 0 0,1 0 0,0 0 0,0 0 0,1 0 0,-1 0 0,0 0 0,1 0 0,-1 1 0,1-1 0,-1 0 0,4-2 0,-4 4 0,0 0 0,-1 0 0,1 0 0,-1 0 0,1-1 0,0 1 0,-1 0 0,1 0 0,0 0 0,-1 1 0,1-1 0,0 0 0,-1 0 0,1 0 0,0 0 0,-1 1 0,1-1 0,-1 0 0,1 0 0,-1 1 0,1-1 0,0 1 0,-1-1 0,1 0 0,-1 1 0,0-1 0,1 1 0,-1-1 0,1 1 0,-1-1 0,0 1 0,1 0 0,-1-1 0,0 1 0,0-1 0,1 1 0,-1 1 0,11 26 0,-11-26 0,27 110 0,17 154 0,-19-94 0,-10-75-1365,-10-62-5461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5.970"/>
    </inkml:context>
    <inkml:brush xml:id="br0">
      <inkml:brushProperty name="width" value="0.05" units="cm"/>
      <inkml:brushProperty name="height" value="0.05" units="cm"/>
      <inkml:brushProperty name="color" value="#FFFFFF"/>
    </inkml:brush>
  </inkml:definitions>
  <inkml:trace contextRef="#ctx0" brushRef="#br0">11 90 24575,'-3'-3'0,"-1"-4"0,0-3 0,4-4 0,5 1 0,7 0 0,8 2 0,9 3 0,9 2 0,9 3 0,6 2 0,-6 1-8191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7.610"/>
    </inkml:context>
    <inkml:brush xml:id="br0">
      <inkml:brushProperty name="width" value="0.05" units="cm"/>
      <inkml:brushProperty name="height" value="0.05" units="cm"/>
      <inkml:brushProperty name="color" value="#FFFFFF"/>
    </inkml:brush>
  </inkml:definitions>
  <inkml:trace contextRef="#ctx0" brushRef="#br0">32 12 24575,'-2'0'0,"-1"0"0,0 0 0,1 0 0,-1 1 0,1-1 0,-1 1 0,1 0 0,-1 0 0,-2 1 0,5-2 0,-1 0 0,1 0 0,0 0 0,0 0 0,0 1 0,0-1 0,0 0 0,-1 0 0,1 0 0,0 0 0,0 0 0,0 0 0,0 1 0,0-1 0,0 0 0,-1 0 0,1 0 0,0 0 0,0 1 0,0-1 0,0 0 0,0 0 0,0 0 0,0 0 0,0 1 0,0-1 0,0 0 0,0 0 0,0 0 0,0 1 0,0-1 0,0 0 0,0 0 0,0 0 0,0 0 0,0 1 0,0-1 0,0 0 0,0 0 0,1 0 0,-1 1 0,15 6 0,11-2 0,1 0 0,-1-3 0,1 0 0,27-2 0,-19 1 0,1280-30 0,-1303 28 0,1 1 0,-1-2 0,20-3 0,-23 1 342,-9 4-372,0 0 0,0 0 0,1 0 0,-1 0 0,0 0 0,0 0 0,0-1 0,0 1 0,0 0 0,0 0 0,0 0 0,0 0 0,0 0 0,0 0 0,1 0 1,-1 0-1,0 0 0,0-1 0,0 1 0,0 0 0,0 0 0,0 0 0,0 0 0,0 0 0,0 0 0,0-1 0,0 1 0,0 0 0,0 0 0,0 0 0,0 0 0,0 0 1,0 0-1,0 0 0,0-1 0,0 1 0,0 0 0,-1 0 0,1 0 0,0 0 0,0 0 0,0 0 0,0 0 0,0-1 0,0 1 0,0 0 0,0 0 0,0 0 0,0 0 1,-1 0-1,1 0 0,0 0 0,0 0 0,0 0 0,0 0 0,0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8.001"/>
    </inkml:context>
    <inkml:brush xml:id="br0">
      <inkml:brushProperty name="width" value="0.05" units="cm"/>
      <inkml:brushProperty name="height" value="0.05" units="cm"/>
      <inkml:brushProperty name="color" value="#FFFFFF"/>
    </inkml:brush>
  </inkml:definitions>
  <inkml:trace contextRef="#ctx0" brushRef="#br0">130 15 24575,'-45'-7'0,"41"5"0,-1 1 0,0-1 0,1 1 0,-1 1 0,0-1 0,1 1 0,-1-1 0,0 1 0,0 1 0,1-1 0,-1 1 0,0-1 0,1 2 0,-9 2 0,12-4 0,1 0 0,0 0 0,-1 0 0,1 0 0,0 1 0,-1-1 0,1 0 0,0 0 0,-1 1 0,1-1 0,0 0 0,-1 1 0,1-1 0,0 0 0,0 1 0,0-1 0,-1 0 0,1 1 0,0-1 0,0 0 0,0 1 0,0-1 0,0 1 0,0-1 0,-1 0 0,1 1 0,0-1 0,0 1 0,0-1 0,0 0 0,1 1 0,-1 0 0,10 11 0,22 4 0,23 3 0,0-3 0,1-2 0,66 7 0,-49-9 0,83 25 0,-149-34 0,1-1 0,-1 1 0,1 1 0,-1-1 0,0 1 0,12 9 0,-18-12 0,0 0 0,1 0 0,-1 1 0,0-1 0,0 0 0,1 0 0,-1 1 0,0-1 0,-1 1 0,1-1 0,0 1 0,0-1 0,0 1 0,-1 0 0,1-1 0,-1 1 0,0 0 0,1-1 0,-1 1 0,0 0 0,0 0 0,0-1 0,0 1 0,0 0 0,0 0 0,-1-1 0,1 1 0,-1 0 0,1-1 0,-1 1 0,0 0 0,1-1 0,-1 1 0,0-1 0,0 1 0,0-1 0,-2 3 0,-17 18 0,-1 0 0,-45 36 0,25-23 0,-65 63-1365,79-71-5461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8.609"/>
    </inkml:context>
    <inkml:brush xml:id="br0">
      <inkml:brushProperty name="width" value="0.05" units="cm"/>
      <inkml:brushProperty name="height" value="0.05" units="cm"/>
      <inkml:brushProperty name="color" value="#FFFFFF"/>
    </inkml:brush>
  </inkml:definitions>
  <inkml:trace contextRef="#ctx0" brushRef="#br0">51 13 24575,'-1'-1'0,"0"0"0,0 0 0,0 0 0,0 0 0,-1 0 0,1 0 0,0 0 0,0 1 0,-1-1 0,1 0 0,0 1 0,-1-1 0,1 1 0,0 0 0,-4-1 0,4 1 0,1 0 0,-1 0 0,0 0 0,0 0 0,0 1 0,0-1 0,0 0 0,0 1 0,1-1 0,-1 1 0,0-1 0,0 0 0,1 1 0,-1 0 0,0-1 0,1 1 0,-1-1 0,0 1 0,0 1 0,-1 0 0,1 1 0,0 0 0,-1-1 0,1 1 0,0 0 0,0 0 0,1-1 0,-1 1 0,1 0 0,-1 0 0,1 0 0,0 0 0,0 0 0,0 4 0,43 252 0,0 446 0,-58 1 0,12-653 0,0-11 0,2 1 0,6 54 0,-5-94 0,0 0 0,1-1 0,-1 1 0,1 0 0,0 0 0,-1-1 0,1 1 0,1 0 0,-1-1 0,0 1 0,1-1 0,-1 1 0,1-1 0,-1 0 0,1 0 0,0 0 0,3 3 0,-2-4 0,0 1 0,0-1 0,0 0 0,0 0 0,0 0 0,0 0 0,1-1 0,-1 1 0,0-1 0,0 0 0,1 0 0,-1 0 0,0 0 0,0-1 0,4 0 0,108-17 0,78-10 0,554-21-1560,4 36 0,1170 42 523,-1874-28 978,5 2-145,0-2-1,63-9 0,-76 1-3156</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39.432"/>
    </inkml:context>
    <inkml:brush xml:id="br0">
      <inkml:brushProperty name="width" value="0.05" units="cm"/>
      <inkml:brushProperty name="height" value="0.05" units="cm"/>
      <inkml:brushProperty name="color" value="#FFFFFF"/>
    </inkml:brush>
  </inkml:definitions>
  <inkml:trace contextRef="#ctx0" brushRef="#br0">11 55 24575,'0'0'0,"0"1"0,-1-1 0,1 0 0,0 0 0,-1 0 0,1 0 0,0 0 0,0 0 0,-1 0 0,1 0 0,0 0 0,-1 0 0,1 0 0,0 0 0,-1 0 0,1 0 0,0 0 0,-1 0 0,1 0 0,0 0 0,0 0 0,-1 0 0,1-1 0,0 1 0,0 0 0,-1 0 0,1 0 0,0-1 0,0 1 0,-1 0 0,1 0 0,0 0 0,0-1 0,0 1 0,-1 0 0,1 0 0,0-1 0,0 1 0,0 0 0,0-1 0,0 1 0,0 0 0,0 0 0,0-1 0,0 1 0,0 0 0,-1-1 0,1 1 0,1 0 0,-1-1 0,0 1 0,0 0 0,0-1 0,0 1 0,0 0 0,0 0 0,0-1 0,0 1 0,0 0 0,1-1 0,-1 1 0,0 0 0,0-1 0,1 0 0,0 0 0,0 0 0,1 0 0,-1-1 0,0 1 0,0 0 0,1 0 0,-1 0 0,0 1 0,1-1 0,-1 0 0,3 0 0,29-6 0,1 1 0,0 2 0,53 0 0,-54 3 0,944-8-3284,-618 11 2577,1160 16-1651,-45 1 66,-1393-19 2289,261 3 877,-117 9 2909,-223-12-3633,0 0 0,0 0 0,0 0 0,1 1 0,-1-1 0,0 1 0,0-1 1,0 1-1,0 0 0,0-1 0,0 1 0,0 0 0,0 0 0,3 2 0,-5-2-93,0 1 0,1-1-1,-1 0 1,0 0-1,0 0 1,0 0-1,0 0 1,0 0 0,0 1-1,0-1 1,0 0-1,0 0 1,-1 0-1,1 0 1,0 0 0,-1 0-1,1 0 1,-1 0-1,1 0 1,-1 0-1,0 0 1,1 0 0,-1 0-1,0 0 1,1 0-1,-3 1 1,-11 17-31,0 0 0,1 1 0,1 1 0,1 0 0,1 0 0,1 1 0,-12 45 0,3 35-26,5 1 0,0 124 0,11-97 0,6-1 0,6 0 0,5 0 0,59 234 0,41-43 0,-113-315 0,0 0 0,0 0 0,0 0 0,0 1 0,-1-1 0,0 0 0,1 7 0,-2-12 0,0 1 0,0 0 0,0 0 0,0-1 0,0 1 0,0 0 0,-1 0 0,1-1 0,0 1 0,0 0 0,-1-1 0,1 1 0,0 0 0,-1-1 0,1 1 0,-1 0 0,1-1 0,-1 1 0,1-1 0,-2 1 0,1 0 0,0 0 0,0-1 0,-1 1 0,1-1 0,0 0 0,-1 1 0,1-1 0,-1 0 0,1 0 0,-1 0 0,1 0 0,0 0 0,-1 0 0,1 0 0,-2-1 0,-116-24 0,21 4 0,-314-34-439,-4 25-508,259 20 573,-318-18-2285,260 17-1113</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0.052"/>
    </inkml:context>
    <inkml:brush xml:id="br0">
      <inkml:brushProperty name="width" value="0.05" units="cm"/>
      <inkml:brushProperty name="height" value="0.05" units="cm"/>
      <inkml:brushProperty name="color" value="#FFFFFF"/>
    </inkml:brush>
  </inkml:definitions>
  <inkml:trace contextRef="#ctx0" brushRef="#br0">715 103 24575,'-1'-1'0,"1"-1"0,-1 0 0,1 0 0,-1 0 0,0 1 0,0-1 0,0 0 0,0 1 0,0-1 0,0 0 0,0 1 0,-1 0 0,1-1 0,-1 1 0,1 0 0,-1-1 0,1 1 0,-4-1 0,-32-18 0,37 20 0,-24-10 0,0 1 0,-1 1 0,-1 1 0,1 1 0,-1 1 0,0 2 0,0 0 0,0 2 0,-33 2 0,38 1 0,1 0 0,0 1 0,0 1 0,0 1 0,1 1 0,0 1 0,0 0 0,0 1 0,1 2 0,1-1 0,-1 2 0,-22 19 0,31-23 0,0 2 0,1-1 0,0 1 0,1 0 0,0 1 0,0 0 0,1 0 0,1 0 0,-1 1 0,2 0 0,-1 0 0,2 0 0,-1 1 0,2-1 0,-3 17 0,4-19 0,1 0 0,0 0 0,0 0 0,1 0 0,0 0 0,0 0 0,1-1 0,1 1 0,-1 0 0,1-1 0,1 1 0,0-1 0,0 0 0,0 0 0,1-1 0,0 1 0,1-1 0,-1 0 0,2-1 0,10 10 0,-2-4 0,0-2 0,1 0 0,1 0 0,0-2 0,0 0 0,0-1 0,1-1 0,0 0 0,0-2 0,1 0 0,-1-1 0,34 1 0,-16-3 0,0-1 0,0-2 0,-1-2 0,1-1 0,62-18 0,-77 17 0,0-2 0,0 0 0,0-1 0,24-15 0,-38 20 0,-1 0 0,0 0 0,0-1 0,0 0 0,-1 0 0,0-1 0,0 1 0,0-1 0,-1 0 0,1 0 0,-2-1 0,1 1 0,-1-1 0,0 0 0,0 0 0,3-12 0,1-11-1365,-3 16-5461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1.016"/>
    </inkml:context>
    <inkml:brush xml:id="br0">
      <inkml:brushProperty name="width" value="0.05" units="cm"/>
      <inkml:brushProperty name="height" value="0.05" units="cm"/>
      <inkml:brushProperty name="color" value="#FFFFFF"/>
    </inkml:brush>
  </inkml:definitions>
  <inkml:trace contextRef="#ctx0" brushRef="#br0">334 182 24575,'3'-3'0,"-1"1"0,0 0 0,0-1 0,0 1 0,0-1 0,0 0 0,0 0 0,-1 0 0,1 0 0,-1 0 0,0 0 0,0 0 0,0 0 0,-1 0 0,1 0 0,-1-1 0,1 1 0,-1 0 0,0 0 0,0-1 0,-1 1 0,1 0 0,-1 0 0,-1-6 0,1 5 0,-1 1 0,0 0 0,0-1 0,0 1 0,0 0 0,0 0 0,-1 0 0,0 0 0,1 1 0,-1-1 0,0 1 0,0-1 0,0 1 0,-1 0 0,1 0 0,0 1 0,-1-1 0,1 0 0,-1 1 0,-6-1 0,0 0 0,0 1 0,-1 0 0,1 1 0,-1 0 0,1 0 0,-1 1 0,1 1 0,0 0 0,-1 0 0,1 1 0,0 0 0,1 1 0,-1 0 0,1 1 0,-1 0 0,1 0 0,1 1 0,-1 0 0,1 0 0,-13 14 0,13-13 0,1 2 0,0-1 0,0 1 0,0 0 0,2 0 0,-1 1 0,1-1 0,-7 20 0,9-21 0,1 0 0,0 0 0,1 0 0,0 0 0,0 0 0,1 0 0,-1 0 0,2 0 0,-1 0 0,1 0 0,1 0 0,3 12 0,-4-15 0,1 0 0,0 0 0,1 0 0,-1-1 0,1 1 0,0-1 0,0 0 0,0 1 0,1-1 0,-1-1 0,1 1 0,0 0 0,8 4 0,-5-3 0,0-1 0,1-1 0,0 1 0,-1-1 0,1-1 0,0 1 0,0-1 0,10 1 0,-3-2 0,-1 0 0,0-1 0,0 0 0,0-1 0,1 0 0,-1-2 0,0 1 0,-1-2 0,1 0 0,13-6 0,-17 6 0,-1-2 0,0 1 0,0-1 0,-1 0 0,0-1 0,0 0 0,0-1 0,-1 1 0,0-1 0,-1-1 0,0 1 0,0-1 0,-1 0 0,0 0 0,0-1 0,-1 1 0,0-1 0,-1 0 0,0 0 0,-1-1 0,0 1 0,0-1 0,-1 1 0,-1-1 0,1 1 0,-2-1 0,0 1 0,0-1 0,-1 1 0,0 0 0,0-1 0,-7-15 0,8 25 0,1 0 0,-1-1 0,1 1 0,-1 0 0,0 0 0,1-1 0,-1 1 0,0 0 0,0 0 0,0 0 0,0 0 0,-1-1 0,0 5 0,5 8 0,2 0 0,1-1 0,0 0 0,0 0 0,1 0 0,0-1 0,1 0 0,0 0 0,0-1 0,1 0 0,16 11 0,-19-15 0,0 0 0,1 0 0,-1-1 0,1 0 0,0 0 0,0-1 0,0 0 0,8 2 0,-10-4 0,0 1 0,-1-1 0,1 0 0,0 0 0,0 0 0,-1-1 0,1 0 0,0 0 0,-1 0 0,1 0 0,-1-1 0,1 0 0,5-3 0,-7 4 0,-1-1 0,1 0 0,0-1 0,-1 1 0,0 0 0,0-1 0,1 1 0,-1-1 0,-1 0 0,1 1 0,0-1 0,-1 0 0,1 0 0,-1 0 0,0-1 0,0 1 0,0 0 0,-1 0 0,2-6 0,-1-5 0,-1 0 0,0 0 0,-2-18 0,1 26 0,62 443 0,-24-201 0,-34-212 0,-19-84 0,2-27 0,-1-115 0,14 166 0,2 1 0,2-1 0,1 1 0,2 0 0,1 0 0,14-41 0,-17 66 0,0 0 0,1 1 0,0-1 0,0 1 0,1 0 0,0 0 0,1 0 0,0 1 0,0 0 0,1 1 0,0 0 0,13-9 0,-17 13 0,1 0 0,-1 1 0,1-1 0,0 1 0,0 0 0,0 0 0,0 1 0,0 0 0,1-1 0,-1 2 0,0-1 0,1 1 0,-1 0 0,0 0 0,1 0 0,-1 1 0,0-1 0,1 1 0,-1 1 0,0-1 0,0 1 0,0 0 0,0 0 0,0 0 0,-1 1 0,7 4 0,-6-4 0,-1 0 0,0 0 0,0 1 0,-1-1 0,1 1 0,-1 0 0,0 0 0,0 0 0,0 1 0,0-1 0,-1 1 0,0-1 0,0 1 0,0 0 0,0 0 0,-1 0 0,0 0 0,0 0 0,0 0 0,-1 0 0,0 0 0,0 0 0,0 0 0,0 1 0,-1-1 0,0 0 0,-2 7 0,1-3 0,-1 0 0,-1 0 0,1-1 0,-1 1 0,-1-1 0,1 0 0,-2 0 0,1-1 0,-1 0 0,0 0 0,0 0 0,-1 0 0,0-1 0,-11 8 0,7-8-170,-1 0-1,1 0 0,-1-1 1,-1-1-1,1 0 0,0 0 1,-18 2-1,-4-2-6655</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1.921"/>
    </inkml:context>
    <inkml:brush xml:id="br0">
      <inkml:brushProperty name="width" value="0.05" units="cm"/>
      <inkml:brushProperty name="height" value="0.05" units="cm"/>
      <inkml:brushProperty name="color" value="#FFFFFF"/>
    </inkml:brush>
  </inkml:definitions>
  <inkml:trace contextRef="#ctx0" brushRef="#br0">108 257 24575,'9'-1'0,"1"0"0,-1 0 0,1-1 0,-1 0 0,1-1 0,-1 0 0,0 0 0,0-1 0,-1 0 0,1-1 0,-1 0 0,15-11 0,-18 12 0,0 0 0,0-1 0,0 1 0,-1-1 0,0 0 0,1 0 0,-2-1 0,1 1 0,-1-1 0,1 0 0,-2 1 0,1-2 0,-1 1 0,0 0 0,0 0 0,0-1 0,-1 1 0,0-1 0,0-9 0,-1 13 0,0-1 0,-1 0 0,0 1 0,1-1 0,-1 0 0,0 1 0,-1-1 0,1 1 0,-1-1 0,1 1 0,-1 0 0,0 0 0,0-1 0,0 1 0,-1 1 0,1-1 0,-1 0 0,0 1 0,0-1 0,1 1 0,-1 0 0,-1 0 0,1 0 0,0 0 0,-1 0 0,1 1 0,0 0 0,-1-1 0,0 1 0,1 1 0,-1-1 0,-4 0 0,1 0 0,-1 0 0,1 1 0,-1 0 0,1 1 0,-1-1 0,1 1 0,-1 1 0,1-1 0,0 1 0,0 1 0,0-1 0,0 1 0,0 0 0,0 1 0,-8 5 0,6 0 0,0-1 0,1 1 0,0 1 0,0-1 0,1 1 0,1 1 0,-1-1 0,1 1 0,1 0 0,0 1 0,1-1 0,0 1 0,1 0 0,0 0 0,-1 15 0,3-17 0,0-1 0,1 0 0,0 0 0,1 1 0,0-1 0,0 0 0,1 0 0,0 1 0,4 10 0,-3-14 0,0 0 0,0 0 0,0-1 0,0 1 0,1-1 0,0 0 0,0 0 0,1 0 0,-1-1 0,1 1 0,0-1 0,0 0 0,0 0 0,8 3 0,-6-4 0,-1 0 0,1 0 0,0-1 0,0 0 0,0 0 0,0-1 0,0 0 0,0 0 0,0-1 0,0 1 0,0-2 0,1 1 0,-1-1 0,0 0 0,0-1 0,0 1 0,0-1 0,0-1 0,-1 1 0,1-1 0,-1 0 0,9-6 0,-7 4 0,0-1 0,-1 1 0,1-2 0,-1 1 0,0-1 0,-1 0 0,0 0 0,0-1 0,0 0 0,-1 0 0,0 0 0,-1-1 0,0 1 0,0-1 0,-1 0 0,3-13 0,-4 11 0,-1 7 0,-1-1 0,1 1 0,0 0 0,0 0 0,4-8 0,-5 12 0,0-1 0,1 1 0,-1-1 0,0 1 0,0 0 0,1-1 0,-1 1 0,0 0 0,1-1 0,-1 1 0,1 0 0,-1 0 0,0-1 0,1 1 0,-1 0 0,1 0 0,-1-1 0,1 1 0,-1 0 0,0 0 0,1 0 0,0 0 0,0 0 0,0 0 0,1 1 0,-1-1 0,0 0 0,0 1 0,0-1 0,0 1 0,-1-1 0,1 1 0,0-1 0,0 1 0,0 0 0,0-1 0,1 3 0,3 2 0,1 0 0,-1 0 0,1 0 0,0-1 0,1 0 0,-1 0 0,1-1 0,0 0 0,11 4 0,-15-6 0,0 0 0,0-1 0,0 1 0,0-1 0,1 0 0,-1 0 0,0 0 0,0-1 0,0 1 0,0-1 0,0 0 0,0 0 0,0 0 0,0 0 0,0 0 0,-1 0 0,1-1 0,0 1 0,-1-1 0,1 0 0,-1 0 0,0 0 0,1 0 0,-1 0 0,0-1 0,2-2 0,-1 0 0,0 0 0,0 0 0,0 0 0,0-1 0,-1 1 0,0-1 0,0 0 0,-1 0 0,2-8 0,2 65 0,0-5 0,1 179 0,9 112 0,-13-433 0,-11-45 0,0-31 0,9 131 0,1 1 0,9-48 0,-8 73 0,1 1 0,0 0 0,2 1 0,-1-1 0,11-20 0,-14 31 0,1 0 0,0 0 0,0 0 0,0 0 0,0 0 0,0 0 0,1 0 0,-1 1 0,1-1 0,0 1 0,-1 0 0,1 0 0,0 0 0,1 0 0,-1 0 0,0 1 0,0-1 0,1 1 0,-1 0 0,1 0 0,-1 0 0,1 1 0,-1-1 0,1 1 0,0 0 0,-1 0 0,5 0 0,0 2 0,-1-1 0,1 2 0,-1-1 0,0 1 0,0 0 0,0 0 0,0 1 0,0 0 0,-1 0 0,0 1 0,0 0 0,0 0 0,0 0 0,-1 1 0,0-1 0,0 1 0,0 1 0,-1-1 0,0 1 0,0-1 0,-1 1 0,4 9 0,-5-10 0,1 0 0,-1 1 0,0-1 0,-1 1 0,1-1 0,-1 1 0,-1 0 0,1 0 0,-1-1 0,-1 1 0,1 0 0,-1 0 0,0-1 0,0 1 0,-1-1 0,0 1 0,0-1 0,-1 1 0,0-1 0,0 0 0,0 0 0,-1-1 0,1 1 0,-2-1 0,-6 8 0,2-5-136,0 0-1,-1-1 1,0 0-1,-1 0 1,1-1-1,-1-1 1,0 0-1,-1 0 0,-13 3 1,-2-1-6690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2.403"/>
    </inkml:context>
    <inkml:brush xml:id="br0">
      <inkml:brushProperty name="width" value="0.05" units="cm"/>
      <inkml:brushProperty name="height" value="0.05" units="cm"/>
      <inkml:brushProperty name="color" value="#FFFFFF"/>
    </inkml:brush>
  </inkml:definitions>
  <inkml:trace contextRef="#ctx0" brushRef="#br0">0 208 24575,'2'1'0,"-1"-1"0,1 1 0,-1-1 0,0 1 0,0 0 0,1-1 0,-1 1 0,0 0 0,0 0 0,0 0 0,0 0 0,0 0 0,0 0 0,0 0 0,0 1 0,0-1 0,-1 0 0,1 0 0,0 2 0,14 28 0,-14-28 0,15 37 0,-3 1 0,14 70 0,0 88 0,-27-193 0,2 20 0,-2-25 0,0 0 0,0 0 0,-1 0 0,1 0 0,0 0 0,0 0 0,0 0 0,-1 0 0,1 0 0,0-1 0,-1 1 0,1 0 0,-1 0 0,0 0 0,1 0 0,-1 0 0,1-1 0,-1 1 0,-1 1 0,1-2 0,1 0 0,-1 0 0,1 0 0,-1 0 0,1 1 0,-1-1 0,1-1 0,-1 1 0,1 0 0,-1 0 0,1 0 0,-1 0 0,1 0 0,-1 0 0,1 0 0,0-1 0,-1 1 0,1 0 0,-1 0 0,1-1 0,-1 1 0,1 0 0,0-1 0,-1 1 0,1 0 0,0-1 0,-1 1 0,1-1 0,0 1 0,0 0 0,-1-1 0,1 1 0,0-1 0,0 1 0,0-1 0,-9-20 0,9 19 0,-13-40 0,2-1 0,-11-89 0,11-90 0,11 217 0,-1-30 0,5-36 0,-3 61 0,0 1 0,1-1 0,0 1 0,1 0 0,0 0 0,0 0 0,1 0 0,9-16 0,-12 23 0,0 1 0,1-1 0,-1 0 0,0 1 0,1-1 0,-1 1 0,1 0 0,-1-1 0,1 1 0,0 0 0,-1 0 0,1 0 0,0 0 0,0 0 0,0 0 0,0 1 0,0-1 0,0 1 0,0-1 0,0 1 0,3-1 0,-2 2 0,1-1 0,0 1 0,-1 0 0,1-1 0,-1 2 0,0-1 0,1 0 0,-1 1 0,0-1 0,0 1 0,5 3 0,5 6 0,1 0 0,-1 1 0,22 27 0,-32-35 0,7 8 0,0 1 0,-1 0 0,-1 0 0,0 1 0,-1 0 0,0 0 0,-1 1 0,5 17 0,-10-27 0,1 0 0,-1 1 0,0-1 0,0 0 0,-1 1 0,0-1 0,0 1 0,0-1 0,0 0 0,-1 1 0,0-1 0,0 0 0,-1 1 0,1-1 0,-1 0 0,0 0 0,-1 0 0,1 0 0,-1-1 0,0 1 0,0-1 0,0 1 0,-1-1 0,0 0 0,1 0 0,-1-1 0,-5 4 0,-2 0-105,0-1 0,0-1 0,-1 0 0,1-1 0,-1 0 0,0-1 0,0 0 0,0-1 0,-1 0 0,1-1 0,-1 0 0,-12-1 0,-16-2-6721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1.019"/>
    </inkml:context>
    <inkml:brush xml:id="br0">
      <inkml:brushProperty name="width" value="0.05" units="cm"/>
      <inkml:brushProperty name="height" value="0.05" units="cm"/>
      <inkml:brushProperty name="color" value="#FFFFFF"/>
    </inkml:brush>
  </inkml:definitions>
  <inkml:trace contextRef="#ctx0" brushRef="#br0">1 47 24575,'130'-8'0,"-21"0"0,1201-23-1599,1 32-447,332 9 1743,-679-8 308,327 22-1144,-795 4 3989,-494-28-2754,1 0 0,0 0 0,0 0 0,-1 1-1,1 0 1,-1-1 0,1 1 0,0 0 0,-1 0 0,1 0 0,-1 1 0,0-1-1,3 3 1,-3-3-51,-1 1-1,0-1 1,-1 1-1,1 0 1,0-1-1,0 1 1,-1 0-1,1-1 1,-1 1-1,1 0 1,-1 0-1,0-1 1,0 1-1,0 0 1,0 0-1,0 0 1,0 0-1,0-1 1,-1 4-1,-8 84-44,3 127 0,3-24 0,-3-78 0,5 0 0,18 154 0,74 286 0,17 146 0,-101-421 0,-7-225 0,-2-39 0,2 11 0,0-25 0,0-1 0,1 1 0,-1 0 0,0-1 0,1 1 0,-1 0 0,0-1 0,1 1 0,-1-1 0,1 1 0,-1-1 0,1 1 0,0-1 0,-1 1 0,1-1 0,-1 0 0,1 1 0,0-1 0,-1 0 0,1 1 0,0-1 0,0 0 0,-1 0 0,1 0 0,0 0 0,-1 0 0,1 0 0,0 0 0,0 0 0,-1 0 0,1 0 0,1 0 0,121-18 0,397 28 0,-346 0 0,2213 71-653,-1923-69 603,247 10 50,-656-21 294,-35-1-17,-47 0-145,-8-3-1497,22-1-5461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1.404"/>
    </inkml:context>
    <inkml:brush xml:id="br0">
      <inkml:brushProperty name="width" value="0.05" units="cm"/>
      <inkml:brushProperty name="height" value="0.05" units="cm"/>
      <inkml:brushProperty name="color" value="#FFFFFF"/>
    </inkml:brush>
  </inkml:definitions>
  <inkml:trace contextRef="#ctx0" brushRef="#br0">44 16 24575,'-3'-2'0,"1"0"0,-1 1 0,1-1 0,-1 1 0,0-1 0,0 1 0,0 0 0,0 0 0,0 0 0,0 1 0,0-1 0,0 1 0,-3-1 0,49 15 0,2-5 0,0 3 0,-1 1 0,81 36 0,-119-46 0,0 0 0,-1 0 0,1 1 0,-1 0 0,0 0 0,0 1 0,0-1 0,-1 1 0,0 0 0,6 8 0,-8-10 0,-1 0 0,1 0 0,-1 1 0,0-1 0,0 0 0,0 1 0,0-1 0,0 1 0,-1-1 0,0 1 0,0-1 0,0 1 0,0-1 0,0 1 0,-1-1 0,1 0 0,-1 1 0,0-1 0,0 1 0,0-1 0,-2 4 0,-11 24-227,-1-1-1,-2 0 1,0 0-1,-2-2 1,-23 27-1,30-43-6598</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4.394"/>
    </inkml:context>
    <inkml:brush xml:id="br0">
      <inkml:brushProperty name="width" value="0.05" units="cm"/>
      <inkml:brushProperty name="height" value="0.05" units="cm"/>
      <inkml:brushProperty name="color" value="#FFFFFF"/>
    </inkml:brush>
  </inkml:definitions>
  <inkml:trace contextRef="#ctx0" brushRef="#br0">888 54 24575,'-3'0'0,"0"-1"0,0 0 0,0 0 0,1 0 0,-1-1 0,-5-2 0,-3-2 0,-14-3 0,0 2 0,-1 0 0,0 2 0,0 1 0,0 1 0,0 1 0,-1 2 0,-39 3 0,35 0 0,1 1 0,-1 2 0,1 0 0,1 2 0,-1 2 0,1 0 0,1 2 0,0 1 0,0 1 0,2 2 0,0 0 0,0 2 0,2 1 0,-42 41 0,28-22 0,23-24 0,1 0 0,-22 29 0,34-41 0,1 0 0,-1 1 0,1-1 0,-1 1 0,1-1 0,0 1 0,0-1 0,0 1 0,1 0 0,-1-1 0,1 1 0,-1 0 0,1 0 0,0-1 0,0 1 0,0 0 0,0 0 0,1 3 0,1-3 0,-1 1 0,0-1 0,1 0 0,0 0 0,0 0 0,0 0 0,0 0 0,0 0 0,0 0 0,1 0 0,-1-1 0,5 3 0,5 4 0,0-2 0,0 1 0,1-2 0,0 0 0,25 9 0,37 6 0,0-2 0,1-3 0,134 8 0,235-17 0,-216-22 0,-194 11 0,1-3 0,-1 0 0,0-3 0,45-18 0,-66 22 0,1 0 0,-1-1 0,-1-1 0,0 0 0,0-1 0,19-18 0,-29 24 0,0 0 0,0 0 0,0 0 0,-1 0 0,1 0 0,-1-1 0,0 0 0,0 1 0,-1-1 0,1 0 0,-1 0 0,0 0 0,0 0 0,0 0 0,0 0 0,-1 0 0,1 0 0,-1 0 0,0 0 0,0 0 0,-1 0 0,1-1 0,-1 1 0,0 0 0,0 0 0,-1 1 0,1-1 0,-1 0 0,1 0 0,-4-4 0,1 2 0,0-1 0,-1 1 0,0 0 0,0 1 0,-1-1 0,0 1 0,-11-9 0,-51-28 0,43 28 0,-9-6 0,0 1 0,-1 3 0,-1 0 0,-1 3 0,0 0 0,0 3 0,-1 1 0,0 2 0,-1 1 0,-41 0 0,38 6-341,1 2 0,-1 2-1,-48 10 1,56-7-6485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5.298"/>
    </inkml:context>
    <inkml:brush xml:id="br0">
      <inkml:brushProperty name="width" value="0.05" units="cm"/>
      <inkml:brushProperty name="height" value="0.05" units="cm"/>
      <inkml:brushProperty name="color" value="#FFFFFF"/>
    </inkml:brush>
  </inkml:definitions>
  <inkml:trace contextRef="#ctx0" brushRef="#br0">70 0 24575,'-2'55'0,"-3"1"0,-13 53 0,-6 65 0,19 34 0,-3 46 0,6-233 0,-1 6 0,1 0 0,2 37 0,0-62 0,1 0 0,-1-1 0,1 1 0,-1 0 0,1-1 0,-1 1 0,1-1 0,0 1 0,0-1 0,0 1 0,0-1 0,0 0 0,0 1 0,0-1 0,0 0 0,0 0 0,1 0 0,-1 0 0,0 0 0,1 0 0,-1 0 0,1 0 0,-1-1 0,1 1 0,-1-1 0,1 1 0,0-1 0,-1 1 0,1-1 0,3 0 0,6 1 0,0 0 0,0-1 0,20-2 0,-11 0 0,72-7 0,-23 1 0,372-14 0,63-7 0,-337 8 0,-152 18-1365,-4-1-5461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5.718"/>
    </inkml:context>
    <inkml:brush xml:id="br0">
      <inkml:brushProperty name="width" value="0.05" units="cm"/>
      <inkml:brushProperty name="height" value="0.05" units="cm"/>
      <inkml:brushProperty name="color" value="#FFFFFF"/>
    </inkml:brush>
  </inkml:definitions>
  <inkml:trace contextRef="#ctx0" brushRef="#br0">38 32 24575,'0'-2'0,"0"0"0,0 0 0,0 0 0,0-1 0,-1 1 0,1 0 0,-1 0 0,0 0 0,0 0 0,1 0 0,-1 0 0,0 0 0,-3-3 0,3 7 0,0 0 0,-1 1 0,1-1 0,0 0 0,1 1 0,-1-1 0,0 0 0,1 1 0,-1 4 0,0-5 0,-6 33 0,2-1 0,2 1 0,0 58 0,18 106 0,10 106 0,-8-129 0,-17-173-151,1 0-1,-1 0 0,1 0 0,0 1 1,0-1-1,0 0 0,0 0 1,3 5-1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7.611"/>
    </inkml:context>
    <inkml:brush xml:id="br0">
      <inkml:brushProperty name="width" value="0.05" units="cm"/>
      <inkml:brushProperty name="height" value="0.05" units="cm"/>
      <inkml:brushProperty name="color" value="#FFFFFF"/>
    </inkml:brush>
  </inkml:definitions>
  <inkml:trace contextRef="#ctx0" brushRef="#br0">73 22 24575,'-2'-2'0,"0"0"0,0 0 0,-1 0 0,1 1 0,0-1 0,-1 0 0,0 1 0,1 0 0,-1-1 0,0 1 0,0 0 0,1 0 0,-6 0 0,6 1 0,1 0 0,0 0 0,0 0 0,0 0 0,0 1 0,-1-1 0,1 0 0,0 1 0,0-1 0,0 1 0,0-1 0,0 1 0,0-1 0,0 1 0,0 0 0,0-1 0,0 1 0,0 0 0,0 0 0,0 0 0,1 0 0,-1 0 0,0 0 0,1 0 0,-1 0 0,1 0 0,-1 0 0,1 0 0,-1 0 0,1 0 0,0 1 0,0-1 0,-1 0 0,1 3 0,-2 15 0,1 1 0,1 0 0,0 0 0,2 0 0,4 22 0,1 20 0,-1 155-1365,-6-194-5461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7.983"/>
    </inkml:context>
    <inkml:brush xml:id="br0">
      <inkml:brushProperty name="width" value="0.05" units="cm"/>
      <inkml:brushProperty name="height" value="0.05" units="cm"/>
      <inkml:brushProperty name="color" value="#FFFFFF"/>
    </inkml:brush>
  </inkml:definitions>
  <inkml:trace contextRef="#ctx0" brushRef="#br0">104 23 24575,'0'-1'0,"1"0"0,-1 0 0,0 0 0,0 0 0,-1 0 0,1 0 0,0 0 0,0 1 0,0-1 0,0 0 0,-1 0 0,1 0 0,0 0 0,-1 1 0,1-1 0,-1 0 0,1 0 0,-1 1 0,0-2 0,0 2 0,1-1 0,-1 1 0,0 0 0,1 0 0,-1 0 0,1-1 0,-1 1 0,0 0 0,1 0 0,-1 0 0,1 0 0,-1 0 0,0 0 0,1 0 0,-1 1 0,1-1 0,-1 0 0,1 0 0,-1 0 0,0 1 0,0-1 0,-2 2 0,0 0 0,0 0 0,0 0 0,0 1 0,0-1 0,1 1 0,-1-1 0,-2 5 0,-3 7 0,0 1 0,1 0 0,0 0 0,2 1 0,0-1 0,0 1 0,1 1 0,1-1 0,1 0 0,1 1 0,0-1 0,1 1 0,0-1 0,2 1 0,0-1 0,5 21 0,-5-30 0,0 0 0,1 0 0,0-1 0,0 0 0,0 1 0,1-1 0,0 0 0,0-1 0,1 1 0,-1-1 0,8 7 0,-9-10 0,-1 0 0,0-1 0,1 1 0,-1-1 0,1 1 0,-1-1 0,1 0 0,-1 0 0,1 0 0,0 0 0,0-1 0,-1 1 0,1-1 0,0 0 0,0 1 0,0-1 0,0 0 0,-1-1 0,1 1 0,0 0 0,0-1 0,0 0 0,-1 0 0,1 0 0,0 0 0,-1 0 0,1 0 0,-1-1 0,1 1 0,2-3 0,2-2 0,1-1 0,-1 1 0,0-2 0,-1 1 0,0-1 0,0 0 0,-1 0 0,0-1 0,0 1 0,-1-1 0,0 0 0,-1-1 0,4-10 0,-4 6 0,1 0 0,-2 0 0,0 0 0,0-1 0,-2 1 0,1-1 0,-2 1 0,-3-21 0,2 25 38,0 1 0,-1-1 0,-1 0 0,1 1 0,-2 0 0,1 0 0,-1 0 0,-7-9 0,10 15-99,0 0 0,0 0 0,0 1 0,0-1 0,-1 1 0,0 0 0,1-1 0,-1 1 0,0 0 0,0 0 0,0 1 0,0-1 0,0 1 0,0-1 0,-1 1 0,1 0 0,0 0 0,-1 1 1,1-1-1,0 1 0,-1-1 0,1 1 0,-1 0 0,1 0 0,-1 1 0,1-1 0,-4 2 0,-5 2-6765</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8.449"/>
    </inkml:context>
    <inkml:brush xml:id="br0">
      <inkml:brushProperty name="width" value="0.05" units="cm"/>
      <inkml:brushProperty name="height" value="0.05" units="cm"/>
      <inkml:brushProperty name="color" value="#FFFFFF"/>
    </inkml:brush>
  </inkml:definitions>
  <inkml:trace contextRef="#ctx0" brushRef="#br0">89 121 24575,'-3'0'0,"1"0"0,0 0 0,0 0 0,-1 0 0,1 0 0,0 1 0,0-1 0,0 1 0,0 0 0,0-1 0,0 1 0,0 0 0,0 0 0,0 1 0,0-1 0,0 0 0,0 1 0,-2 1 0,2 1 0,0-1 0,-1 1 0,1 0 0,0 0 0,1 0 0,-1 0 0,1 0 0,-2 8 0,-4 22 0,-3 60 0,6-41 0,-3 53 0,8-115 0,1 0 0,0 0 0,0 0 0,7-16 0,0 1 0,56-152 0,-51 146 0,1 1 0,1 1 0,34-46 0,-46 69 0,0 0 0,0 1 0,1-1 0,0 1 0,-1 0 0,1 1 0,7-5 0,-10 7 0,-1 0 0,1 0 0,-1 1 0,1-1 0,-1 1 0,1-1 0,-1 1 0,1 0 0,0 0 0,-1-1 0,1 1 0,-1 0 0,1 0 0,0 1 0,-1-1 0,1 0 0,-1 0 0,1 1 0,0-1 0,-1 1 0,1-1 0,-1 1 0,1 0 0,-1 0 0,0 0 0,1 0 0,-1-1 0,0 2 0,0-1 0,0 0 0,1 0 0,0 3 0,5 5 0,-1 0 0,-1 0 0,0 1 0,0 0 0,-1 0 0,0 0 0,5 22 0,8 81 0,-12-76 0,10 77-1365,-11-86-5461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8.617"/>
    </inkml:context>
    <inkml:brush xml:id="br0">
      <inkml:brushProperty name="width" value="0.05" units="cm"/>
      <inkml:brushProperty name="height" value="0.05" units="cm"/>
      <inkml:brushProperty name="color" value="#FFFFFF"/>
    </inkml:brush>
  </inkml:definitions>
  <inkml:trace contextRef="#ctx0" brushRef="#br0">8 53 24575,'0'-3'0,"-3"-1"0,-1-2 0,3-1 0,5 1 0,5 1 0,6 3 0,10-3 0,9 1 0,8 0 0,6 1 0,3 1 0,6 1 0,-8 1-8191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9.207"/>
    </inkml:context>
    <inkml:brush xml:id="br0">
      <inkml:brushProperty name="width" value="0.05" units="cm"/>
      <inkml:brushProperty name="height" value="0.05" units="cm"/>
      <inkml:brushProperty name="color" value="#FFFFFF"/>
    </inkml:brush>
  </inkml:definitions>
  <inkml:trace contextRef="#ctx0" brushRef="#br0">70 110 24575,'0'-1'0,"0"1"0,0 0 0,0-1 0,0 1 0,0 0 0,0-1 0,0 1 0,0-1 0,0 1 0,-1 0 0,1-1 0,0 1 0,0 0 0,0-1 0,0 1 0,-1 0 0,1-1 0,0 1 0,0 0 0,0-1 0,-1 1 0,1 0 0,0 0 0,-1-1 0,1 1 0,0 0 0,-1 0 0,1 0 0,0-1 0,-1 1 0,1 0 0,0 0 0,-1 0 0,1 0 0,0 0 0,-1 0 0,1 0 0,-1 0 0,1 0 0,0 0 0,-1 0 0,1 0 0,-1 0 0,1 0 0,0 0 0,-1 0 0,1 0 0,0 0 0,-1 1 0,0-1 0,0 0 0,0 1 0,0-1 0,0 1 0,0-1 0,0 1 0,0 0 0,0-1 0,0 1 0,0 0 0,0 0 0,1 0 0,-1-1 0,0 1 0,1 0 0,-1 0 0,0 2 0,-5 19 0,1 1 0,2 0 0,-2 41 0,1-15 0,-13 71 0,19-135 0,9-62 0,-1 34 0,3 0 0,1 0 0,2 1 0,39-71 0,-53 109 0,0 1 0,0-1 0,1 1 0,-1 0 0,1 0 0,0 0 0,0 0 0,0 0 0,0 1 0,7-4 0,-9 5 0,0 1 0,0 0 0,0-1 0,0 1 0,0 0 0,0 0 0,0-1 0,0 1 0,0 0 0,0 0 0,0 0 0,0 0 0,0 1 0,0-1 0,0 0 0,-1 0 0,1 0 0,0 1 0,1 0 0,0 0 0,-1 0 0,1 0 0,-1 0 0,1 1 0,-1-1 0,0 0 0,0 1 0,0-1 0,0 1 0,0 0 0,0-1 0,0 1 0,1 3 0,5 17 0,-1 0 0,0 0 0,-2 1 0,4 44 0,-7 91 0,-1-156 0,0-2 0,0 0 0,0 0 0,0 0 0,0 0 0,0 0 0,0 0 0,0 0 0,0 0 0,0-1 0,0 1 0,0 0 0,0 0 0,0 0 0,0 0 0,0 0 0,0 0 0,0 0 0,0 0 0,0 0 0,0 0 0,0 0 0,0 0 0,0 0 0,0 0 0,0 0 0,1 0 0,-1 0 0,0 0 0,0 0 0,0 0 0,0 0 0,0 0 0,0 0 0,0 0 0,0 0 0,0 0 0,0 0 0,0 0 0,0 0 0,0 0 0,1 0 0,-1 0 0,0 0 0,0 0 0,0 0 0,0 0 0,0 0 0,0 0 0,0 0 0,0 0 0,0 0 0,0 0 0,0 0 0,0 0 0,7-13 0,12-24 0,-14 25 0,8-12 0,0 0 0,2 1 0,31-38 0,-34 46 0,1 2 0,1-1 0,0 2 0,1 0 0,0 1 0,22-13 0,-33 21 0,1 1 0,0 0 0,-1 0 0,1 0 0,0 0 0,0 1 0,0 0 0,0 0 0,0 0 0,0 1 0,0 0 0,0 0 0,0 0 0,0 0 0,0 1 0,7 1 0,-8 0 0,1 0 0,-1 0 0,0 0 0,0 0 0,-1 1 0,1-1 0,0 1 0,-1 0 0,0 0 0,1 0 0,-1 1 0,-1-1 0,1 1 0,0 0 0,-1-1 0,0 1 0,0 0 0,3 7 0,0 3 57,0 1 0,-1 0 0,-1 0 0,0 0 0,1 19 0,-3 77-1764,-2-83-5119</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09.440"/>
    </inkml:context>
    <inkml:brush xml:id="br0">
      <inkml:brushProperty name="width" value="0.05" units="cm"/>
      <inkml:brushProperty name="height" value="0.05" units="cm"/>
      <inkml:brushProperty name="color" value="#FFFFFF"/>
    </inkml:brush>
  </inkml:definitions>
  <inkml:trace contextRef="#ctx0" brushRef="#br0">1 0 24575,'3'0'0,"4"0"0,3 0 0,7 0 0,5 0 0,6 0 0,4 0 0,2 0 0,1 0 0,-2 0 0,-4 0 0,-4 0 0,-9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1.805"/>
    </inkml:context>
    <inkml:brush xml:id="br0">
      <inkml:brushProperty name="width" value="0.05" units="cm"/>
      <inkml:brushProperty name="height" value="0.05" units="cm"/>
      <inkml:brushProperty name="color" value="#FFFFFF"/>
    </inkml:brush>
  </inkml:definitions>
  <inkml:trace contextRef="#ctx0" brushRef="#br0">194 173 24575,'0'-6'0,"0"0"0,0-1 0,0 1 0,1 0 0,0 0 0,1 0 0,-1 0 0,1 0 0,0 0 0,1 1 0,-1-1 0,1 1 0,0-1 0,1 1 0,-1 0 0,1 0 0,0 1 0,0-1 0,0 1 0,1 0 0,0 0 0,-1 0 0,2 0 0,5-3 0,-6 5 0,-1 0 0,1 0 0,-1 0 0,1 0 0,0 1 0,0 0 0,0 0 0,0 0 0,0 1 0,0-1 0,0 1 0,0 0 0,0 1 0,0-1 0,0 1 0,0 0 0,0 0 0,-1 1 0,1-1 0,0 1 0,-1 0 0,1 0 0,-1 1 0,1-1 0,-1 1 0,0 0 0,0 0 0,0 1 0,-1-1 0,7 8 0,-8-8 0,1 0 0,-1-1 0,0 1 0,0 0 0,-1 0 0,1 0 0,0 0 0,-1 0 0,0 0 0,0 0 0,0 1 0,0-1 0,0 0 0,-1 1 0,0-1 0,1 0 0,-1 1 0,0-1 0,-1 1 0,1-1 0,0 0 0,-1 1 0,0-1 0,0 0 0,0 1 0,0-1 0,-1 0 0,1 0 0,-1 0 0,0 0 0,0 0 0,0-1 0,0 1 0,0 0 0,0-1 0,-1 0 0,1 1 0,-1-1 0,0 0 0,0 0 0,0-1 0,0 1 0,0 0 0,0-1 0,0 0 0,-5 1 0,-7 2 0,-1 0 0,-1-2 0,1 0 0,0-1 0,0 0 0,-1-2 0,1 0 0,-26-4 0,38 4 0,1 0 0,-1 0 0,1 0 0,-1 0 0,1-1 0,0 1 0,-1-1 0,1 0 0,0 0 0,0 0 0,0 0 0,1-1 0,-1 1 0,0-1 0,1 0 0,0 0 0,-4-5 0,5 6 0,0 0 0,0-1 0,0 1 0,1-1 0,-1 1 0,1-1 0,0 1 0,-1-1 0,1 1 0,0-1 0,0 1 0,1-1 0,-1 1 0,0-1 0,1 1 0,0-1 0,-1 1 0,1-1 0,0 1 0,0 0 0,1 0 0,-1-1 0,0 1 0,1 0 0,3-3 0,3-5 0,1 0 0,0 1 0,1 0 0,0 1 0,1 0 0,21-13 0,-25 17 0,1 0 0,0 1 0,-1 0 0,1 0 0,0 1 0,0 0 0,1 0 0,-1 1 0,0 0 0,1 0 0,15 1 0,-19 1 0,0 0 0,0 0 0,-1 1 0,1 0 0,-1 0 0,1 0 0,-1 0 0,0 0 0,1 1 0,-1 0 0,-1 0 0,1 0 0,0 0 0,-1 1 0,1-1 0,-1 1 0,0 0 0,-1 0 0,1 0 0,0 0 0,-1 1 0,0-1 0,0 1 0,1 5 0,0 0 0,0 0 0,-1 0 0,0 0 0,0 0 0,-1 0 0,-1 0 0,0 1 0,0-1 0,-1 0 0,-4 18 0,0-8 0,-2-1 0,0 0 0,-2-1 0,0 1 0,-1-2 0,0 1 0,-2-1 0,0-1 0,-1 0 0,0-1 0,-22 19 0,20-21 0,0 0 0,-1-1 0,-1-1 0,0 0 0,0-1 0,-1-1 0,0-1 0,-1 0 0,0-2 0,0 0 0,-32 6 0,47-12 0,-1 1 0,0-1 0,0 0 0,0 0 0,1 0 0,-1 0 0,0-1 0,0 0 0,1 0 0,-9-3 0,12 3 0,0 1 0,0-1 0,0 0 0,0 1 0,0-1 0,0 0 0,0 0 0,0 0 0,0 0 0,0 0 0,0 0 0,0 0 0,1 0 0,-1 0 0,1 0 0,-1-1 0,0-1 0,1 1 0,-1 0 0,1 0 0,0-1 0,0 1 0,0 0 0,0 0 0,1 0 0,-1-1 0,0 1 0,1 0 0,0 0 0,-1 0 0,3-3 0,1-4 0,1 1 0,0 0 0,1 0 0,0 1 0,0 0 0,0 0 0,1 0 0,0 1 0,0 0 0,1 0 0,0 0 0,0 1 0,0 1 0,11-5 0,-6 3 0,0 1 0,0 0 0,0 1 0,1 0 0,0 2 0,0-1 0,0 2 0,0-1 0,14 2 0,-18 1 28,0 1 0,0 0 0,0 0 0,0 1 1,0 0-1,-1 1 0,1 0 0,-1 0 0,0 1 0,0 0 0,9 8 0,8 8-427,-1 1 0,23 25 0,-34-33-106,4 4-6321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2.148"/>
    </inkml:context>
    <inkml:brush xml:id="br0">
      <inkml:brushProperty name="width" value="0.05" units="cm"/>
      <inkml:brushProperty name="height" value="0.05" units="cm"/>
      <inkml:brushProperty name="color" value="#FFFFFF"/>
    </inkml:brush>
  </inkml:definitions>
  <inkml:trace contextRef="#ctx0" brushRef="#br0">23 196 24575,'0'-6'0,"-1"-1"0,0 0 0,-1 1 0,1-1 0,-6-11 0,5 12 0,0 0 0,0 0 0,1 0 0,-1 0 0,1-8 0,0 14 0,1-1 0,0 1 0,0 0 0,0 0 0,0 0 0,0-1 0,0 1 0,0 0 0,0 0 0,0 0 0,0-1 0,0 1 0,0 0 0,0 0 0,0 0 0,1-1 0,-1 1 0,0 0 0,0 0 0,0 0 0,0 0 0,0-1 0,0 1 0,0 0 0,0 0 0,1 0 0,-1 0 0,0 0 0,0-1 0,0 1 0,0 0 0,1 0 0,-1 0 0,0 0 0,0 0 0,0 0 0,1 0 0,-1 0 0,0 0 0,0 0 0,0 0 0,0 0 0,1 0 0,-1 0 0,0 0 0,0 0 0,1 0 0,11 7 0,11 14 0,61 80 0,-72-84 0,0 1 0,-1 1 0,-1 0 0,8 22 0,-16-35 0,-1-1 0,1 1 0,-1-1 0,0 1 0,-1-1 0,0 7 0,0-11 0,1-1 0,-1 1 0,0 0 0,0 0 0,0-1 0,0 1 0,0 0 0,0-1 0,-1 1 0,1 0 0,0 0 0,0-1 0,0 1 0,-1 0 0,1-1 0,0 1 0,-1 0 0,1-1 0,-1 1 0,1-1 0,0 1 0,-1-1 0,1 1 0,-1-1 0,0 1 0,1-1 0,-1 1 0,1-1 0,-1 0 0,0 1 0,1-1 0,-1 0 0,0 0 0,1 1 0,-1-1 0,0 0 0,1 0 0,-1 0 0,0 0 0,0 0 0,1 0 0,-1 0 0,0 0 0,1 0 0,-1 0 0,0 0 0,0 0 0,1-1 0,-1 1 0,0 0 0,1 0 0,-1-1 0,0 1 0,1-1 0,-1 1 0,1 0 0,-1-1 0,0 0 0,-2-1 0,-1-1 0,1 0 0,0 0 0,0 0 0,0 0 0,0 0 0,1 0 0,-1-1 0,1 1 0,0-1 0,0 0 0,0 0 0,1 0 0,-1 0 0,-1-6 0,0 0 0,1-1 0,0 0 0,1-1 0,-1-18 0,3 16 0,0 0 0,0-1 0,2 1 0,0 0 0,0 1 0,1-1 0,1 0 0,0 1 0,1 0 0,1 0 0,12-18 0,-15 24 0,1 1 0,0 0 0,1 0 0,-1 1 0,1-1 0,0 1 0,0 0 0,0 1 0,1 0 0,0 0 0,0 0 0,0 0 0,0 1 0,0 1 0,1-1 0,0 1 0,-1 0 0,1 1 0,0 0 0,0 0 0,-1 1 0,13 0 0,8 4-1365,-3 1-5461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2.551"/>
    </inkml:context>
    <inkml:brush xml:id="br0">
      <inkml:brushProperty name="width" value="0.05" units="cm"/>
      <inkml:brushProperty name="height" value="0.05" units="cm"/>
      <inkml:brushProperty name="color" value="#FFFFFF"/>
    </inkml:brush>
  </inkml:definitions>
  <inkml:trace contextRef="#ctx0" brushRef="#br0">88 123 24575,'-6'0'0,"7"2"0,16 3 0,29 4 0,-36-8 0,1-1 0,-1 1 0,0-2 0,0 1 0,0-1 0,11-3 0,-20 4 0,1-1 0,0 0 0,0 1 0,-1-1 0,1 0 0,0 0 0,-1 0 0,1 0 0,-1 0 0,1 0 0,-1 0 0,0-1 0,1 1 0,-1 0 0,0-1 0,2-2 0,-2 2 0,-1 0 0,1 0 0,-1 0 0,1 0 0,-1-1 0,0 1 0,0 0 0,0 0 0,0 0 0,0 0 0,-1-1 0,1 1 0,0 0 0,-1 0 0,0 0 0,1 0 0,-1 0 0,-1-2 0,-1-1 0,0 0 0,1 1 0,-1-1 0,-1 1 0,1-1 0,-1 1 0,0 0 0,0 1 0,0-1 0,0 1 0,-1-1 0,1 1 0,-1 1 0,0-1 0,0 1 0,0-1 0,0 1 0,0 1 0,0-1 0,-1 1 0,1 0 0,-1 0 0,-6 0 0,7 1 0,0 0 0,0 0 0,-1 0 0,1 0 0,0 1 0,0 0 0,0 0 0,0 1 0,0-1 0,0 1 0,0 0 0,0 0 0,1 1 0,-1-1 0,1 1 0,-1 0 0,1 1 0,0-1 0,0 0 0,1 1 0,-1 0 0,1 0 0,0 0 0,-4 6 0,3-1 23,0 0 0,1 1 0,-1-1-1,2 1 1,0-1 0,0 1 0,0 0-1,1 0 1,1 0 0,0 0 0,0 0-1,1 0 1,0-1 0,4 16 0,-3-18-109,-1 0 1,2 0 0,-1 0-1,1-1 1,0 1 0,1 0-1,-1-1 1,1 0 0,1 0-1,-1 0 1,1 0 0,0-1-1,0 0 1,1 0 0,-1 0-1,1-1 1,0 0 0,0 0-1,14 6 1,6-1-6741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2.849"/>
    </inkml:context>
    <inkml:brush xml:id="br0">
      <inkml:brushProperty name="width" value="0.05" units="cm"/>
      <inkml:brushProperty name="height" value="0.05" units="cm"/>
      <inkml:brushProperty name="color" value="#FFFFFF"/>
    </inkml:brush>
  </inkml:definitions>
  <inkml:trace contextRef="#ctx0" brushRef="#br0">282 73 24575,'-1'-2'0,"1"0"0,-1 0 0,0-1 0,0 1 0,1 0 0,-2 0 0,1 0 0,0 0 0,0 0 0,-1 1 0,1-1 0,-1 0 0,1 0 0,-1 1 0,-2-2 0,-29-20 0,26 20 0,0 0 0,0 0 0,-1 1 0,1 0 0,-1 0 0,1 1 0,-1 0 0,0 1 0,-13 0 0,17 0 0,-1 0 0,0 1 0,0 0 0,1 0 0,-1 0 0,1 1 0,-1-1 0,1 1 0,-1 0 0,1 0 0,0 1 0,0-1 0,0 1 0,0 0 0,1 0 0,-7 7 0,3-1 0,0 1 0,1 0 0,0 0 0,0 1 0,1-1 0,1 1 0,0 1 0,0-1 0,1 0 0,0 1 0,-1 18 0,4-26 0,-1 1 0,1 0 0,0 0 0,0-1 0,1 1 0,-1 0 0,1-1 0,0 1 0,1 0 0,-1-1 0,1 1 0,0-1 0,0 0 0,0 0 0,0 0 0,1 0 0,0 0 0,0 0 0,0 0 0,0-1 0,0 0 0,1 1 0,0-1 0,-1-1 0,1 1 0,0 0 0,0-1 0,1 0 0,-1 0 0,0 0 0,6 1 0,1 0 49,1-1 0,-1 0 0,1 0-1,0-1 1,0-1 0,19-1 0,-5-2-618,-1-1 0,25-7 0,-12 1-6257</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3.221"/>
    </inkml:context>
    <inkml:brush xml:id="br0">
      <inkml:brushProperty name="width" value="0.05" units="cm"/>
      <inkml:brushProperty name="height" value="0.05" units="cm"/>
      <inkml:brushProperty name="color" value="#FFFFFF"/>
    </inkml:brush>
  </inkml:definitions>
  <inkml:trace contextRef="#ctx0" brushRef="#br0">1 0 24575,'0'3'0,"0"4"0,3 3 0,1 7 0,0 6 0,1 4 0,1 5 0,-1 2 0,2 4 0,-1 2 0,0 0 0,-3-1 0,0-2 0,-2 0 0,-1-4 0,0-8-8191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3.407"/>
    </inkml:context>
    <inkml:brush xml:id="br0">
      <inkml:brushProperty name="width" value="0.05" units="cm"/>
      <inkml:brushProperty name="height" value="0.05" units="cm"/>
      <inkml:brushProperty name="color" value="#FFFFFF"/>
    </inkml:brush>
  </inkml:definitions>
  <inkml:trace contextRef="#ctx0" brushRef="#br0">5 28 24575,'-3'-3'0,"2"-1"0,7 1 0,5 0 0,8 1 0,5 0 0,5 2 0,4-1 0,2 1 0,0 0 0,1-2 0,0-2 0,-6 0-8191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3.737"/>
    </inkml:context>
    <inkml:brush xml:id="br0">
      <inkml:brushProperty name="width" value="0.05" units="cm"/>
      <inkml:brushProperty name="height" value="0.05" units="cm"/>
      <inkml:brushProperty name="color" value="#FFFFFF"/>
    </inkml:brush>
  </inkml:definitions>
  <inkml:trace contextRef="#ctx0" brushRef="#br0">24 71 24575,'-3'0'0,"-1"-3"0,-3-4 0,0-4 0,4 0 0,6 2 0,4 0 0,9 1 0,6 1 0,8 3 0,9 2 0,6 4 0,4 2 0,3 3 0,1 0 0,1-1 0,-9-1-8191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4.060"/>
    </inkml:context>
    <inkml:brush xml:id="br0">
      <inkml:brushProperty name="width" value="0.05" units="cm"/>
      <inkml:brushProperty name="height" value="0.05" units="cm"/>
      <inkml:brushProperty name="color" value="#FFFFFF"/>
    </inkml:brush>
  </inkml:definitions>
  <inkml:trace contextRef="#ctx0" brushRef="#br0">99 0 24575,'-1'0'0,"-1"1"0,1 0 0,-1-1 0,1 1 0,0 0 0,-1-1 0,1 1 0,0 0 0,0 0 0,0 0 0,0 0 0,-1 0 0,1 0 0,1 1 0,-2 0 0,-14 21 0,16-23 0,-10 16 20,2 0 0,0 0 0,1 1 1,1 0-1,0 0 0,1 1 0,1-1 0,1 1 0,0 0 0,2 0 0,0 1 0,1-1 0,0 0 0,2 0 0,0 0 0,9 33 1,-6-31-135,1-1 0,2 0 0,-1 0 0,2-1 1,1 0-1,0 0 0,1-1 0,1-1 1,1 0-1,0 0 0,1-2 0,0 1 1,1-2-1,29 21 0,8-3-6712</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14.295"/>
    </inkml:context>
    <inkml:brush xml:id="br0">
      <inkml:brushProperty name="width" value="0.05" units="cm"/>
      <inkml:brushProperty name="height" value="0.05" units="cm"/>
      <inkml:brushProperty name="color" value="#FFFFFF"/>
    </inkml:brush>
  </inkml:definitions>
  <inkml:trace contextRef="#ctx0" brushRef="#br0">1 0 24575,'0'6'0,"3"8"0,4 10 0,6 13 0,8 10 0,5 7 0,5 8 0,3 7 0,-2 4 0,-5 1 0,-9 1 0,-12-5 0,-19-4 0,-23-5 0,-5-13-8191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2.424"/>
    </inkml:context>
    <inkml:brush xml:id="br0">
      <inkml:brushProperty name="width" value="0.05" units="cm"/>
      <inkml:brushProperty name="height" value="0.05" units="cm"/>
      <inkml:brushProperty name="color" value="#FFFFFF"/>
    </inkml:brush>
  </inkml:definitions>
  <inkml:trace contextRef="#ctx0" brushRef="#br0">4 1 24575,'0'0'0,"-1"0"0,1 0 0,0 0 0,0 0 0,0 0 0,0 0 0,0 0 0,0 0 0,0 0 0,0 0 0,0 0 0,0 0 0,0 0 0,0 0 0,0 0 0,-1 0 0,1 0 0,0 0 0,0 0 0,0 0 0,0 0 0,0 0 0,0 0 0,0 0 0,0 0 0,0 0 0,0 0 0,0 0 0,0 0 0,0 0 0,-1 0 0,1 0 0,0 0 0,0 0 0,0 0 0,0 0 0,0 0 0,0 0 0,0 0 0,0 0 0,0 1 0,0-1 0,0 0 0,0 0 0,0 0 0,0 0 0,0 0 0,0 0 0,0 0 0,0 0 0,0 0 0,0 0 0,0 0 0,0 0 0,0 1 0,0-1 0,0 0 0,0 0 0,0 0 0,0 0 0,0 0 0,0 0 0,0 0 0,0 0 0,0 0 0,0 0 0,0 0 0,0 0 0,0 0 0,7 6 0,10 3 0,144 50 0,-74-31 0,65 20 0,-35-13 0,-115-35 0,-1 0 0,0 1 0,1-1 0,-1 1 0,0-1 0,0 1 0,0 0 0,0-1 0,0 1 0,0 0 0,1 0 0,0 1 0,-2-2 0,0 0 0,0 1 0,0-1 0,0 0 0,0 0 0,0 1 0,0-1 0,0 0 0,0 0 0,0 1 0,0-1 0,0 0 0,0 0 0,0 1 0,0-1 0,0 0 0,0 0 0,0 1 0,0-1 0,-1 0 0,1 0 0,0 1 0,0-1 0,0 0 0,0 0 0,-1 0 0,1 1 0,0-1 0,0 0 0,0 0 0,-1 0 0,1 0 0,0 0 0,0 1 0,-1-1 0,-32 13 0,22-10 0,-59 20 0,0 4 0,-70 37 0,85-34-1365,5-2-5461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4.126"/>
    </inkml:context>
    <inkml:brush xml:id="br0">
      <inkml:brushProperty name="width" value="0.05" units="cm"/>
      <inkml:brushProperty name="height" value="0.05" units="cm"/>
      <inkml:brushProperty name="color" value="#FFFFFF"/>
    </inkml:brush>
  </inkml:definitions>
  <inkml:trace contextRef="#ctx0" brushRef="#br0">1 15 24575,'0'-1'0,"0"1"0,0-1 0,0 0 0,0 0 0,0 1 0,0-1 0,1 0 0,-1 1 0,0-1 0,0 0 0,1 1 0,-1-1 0,1 0 0,-1 1 0,0-1 0,1 1 0,-1-1 0,1 1 0,0-1 0,0 1 0,-1-1 0,0 1 0,0 0 0,1 0 0,-1 0 0,0 0 0,1 0 0,-1 0 0,0 0 0,1-1 0,-1 1 0,0 0 0,1 0 0,-1 0 0,0 0 0,1 1 0,-1-1 0,0 0 0,1 0 0,-1 0 0,0 0 0,1 0 0,-1 0 0,0 0 0,1 1 0,-1-1 0,0 0 0,0 0 0,1 0 0,-1 1 0,0-1 0,0 0 0,1 0 0,-1 1 0,0-1 0,0 0 0,0 0 0,0 1 0,1-1 0,-1 0 0,0 1 0,4 11 0,0-1 0,-1 1 0,0 0 0,-1 0 0,-1 1 0,0-1 0,-1 24 0,2 13 0,2-9 93,-3-11-385,2 1 1,1-1-1,2 0 1,14 46-1,-10-52-6534</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4.511"/>
    </inkml:context>
    <inkml:brush xml:id="br0">
      <inkml:brushProperty name="width" value="0.05" units="cm"/>
      <inkml:brushProperty name="height" value="0.05" units="cm"/>
      <inkml:brushProperty name="color" value="#FFFFFF"/>
    </inkml:brush>
  </inkml:definitions>
  <inkml:trace contextRef="#ctx0" brushRef="#br0">144 14 24575,'-1'-2'0,"0"1"0,-1 0 0,1 0 0,0 0 0,-1 0 0,1 0 0,-1 0 0,1 0 0,-1 1 0,1-1 0,-1 1 0,0-1 0,1 1 0,-1-1 0,0 1 0,1 0 0,-1 0 0,0-1 0,1 1 0,-4 1 0,2 0 0,0-1 0,0 1 0,1 0 0,-1 1 0,0-1 0,0 0 0,1 1 0,-1 0 0,1-1 0,-5 5 0,1 1 0,-1 0 0,2 0 0,-1 0 0,1 1 0,0-1 0,-6 14 0,5-6 0,0-1 0,2 1 0,0 0 0,1 1 0,0-1 0,1 1 0,0 24 0,2-33 0,0 1 0,1-1 0,-1 1 0,1-1 0,1 0 0,-1 0 0,1 0 0,1 0 0,-1 0 0,1 0 0,1 0 0,-1-1 0,1 0 0,0 1 0,0-1 0,1-1 0,0 1 0,5 4 0,-7-7 0,-1-1 0,1 0 0,0-1 0,0 1 0,0 0 0,0-1 0,1 0 0,-1 1 0,0-1 0,0-1 0,1 1 0,-1 0 0,1-1 0,-1 0 0,0 0 0,5 0 0,-3-1 0,0 0 0,0 0 0,0 0 0,0-1 0,-1 0 0,1 0 0,0 0 0,-1 0 0,0-1 0,5-3 0,0-1 0,-1 0 0,0-1 0,0 0 0,-1 0 0,0 0 0,-1-1 0,0 0 0,0-1 0,7-15 0,-9 15 0,0-1 0,-1 0 0,0 0 0,-1 0 0,0 0 0,0 0 0,-1-1 0,-1 1 0,-1-13 0,1 20 0,-1 0 0,1 0 0,-1 0 0,0 0 0,0 0 0,0 0 0,-1 0 0,1 1 0,-1-1 0,0 1 0,0-1 0,0 1 0,0 0 0,-1-1 0,0 1 0,1 0 0,-1 1 0,0-1 0,0 0 0,-1 1 0,1 0 0,0 0 0,-1 0 0,1 0 0,-1 0 0,0 1 0,0-1 0,-6 0 0,-33-2-1365,25 4-5461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4.787"/>
    </inkml:context>
    <inkml:brush xml:id="br0">
      <inkml:brushProperty name="width" value="0.05" units="cm"/>
      <inkml:brushProperty name="height" value="0.05" units="cm"/>
      <inkml:brushProperty name="color" value="#FFFFFF"/>
    </inkml:brush>
  </inkml:definitions>
  <inkml:trace contextRef="#ctx0" brushRef="#br0">3 0 24575,'-2'0'0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5.624"/>
    </inkml:context>
    <inkml:brush xml:id="br0">
      <inkml:brushProperty name="width" value="0.05" units="cm"/>
      <inkml:brushProperty name="height" value="0.05" units="cm"/>
      <inkml:brushProperty name="color" value="#FFFFFF"/>
    </inkml:brush>
  </inkml:definitions>
  <inkml:trace contextRef="#ctx0" brushRef="#br0">135 14 24575,'-1'-1'0,"1"0"0,0 1 0,0-1 0,0 0 0,-1 1 0,1-1 0,0 1 0,-1-1 0,1 0 0,0 1 0,-1-1 0,1 1 0,-1-1 0,1 1 0,-1-1 0,1 1 0,-1 0 0,1-1 0,-1 1 0,0 0 0,1-1 0,-1 1 0,1 0 0,-1-1 0,0 1 0,1 0 0,-1 0 0,0 0 0,1 0 0,-1 0 0,0 0 0,1 0 0,-1 0 0,0 0 0,1 0 0,-2 0 0,-1 0 0,0 1 0,0-1 0,0 1 0,0-1 0,1 1 0,-1 0 0,-4 2 0,1 1 0,0 0 0,1 1 0,0-1 0,0 1 0,0 1 0,0-1 0,1 1 0,0 0 0,0 0 0,1 0 0,-4 8 0,1-2 0,1 1 0,1 0 0,0 0 0,-4 26 0,7-34 0,1 1 0,0 0 0,0-1 0,0 1 0,1-1 0,0 1 0,0-1 0,0 1 0,1-1 0,0 0 0,0 1 0,0-1 0,0 0 0,1 0 0,4 6 0,-1-4 0,-1-1 0,1 1 0,0-1 0,0 0 0,1-1 0,0 1 0,0-1 0,0-1 0,13 7 0,-11-7 0,0 0 0,0-1 0,1 0 0,-1 0 0,1-1 0,-1-1 0,1 1 0,15-1 0,-19-1 0,0-1 0,1 1 0,-1-1 0,0-1 0,0 1 0,1-1 0,-1 0 0,0 0 0,-1-1 0,1 1 0,0-1 0,-1-1 0,7-4 0,-8 4 0,0 0 0,0-1 0,0 0 0,-1 1 0,0-1 0,0-1 0,0 1 0,-1 0 0,1-1 0,-1 1 0,0-1 0,-1 0 0,0 0 0,0 1 0,0-1 0,0 0 0,-1 0 0,0 0 0,0 0 0,-2-10 0,1 7 0,-1 0 0,1 1 0,-1-1 0,-1 1 0,0 0 0,0 0 0,0 0 0,-1 0 0,0 0 0,-1 1 0,0 0 0,0 0 0,-10-11 0,12 16-114,-1-1 1,1 0-1,-1 1 0,0-1 0,0 1 1,0 0-1,0 1 0,0-1 0,-1 1 1,1-1-1,-6 0 0,-5 1-6712</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5.906"/>
    </inkml:context>
    <inkml:brush xml:id="br0">
      <inkml:brushProperty name="width" value="0.05" units="cm"/>
      <inkml:brushProperty name="height" value="0.05" units="cm"/>
      <inkml:brushProperty name="color" value="#FFFFFF"/>
    </inkml:brush>
  </inkml:definitions>
  <inkml:trace contextRef="#ctx0" brushRef="#br0">1 1 24575,'0'3'0,"0"3"0,0 5 0,0 3 0,3 5 0,1 5 0,0 4 0,2 7 0,0 3 0,-1 1 0,-1-1 0,-2 0 0,3-3 0,-1-3 0,0-3 0,-2-7-8191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7.305"/>
    </inkml:context>
    <inkml:brush xml:id="br0">
      <inkml:brushProperty name="width" value="0.05" units="cm"/>
      <inkml:brushProperty name="height" value="0.05" units="cm"/>
      <inkml:brushProperty name="color" value="#FFFFFF"/>
    </inkml:brush>
  </inkml:definitions>
  <inkml:trace contextRef="#ctx0" brushRef="#br0">4 7 24575,'-3'0'0,"2"0"0,5 0 0,3 0 0,8 0 0,3 0 0,5 0 0,2 0 0,2 0 0,-1 0 0,-1 0 0,-2 0 0,-3 0 0,0 0 0,-5-3 0,-5-1-8191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7.990"/>
    </inkml:context>
    <inkml:brush xml:id="br0">
      <inkml:brushProperty name="width" value="0.05" units="cm"/>
      <inkml:brushProperty name="height" value="0.05" units="cm"/>
      <inkml:brushProperty name="color" value="#FFFFFF"/>
    </inkml:brush>
  </inkml:definitions>
  <inkml:trace contextRef="#ctx0" brushRef="#br0">1 1 24575,'0'2'0,"0"5"0,0 4 0,0 5 0,3 7 0,1 5 0,2 6 0,2 4 0,-2 1 0,1 0 0,0-1 0,-2-1 0,2 0 0,-1-4 0,-1-8-8191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8.517"/>
    </inkml:context>
    <inkml:brush xml:id="br0">
      <inkml:brushProperty name="width" value="0.05" units="cm"/>
      <inkml:brushProperty name="height" value="0.05" units="cm"/>
      <inkml:brushProperty name="color" value="#FFFFFF"/>
    </inkml:brush>
  </inkml:definitions>
  <inkml:trace contextRef="#ctx0" brushRef="#br0">0 123 24575,'0'-2'0,"0"-1"0,0 0 0,1 0 0,-1 0 0,1 0 0,-1 1 0,1-1 0,0 0 0,0 1 0,0-1 0,0 0 0,1 1 0,-1 0 0,1-1 0,-1 1 0,1 0 0,0-1 0,0 1 0,0 0 0,3-2 0,-3 3 0,0 0 0,0 0 0,0 0 0,0 1 0,0-1 0,0 0 0,0 1 0,0 0 0,1-1 0,-1 1 0,0 0 0,0 0 0,0 0 0,1 0 0,-1 1 0,0-1 0,0 0 0,0 1 0,0 0 0,0-1 0,0 1 0,0 0 0,0 0 0,0 0 0,0 1 0,3 1 0,7 6 0,-1 1 0,-1 0 0,0 1 0,0 0 0,-1 0 0,0 1 0,8 15 0,0 3 0,25 61 0,-41-88 0,0 1 0,0-1 0,0 1 0,-1-1 0,1 1 0,-1-1 0,1 1 0,-1 0 0,-1-1 0,1 1 0,0-1 0,-2 5 0,2-7 0,0 0 0,-1 0 0,1 0 0,-1 0 0,1 0 0,-1 0 0,0 0 0,1 0 0,-1 0 0,0 0 0,1-1 0,-1 1 0,0 0 0,0 0 0,0-1 0,0 1 0,0-1 0,0 1 0,0-1 0,0 1 0,0-1 0,0 1 0,0-1 0,0 0 0,0 0 0,0 0 0,-1 1 0,1-1 0,0 0 0,0 0 0,0 0 0,0-1 0,0 1 0,0 0 0,0 0 0,-1-1 0,1 1 0,0 0 0,0-1 0,0 1 0,-1-2 0,-2 1 0,1-1 0,0 1 0,0-1 0,0 0 0,0 0 0,0 0 0,0 0 0,0-1 0,1 1 0,-1-1 0,1 0 0,-1 1 0,1-1 0,0 0 0,0 0 0,-1-4 0,1 2 0,0-1 0,0 0 0,1 1 0,0-1 0,0 0 0,0 0 0,0 1 0,1-1 0,1-7 0,0 0 0,1 0 0,1 0 0,0 0 0,0 1 0,1-1 0,1 1 0,0 0 0,9-14 0,-6 13 0,0 1 0,1 0 0,1 1 0,0 0 0,21-18 0,-26 25 0,0 0 0,0 0 0,0 1 0,0 0 0,1 0 0,-1 0 0,1 0 0,0 1 0,0 0 0,0 1 0,0-1 0,0 1 0,0 0 0,0 0 0,1 1 0,8 0 0,4 6-1365,-6 2-5461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9"/>
    </inkml:context>
    <inkml:brush xml:id="br0">
      <inkml:brushProperty name="width" value="0.05" units="cm"/>
      <inkml:brushProperty name="height" value="0.05" units="cm"/>
      <inkml:brushProperty name="color" value="#FFFFFF"/>
    </inkml:brush>
  </inkml:definitions>
  <inkml:trace contextRef="#ctx0" brushRef="#br0">41 104 24575,'0'0'0,"-1"0"0,1 0 0,0 0 0,-1 0 0,1 0 0,0 0 0,0 0 0,-1 0 0,1 0 0,0 0 0,0 0 0,-1 0 0,1 0 0,0 0 0,0 0 0,-1 0 0,1 0 0,0 0 0,0 0 0,-1 1 0,1-1 0,0 0 0,0 0 0,0 0 0,-1 0 0,1 1 0,0-1 0,0 0 0,0 0 0,-1 0 0,1 1 0,0-1 0,0 0 0,0 0 0,0 1 0,0-1 0,0 0 0,0 1 0,5 9 0,15 8 0,-8-12 0,1 0 0,-1-1 0,1-1 0,0 0 0,1-1 0,-1 0 0,0-1 0,22 1 0,-33-3 0,0 0 0,0 0 0,1 0 0,-1 0 0,0-1 0,0 1 0,0-1 0,0 1 0,0-1 0,0 0 0,0 0 0,0 0 0,0 0 0,0 0 0,0 0 0,-1-1 0,1 1 0,0 0 0,-1-1 0,1 0 0,-1 1 0,1-1 0,-1 0 0,0 0 0,0 0 0,0 0 0,0 0 0,0 0 0,0 0 0,-1 0 0,1 0 0,-1 0 0,1-4 0,0 2 0,-1 0 0,0-1 0,0 1 0,0 0 0,-1 0 0,1 0 0,-1 0 0,0 0 0,0 0 0,-1 0 0,1 0 0,-1 0 0,0 0 0,0 0 0,0 1 0,-5-7 0,2 5 0,0 0 0,0 0 0,-1 1 0,0 0 0,1 0 0,-1 0 0,-1 1 0,1 0 0,0 0 0,-1 0 0,0 1 0,1 0 0,-1 1 0,0-1 0,0 1 0,0 0 0,-8 1 0,11 0 0,0 0 0,0 0 0,0 1 0,-1 0 0,1 0 0,0 0 0,0 0 0,0 1 0,0-1 0,1 1 0,-1 0 0,0 0 0,1 0 0,-1 1 0,1-1 0,0 1 0,0 0 0,0 0 0,0 0 0,0 0 0,1 1 0,-1-1 0,1 1 0,0-1 0,0 1 0,0 0 0,1 0 0,-1 0 0,-1 6 0,0 3 0,0 1 0,1 0 0,0-1 0,1 1 0,1 0 0,0 0 0,1-1 0,4 23 0,-4-31 0,0 1 0,0-1 0,1 1 0,0-1 0,0 0 0,1 0 0,-1 0 0,1 0 0,0-1 0,0 1 0,1-1 0,-1 0 0,1 1 0,0-2 0,0 1 0,1 0 0,-1-1 0,1 0 0,0 0 0,-1 0 0,1-1 0,0 1 0,11 2 0,16 2-1365,0-4-5461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29.298"/>
    </inkml:context>
    <inkml:brush xml:id="br0">
      <inkml:brushProperty name="width" value="0.05" units="cm"/>
      <inkml:brushProperty name="height" value="0.05" units="cm"/>
      <inkml:brushProperty name="color" value="#FFFFFF"/>
    </inkml:brush>
  </inkml:definitions>
  <inkml:trace contextRef="#ctx0" brushRef="#br0">293 22 24575,'-14'-1'0,"1"0"0,-21-5 0,-15-2 0,28 6 0,11 1 0,0 0 0,0 0 0,-1 1 0,1 0 0,0 1 0,0 0 0,0 1 0,-17 4 0,26-5 0,-1 0 0,0 0 0,0 1 0,0-1 0,1 1 0,-1-1 0,1 1 0,-1-1 0,1 1 0,0 0 0,0 0 0,0-1 0,-1 1 0,2 0 0,-1 0 0,0 0 0,-1 4 0,-6 41 0,5-28 0,-3 12 0,3-17 0,0 1 0,1 0 0,0-1 0,1 17 0,1-27 0,0-1 0,0 0 0,1 0 0,-1 1 0,1-1 0,0 0 0,0 0 0,0 0 0,0 1 0,1-1 0,-1-1 0,1 1 0,0 0 0,0 0 0,0-1 0,0 1 0,0-1 0,0 1 0,1-1 0,-1 0 0,1 0 0,0 0 0,4 2 0,3 1 0,0-2 0,1 1 0,-1-1 0,1-1 0,0 0 0,0 0 0,-1-1 0,1-1 0,19-1 0,-1-1 0,-1-2 0,43-11 0,-23 1-1365,-7 1-5461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0.426"/>
    </inkml:context>
    <inkml:brush xml:id="br0">
      <inkml:brushProperty name="width" value="0.05" units="cm"/>
      <inkml:brushProperty name="height" value="0.05" units="cm"/>
      <inkml:brushProperty name="color" value="#FFFFFF"/>
    </inkml:brush>
  </inkml:definitions>
  <inkml:trace contextRef="#ctx0" brushRef="#br0">130 140 24575,'-1'0'0,"1"0"0,-1 0 0,1 0 0,-1 0 0,1-1 0,-1 1 0,1 0 0,0 0 0,-1 0 0,1-1 0,-1 1 0,1 0 0,-1-1 0,1 1 0,0 0 0,-1-1 0,1 1 0,-1 0 0,1-1 0,0 1 0,0-1 0,-1 1 0,1 0 0,0-1 0,0 1 0,-1-1 0,1 1 0,0-1 0,0 1 0,0-1 0,0 1 0,0-1 0,0 1 0,0-1 0,0 0 0,0 1 0,0-1 0,0 1 0,0-1 0,0 1 0,0-1 0,0 1 0,1-1 0,-1 1 0,0 0 0,1-2 0,9-22 0,-4 16 0,-1 0 0,1 1 0,1 0 0,0 0 0,0 0 0,0 1 0,0 0 0,1 1 0,13-8 0,-15 9 0,1 1 0,-1 0 0,0 1 0,1-1 0,0 1 0,-1 0 0,1 1 0,0 0 0,0 0 0,0 0 0,0 1 0,0 0 0,13 2 0,-15-1 0,-1 1 0,1 0 0,-1 0 0,1 0 0,-1 0 0,0 0 0,0 1 0,0 0 0,-1 0 0,1 0 0,-1 0 0,1 1 0,-1-1 0,0 1 0,0 0 0,-1 0 0,1 0 0,-1 0 0,0 1 0,0-1 0,0 0 0,-1 1 0,1-1 0,0 9 0,1 0 0,-1 1 0,0 0 0,-1 0 0,-1 0 0,0 0 0,-1-1 0,-3 19 0,0-16 0,0 0 0,-1-1 0,-1 1 0,0-1 0,-2 0 0,1-1 0,-2 1 0,0-2 0,0 1 0,-1-1 0,-1-1 0,0 0 0,-25 21 0,21-21 0,-1-1 0,0 0 0,-1-1 0,0-1 0,0 0 0,-1-2 0,0 0 0,0-1 0,-1 0 0,0-2 0,-30 4 0,48-8 0,-1 1 0,1-1 0,-1 0 0,1 0 0,-1 0 0,1 0 0,-1-1 0,1 1 0,0 0 0,-1-1 0,1 1 0,-1 0 0,1-1 0,-2 0 0,3 0 0,-1 1 0,1-1 0,0 1 0,-1 0 0,1-1 0,0 1 0,-1-1 0,1 1 0,0 0 0,0-1 0,0 1 0,-1-1 0,1 1 0,0-1 0,0 1 0,0-1 0,0 1 0,0-1 0,0 1 0,0-1 0,0 1 0,0-1 0,0 1 0,0-1 0,0 1 0,1-2 0,0-1 0,1 0 0,-1 0 0,1-1 0,0 1 0,0 0 0,0 1 0,1-1 0,-1 0 0,5-3 0,9-7 0,0 1 0,1 1 0,0 0 0,1 2 0,0 0 0,0 1 0,1 0 0,0 2 0,35-8 0,-39 11 0,-1 1 0,1 0 0,0 1 0,0 0 0,-1 1 0,1 1 0,0 1 0,0 0 0,-1 1 0,1 0 0,-1 1 0,0 1 0,26 12 0,-32-13-170,-1 1-1,0 0 0,0 0 1,-1 1-1,0 0 0,1 0 1,5 9-1,0 1-6655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1.094"/>
    </inkml:context>
    <inkml:brush xml:id="br0">
      <inkml:brushProperty name="width" value="0.05" units="cm"/>
      <inkml:brushProperty name="height" value="0.05" units="cm"/>
      <inkml:brushProperty name="color" value="#FFFFFF"/>
    </inkml:brush>
  </inkml:definitions>
  <inkml:trace contextRef="#ctx0" brushRef="#br0">30 138 24575,'-4'-5'0,"1"0"0,-1 0 0,1-1 0,1 1 0,-1-1 0,1 1 0,0-1 0,0 0 0,1 0 0,-1 0 0,1 0 0,1 0 0,-1-1 0,1-10 0,0 16 0,0 0 0,1 0 0,-1 0 0,0 0 0,0 0 0,1 0 0,-1 0 0,0 0 0,1 0 0,-1 0 0,1 0 0,-1 0 0,1 0 0,0 0 0,-1 0 0,1 0 0,0 0 0,0 1 0,0-1 0,-1 0 0,1 1 0,0-1 0,0 0 0,0 1 0,0-1 0,0 1 0,0 0 0,0-1 0,0 1 0,1 0 0,-1-1 0,0 1 0,0 0 0,0 0 0,0 0 0,0 0 0,0 0 0,0 0 0,0 1 0,2-1 0,0 1 0,0 0 0,1 0 0,-1 1 0,0-1 0,0 1 0,0-1 0,0 1 0,0 0 0,-1 0 0,1 1 0,4 3 0,-2 1 0,0 0 0,0 1 0,-1-1 0,0 1 0,0 0 0,0 0 0,-1 0 0,-1 1 0,1-1 0,1 10 0,-2-2 0,0 0 0,-1 0 0,-1-1 0,-3 29 0,3-42 0,0 0 0,0-1 0,-1 1 0,1 0 0,-1-1 0,1 1 0,-1 0 0,0-1 0,1 1 0,-1-1 0,-2 3 0,3-3 0,0-1 0,-1 1 0,1-1 0,-1 0 0,1 0 0,0 1 0,-1-1 0,1 0 0,-1 0 0,1 1 0,-1-1 0,1 0 0,-1 0 0,1 0 0,-1 0 0,1 0 0,-1 0 0,1 1 0,-1-1 0,1 0 0,-1-1 0,1 1 0,-1 0 0,1 0 0,-2 0 0,1-1 0,-1 0 0,0 0 0,1 0 0,-1-1 0,0 1 0,1 0 0,0-1 0,-1 1 0,1-1 0,0 1 0,0-1 0,-1 0 0,1 1 0,1-1 0,-1 0 0,0 0 0,-1-3 0,0-3 0,1 0 0,0 0 0,0 0 0,0 0 0,1 0 0,0-1 0,1 1 0,0 0 0,0 0 0,1 0 0,0 0 0,0 0 0,4-7 0,-2 5 0,0 0 0,1 0 0,0 1 0,0 0 0,1 0 0,0 0 0,1 1 0,0 0 0,12-11 0,-17 17 0,0 0 0,0 1 0,0-1 0,0 1 0,1-1 0,-1 1 0,1 0 0,-1 0 0,1 0 0,-1 0 0,1 0 0,0 0 0,-1 1 0,1-1 0,0 1 0,-1 0 0,1 0 0,0 0 0,0 0 0,-1 0 0,4 2 0,-3-1 0,0 0 0,0 1 0,0-1 0,-1 1 0,1 0 0,0 0 0,-1 0 0,0 0 0,1 0 0,-1 0 0,0 1 0,0-1 0,0 1 0,-1 0 0,1-1 0,-1 1 0,1 0 0,0 3 0,3 7 0,-1 0 0,-1 0 0,4 27 0,1 5 0,-8-44 0,0 0 0,0 0 0,0 0 0,1-1 0,-1 1 0,0 0 0,1 0 0,-1 0 0,0-1 0,1 1 0,-1 0 0,1 0 0,-1-1 0,1 1 0,-1 0 0,1-1 0,0 1 0,1 0 0,-2-1 0,1 0 0,-1 1 0,1-1 0,-1 0 0,1 0 0,-1 0 0,1 0 0,-1-1 0,1 1 0,0 0 0,-1 0 0,1 0 0,-1 0 0,1 0 0,-1-1 0,1 1 0,-1 0 0,0 0 0,1-1 0,-1 1 0,1 0 0,0-1 0,3-3 0,0-1 0,0 1 0,-1-1 0,5-7 0,-5 7 0,55-71 0,-52 69 0,2-1 0,-1 1 0,1 1 0,0-1 0,0 1 0,0 1 0,13-7 0,-20 11 0,1 0 0,0 0 0,-1 0 0,1 1 0,0-1 0,0 0 0,0 1 0,0-1 0,0 1 0,0 0 0,0-1 0,-1 1 0,1 0 0,0 0 0,0 0 0,0 1 0,0-1 0,0 0 0,0 1 0,0-1 0,0 1 0,0 0 0,-1-1 0,1 1 0,0 0 0,0 0 0,-1 0 0,1 0 0,-1 1 0,1-1 0,-1 0 0,1 1 0,-1-1 0,0 1 0,0-1 0,0 1 0,0 0 0,0-1 0,0 1 0,0 0 0,0 0 0,-1 0 0,1 2 0,3 8 0,-2 0 0,1 0 0,-2 0 0,1 0 0,-2 18 0,-2 85-1365,1-92-5461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1.450"/>
    </inkml:context>
    <inkml:brush xml:id="br0">
      <inkml:brushProperty name="width" value="0.05" units="cm"/>
      <inkml:brushProperty name="height" value="0.05" units="cm"/>
      <inkml:brushProperty name="color" value="#FFFFFF"/>
    </inkml:brush>
  </inkml:definitions>
  <inkml:trace contextRef="#ctx0" brushRef="#br0">92 62 24575,'0'-4'0,"0"0"0,-1 0 0,1 1 0,-1-1 0,0 0 0,0 1 0,0-1 0,0 1 0,-1-1 0,1 1 0,-1 0 0,-2-4 0,3 6 0,0 0 0,0 0 0,0 0 0,1 0 0,-1 1 0,0-1 0,0 0 0,0 0 0,0 1 0,-1-1 0,1 1 0,0-1 0,0 1 0,0 0 0,0-1 0,0 1 0,-1 0 0,1 0 0,0 0 0,0-1 0,0 1 0,-1 1 0,1-1 0,0 0 0,0 0 0,0 0 0,-1 1 0,1-1 0,0 0 0,0 1 0,0-1 0,0 1 0,0 0 0,0-1 0,0 1 0,0 0 0,0-1 0,0 1 0,0 0 0,-1 2 0,-1 1 0,-1 0 0,1 0 0,0 0 0,1 0 0,-1 1 0,1-1 0,0 1 0,0 0 0,1-1 0,-1 1 0,1 0 0,0 0 0,0 0 0,0 0 0,1 1 0,0-1 0,1 8 0,-1-4 0,1-1 0,0 1 0,0 0 0,1 0 0,0-1 0,1 1 0,0-1 0,0 0 0,7 11 0,-9-16 0,1-1 0,-1 1 0,1-1 0,0 0 0,0 1 0,0-1 0,0 0 0,1 0 0,-1 0 0,0-1 0,1 1 0,-1 0 0,1-1 0,0 0 0,0 1 0,-1-1 0,1 0 0,0-1 0,0 1 0,0 0 0,0-1 0,0 0 0,0 1 0,5-2 0,-3 0 0,-1 0 0,1 0 0,-1 0 0,1-1 0,-1 0 0,0 0 0,1 0 0,-1 0 0,-1-1 0,1 0 0,0 1 0,0-1 0,-1-1 0,0 1 0,4-5 0,0-1 0,0 0 0,-1-1 0,0 0 0,0 0 0,7-20 0,-11 25 0,-1 1 0,1 0 0,-1-1 0,0 1 0,0-1 0,0 1 0,-1-1 0,0 1 0,0-1 0,0 1 0,0-1 0,-1 0 0,1 1 0,-1-1 0,-1 1 0,1 0 0,-3-8 0,2 10 19,1 0 0,-1 0 0,0 0 0,0 1 0,0-1 0,0 0 0,0 1 0,0-1 0,0 1 0,0 0 0,0 0 0,-1 0 0,1 0 0,0 0 0,-1 0 0,1 0 0,-6 0 0,4 1-209,-1-1 0,0 1 1,0 0-1,1 0 0,-1 0 1,0 1-1,0 0 1,-7 2-1,0 2-6636</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1.773"/>
    </inkml:context>
    <inkml:brush xml:id="br0">
      <inkml:brushProperty name="width" value="0.05" units="cm"/>
      <inkml:brushProperty name="height" value="0.05" units="cm"/>
      <inkml:brushProperty name="color" value="#FFFFFF"/>
    </inkml:brush>
  </inkml:definitions>
  <inkml:trace contextRef="#ctx0" brushRef="#br0">0 51 24575,'3'-1'0,"-1"0"0,1 0 0,-1-1 0,0 1 0,1-1 0,-1 1 0,0-1 0,0 0 0,3-3 0,6-4 0,-7 6 0,0 0 0,1 1 0,-1-1 0,1 1 0,-1 0 0,1 0 0,0 1 0,0-1 0,0 1 0,0 0 0,0 1 0,7-1 0,-10 1 0,1 0 0,0 1 0,0-1 0,0 1 0,-1 0 0,1 0 0,0 0 0,-1 0 0,1 0 0,-1 1 0,1-1 0,-1 1 0,0-1 0,1 1 0,-1 0 0,0 0 0,0 0 0,0 0 0,-1 0 0,1 0 0,0 1 0,-1-1 0,2 4 0,3 7 0,-1 0 0,0 0 0,-1 1 0,0-1 0,-1 1 0,-1 0 0,2 26 0,-4-28 0,0 1 0,0-1 0,-1 1 0,-1-1 0,0 0 0,-1 0 0,0 0 0,-1 0 0,-5 12 0,9-23 0,0-1 0,0 0 0,0 1 0,0-1 0,0 0 0,0 1 0,-1-1 0,1 0 0,0 0 0,0 1 0,0-1 0,0 0 0,0 1 0,0-1 0,-1 0 0,1 0 0,0 1 0,0-1 0,-1 0 0,1 0 0,0 0 0,0 1 0,-1-1 0,1 0 0,0 0 0,0 0 0,-1 0 0,1 0 0,0 0 0,-1 1 0,1-1 0,0 0 0,0 0 0,-1 0 0,1 0 0,0 0 0,-1 0 0,-2-13 0,3-20 0,5 11 69,0 1-1,2 0 0,0 0 0,16-32 1,-15 39-283,0 0 1,0 1 0,1 0-1,1 0 1,0 1 0,1 0-1,14-12 1,-9 12-6613</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2.176"/>
    </inkml:context>
    <inkml:brush xml:id="br0">
      <inkml:brushProperty name="width" value="0.05" units="cm"/>
      <inkml:brushProperty name="height" value="0.05" units="cm"/>
      <inkml:brushProperty name="color" value="#FFFFFF"/>
    </inkml:brush>
  </inkml:definitions>
  <inkml:trace contextRef="#ctx0" brushRef="#br0">0 137 24575,'1'2'0,"-1"0"0,1 0 0,-1 0 0,1-1 0,0 1 0,0 0 0,0 0 0,0-1 0,0 1 0,0 0 0,0-1 0,1 1 0,-1-1 0,0 0 0,1 1 0,-1-1 0,3 1 0,-2 0 0,1 0 0,-1 0 0,1-1 0,-1 1 0,1-1 0,-1 0 0,1 0 0,0 0 0,0 0 0,5 1 0,-1-3 0,0 0 0,-1 0 0,1-1 0,0 0 0,-1 0 0,0 0 0,1-1 0,-1 0 0,0 0 0,0-1 0,0 1 0,-1-1 0,1 0 0,8-10 0,-10 11 0,-1-1 0,1-1 0,-1 1 0,0 0 0,0-1 0,0 1 0,-1-1 0,4-9 0,-5 11 0,0 0 0,-1 0 0,1 0 0,-1 0 0,1 0 0,-1 0 0,0 0 0,0 0 0,-1 0 0,1 0 0,-1 1 0,1-1 0,-1 0 0,0 0 0,0 0 0,-2-3 0,2 4 0,0-1 0,0 1 0,0 0 0,-1 1 0,1-1 0,-1 0 0,0 0 0,1 0 0,-1 1 0,0-1 0,0 1 0,0 0 0,0-1 0,0 1 0,0 0 0,0 0 0,0 0 0,-5-1 0,4 2 0,-1-1 0,0 1 0,1 0 0,-1 0 0,0 0 0,1 1 0,-1-1 0,1 1 0,-1 0 0,1 0 0,-6 2 0,3-1 0,0 1 0,0 0 0,0 0 0,0 1 0,1 0 0,-1 0 0,1 0 0,0 1 0,0 0 0,1 0 0,-1 0 0,1 0 0,-3 6 0,4-6 0,1 1 0,0-1 0,0 0 0,0 0 0,1 1 0,0-1 0,0 1 0,0 0 0,1-1 0,-1 1 0,1-1 0,1 1 0,-1 0 0,3 7 0,-1-5 0,1 1 0,0-1 0,0 0 0,1-1 0,0 1 0,0-1 0,1 1 0,10 11 0,-5-8 0,0 0 0,1-1 0,0-1 0,1 1 0,0-2 0,0 0 0,1 0 0,0-1 0,1-1 0,24 9 0,17-4-1365,-5-7-5461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7.411"/>
    </inkml:context>
    <inkml:brush xml:id="br0">
      <inkml:brushProperty name="width" value="0.05" units="cm"/>
      <inkml:brushProperty name="height" value="0.05" units="cm"/>
      <inkml:brushProperty name="color" value="#FFFFFF"/>
    </inkml:brush>
  </inkml:definitions>
  <inkml:trace contextRef="#ctx0" brushRef="#br0">11708 2698 24575,'-437'-10'0,"-156"-25"0,123 3 0,-571-42 0,429 33 0,-45 5 0,409 21 0,168 10 0,-246-8 0,61 3 0,200 4 0,0 2 0,-88 8 0,94 4 0,39-4 0,-40 2 0,1-5 0,-108-4 0,164 3 0,0 0 0,-1 0 0,1-1 0,0 1 0,0-1 0,0 0 0,0 0 0,0 0 0,0 0 0,0-1 0,0 1 0,0-1 0,1 0 0,-1 0 0,0 0 0,1 0 0,0 0 0,-3-3 0,3 1 0,0 1 0,0-1 0,0-1 0,0 1 0,1 0 0,0 0 0,0-1 0,0 1 0,0 0 0,1-1 0,0 1 0,0-8 0,1-62 0,-18-609 0,-5 267 0,15 247 0,4-317 0,5 452 0,2-1 0,2 1 0,1 0 0,2 1 0,1 0 0,1 0 0,22-42 0,-28 64 0,-1 0 0,0 0 0,5-23 0,-7 29 0,-1-1 0,-1 1 0,1 0 0,-1-1 0,0 1 0,0-1 0,-1 1 0,0 0 0,1-1 0,-5-9 0,4 13 0,0 0 0,0 0 0,-1 1 0,1-1 0,0 0 0,-1 1 0,0-1 0,1 1 0,-1 0 0,0-1 0,0 1 0,0 0 0,0 0 0,0 0 0,0 0 0,0 1 0,0-1 0,0 1 0,0-1 0,0 1 0,0-1 0,-1 1 0,1 0 0,0 0 0,0 0 0,-4 1 0,-8 1 0,1-1 0,0 2 0,-14 4 0,21-5 0,-12 2 0,0-1 0,-35 1 0,0 0 0,-148 8 0,64-7 0,-543-4 0,551-5 0,-175-5 0,-449-15 0,-235 16 0,599 10 0,-217-13 0,290 3 0,-4-1 0,-91-12 0,52 17 0,219 5 0,123 0 0,-1 1 0,0 0 0,-29 10 0,26-7 0,-42 6 0,-48 7-1365,96-17-5461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7.739"/>
    </inkml:context>
    <inkml:brush xml:id="br0">
      <inkml:brushProperty name="width" value="0.05" units="cm"/>
      <inkml:brushProperty name="height" value="0.05" units="cm"/>
      <inkml:brushProperty name="color" value="#FFFFFF"/>
    </inkml:brush>
  </inkml:definitions>
  <inkml:trace contextRef="#ctx0" brushRef="#br0">243 18 24575,'26'-15'0,"-17"13"0,-14 10 0,-81 75 0,42-42 0,-73 86 0,114-123 0,0 0 0,0 0 0,1 0 0,-1 1 0,1-1 0,0 0 0,0 1 0,1 0 0,-1-1 0,0 9 0,1-11 0,1 1 0,1 0 0,-1 0 0,0-1 0,1 1 0,-1 0 0,1-1 0,0 1 0,0 0 0,0-1 0,0 1 0,1-1 0,-1 1 0,0-1 0,1 0 0,0 0 0,0 0 0,-1 0 0,1 0 0,3 2 0,20 16 0,1-2 0,0 0 0,51 23 0,-31-16 0,73 40-1365,-65-35-5461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8.239"/>
    </inkml:context>
    <inkml:brush xml:id="br0">
      <inkml:brushProperty name="width" value="0.05" units="cm"/>
      <inkml:brushProperty name="height" value="0.05" units="cm"/>
      <inkml:brushProperty name="color" value="#FFFFFF"/>
    </inkml:brush>
  </inkml:definitions>
  <inkml:trace contextRef="#ctx0" brushRef="#br0">11 78 24575,'-1'-14'0,"0"0"0,0 0 0,-6-22 0,30 163 239,5 19-262,-21-117-373,1-1 1,2 0 0,13 27 0,-10-30-6431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8.612"/>
    </inkml:context>
    <inkml:brush xml:id="br0">
      <inkml:brushProperty name="width" value="0.05" units="cm"/>
      <inkml:brushProperty name="height" value="0.05" units="cm"/>
      <inkml:brushProperty name="color" value="#FFFFFF"/>
    </inkml:brush>
  </inkml:definitions>
  <inkml:trace contextRef="#ctx0" brushRef="#br0">115 86 24575,'0'-2'0,"0"0"0,0 1 0,0-1 0,0 0 0,0 0 0,0 1 0,-1-1 0,1 0 0,-1 1 0,1-1 0,-1 0 0,0 1 0,0-1 0,0 1 0,-1-3 0,1 3 0,0 1 0,1-1 0,-1 1 0,0-1 0,0 1 0,0-1 0,1 1 0,-1 0 0,0-1 0,0 1 0,0 0 0,0 0 0,0-1 0,0 1 0,0 0 0,0 0 0,0 0 0,0 0 0,0 0 0,-1 1 0,-2 0 0,0 0 0,1 1 0,-1-1 0,1 1 0,-1 0 0,1 0 0,0 0 0,0 0 0,0 1 0,0-1 0,0 1 0,-3 4 0,1 0 0,0-1 0,1 1 0,0 1 0,0-1 0,1 1 0,0 0 0,0-1 0,1 1 0,0 0 0,0 1 0,1-1 0,0 0 0,0 0 0,1 1 0,0-1 0,0 0 0,1 1 0,4 14 0,-3-13 0,1 1 0,0-1 0,1 0 0,0 0 0,1-1 0,0 1 0,1-1 0,-1 0 0,2-1 0,-1 1 0,1-1 0,0 0 0,1-1 0,12 10 0,-17-15 0,1 1 0,0-1 0,-1 0 0,1 0 0,0 0 0,0 0 0,0-1 0,1 0 0,-1 0 0,0 0 0,0 0 0,1 0 0,-1-1 0,0 0 0,9-1 0,-9 1 0,-1-1 0,1 0 0,-1-1 0,0 1 0,1 0 0,-1-1 0,0 0 0,0 0 0,0 0 0,0 0 0,0 0 0,0-1 0,-1 1 0,1-1 0,-1 0 0,0 1 0,0-1 0,0 0 0,3-6 0,0-1 0,-1-1 0,0 0 0,-1 0 0,0-1 0,0 1 0,-1-1 0,-1 1 0,0-1 0,0 0 0,-2-11 0,-1 0 0,0 0 0,-2 1 0,0-1 0,-9-25 0,12 47 2,-3-11 82,0 1 1,0-1 0,-10-15 0,12 24-120,1 1-1,-1 0 1,0-1-1,0 1 1,0 0-1,0 0 1,0 0-1,0 1 1,-4-3-1,5 3-28,0 1 0,-1-1-1,1 1 1,0-1 0,0 1-1,-1 0 1,1-1 0,-1 1-1,1 0 1,0 0 0,-1 0-1,1 0 1,0 0-1,-1 0 1,1 1 0,0-1-1,-1 0 1,1 1 0,0-1-1,-2 2 1,-8 4-6762</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8.863"/>
    </inkml:context>
    <inkml:brush xml:id="br0">
      <inkml:brushProperty name="width" value="0.05" units="cm"/>
      <inkml:brushProperty name="height" value="0.05" units="cm"/>
      <inkml:brushProperty name="color" value="#FFFFFF"/>
    </inkml:brush>
  </inkml:definitions>
  <inkml:trace contextRef="#ctx0" brushRef="#br0">30 17 24575,'-3'-3'0,"-4"-1"0,-3 1 0,2 0 0,6 1 0,6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9.046"/>
    </inkml:context>
    <inkml:brush xml:id="br0">
      <inkml:brushProperty name="width" value="0.05" units="cm"/>
      <inkml:brushProperty name="height" value="0.05" units="cm"/>
      <inkml:brushProperty name="color" value="#FFFFFF"/>
    </inkml:brush>
  </inkml:definitions>
  <inkml:trace contextRef="#ctx0" brushRef="#br0">0 1 24575,'3'3'0,"4"1"0,4-1 0,-1-3 0,2-1 0,-2-5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9.478"/>
    </inkml:context>
    <inkml:brush xml:id="br0">
      <inkml:brushProperty name="width" value="0.05" units="cm"/>
      <inkml:brushProperty name="height" value="0.05" units="cm"/>
      <inkml:brushProperty name="color" value="#FFFFFF"/>
    </inkml:brush>
  </inkml:definitions>
  <inkml:trace contextRef="#ctx0" brushRef="#br0">56 13 24575,'-1'-1'0,"0"0"0,0 0 0,0 0 0,0 0 0,0 0 0,0 1 0,0-1 0,-1 0 0,1 0 0,0 1 0,0-1 0,-1 1 0,1-1 0,0 1 0,-1 0 0,1-1 0,0 1 0,-3 0 0,3 0 0,0 0 0,0 1 0,0-1 0,0 0 0,0 1 0,0-1 0,0 1 0,0 0 0,0-1 0,1 1 0,-1-1 0,0 1 0,0 0 0,1 0 0,-1 0 0,0-1 0,1 1 0,-1 0 0,0 1 0,-1 3 0,0 0 0,0 0 0,1 0 0,-1 0 0,1 0 0,0 1 0,0-1 0,1 6 0,-1 11 0,1 65 0,0-76 0,1 0 0,1 0 0,0-1 0,1 1 0,6 17 0,-8-24 0,1-1 0,0 1 0,0-1 0,0 0 0,0 1 0,0-1 0,1-1 0,0 1 0,-1 0 0,1 0 0,0-1 0,0 0 0,0 0 0,1 0 0,-1 0 0,7 3 0,-4-3 0,-1-1 0,1 1 0,0-1 0,0 0 0,0-1 0,0 0 0,-1 1 0,1-2 0,0 1 0,8-2 0,-6 0 0,0 0 0,0 0 0,0 0 0,-1-1 0,1 0 0,-1-1 0,0 1 0,0-2 0,0 1 0,-1-1 0,1 0 0,-1 0 0,0 0 0,0-1 0,-1 0 0,7-9 0,-9 8 0,0 0 0,0-1 0,0 1 0,-1-1 0,0 1 0,0-1 0,-1 0 0,0 1 0,-1-1 0,1 0 0,-2 0 0,1 0 0,-3-15 0,2 18 0,0-1 0,-1 1 0,0 0 0,1-1 0,-1 1 0,-1 0 0,1 0 0,-1 1 0,0-1 0,0 0 0,0 1 0,-1 0 0,0 0 0,1 0 0,-2 0 0,1 0 0,0 1 0,-1 0 0,1 0 0,-9-4 0,-18 0-1365,16 6-5461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39.855"/>
    </inkml:context>
    <inkml:brush xml:id="br0">
      <inkml:brushProperty name="width" value="0.05" units="cm"/>
      <inkml:brushProperty name="height" value="0.05" units="cm"/>
      <inkml:brushProperty name="color" value="#FFFFFF"/>
    </inkml:brush>
  </inkml:definitions>
  <inkml:trace contextRef="#ctx0" brushRef="#br0">90 14 24575,'0'-1'0,"0"0"0,0 1 0,0-1 0,0 1 0,-1-1 0,1 0 0,0 1 0,0-1 0,-1 1 0,1-1 0,-1 1 0,1-1 0,0 1 0,-1-1 0,1 1 0,-1-1 0,1 1 0,-1-1 0,1 1 0,-1 0 0,1-1 0,-1 1 0,0 0 0,1 0 0,-1-1 0,0 1 0,1 0 0,-1 0 0,1 0 0,-1 0 0,0 0 0,1 0 0,-1 0 0,0 0 0,1 0 0,-2 0 0,0 0 0,0 0 0,0 0 0,-1 0 0,1 1 0,0-1 0,0 1 0,0 0 0,0-1 0,-4 3 0,2 0 0,0 1 0,0 0 0,1 0 0,-1 0 0,1 0 0,0 1 0,0 0 0,0-1 0,1 1 0,0 0 0,-1 0 0,2 0 0,-1 0 0,1 1 0,0-1 0,0 0 0,-1 9 0,2-9 0,-1-1 0,1 1 0,0-1 0,1 1 0,-1-1 0,1 1 0,-1-1 0,1 1 0,1-1 0,-1 0 0,1 1 0,-1-1 0,1 0 0,0 0 0,1 0 0,-1 0 0,1-1 0,0 1 0,0-1 0,0 1 0,4 2 0,-2-2 0,1-1 0,-1 0 0,1 0 0,0 0 0,0-1 0,0 1 0,1-1 0,-1-1 0,0 0 0,14 2 0,-2-3 0,1 0 0,26-5 0,-25 2 0,-1 1 0,23 2 0,-39 0 0,0 0 0,-1 0 0,1 0 0,0 1 0,-1-1 0,1 1 0,-1 0 0,1 0 0,-1 0 0,1 0 0,-1 0 0,0 0 0,1 1 0,1 1 0,-3-2 0,0 0 0,0 0 0,-1 0 0,1 1 0,-1-1 0,1 0 0,-1 0 0,1 1 0,-1-1 0,0 0 0,1 1 0,-1-1 0,0 0 0,0 1 0,0-1 0,0 0 0,0 1 0,0-1 0,-1 0 0,1 1 0,0-1 0,-1 0 0,1 1 0,-1-1 0,1 0 0,-1 0 0,0 1 0,-1 1 0,-2 4 49,-1 0 0,0 0 0,0-1-1,0 1 1,-1-1 0,-12 10 0,-44 26-1756,36-26-5119</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0.024"/>
    </inkml:context>
    <inkml:brush xml:id="br0">
      <inkml:brushProperty name="width" value="0.05" units="cm"/>
      <inkml:brushProperty name="height" value="0.05" units="cm"/>
      <inkml:brushProperty name="color" value="#FFFFFF"/>
    </inkml:brush>
  </inkml:definitions>
  <inkml:trace contextRef="#ctx0" brushRef="#br0">1 108 24575,'3'-6'0,"7"-4"0,7-5 0,7-2 0,6 2 0,6 1 0,3 2 0,1 3 0,-1 4 0,-1 2 0,0 2 0,-2 1 0,-4 3 0,-6 2-8191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1.135"/>
    </inkml:context>
    <inkml:brush xml:id="br0">
      <inkml:brushProperty name="width" value="0.05" units="cm"/>
      <inkml:brushProperty name="height" value="0.05" units="cm"/>
      <inkml:brushProperty name="color" value="#FFFFFF"/>
    </inkml:brush>
  </inkml:definitions>
  <inkml:trace contextRef="#ctx0" brushRef="#br0">306 294 24575,'0'-7'0,"1"0"0,0 0 0,0 0 0,1 0 0,0 1 0,0-1 0,5-10 0,27-46 0,-6 15 0,-25 41 0,1 0 0,-1 0 0,-1 0 0,1-1 0,-1 1 0,1-10 0,-3 15 0,0 0 0,1 1 0,-1-1 0,-1 1 0,1-1 0,0 1 0,0-1 0,-1 0 0,1 1 0,-1-1 0,1 1 0,-1 0 0,1-1 0,-1 1 0,0-1 0,0 1 0,0 0 0,0 0 0,0-1 0,0 1 0,0 0 0,0 0 0,0 0 0,-1 0 0,1 0 0,0 0 0,-1 1 0,1-1 0,0 0 0,-1 1 0,1-1 0,-1 1 0,1-1 0,-1 1 0,0 0 0,1-1 0,-3 1 0,-6 0 0,0 0 0,0 0 0,1 1 0,-1 0 0,0 0 0,1 1 0,-1 1 0,1 0 0,-13 5 0,-7 5 0,-43 26 0,51-26 0,0 1 0,-31 28 0,45-37 0,1 1 0,0 1 0,1-1 0,-1 1 0,1 0 0,0 0 0,1 0 0,0 1 0,0 0 0,1 0 0,-4 11 0,6-16 0,1 0 0,-1 1 0,1-1 0,0 1 0,0-1 0,0 1 0,1-1 0,-1 1 0,1-1 0,0 1 0,0-1 0,0 0 0,0 0 0,1 1 0,-1-1 0,1 0 0,0 0 0,0 0 0,0-1 0,0 1 0,0 0 0,1-1 0,-1 1 0,1-1 0,-1 0 0,1 0 0,0 0 0,0 0 0,4 1 0,4 3 0,1 0 0,0-2 0,0 1 0,0-2 0,0 1 0,23 2 0,-9-4 0,0 0 0,1-2 0,-1 0 0,0-2 0,0-1 0,43-11 0,-55 11 0,1-2 0,0 0 0,-1 0 0,0-2 0,0 1 0,-1-2 0,0 0 0,0 0 0,-1-1 0,0-1 0,0 0 0,17-20 0,-24 23 0,-1 0 0,0 0 0,0 0 0,-1-1 0,1 1 0,-1-1 0,-1 0 0,0 1 0,0-1 0,-1 0 0,1-1 0,-2 1 0,1-15 0,-2 18 0,1-1 0,-1 0 0,0 0 0,0 0 0,0 0 0,-1 1 0,0-1 0,0 0 0,0 1 0,-1 0 0,0 0 0,0-1 0,0 2 0,-1-1 0,0 0 0,0 1 0,0-1 0,0 1 0,-8-5 0,10 7 0,0 1 0,0-1 0,-1 1 0,1 0 0,-1-1 0,1 1 0,0 0 0,-1 1 0,0-1 0,1 0 0,-1 1 0,1-1 0,-1 1 0,0 0 0,1 0 0,-1 0 0,0 0 0,1 1 0,-1-1 0,0 1 0,1-1 0,-1 1 0,1 0 0,-1 0 0,1 0 0,0 0 0,-1 1 0,1-1 0,0 1 0,0-1 0,0 1 0,0 0 0,0 0 0,0 0 0,-2 2 0,-1 4 0,0-1 0,0 0 0,1 1 0,0 0 0,0 0 0,1 0 0,0 0 0,0 1 0,-2 14 0,3-1 0,0 1 0,1 0 0,2 0 0,0 0 0,2-1 0,0 1 0,1-1 0,2 0 0,13 37 0,3-5 0,2-2 0,51 82 0,-20-52-1365,-33-55-5461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1.522"/>
    </inkml:context>
    <inkml:brush xml:id="br0">
      <inkml:brushProperty name="width" value="0.05" units="cm"/>
      <inkml:brushProperty name="height" value="0.05" units="cm"/>
      <inkml:brushProperty name="color" value="#FFFFFF"/>
    </inkml:brush>
  </inkml:definitions>
  <inkml:trace contextRef="#ctx0" brushRef="#br0">34 109 24575,'-15'-7'0,"0"0"0,12 10 0,4 10 0,9 19 0,0 0 0,2-1 0,1-1 0,1 0 0,2-1 0,27 38 0,-40-63 0,1 0 0,-1 0 0,1 0 0,0 0 0,0-1 0,0 1 0,0-1 0,0 0 0,10 4 0,-13-6 0,1-1 0,-1 1 0,1-1 0,0 0 0,-1 1 0,1-1 0,0 0 0,0 0 0,-1 0 0,1 0 0,0 0 0,-1 0 0,1-1 0,0 1 0,-1 0 0,1-1 0,0 0 0,-1 1 0,1-1 0,-1 0 0,1 0 0,-1 0 0,1 0 0,-1 0 0,0 0 0,0 0 0,1 0 0,-1 0 0,0-1 0,0 1 0,0 0 0,0-1 0,1-2 0,4-6 0,-1-1 0,0 0 0,-1 0 0,0-1 0,4-22 0,6-63 0,-11 65 0,2-28 315,3-23-1995,-3 62-5146</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1.882"/>
    </inkml:context>
    <inkml:brush xml:id="br0">
      <inkml:brushProperty name="width" value="0.05" units="cm"/>
      <inkml:brushProperty name="height" value="0.05" units="cm"/>
      <inkml:brushProperty name="color" value="#FFFFFF"/>
    </inkml:brush>
  </inkml:definitions>
  <inkml:trace contextRef="#ctx0" brushRef="#br0">33 228 24575,'32'-1'0,"-1"-2"0,0-2 0,54-14 0,-81 19 0,-1-1 0,1 0 0,-1 0 0,0 0 0,0-1 0,1 1 0,-1-1 0,0 0 0,0 0 0,-1 0 0,1 0 0,0 0 0,-1-1 0,1 1 0,-1-1 0,4-4 0,-5 4 0,0 1 0,-1-1 0,1 1 0,0-1 0,-1 0 0,1 1 0,-1-1 0,0 0 0,0 1 0,0-1 0,0 0 0,0 1 0,-1-1 0,1 1 0,-1-1 0,0 0 0,0 1 0,0 0 0,0-1 0,0 1 0,0-1 0,-2-1 0,-3-5 0,1 1 0,-1 1 0,-1-1 0,0 1 0,0 0 0,0 0 0,0 1 0,-1 0 0,0 1 0,-10-6 0,11 7 0,1 1 0,-1 0 0,1 0 0,-1 1 0,0 0 0,0 0 0,0 0 0,0 1 0,0 0 0,0 0 0,-1 1 0,1 0 0,0 1 0,-11 1 0,15-2 0,0 1 0,0 0 0,0 0 0,0 0 0,1 1 0,-1-1 0,0 1 0,1-1 0,-1 1 0,1 0 0,0 0 0,-1 0 0,1 0 0,0 0 0,0 0 0,0 1 0,-2 4 0,2-3 0,0 0 0,1 0 0,-1 1 0,1-1 0,0 1 0,0-1 0,0 1 0,1 0 0,-1-1 0,2 8 0,-1-2 0,2-1 0,-1 0 0,1 0 0,0 0 0,1 0 0,0 0 0,1 0 0,0-1 0,0 1 0,10 13 0,12 7-1365,0-6-5461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2.641"/>
    </inkml:context>
    <inkml:brush xml:id="br0">
      <inkml:brushProperty name="width" value="0.05" units="cm"/>
      <inkml:brushProperty name="height" value="0.05" units="cm"/>
      <inkml:brushProperty name="color" value="#FFFFFF"/>
    </inkml:brush>
  </inkml:definitions>
  <inkml:trace contextRef="#ctx0" brushRef="#br0">17 40 24575,'-12'-19'0,"12"19"0,-1-1 0,1 0 0,-1 1 0,1-1 0,0 0 0,-1 1 0,1-1 0,0 0 0,-1 0 0,1 1 0,0-1 0,0 0 0,0 0 0,0 1 0,0-1 0,0 0 0,0 0 0,0 1 0,0-1 0,0 0 0,0 0 0,1-1 0,0 2 0,-1 0 0,1 0 0,0 0 0,-1 0 0,1 0 0,0 0 0,-1 0 0,1 1 0,-1-1 0,1 0 0,0 0 0,-1 1 0,1-1 0,-1 0 0,1 1 0,0-1 0,-1 0 0,1 1 0,-1-1 0,0 1 0,2 0 0,14 14 0,-12-11 0,30 26 0,-1 2 0,-1 1 0,38 53 0,-66-81 0,-1 0 0,-1 0 0,1 1 0,-1-1 0,0 0 0,2 10 0,-4-14 0,0 0 0,1 0 0,-1 0 0,0-1 0,0 1 0,0 0 0,0 0 0,0 0 0,0 0 0,0 0 0,0 0 0,0 0 0,0 0 0,0 0 0,-1-1 0,1 1 0,0 0 0,-1 0 0,1 0 0,0 0 0,-1-1 0,1 1 0,-1 0 0,0 0 0,1-1 0,-1 1 0,1-1 0,-1 1 0,0 0 0,0-1 0,1 1 0,-1-1 0,0 1 0,0-1 0,0 0 0,1 1 0,-1-1 0,0 0 0,0 0 0,0 1 0,0-1 0,0 0 0,0 0 0,0 0 0,1 0 0,-1 0 0,0 0 0,0 0 0,0-1 0,-1 1 0,0 0 0,-1-1 0,1 1 0,0-1 0,0 1 0,-1-1 0,1 0 0,0 0 0,0 0 0,0 0 0,0 0 0,0 0 0,1 0 0,-1-1 0,0 1 0,0-1 0,1 0 0,-1 1 0,1-1 0,-1 0 0,1 0 0,0 0 0,0 0 0,0 0 0,0 0 0,0 0 0,0 0 0,1 0 0,-1 0 0,1 0 0,-1-1 0,1-3 0,-1 0 0,1 0 0,0 0 0,1 0 0,-1 1 0,1-1 0,0 0 0,1 0 0,-1 0 0,1 1 0,0-1 0,4-5 0,1-1 0,0 0 0,1 1 0,1 0 0,0 0 0,1 1 0,-1 0 0,2 1 0,15-11 0,-16 13 0,-1 1 0,1 0 0,0 1 0,0 0 0,0 1 0,1 0 0,-1 1 0,1 0 0,0 0 0,21-1 0,-30 3 0,-1 1 0,1 0 0,-1 0 0,1 0 0,0 0 0,-1 1 0,1-1 0,-1 0 0,1 0 0,-1 1 0,1-1 0,-1 1 0,1 0 0,-1-1 0,0 1 0,1 0 0,-1 0 0,0 0 0,1 0 0,-1 0 0,0 0 0,0 0 0,0 0 0,0 0 0,0 1 0,0-1 0,0 0 0,0 3 0,1 2 0,0 0 0,-1 0 0,0 1 0,0-1 0,-1 0 0,0 7 0,0-8 0,0 0 0,0 0 0,1 0 0,-1 0 0,1 0 0,0 0 0,0 0 0,1 0 0,-1-1 0,5 8 0,-1-6 0,1 0 0,0 0 0,0 0 0,0-1 0,1 0 0,9 6 0,46 21 0,-54-28 0,0 0 0,0-1 0,0-1 0,0 1 0,1-2 0,-1 1 0,1-1 0,9 1 0,-16-2 0,1-1 0,-1 1 0,1 0 0,-1-1 0,1 1 0,-1-1 0,1 0 0,-1 0 0,0 0 0,1 0 0,-1 0 0,0 0 0,0-1 0,0 1 0,0-1 0,0 0 0,0 1 0,0-1 0,-1 0 0,1 0 0,0 0 0,-1 0 0,0 0 0,1-1 0,-1 1 0,0 0 0,0 0 0,-1-1 0,1 1 0,0-1 0,0-2 0,3-46 0,-4 44 0,-1 296 0,0 11 0,1-297 0,0 0 0,-1 0 0,1 0 0,-1 0 0,0 0 0,1 0 0,-1-1 0,-1 1 0,1 0 0,-3 4 0,4-6 0,0-1 0,-1 0 0,1 1 0,0-1 0,-1 0 0,1 0 0,0 1 0,-1-1 0,1 0 0,0 0 0,-1 1 0,1-1 0,-1 0 0,1 0 0,0 0 0,-1 0 0,1 1 0,-1-1 0,1 0 0,0 0 0,-1 0 0,1 0 0,-1 0 0,1 0 0,-1 0 0,1 0 0,-1-1 0,0 1 0,-1-1 0,1 0 0,0 0 0,0 0 0,0 0 0,0 1 0,0-1 0,0-1 0,1 1 0,-1 0 0,0 0 0,0 0 0,0-3 0,-5-7 0,2-1 0,-1-1 0,2 1 0,-1-1 0,2 0 0,0 1 0,0-1 0,1 0 0,1 0 0,0 0 0,1 0 0,0 0 0,1 0 0,5-21 0,0 11 0,0 1 0,1 0 0,1 0 0,1 1 0,1 0 0,1 0 0,18-22 0,-21 30-97,1 2-1,0-1 1,0 1-1,1 0 1,0 1-1,1 1 1,1 0-1,-1 0 1,1 1-1,0 1 1,1 0-1,0 1 0,27-8 1,-12 8-6729</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6.156"/>
    </inkml:context>
    <inkml:brush xml:id="br0">
      <inkml:brushProperty name="width" value="0.05" units="cm"/>
      <inkml:brushProperty name="height" value="0.05" units="cm"/>
      <inkml:brushProperty name="color" value="#FFFFFF"/>
    </inkml:brush>
  </inkml:definitions>
  <inkml:trace contextRef="#ctx0" brushRef="#br0">0 28 24575,'3'-23'0,"0"19"0,2 16 0,-1 12 0,-1 1 0,-1-1 0,-2 1 0,-1 26 0,0-2 0,-1 71 0,4 124 0,-2-241-136,0 0-1,0 0 1,1 1-1,-1-1 1,1 0-1,0 0 1,0 0-1,0 0 0,3 5 1,4 2-6690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6.592"/>
    </inkml:context>
    <inkml:brush xml:id="br0">
      <inkml:brushProperty name="width" value="0.05" units="cm"/>
      <inkml:brushProperty name="height" value="0.05" units="cm"/>
      <inkml:brushProperty name="color" value="#FFFFFF"/>
    </inkml:brush>
  </inkml:definitions>
  <inkml:trace contextRef="#ctx0" brushRef="#br0">1 45 24575,'0'-1'0,"0"-1"0,0 0 0,0 1 0,0-1 0,0 0 0,0 1 0,0-1 0,1 0 0,-1 1 0,1-1 0,-1 0 0,1 1 0,-1-1 0,1 1 0,0-1 0,0 1 0,0 0 0,0-1 0,0 1 0,0 0 0,0 0 0,0-1 0,0 1 0,1 0 0,-1 0 0,0 0 0,1 0 0,-1 1 0,1-1 0,-1 0 0,1 1 0,0-1 0,-1 1 0,1-1 0,-1 1 0,1 0 0,0-1 0,-1 1 0,1 0 0,2 1 0,2-1 0,0 1 0,-1 0 0,1 0 0,-1 1 0,1 0 0,-1 0 0,0 0 0,0 0 0,1 1 0,7 6 0,-2 0 0,-1 0 0,0 1 0,-1 0 0,0 1 0,-1 0 0,0 0 0,0 1 0,-1 0 0,-1 0 0,0 1 0,-1 0 0,0 0 0,-1 0 0,0 0 0,-1 1 0,-1-1 0,0 1 0,0 21 0,-3-33 0,1 1 0,-1-1 0,1 1 0,-1-1 0,0 1 0,0-1 0,0 0 0,0 1 0,0-1 0,0 0 0,-1 0 0,-2 3 0,4-4 0,0-1 0,-1 0 0,1 0 0,0 1 0,-1-1 0,1 0 0,0 0 0,-1 1 0,1-1 0,0 0 0,-1 0 0,1 0 0,-1 1 0,1-1 0,0 0 0,-1 0 0,1 0 0,-1 0 0,1 0 0,0 0 0,-1 0 0,1 0 0,-1 0 0,1 0 0,0 0 0,-1 0 0,1 0 0,-1-1 0,0 0 0,0 1 0,0-1 0,1 0 0,-1 0 0,0 0 0,1 0 0,-1 0 0,1 0 0,-1 0 0,1 0 0,-1 0 0,1 0 0,0 0 0,-1 0 0,1 0 0,0-2 0,-1-5 0,0 0 0,0 0 0,1 0 0,0-1 0,1 1 0,0 0 0,0 0 0,1 0 0,0 0 0,0 0 0,1 0 0,0 1 0,5-10 0,-1 4 0,0 1 0,1 0 0,0 0 0,1 0 0,1 1 0,17-16 0,-23 24-97,0-1-1,1 1 1,-1 0-1,1 0 1,-1 1-1,1-1 1,0 1-1,0 0 1,0 1-1,0-1 1,1 1-1,-1 0 0,9-1 1,1 2-6729</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7.042"/>
    </inkml:context>
    <inkml:brush xml:id="br0">
      <inkml:brushProperty name="width" value="0.05" units="cm"/>
      <inkml:brushProperty name="height" value="0.05" units="cm"/>
      <inkml:brushProperty name="color" value="#FFFFFF"/>
    </inkml:brush>
  </inkml:definitions>
  <inkml:trace contextRef="#ctx0" brushRef="#br0">3 128 24575,'0'1'0,"1"0"0,-1 0 0,0 0 0,1 0 0,-1 0 0,1 0 0,0 0 0,-1 0 0,1 0 0,0 0 0,-1 0 0,1 0 0,0 0 0,0-1 0,0 1 0,0 0 0,0-1 0,0 1 0,0 0 0,0-1 0,0 1 0,2-1 0,26 11 0,-26-10 0,11 3 0,49 12 0,-57-15 0,-1 0 0,1-1 0,0 1 0,-1-1 0,1 0 0,0-1 0,-1 1 0,11-4 0,-13 3 0,-1 0 0,1 0 0,-1 0 0,1-1 0,-1 1 0,0-1 0,0 0 0,0 0 0,0 0 0,0 0 0,0 0 0,0 0 0,-1 0 0,1-1 0,-1 1 0,0 0 0,1-1 0,-1 1 0,0-1 0,-1 0 0,1 1 0,0-1 0,-1 0 0,1 0 0,-1 1 0,0-1 0,0 0 0,0 0 0,0 1 0,-1-4 0,0 1 0,1-1 0,-1 1 0,0 0 0,-1-1 0,1 1 0,-1 0 0,0 0 0,-1 0 0,1 0 0,-1 1 0,0-1 0,0 1 0,0-1 0,-6-5 0,4 7 0,1 0 0,-1 0 0,0 0 0,0 1 0,0 0 0,0 0 0,0 0 0,0 1 0,0-1 0,-1 1 0,1 0 0,0 1 0,-1 0 0,1-1 0,0 2 0,-1-1 0,1 1 0,-1-1 0,-7 4 0,8-3 0,1 0 0,-1 0 0,1 1 0,0 0 0,0 0 0,-1 0 0,1 0 0,1 1 0,-1 0 0,0 0 0,1 0 0,-1 0 0,1 0 0,0 1 0,0-1 0,0 1 0,0 0 0,1 0 0,0 0 0,-1 0 0,1 0 0,-2 8 0,3-5 0,0-1 0,0 1 0,1 0 0,-1 0 0,2 0 0,-1 0 0,1 0 0,0-1 0,0 1 0,1 0 0,0 0 0,0-1 0,0 1 0,1-1 0,0 0 0,1 0 0,-1 0 0,5 6 0,-3-6 0,0 0 0,0 0 0,1 0 0,0-1 0,0 0 0,0 0 0,1 0 0,-1-1 0,1 0 0,0 0 0,0-1 0,1 0 0,-1 0 0,1-1 0,11 3 0,11-2-1365,-2-1-5461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7.382"/>
    </inkml:context>
    <inkml:brush xml:id="br0">
      <inkml:brushProperty name="width" value="0.05" units="cm"/>
      <inkml:brushProperty name="height" value="0.05" units="cm"/>
      <inkml:brushProperty name="color" value="#FFFFFF"/>
    </inkml:brush>
  </inkml:definitions>
  <inkml:trace contextRef="#ctx0" brushRef="#br0">246 22 24575,'-36'-13'0,"30"11"0,-1 0 0,1 1 0,-1-1 0,0 1 0,1 1 0,-1-1 0,0 1 0,1 1 0,-1-1 0,0 1 0,1 0 0,-1 1 0,1-1 0,-1 1 0,1 0 0,0 1 0,0 0 0,0 0 0,0 0 0,0 1 0,1-1 0,-9 9 0,8-6 0,1 0 0,0 0 0,0 0 0,0 1 0,1-1 0,0 1 0,1 0 0,0 1 0,0-1 0,0 1 0,1-1 0,0 1 0,0 0 0,0 13 0,1-17 0,1 1 0,0-1 0,0 1 0,1-1 0,-1 1 0,1-1 0,0 1 0,0-1 0,0 0 0,1 1 0,0-1 0,0 0 0,0 0 0,0 0 0,0 0 0,1-1 0,0 1 0,-1-1 0,2 1 0,-1-1 0,0 0 0,1 0 0,-1 0 0,1-1 0,0 1 0,7 2 0,-2 0-65,1-2 0,1 0 0,-1 0 0,0-1 0,1 0 0,-1 0 0,1-1 0,0-1 0,-1 0 0,1 0 0,0-1 0,-1-1 0,1 0 0,-1 0 0,1-1 0,-1 0 0,0 0 0,0-2 0,-1 1 0,17-11 0,-12 3-6761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8.019"/>
    </inkml:context>
    <inkml:brush xml:id="br0">
      <inkml:brushProperty name="width" value="0.05" units="cm"/>
      <inkml:brushProperty name="height" value="0.05" units="cm"/>
      <inkml:brushProperty name="color" value="#FFFFFF"/>
    </inkml:brush>
  </inkml:definitions>
  <inkml:trace contextRef="#ctx0" brushRef="#br0">2 0 24575,'-2'2'0,"9"2"0,11 3 0,123 5 0,-74-9 0,-67-3 0,248 7 0,-228-10-1365,-9-1-5461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8.316"/>
    </inkml:context>
    <inkml:brush xml:id="br0">
      <inkml:brushProperty name="width" value="0.05" units="cm"/>
      <inkml:brushProperty name="height" value="0.05" units="cm"/>
      <inkml:brushProperty name="color" value="#FFFFFF"/>
    </inkml:brush>
  </inkml:definitions>
  <inkml:trace contextRef="#ctx0" brushRef="#br0">7 15 24575,'-4'-13'0,"2"11"0,3 10 0,14 59 0,7 95 0,11 50 0,-28-194-1365,1-5-5461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9.051"/>
    </inkml:context>
    <inkml:brush xml:id="br0">
      <inkml:brushProperty name="width" value="0.05" units="cm"/>
      <inkml:brushProperty name="height" value="0.05" units="cm"/>
      <inkml:brushProperty name="color" value="#FFFFFF"/>
    </inkml:brush>
  </inkml:definitions>
  <inkml:trace contextRef="#ctx0" brushRef="#br0">23 243 24575,'-13'-37'0,"12"28"0,1 0 0,0 0 0,0 1 0,1-1 0,0 0 0,1 1 0,0-1 0,0 1 0,0-1 0,1 1 0,1 0 0,-1 0 0,1 0 0,10-13 0,-11 16 0,0 0 0,1 0 0,0 1 0,0-1 0,0 1 0,0 0 0,1 0 0,0 1 0,0-1 0,0 1 0,0 0 0,0 0 0,0 1 0,1-1 0,0 1 0,-1 1 0,1-1 0,0 1 0,0 0 0,0 0 0,0 1 0,11 0 0,-12 1 0,0 0 0,0 1 0,-1 0 0,1 0 0,0 0 0,-1 0 0,1 1 0,-1 0 0,0 0 0,0 0 0,0 0 0,0 1 0,-1-1 0,1 1 0,-1 0 0,0 0 0,0 1 0,0-1 0,-1 0 0,3 6 0,2 5 0,0 1 0,-1 0 0,0 0 0,5 30 0,-7-27 0,-2-1 0,0 1 0,-1-1 0,-1 1 0,0 0 0,-2-1 0,0 1 0,-7 26 0,5-33 0,0 1 0,-1-1 0,0 0 0,-1 0 0,0-1 0,-1 0 0,0 0 0,-1 0 0,0-1 0,-1 0 0,0-1 0,-19 16 0,16-15 0,-1-1 0,1 0 0,-2-1 0,1-1 0,-1 0 0,0-1 0,0 0 0,-1-1 0,-20 4 0,34-9 0,-1 1 0,1-1 0,0 0 0,-1 0 0,1 0 0,0 0 0,-1 0 0,1 0 0,-1 0 0,1 0 0,0-1 0,-1 1 0,1-1 0,0 1 0,-3-2 0,4 2 0,0 0 0,0-1 0,-1 1 0,1-1 0,0 1 0,-1-1 0,1 1 0,0 0 0,0-1 0,0 1 0,0-1 0,-1 1 0,1-1 0,0 1 0,0-1 0,0 1 0,0-1 0,0 1 0,0-1 0,0 1 0,0-1 0,1 1 0,-1-1 0,0 1 0,0-1 0,0 1 0,1-1 0,1-4 0,0 1 0,1 0 0,-1 1 0,1-1 0,0 0 0,0 1 0,5-5 0,11-8 0,0 1 0,1 0 0,0 2 0,1 0 0,0 1 0,1 1 0,1 2 0,0 0 0,0 1 0,28-6 0,-47 14 0,0-1 0,1 0 0,-1 1 0,0 0 0,0 0 0,0 0 0,0 1 0,0-1 0,0 1 0,0 0 0,0 0 0,0 1 0,0-1 0,0 1 0,0-1 0,-1 1 0,1 1 0,0-1 0,-1 0 0,0 1 0,0 0 0,0-1 0,4 6 0,-2-1 0,0 0 0,0 1 0,-1 0 0,0 0 0,0 1 0,-1-1 0,0 1 0,0 0 0,2 14 0,6 36-1365,-8-44-5461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4:49.704"/>
    </inkml:context>
    <inkml:brush xml:id="br0">
      <inkml:brushProperty name="width" value="0.05" units="cm"/>
      <inkml:brushProperty name="height" value="0.05" units="cm"/>
      <inkml:brushProperty name="color" value="#FFFFFF"/>
    </inkml:brush>
  </inkml:definitions>
  <inkml:trace contextRef="#ctx0" brushRef="#br0">43 98 24575,'-7'-7'0,"1"-1"0,0 0 0,-9-16 0,14 22 0,-1-1 0,1 0 0,0 1 0,0-1 0,1 0 0,-1 0 0,1 1 0,-1-4 0,1 5 0,0 0 0,0 0 0,0 0 0,0 0 0,0 0 0,0 0 0,1 0 0,-1 0 0,0 0 0,1 0 0,-1 0 0,1 1 0,-1-1 0,1 0 0,-1 0 0,1 0 0,-1 1 0,1-1 0,0 0 0,-1 1 0,1-1 0,0 1 0,1-2 0,0 2 0,-1-1 0,1 0 0,0 1 0,0 0 0,0-1 0,-1 1 0,1 0 0,0 0 0,0 0 0,0 0 0,0 0 0,-1 1 0,1-1 0,0 1 0,0-1 0,0 1 0,-1-1 0,1 1 0,0 0 0,-1 0 0,1 0 0,-1 0 0,4 2 0,2 3 0,0 0 0,0 0 0,8 9 0,-3-1 0,-1 0 0,-1 0 0,0 1 0,-1 1 0,0-1 0,11 30 0,-18-38 0,0 0 0,0 1 0,0-1 0,-1 0 0,0 1 0,-1-1 0,0 1 0,0 9 0,-1-13 0,0 1 0,0-1 0,0 0 0,0 0 0,-1 1 0,1-1 0,-1 0 0,0 0 0,-1 0 0,1-1 0,0 1 0,-1-1 0,0 1 0,-6 5 0,7-7 0,0 0 0,0 0 0,0-1 0,0 1 0,-1-1 0,1 1 0,0-1 0,-1 0 0,1 0 0,-1 0 0,1 0 0,-1-1 0,1 1 0,-1-1 0,0 1 0,1-1 0,-1 0 0,0 0 0,1 0 0,-1 0 0,0 0 0,1-1 0,-1 1 0,0-1 0,1 0 0,-1 0 0,-3-2 0,3 2 0,1-1 0,0 0 0,-1 0 0,1 0 0,0 0 0,0-1 0,0 1 0,0 0 0,1-1 0,-1 1 0,0-1 0,1 0 0,0 0 0,0 1 0,0-1 0,0 0 0,0 0 0,1 0 0,-1 0 0,1 0 0,0 0 0,-1 0 0,1 0 0,1-4 0,1-5 0,0 0 0,1 0 0,0 1 0,1 0 0,0-1 0,1 1 0,0 1 0,0-1 0,1 1 0,1 0 0,14-18 0,-12 18 0,0 1 0,0-1 0,1 1 0,0 1 0,1 0 0,0 1 0,0 0 0,0 0 0,1 1 0,20-7 0,-27 11 0,1 0 0,-1 1 0,1 0 0,0 0 0,-1 1 0,1-1 0,0 1 0,-1 1 0,1-1 0,-1 1 0,11 2 0,-12-2 0,0 1 0,0-1 0,-1 1 0,1 0 0,-1 0 0,1 1 0,-1-1 0,0 1 0,0-1 0,0 1 0,0 0 0,-1 0 0,1 0 0,-1 1 0,0-1 0,1 1 0,1 4 0,1 4 0,0 0 0,0 0 0,-2 1 0,1-1 0,-1 1 0,-1 0 0,-1 0 0,1 0 0,-2 0 0,-1 16 0,1-27 0,0-1 0,0 0 0,0 0 0,0 0 0,0 0 0,-1 0 0,1 0 0,0 0 0,-1 0 0,1 0 0,0 0 0,-1 0 0,0 0 0,1 0 0,-1 0 0,1 0 0,-1 0 0,0 0 0,0-1 0,0 1 0,1 0 0,-1-1 0,0 1 0,0 0 0,0-1 0,0 1 0,0-1 0,-1 1 0,1-1 0,0 0 0,0-1 0,0 1 0,1 0 0,-1 0 0,0-1 0,0 1 0,0-1 0,1 1 0,-1 0 0,0-1 0,1 0 0,-1 1 0,0-1 0,1 1 0,-1-1 0,1 0 0,-1 1 0,1-1 0,-1 0 0,1 0 0,-1 1 0,1-1 0,0 0 0,-1 0 0,1 0 0,0 1 0,0-1 0,0 0 0,-1 0 0,1 0 0,0 0 0,0 0 0,0 0 0,1 0 0,-1-5 0,0 0 0,1 1 0,-1-1 0,1 1 0,1-1 0,-1 1 0,1-1 0,0 1 0,0 0 0,0 0 0,6-8 0,0-1 0,1 1 0,20-22 0,-23 29 0,0 0 0,0 0 0,1 1 0,0-1 0,0 2 0,0-1 0,0 1 0,1 0 0,15-6 0,-20 9 0,0 1 0,0-1 0,0 0 0,0 1 0,0 0 0,0-1 0,0 1 0,0 0 0,0 1 0,0-1 0,0 0 0,0 1 0,0 0 0,0 0 0,-1 0 0,1 0 0,0 0 0,0 0 0,-1 1 0,1-1 0,-1 1 0,1 0 0,-1 0 0,0 0 0,1 0 0,-1 0 0,0 0 0,0 1 0,-1-1 0,4 6 0,-1 0 31,0 1 0,0 0 0,-1 0 0,0 0 0,0 0 0,-1 0 0,-1 1 0,0-1 1,0 1-1,0 9 0,-2 2-458,0 1 0,-2-1 1,-6 29-1,5-34-6399</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08.414"/>
    </inkml:context>
    <inkml:brush xml:id="br0">
      <inkml:brushProperty name="width" value="0.05" units="cm"/>
      <inkml:brushProperty name="height" value="0.05" units="cm"/>
      <inkml:brushProperty name="color" value="#FFFFFF"/>
    </inkml:brush>
  </inkml:definitions>
  <inkml:trace contextRef="#ctx0" brushRef="#br0">1 50 24575,'0'-2'0,"1"0"0,-1 0 0,1 1 0,0-1 0,-1 0 0,1 1 0,0-1 0,0 1 0,1-1 0,-1 1 0,0 0 0,0-1 0,1 1 0,-1 0 0,1 0 0,-1 0 0,1 0 0,-1 0 0,1 0 0,-1 0 0,3 0 0,37-15 0,-39 15 0,-1 1 0,1-1 0,0 1 0,1-1 0,-1 1 0,0 0 0,0 0 0,0 0 0,0 0 0,0 0 0,0 0 0,0 0 0,0 1 0,0-1 0,0 1 0,0 0 0,0-1 0,0 1 0,0 0 0,-1 0 0,1 0 0,0 0 0,0 1 0,-1-1 0,1 0 0,-1 1 0,1-1 0,-1 1 0,0-1 0,0 1 0,1 0 0,-1 0 0,0-1 0,0 1 0,-1 0 0,1 0 0,0 0 0,0 3 0,2 8 0,-1 0 0,0 1 0,0-1 0,-2 25 0,0-25 0,-11 307 0,2 44 0,9-356 0,4 49 0,-3-53 0,-1 0 0,1 0 0,0 0 0,0 0 0,1 0 0,-1 0 0,1 0 0,0-1 0,0 1 0,5 6 0,-7-10 0,1 1 0,0 0 0,0-1 0,-1 1 0,1 0 0,0-1 0,0 1 0,0-1 0,0 0 0,0 1 0,0-1 0,0 0 0,0 1 0,0-1 0,-1 0 0,1 0 0,0 0 0,0 0 0,0 0 0,0 0 0,0 0 0,0 0 0,0 0 0,0-1 0,0 1 0,0 0 0,0 0 0,0-1 0,0 1 0,0-1 0,0 1 0,-1-1 0,1 1 0,0-1 0,0 0 0,0 1 0,-1-1 0,2-1 0,3-3 0,-1 0 0,1 0 0,-1-1 0,5-7 0,7-16 0,-1-1 0,-2-1 0,19-58 0,15-102 0,-35 136 0,-1 0 0,-6 25 0,2 0 0,12-33 0,-19 62 0,0 0 0,0 0 0,0 1 0,1-1 0,-1 0 0,0 0 0,1 0 0,-1 0 0,1 0 0,-1 0 0,1 1 0,0-1 0,-1 0 0,1 1 0,0-1 0,-1 0 0,1 1 0,0-1 0,0 0 0,-1 1 0,1 0 0,0-1 0,0 1 0,0-1 0,1 1 0,-1 0 0,0 0 0,0 1 0,-1-1 0,1 1 0,0-1 0,0 1 0,0-1 0,0 1 0,-1 0 0,1-1 0,0 1 0,0 0 0,-1 0 0,1-1 0,-1 1 0,1 0 0,-1 0 0,1 0 0,0 1 0,4 9 0,-1 0 0,6 20 0,-9-29 0,58 216 0,33 112 0,-92-328 5,1 1-81,-1-1 0,1 1 0,-1-1 0,1 1-1,0-1 1,0 1 0,1-1 0,-1 1 0,0-1 0,1 0 0,-1 0 0,1 0 0,0 0-1,0 0 1,0 0 0,0 0 0,4 2 0,5-1-6750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08.975"/>
    </inkml:context>
    <inkml:brush xml:id="br0">
      <inkml:brushProperty name="width" value="0.05" units="cm"/>
      <inkml:brushProperty name="height" value="0.05" units="cm"/>
      <inkml:brushProperty name="color" value="#FFFFFF"/>
    </inkml:brush>
  </inkml:definitions>
  <inkml:trace contextRef="#ctx0" brushRef="#br0">145 585 24575,'1'-5'0,"1"0"0,-1 1 0,1-1 0,0 0 0,0 1 0,0-1 0,0 1 0,1 0 0,0 0 0,3-5 0,6-8 0,-7 10 0,-2 0 0,1 0 0,-1-1 0,0 1 0,4-15 0,-7 20 0,0 0 0,1 0 0,-1 0 0,0 0 0,0 0 0,0 0 0,0 0 0,-1 0 0,1 0 0,0 0 0,-1 0 0,1 1 0,-1-1 0,0 0 0,0 0 0,1 0 0,-1 1 0,0-1 0,-1 1 0,1-1 0,0 1 0,0-1 0,-1 1 0,1-1 0,-1 1 0,1 0 0,-1 0 0,1 0 0,-1 0 0,-2-1 0,2 1 0,-1 0 0,0 0 0,0 1 0,1-1 0,-1 1 0,0 0 0,0-1 0,0 1 0,0 1 0,1-1 0,-1 0 0,0 1 0,0-1 0,0 1 0,1 0 0,-1 0 0,0 0 0,1 0 0,-1 1 0,1-1 0,-1 0 0,1 1 0,0 0 0,0 0 0,-3 2 0,-3 3 0,0 1 0,0 1 0,1-1 0,-13 19 0,12-12 0,-1 1 0,2-1 0,0 1 0,1 1 0,0-1 0,-6 35 0,11-44 0,0 0 0,0 0 0,0 0 0,1 0 0,0 1 0,0-1 0,1 0 0,0 0 0,0 0 0,1 0 0,0 0 0,0 0 0,0 0 0,1-1 0,0 1 0,0-1 0,1 1 0,0-1 0,6 7 0,-8-11 0,1 1 0,-1-1 0,0 0 0,1 0 0,0 0 0,0 0 0,-1 0 0,1-1 0,0 1 0,0-1 0,1 0 0,-1 0 0,0 0 0,0 0 0,0 0 0,1-1 0,-1 0 0,0 1 0,1-1 0,-1-1 0,0 1 0,1 0 0,-1-1 0,0 1 0,0-1 0,1 0 0,-1 0 0,0 0 0,0-1 0,5-3 0,0 0 0,0 0 0,0-1 0,-1-1 0,0 1 0,0-1 0,0-1 0,-1 1 0,0-1 0,7-13 0,4-11 0,-2 0 0,-1-2 0,-1 1 0,-3-2 0,0 0 0,7-55 0,8-217 0,-25 302 0,1-13 0,1-25 0,-2 40 0,-1 0 0,1 0 0,0 1 0,-1-1 0,1 0 0,-1 0 0,0 1 0,0-1 0,0 0 0,0 1 0,-3-4 0,4 6 0,0 0 0,0 0 0,0-1 0,0 1 0,0 0 0,0 0 0,-1 0 0,1 0 0,0-1 0,0 1 0,0 0 0,0 0 0,-1 0 0,1 0 0,0 0 0,0 0 0,0 0 0,-1-1 0,1 1 0,0 0 0,0 0 0,0 0 0,-1 0 0,1 0 0,0 0 0,0 0 0,-1 0 0,1 0 0,0 0 0,0 0 0,0 0 0,-1 0 0,1 1 0,0-1 0,0 0 0,0 0 0,-1 0 0,1 0 0,0 0 0,0 0 0,0 0 0,0 1 0,-1-1 0,1 0 0,0 0 0,0 0 0,0 0 0,0 1 0,0-1 0,-1 0 0,1 0 0,0 0 0,0 1 0,0-1 0,-5 14 0,-1 18 0,2 1 0,1 0 0,1 0 0,3 34 0,0-16 0,-1-13 0,3 168 0,0-161 0,2 0 0,16 67 0,-19-104 69,1 0-1,-1 0 0,2 0 0,4 9 1,-6-14-183,0 0 0,0 0 0,-1-1 0,2 1 1,-1-1-1,0 0 0,0 0 0,1 0 1,-1 0-1,1 0 0,0 0 0,-1-1 1,1 1-1,4 1 0,11 2-6712</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09.178"/>
    </inkml:context>
    <inkml:brush xml:id="br0">
      <inkml:brushProperty name="width" value="0.05" units="cm"/>
      <inkml:brushProperty name="height" value="0.05" units="cm"/>
      <inkml:brushProperty name="color" value="#FFFFFF"/>
    </inkml:brush>
  </inkml:definitions>
  <inkml:trace contextRef="#ctx0" brushRef="#br0">1 28 24575,'6'-24'0,"0"20"0,-2 16 0,1 75 0,-5-63 0,1 1 0,9 44 0,1-27-682,33 77-1,-37-103-6143</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09.317"/>
    </inkml:context>
    <inkml:brush xml:id="br0">
      <inkml:brushProperty name="width" value="0.05" units="cm"/>
      <inkml:brushProperty name="height" value="0.05" units="cm"/>
      <inkml:brushProperty name="color" value="#FFFFFF"/>
    </inkml:brush>
  </inkml:definitions>
  <inkml:trace contextRef="#ctx0" brushRef="#br0">1 135 24575,'0'-9'0,"0"-9"0,0-7 0,0-2 0,0 0 0,0 8 0,0 10 0,0 9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09.596"/>
    </inkml:context>
    <inkml:brush xml:id="br0">
      <inkml:brushProperty name="width" value="0.05" units="cm"/>
      <inkml:brushProperty name="height" value="0.05" units="cm"/>
      <inkml:brushProperty name="color" value="#FFFFFF"/>
    </inkml:brush>
  </inkml:definitions>
  <inkml:trace contextRef="#ctx0" brushRef="#br0">69 36 24575,'-6'0'0,"-5"0"0,-3-2 0,-3-2 0,2-3 0,9 0 0,12 1 0,11 2 0,8 1 0,5 1 0,8 2 0,5 0 0,2 0 0,-1 0 0,-3 0 0,-4 1 0,-9-1-8191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1.001"/>
    </inkml:context>
    <inkml:brush xml:id="br0">
      <inkml:brushProperty name="width" value="0.05" units="cm"/>
      <inkml:brushProperty name="height" value="0.05" units="cm"/>
      <inkml:brushProperty name="color" value="#FFFFFF"/>
    </inkml:brush>
  </inkml:definitions>
  <inkml:trace contextRef="#ctx0" brushRef="#br0">81 244 24575,'2'0'0,"0"-1"0,1 0 0,-1 0 0,0 1 0,0-1 0,0-1 0,0 1 0,0 0 0,0 0 0,0-1 0,0 1 0,-1-1 0,3-1 0,19-23 0,-42 51 0,0 2 0,1 0 0,2 2 0,-13 29 0,23-41 0,-1 0 0,2 0 0,0 0 0,-2 20 0,6-28 0,0 0 0,1 1 0,-1-1 0,2 1 0,0-1 0,0 0 0,0 0 0,6 18 0,-5-21 0,1-1 0,-1 0 0,1 1 0,0-1 0,0 0 0,0-1 0,1 1 0,0-1 0,-1 1 0,2-1 0,-1 0 0,0 0 0,1-1 0,0 1 0,0-1 0,0 0 0,0-1 0,0 1 0,1-1 0,-1 0 0,1 0 0,-1-1 0,1 1 0,0-1 0,-1-1 0,1 1 0,0-1 0,11 0 0,-3-2 0,0 1 0,1-2 0,-1 0 0,0 0 0,-1-1 0,1-1 0,-1 0 0,0-1 0,0-1 0,21-14 0,-16 7 0,-1 0 0,0-1 0,-1-1 0,-1 0 0,-1-2 0,0 1 0,-1-2 0,-1 0 0,-1 0 0,-1-1 0,0 0 0,9-33 0,-17 47 0,-1 0 0,0 0 0,-1 0 0,0 0 0,0 0 0,0 0 0,-2-7 0,2 11 0,0 1 0,0-1 0,-1 1 0,1 0 0,-1-1 0,1 1 0,-1-1 0,0 1 0,1 0 0,-1-1 0,0 1 0,0 0 0,0 0 0,-2-2 0,2 2 0,0 1 0,1 0 0,-1-1 0,0 1 0,0 0 0,0-1 0,0 1 0,0 0 0,0 0 0,0 0 0,0 0 0,0 0 0,0 0 0,0 0 0,0 0 0,0 0 0,0 1 0,0-1 0,0 0 0,0 1 0,0-1 0,0 0 0,1 1 0,-1-1 0,-1 2 0,-2 0 0,1 1 0,0-1 0,0 1 0,0 0 0,0 0 0,0 0 0,1 1 0,-1-1 0,1 1 0,0-1 0,0 1 0,0 0 0,0 0 0,1 0 0,0 0 0,0 0 0,0 0 0,-1 4 0,0 11 0,0 0 0,1 30 0,1-40 0,0-2 0,0 0 0,0-1 0,1 1 0,0 0 0,0-1 0,1 1 0,0-1 0,0 1 0,0-1 0,5 8 0,-4-9 0,0-1 0,0 0 0,1 0 0,-1-1 0,1 1 0,0-1 0,0 1 0,0-1 0,0 0 0,0-1 0,1 1 0,0-1 0,-1 0 0,7 2 0,-5-2 0,1 0 0,-1 0 0,1-1 0,0 0 0,-1 0 0,1 0 0,0-1 0,0 0 0,-1 0 0,1-1 0,0 0 0,0 0 0,-1-1 0,1 1 0,-1-1 0,1-1 0,-1 1 0,0-1 0,9-6 0,-8 4 0,1-1 0,0 0 0,-1-1 0,-1 0 0,1 0 0,-1 0 0,0-1 0,0 0 0,-1 0 0,0-1 0,-1 1 0,0-1 0,4-11 0,-2 0 0,0-1 0,6-40 0,-11 52 0,0 0 0,-1 0 0,1-1 0,-2 1 0,0 0 0,0 0 0,0 0 0,-1 0 0,-4-12 0,5 19 0,0 0 0,0 0 0,0 0 0,0 0 0,0 0 0,0 0 0,-1 0 0,1 0 0,-1 1 0,1-1 0,-1 0 0,0 1 0,1-1 0,-1 1 0,0 0 0,-4-3 0,4 4 0,1-1 0,-1 1 0,0 0 0,0-1 0,0 1 0,0 0 0,1 0 0,-1 0 0,0 1 0,0-1 0,0 0 0,0 1 0,1-1 0,-1 1 0,0-1 0,-2 2 0,-2 2 0,0-1 0,1 1 0,0 0 0,0 0 0,0 1 0,1-1 0,-1 1 0,1 0 0,0 0 0,-5 9 0,5-8 0,1 1 0,-1 0 0,1 0 0,1 1 0,-1-1 0,1 1 0,-1 9 0,3-15 0,-1-1 0,1 1 0,0-1 0,0 1 0,0-1 0,0 1 0,0-1 0,1 1 0,-1-1 0,0 1 0,1-1 0,-1 0 0,1 1 0,-1-1 0,1 1 0,0-1 0,0 0 0,-1 0 0,1 1 0,0-1 0,0 0 0,0 0 0,0 0 0,1 0 0,-1 0 0,0 0 0,0 0 0,0-1 0,1 1 0,-1 0 0,0-1 0,1 1 0,-1-1 0,1 1 0,-1-1 0,1 1 0,-1-1 0,1 0 0,-1 0 0,1 0 0,-1 0 0,1 0 0,-1 0 0,3-1 0,6 0 0,0-1 0,0 1 0,-1-2 0,0 1 0,18-8 0,45-26 0,-39 18 0,-24 14 0,-1 0 0,0 0 0,1 1 0,0 0 0,0 0 0,11-1 0,-17 3 0,-1 1 0,1 0 0,-1 0 0,1 1 0,-1-1 0,1 0 0,0 1 0,-1 0 0,1-1 0,-1 1 0,0 0 0,1 0 0,-1 1 0,0-1 0,0 0 0,1 1 0,-1-1 0,0 1 0,-1 0 0,1 0 0,0 0 0,0 0 0,-1 0 0,1 0 0,-1 0 0,2 4 0,7 14 0,-1 1 0,-1 0 0,8 35 0,-10-32 0,2 1 0,14 32 0,-21-56 0,-1 1 0,1-1 0,0 1 0,-1-1 0,1 1 0,0-1 0,0 0 0,0 0 0,0 1 0,0-1 0,0 0 0,0 0 0,0 0 0,1 0 0,-1 0 0,0 0 0,1 0 0,-1-1 0,0 1 0,1 0 0,-1-1 0,1 1 0,-1-1 0,3 1 0,-2-2 0,0 1 0,0-1 0,-1 1 0,1-1 0,0 0 0,0 0 0,0 0 0,-1 0 0,1 0 0,0 0 0,-1-1 0,1 1 0,-1-1 0,0 1 0,1-1 0,-1 1 0,0-1 0,2-2 0,39-58 0,-15 21 0,47-54 0,-73 93 0,1 0 0,0 0 0,0 0 0,0 0 0,0 0 0,1 1 0,-1-1 0,0 1 0,1 0 0,-1-1 0,0 1 0,1 0 0,5-1 0,-7 2 0,0 0 0,0 1 0,1-1 0,-1 0 0,0 0 0,0 1 0,0-1 0,1 1 0,-1-1 0,0 1 0,0 0 0,0-1 0,0 1 0,0 0 0,0-1 0,0 1 0,0 0 0,0 0 0,-1 0 0,1 0 0,0 0 0,0 0 0,-1 0 0,1 0 0,-1 1 0,1-1 0,-1 0 0,1 0 0,-1 0 0,0 1 0,0-1 0,1 1 0,4 21 0,3 36 0,-5-33 0,9 36 0,-10-55 0,0 0 0,0 0 0,1-1 0,0 1 0,0-1 0,1 0 0,0 0 0,0 0 0,9 10 0,-11-14 0,1 0 0,0 0 0,-1 0 0,1 0 0,0 0 0,0-1 0,0 0 0,0 1 0,0-1 0,1 0 0,-1-1 0,0 1 0,0 0 0,1-1 0,-1 0 0,0 0 0,1 0 0,-1 0 0,0 0 0,1-1 0,-1 1 0,0-1 0,0 0 0,0 0 0,1 0 0,-1-1 0,0 1 0,3-3 0,6-2 0,-1-1 0,0-1 0,-1 0 0,0 0 0,17-18 0,8-12 0,-2-2 0,52-82 0,-69 95 0,-1-2 0,-1 0 0,-1 0 0,-2-1 0,14-58 0,-24 80 0,0 1 0,0-1 0,-1 0 0,0 1 0,-1-1 0,-1-8 0,2 14 0,0 0 0,-1 1 0,1-1 0,-1 1 0,1-1 0,-1 1 0,0-1 0,0 1 0,1-1 0,-1 1 0,0 0 0,0-1 0,0 1 0,-3-2 0,3 2 0,0 1 0,0-1 0,0 1 0,-1 0 0,1-1 0,0 1 0,0 0 0,0 0 0,0 0 0,-1 0 0,1 0 0,0 0 0,0 0 0,0 0 0,-1 0 0,1 0 0,0 1 0,0-1 0,0 1 0,0-1 0,0 1 0,0-1 0,-2 2 0,-1 1 0,-1 0 0,1 0 0,0 1 0,0 0 0,1 0 0,-1 0 0,1 0 0,0 0 0,0 1 0,0-1 0,1 1 0,0 0 0,0-1 0,-3 10 0,-1 5 0,1 0 0,-3 31 0,4-16 0,1 0 0,2 1 0,1-1 0,2 1 0,2-1 0,1 0 0,1 0 0,2 0 0,13 35 0,-19-63-91,1 0 0,-1 0 0,1 0 0,0 0 0,1 0 0,-1-1 0,1 0 0,0 1 0,0-1 0,1-1 0,-1 1 0,1-1 0,0 0 0,10 6 0,-3-5-6735</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1.759"/>
    </inkml:context>
    <inkml:brush xml:id="br0">
      <inkml:brushProperty name="width" value="0.05" units="cm"/>
      <inkml:brushProperty name="height" value="0.05" units="cm"/>
      <inkml:brushProperty name="color" value="#FFFFFF"/>
    </inkml:brush>
  </inkml:definitions>
  <inkml:trace contextRef="#ctx0" brushRef="#br0">14 140 24575,'-1'-2'0,"1"0"0,0 0 0,-1 0 0,1 0 0,-1 0 0,0 0 0,1 1 0,-1-1 0,-1-2 0,1 3 0,0 0 0,1 1 0,-1-1 0,1 0 0,-1 0 0,1 0 0,-1 1 0,1-1 0,0 0 0,0 0 0,-1 0 0,1 0 0,0 0 0,0 0 0,0 0 0,0 0 0,0 1 0,0-1 0,0 0 0,0 0 0,0 0 0,0 0 0,1 0 0,-1 0 0,0 0 0,1 0 0,-1 1 0,0-1 0,1 0 0,-1 0 0,1 0 0,0 1 0,-1-1 0,1 0 0,-1 1 0,1-1 0,0 0 0,0 1 0,-1-1 0,1 1 0,0-1 0,0 1 0,0 0 0,1-1 0,3-2 0,1 1 0,-1-1 0,1 1 0,0 1 0,0-1 0,0 1 0,0 0 0,9 0 0,54 2 0,-37 0 0,44 0 0,83-1 0,-158 0 0,1 0 0,-1 0 0,1 0 0,0 0 0,-1-1 0,1 1 0,-1-1 0,1 1 0,-1-1 0,1 1 0,-1-1 0,1 0 0,-1 0 0,1 1 0,-1-1 0,0 0 0,2-2 0,-3 2 0,1 1 0,-1-1 0,1 0 0,-1 0 0,0 1 0,0-1 0,1 0 0,-1 0 0,0 0 0,0 0 0,0 1 0,0-1 0,0 0 0,0 0 0,0 0 0,0 0 0,0 1 0,-1-1 0,1 0 0,0 0 0,0 0 0,-1 1 0,0-2 0,0-1 0,-1 0 0,0 1 0,0-1 0,0 1 0,0-1 0,-1 1 0,1 0 0,0 0 0,-1 0 0,0 0 0,1 0 0,-1 0 0,0 1 0,0 0 0,-5-2 0,4 2 0,0 0 0,0 0 0,0 0 0,1 1 0,-1 0 0,0 0 0,0 0 0,0 0 0,0 1 0,0 0 0,1-1 0,-1 1 0,0 1 0,0-1 0,1 0 0,-6 4 0,5-2 0,-1 0 0,0 0 0,1 1 0,0 0 0,0 0 0,0 0 0,1 0 0,-1 1 0,1 0 0,-4 7 0,2-3 0,1-1 0,1 1 0,0 0 0,0 0 0,0 0 0,1 0 0,1 1 0,0-1 0,0 1 0,1-1 0,0 1 0,0-1 0,3 16 0,-1-20 0,0 0 0,0 1 0,0-1 0,1 0 0,-1 0 0,1 0 0,1-1 0,-1 1 0,1-1 0,-1 0 0,1 0 0,0 0 0,1 0 0,-1-1 0,1 1 0,-1-1 0,1 0 0,10 4 0,-12-6 0,0 1 0,1-1 0,-1 0 0,0 0 0,1 0 0,-1-1 0,1 1 0,-1-1 0,1 0 0,-1 0 0,1 0 0,-1-1 0,1 1 0,-1-1 0,1 1 0,-1-1 0,0 0 0,1-1 0,-1 1 0,0-1 0,0 1 0,0-1 0,0 0 0,0 0 0,0 0 0,-1 0 0,1-1 0,-1 1 0,1-1 0,-1 1 0,2-5 0,4-5 0,-1-1 0,0 0 0,-1-1 0,8-25 0,9-57 0,-24 112 0,0 0 0,1 0 0,1-1 0,1 1 0,0 0 0,1-1 0,5 17 0,-6-26 0,1-1 0,-1 0 0,1 0 0,0 0 0,1-1 0,-1 1 0,1-1 0,7 8 0,-10-11 0,0-1 0,0 1 0,0 0 0,0 0 0,0-1 0,0 1 0,0 0 0,0-1 0,1 1 0,-1-1 0,0 1 0,0-1 0,0 0 0,1 0 0,-1 1 0,0-1 0,0 0 0,1 0 0,-1 0 0,0 0 0,0 0 0,0-1 0,1 1 0,-1 0 0,0 0 0,0-1 0,0 1 0,1-1 0,-1 1 0,0-1 0,0 0 0,0 1 0,0-1 0,0 0 0,0 0 0,0 0 0,0 1 0,-1-1 0,1 0 0,0 0 0,0 0 0,-1-1 0,1 1 0,0 0 0,0-2 0,8-18 0,-1 0 0,0-1 0,-2 1 0,0-2 0,3-28 0,-2 14 0,-5 21 0,-4 22 0,-5 29 0,7-34 0,-3 28 171,0 39 0,3-60-327,1-1 1,0 1 0,0 0 0,0 0 0,1 0 0,0-1 0,1 1-1,0-1 1,0 1 0,4 6 0,3 0-6671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1.926"/>
    </inkml:context>
    <inkml:brush xml:id="br0">
      <inkml:brushProperty name="width" value="0.05" units="cm"/>
      <inkml:brushProperty name="height" value="0.05" units="cm"/>
      <inkml:brushProperty name="color" value="#FFFFFF"/>
    </inkml:brush>
  </inkml:definitions>
  <inkml:trace contextRef="#ctx0" brushRef="#br0">101 43 24575,'-3'-6'0,"-4"-5"0,-3 0 0,-4 1 0,1 5 0,0 7 0,-1 9 0,2 5 0,3 4 0,3-3-8191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2.360"/>
    </inkml:context>
    <inkml:brush xml:id="br0">
      <inkml:brushProperty name="width" value="0.05" units="cm"/>
      <inkml:brushProperty name="height" value="0.05" units="cm"/>
      <inkml:brushProperty name="color" value="#FFFFFF"/>
    </inkml:brush>
  </inkml:definitions>
  <inkml:trace contextRef="#ctx0" brushRef="#br0">2 0 24575,'-2'92'0,"4"95"0,-2-186 0,0 0 0,1 0 0,-1 1 0,0-1 0,0 0 0,0 1 0,1-1 0,-1 0 0,1 0 0,-1 0 0,1 1 0,-1-1 0,1 0 0,1 1 0,-2-2 0,0 1 0,1-1 0,-1 0 0,1 0 0,-1 0 0,0 0 0,1 1 0,-1-1 0,0 0 0,1 0 0,-1 0 0,1 0 0,-1 0 0,0 0 0,1 0 0,-1 0 0,1 0 0,-1-1 0,0 1 0,1 0 0,-1 0 0,0 0 0,1 0 0,-1 0 0,0-1 0,1 1 0,-1 0 0,0 0 0,1-1 0,4-3 0,-1-1 0,0 1 0,1-1 0,4-8 0,-2 3 0,1 1 0,78-96 0,-71 90 0,1-1 0,0 2 0,0 0 0,23-13 0,-36 24 0,1 1 0,0 0 0,0 0 0,0 1 0,0-1 0,0 1 0,0 0 0,0 0 0,8 0 0,-11 0 0,1 2 0,-1-1 0,1 0 0,-1 0 0,1 0 0,-1 1 0,0-1 0,1 1 0,-1-1 0,1 1 0,-1-1 0,0 1 0,0 0 0,1 0 0,-1 0 0,0-1 0,0 1 0,0 0 0,0 1 0,0-1 0,0 0 0,0 0 0,0 0 0,0 0 0,-1 1 0,1-1 0,-1 0 0,1 1 0,-1-1 0,1 1 0,0 1 0,2 19 0,0-1 0,-1 0 0,-2 1 0,0 0 0,-3 23 0,0 8 0,2-27 151,0-9-656,1 1-1,3 32 1,1-33-6321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2.734"/>
    </inkml:context>
    <inkml:brush xml:id="br0">
      <inkml:brushProperty name="width" value="0.05" units="cm"/>
      <inkml:brushProperty name="height" value="0.05" units="cm"/>
      <inkml:brushProperty name="color" value="#FFFFFF"/>
    </inkml:brush>
  </inkml:definitions>
  <inkml:trace contextRef="#ctx0" brushRef="#br0">45 115 24575,'-3'1'0,"1"-1"0,0 1 0,-1 0 0,1 0 0,0 0 0,0 0 0,0 0 0,0 1 0,0-1 0,0 1 0,0-1 0,0 1 0,0 0 0,1 0 0,-1 0 0,1 0 0,-2 2 0,2-3 0,0 1 0,0-1 0,1 1 0,-1-1 0,0 1 0,1-1 0,-1 1 0,1 0 0,-1-1 0,1 1 0,0 2 0,0-3 0,0 0 0,0 0 0,0-1 0,0 1 0,0 0 0,1 0 0,-1-1 0,0 1 0,1 0 0,-1 0 0,0-1 0,1 1 0,-1-1 0,1 1 0,-1 0 0,1-1 0,-1 1 0,1-1 0,-1 1 0,1-1 0,0 1 0,-1-1 0,1 0 0,0 1 0,0 0 0,3 0 0,0 1 0,1-1 0,-1 0 0,0 0 0,0 0 0,1-1 0,-1 1 0,0-1 0,0 0 0,1 0 0,-1 0 0,0-1 0,1 0 0,-1 0 0,0 0 0,0 0 0,0 0 0,0-1 0,0 0 0,0 0 0,0 0 0,-1 0 0,1-1 0,-1 1 0,1-1 0,-1 0 0,0 0 0,0 0 0,0-1 0,-1 1 0,1-1 0,-1 1 0,0-1 0,0 0 0,0 0 0,0 0 0,-1 0 0,1 0 0,-1 0 0,0 0 0,0-6 0,0-39 0,-1 46 0,0 0 0,0 1 0,-1-1 0,1 0 0,-1 0 0,0 0 0,0 1 0,0-1 0,0 1 0,0-1 0,0 0 0,-1 1 0,1 0 0,-4-4 0,4 5 0,1 0 0,-1 1 0,1-1 0,-1 1 0,0 0 0,1-1 0,-1 1 0,0 0 0,1-1 0,-1 1 0,0 0 0,1-1 0,-1 1 0,0 0 0,0 0 0,1 0 0,-1 0 0,0 0 0,0 0 0,1 0 0,-1 0 0,0 0 0,0 0 0,1 0 0,-1 1 0,0-1 0,1 0 0,-2 1 0,0 0 0,1 0 0,-1 0 0,1 1 0,-1-1 0,1 1 0,-1-1 0,1 1 0,0-1 0,0 1 0,-2 2 0,-1 4 0,0 1 0,0 0 0,-3 12 0,1 3 0,1-1 0,1 1 0,2 0 0,0-1 0,1 1 0,1 0 0,6 38 0,-6-58-114,1-1 1,0 1-1,0 0 0,0-1 0,1 0 1,0 1-1,-1-1 0,1 0 0,0 0 1,0 1-1,3 1 0,10 9-6712</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3.141"/>
    </inkml:context>
    <inkml:brush xml:id="br0">
      <inkml:brushProperty name="width" value="0.05" units="cm"/>
      <inkml:brushProperty name="height" value="0.05" units="cm"/>
      <inkml:brushProperty name="color" value="#FFFFFF"/>
    </inkml:brush>
  </inkml:definitions>
  <inkml:trace contextRef="#ctx0" brushRef="#br0">90 200 24575,'-11'-24'0,"10"19"0,-1-1 0,0 1 0,0 1 0,-1-1 0,1 0 0,-1 0 0,0 1 0,0 0 0,-1-1 0,1 1 0,-9-6 0,12 9 0,-1 1 0,0 0 0,1-1 0,-1 1 0,0 0 0,1 0 0,-1 0 0,0-1 0,0 1 0,1 0 0,-1 0 0,0 0 0,1 0 0,-1 0 0,0 0 0,0 1 0,1-1 0,-1 0 0,0 0 0,1 0 0,-1 1 0,0-1 0,1 0 0,-1 1 0,0-1 0,1 1 0,-1-1 0,1 1 0,-1-1 0,1 1 0,-1-1 0,1 1 0,-1-1 0,1 1 0,-1-1 0,1 1 0,0 0 0,-1-1 0,1 1 0,0 0 0,-1 1 0,-8 32 0,6 5 0,1 1 0,2 0 0,2-1 0,2 1 0,1-1 0,2 0 0,1 0 0,15 38 0,-23-77 0,0 0 0,0 0 0,0 0 0,0 0 0,0-1 0,0 1 0,0 0 0,0 0 0,0 0 0,0 0 0,0 0 0,1 0 0,-1 0 0,0 0 0,0 0 0,0 0 0,0 0 0,0 0 0,0 0 0,0 0 0,0 0 0,0 0 0,1 0 0,-1 0 0,0 0 0,0 0 0,0 0 0,0 0 0,0 0 0,0 0 0,0 0 0,0 0 0,0 0 0,0 0 0,1 0 0,-1 0 0,0 0 0,0 0 0,0 0 0,0 0 0,0 0 0,0 1 0,0-1 0,0 0 0,0 0 0,0 0 0,0 0 0,0 0 0,0 0 0,0 0 0,1 0 0,-1 0 0,0 0 0,0 1 0,0-1 0,0 0 0,0 0 0,0 0 0,0 0 0,0 0 0,0 0 0,0 0 0,0 0 0,0 0 0,0 1 0,0-1 0,-1 0 0,6-13 0,3-35 0,-3 18 0,3-7 0,2 0 0,2 1 0,1 1 0,2 0 0,2 1 0,0 0 0,3 1 0,0 2 0,2 0 0,48-51 0,-66 78 0,0 0 0,1 0 0,0 0 0,0 1 0,0-1 0,0 1 0,0 1 0,11-5 0,-15 7 0,0 0 0,0-1 0,0 1 0,1 0 0,-1 0 0,0 0 0,0 0 0,0 0 0,1 0 0,-1 0 0,0 0 0,0 1 0,0-1 0,0 0 0,0 1 0,1-1 0,-1 1 0,0-1 0,1 2 0,0-1 0,-1 1 0,0 0 0,0-1 0,0 1 0,0-1 0,0 1 0,0 0 0,0 0 0,0 0 0,-1 0 0,1-1 0,-1 1 0,1 0 0,-1 0 0,0 0 0,0 2 0,-1 28-1365,-5 1-5461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4.164"/>
    </inkml:context>
    <inkml:brush xml:id="br0">
      <inkml:brushProperty name="width" value="0.05" units="cm"/>
      <inkml:brushProperty name="height" value="0.05" units="cm"/>
      <inkml:brushProperty name="color" value="#FFFFFF"/>
    </inkml:brush>
  </inkml:definitions>
  <inkml:trace contextRef="#ctx0" brushRef="#br0">800 79 24575,'0'-3'0,"0"0"0,-1 0 0,1 0 0,0 0 0,-1 0 0,0 0 0,1 0 0,-1 0 0,0 1 0,-1-1 0,1 0 0,0 1 0,-1-1 0,1 1 0,-1-1 0,0 1 0,-4-4 0,3 3 0,-1 1 0,1-1 0,-1 1 0,0 0 0,0 0 0,0 0 0,0 1 0,0-1 0,0 1 0,0 0 0,-5-1 0,-2 1 0,-1 0 0,1 1 0,0 0 0,-1 1 0,1 0 0,0 1 0,0 0 0,-19 6 0,10 1 0,0 0 0,0 1 0,1 1 0,0 1 0,1 1 0,-24 21 0,2 3 0,-51 63 0,48-47 0,3 2 0,2 1 0,-40 80 0,56-92 0,3 1 0,1 1 0,2 0 0,3 2 0,-11 64 0,21-90 0,1 0 0,1 1 0,0 0 0,2-1 0,1 1 0,0-1 0,2 0 0,8 30 0,-7-39 0,0 1 0,1-1 0,0 0 0,1 0 0,0-1 0,1 0 0,1 0 0,0-1 0,0 0 0,1 0 0,0-1 0,1 0 0,0-1 0,13 8 0,-3-5 0,0-1 0,1-1 0,0-1 0,1 0 0,0-2 0,0-1 0,1-1 0,-1 0 0,1-2 0,0-1 0,0-1 0,27-2 0,-2-3 0,0-2 0,0-2 0,0-2 0,88-31 0,-92 23 0,0-1 0,-1-2 0,-1-2 0,-1-2 0,-1-1 0,-1-3 0,64-59 0,-78 61 0,-1 0 0,-1-1 0,-1-2 0,-1 0 0,-2-2 0,-2 0 0,-1-1 0,-1 0 0,-1-2 0,17-65 0,-24 68 0,-2 0 0,-1 0 0,-2 0 0,-1-1 0,-1 1 0,-2-1 0,-1 1 0,-8-42 0,7 60 0,-1 0 0,0 0 0,-1 0 0,0 0 0,-1 1 0,-1 0 0,0 0 0,0 0 0,-2 1 0,1 1 0,-1-1 0,-1 1 0,0 1 0,-1 0 0,0 0 0,0 1 0,-1 0 0,-1 1 0,1 1 0,-23-10 0,13 8 69,-1 2-1,0 0 0,0 1 0,-42-4 1,21 7-923,-72 4 1,47 4-5973</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5.054"/>
    </inkml:context>
    <inkml:brush xml:id="br0">
      <inkml:brushProperty name="width" value="0.05" units="cm"/>
      <inkml:brushProperty name="height" value="0.05" units="cm"/>
      <inkml:brushProperty name="color" value="#FFFFFF"/>
    </inkml:brush>
  </inkml:definitions>
  <inkml:trace contextRef="#ctx0" brushRef="#br0">115 70 24575,'1'0'0,"1"0"0,0-1 0,-1 1 0,1-1 0,-1 1 0,1-1 0,-1 0 0,1 0 0,-1 1 0,0-1 0,1 0 0,-1 0 0,0-1 0,0 1 0,2-2 0,17-23 0,-13 16 0,-5 8 0,-1 0 0,1 0 0,0 0 0,1 0 0,-1 0 0,0 0 0,0 1 0,4-3 0,-6 4 0,1 0 0,-1 0 0,0 0 0,1-1 0,-1 1 0,0 0 0,1 0 0,-1 0 0,0 0 0,1 0 0,-1 0 0,0 0 0,0 0 0,1 0 0,-1 0 0,0 0 0,1 0 0,-1 0 0,0 0 0,1 1 0,-1-1 0,0 0 0,1 0 0,-1 0 0,0 0 0,0 1 0,1-1 0,-1 0 0,1 1 0,-1 0 0,1 0 0,-1 0 0,0 0 0,1 0 0,-1 0 0,0 1 0,0-1 0,0 0 0,0 0 0,0 0 0,0 0 0,0 0 0,0 1 0,-7 51 0,-20 75 0,10-50 0,-10 61 0,-20 94 0,33-181 0,-1 0 0,-31 66 0,112-149 0,-51 25 0,0 2 0,1 0 0,-1 1 0,1 1 0,0 1 0,0 0 0,0 0 0,0 2 0,19 2 0,18 6 0,73 22 0,-49-10 0,7-2 0,1-3 0,1-4 0,0-4 0,167-5 0,-248-3 0,-1-1 0,1 1 0,-1-1 0,1 0 0,-1 0 0,0 0 0,1-1 0,-1 0 0,8-4 0,-10 5 0,-1 0 0,0 0 0,0 0 0,0 0 0,0-1 0,0 1 0,0 0 0,0-1 0,0 1 0,0-1 0,-1 1 0,1-1 0,0 1 0,-1-1 0,0 1 0,1-1 0,-1 0 0,0 1 0,0-1 0,0 1 0,0-1 0,0 0 0,0 1 0,0-1 0,0 0 0,-1 1 0,1-1 0,-1 1 0,1-1 0,-2-2 0,-10-25 0,-30-53 0,-5-9 0,30 47 0,2 0 0,-14-76 0,-4-95 0,26 162 0,6 44 0,0 0 0,-1-1 0,0 1 0,-1 0 0,-5-13 0,7 20 0,0 0 0,-1-1 0,1 1 0,-1 0 0,1 0 0,-1 0 0,0 0 0,0 0 0,0 0 0,0 1 0,0-1 0,0 1 0,0-1 0,0 1 0,-1 0 0,1 0 0,-1 0 0,1 0 0,-1 0 0,1 0 0,-1 1 0,1-1 0,-6 1 0,-9 0-1365,2 1-5461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5.725"/>
    </inkml:context>
    <inkml:brush xml:id="br0">
      <inkml:brushProperty name="width" value="0.05" units="cm"/>
      <inkml:brushProperty name="height" value="0.05" units="cm"/>
      <inkml:brushProperty name="color" value="#FFFFFF"/>
    </inkml:brush>
  </inkml:definitions>
  <inkml:trace contextRef="#ctx0" brushRef="#br0">1 80 24575,'0'6'0,"1"1"0,0-1 0,0 0 0,1 0 0,0 0 0,0-1 0,0 1 0,1 0 0,-1-1 0,1 1 0,1-1 0,-1 0 0,1 0 0,0 0 0,0-1 0,0 1 0,0-1 0,1 0 0,9 6 0,-6-5 0,-1 0 0,1 0 0,0-1 0,0 0 0,0-1 0,1 0 0,-1 0 0,1-1 0,0 0 0,0 0 0,0-1 0,18 0 0,-14-2 0,0-2 0,0 1 0,0-2 0,-1 0 0,1 0 0,-1-1 0,0-1 0,0 0 0,0 0 0,19-16 0,-14 10 0,-1-2 0,-1 0 0,0-1 0,0-1 0,-2 0 0,14-20 0,-25 33-170,0-1-1,0 1 0,0-1 1,0 1-1,-1-1 0,0 0 1,2-5-1,-2-2-6655</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6.083"/>
    </inkml:context>
    <inkml:brush xml:id="br0">
      <inkml:brushProperty name="width" value="0.05" units="cm"/>
      <inkml:brushProperty name="height" value="0.05" units="cm"/>
      <inkml:brushProperty name="color" value="#FFFFFF"/>
    </inkml:brush>
  </inkml:definitions>
  <inkml:trace contextRef="#ctx0" brushRef="#br0">1 0 24575,'0'0'-8191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6.314"/>
    </inkml:context>
    <inkml:brush xml:id="br0">
      <inkml:brushProperty name="width" value="0.05" units="cm"/>
      <inkml:brushProperty name="height" value="0.05" units="cm"/>
      <inkml:brushProperty name="color" value="#FFFFFF"/>
    </inkml:brush>
  </inkml:definitions>
  <inkml:trace contextRef="#ctx0" brushRef="#br0">1 0 24575,'3'0'0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6.934"/>
    </inkml:context>
    <inkml:brush xml:id="br0">
      <inkml:brushProperty name="width" value="0.05" units="cm"/>
      <inkml:brushProperty name="height" value="0.05" units="cm"/>
      <inkml:brushProperty name="color" value="#FFFFFF"/>
    </inkml:brush>
  </inkml:definitions>
  <inkml:trace contextRef="#ctx0" brushRef="#br0">574 326 24575,'0'-13'0,"-2"-1"0,0 1 0,0 0 0,-1 0 0,-1 0 0,0 0 0,-1 0 0,0 1 0,-1 0 0,-8-13 0,6 12 0,-1 0 0,0 1 0,0 0 0,-2 1 0,1 0 0,-1 0 0,-1 1 0,-21-14 0,18 16 38,0 0 0,0 1 0,0 1 0,-1 0 0,0 1 0,0 1 0,-1 1 0,-30-3 0,13 5-465,0 1 0,1 1 1,-46 9-1,16 0-6399</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7.297"/>
    </inkml:context>
    <inkml:brush xml:id="br0">
      <inkml:brushProperty name="width" value="0.05" units="cm"/>
      <inkml:brushProperty name="height" value="0.05" units="cm"/>
      <inkml:brushProperty name="color" value="#FFFFFF"/>
    </inkml:brush>
  </inkml:definitions>
  <inkml:trace contextRef="#ctx0" brushRef="#br0">653 271 24575,'0'-8'0,"-1"0"0,-1-1 0,0 1 0,0 0 0,0 0 0,-1 0 0,0 0 0,-1 0 0,0 1 0,0 0 0,-1-1 0,1 1 0,-2 1 0,1-1 0,-1 1 0,-9-8 0,-1 0 0,0 0 0,-2 1 0,0 1 0,0 1 0,-27-13 0,25 15-80,-1 1 0,0 1-1,0 1 1,0 1 0,-1 0-1,0 2 1,0 0 0,0 2-1,0 1 1,0 0 0,-1 1 0,1 2-1,1 0 1,-1 1 0,0 2-1,-36 13 1,8 2-6746</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7.605"/>
    </inkml:context>
    <inkml:brush xml:id="br0">
      <inkml:brushProperty name="width" value="0.05" units="cm"/>
      <inkml:brushProperty name="height" value="0.05" units="cm"/>
      <inkml:brushProperty name="color" value="#FFFFFF"/>
    </inkml:brush>
  </inkml:definitions>
  <inkml:trace contextRef="#ctx0" brushRef="#br0">237 502 24575,'0'-3'0,"0"-7"0,0-7 0,0-8 0,0-4 0,-3-4 0,-1-2 0,-3-1 0,-6-4 0,-4 0 0,-1 1 0,-5 0 0,-3 2 0,-4 0 0,-3 5 0,-1 3 0,5 8-8191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7.886"/>
    </inkml:context>
    <inkml:brush xml:id="br0">
      <inkml:brushProperty name="width" value="0.05" units="cm"/>
      <inkml:brushProperty name="height" value="0.05" units="cm"/>
      <inkml:brushProperty name="color" value="#FFFFFF"/>
    </inkml:brush>
  </inkml:definitions>
  <inkml:trace contextRef="#ctx0" brushRef="#br0">205 432 24575,'-3'-3'0,"-1"-4"0,-3-6 0,0-8 0,-2-5 0,-2-5 0,0-3 0,0-1 0,-2-4 0,-1-1 0,-5 0 0,-1 1 0,-4 2 0,-3 0 0,2 7-8191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8.211"/>
    </inkml:context>
    <inkml:brush xml:id="br0">
      <inkml:brushProperty name="width" value="0.05" units="cm"/>
      <inkml:brushProperty name="height" value="0.05" units="cm"/>
      <inkml:brushProperty name="color" value="#FFFFFF"/>
    </inkml:brush>
  </inkml:definitions>
  <inkml:trace contextRef="#ctx0" brushRef="#br0">201 669 24575,'0'-4'0,"-1"-1"0,0 0 0,-1 1 0,1-1 0,-1 1 0,-3-8 0,-4-9 0,-48-190 0,-8-22 0,18 99-1365,36 103-5461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8.493"/>
    </inkml:context>
    <inkml:brush xml:id="br0">
      <inkml:brushProperty name="width" value="0.05" units="cm"/>
      <inkml:brushProperty name="height" value="0.05" units="cm"/>
      <inkml:brushProperty name="color" value="#FFFFFF"/>
    </inkml:brush>
  </inkml:definitions>
  <inkml:trace contextRef="#ctx0" brushRef="#br0">188 743 24575,'0'-3'0,"3"-4"0,1-6 0,0-8 0,-1-5 0,-1-8 0,-3-7 0,-3-8 0,-2-4 0,-4-6 0,-3-4 0,-5-3 0,-3-3 0,-6 2 0,-5 4 0,-5 3 0,2 12-8191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8.915"/>
    </inkml:context>
    <inkml:brush xml:id="br0">
      <inkml:brushProperty name="width" value="0.05" units="cm"/>
      <inkml:brushProperty name="height" value="0.05" units="cm"/>
      <inkml:brushProperty name="color" value="#FFFFFF"/>
    </inkml:brush>
  </inkml:definitions>
  <inkml:trace contextRef="#ctx0" brushRef="#br0">462 607 24575,'-3'-3'0,"-1"-7"0,-2-11 0,-4-7 0,-6-8 0,-6-10 0,-5-6 0,-4-5 0,-6-6 0,-8-1 0,-8 0 0,-11 3 0,-11 5 0,7 10-8191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9.212"/>
    </inkml:context>
    <inkml:brush xml:id="br0">
      <inkml:brushProperty name="width" value="0.05" units="cm"/>
      <inkml:brushProperty name="height" value="0.05" units="cm"/>
      <inkml:brushProperty name="color" value="#FFFFFF"/>
    </inkml:brush>
  </inkml:definitions>
  <inkml:trace contextRef="#ctx0" brushRef="#br0">368 11 24575,'-3'-3'0,"-7"-1"0,-4 0 0,-10 4 0,-8 8 0,-9 8 0,-8 8 0,-12 11 0,-9 9 0,7-4-8191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19.618"/>
    </inkml:context>
    <inkml:brush xml:id="br0">
      <inkml:brushProperty name="width" value="0.05" units="cm"/>
      <inkml:brushProperty name="height" value="0.05" units="cm"/>
      <inkml:brushProperty name="color" value="#FFFFFF"/>
    </inkml:brush>
  </inkml:definitions>
  <inkml:trace contextRef="#ctx0" brushRef="#br0">1408 224 24575,'-5'-10'0,"-1"0"0,-1 1 0,0 0 0,0 1 0,-1 0 0,-10-9 0,-56-41 0,61 48 0,-3-2 0,0 2 0,0 0 0,-1 0 0,0 2 0,0 0 0,-20-5 0,23 9 0,-1 1 0,1 0 0,0 1 0,-1 1 0,1 0 0,0 1 0,-1 1 0,-25 4 0,4 3 0,0 2 0,0 1 0,1 2 0,0 2 0,2 1 0,0 1 0,-44 31 0,9 1 0,2 3 0,-73 74 0,91-77 114,2 2 0,-75 109 0,95-119-456,1 2 1,3 0 0,1 2-1,-27 84 1,27-49-6485</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0.036"/>
    </inkml:context>
    <inkml:brush xml:id="br0">
      <inkml:brushProperty name="width" value="0.05" units="cm"/>
      <inkml:brushProperty name="height" value="0.05" units="cm"/>
      <inkml:brushProperty name="color" value="#FFFFFF"/>
    </inkml:brush>
  </inkml:definitions>
  <inkml:trace contextRef="#ctx0" brushRef="#br0">1079 81 24575,'-3'-6'0,"-1"1"0,0-1 0,0 1 0,-1 0 0,1 1 0,-1-1 0,0 1 0,0 0 0,0 0 0,-1 1 0,1-1 0,-1 1 0,0 0 0,0 1 0,0-1 0,0 1 0,0 1 0,-8-2 0,-4 0 0,1 0 0,-1 1 0,1 1 0,-1 1 0,-27 3 0,8 3 0,0 1 0,1 1 0,-1 2 0,2 2 0,-1 1 0,2 2 0,0 1 0,1 2 0,0 1 0,2 2 0,-43 35 0,41-26 0,1 1 0,1 1 0,2 2 0,1 1 0,2 1 0,1 1 0,2 2 0,2 0 0,-22 56 0,22-36-170,2 1-1,3 1 0,3 0 1,3 1-1,2 0 0,3 1 1,5 104-1,7-71-6655</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0.428"/>
    </inkml:context>
    <inkml:brush xml:id="br0">
      <inkml:brushProperty name="width" value="0.05" units="cm"/>
      <inkml:brushProperty name="height" value="0.05" units="cm"/>
      <inkml:brushProperty name="color" value="#FFFFFF"/>
    </inkml:brush>
  </inkml:definitions>
  <inkml:trace contextRef="#ctx0" brushRef="#br0">804 1 24575,'-37'11'0,"1"2"0,0 2 0,1 1 0,1 2 0,1 1 0,-36 27 0,27-14 0,2 1 0,2 2 0,1 2 0,1 1 0,3 1 0,1 3 0,2 0 0,2 2 0,1 1 0,3 1 0,-28 74 0,29-55 0,2 1 0,4 2 0,2-1 0,4 2 0,2 0 0,3 0 0,4 0 0,7 82 0,1-92-682,22 93-1,-6-67-6143</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0.704"/>
    </inkml:context>
    <inkml:brush xml:id="br0">
      <inkml:brushProperty name="width" value="0.05" units="cm"/>
      <inkml:brushProperty name="height" value="0.05" units="cm"/>
      <inkml:brushProperty name="color" value="#FFFFFF"/>
    </inkml:brush>
  </inkml:definitions>
  <inkml:trace contextRef="#ctx0" brushRef="#br0">172 0 24575,'-9'15'0,"-11"19"0,-9 23 0,-6 21 0,4 18 0,7 17 0,8 10 0,9 8 0,12 1 0,10 3 0,13-4 0,1-24-8191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2.294"/>
    </inkml:context>
    <inkml:brush xml:id="br0">
      <inkml:brushProperty name="width" value="0.05" units="cm"/>
      <inkml:brushProperty name="height" value="0.05" units="cm"/>
      <inkml:brushProperty name="color" value="#FFFFFF"/>
    </inkml:brush>
  </inkml:definitions>
  <inkml:trace contextRef="#ctx0" brushRef="#br0">350 171 24575,'1'-39'0,"0"27"0,0 1 0,-1-1 0,0 0 0,-1 0 0,0 0 0,-4-14 0,4 24 0,1 0 0,-1 0 0,0 0 0,0 0 0,0 0 0,0 1 0,0-1 0,0 1 0,-1-1 0,1 1 0,0-1 0,-1 1 0,1-1 0,-1 1 0,0 0 0,1 0 0,-1 0 0,-3-1 0,2 1 0,-1 0 0,1 0 0,0 0 0,-1 1 0,1-1 0,-1 1 0,1 0 0,-1 0 0,1 1 0,-4 0 0,-4 1 0,0 1 0,1 0 0,-1 1 0,1 0 0,-19 10 0,14-4 0,0 0 0,1 1 0,0 1 0,1 0 0,0 1 0,1 0 0,0 1 0,1 0 0,1 1 0,-15 29 0,18-32 0,1 1 0,0 1 0,1-1 0,1 1 0,0 0 0,1 0 0,1 0 0,0 0 0,0 1 0,2-1 0,0 0 0,0 1 0,6 27 0,-5-37 0,0 0 0,1 0 0,-1 0 0,1-1 0,0 1 0,1 0 0,-1-1 0,1 0 0,0 1 0,0-1 0,0 0 0,0-1 0,1 1 0,0 0 0,0-1 0,0 0 0,0 0 0,0 0 0,0-1 0,9 5 0,-7-5 0,0-1 0,0 1 0,0-1 0,0 0 0,0-1 0,0 1 0,0-1 0,1 0 0,-1-1 0,0 1 0,0-1 0,0-1 0,0 1 0,0-1 0,0 0 0,-1 0 0,6-3 0,4-3 0,-1-1 0,0 0 0,-1-1 0,0-1 0,-1 0 0,0 0 0,0-2 0,17-23 0,-6 2 0,-1-1 0,24-51 0,-15 8 0,2-2 0,-33 80 0,0 0 0,0-1 0,0 1 0,0 0 0,0 0 0,0-1 0,0 1 0,0 0 0,0 0 0,0-1 0,0 1 0,1 0 0,-1 0 0,0-1 0,0 1 0,0 0 0,0 0 0,1 0 0,-1-1 0,0 1 0,0 0 0,1 0 0,-1 0 0,0 0 0,0 0 0,0 0 0,1-1 0,-1 1 0,0 0 0,0 0 0,1 0 0,-1 0 0,0 0 0,1 0 0,-1 0 0,0 0 0,0 0 0,1 0 0,-1 0 0,0 0 0,1 0 0,5 13 0,0 25 0,-6-36 0,2 20 42,4 30-746,18 80 1,-14-98-6123</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2.648"/>
    </inkml:context>
    <inkml:brush xml:id="br0">
      <inkml:brushProperty name="width" value="0.05" units="cm"/>
      <inkml:brushProperty name="height" value="0.05" units="cm"/>
      <inkml:brushProperty name="color" value="#FFFFFF"/>
    </inkml:brush>
  </inkml:definitions>
  <inkml:trace contextRef="#ctx0" brushRef="#br0">1 54 24575,'0'-9'0,"0"-16"0,0 24 0,0 0 0,1 0 0,-1 0 0,0 0 0,0 0 0,1 0 0,-1 0 0,0 0 0,1 0 0,-1 0 0,1 0 0,-1 1 0,1-1 0,-1 0 0,1 0 0,0 1 0,-1-1 0,1 0 0,1 0 0,-1 0 0,-1 1 0,0 0 0,1 0 0,-1 0 0,1 0 0,-1 0 0,1 0 0,-1 0 0,1 0 0,-1 0 0,1 0 0,-1 0 0,0 0 0,1 0 0,-1 1 0,1-1 0,-1 0 0,1 0 0,-1 0 0,0 1 0,1-1 0,-1 0 0,1 1 0,-1-1 0,0 0 0,1 0 0,-1 1 0,0-1 0,0 1 0,1-1 0,-1 0 0,0 1 0,0-1 0,1 1 0,7 18 0,-8-17 0,10 31 0,-2 2 0,-2-1 0,-1 1 0,1 63 0,-2-27 0,-4-71 0,0 0 0,0 0 0,0 1 0,0-1 0,0 0 0,0 0 0,0 0 0,0 0 0,0 1 0,0-1 0,0 0 0,0 0 0,0 0 0,0 1 0,0-1 0,0 0 0,0 0 0,0 0 0,0 0 0,0 1 0,0-1 0,0 0 0,0 0 0,0 0 0,1 0 0,-1 1 0,0-1 0,0 0 0,0 0 0,0 0 0,0 0 0,0 0 0,1 1 0,-1-1 0,0 0 0,0 0 0,0 0 0,0 0 0,1 0 0,-1 0 0,0 0 0,0 0 0,6-9 0,6-24 0,-10 27 0,10-30 0,34-66 0,-38 88 0,-1 1 0,2 0 0,0 0 0,0 1 0,1 1 0,1-1 0,20-16 0,-29 26 0,1 0 0,-1 1 0,0-1 0,1 1 0,-1-1 0,1 1 0,0 0 0,-1 0 0,1 0 0,0 0 0,0 1 0,0-1 0,-1 1 0,1-1 0,0 1 0,0 0 0,0 0 0,0 1 0,0-1 0,5 2 0,-5-1 0,0 0 0,-1 1 0,1 0 0,0 0 0,-1 0 0,1 0 0,-1 0 0,1 0 0,-1 0 0,0 1 0,0-1 0,0 1 0,0 0 0,-1 0 0,1-1 0,-1 1 0,1 0 0,0 4 0,6 19-273,-1 1 0,-2 0 0,0 0 0,0 30 0,-2-17-6553</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3.065"/>
    </inkml:context>
    <inkml:brush xml:id="br0">
      <inkml:brushProperty name="width" value="0.05" units="cm"/>
      <inkml:brushProperty name="height" value="0.05" units="cm"/>
      <inkml:brushProperty name="color" value="#FFFFFF"/>
    </inkml:brush>
  </inkml:definitions>
  <inkml:trace contextRef="#ctx0" brushRef="#br0">178 243 24575,'5'-4'0,"0"0"0,0 0 0,0-1 0,0 1 0,-1-1 0,0 0 0,0-1 0,0 1 0,0-1 0,-1 1 0,0-1 0,-1 0 0,1 0 0,-1-1 0,0 1 0,0 0 0,-1-1 0,0 1 0,0-1 0,0 1 0,-2-13 0,1 13 0,-2 0 0,1 0 0,-1 0 0,0 1 0,0-1 0,0 1 0,-1-1 0,0 1 0,0 0 0,0 0 0,0 0 0,-1 0 0,0 1 0,0-1 0,-8-6 0,9 9 0,1 1 0,-1-1 0,1 0 0,-1 1 0,0-1 0,0 1 0,0 0 0,0 0 0,0 0 0,0 0 0,0 0 0,0 1 0,0 0 0,0-1 0,-1 1 0,1 0 0,0 1 0,0-1 0,0 0 0,0 1 0,0 0 0,0 0 0,0 0 0,0 0 0,0 0 0,0 0 0,0 1 0,1-1 0,-1 1 0,0 0 0,-2 2 0,-3 4 0,1 0 0,0 0 0,0 0 0,0 1 0,1 0 0,1 0 0,-1 1 0,2 0 0,-1 0 0,1 0 0,1 0 0,-3 13 0,-1 8 0,1 0 0,-2 61 0,7-84 0,1 0 0,1 0 0,-1 0 0,1 0 0,0 0 0,4 11 0,-4-17 0,-1 0 0,1-1 0,0 1 0,-1 0 0,1-1 0,0 1 0,0-1 0,0 0 0,0 1 0,0-1 0,1 0 0,-1 1 0,0-1 0,1 0 0,-1 0 0,0 0 0,1 0 0,-1 0 0,1 0 0,0-1 0,-1 1 0,1 0 0,0-1 0,-1 0 0,1 1 0,0-1 0,0 0 0,-1 0 0,1 0 0,0 0 0,0 0 0,-1 0 0,1 0 0,0-1 0,2 0 0,1 0 0,0-1 0,0-1 0,0 1 0,0-1 0,-1 0 0,1 0 0,-1 0 0,1 0 0,-1-1 0,0 0 0,-1 0 0,1 0 0,-1 0 0,0-1 0,4-4 0,5-13 0,20-42 0,-30 59 0,3-8 0,-4 10 0,0 0 0,0 0 0,0 0 0,0 0 0,1 1 0,-1-1 0,1 0 0,0 1 0,-1-1 0,1 1 0,4-4 0,-6 6 0,0 0 0,1 0 0,-1 1 0,1-1 0,-1 0 0,0 0 0,1 0 0,-1 0 0,0 0 0,1 1 0,-1-1 0,0 0 0,1 0 0,-1 1 0,0-1 0,1 0 0,-1 0 0,0 1 0,0-1 0,1 0 0,-1 1 0,0-1 0,0 1 0,0-1 0,0 0 0,1 1 0,-1-1 0,0 0 0,0 1 0,0-1 0,0 1 0,0-1 0,0 1 0,5 18 0,-5-17 0,9 41 218,-5-20-746,1 0 1,12 31-1,-6-28-6298</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3.893"/>
    </inkml:context>
    <inkml:brush xml:id="br0">
      <inkml:brushProperty name="width" value="0.05" units="cm"/>
      <inkml:brushProperty name="height" value="0.05" units="cm"/>
      <inkml:brushProperty name="color" value="#FFFFFF"/>
    </inkml:brush>
  </inkml:definitions>
  <inkml:trace contextRef="#ctx0" brushRef="#br0">16 101 24575,'0'-6'0,"-1"0"0,-1 0 0,1 0 0,-5-10 0,0-4 0,21 107 0,11 49 0,-26-135 0,1 1 0,-1-1 0,1 1 0,-1-1 0,1 1 0,0-1 0,-1 1 0,1-1 0,0 1 0,0-1 0,0 0 0,0 0 0,0 1 0,3 1 0,-4-3 0,1 0 0,0 0 0,-1 0 0,1 0 0,0 0 0,0 0 0,-1 0 0,1 0 0,0 0 0,-1 0 0,1 0 0,0-1 0,0 1 0,-1 0 0,1 0 0,0-1 0,-1 1 0,1 0 0,-1-1 0,1 1 0,0-1 0,-1 1 0,1-1 0,-1 1 0,1-1 0,-1 1 0,1-1 0,-1 1 0,0-1 0,1 0 0,-1 1 0,1-2 0,21-33 0,34-75 0,-27 49 0,-27 57 0,0 0 0,1 0 0,-1 0 0,1 0 0,0 1 0,0-1 0,0 1 0,4-4 0,-6 6 0,-1 1 0,1 0 0,0-1 0,-1 1 0,1 0 0,0-1 0,-1 1 0,1 0 0,0 0 0,0 0 0,-1-1 0,1 1 0,0 0 0,0 0 0,-1 0 0,1 0 0,0 0 0,0 0 0,-1 0 0,1 1 0,1-1 0,-1 1 0,0 0 0,1 0 0,-1 0 0,0 0 0,0 0 0,0 0 0,0 0 0,0 0 0,0 0 0,0 1 0,0-1 0,-1 0 0,1 1 0,0-1 0,0 2 0,4 13 0,0 0 0,0 1 0,2 27 0,-4-24 0,1 1 0,7 19 0,-9-34 0,1 1 0,0-1 0,0 0 0,0 0 0,0-1 0,1 1 0,0-1 0,1 1 0,-1-1 0,7 6 0,-9-10 0,0 1 0,0-1 0,0 1 0,0-1 0,0 0 0,1 0 0,-1 0 0,0 0 0,0 0 0,1-1 0,-1 1 0,1 0 0,-1-1 0,1 0 0,-1 0 0,0 0 0,1 0 0,3 0 0,-2-1 0,1 0 0,-1-1 0,1 1 0,-1-1 0,0 0 0,0 0 0,0 0 0,0-1 0,5-3 0,2-4 0,0 0 0,0-1 0,-1 0 0,0-1 0,8-13 0,-6 6 0,-1-1 0,0 1 0,-2-2 0,0 1 0,-2-1 0,6-22 0,-12 41 0,-1 0 0,1-1 0,-1 1 0,0 0 0,0 0 0,0 0 0,0-1 0,0 1 0,-1 0 0,1 0 0,-1 0 0,1 0 0,-1 0 0,-2-4 0,3 5 0,0 1 0,0-1 0,-1 1 0,1 0 0,0-1 0,-1 1 0,1 0 0,-1-1 0,1 1 0,0 0 0,-1-1 0,1 1 0,-1 0 0,1 0 0,-1 0 0,1-1 0,-1 1 0,1 0 0,-1 0 0,1 0 0,-1 0 0,1 0 0,-2 0 0,1 0 0,-1 1 0,1-1 0,0 1 0,0-1 0,-1 1 0,1-1 0,0 1 0,0 0 0,0 0 0,0 0 0,0-1 0,0 1 0,-2 2 0,-1 2 0,-1 1 0,1 0 0,0 0 0,0 0 0,0 0 0,1 1 0,0 0 0,0-1 0,1 1 0,0 0 0,0 0 0,1 1 0,0-1 0,0 0 0,0 0 0,1 1 0,0-1 0,1 0 0,0 0 0,2 14 0,-1-16 0,-1 1 0,1 0 0,0-1 0,0 1 0,0-1 0,1 0 0,0 0 0,0 0 0,0 0 0,1 0 0,0-1 0,-1 0 0,2 1 0,-1-2 0,0 1 0,1 0 0,0-1 0,-1 0 0,2 0 0,-1 0 0,0 0 0,0-1 0,1 0 0,-1 0 0,1-1 0,7 2 0,-9-3 0,-1 1 0,1-1 0,-1 0 0,1 0 0,0 0 0,-1-1 0,1 1 0,-1-1 0,1 0 0,-1 0 0,1 0 0,-1-1 0,0 1 0,1-1 0,-1 1 0,3-4 0,-1 2 0,-1-1 0,0 0 0,0 0 0,-1 0 0,1 0 0,-1-1 0,0 0 0,0 1 0,3-10 0,0 0 0,-2 1 0,0-2 0,0 1 0,-1 0 0,-1-1 0,-1 1 0,0-19 0,0 29 0,-1 0 0,0 0 0,0 0 0,-1 0 0,1 0 0,-1 1 0,0-1 0,0 0 0,0 0 0,0 0 0,-1 0 0,1 1 0,-1-1 0,-5-6 0,7 10 0,0 0 0,0 0 0,0 0 0,0 0 0,0 0 0,-1-1 0,1 1 0,0 0 0,0 0 0,0 0 0,-1 0 0,1 0 0,0 0 0,0 0 0,0 0 0,-1 0 0,1 0 0,0 0 0,0 0 0,0 0 0,-1 0 0,1 0 0,0 0 0,0 0 0,0 0 0,-1 0 0,1 0 0,0 0 0,0 0 0,0 0 0,-1 1 0,1-1 0,0 0 0,0 0 0,0 0 0,0 0 0,-1 0 0,1 1 0,0-1 0,0 0 0,0 0 0,-5 13 0,0 15 0,3 55 0,4 1 0,18 126 0,-10-123 0,0-5 0,-2-17 0,-2-1 0,-3 78 0,-4-129 0,0-1 0,-1 1 0,0-1 0,-1 0 0,0 0 0,-9 20 0,10-29 0,1 0 0,0 0 0,-1-1 0,1 1 0,-1-1 0,0 1 0,0-1 0,0 0 0,0 1 0,0-1 0,0 0 0,-1-1 0,1 1 0,-1 0 0,1-1 0,-1 1 0,0-1 0,1 0 0,-1 0 0,0 0 0,0 0 0,0 0 0,0 0 0,0-1 0,0 0 0,0 0 0,0 1 0,0-2 0,0 1 0,0 0 0,0-1 0,-5-1 0,0 0 0,1-1 0,-1-1 0,1 1 0,0-1 0,0-1 0,0 1 0,1-1 0,0 0 0,0-1 0,0 1 0,-10-14 0,2 1 0,1-1 0,1 0 0,-10-22 0,8 12 0,1-1 0,2 0 0,1 0 0,2-1 0,-8-45 0,14 60 0,0-1 0,1 1 0,1-1 0,0 0 0,1 1 0,1-1 0,0 1 0,2 0 0,-1 0 0,2 0 0,0 0 0,10-19 0,-11 28-170,1-1-1,0 1 0,0 0 1,1 0-1,0 1 0,0 0 1,8-7-1,13-6-6655</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24.434"/>
    </inkml:context>
    <inkml:brush xml:id="br0">
      <inkml:brushProperty name="width" value="0.05" units="cm"/>
      <inkml:brushProperty name="height" value="0.05" units="cm"/>
      <inkml:brushProperty name="color" value="#FFFFFF"/>
    </inkml:brush>
  </inkml:definitions>
  <inkml:trace contextRef="#ctx0" brushRef="#br0">204 168 24575,'2'-2'0,"0"-1"0,0 1 0,0-1 0,0 0 0,-1 0 0,0 1 0,1-1 0,-1 0 0,0-1 0,-1 1 0,1 0 0,0 0 0,-1 0 0,0 0 0,1-1 0,-1 1 0,-1-4 0,1 2 0,-1 0 0,0 1 0,0-1 0,0 0 0,0 0 0,-1 1 0,0-1 0,0 1 0,0 0 0,-5-7 0,4 6 0,-1-1 0,-1 2 0,1-1 0,-1 0 0,0 1 0,0 0 0,0 0 0,0 1 0,-7-4 0,10 6 0,-1 0 0,1 0 0,-1 0 0,0 0 0,0 1 0,1-1 0,-1 1 0,0 0 0,0 0 0,0 0 0,0 0 0,1 0 0,-1 0 0,0 1 0,0 0 0,1-1 0,-1 1 0,0 0 0,1 0 0,-1 1 0,1-1 0,-5 3 0,1 1 0,0 0 0,0 0 0,0 0 0,1 1 0,-1 0 0,2 0 0,-1 0 0,1 1 0,-1-1 0,2 1 0,-6 13 0,5-10 0,1 0 0,0 0 0,1 0 0,0 0 0,0 0 0,1 1 0,1-1 0,1 19 0,-1-22 0,1 0 0,0 0 0,1 0 0,0 0 0,0 0 0,1 0 0,-1 0 0,2 0 0,-1-1 0,1 0 0,-1 1 0,8 6 0,-7-9 0,0 0 0,0 0 0,0 0 0,1-1 0,-1 0 0,1 0 0,0 0 0,0 0 0,0-1 0,1 0 0,-1 0 0,0 0 0,1-1 0,-1 0 0,1 0 0,0 0 0,7-1 0,-9 1 0,0-1 0,1-1 0,-1 1 0,0-1 0,0 1 0,0-1 0,0 0 0,0-1 0,0 1 0,-1-1 0,1 0 0,0 0 0,-1 0 0,1 0 0,-1 0 0,5-5 0,-4 3 0,0-1 0,1 0 0,-2 0 0,1-1 0,-1 1 0,1-1 0,-2 0 0,1 0 0,3-10 0,-2 2 0,-1 1 0,-1-1 0,0-1 0,0 1 0,-2 0 0,0 0 0,0 0 0,-5-26 0,1 24 0,3 17 0,7 29 0,0-10 0,1-1 0,1 0 0,1 0 0,0-1 0,18 26 0,-22-37 0,0-1 0,0 1 0,1-1 0,0 0 0,0 0 0,0 0 0,1-1 0,0 0 0,0 0 0,0-1 0,0 0 0,1 0 0,0-1 0,0 0 0,0 0 0,10 1 0,-15-3-68,1-1 0,-1 0-1,1 0 1,-1 0 0,1 0 0,-1-1-1,1 1 1,-1-1 0,0 0 0,1 0-1,-1 0 1,0 0 0,0-1 0,1 1-1,-1-1 1,0 0 0,-1 0-1,1 0 1,4-4 0,7-9-6758</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3.317"/>
    </inkml:context>
    <inkml:brush xml:id="br0">
      <inkml:brushProperty name="width" value="0.05" units="cm"/>
      <inkml:brushProperty name="height" value="0.05" units="cm"/>
      <inkml:brushProperty name="color" value="#FFFFFF"/>
    </inkml:brush>
  </inkml:definitions>
  <inkml:trace contextRef="#ctx0" brushRef="#br0">291 71 24575,'-82'1'0,"-89"-2"0,138-4 0,33 5 0,0 0 0,-1 0 0,1 0 0,0 0 0,0 0 0,0 0 0,0 0 0,-1 0 0,1 0 0,0-1 0,0 1 0,0 0 0,0 0 0,0 0 0,-1 0 0,1 0 0,0 0 0,0 0 0,0 0 0,0 0 0,0 0 0,0-1 0,0 1 0,-1 0 0,1 0 0,0 0 0,0 0 0,0 0 0,0 0 0,0-1 0,0 1 0,0 0 0,0 0 0,0 0 0,0 0 0,0 0 0,0-1 0,0 1 0,0 0 0,0 0 0,0 0 0,0 0 0,0 0 0,0-1 0,0 1 0,0 0 0,0 0 0,0 0 0,17-7 0,39-2 0,88-3 0,-101 10 0,1156-28 0,-1190 30 342,-20 0-8875</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3.642"/>
    </inkml:context>
    <inkml:brush xml:id="br0">
      <inkml:brushProperty name="width" value="0.05" units="cm"/>
      <inkml:brushProperty name="height" value="0.05" units="cm"/>
      <inkml:brushProperty name="color" value="#FFFFFF"/>
    </inkml:brush>
  </inkml:definitions>
  <inkml:trace contextRef="#ctx0" brushRef="#br0">67 162 24575,'-20'-55'0,"17"43"0,-1 1 0,0 0 0,0 0 0,-12-19 0,15 29 0,-13-24 0,14 25 0,0 0 0,0 0 0,0-1 0,0 1 0,0 0 0,0 0 0,0 0 0,0 0 0,0 0 0,-1 0 0,1-1 0,0 1 0,0 0 0,0 0 0,0 0 0,0 0 0,0 0 0,0-1 0,0 1 0,0 0 0,1 0 0,-1 0 0,0 0 0,0 0 0,0 0 0,0-1 0,0 1 0,0 0 0,0 0 0,0 0 0,0 0 0,0 0 0,0 0 0,0 0 0,1-1 0,-1 1 0,0 0 0,0 0 0,0 0 0,0 0 0,0 0 0,0 0 0,1 0 0,-1 0 0,0 0 0,0 0 0,0 0 0,0 0 0,16 6 0,181 125 0,-164-106 0,-1 1 0,-1 2 0,47 54 0,-73-76 0,0 1 0,0 0 0,0 0 0,-1 0 0,0 1 0,-1 0 0,0-1 0,0 1 0,0 1 0,1 9 0,-3-13 0,-1-1 0,0 1 0,0 0 0,0-1 0,0 1 0,-1 0 0,0-1 0,0 1 0,0-1 0,-1 1 0,1-1 0,-1 0 0,0 1 0,0-1 0,-1 0 0,1 0 0,-1 0 0,0-1 0,-6 7 0,-4 3 83,-1-1 0,-1 0 0,-31 18 1,-54 23-1098,79-43 330,-12 6-6142</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4.258"/>
    </inkml:context>
    <inkml:brush xml:id="br0">
      <inkml:brushProperty name="width" value="0.05" units="cm"/>
      <inkml:brushProperty name="height" value="0.05" units="cm"/>
      <inkml:brushProperty name="color" value="#FFFFFF"/>
    </inkml:brush>
  </inkml:definitions>
  <inkml:trace contextRef="#ctx0" brushRef="#br0">71 38 24575,'-3'-3'0,"-2"-3"0,0 1 0,-1 0 0,-10-8 0,15 13 0,1-1 0,-1 1 0,1-1 0,-1 1 0,0-1 0,1 1 0,-1 0 0,1-1 0,-1 1 0,0 0 0,0 0 0,1-1 0,-1 1 0,0 0 0,1 0 0,-1 0 0,0 0 0,0 0 0,1 0 0,-1 0 0,0 0 0,1 0 0,-1 0 0,0 1 0,0-1 0,1 0 0,-1 0 0,0 1 0,1-1 0,-1 0 0,0 1 0,1-1 0,-1 1 0,1-1 0,-1 0 0,1 1 0,-1 0 0,1-1 0,-1 1 0,1-1 0,-1 1 0,1 0 0,0-1 0,-1 1 0,1-1 0,0 1 0,0 0 0,-1 0 0,1 0 0,-3 14 0,1 0 0,1 0 0,1 0 0,0 1 0,0-1 0,2 0 0,3 16 0,-1 8 0,7 67-10,45 503-288,-27 2 56,-30-321 242,1 97 0,0-383 2,0 6 56,0 0-1,1 0 1,0-1 0,5 16-1,-6-24-50,0 1 1,1-1-1,-1 1 0,1-1 0,-1 1 0,1-1 1,0 1-1,0-1 0,0 0 0,0 0 1,0 1-1,0-1 0,0 0 0,0 0 1,0 0-1,0 0 0,1 0 0,-1 0 0,0 0 1,1-1-1,-1 1 0,1 0 0,-1-1 1,1 1-1,-1-1 0,1 1 0,-1-1 0,1 0 1,-1 0-1,1 0 0,-1 0 0,1 0 1,0 0-1,-1 0 0,3-1 0,17-4-7,-1-2 0,26-10 0,21-8 0,21 1-156,1 5-1,169-15 1,190 22-771,394 45-1926,-1 35-767,-488-37 3108,-111-11 487,969 78-549,0-28 204,-1144-67 519,280 0 1677,-335-4-1717,-2 2 207,0-2 1,0 1-1,-1-2 0,1 1 1,0-1-1,-1 0 0,1-1 1,8-4-1,-17 7-284,-1 0-1,1-1 1,-1 1-1,1 0 0,-1 0 1,1-1-1,-1 1 1,0 0-1,1-1 1,-1 1-1,1 0 1,-1-1-1,0 1 1,1 0-1,-1-1 1,0 1-1,0-1 0,1 1 1,-1-1-1,0 1 1,0-1-1,0 1 1,0-1-1,1 1 1,-1-1-1,0 1 1,0-1-1,0 1 1,0-1-1,0 1 0,0-1 1,0 1-1,0-1 1,-1 1-1,1-1 1,0 1-1,0-1 1,0 1-1,0-1 1,-1 0-1,-16-15 1338,-21-5-2085,-5 1-4999</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5.051"/>
    </inkml:context>
    <inkml:brush xml:id="br0">
      <inkml:brushProperty name="width" value="0.05" units="cm"/>
      <inkml:brushProperty name="height" value="0.05" units="cm"/>
      <inkml:brushProperty name="color" value="#FFFFFF"/>
    </inkml:brush>
  </inkml:definitions>
  <inkml:trace contextRef="#ctx0" brushRef="#br0">38 173 24575,'-6'-6'0,"2"3"0,0-1 0,1 1 0,0 0 0,0-1 0,0 0 0,0 1 0,-4-9 0,7 12 0,0-1 0,-1 0 0,1 0 0,0 0 0,0 0 0,0 0 0,0 0 0,0 0 0,0 0 0,0 0 0,0 0 0,0 0 0,0 0 0,0 0 0,1 0 0,-1 0 0,1-1 0,0 0 0,0 1 0,1-1 0,-1 0 0,0 1 0,1-1 0,-1 1 0,1-1 0,0 1 0,-1 0 0,1 0 0,2-1 0,11-6 0,-1 1 0,1 1 0,1 1 0,25-7 0,68-6 0,-90 15 0,438-32-452,6 34-557,708 36-2985,-247-4 3635,-731-27-74,875 13-421,-1016-17 1415,64 1 842,-98 0-938,0 1 0,0 1 0,-1 0 0,21 7 0,-35-8-410,0-1-1,0 0 1,-1 0 0,1 1-1,0 0 1,-1-1 0,1 1-1,-1 0 1,1 0 0,-1 0-1,0 1 1,0-1 0,0 0-1,0 1 1,-1 0 0,1-1-1,-1 1 1,1 0 0,-1 0-1,0 0 1,0 0 0,0 0-1,1 5 1,-1 6 204,0-1 0,-1 0-1,0 1 1,-3 18 0,-1 6-53,4 45-206,12 93 0,23 85 0,-17-136 0,100 600 0,59-14 0,-142-607 0,23 82 0,-57-181 46,-1-4-134,1 1-1,0 0 1,-1 0 0,0 0 0,1 0 0,-1 0 0,0 0-1,0 0 1,0 0 0,0 0 0,0 0 0,-1 0-1,1 0 1,-1 0 0,-1 4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6.453"/>
    </inkml:context>
    <inkml:brush xml:id="br0">
      <inkml:brushProperty name="width" value="0.05" units="cm"/>
      <inkml:brushProperty name="height" value="0.05" units="cm"/>
      <inkml:brushProperty name="color" value="#FFFFFF"/>
    </inkml:brush>
  </inkml:definitions>
  <inkml:trace contextRef="#ctx0" brushRef="#br0">573 131 24575,'0'-3'0,"-1"-1"0,0 0 0,0 1 0,0-1 0,0 0 0,-1 1 0,1 0 0,-1-1 0,0 1 0,0 0 0,-4-5 0,-29-30 0,30 33 0,0 0 0,-1 1 0,0 0 0,0 0 0,0 0 0,-1 1 0,1 0 0,-1 0 0,0 0 0,0 1 0,0 0 0,0 1 0,-8-2 0,4 3 0,0-1 0,1 2 0,-1 0 0,0 0 0,1 0 0,-1 2 0,1-1 0,-13 5 0,1 3 0,-1 0 0,2 1 0,-1 2 0,2 0 0,-1 1 0,2 1 0,-20 19 0,26-21 0,1-1 0,0 2 0,1 0 0,1 0 0,0 1 0,1 0 0,0 0 0,1 1 0,1 0 0,-9 33 0,13-39 0,1 0 0,1 0 0,-1 0 0,2 0 0,0-1 0,0 1 0,0 0 0,1 0 0,1 0 0,0 0 0,0 0 0,1-1 0,0 1 0,1-1 0,0 0 0,0 0 0,1 0 0,0-1 0,0 1 0,12 12 0,-4-8 0,0-1 0,1 0 0,0-1 0,1-1 0,0 0 0,0-1 0,1 0 0,0-2 0,1 0 0,0-1 0,24 6 0,-5-3 0,0-3 0,0-1 0,0-1 0,60-2 0,-45-5 0,0-2 0,0-2 0,0-3 0,49-16 0,-60 14 0,-1-2 0,-1-2 0,-1-2 0,0-1 0,49-35 0,-73 45 0,-1 0 0,-1-1 0,0-1 0,0 1 0,-1-2 0,-1 1 0,0-2 0,13-21 0,-20 30 0,0 0 0,0 0 0,0 0 0,-1-1 0,1 1 0,-1-1 0,0 1 0,-1-1 0,1 1 0,-1-1 0,0 0 0,0 1 0,0-1 0,-1 1 0,1-1 0,-1 1 0,0-1 0,0 1 0,-1-1 0,0 1 0,1 0 0,-1 0 0,-1 0 0,1 0 0,0 0 0,-1 0 0,0 0 0,0 1 0,0 0 0,-1-1 0,1 1 0,-4-2 0,-1-1 0,1 1 0,-1 0 0,0 0 0,-1 1 0,1 0 0,-1 1 0,1-1 0,-1 2 0,0-1 0,0 1 0,0 1 0,-1 0 0,1 0 0,0 1 0,0 0 0,-10 1 0,11 0 0,0 0 0,1 1 0,-1 0 0,0 0 0,1 0 0,0 1 0,0 0 0,0 1 0,0-1 0,0 2 0,1-1 0,-1 0 0,1 1 0,1 1 0,-1-1 0,1 1 0,-1-1 0,1 2 0,-5 7 0,4-2 0,-1 0 0,2 1 0,0-1 0,-5 18 0,8-24 0,1 0 0,0 0 0,0 0 0,0 0 0,1 0 0,0 1 0,0-1 0,0 0 0,1 0 0,0 0 0,3 11 0,-2-13 0,0-1 0,0 0 0,0 1 0,0-1 0,1 0 0,0 0 0,0-1 0,0 1 0,0-1 0,0 1 0,0-1 0,0 0 0,1 0 0,-1 0 0,1-1 0,0 1 0,-1-1 0,1 0 0,0 0 0,7 1 0,1 0 0,0 0 0,0-1 0,-1-1 0,1 0 0,21-3 0,-23 2 0,1-2 0,-1 0 0,0 0 0,0-1 0,0 0 0,0 0 0,-1-1 0,0-1 0,0 1 0,0-2 0,0 1 0,-1-1 0,0 0 0,-1-1 0,0 0 0,0 0 0,0-1 0,-1 1 0,-1-1 0,1-1 0,-1 1 0,-1-1 0,0 0 0,0 0 0,2-12 0,-1 9 0,1 11 0,6 21 0,-8-13 0,1 5 0,2 0 0,0-1 0,0 0 0,1 0 0,0-1 0,1 1 0,15 11 0,-22-19 0,1 1 0,0-1 0,0-1 0,0 1 0,0 0 0,1-1 0,-1 0 0,0 1 0,1-1 0,-1-1 0,1 1 0,-1 0 0,1-1 0,-1 0 0,1 0 0,-1 0 0,1 0 0,0 0 0,-1-1 0,0 0 0,1 1 0,-1-1 0,1-1 0,-1 1 0,0 0 0,0-1 0,1 0 0,-1 1 0,0-1 0,-1 0 0,5-4 0,2-3 0,-1 1 0,-1-1 0,0 0 0,0-1 0,-1 0 0,0 0 0,8-18 0,-8 15 0,1 0 0,0 0 0,17-22 0,-24 35 0,1 0 0,-1 0 0,0-1 0,0 1 0,0 0 0,0 0 0,0 0 0,0-1 0,0 1 0,1 0 0,-1 0 0,0 0 0,0 0 0,0-1 0,1 1 0,-1 0 0,0 0 0,0 0 0,0 0 0,1 0 0,-1 0 0,0 0 0,0-1 0,0 1 0,1 0 0,-1 0 0,0 0 0,0 0 0,1 0 0,-1 0 0,0 0 0,0 0 0,1 0 0,-1 0 0,0 1 0,0-1 0,1 0 0,-1 0 0,0 0 0,0 0 0,0 0 0,1 0 0,-1 0 0,0 0 0,0 1 0,0-1 0,0 0 0,1 0 0,-1 0 0,0 0 0,0 1 0,0-1 0,0 0 0,0 0 0,1 1 0,-1-1 0,0 0 0,0 0 0,0 0 0,0 1 0,0-1 0,0 0 0,3 18 0,-3-17 0,4 143 0,-4-78 0,10 73 0,-10-135 0,4 28 0,1-1 0,1 1 0,1-1 0,20 50 0,-17-68 0,-9-13 0,-1 0 0,0 0 0,0 0 0,0 0 0,1 0 0,-1 0 0,0 0 0,0 0 0,1 0 0,-1 0 0,0-1 0,0 1 0,1 0 0,-1 0 0,0 0 0,0 0 0,1 0 0,-1 0 0,0 0 0,0-1 0,0 1 0,1 0 0,-1 0 0,0 0 0,0 0 0,0-1 0,0 1 0,0 0 0,1 0 0,-1-1 0,0 1 0,0 0 0,0 0 0,1-3 0,0 0 0,0-1 0,0 1 0,-1 0 0,1 0 0,-1 0 0,1-4 0,-2-14 0,0 1 0,-2 0 0,0 0 0,-6-22 0,-29-78 0,24 79 0,7 21 0,-7-20 0,1 0 0,2-1 0,2-1 0,-5-49 0,14 85 0,0 1 0,0-1 0,0 1 0,1-1 0,-1 1 0,1 0 0,1-1 0,-1 1 0,1 0 0,0 0 0,0-1 0,5-7 0,-4 10 0,-1 0 0,1 0 0,0 0 0,0 0 0,0 0 0,1 1 0,-1-1 0,0 1 0,1 0 0,0 0 0,-1 0 0,1 0 0,0 1 0,0 0 0,0 0 0,0 0 0,6-1 0,3 1 0,0 0 0,1 0 0,-1 1 0,0 1 0,1 0 0,-1 1 0,0 1 0,14 4 0,-19-5 0,0 1 0,0 0 0,0 0 0,0 1 0,-1 0 0,1 1 0,-1 0 0,0 0 0,0 0 0,-1 1 0,0 0 0,0 0 0,8 11 0,-12-14 11,-1-1 0,1 1 0,0 0 0,-1 0 0,0 0 0,0 1 0,0-1 0,0 0 0,0 0 0,-1 1 0,1-1 0,-1 0 0,0 1 0,0-1 0,0 0 0,-1 1 0,1-1 0,-1 0 0,0 0 0,1 1 0,-2-1 1,1 0-1,0 0 0,-1 0 0,1 0 0,-1 0 0,0 0 0,0-1 0,0 1 0,-3 3 0,-3 2-201,1-1 0,-1 0 1,-1-1-1,1 1 0,-1-1 1,0-1-1,0 0 1,-14 5-1,-11 3-6636</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7.368"/>
    </inkml:context>
    <inkml:brush xml:id="br0">
      <inkml:brushProperty name="width" value="0.05" units="cm"/>
      <inkml:brushProperty name="height" value="0.05" units="cm"/>
      <inkml:brushProperty name="color" value="#FFFFFF"/>
    </inkml:brush>
  </inkml:definitions>
  <inkml:trace contextRef="#ctx0" brushRef="#br0">207 321 24575,'5'0'0,"1"-1"0,-1 1 0,1-1 0,-1-1 0,1 1 0,-1-1 0,0 0 0,0 0 0,1-1 0,-2 0 0,1 1 0,0-2 0,-1 1 0,1 0 0,-1-1 0,0 0 0,0 0 0,0 0 0,-1-1 0,1 1 0,-1-1 0,0 0 0,-1 1 0,1-2 0,-1 1 0,0 0 0,0 0 0,0-1 0,-1 1 0,0-1 0,0 1 0,0-1 0,-1 1 0,0-1 0,0 1 0,0-1 0,-1 0 0,0 1 0,0-1 0,0 1 0,-1-1 0,0 1 0,-2-7 0,1 6 0,-1 1 0,1-1 0,-1 0 0,0 1 0,0 0 0,-1 0 0,1 0 0,-1 0 0,0 1 0,-1-1 0,1 1 0,-1 1 0,1-1 0,-1 1 0,0 0 0,-1 0 0,1 1 0,0 0 0,-1 0 0,1 0 0,-1 1 0,0 0 0,1 0 0,-1 1 0,0 0 0,1 0 0,-1 1 0,0-1 0,1 1 0,-1 1 0,0-1 0,1 1 0,0 0 0,-1 1 0,1 0 0,0 0 0,0 0 0,-6 5 0,5-2 0,-1 0 0,1 1 0,1 0 0,-1 0 0,1 1 0,0 0 0,1 0 0,0 1 0,0-1 0,1 1 0,0 0 0,0 0 0,1 0 0,0 1 0,1-1 0,0 1 0,-1 17 0,3-21 0,0 1 0,0-1 0,0 1 0,1-1 0,0 1 0,0-1 0,0 0 0,1 0 0,0 1 0,0-1 0,1 0 0,0-1 0,0 1 0,0 0 0,0-1 0,1 0 0,0 1 0,0-2 0,1 1 0,-1 0 0,1-1 0,0 0 0,0 0 0,1 0 0,-1-1 0,1 0 0,10 5 0,-8-6 0,-1 0 0,0 0 0,0 0 0,1-1 0,-1 0 0,0-1 0,1 1 0,-1-1 0,1-1 0,-1 0 0,1 0 0,-1 0 0,0-1 0,0 0 0,0 0 0,0-1 0,0 0 0,0 0 0,6-4 0,-2 0 0,0 0 0,0-1 0,-1-1 0,0 1 0,-1-2 0,0 1 0,0-1 0,-1 0 0,14-23 0,-21 31 0,0-1 0,0 1 0,1 0 0,-1 0 0,0 0 0,1 0 0,0 0 0,0 0 0,-1 1 0,1-1 0,0 1 0,4-3 0,-6 4 0,0 0 0,1 0 0,-1 0 0,1 0 0,-1 0 0,1-1 0,-1 1 0,1 1 0,-1-1 0,1 0 0,-1 0 0,1 0 0,-1 0 0,1 0 0,-1 0 0,0 0 0,1 1 0,-1-1 0,1 0 0,-1 0 0,1 1 0,-1-1 0,0 0 0,1 1 0,9 17 0,-7-9 0,1 0 0,0 0 0,0 0 0,1-1 0,0 0 0,0 0 0,1 0 0,0 0 0,1-1 0,13 12 0,-16-16 0,-1-1 0,0 0 0,1 1 0,0-2 0,-1 1 0,1 0 0,0-1 0,0 0 0,0 0 0,0 0 0,0 0 0,0 0 0,0-1 0,0 0 0,0 0 0,0 0 0,0 0 0,0-1 0,1 0 0,-1 1 0,0-1 0,-1-1 0,1 1 0,0-1 0,0 1 0,-1-1 0,1 0 0,4-4 0,0 1 0,0-1 0,-1-1 0,0 0 0,0 0 0,0 0 0,-1-1 0,0 0 0,-1 0 0,8-15 0,-6 9 0,-1 1 0,-1-1 0,0 0 0,-1 0 0,4-26 0,-11 96 0,8 102 0,6-80 0,3 0 0,38 114 0,-33-124 0,-46-120 0,3-9 0,3-1 0,-24-119 0,40 152 0,1 0 0,2-1 0,1 1 0,1 0 0,2-1 0,0 1 0,2 0 0,14-50 0,-15 68 0,1 1 0,1 0 0,-1 0 0,2 0 0,-1 0 0,1 1 0,1 0 0,14-16 0,-18 22 0,-1 1 0,1-1 0,1 0 0,-1 1 0,0 0 0,0 0 0,1 0 0,-1 0 0,1 0 0,0 1 0,-1-1 0,1 1 0,0 0 0,0 0 0,0 1 0,0-1 0,0 1 0,0 0 0,0 0 0,0 0 0,0 0 0,0 1 0,0 0 0,0-1 0,-1 2 0,1-1 0,7 3 0,-7-2 0,-1 0 0,1 1 0,-1-1 0,1 1 0,-1-1 0,0 1 0,0 0 0,0 1 0,0-1 0,0 0 0,-1 1 0,1-1 0,2 7 0,-2-3 0,0 1 0,-1-1 0,1 1 0,-1 0 0,-1-1 0,2 16 0,-3-7 0,0-1 0,-1 0 0,0 0 0,-1 0 0,-1 0 0,0-1 0,-8 20 0,6-22-151,-1 0-1,-1 0 0,1-1 0,-2 1 1,0-1-1,0-1 0,-1 0 1,-11 10-1,1-2-6674</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3:47.835"/>
    </inkml:context>
    <inkml:brush xml:id="br0">
      <inkml:brushProperty name="width" value="0.05" units="cm"/>
      <inkml:brushProperty name="height" value="0.05" units="cm"/>
      <inkml:brushProperty name="color" value="#FFFFFF"/>
    </inkml:brush>
  </inkml:definitions>
  <inkml:trace contextRef="#ctx0" brushRef="#br0">32 227 24575,'-1'23'0,"-7"37"0,0 15 0,9-31 0,2 1 0,12 60 0,0 8 0,-31-315 0,15 195 0,-30-339 0,30 335 0,1-1 0,1 1 0,0 0 0,0-1 0,1 1 0,5-18 0,-6 27 0,0 0 0,0-1 0,0 1 0,0 0 0,0 0 0,1 0 0,-1 0 0,1 0 0,-1 0 0,1 0 0,0 1 0,-1-1 0,1 1 0,0-1 0,0 1 0,0 0 0,0-1 0,1 1 0,-1 0 0,0 0 0,0 1 0,1-1 0,-1 0 0,0 1 0,1-1 0,-1 1 0,1 0 0,-1 0 0,0 0 0,1 0 0,-1 0 0,1 1 0,-1-1 0,0 1 0,1-1 0,-1 1 0,3 1 0,6 2 0,-1 1 0,1 0 0,-1 0 0,0 1 0,0 0 0,0 1 0,-1 0 0,14 14 0,-7-4 0,0 0 0,-1 1 0,17 28 0,-29-41 0,0 0 0,0 1 0,0 0 0,-1-1 0,1 1 0,-1 0 0,-1 0 0,1 0 0,-1 0 0,0 1 0,0-1 0,-1 0 0,0 7 0,-1-10 0,1 1 0,-1-1 0,0 0 0,0 0 0,0 0 0,-1 0 0,1 0 0,-1 0 0,1 0 0,-1 0 0,0-1 0,0 1 0,0-1 0,-1 1 0,1-1 0,0 0 0,-1 0 0,0 0 0,1 0 0,-1 0 0,0 0 0,0-1 0,0 0 0,0 1 0,0-1 0,-5 1 0,-6 1-341,-1 0 0,0 0-1,-18-1 1,-5 0-6485</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6.834"/>
    </inkml:context>
    <inkml:brush xml:id="br0">
      <inkml:brushProperty name="width" value="0.05" units="cm"/>
      <inkml:brushProperty name="height" value="0.05" units="cm"/>
      <inkml:brushProperty name="color" value="#FFFFFF"/>
    </inkml:brush>
  </inkml:definitions>
  <inkml:trace contextRef="#ctx0" brushRef="#br0">12 1504 24575,'-1'0'0,"1"0"0,-1 0 0,1 0 0,0 0 0,-1 0 0,1 0 0,0 0 0,-1 0 0,1 0 0,-1 0 0,1-1 0,0 1 0,-1 0 0,1 0 0,0 0 0,-1 0 0,1-1 0,0 1 0,-1 0 0,1 0 0,0-1 0,-1 1 0,1 0 0,0 0 0,0-1 0,-1 1 0,1 0 0,0-1 0,0 1 0,0 0 0,-1-1 0,1 1 0,0 0 0,0-1 0,0 1 0,0-1 0,0 1 0,0 0 0,0-1 0,0 1 0,0-1 0,0 1 0,0 0 0,0-1 0,0 1 0,0 0 0,0-1 0,0 1 0,1-1 0,-1 0 0,1 0 0,-1-1 0,1 1 0,-1 0 0,1 0 0,-1 0 0,1 0 0,0 0 0,0 1 0,0-1 0,-1 0 0,1 0 0,0 0 0,0 1 0,0-1 0,1 0 0,7-2 0,-1 1 0,1 1 0,0-1 0,0 2 0,-1-1 0,16 2 0,26-3 0,544-51 0,-416 40 0,1362-40 0,-1461 53 0,1191-17 0,374-33 0,-89 47-445,-823 5 303,-609-5 436,152-22-1,-222 20-293,93 4 0,5 0 0,-144 0 0,0 0 0,-1 0 0,1 0 0,-1-1 0,10-4 0,-15 6 0,0-1 0,0 1 0,0-1 0,0 1 0,0-1 0,0 0 0,0 1 0,0-1 0,-1 0 0,1 1 0,0-1 0,-1 0 0,1 0 0,0 0 0,-1 0 0,1 0 0,0-1 0,-1 1 0,0 0 0,0 0 0,0 0 0,0 0 0,-1 0 0,1 0 0,0 0 0,0 0 0,-1 0 0,1 0 0,-1 0 0,1 0 0,-1 0 0,1 1 0,-1-1 0,1 0 0,-1 0 0,0 1 0,1-1 0,-1 0 0,0 1 0,0-1 0,-1 0 0,-50-35 0,43 31 0,0-1 0,0 1 0,1-2 0,-1 1 0,1-1 0,1 0 0,-1-1 0,-11-15 0,7 2 0,1 0 0,1 0 0,1-1 0,-8-30 0,-18-95 0,32 134 0,-6-44 0,-6-105 0,15-59 0,1 101 0,0 108 0,0-1 0,5-19 0,-3 20 0,-1-1 0,0 0 0,0-13 0,-2 22 0,0 1 0,0-1 0,-1 1 0,0 0 0,1-1 0,-1 1 0,0 0 0,0-1 0,-1 1 0,1 0 0,-1 0 0,0 0 0,1 0 0,-1 0 0,-5-4 0,7 7 0,0-1 0,-1 1 0,1 0 0,0 0 0,0 0 0,0-1 0,-1 1 0,1 0 0,0 0 0,0 0 0,0-1 0,-1 1 0,1 0 0,0 0 0,0-1 0,0 1 0,0 0 0,0-1 0,0 1 0,0 0 0,0 0 0,0-1 0,0 1 0,0 0 0,0-1 0,0 1 0,0 0 0,0-1 0,0 1 0,0 0 0,0 0 0,0-1 0,0 1 0,0 0 0,0-1 0,12-3 0,28 5 0,-28 0 0,269 4 0,239 9 0,545 11-1770,-772-20 1306,1800-32-356,-2066 26 859,-13 2 62,1-2 0,-1 0 0,0-1 1,1 0-1,-1-1 0,26-9 0,-39 12-72,0 0 0,-1 0 0,1 0 0,-1-1 0,1 1 0,-1 0-1,1 0 1,-1-1 0,1 1 0,-1 0 0,1-1 0,-1 1 0,0 0-1,1-1 1,-1 1 0,1-1 0,-1 1 0,0-1 0,1 1 0,-1 0 0,0-1-1,0 0 1,1 1 0,-1-1 0,0 1 0,0-1 0,0 0 0,0 0 10,0 0-1,-1 1 1,1-1 0,-1 0 0,1 1 0,-1-1 0,1 1 0,-1-1 0,1 1 0,-1-1 0,0 1 0,1-1 0,-1 1 0,0 0 0,1-1 0,-1 1 0,-1-1 0,-32-8 649,12 7-580,-40 2 0,44 0-476,0 0 0,0 0 0,-25-5 0,31 1-6458</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7.161"/>
    </inkml:context>
    <inkml:brush xml:id="br0">
      <inkml:brushProperty name="width" value="0.05" units="cm"/>
      <inkml:brushProperty name="height" value="0.05" units="cm"/>
      <inkml:brushProperty name="color" value="#FFFFFF"/>
    </inkml:brush>
  </inkml:definitions>
  <inkml:trace contextRef="#ctx0" brushRef="#br0">36 32 24575,'-3'-1'0,"0"0"0,1 0 0,-1-1 0,1 1 0,-1-1 0,1 1 0,-1-1 0,1 0 0,0 0 0,0 0 0,0 0 0,0 0 0,-2-3 0,4 5 0,0 0 0,0 0 0,0-1 0,0 1 0,0 0 0,0 0 0,0 0 0,0 0 0,0 0 0,0-1 0,0 1 0,0 0 0,0 0 0,0 0 0,0 0 0,0 0 0,0-1 0,0 1 0,0 0 0,0 0 0,0 0 0,0 0 0,0 0 0,0-1 0,0 1 0,0 0 0,1 0 0,-1 0 0,0 0 0,0 0 0,0 0 0,0 0 0,0-1 0,0 1 0,0 0 0,1 0 0,-1 0 0,0 0 0,0 0 0,0 0 0,0 0 0,0 0 0,0 0 0,1 0 0,-1 0 0,0 0 0,0 0 0,12-1 0,11 5 0,51 14 0,0 3 0,-2 3 0,0 3 0,80 45 0,-150-72 0,13 8 0,1 1 0,-2 0 0,28 21 0,-40-28 0,1 1 0,0-1 0,-1 0 0,0 1 0,0-1 0,1 1 0,-2 0 0,1 0 0,0 0 0,0-1 0,-1 2 0,0-1 0,1 0 0,-1 0 0,0 0 0,-1 1 0,1-1 0,-1 0 0,1 1 0,-1-1 0,0 0 0,0 1 0,-1-1 0,1 0 0,0 1 0,-1-1 0,-2 6 0,-1-1 0,0-1 0,0 0 0,-1 0 0,0-1 0,-1 1 0,1-1 0,-1 0 0,0 0 0,-1-1 0,1 0 0,-14 8 0,-7 3 0,-51 20 0,-79 23-1365,85-36-5461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8.625"/>
    </inkml:context>
    <inkml:brush xml:id="br0">
      <inkml:brushProperty name="width" value="0.05" units="cm"/>
      <inkml:brushProperty name="height" value="0.05" units="cm"/>
      <inkml:brushProperty name="color" value="#FFFFFF"/>
    </inkml:brush>
  </inkml:definitions>
  <inkml:trace contextRef="#ctx0" brushRef="#br0">672 71 24575,'2'0'0,"-1"0"0,1 0 0,0 0 0,-1-1 0,1 1 0,0-1 0,-1 1 0,1-1 0,-1 0 0,1 1 0,-1-1 0,1 0 0,-1 0 0,1 0 0,-1 0 0,0 0 0,0-1 0,2-1 0,-2 2 0,-1 1 0,0-1 0,1 0 0,-1 1 0,0-1 0,1 0 0,-1 1 0,0-1 0,0 0 0,0 0 0,0 1 0,0-1 0,0 0 0,0 1 0,0-1 0,0 0 0,0 1 0,0-1 0,0 0 0,-1 0 0,1 1 0,0-1 0,0 1 0,-1-1 0,1 0 0,0 1 0,-1-1 0,1 1 0,-1-1 0,1 0 0,-1 1 0,1-1 0,-1 1 0,1 0 0,-1-1 0,1 1 0,-1-1 0,0 1 0,1 0 0,-1-1 0,0 1 0,1 0 0,-1 0 0,0 0 0,-1-1 0,-14-5 0,-2 1 0,1 1 0,-1 0 0,-28-1 0,-75 1 0,88 3 0,-2 1 0,0 1 0,0 2 0,1 1 0,-48 12 0,69-13 0,0 1 0,1 0 0,-1 1 0,1 1 0,0 0 0,1 0 0,-1 1 0,1 1 0,1 0 0,0 0 0,0 1 0,0 0 0,1 1 0,-13 17 0,20-24 0,-1 1 0,1 0 0,0-1 0,0 1 0,1 0 0,-1 0 0,1 0 0,-1 0 0,1 1 0,1-1 0,-1 0 0,1 0 0,-1 1 0,1-1 0,0 0 0,1 0 0,0 8 0,1-7 0,0 0 0,0 0 0,0 0 0,1 0 0,0-1 0,0 1 0,0-1 0,0 1 0,1-1 0,-1 0 0,1 0 0,6 4 0,5 3 0,1-1 0,1 0 0,0-1 0,0 0 0,0-2 0,35 11 0,2-5 0,0-1 0,1-4 0,89 4 0,168-19 0,-217-1 0,0-3 0,-1-5 0,105-31 0,-185 44 0,0-1 0,1-1 0,-2-1 0,1 0 0,-1-1 0,0 0 0,0-1 0,15-12 0,-27 19 8,0 0-1,1 0 1,-1 0-1,0 0 0,0 0 1,0-1-1,0 1 1,0 0-1,0-1 0,-1 1 1,1-1-1,0 1 1,-1-1-1,1 1 1,-1-1-1,1 1 0,-1-1 1,0 1-1,0-1 1,0 0-1,0 1 0,0-3 1,0 2 3,-1 0 1,0 0-1,0 1 0,0-1 1,0 0-1,0 0 1,0 1-1,0-1 0,-1 0 1,1 1-1,-1-1 0,1 1 1,-1 0-1,-3-3 1,-4-2-354,-1 1 1,-1 0 0,1 1-1,-20-7 1,-11 0-6485</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9.312"/>
    </inkml:context>
    <inkml:brush xml:id="br0">
      <inkml:brushProperty name="width" value="0.05" units="cm"/>
      <inkml:brushProperty name="height" value="0.05" units="cm"/>
      <inkml:brushProperty name="color" value="#FFFFFF"/>
    </inkml:brush>
  </inkml:definitions>
  <inkml:trace contextRef="#ctx0" brushRef="#br0">0 18 24575,'22'-1'0,"34"-6"0,8-1 0,399 6 0,-402 4 0,86 13 0,-127-12 0,-1 1 0,1 1 0,-1 1 0,-1 0 0,1 2 0,-1 0 0,0 1 0,23 16 0,-36-21 27,0 0-1,0 0 0,-1 1 0,1 0 1,-1 0-1,0 0 0,0 0 0,-1 0 1,0 1-1,0 0 0,0 0 0,2 8 1,-2-4-241,-1-1 1,0 1 0,0 0-1,-1 0 1,-1-1 0,0 1-1,-1 13 1,-3 9-6613</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19.833"/>
    </inkml:context>
    <inkml:brush xml:id="br0">
      <inkml:brushProperty name="width" value="0.05" units="cm"/>
      <inkml:brushProperty name="height" value="0.05" units="cm"/>
      <inkml:brushProperty name="color" value="#FFFFFF"/>
    </inkml:brush>
  </inkml:definitions>
  <inkml:trace contextRef="#ctx0" brushRef="#br0">1 0 24575,'0'94'34,"4"338"263,27-4-1993,-25-382-5130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0.082"/>
    </inkml:context>
    <inkml:brush xml:id="br0">
      <inkml:brushProperty name="width" value="0.05" units="cm"/>
      <inkml:brushProperty name="height" value="0.05" units="cm"/>
      <inkml:brushProperty name="color" value="#FFFFFF"/>
    </inkml:brush>
  </inkml:definitions>
  <inkml:trace contextRef="#ctx0" brushRef="#br0">1 1 24575,'2'0'0,"5"0"0,7 0 0,9 0 0,11 3 0,-2 1-8191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0.174"/>
    </inkml:context>
    <inkml:brush xml:id="br0">
      <inkml:brushProperty name="width" value="0.05" units="cm"/>
      <inkml:brushProperty name="height" value="0.05" units="cm"/>
      <inkml:brushProperty name="color" value="#FFFFFF"/>
    </inkml:brush>
  </inkml:definitions>
  <inkml:trace contextRef="#ctx0" brushRef="#br0">0 38 24575,'15'0'0,"17"0"0,14-3 0,9-1 0,1-2 0,-4-2 0,-10 0 0,-13-1-8191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0.502"/>
    </inkml:context>
    <inkml:brush xml:id="br0">
      <inkml:brushProperty name="width" value="0.05" units="cm"/>
      <inkml:brushProperty name="height" value="0.05" units="cm"/>
      <inkml:brushProperty name="color" value="#FFFFFF"/>
    </inkml:brush>
  </inkml:definitions>
  <inkml:trace contextRef="#ctx0" brushRef="#br0">17 57 24575,'-1'-57'0,"-8"139"0,4 0 0,4 0 0,10 91 0,46 246 0,-25-227 0,-9-47-1365,-17-116-5461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0.828"/>
    </inkml:context>
    <inkml:brush xml:id="br0">
      <inkml:brushProperty name="width" value="0.05" units="cm"/>
      <inkml:brushProperty name="height" value="0.05" units="cm"/>
      <inkml:brushProperty name="color" value="#FFFFFF"/>
    </inkml:brush>
  </inkml:definitions>
  <inkml:trace contextRef="#ctx0" brushRef="#br0">10 0 24575,'-1'2'0,"-8"10"0,28-9 0,827 43 0,-734-44-1365,-74-4-5461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1.560"/>
    </inkml:context>
    <inkml:brush xml:id="br0">
      <inkml:brushProperty name="width" value="0.05" units="cm"/>
      <inkml:brushProperty name="height" value="0.05" units="cm"/>
      <inkml:brushProperty name="color" value="#FFFFFF"/>
    </inkml:brush>
  </inkml:definitions>
  <inkml:trace contextRef="#ctx0" brushRef="#br0">1 185 24575,'1'-31'0,"2"-1"0,2 1 0,10-41 0,-15 71 0,1-1 0,-1 1 0,0-1 0,1 1 0,-1 0 0,1-1 0,-1 1 0,1 0 0,0 0 0,-1-1 0,1 1 0,1-2 0,-1 3 0,-1 0 0,0 0 0,1 0 0,-1 0 0,0 0 0,0 0 0,1 0 0,-1 0 0,0 0 0,0 0 0,1 0 0,-1 0 0,0 1 0,0-1 0,1 0 0,-1 0 0,0 0 0,0 0 0,1 0 0,-1 0 0,0 1 0,0-1 0,0 0 0,0 0 0,1 0 0,-1 1 0,0-1 0,0 0 0,0 0 0,0 0 0,1 1 0,-1-1 0,0 0 0,0 0 0,0 1 0,0-1 0,0 1 0,2 4 0,0 0 0,-1 0 0,1 0 0,-1 1 0,0 5 0,2 247 0,-3-25 0,0-232 0,0 1 0,0-1 0,0 0 0,1 1 0,-1-1 0,0 0 0,0 1 0,1-1 0,-1 0 0,1 1 0,-1-1 0,1 0 0,0 0 0,-1 1 0,1-1 0,0 0 0,0 0 0,0 0 0,0 0 0,0 0 0,2 1 0,-2-2 0,0 1 0,0-1 0,0 0 0,0 0 0,0 0 0,0-1 0,0 1 0,0 0 0,0 0 0,0 0 0,0-1 0,0 1 0,0-1 0,0 1 0,0-1 0,0 1 0,0-1 0,0 1 0,-1-1 0,1 0 0,0 1 0,0-1 0,-1 0 0,1 0 0,0 0 0,-1 1 0,1-1 0,0-2 0,16-22 0,20-39 0,-21 35 0,21-29 0,-29 47 0,0 0 0,1 0 0,1 1 0,0 0 0,19-14 0,-26 22 0,1-1 0,-1 1 0,0 0 0,1 1 0,-1-1 0,1 1 0,0-1 0,-1 1 0,1 0 0,0 0 0,0 1 0,0-1 0,0 1 0,0 0 0,0 0 0,0 0 0,0 1 0,-1-1 0,1 1 0,0 0 0,0 0 0,0 0 0,-1 0 0,8 4 0,-4 0 40,1 1 1,-1-1-1,0 1 0,0 1 0,-1-1 1,0 1-1,11 14 0,31 60-781,-34-55-205,3 6-5880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2.201"/>
    </inkml:context>
    <inkml:brush xml:id="br0">
      <inkml:brushProperty name="width" value="0.05" units="cm"/>
      <inkml:brushProperty name="height" value="0.05" units="cm"/>
      <inkml:brushProperty name="color" value="#FFFFFF"/>
    </inkml:brush>
  </inkml:definitions>
  <inkml:trace contextRef="#ctx0" brushRef="#br0">172 426 24575,'0'-29'0,"-1"1"0,-1-1 0,-9-41 0,10 68 0,1 0 0,0 0 0,-1 1 0,1-1 0,-1 0 0,1 1 0,-1-1 0,0 1 0,0-1 0,0 1 0,0-1 0,0 1 0,0-1 0,0 1 0,0 0 0,-1 0 0,1-1 0,0 1 0,-1 0 0,-2-1 0,3 1 0,-1 1 0,0 0 0,1 0 0,-1 0 0,0 0 0,1 0 0,-1 0 0,1 0 0,-1 0 0,0 1 0,1-1 0,-1 0 0,1 1 0,-1 0 0,1-1 0,-1 1 0,-2 1 0,-2 3 0,-1-1 0,1 1 0,0 0 0,1 1 0,-1-1 0,1 1 0,-8 12 0,6-6 0,0 0 0,0 1 0,2 0 0,-1 0 0,2 1 0,0-1 0,-3 17 0,6-23 0,0-1 0,0 1 0,1 0 0,0-1 0,0 1 0,0 0 0,1-1 0,0 1 0,0 0 0,1-1 0,0 1 0,0-1 0,1 0 0,-1 0 0,1 0 0,1 0 0,3 6 0,-5-9 0,0-1 0,0 1 0,1-1 0,-1 0 0,1 0 0,-1 1 0,1-2 0,0 1 0,-1 0 0,1 0 0,0-1 0,0 0 0,1 0 0,-1 1 0,0-2 0,0 1 0,0 0 0,1-1 0,-1 1 0,0-1 0,1 0 0,-1 0 0,0 0 0,0-1 0,1 1 0,-1-1 0,0 0 0,0 0 0,0 0 0,1 0 0,-1 0 0,4-4 0,2 0 0,1-1 0,-1 0 0,0-1 0,-1 0 0,0 0 0,0-1 0,0 0 0,9-14 0,-5 3 0,0-1 0,-2 0 0,0-1 0,-1 0 0,-1 0 0,-1-1 0,9-44 0,-10 25 0,-1 0 0,-3 0 0,-3-63 0,-5 70 0,-1 23 0,7 11 0,-1 0 0,1 0 0,0 0 0,-1 0 0,1 0 0,-1 0 0,1 0 0,0 0 0,-1 1 0,1-1 0,-1 0 0,1 0 0,0 0 0,-1 1 0,1-1 0,0 0 0,-1 1 0,1-1 0,0 0 0,0 1 0,-1-1 0,1 0 0,0 1 0,0-1 0,-1 0 0,1 1 0,0-1 0,0 1 0,0-1 0,0 0 0,0 1 0,-4 8 0,1-1 0,1 0 0,0 1 0,0-1 0,0 1 0,1 0 0,0 10 0,4 64 0,-3-74 0,3 32 0,2-1 0,2 1 0,1-2 0,2 1 0,31 75 0,-39-109 0,1 0 0,1 0 0,-1-1 0,1 1 0,0-1 0,0 1 0,1-1 0,-1 0 0,11 7 0,-14-11 0,1 1 0,0-1 0,0 0 0,0 0 0,-1-1 0,1 1 0,0 0 0,0-1 0,0 1 0,0-1 0,0 1 0,1-1 0,-1 0 0,0 0 0,0 0 0,0 0 0,0 0 0,0-1 0,0 1 0,0-1 0,0 1 0,0-1 0,0 0 0,0 0 0,0 1 0,0-1 0,-1-1 0,1 1 0,0 0 0,-1 0 0,1-1 0,-1 1 0,1-1 0,-1 1 0,2-3 0,4-5 0,0 0 0,-1 0 0,0-1 0,0 1 0,-1-2 0,7-18 0,13-68 0,-8 27 0,-10 57 0,-3 20 0,-1 27 0,-3-28 0,4 31-455,1 0 0,17 63 0,-15-77-6371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2.358"/>
    </inkml:context>
    <inkml:brush xml:id="br0">
      <inkml:brushProperty name="width" value="0.05" units="cm"/>
      <inkml:brushProperty name="height" value="0.05" units="cm"/>
      <inkml:brushProperty name="color" value="#FFFFFF"/>
    </inkml:brush>
  </inkml:definitions>
  <inkml:trace contextRef="#ctx0" brushRef="#br0">75 97 24575,'-3'-6'0,"-4"-8"0,-4-4 0,0-3 0,0 3 0,-3 5 0,2 6 0,6 9 0,7 6 0,3 2-8191</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2.728"/>
    </inkml:context>
    <inkml:brush xml:id="br0">
      <inkml:brushProperty name="width" value="0.05" units="cm"/>
      <inkml:brushProperty name="height" value="0.05" units="cm"/>
      <inkml:brushProperty name="color" value="#FFFFFF"/>
    </inkml:brush>
  </inkml:definitions>
  <inkml:trace contextRef="#ctx0" brushRef="#br0">4 1 24575,'-3'0'0,"2"0"0,5 0 0,3 0 0,5 0 0,5 0 0,7 0 0,1 0 0,3 0 0,-1 0 0,1 0 0,-4 0-8191</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4.288"/>
    </inkml:context>
    <inkml:brush xml:id="br0">
      <inkml:brushProperty name="width" value="0.05" units="cm"/>
      <inkml:brushProperty name="height" value="0.05" units="cm"/>
      <inkml:brushProperty name="color" value="#FFFFFF"/>
    </inkml:brush>
  </inkml:definitions>
  <inkml:trace contextRef="#ctx0" brushRef="#br0">180 199 24575,'-3'-4'0,"1"1"0,0-1 0,0 1 0,1-1 0,-1 1 0,1-1 0,-2-6 0,2 5 0,-1 1 0,1-1 0,-1 0 0,0 1 0,-1-1 0,-3-5 0,5 9 0,0 0 0,0 0 0,0 0 0,0 1 0,1-1 0,-1 0 0,-1 1 0,1-1 0,0 1 0,0-1 0,0 1 0,0 0 0,0-1 0,0 1 0,0 0 0,-1 0 0,1 0 0,0-1 0,0 1 0,0 1 0,0-1 0,-1 0 0,1 0 0,0 0 0,0 1 0,0-1 0,0 0 0,0 1 0,0-1 0,0 1 0,0-1 0,-2 2 0,-2 1 0,0 1 0,0 0 0,1 0 0,-1 0 0,1 0 0,0 1 0,0-1 0,0 1 0,1 0 0,-5 9 0,-2 3 0,-12 37 0,16-37 0,0 0 0,2 0 0,0 1 0,1 0 0,1-1 0,1 1 0,0 0 0,4 35 0,-2-44 0,1-1 0,-1 0 0,1 0 0,1 0 0,0 0 0,0 0 0,0 0 0,1 0 0,1-1 0,-1 0 0,1 0 0,0 0 0,0-1 0,1 1 0,0-1 0,0-1 0,1 1 0,-1-1 0,1 0 0,0 0 0,8 3 0,-5-4 0,1 0 0,-1 0 0,1-1 0,-1-1 0,1 0 0,0 0 0,0-1 0,-1 0 0,1-1 0,0 0 0,0-1 0,0 0 0,0-1 0,-1 0 0,1 0 0,0-2 0,-1 1 0,0-1 0,18-10 0,-18 9 0,0-1 0,-1 0 0,0-1 0,0 0 0,0-1 0,-1 1 0,0-2 0,0 1 0,-1-1 0,0 0 0,-1-1 0,0 0 0,0 0 0,-1 0 0,0 0 0,-1-1 0,0 0 0,3-19 0,-5 16 0,0 1 0,-2 0 0,0-1 0,0 1 0,-3-18 0,1 23 0,1 1 0,-1 0 0,0 0 0,0 0 0,-1 0 0,0 0 0,0 0 0,-1 0 0,1 1 0,-10-12 0,12 17 0,1 1 0,-1-1 0,1 0 0,-1 1 0,1-1 0,-1 0 0,1 1 0,-1-1 0,1 1 0,-1-1 0,0 1 0,1-1 0,-1 1 0,0-1 0,0 1 0,1 0 0,-1 0 0,0-1 0,0 1 0,1 0 0,-1 0 0,0 0 0,0-1 0,0 1 0,1 0 0,-1 0 0,0 1 0,0-1 0,0 0 0,1 0 0,-1 0 0,0 0 0,0 1 0,0-1 0,1 0 0,-1 1 0,0-1 0,1 0 0,-1 1 0,0-1 0,1 1 0,-1-1 0,0 1 0,1 0 0,-1-1 0,1 1 0,-1 0 0,1-1 0,0 1 0,-1 0 0,1-1 0,-1 1 0,1 1 0,-3 4 0,1-1 0,0 1 0,0 0 0,1 0 0,-2 10 0,-1 14 0,2 1 0,3 40 0,0-53 0,1 0 0,0-1 0,2 1 0,0-1 0,10 25 0,-12-37 0,0 0 0,1 0 0,0 0 0,0 0 0,1-1 0,-1 1 0,1-1 0,0 0 0,0 0 0,1 0 0,-1 0 0,1-1 0,0 0 0,0 0 0,10 5 0,-11-7 0,-1 0 0,1 0 0,-1 0 0,1 0 0,0 0 0,0-1 0,0 0 0,-1 0 0,1 0 0,0 0 0,0 0 0,0-1 0,-1 0 0,1 1 0,0-2 0,-1 1 0,1 0 0,-1-1 0,1 1 0,-1-1 0,0 0 0,1 0 0,-1 0 0,0-1 0,2-2 0,4-5 0,0 0 0,-2 0 0,1-1 0,-1 1 0,-1-2 0,0 1 0,0-1 0,-1 0 0,-1 0 0,0-1 0,4-23 0,-2 5 0,-3-1 0,0 0 0,-3-53 0,-1 79 0,1 0 0,-1 0 0,0 0 0,0 0 0,-1 0 0,0 0 0,-5-10 0,7 15 0,-1 0 0,1 0 0,-1 0 0,0 0 0,0 0 0,1 0 0,-1 0 0,0 0 0,0 0 0,0 0 0,0 0 0,0 1 0,0-1 0,0 0 0,-1 1 0,1-1 0,0 1 0,0-1 0,0 1 0,-1 0 0,1-1 0,0 1 0,0 0 0,-1 0 0,1 0 0,0 0 0,0 0 0,-1 0 0,1 0 0,0 1 0,0-1 0,-1 0 0,1 1 0,0-1 0,0 1 0,0-1 0,0 1 0,-1-1 0,1 1 0,0 0 0,0 0 0,0-1 0,-1 3 0,-2 0 0,1 0 0,-1 1 0,1-1 0,0 1 0,0 0 0,0 0 0,0 1 0,1-1 0,-1 0 0,1 1 0,0-1 0,1 1 0,-1 0 0,1 0 0,-1 6 0,1-9 0,1 0 0,0 0 0,-1 0 0,1 0 0,0 0 0,1 0 0,-1 0 0,0 0 0,0-1 0,1 1 0,-1 0 0,1 0 0,0 0 0,-1 0 0,1 0 0,0-1 0,0 1 0,0 0 0,0-1 0,0 1 0,1-1 0,-1 1 0,1-1 0,-1 1 0,0-1 0,1 0 0,0 0 0,-1 0 0,1 0 0,0 0 0,0 0 0,-1 0 0,1-1 0,0 1 0,0 0 0,0-1 0,0 0 0,0 1 0,0-1 0,3 0 0,7 0 0,1-1 0,0 0 0,-1-1 0,1-1 0,22-7 0,-20 6 0,1 0 0,-1 1 0,21-2 0,-31 4 0,0 1 0,0 0 0,1 1 0,-1-1 0,0 1 0,1 0 0,-1 0 0,0 0 0,0 1 0,0 0 0,0 0 0,0 0 0,-1 1 0,9 5 0,-7-2 0,0-1 0,-1 1 0,0 0 0,0 1 0,0-1 0,-1 1 0,0 0 0,0 0 0,3 9 0,1 5 0,-7-15 0,1 0 0,0-1 0,1 0 0,-1 1 0,1-1 0,0 0 0,0 0 0,0-1 0,1 1 0,6 5 0,-10-9 0,1-1 0,-1 0 0,1 1 0,0-1 0,-1 0 0,1 0 0,0 1 0,0-1 0,-1 0 0,1 0 0,0 0 0,-1 0 0,1 0 0,0 0 0,0 0 0,-1 0 0,1 0 0,0 0 0,-1-1 0,1 1 0,0 0 0,-1 0 0,1-1 0,0 1 0,-1 0 0,1-1 0,-1 1 0,1-1 0,0 1 0,-1-1 0,1 1 0,-1-1 0,0 1 0,1-1 0,-1 1 0,1-1 0,-1 0 0,0 1 0,1-1 0,-1 0 0,0 1 0,1-2 0,13-38 0,-10 28 0,3-8 0,-1 2 0,1 2 0,10-19 0,-15 32 0,0-1 0,0 0 0,0 1 0,1 0 0,0 0 0,-1 0 0,1 0 0,0 0 0,0 0 0,1 1 0,-1 0 0,1-1 0,-1 1 0,8-3 0,-9 5 0,-1 0 0,1-1 0,0 1 0,-1 0 0,1 0 0,0 0 0,-1 0 0,1 1 0,0-1 0,-1 0 0,1 1 0,-1-1 0,1 1 0,0 0 0,-1-1 0,1 1 0,-1 0 0,0 0 0,1 0 0,-1 0 0,0 0 0,1 0 0,-1 0 0,0 0 0,0 1 0,0-1 0,0 0 0,0 1 0,0-1 0,-1 1 0,1-1 0,0 1 0,0 2 0,4 7 0,-1 1 0,-1-1 0,3 19 0,-4-24 0,4 27 0,-4-15 0,1-1 0,1 0 0,1 0 0,9 21 0,-13-34 0,1 0 0,0 0 0,0-1 0,1 1 0,-1-1 0,1 1 0,-1-1 0,1 0 0,0 0 0,1 0 0,-1-1 0,0 1 0,1-1 0,-1 0 0,1 0 0,0 0 0,0 0 0,0 0 0,0-1 0,0 0 0,0 0 0,0 0 0,5 0 0,2 0 0,-1-2 0,0 1 0,1-1 0,-1-1 0,0 0 0,1 0 0,-1-1 0,0 0 0,-1-1 0,1 0 0,-1 0 0,1-1 0,-1-1 0,-1 1 0,1-1 0,11-12 0,-6 6 0,0-2 0,-2 0 0,0 0 0,0-1 0,-1-1 0,-1 0 0,-1 0 0,10-24 0,-15 30 0,0 0 0,-1-1 0,0 1 0,-1-1 0,0 0 0,0-11 0,-2 19 0,1 0 0,-1 0 0,0 0 0,-1-1 0,1 1 0,0 0 0,-1 0 0,0 0 0,1 0 0,-1 0 0,-1 0 0,1 0 0,0 1 0,-1-1 0,1 0 0,-1 1 0,0-1 0,0 1 0,0-1 0,0 1 0,0 0 0,0 0 0,-1 0 0,1 0 0,-4-2 0,4 3 0,1 1 0,-1-1 0,1 0 0,-1 1 0,1 0 0,-1-1 0,1 1 0,-1 0 0,0 0 0,1 0 0,-1 0 0,1 0 0,-1 0 0,1 0 0,-1 0 0,0 1 0,1-1 0,-1 1 0,-2 1 0,1-1 0,1 1 0,-1 0 0,0 0 0,1 0 0,0 0 0,-1 0 0,1 1 0,0-1 0,-3 5 0,1 0 0,0 0 0,0 1 0,1 0 0,0 0 0,0 0 0,-3 15 0,4-15 0,1-1 0,0 1 0,0-1 0,1 1 0,0 0 0,0-1 0,1 1 0,0-1 0,3 12 0,-4-19 0,0 1 0,0-1 0,1 1 0,-1-1 0,0 1 0,0-1 0,1 0 0,-1 1 0,0-1 0,1 1 0,-1-1 0,1 0 0,-1 1 0,0-1 0,1 0 0,-1 1 0,1-1 0,-1 0 0,1 0 0,-1 1 0,1-1 0,-1 0 0,1 0 0,-1 0 0,1 0 0,0 0 0,-1 0 0,1 0 0,-1 0 0,1 0 0,-1 0 0,1 0 0,-1 0 0,1 0 0,-1 0 0,1 0 0,-1 0 0,1-1 0,-1 1 0,1 0 0,-1 0 0,1-1 0,-1 1 0,1 0 0,-1-1 0,1 1 0,-1 0 0,0-1 0,1 1 0,-1-1 0,0 1 0,1-1 0,-1 1 0,0-1 0,3-3 0,0 1 0,-1-1 0,1 1 0,-1-1 0,2-6 0,3-16 0,-1 0 0,-1-1 0,-1 0 0,0-44 0,-3 56 0,-1-1 0,0 1 0,-1 0 0,-1-1 0,-1 1 0,-7-28 0,9 42 0,1 0 0,0 1 0,0-1 0,0 1 0,0-1 0,0 1 0,0-1 0,-1 1 0,1-1 0,0 0 0,-1 1 0,1-1 0,0 1 0,-1 0 0,1-1 0,0 1 0,-1-1 0,1 1 0,-1-1 0,1 1 0,-1 0 0,1-1 0,-1 1 0,1 0 0,-1 0 0,1-1 0,-1 1 0,0 0 0,1 0 0,-1 0 0,0 0 0,0 1 0,0-1 0,1 1 0,-1 0 0,0-1 0,1 1 0,-1 0 0,0 0 0,1-1 0,-1 1 0,1 0 0,-1 0 0,1 0 0,0 0 0,-1 1 0,-10 40 0,7 15-195,3-1 0,2 0 0,2 0 0,3 0 0,3 0 0,29 103 0,-31-135-6631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5.076"/>
    </inkml:context>
    <inkml:brush xml:id="br0">
      <inkml:brushProperty name="width" value="0.05" units="cm"/>
      <inkml:brushProperty name="height" value="0.05" units="cm"/>
      <inkml:brushProperty name="color" value="#FFFFFF"/>
    </inkml:brush>
  </inkml:definitions>
  <inkml:trace contextRef="#ctx0" brushRef="#br0">1 126 24575,'0'-1'0,"0"-1"0,0 1 0,1-1 0,-1 1 0,1-1 0,-1 1 0,1 0 0,-1-1 0,1 1 0,0-1 0,0 1 0,-1 0 0,1 0 0,0-1 0,0 1 0,0 0 0,0 0 0,1 0 0,-1 0 0,0 0 0,0 1 0,1-1 0,-1 0 0,0 0 0,1 1 0,-1-1 0,1 1 0,-1-1 0,1 1 0,-1 0 0,3-1 0,7 0 0,-1 0 0,1 0 0,16 1 0,-13 0 0,90 2 0,84-3 0,-186 1 0,-1 0 0,1 0 0,-1 0 0,1 0 0,0 0 0,-1-1 0,1 1 0,-1-1 0,1 1 0,-1-1 0,1 1 0,-1-1 0,3-1 0,-4 1 0,0 1 0,0 0 0,0-1 0,1 1 0,-1-1 0,0 1 0,0 0 0,0-1 0,0 1 0,0-1 0,0 1 0,0 0 0,0-1 0,0 1 0,0-1 0,0 1 0,0 0 0,0-1 0,0 1 0,0-1 0,-1 1 0,1 0 0,0-1 0,0 1 0,0-1 0,0 1 0,-1 0 0,1-1 0,0 1 0,-1 0 0,1-1 0,-6-5 0,0 1 0,-1 0 0,1 0 0,-9-4 0,1-1 0,13 9 0,-4-3 0,-1 0 0,1 1 0,0-1 0,-1 1 0,0 0 0,-8-3 0,12 6 0,0-1 0,0 1 0,0 0 0,1 0 0,-1 0 0,0 0 0,0 0 0,0 0 0,0 1 0,0-1 0,1 0 0,-1 1 0,0 0 0,0-1 0,1 1 0,-1 0 0,0 0 0,1 0 0,-1 0 0,1 0 0,-1 0 0,1 1 0,0-1 0,-1 0 0,1 1 0,0-1 0,-1 3 0,-6 7 0,1 0 0,0 1 0,1 0 0,0 1 0,1-1 0,1 1 0,0 0 0,-2 13 0,2-8 0,1 0 0,2 1 0,-1-1 0,2 0 0,2 27 0,-1-36 0,1-1 0,0 1 0,0 0 0,0-1 0,1 0 0,1 1 0,8 14 0,-11-21 0,0 0 0,0 0 0,1 0 0,-1-1 0,1 1 0,-1 0 0,1-1 0,-1 0 0,1 1 0,0-1 0,0 0 0,0 0 0,0 0 0,0 0 0,0 0 0,0 0 0,0 0 0,0-1 0,0 1 0,1-1 0,-1 0 0,0 0 0,0 1 0,0-1 0,1-1 0,-1 1 0,0 0 0,0 0 0,0-1 0,1 0 0,-1 1 0,0-1 0,0 0 0,0 0 0,0 0 0,3-2 0,2-2 0,1 0 0,-2-1 0,1 0 0,-1 0 0,1 0 0,-2-1 0,1 1 0,-1-1 0,0-1 0,6-12 0,2-4 0,-2-1 0,9-28 0,-10 19 0,-1-1 0,8-53 0,-17 75 0,-2 12 0,-4 22 0,2 17 0,0 52 0,4-76 0,1 1 0,0-1 0,2 0 0,-1 0 0,2 1 0,9 24 0,-13-37 0,0-1 0,1 0 0,-1 1 0,1-1 0,-1 0 0,1 1 0,0-1 0,0 0 0,-1 0 0,1 0 0,0 0 0,0 0 0,0 0 0,0 0 0,0 0 0,0 0 0,0 0 0,1 0 0,-1 0 0,0-1 0,0 1 0,1-1 0,-1 1 0,0-1 0,1 1 0,-1-1 0,1 0 0,-1 0 0,3 1 0,-2-2 0,0 0 0,-1 0 0,1 0 0,0 0 0,0 0 0,0-1 0,-1 1 0,1 0 0,0-1 0,-1 1 0,1-1 0,-1 0 0,0 0 0,0 1 0,0-1 0,1 0 0,-2 0 0,3-4 0,4-14 0,-1 0 0,0-1 0,-1 0 0,-2 0 0,0-1 0,0-31 0,8-51 0,-12 103 0,2 0 0,-1 0 0,0 1 0,0-1 0,0 0 0,0 0 0,0 1 0,0-1 0,1 0 0,-1 1 0,0-1 0,1 0 0,-1 1 0,0-1 0,1 1 0,-1-1 0,1 0 0,-1 1 0,1-1 0,0 0 0,0 1 0,-1 1 0,0-1 0,1 0 0,-1 0 0,1 1 0,-1-1 0,0 0 0,1 1 0,-1-1 0,1 0 0,-1 1 0,0-1 0,0 0 0,1 1 0,-1-1 0,0 1 0,0-1 0,1 1 0,-1-1 0,0 1 0,0 0 0,12 37 0,-11-33 0,11 50 184,-8-34-443,1 0 1,0-1 0,1 1 0,2-1 0,15 31 0,-12-36-6568</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5.232"/>
    </inkml:context>
    <inkml:brush xml:id="br0">
      <inkml:brushProperty name="width" value="0.05" units="cm"/>
      <inkml:brushProperty name="height" value="0.05" units="cm"/>
      <inkml:brushProperty name="color" value="#FFFFFF"/>
    </inkml:brush>
  </inkml:definitions>
  <inkml:trace contextRef="#ctx0" brushRef="#br0">102 90 24575,'-3'-6'0,"-4"-8"0,-3-4 0,-4-3 0,-2 3 0,-1 8 0,2 7 0,4 8 0,3 6 0,7 4 0,3 0-8191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5.593"/>
    </inkml:context>
    <inkml:brush xml:id="br0">
      <inkml:brushProperty name="width" value="0.05" units="cm"/>
      <inkml:brushProperty name="height" value="0.05" units="cm"/>
      <inkml:brushProperty name="color" value="#FFFFFF"/>
    </inkml:brush>
  </inkml:definitions>
  <inkml:trace contextRef="#ctx0" brushRef="#br0">1 55 24575,'0'-3'0,"0"1"0,0-1 0,1 1 0,-1-1 0,1 0 0,0 1 0,0 0 0,0-1 0,0 1 0,0-1 0,0 1 0,0 0 0,1 0 0,-1 0 0,1 0 0,0 0 0,0 0 0,-1 0 0,1 1 0,5-4 0,-6 4 0,0 1 0,0-1 0,1 1 0,-1-1 0,0 1 0,1-1 0,-1 1 0,1 0 0,-1 0 0,0-1 0,1 1 0,-1 0 0,1 1 0,-1-1 0,1 0 0,-1 0 0,0 0 0,1 1 0,-1-1 0,1 1 0,-1-1 0,0 1 0,0 0 0,1-1 0,-1 1 0,0 0 0,0 0 0,0 0 0,0 0 0,0 0 0,0 0 0,0 0 0,0 0 0,0 0 0,0 1 0,-1-1 0,1 0 0,0 2 0,5 9 0,-1-1 0,-1 1 0,0-1 0,-1 1 0,0 1 0,-1-1 0,2 20 0,-3 94 0,-2-83 0,2-20 0,-1-16 0,1 1 0,-1-1 0,0 1 0,-1-1 0,0 1 0,0-1 0,-1 0 0,-3 13 0,5-20 0,0 0 0,0 0 0,0 0 0,0 0 0,0 0 0,0 0 0,0 0 0,0 1 0,0-1 0,0 0 0,0 0 0,-1 0 0,1 0 0,0 0 0,0 0 0,0 0 0,0 0 0,0 0 0,0 0 0,0 0 0,0 0 0,0 0 0,0 0 0,0 1 0,0-1 0,0 0 0,0 0 0,0 0 0,0 0 0,0 0 0,-1 0 0,1 0 0,0 0 0,0 0 0,0 0 0,0 0 0,0 0 0,0 0 0,0 0 0,0 0 0,0 0 0,0 0 0,0 0 0,0 0 0,-1 0 0,1 0 0,0 0 0,0 0 0,0 0 0,0 0 0,0 0 0,0 0 0,0-1 0,0 1 0,0 0 0,0 0 0,0 0 0,0 0 0,0 0 0,0 0 0,0 0 0,0 0 0,-1 0 0,1 0 0,-1-8 0,0-11 0,6-8 0,2 0 0,0 1 0,2 0 0,1 0 0,1 1 0,1 0 0,1 1 0,1 0 0,1 1 0,19-20 0,-28 36 69,0 0-1,1 1 0,0-1 0,10-6 1,-15 12-118,-1 0 0,0 0 0,0 0 1,1 0-1,-1 0 0,0 1 0,1-1 0,-1 1 1,1-1-1,-1 1 0,0-1 0,1 1 1,-1 0-1,1-1 0,0 1 0,-1 0 1,1 0-1,-1 0 0,1 0 0,-1 1 1,1-1-1,-1 0 0,1 1 0,-1-1 1,1 1-1,-1-1 0,0 1 0,1 0 1,-1-1-1,0 1 0,1 0 0,-1 0 0,0 0 1,1 1-1,6 10-6777</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8.664"/>
    </inkml:context>
    <inkml:brush xml:id="br0">
      <inkml:brushProperty name="width" value="0.05" units="cm"/>
      <inkml:brushProperty name="height" value="0.05" units="cm"/>
      <inkml:brushProperty name="color" value="#FFFFFF"/>
    </inkml:brush>
  </inkml:definitions>
  <inkml:trace contextRef="#ctx0" brushRef="#br0">12476 108 24575,'-5'-1'0,"1"1"0,0-1 0,-1 0 0,1-1 0,0 1 0,-7-4 0,-13-4 0,-26-2 0,-1 2 0,-80-3 0,-107 10 0,149 3 0,-790-10 0,339 4 0,47 2 0,242-14 0,-46-1 0,267 18 0,19-1 0,0 0 0,0 1 0,1 0 0,-1 1 0,0 0 0,1 1 0,-1 0 0,1 1 0,-13 5 0,-9 9 0,-1-2 0,-1-1 0,0-1 0,0-2 0,-46 9 0,-25-3 0,102-16 0,1-1 0,0 1 0,-1-1 0,1 1 0,0 0 0,0 0 0,0 0 0,0 0 0,0 1 0,0-1 0,0 0 0,0 1 0,0 0 0,1-1 0,-1 1 0,0 0 0,1 0 0,0 0 0,-1 0 0,1 0 0,0 0 0,-1 3 0,-2 5 0,2-1 0,-1 1 0,1 0 0,-1 12 0,-3 15 0,1-17 0,4-11 0,-1 0 0,-1 0 0,0-1 0,0 0 0,-7 15 0,9-22 0,0 1 0,0-1 0,-1 1 0,1-1 0,0 1 0,-1-1 0,1 0 0,-1 0 0,1 1 0,-1-1 0,1 0 0,-1-1 0,0 1 0,0 0 0,1 0 0,-1-1 0,0 1 0,0-1 0,0 1 0,0-1 0,0 0 0,1 0 0,-1 0 0,0 0 0,0 0 0,0 0 0,0 0 0,0-1 0,0 1 0,0-1 0,1 0 0,-4 0 0,-15-7 0,11 4 0,0 1 0,0 0 0,0 0 0,-1 1 0,1 0 0,-14 0 0,-117 3 0,138-1 0,0 1 0,1-1 0,-1 0 0,0 1 0,1-1 0,-1 1 0,1-1 0,-1 1 0,1 0 0,-1 0 0,1-1 0,-1 1 0,1 0 0,0 0 0,-1 1 0,1-1 0,0 0 0,0 0 0,0 1 0,0-1 0,0 0 0,0 1 0,0-1 0,0 1 0,1-1 0,-1 1 0,1 0 0,-1-1 0,1 1 0,-1-1 0,1 1 0,0 0 0,0 0 0,0 3 0,0 6 0,1 0 0,0 1 0,1-1 0,4 14 0,-1-3 0,6 55 0,-3 0 0,-4 1 0,-3-1 0,-3 1 0,-4 0 0,-3-1 0,-29 112 0,22-129 0,-41 101 0,43-128 0,-2-2 0,-1 0 0,-1 0 0,-35 43 0,47-67 0,0 0 0,-1 0 0,1 0 0,-1-1 0,-1 1 0,1-2 0,-1 1 0,0-1 0,0-1 0,-1 1 0,1-1 0,-1-1 0,0 1 0,0-1 0,0-1 0,0 0 0,-15 1 0,-203 23 0,114-11 0,-1229 127 0,198-22 0,-1334 93 0,1729-189 0,694-24 0,-516-12 0,133-5 0,282 11 0,-148-12 0,-139-34 0,371 40-1365,56 9-5461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29.019"/>
    </inkml:context>
    <inkml:brush xml:id="br0">
      <inkml:brushProperty name="width" value="0.05" units="cm"/>
      <inkml:brushProperty name="height" value="0.05" units="cm"/>
      <inkml:brushProperty name="color" value="#FFFFFF"/>
    </inkml:brush>
  </inkml:definitions>
  <inkml:trace contextRef="#ctx0" brushRef="#br0">502 11 24575,'1'-6'0,"-1"1"0,-9 8 0,-119 68 0,70-36 0,-218 143 0,273-176 0,0 0 0,0 0 0,1 1 0,-1-1 0,1 1 0,-1-1 0,1 1 0,0 0 0,0 0 0,-3 5 0,5-6 0,-1 0 0,1 0 0,0-1 0,0 1 0,0 0 0,0 0 0,0 0 0,0-1 0,0 1 0,0 0 0,1 0 0,-1-1 0,1 1 0,-1 0 0,1-1 0,0 1 0,0 0 0,-1-1 0,1 1 0,0-1 0,0 1 0,3 2 0,7 9 0,1-1 0,1 0 0,0 0 0,16 10 0,64 38 0,-36-24 0,146 101-1365,-141-96-5461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8T04:27:54.088"/>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9T04:58:18.397"/>
    </inkml:context>
    <inkml:brush xml:id="br0">
      <inkml:brushProperty name="width" value="0.05" units="cm"/>
      <inkml:brushProperty name="height" value="0.05" units="cm"/>
      <inkml:brushProperty name="color" value="#FF0066"/>
    </inkml:brush>
  </inkml:definitions>
  <inkml:trace contextRef="#ctx0" brushRef="#br0">0 1 24575,'6'0'0,"14"0"0,20 0 0,35 0 0,26 6 0,22 2 0,24-1 0,20-1 0,5-2 0,-9-1 0,-20-2 0,-32 0 0,-34-1-8191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0:37:08.68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7/27/2026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7/27/2026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7/27/2026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4" Type="http://schemas.openxmlformats.org/officeDocument/2006/relationships/customXml" Target="../ink/ink3.xml"/><Relationship Id="rId33" Type="http://schemas.openxmlformats.org/officeDocument/2006/relationships/image" Target="../media/image1321.png"/><Relationship Id="rId2" Type="http://schemas.openxmlformats.org/officeDocument/2006/relationships/customXml" Target="../ink/ink1.xml"/><Relationship Id="rId1" Type="http://schemas.openxmlformats.org/officeDocument/2006/relationships/slideLayout" Target="../slideLayouts/slideLayout2.xml"/><Relationship Id="rId32" Type="http://schemas.openxmlformats.org/officeDocument/2006/relationships/customXml" Target="../ink/ink2.xml"/><Relationship Id="rId31" Type="http://schemas.openxmlformats.org/officeDocument/2006/relationships/image" Target="../media/image1320.png"/><Relationship Id="rId35" Type="http://schemas.openxmlformats.org/officeDocument/2006/relationships/image" Target="../media/image24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jpeg"/><Relationship Id="rId4" Type="http://schemas.openxmlformats.org/officeDocument/2006/relationships/image" Target="../media/image9.jpe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117" Type="http://schemas.openxmlformats.org/officeDocument/2006/relationships/image" Target="../media/image69.png"/><Relationship Id="rId299" Type="http://schemas.openxmlformats.org/officeDocument/2006/relationships/image" Target="../media/image159.png"/><Relationship Id="rId21" Type="http://schemas.openxmlformats.org/officeDocument/2006/relationships/image" Target="../media/image21.png"/><Relationship Id="rId63" Type="http://schemas.openxmlformats.org/officeDocument/2006/relationships/image" Target="../media/image42.png"/><Relationship Id="rId159" Type="http://schemas.openxmlformats.org/officeDocument/2006/relationships/image" Target="../media/image90.png"/><Relationship Id="rId170" Type="http://schemas.openxmlformats.org/officeDocument/2006/relationships/customXml" Target="../ink/ink88.xml"/><Relationship Id="rId226" Type="http://schemas.openxmlformats.org/officeDocument/2006/relationships/customXml" Target="../ink/ink117.xml"/><Relationship Id="rId268" Type="http://schemas.openxmlformats.org/officeDocument/2006/relationships/customXml" Target="../ink/ink138.xml"/><Relationship Id="rId32" Type="http://schemas.openxmlformats.org/officeDocument/2006/relationships/customXml" Target="../ink/ink19.xml"/><Relationship Id="rId74" Type="http://schemas.openxmlformats.org/officeDocument/2006/relationships/customXml" Target="../ink/ink40.xml"/><Relationship Id="rId128" Type="http://schemas.openxmlformats.org/officeDocument/2006/relationships/customXml" Target="../ink/ink67.xml"/><Relationship Id="rId5" Type="http://schemas.openxmlformats.org/officeDocument/2006/relationships/image" Target="../media/image1310.png"/><Relationship Id="rId181" Type="http://schemas.openxmlformats.org/officeDocument/2006/relationships/image" Target="../media/image101.png"/><Relationship Id="rId237" Type="http://schemas.openxmlformats.org/officeDocument/2006/relationships/image" Target="../media/image128.png"/><Relationship Id="rId279" Type="http://schemas.openxmlformats.org/officeDocument/2006/relationships/image" Target="../media/image149.png"/><Relationship Id="rId43" Type="http://schemas.openxmlformats.org/officeDocument/2006/relationships/image" Target="../media/image32.png"/><Relationship Id="rId139" Type="http://schemas.openxmlformats.org/officeDocument/2006/relationships/image" Target="../media/image80.png"/><Relationship Id="rId290" Type="http://schemas.openxmlformats.org/officeDocument/2006/relationships/customXml" Target="../ink/ink149.xml"/><Relationship Id="rId85" Type="http://schemas.openxmlformats.org/officeDocument/2006/relationships/image" Target="../media/image53.png"/><Relationship Id="rId150" Type="http://schemas.openxmlformats.org/officeDocument/2006/relationships/customXml" Target="../ink/ink78.xml"/><Relationship Id="rId192" Type="http://schemas.openxmlformats.org/officeDocument/2006/relationships/customXml" Target="../ink/ink99.xml"/><Relationship Id="rId206" Type="http://schemas.openxmlformats.org/officeDocument/2006/relationships/customXml" Target="../ink/ink106.xml"/><Relationship Id="rId248" Type="http://schemas.openxmlformats.org/officeDocument/2006/relationships/customXml" Target="../ink/ink128.xml"/><Relationship Id="rId12" Type="http://schemas.openxmlformats.org/officeDocument/2006/relationships/customXml" Target="../ink/ink9.xml"/><Relationship Id="rId108" Type="http://schemas.openxmlformats.org/officeDocument/2006/relationships/customXml" Target="../ink/ink57.xml"/><Relationship Id="rId54" Type="http://schemas.openxmlformats.org/officeDocument/2006/relationships/customXml" Target="../ink/ink30.xml"/><Relationship Id="rId96" Type="http://schemas.openxmlformats.org/officeDocument/2006/relationships/customXml" Target="../ink/ink51.xml"/><Relationship Id="rId161" Type="http://schemas.openxmlformats.org/officeDocument/2006/relationships/image" Target="../media/image91.png"/><Relationship Id="rId217" Type="http://schemas.openxmlformats.org/officeDocument/2006/relationships/image" Target="../media/image118.png"/><Relationship Id="rId6" Type="http://schemas.openxmlformats.org/officeDocument/2006/relationships/customXml" Target="../ink/ink6.xml"/><Relationship Id="rId238" Type="http://schemas.openxmlformats.org/officeDocument/2006/relationships/customXml" Target="../ink/ink123.xml"/><Relationship Id="rId259" Type="http://schemas.openxmlformats.org/officeDocument/2006/relationships/image" Target="../media/image139.png"/><Relationship Id="rId23" Type="http://schemas.openxmlformats.org/officeDocument/2006/relationships/image" Target="../media/image22.png"/><Relationship Id="rId119" Type="http://schemas.openxmlformats.org/officeDocument/2006/relationships/image" Target="../media/image70.png"/><Relationship Id="rId270" Type="http://schemas.openxmlformats.org/officeDocument/2006/relationships/customXml" Target="../ink/ink139.xml"/><Relationship Id="rId291" Type="http://schemas.openxmlformats.org/officeDocument/2006/relationships/image" Target="../media/image155.png"/><Relationship Id="rId44" Type="http://schemas.openxmlformats.org/officeDocument/2006/relationships/customXml" Target="../ink/ink25.xml"/><Relationship Id="rId65" Type="http://schemas.openxmlformats.org/officeDocument/2006/relationships/image" Target="../media/image43.png"/><Relationship Id="rId86" Type="http://schemas.openxmlformats.org/officeDocument/2006/relationships/customXml" Target="../ink/ink46.xml"/><Relationship Id="rId130" Type="http://schemas.openxmlformats.org/officeDocument/2006/relationships/customXml" Target="../ink/ink68.xml"/><Relationship Id="rId151" Type="http://schemas.openxmlformats.org/officeDocument/2006/relationships/image" Target="../media/image86.png"/><Relationship Id="rId172" Type="http://schemas.openxmlformats.org/officeDocument/2006/relationships/customXml" Target="../ink/ink89.xml"/><Relationship Id="rId193" Type="http://schemas.openxmlformats.org/officeDocument/2006/relationships/image" Target="../media/image107.png"/><Relationship Id="rId207" Type="http://schemas.openxmlformats.org/officeDocument/2006/relationships/image" Target="../media/image114.png"/><Relationship Id="rId228" Type="http://schemas.openxmlformats.org/officeDocument/2006/relationships/customXml" Target="../ink/ink118.xml"/><Relationship Id="rId249" Type="http://schemas.openxmlformats.org/officeDocument/2006/relationships/image" Target="../media/image134.png"/><Relationship Id="rId13" Type="http://schemas.openxmlformats.org/officeDocument/2006/relationships/image" Target="../media/image17.png"/><Relationship Id="rId109" Type="http://schemas.openxmlformats.org/officeDocument/2006/relationships/image" Target="../media/image65.png"/><Relationship Id="rId260" Type="http://schemas.openxmlformats.org/officeDocument/2006/relationships/customXml" Target="../ink/ink134.xml"/><Relationship Id="rId281" Type="http://schemas.openxmlformats.org/officeDocument/2006/relationships/image" Target="../media/image150.png"/><Relationship Id="rId34" Type="http://schemas.openxmlformats.org/officeDocument/2006/relationships/customXml" Target="../ink/ink20.xml"/><Relationship Id="rId55" Type="http://schemas.openxmlformats.org/officeDocument/2006/relationships/image" Target="../media/image38.png"/><Relationship Id="rId76" Type="http://schemas.openxmlformats.org/officeDocument/2006/relationships/customXml" Target="../ink/ink41.xml"/><Relationship Id="rId97" Type="http://schemas.openxmlformats.org/officeDocument/2006/relationships/image" Target="../media/image59.png"/><Relationship Id="rId120" Type="http://schemas.openxmlformats.org/officeDocument/2006/relationships/customXml" Target="../ink/ink63.xml"/><Relationship Id="rId141" Type="http://schemas.openxmlformats.org/officeDocument/2006/relationships/image" Target="../media/image81.png"/><Relationship Id="rId7" Type="http://schemas.openxmlformats.org/officeDocument/2006/relationships/image" Target="../media/image1410.png"/><Relationship Id="rId162" Type="http://schemas.openxmlformats.org/officeDocument/2006/relationships/customXml" Target="../ink/ink84.xml"/><Relationship Id="rId183" Type="http://schemas.openxmlformats.org/officeDocument/2006/relationships/image" Target="../media/image102.png"/><Relationship Id="rId218" Type="http://schemas.openxmlformats.org/officeDocument/2006/relationships/customXml" Target="../ink/ink113.xml"/><Relationship Id="rId239" Type="http://schemas.openxmlformats.org/officeDocument/2006/relationships/image" Target="../media/image129.png"/><Relationship Id="rId250" Type="http://schemas.openxmlformats.org/officeDocument/2006/relationships/customXml" Target="../ink/ink129.xml"/><Relationship Id="rId271" Type="http://schemas.openxmlformats.org/officeDocument/2006/relationships/image" Target="../media/image145.png"/><Relationship Id="rId292" Type="http://schemas.openxmlformats.org/officeDocument/2006/relationships/customXml" Target="../ink/ink150.xml"/><Relationship Id="rId24" Type="http://schemas.openxmlformats.org/officeDocument/2006/relationships/customXml" Target="../ink/ink15.xml"/><Relationship Id="rId45" Type="http://schemas.openxmlformats.org/officeDocument/2006/relationships/image" Target="../media/image33.png"/><Relationship Id="rId66" Type="http://schemas.openxmlformats.org/officeDocument/2006/relationships/customXml" Target="../ink/ink36.xml"/><Relationship Id="rId87" Type="http://schemas.openxmlformats.org/officeDocument/2006/relationships/image" Target="../media/image54.png"/><Relationship Id="rId110" Type="http://schemas.openxmlformats.org/officeDocument/2006/relationships/customXml" Target="../ink/ink58.xml"/><Relationship Id="rId131" Type="http://schemas.openxmlformats.org/officeDocument/2006/relationships/image" Target="../media/image76.png"/><Relationship Id="rId152" Type="http://schemas.openxmlformats.org/officeDocument/2006/relationships/customXml" Target="../ink/ink79.xml"/><Relationship Id="rId173" Type="http://schemas.openxmlformats.org/officeDocument/2006/relationships/image" Target="../media/image97.png"/><Relationship Id="rId194" Type="http://schemas.openxmlformats.org/officeDocument/2006/relationships/customXml" Target="../ink/ink100.xml"/><Relationship Id="rId208" Type="http://schemas.openxmlformats.org/officeDocument/2006/relationships/customXml" Target="../ink/ink107.xml"/><Relationship Id="rId229" Type="http://schemas.openxmlformats.org/officeDocument/2006/relationships/image" Target="../media/image124.png"/><Relationship Id="rId240" Type="http://schemas.openxmlformats.org/officeDocument/2006/relationships/customXml" Target="../ink/ink124.xml"/><Relationship Id="rId261" Type="http://schemas.openxmlformats.org/officeDocument/2006/relationships/image" Target="../media/image140.png"/><Relationship Id="rId14" Type="http://schemas.openxmlformats.org/officeDocument/2006/relationships/customXml" Target="../ink/ink10.xml"/><Relationship Id="rId35" Type="http://schemas.openxmlformats.org/officeDocument/2006/relationships/image" Target="../media/image28.png"/><Relationship Id="rId56" Type="http://schemas.openxmlformats.org/officeDocument/2006/relationships/customXml" Target="../ink/ink31.xml"/><Relationship Id="rId77" Type="http://schemas.openxmlformats.org/officeDocument/2006/relationships/image" Target="../media/image49.png"/><Relationship Id="rId100" Type="http://schemas.openxmlformats.org/officeDocument/2006/relationships/customXml" Target="../ink/ink53.xml"/><Relationship Id="rId282" Type="http://schemas.openxmlformats.org/officeDocument/2006/relationships/customXml" Target="../ink/ink145.xml"/><Relationship Id="rId8" Type="http://schemas.openxmlformats.org/officeDocument/2006/relationships/customXml" Target="../ink/ink7.xml"/><Relationship Id="rId98" Type="http://schemas.openxmlformats.org/officeDocument/2006/relationships/customXml" Target="../ink/ink52.xml"/><Relationship Id="rId121" Type="http://schemas.openxmlformats.org/officeDocument/2006/relationships/image" Target="../media/image71.png"/><Relationship Id="rId142" Type="http://schemas.openxmlformats.org/officeDocument/2006/relationships/customXml" Target="../ink/ink74.xml"/><Relationship Id="rId163" Type="http://schemas.openxmlformats.org/officeDocument/2006/relationships/image" Target="../media/image92.png"/><Relationship Id="rId184" Type="http://schemas.openxmlformats.org/officeDocument/2006/relationships/customXml" Target="../ink/ink95.xml"/><Relationship Id="rId219" Type="http://schemas.openxmlformats.org/officeDocument/2006/relationships/image" Target="../media/image119.png"/><Relationship Id="rId230" Type="http://schemas.openxmlformats.org/officeDocument/2006/relationships/customXml" Target="../ink/ink119.xml"/><Relationship Id="rId251" Type="http://schemas.openxmlformats.org/officeDocument/2006/relationships/image" Target="../media/image135.png"/><Relationship Id="rId25" Type="http://schemas.openxmlformats.org/officeDocument/2006/relationships/image" Target="../media/image23.png"/><Relationship Id="rId46" Type="http://schemas.openxmlformats.org/officeDocument/2006/relationships/customXml" Target="../ink/ink26.xml"/><Relationship Id="rId67" Type="http://schemas.openxmlformats.org/officeDocument/2006/relationships/image" Target="../media/image44.png"/><Relationship Id="rId272" Type="http://schemas.openxmlformats.org/officeDocument/2006/relationships/customXml" Target="../ink/ink140.xml"/><Relationship Id="rId293" Type="http://schemas.openxmlformats.org/officeDocument/2006/relationships/image" Target="../media/image156.png"/><Relationship Id="rId88" Type="http://schemas.openxmlformats.org/officeDocument/2006/relationships/customXml" Target="../ink/ink47.xml"/><Relationship Id="rId111" Type="http://schemas.openxmlformats.org/officeDocument/2006/relationships/image" Target="../media/image66.png"/><Relationship Id="rId132" Type="http://schemas.openxmlformats.org/officeDocument/2006/relationships/customXml" Target="../ink/ink69.xml"/><Relationship Id="rId153" Type="http://schemas.openxmlformats.org/officeDocument/2006/relationships/image" Target="../media/image87.png"/><Relationship Id="rId174" Type="http://schemas.openxmlformats.org/officeDocument/2006/relationships/customXml" Target="../ink/ink90.xml"/><Relationship Id="rId195" Type="http://schemas.openxmlformats.org/officeDocument/2006/relationships/image" Target="../media/image108.png"/><Relationship Id="rId209" Type="http://schemas.openxmlformats.org/officeDocument/2006/relationships/image" Target="../media/image115.png"/><Relationship Id="rId220" Type="http://schemas.openxmlformats.org/officeDocument/2006/relationships/customXml" Target="../ink/ink114.xml"/><Relationship Id="rId241" Type="http://schemas.openxmlformats.org/officeDocument/2006/relationships/image" Target="../media/image130.png"/><Relationship Id="rId15" Type="http://schemas.openxmlformats.org/officeDocument/2006/relationships/image" Target="../media/image18.png"/><Relationship Id="rId36" Type="http://schemas.openxmlformats.org/officeDocument/2006/relationships/customXml" Target="../ink/ink21.xml"/><Relationship Id="rId57" Type="http://schemas.openxmlformats.org/officeDocument/2006/relationships/image" Target="../media/image39.png"/><Relationship Id="rId262" Type="http://schemas.openxmlformats.org/officeDocument/2006/relationships/customXml" Target="../ink/ink135.xml"/><Relationship Id="rId283" Type="http://schemas.openxmlformats.org/officeDocument/2006/relationships/image" Target="../media/image151.png"/><Relationship Id="rId78" Type="http://schemas.openxmlformats.org/officeDocument/2006/relationships/customXml" Target="../ink/ink42.xml"/><Relationship Id="rId99" Type="http://schemas.openxmlformats.org/officeDocument/2006/relationships/image" Target="../media/image60.png"/><Relationship Id="rId101" Type="http://schemas.openxmlformats.org/officeDocument/2006/relationships/image" Target="../media/image61.png"/><Relationship Id="rId122" Type="http://schemas.openxmlformats.org/officeDocument/2006/relationships/customXml" Target="../ink/ink64.xml"/><Relationship Id="rId143" Type="http://schemas.openxmlformats.org/officeDocument/2006/relationships/image" Target="../media/image82.png"/><Relationship Id="rId164" Type="http://schemas.openxmlformats.org/officeDocument/2006/relationships/customXml" Target="../ink/ink85.xml"/><Relationship Id="rId185" Type="http://schemas.openxmlformats.org/officeDocument/2006/relationships/image" Target="../media/image103.png"/><Relationship Id="rId9" Type="http://schemas.openxmlformats.org/officeDocument/2006/relationships/image" Target="../media/image15.png"/><Relationship Id="rId210" Type="http://schemas.openxmlformats.org/officeDocument/2006/relationships/customXml" Target="../ink/ink108.xml"/><Relationship Id="rId26" Type="http://schemas.openxmlformats.org/officeDocument/2006/relationships/customXml" Target="../ink/ink16.xml"/><Relationship Id="rId231" Type="http://schemas.openxmlformats.org/officeDocument/2006/relationships/image" Target="../media/image125.png"/><Relationship Id="rId252" Type="http://schemas.openxmlformats.org/officeDocument/2006/relationships/customXml" Target="../ink/ink130.xml"/><Relationship Id="rId273" Type="http://schemas.openxmlformats.org/officeDocument/2006/relationships/image" Target="../media/image146.png"/><Relationship Id="rId294" Type="http://schemas.openxmlformats.org/officeDocument/2006/relationships/customXml" Target="../ink/ink151.xml"/><Relationship Id="rId47" Type="http://schemas.openxmlformats.org/officeDocument/2006/relationships/image" Target="../media/image34.png"/><Relationship Id="rId68" Type="http://schemas.openxmlformats.org/officeDocument/2006/relationships/customXml" Target="../ink/ink37.xml"/><Relationship Id="rId89" Type="http://schemas.openxmlformats.org/officeDocument/2006/relationships/image" Target="../media/image55.png"/><Relationship Id="rId112" Type="http://schemas.openxmlformats.org/officeDocument/2006/relationships/customXml" Target="../ink/ink59.xml"/><Relationship Id="rId133" Type="http://schemas.openxmlformats.org/officeDocument/2006/relationships/image" Target="../media/image77.png"/><Relationship Id="rId154" Type="http://schemas.openxmlformats.org/officeDocument/2006/relationships/customXml" Target="../ink/ink80.xml"/><Relationship Id="rId175" Type="http://schemas.openxmlformats.org/officeDocument/2006/relationships/image" Target="../media/image98.png"/><Relationship Id="rId196" Type="http://schemas.openxmlformats.org/officeDocument/2006/relationships/customXml" Target="../ink/ink101.xml"/><Relationship Id="rId200" Type="http://schemas.openxmlformats.org/officeDocument/2006/relationships/customXml" Target="../ink/ink103.xml"/><Relationship Id="rId16" Type="http://schemas.openxmlformats.org/officeDocument/2006/relationships/customXml" Target="../ink/ink11.xml"/><Relationship Id="rId221" Type="http://schemas.openxmlformats.org/officeDocument/2006/relationships/image" Target="../media/image120.png"/><Relationship Id="rId242" Type="http://schemas.openxmlformats.org/officeDocument/2006/relationships/customXml" Target="../ink/ink125.xml"/><Relationship Id="rId263" Type="http://schemas.openxmlformats.org/officeDocument/2006/relationships/image" Target="../media/image141.png"/><Relationship Id="rId284" Type="http://schemas.openxmlformats.org/officeDocument/2006/relationships/customXml" Target="../ink/ink146.xml"/><Relationship Id="rId37" Type="http://schemas.openxmlformats.org/officeDocument/2006/relationships/image" Target="../media/image29.png"/><Relationship Id="rId58" Type="http://schemas.openxmlformats.org/officeDocument/2006/relationships/customXml" Target="../ink/ink32.xml"/><Relationship Id="rId79" Type="http://schemas.openxmlformats.org/officeDocument/2006/relationships/image" Target="../media/image50.png"/><Relationship Id="rId102" Type="http://schemas.openxmlformats.org/officeDocument/2006/relationships/customXml" Target="../ink/ink54.xml"/><Relationship Id="rId123" Type="http://schemas.openxmlformats.org/officeDocument/2006/relationships/image" Target="../media/image72.png"/><Relationship Id="rId144" Type="http://schemas.openxmlformats.org/officeDocument/2006/relationships/customXml" Target="../ink/ink75.xml"/><Relationship Id="rId90" Type="http://schemas.openxmlformats.org/officeDocument/2006/relationships/customXml" Target="../ink/ink48.xml"/><Relationship Id="rId165" Type="http://schemas.openxmlformats.org/officeDocument/2006/relationships/image" Target="../media/image93.png"/><Relationship Id="rId186" Type="http://schemas.openxmlformats.org/officeDocument/2006/relationships/customXml" Target="../ink/ink96.xml"/><Relationship Id="rId211" Type="http://schemas.openxmlformats.org/officeDocument/2006/relationships/image" Target="../media/image116.png"/><Relationship Id="rId232" Type="http://schemas.openxmlformats.org/officeDocument/2006/relationships/customXml" Target="../ink/ink120.xml"/><Relationship Id="rId253" Type="http://schemas.openxmlformats.org/officeDocument/2006/relationships/image" Target="../media/image136.png"/><Relationship Id="rId274" Type="http://schemas.openxmlformats.org/officeDocument/2006/relationships/customXml" Target="../ink/ink141.xml"/><Relationship Id="rId295" Type="http://schemas.openxmlformats.org/officeDocument/2006/relationships/image" Target="../media/image157.png"/><Relationship Id="rId27" Type="http://schemas.openxmlformats.org/officeDocument/2006/relationships/image" Target="../media/image24.png"/><Relationship Id="rId48" Type="http://schemas.openxmlformats.org/officeDocument/2006/relationships/customXml" Target="../ink/ink27.xml"/><Relationship Id="rId69" Type="http://schemas.openxmlformats.org/officeDocument/2006/relationships/image" Target="../media/image45.png"/><Relationship Id="rId113" Type="http://schemas.openxmlformats.org/officeDocument/2006/relationships/image" Target="../media/image67.png"/><Relationship Id="rId134" Type="http://schemas.openxmlformats.org/officeDocument/2006/relationships/customXml" Target="../ink/ink70.xml"/><Relationship Id="rId80" Type="http://schemas.openxmlformats.org/officeDocument/2006/relationships/customXml" Target="../ink/ink43.xml"/><Relationship Id="rId155" Type="http://schemas.openxmlformats.org/officeDocument/2006/relationships/image" Target="../media/image88.png"/><Relationship Id="rId176" Type="http://schemas.openxmlformats.org/officeDocument/2006/relationships/customXml" Target="../ink/ink91.xml"/><Relationship Id="rId197" Type="http://schemas.openxmlformats.org/officeDocument/2006/relationships/image" Target="../media/image109.png"/><Relationship Id="rId201" Type="http://schemas.openxmlformats.org/officeDocument/2006/relationships/image" Target="../media/image111.png"/><Relationship Id="rId222" Type="http://schemas.openxmlformats.org/officeDocument/2006/relationships/customXml" Target="../ink/ink115.xml"/><Relationship Id="rId243" Type="http://schemas.openxmlformats.org/officeDocument/2006/relationships/image" Target="../media/image131.png"/><Relationship Id="rId264" Type="http://schemas.openxmlformats.org/officeDocument/2006/relationships/customXml" Target="../ink/ink136.xml"/><Relationship Id="rId285" Type="http://schemas.openxmlformats.org/officeDocument/2006/relationships/image" Target="../media/image152.png"/><Relationship Id="rId17" Type="http://schemas.openxmlformats.org/officeDocument/2006/relationships/image" Target="../media/image19.png"/><Relationship Id="rId38" Type="http://schemas.openxmlformats.org/officeDocument/2006/relationships/customXml" Target="../ink/ink22.xml"/><Relationship Id="rId59" Type="http://schemas.openxmlformats.org/officeDocument/2006/relationships/image" Target="../media/image40.png"/><Relationship Id="rId103" Type="http://schemas.openxmlformats.org/officeDocument/2006/relationships/image" Target="../media/image62.png"/><Relationship Id="rId124" Type="http://schemas.openxmlformats.org/officeDocument/2006/relationships/customXml" Target="../ink/ink65.xml"/><Relationship Id="rId70" Type="http://schemas.openxmlformats.org/officeDocument/2006/relationships/customXml" Target="../ink/ink38.xml"/><Relationship Id="rId91" Type="http://schemas.openxmlformats.org/officeDocument/2006/relationships/image" Target="../media/image56.png"/><Relationship Id="rId145" Type="http://schemas.openxmlformats.org/officeDocument/2006/relationships/image" Target="../media/image83.png"/><Relationship Id="rId166" Type="http://schemas.openxmlformats.org/officeDocument/2006/relationships/customXml" Target="../ink/ink86.xml"/><Relationship Id="rId187" Type="http://schemas.openxmlformats.org/officeDocument/2006/relationships/image" Target="../media/image104.png"/><Relationship Id="rId1" Type="http://schemas.openxmlformats.org/officeDocument/2006/relationships/slideLayout" Target="../slideLayouts/slideLayout2.xml"/><Relationship Id="rId212" Type="http://schemas.openxmlformats.org/officeDocument/2006/relationships/customXml" Target="../ink/ink109.xml"/><Relationship Id="rId233" Type="http://schemas.openxmlformats.org/officeDocument/2006/relationships/image" Target="../media/image126.png"/><Relationship Id="rId254" Type="http://schemas.openxmlformats.org/officeDocument/2006/relationships/customXml" Target="../ink/ink131.xml"/><Relationship Id="rId28" Type="http://schemas.openxmlformats.org/officeDocument/2006/relationships/customXml" Target="../ink/ink17.xml"/><Relationship Id="rId49" Type="http://schemas.openxmlformats.org/officeDocument/2006/relationships/image" Target="../media/image35.png"/><Relationship Id="rId114" Type="http://schemas.openxmlformats.org/officeDocument/2006/relationships/customXml" Target="../ink/ink60.xml"/><Relationship Id="rId275" Type="http://schemas.openxmlformats.org/officeDocument/2006/relationships/image" Target="../media/image147.png"/><Relationship Id="rId296" Type="http://schemas.openxmlformats.org/officeDocument/2006/relationships/customXml" Target="../ink/ink152.xml"/><Relationship Id="rId300" Type="http://schemas.openxmlformats.org/officeDocument/2006/relationships/customXml" Target="../ink/ink154.xml"/><Relationship Id="rId60" Type="http://schemas.openxmlformats.org/officeDocument/2006/relationships/customXml" Target="../ink/ink33.xml"/><Relationship Id="rId81" Type="http://schemas.openxmlformats.org/officeDocument/2006/relationships/image" Target="../media/image51.png"/><Relationship Id="rId135" Type="http://schemas.openxmlformats.org/officeDocument/2006/relationships/image" Target="../media/image78.png"/><Relationship Id="rId156" Type="http://schemas.openxmlformats.org/officeDocument/2006/relationships/customXml" Target="../ink/ink81.xml"/><Relationship Id="rId177" Type="http://schemas.openxmlformats.org/officeDocument/2006/relationships/image" Target="../media/image99.png"/><Relationship Id="rId198" Type="http://schemas.openxmlformats.org/officeDocument/2006/relationships/customXml" Target="../ink/ink102.xml"/><Relationship Id="rId202" Type="http://schemas.openxmlformats.org/officeDocument/2006/relationships/customXml" Target="../ink/ink104.xml"/><Relationship Id="rId223" Type="http://schemas.openxmlformats.org/officeDocument/2006/relationships/image" Target="../media/image121.png"/><Relationship Id="rId244" Type="http://schemas.openxmlformats.org/officeDocument/2006/relationships/customXml" Target="../ink/ink126.xml"/><Relationship Id="rId18" Type="http://schemas.openxmlformats.org/officeDocument/2006/relationships/customXml" Target="../ink/ink12.xml"/><Relationship Id="rId39" Type="http://schemas.openxmlformats.org/officeDocument/2006/relationships/image" Target="../media/image30.png"/><Relationship Id="rId265" Type="http://schemas.openxmlformats.org/officeDocument/2006/relationships/image" Target="../media/image142.png"/><Relationship Id="rId286" Type="http://schemas.openxmlformats.org/officeDocument/2006/relationships/customXml" Target="../ink/ink147.xml"/><Relationship Id="rId50" Type="http://schemas.openxmlformats.org/officeDocument/2006/relationships/customXml" Target="../ink/ink28.xml"/><Relationship Id="rId104" Type="http://schemas.openxmlformats.org/officeDocument/2006/relationships/customXml" Target="../ink/ink55.xml"/><Relationship Id="rId125" Type="http://schemas.openxmlformats.org/officeDocument/2006/relationships/image" Target="../media/image73.png"/><Relationship Id="rId146" Type="http://schemas.openxmlformats.org/officeDocument/2006/relationships/customXml" Target="../ink/ink76.xml"/><Relationship Id="rId167" Type="http://schemas.openxmlformats.org/officeDocument/2006/relationships/image" Target="../media/image94.png"/><Relationship Id="rId188" Type="http://schemas.openxmlformats.org/officeDocument/2006/relationships/customXml" Target="../ink/ink97.xml"/><Relationship Id="rId71" Type="http://schemas.openxmlformats.org/officeDocument/2006/relationships/image" Target="../media/image46.png"/><Relationship Id="rId92" Type="http://schemas.openxmlformats.org/officeDocument/2006/relationships/customXml" Target="../ink/ink49.xml"/><Relationship Id="rId213" Type="http://schemas.openxmlformats.org/officeDocument/2006/relationships/customXml" Target="../ink/ink110.xml"/><Relationship Id="rId234" Type="http://schemas.openxmlformats.org/officeDocument/2006/relationships/customXml" Target="../ink/ink121.xml"/><Relationship Id="rId2" Type="http://schemas.openxmlformats.org/officeDocument/2006/relationships/customXml" Target="../ink/ink4.xml"/><Relationship Id="rId29" Type="http://schemas.openxmlformats.org/officeDocument/2006/relationships/image" Target="../media/image25.png"/><Relationship Id="rId255" Type="http://schemas.openxmlformats.org/officeDocument/2006/relationships/image" Target="../media/image137.png"/><Relationship Id="rId276" Type="http://schemas.openxmlformats.org/officeDocument/2006/relationships/customXml" Target="../ink/ink142.xml"/><Relationship Id="rId297" Type="http://schemas.openxmlformats.org/officeDocument/2006/relationships/image" Target="../media/image158.png"/><Relationship Id="rId40" Type="http://schemas.openxmlformats.org/officeDocument/2006/relationships/customXml" Target="../ink/ink23.xml"/><Relationship Id="rId115" Type="http://schemas.openxmlformats.org/officeDocument/2006/relationships/image" Target="../media/image68.png"/><Relationship Id="rId136" Type="http://schemas.openxmlformats.org/officeDocument/2006/relationships/customXml" Target="../ink/ink71.xml"/><Relationship Id="rId157" Type="http://schemas.openxmlformats.org/officeDocument/2006/relationships/image" Target="../media/image89.png"/><Relationship Id="rId178" Type="http://schemas.openxmlformats.org/officeDocument/2006/relationships/customXml" Target="../ink/ink92.xml"/><Relationship Id="rId301" Type="http://schemas.openxmlformats.org/officeDocument/2006/relationships/image" Target="../media/image160.png"/><Relationship Id="rId61" Type="http://schemas.openxmlformats.org/officeDocument/2006/relationships/image" Target="../media/image41.png"/><Relationship Id="rId82" Type="http://schemas.openxmlformats.org/officeDocument/2006/relationships/customXml" Target="../ink/ink44.xml"/><Relationship Id="rId199" Type="http://schemas.openxmlformats.org/officeDocument/2006/relationships/image" Target="../media/image110.png"/><Relationship Id="rId203" Type="http://schemas.openxmlformats.org/officeDocument/2006/relationships/image" Target="../media/image112.png"/><Relationship Id="rId19" Type="http://schemas.openxmlformats.org/officeDocument/2006/relationships/image" Target="../media/image20.png"/><Relationship Id="rId224" Type="http://schemas.openxmlformats.org/officeDocument/2006/relationships/customXml" Target="../ink/ink116.xml"/><Relationship Id="rId245" Type="http://schemas.openxmlformats.org/officeDocument/2006/relationships/image" Target="../media/image132.png"/><Relationship Id="rId266" Type="http://schemas.openxmlformats.org/officeDocument/2006/relationships/customXml" Target="../ink/ink137.xml"/><Relationship Id="rId287" Type="http://schemas.openxmlformats.org/officeDocument/2006/relationships/image" Target="../media/image153.png"/><Relationship Id="rId30" Type="http://schemas.openxmlformats.org/officeDocument/2006/relationships/customXml" Target="../ink/ink18.xml"/><Relationship Id="rId105" Type="http://schemas.openxmlformats.org/officeDocument/2006/relationships/image" Target="../media/image63.png"/><Relationship Id="rId126" Type="http://schemas.openxmlformats.org/officeDocument/2006/relationships/customXml" Target="../ink/ink66.xml"/><Relationship Id="rId147" Type="http://schemas.openxmlformats.org/officeDocument/2006/relationships/image" Target="../media/image84.png"/><Relationship Id="rId168" Type="http://schemas.openxmlformats.org/officeDocument/2006/relationships/customXml" Target="../ink/ink87.xml"/><Relationship Id="rId51" Type="http://schemas.openxmlformats.org/officeDocument/2006/relationships/image" Target="../media/image36.png"/><Relationship Id="rId72" Type="http://schemas.openxmlformats.org/officeDocument/2006/relationships/customXml" Target="../ink/ink39.xml"/><Relationship Id="rId93" Type="http://schemas.openxmlformats.org/officeDocument/2006/relationships/image" Target="../media/image57.png"/><Relationship Id="rId189" Type="http://schemas.openxmlformats.org/officeDocument/2006/relationships/image" Target="../media/image105.png"/><Relationship Id="rId3" Type="http://schemas.openxmlformats.org/officeDocument/2006/relationships/image" Target="../media/image1210.png"/><Relationship Id="rId214" Type="http://schemas.openxmlformats.org/officeDocument/2006/relationships/customXml" Target="../ink/ink111.xml"/><Relationship Id="rId235" Type="http://schemas.openxmlformats.org/officeDocument/2006/relationships/image" Target="../media/image127.png"/><Relationship Id="rId256" Type="http://schemas.openxmlformats.org/officeDocument/2006/relationships/customXml" Target="../ink/ink132.xml"/><Relationship Id="rId277" Type="http://schemas.openxmlformats.org/officeDocument/2006/relationships/image" Target="../media/image148.png"/><Relationship Id="rId298" Type="http://schemas.openxmlformats.org/officeDocument/2006/relationships/customXml" Target="../ink/ink153.xml"/><Relationship Id="rId116" Type="http://schemas.openxmlformats.org/officeDocument/2006/relationships/customXml" Target="../ink/ink61.xml"/><Relationship Id="rId137" Type="http://schemas.openxmlformats.org/officeDocument/2006/relationships/image" Target="../media/image79.png"/><Relationship Id="rId158" Type="http://schemas.openxmlformats.org/officeDocument/2006/relationships/customXml" Target="../ink/ink82.xml"/><Relationship Id="rId302" Type="http://schemas.openxmlformats.org/officeDocument/2006/relationships/image" Target="../media/image161.jpeg"/><Relationship Id="rId20" Type="http://schemas.openxmlformats.org/officeDocument/2006/relationships/customXml" Target="../ink/ink13.xml"/><Relationship Id="rId41" Type="http://schemas.openxmlformats.org/officeDocument/2006/relationships/image" Target="../media/image31.png"/><Relationship Id="rId62" Type="http://schemas.openxmlformats.org/officeDocument/2006/relationships/customXml" Target="../ink/ink34.xml"/><Relationship Id="rId83" Type="http://schemas.openxmlformats.org/officeDocument/2006/relationships/image" Target="../media/image52.png"/><Relationship Id="rId179" Type="http://schemas.openxmlformats.org/officeDocument/2006/relationships/image" Target="../media/image100.png"/><Relationship Id="rId190" Type="http://schemas.openxmlformats.org/officeDocument/2006/relationships/customXml" Target="../ink/ink98.xml"/><Relationship Id="rId204" Type="http://schemas.openxmlformats.org/officeDocument/2006/relationships/customXml" Target="../ink/ink105.xml"/><Relationship Id="rId225" Type="http://schemas.openxmlformats.org/officeDocument/2006/relationships/image" Target="../media/image122.png"/><Relationship Id="rId246" Type="http://schemas.openxmlformats.org/officeDocument/2006/relationships/customXml" Target="../ink/ink127.xml"/><Relationship Id="rId267" Type="http://schemas.openxmlformats.org/officeDocument/2006/relationships/image" Target="../media/image143.png"/><Relationship Id="rId288" Type="http://schemas.openxmlformats.org/officeDocument/2006/relationships/customXml" Target="../ink/ink148.xml"/><Relationship Id="rId106" Type="http://schemas.openxmlformats.org/officeDocument/2006/relationships/customXml" Target="../ink/ink56.xml"/><Relationship Id="rId127" Type="http://schemas.openxmlformats.org/officeDocument/2006/relationships/image" Target="../media/image74.png"/><Relationship Id="rId10" Type="http://schemas.openxmlformats.org/officeDocument/2006/relationships/customXml" Target="../ink/ink8.xml"/><Relationship Id="rId31" Type="http://schemas.openxmlformats.org/officeDocument/2006/relationships/image" Target="../media/image26.png"/><Relationship Id="rId52" Type="http://schemas.openxmlformats.org/officeDocument/2006/relationships/customXml" Target="../ink/ink29.xml"/><Relationship Id="rId73" Type="http://schemas.openxmlformats.org/officeDocument/2006/relationships/image" Target="../media/image47.png"/><Relationship Id="rId94" Type="http://schemas.openxmlformats.org/officeDocument/2006/relationships/customXml" Target="../ink/ink50.xml"/><Relationship Id="rId148" Type="http://schemas.openxmlformats.org/officeDocument/2006/relationships/customXml" Target="../ink/ink77.xml"/><Relationship Id="rId169" Type="http://schemas.openxmlformats.org/officeDocument/2006/relationships/image" Target="../media/image95.png"/><Relationship Id="rId4" Type="http://schemas.openxmlformats.org/officeDocument/2006/relationships/customXml" Target="../ink/ink5.xml"/><Relationship Id="rId180" Type="http://schemas.openxmlformats.org/officeDocument/2006/relationships/customXml" Target="../ink/ink93.xml"/><Relationship Id="rId215" Type="http://schemas.openxmlformats.org/officeDocument/2006/relationships/image" Target="../media/image117.png"/><Relationship Id="rId236" Type="http://schemas.openxmlformats.org/officeDocument/2006/relationships/customXml" Target="../ink/ink122.xml"/><Relationship Id="rId257" Type="http://schemas.openxmlformats.org/officeDocument/2006/relationships/image" Target="../media/image138.png"/><Relationship Id="rId278" Type="http://schemas.openxmlformats.org/officeDocument/2006/relationships/customXml" Target="../ink/ink143.xml"/><Relationship Id="rId42" Type="http://schemas.openxmlformats.org/officeDocument/2006/relationships/customXml" Target="../ink/ink24.xml"/><Relationship Id="rId84" Type="http://schemas.openxmlformats.org/officeDocument/2006/relationships/customXml" Target="../ink/ink45.xml"/><Relationship Id="rId138" Type="http://schemas.openxmlformats.org/officeDocument/2006/relationships/customXml" Target="../ink/ink72.xml"/><Relationship Id="rId191" Type="http://schemas.openxmlformats.org/officeDocument/2006/relationships/image" Target="../media/image106.png"/><Relationship Id="rId205" Type="http://schemas.openxmlformats.org/officeDocument/2006/relationships/image" Target="../media/image113.png"/><Relationship Id="rId247" Type="http://schemas.openxmlformats.org/officeDocument/2006/relationships/image" Target="../media/image133.png"/><Relationship Id="rId107" Type="http://schemas.openxmlformats.org/officeDocument/2006/relationships/image" Target="../media/image64.png"/><Relationship Id="rId289" Type="http://schemas.openxmlformats.org/officeDocument/2006/relationships/image" Target="../media/image154.png"/><Relationship Id="rId11" Type="http://schemas.openxmlformats.org/officeDocument/2006/relationships/image" Target="../media/image16.png"/><Relationship Id="rId53" Type="http://schemas.openxmlformats.org/officeDocument/2006/relationships/image" Target="../media/image37.png"/><Relationship Id="rId149" Type="http://schemas.openxmlformats.org/officeDocument/2006/relationships/image" Target="../media/image85.png"/><Relationship Id="rId95" Type="http://schemas.openxmlformats.org/officeDocument/2006/relationships/image" Target="../media/image58.png"/><Relationship Id="rId160" Type="http://schemas.openxmlformats.org/officeDocument/2006/relationships/customXml" Target="../ink/ink83.xml"/><Relationship Id="rId216" Type="http://schemas.openxmlformats.org/officeDocument/2006/relationships/customXml" Target="../ink/ink112.xml"/><Relationship Id="rId258" Type="http://schemas.openxmlformats.org/officeDocument/2006/relationships/customXml" Target="../ink/ink133.xml"/><Relationship Id="rId22" Type="http://schemas.openxmlformats.org/officeDocument/2006/relationships/customXml" Target="../ink/ink14.xml"/><Relationship Id="rId64" Type="http://schemas.openxmlformats.org/officeDocument/2006/relationships/customXml" Target="../ink/ink35.xml"/><Relationship Id="rId118" Type="http://schemas.openxmlformats.org/officeDocument/2006/relationships/customXml" Target="../ink/ink62.xml"/><Relationship Id="rId171" Type="http://schemas.openxmlformats.org/officeDocument/2006/relationships/image" Target="../media/image96.png"/><Relationship Id="rId227" Type="http://schemas.openxmlformats.org/officeDocument/2006/relationships/image" Target="../media/image123.png"/><Relationship Id="rId269" Type="http://schemas.openxmlformats.org/officeDocument/2006/relationships/image" Target="../media/image144.png"/><Relationship Id="rId33" Type="http://schemas.openxmlformats.org/officeDocument/2006/relationships/image" Target="../media/image27.png"/><Relationship Id="rId129" Type="http://schemas.openxmlformats.org/officeDocument/2006/relationships/image" Target="../media/image75.png"/><Relationship Id="rId280" Type="http://schemas.openxmlformats.org/officeDocument/2006/relationships/customXml" Target="../ink/ink144.xml"/><Relationship Id="rId75" Type="http://schemas.openxmlformats.org/officeDocument/2006/relationships/image" Target="../media/image48.png"/><Relationship Id="rId140" Type="http://schemas.openxmlformats.org/officeDocument/2006/relationships/customXml" Target="../ink/ink73.xml"/><Relationship Id="rId182" Type="http://schemas.openxmlformats.org/officeDocument/2006/relationships/customXml" Target="../ink/ink9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jurnaloftalmologi.org/index.php/announce/viewarticle/122" TargetMode="External"/><Relationship Id="rId2" Type="http://schemas.openxmlformats.org/officeDocument/2006/relationships/image" Target="../media/image162.jpeg"/><Relationship Id="rId1" Type="http://schemas.openxmlformats.org/officeDocument/2006/relationships/slideLayout" Target="../slideLayouts/slideLayout2.xml"/><Relationship Id="rId6" Type="http://schemas.openxmlformats.org/officeDocument/2006/relationships/image" Target="../media/image164.png"/><Relationship Id="rId5" Type="http://schemas.openxmlformats.org/officeDocument/2006/relationships/hyperlink" Target="https://pixabay.com/en/computer-user-icon-peolpe-avatar-1331579/" TargetMode="External"/><Relationship Id="rId4" Type="http://schemas.openxmlformats.org/officeDocument/2006/relationships/image" Target="../media/image163.png"/></Relationships>
</file>

<file path=ppt/slides/_rels/slide16.xml.rels><?xml version="1.0" encoding="UTF-8" standalone="yes"?>
<Relationships xmlns="http://schemas.openxmlformats.org/package/2006/relationships"><Relationship Id="rId8" Type="http://schemas.openxmlformats.org/officeDocument/2006/relationships/customXml" Target="../ink/ink155.xml"/><Relationship Id="rId85" Type="http://schemas.openxmlformats.org/officeDocument/2006/relationships/image" Target="../media/image9.png"/><Relationship Id="rId3" Type="http://schemas.openxmlformats.org/officeDocument/2006/relationships/hyperlink" Target="https://jurnaloftalmologi.org/index.php/announce/viewarticle/122" TargetMode="External"/><Relationship Id="rId7" Type="http://schemas.openxmlformats.org/officeDocument/2006/relationships/hyperlink" Target="https://pixabay.com/en/computer-user-icon-peolpe-avatar-1331579/" TargetMode="External"/><Relationship Id="rId2" Type="http://schemas.openxmlformats.org/officeDocument/2006/relationships/image" Target="../media/image162.jpeg"/><Relationship Id="rId1" Type="http://schemas.openxmlformats.org/officeDocument/2006/relationships/slideLayout" Target="../slideLayouts/slideLayout2.xml"/><Relationship Id="rId6" Type="http://schemas.openxmlformats.org/officeDocument/2006/relationships/image" Target="../media/image163.png"/><Relationship Id="rId123" Type="http://schemas.openxmlformats.org/officeDocument/2006/relationships/image" Target="../media/image270.png"/><Relationship Id="rId5" Type="http://schemas.openxmlformats.org/officeDocument/2006/relationships/image" Target="../media/image165.png"/><Relationship Id="rId86" Type="http://schemas.openxmlformats.org/officeDocument/2006/relationships/customXml" Target="../ink/ink156.xml"/><Relationship Id="rId4" Type="http://schemas.openxmlformats.org/officeDocument/2006/relationships/image" Target="../media/image164.png"/></Relationships>
</file>

<file path=ppt/slides/_rels/slide17.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jurnaloftalmologi.org/index.php/announce/viewarticle/122" TargetMode="External"/><Relationship Id="rId2" Type="http://schemas.openxmlformats.org/officeDocument/2006/relationships/image" Target="../media/image162.jpeg"/><Relationship Id="rId1" Type="http://schemas.openxmlformats.org/officeDocument/2006/relationships/slideLayout" Target="../slideLayouts/slideLayout2.xml"/><Relationship Id="rId6" Type="http://schemas.openxmlformats.org/officeDocument/2006/relationships/image" Target="../media/image164.png"/><Relationship Id="rId5" Type="http://schemas.openxmlformats.org/officeDocument/2006/relationships/hyperlink" Target="https://pixabay.com/en/computer-user-icon-peolpe-avatar-1331579/" TargetMode="External"/><Relationship Id="rId4" Type="http://schemas.openxmlformats.org/officeDocument/2006/relationships/image" Target="../media/image163.png"/></Relationships>
</file>

<file path=ppt/slides/_rels/slide20.xml.rels><?xml version="1.0" encoding="UTF-8" standalone="yes"?>
<Relationships xmlns="http://schemas.openxmlformats.org/package/2006/relationships"><Relationship Id="rId2" Type="http://schemas.openxmlformats.org/officeDocument/2006/relationships/image" Target="../media/image167.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68.png"/><Relationship Id="rId4" Type="http://schemas.openxmlformats.org/officeDocument/2006/relationships/hyperlink" Target="http://www.dribbble.com/"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174.jpeg"/><Relationship Id="rId3" Type="http://schemas.openxmlformats.org/officeDocument/2006/relationships/image" Target="../media/image169.jpeg"/><Relationship Id="rId7" Type="http://schemas.openxmlformats.org/officeDocument/2006/relationships/image" Target="../media/image173.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72.tiff"/><Relationship Id="rId5" Type="http://schemas.openxmlformats.org/officeDocument/2006/relationships/image" Target="../media/image171.tiff"/><Relationship Id="rId4" Type="http://schemas.openxmlformats.org/officeDocument/2006/relationships/image" Target="../media/image170.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12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3453886" y="134076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3453886" y="309649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3453886" y="4852213"/>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4118572" y="1593781"/>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Working with HANA Cloud</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4118572" y="3349500"/>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Security Basics</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4118572" y="5105223"/>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243563"/>
              <a:ext cx="2236930" cy="319585"/>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XSUAA</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12</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Introduction to HANA Cloud</a:t>
            </a:r>
          </a:p>
        </p:txBody>
      </p:sp>
      <p:sp>
        <p:nvSpPr>
          <p:cNvPr id="4" name="TextBox 3">
            <a:extLst>
              <a:ext uri="{FF2B5EF4-FFF2-40B4-BE49-F238E27FC236}">
                <a16:creationId xmlns:a16="http://schemas.microsoft.com/office/drawing/2014/main" id="{4CD1B822-FD1F-30ED-76E7-5E494D6E61DA}"/>
              </a:ext>
            </a:extLst>
          </p:cNvPr>
          <p:cNvSpPr txBox="1"/>
          <p:nvPr/>
        </p:nvSpPr>
        <p:spPr>
          <a:xfrm>
            <a:off x="405781" y="974164"/>
            <a:ext cx="11161643" cy="1477328"/>
          </a:xfrm>
          <a:prstGeom prst="rect">
            <a:avLst/>
          </a:prstGeom>
          <a:noFill/>
        </p:spPr>
        <p:txBody>
          <a:bodyPr wrap="square" rtlCol="0">
            <a:spAutoFit/>
          </a:bodyPr>
          <a:lstStyle/>
          <a:p>
            <a:pPr algn="just" defTabSz="914400"/>
            <a:r>
              <a:rPr lang="en-US" sz="1800" dirty="0">
                <a:solidFill>
                  <a:schemeClr val="bg1"/>
                </a:solidFill>
                <a:latin typeface="Calibri" panose="020F0502020204030204"/>
              </a:rPr>
              <a:t>SAP HANA Cloud is a fully managed, in-memory, cloud database as a service (DBaaS). It is the cloud-based data foundation for SAP Business Technology Platform. With SAP HANA Cloud you can create, run, and extend new and existing applications.</a:t>
            </a:r>
          </a:p>
          <a:p>
            <a:pPr algn="just" defTabSz="914400"/>
            <a:r>
              <a:rPr lang="en-US" sz="1800" dirty="0">
                <a:solidFill>
                  <a:schemeClr val="bg1"/>
                </a:solidFill>
                <a:latin typeface="Calibri" panose="020F0502020204030204"/>
              </a:rPr>
              <a:t>SAP HANA Cloud includes a number of software components. The core component is SAP HANA Database, but other components can be added at any time, such as a data lake.</a:t>
            </a:r>
          </a:p>
        </p:txBody>
      </p:sp>
      <p:sp>
        <p:nvSpPr>
          <p:cNvPr id="5" name="TextBox 4">
            <a:extLst>
              <a:ext uri="{FF2B5EF4-FFF2-40B4-BE49-F238E27FC236}">
                <a16:creationId xmlns:a16="http://schemas.microsoft.com/office/drawing/2014/main" id="{2C22E0C3-2785-33E1-C2AE-1D0F297AB256}"/>
              </a:ext>
            </a:extLst>
          </p:cNvPr>
          <p:cNvSpPr txBox="1"/>
          <p:nvPr/>
        </p:nvSpPr>
        <p:spPr>
          <a:xfrm>
            <a:off x="405780" y="2451492"/>
            <a:ext cx="5834237" cy="3693319"/>
          </a:xfrm>
          <a:prstGeom prst="rect">
            <a:avLst/>
          </a:prstGeom>
          <a:noFill/>
        </p:spPr>
        <p:txBody>
          <a:bodyPr wrap="square">
            <a:spAutoFit/>
          </a:bodyPr>
          <a:lstStyle/>
          <a:p>
            <a:pPr algn="just" defTabSz="914400"/>
            <a:r>
              <a:rPr lang="en-US" sz="1800" b="1" dirty="0">
                <a:solidFill>
                  <a:schemeClr val="bg1"/>
                </a:solidFill>
                <a:latin typeface="Calibri" panose="020F0502020204030204"/>
              </a:rPr>
              <a:t>Key Components of SAP HANA Cloud</a:t>
            </a:r>
          </a:p>
          <a:p>
            <a:pPr algn="just" defTabSz="914400"/>
            <a:r>
              <a:rPr lang="en-US" sz="1800" dirty="0">
                <a:solidFill>
                  <a:schemeClr val="bg1"/>
                </a:solidFill>
                <a:latin typeface="Calibri" panose="020F0502020204030204"/>
              </a:rPr>
              <a:t>There are four key components of SAP HANA Cloud:</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SAP HANA Database</a:t>
            </a:r>
          </a:p>
          <a:p>
            <a:pPr marL="457200" lvl="1" algn="just" defTabSz="914400"/>
            <a:r>
              <a:rPr lang="en-US" sz="1800" dirty="0">
                <a:solidFill>
                  <a:schemeClr val="bg1"/>
                </a:solidFill>
                <a:latin typeface="Calibri" panose="020F0502020204030204"/>
              </a:rPr>
              <a:t>In-memory database with built-in advanced analytics (spatial, graph, text, etc.)</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data lake</a:t>
            </a:r>
          </a:p>
          <a:p>
            <a:pPr marL="457200" lvl="1" algn="just" defTabSz="914400"/>
            <a:r>
              <a:rPr lang="en-US" sz="1800" dirty="0">
                <a:solidFill>
                  <a:schemeClr val="bg1"/>
                </a:solidFill>
                <a:latin typeface="Calibri" panose="020F0502020204030204"/>
              </a:rPr>
              <a:t>Store and query large data sets and most file types</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adaptive server enterprise</a:t>
            </a:r>
          </a:p>
          <a:p>
            <a:pPr marL="457200" lvl="1" algn="just" defTabSz="914400"/>
            <a:r>
              <a:rPr lang="en-US" sz="1800" dirty="0">
                <a:solidFill>
                  <a:schemeClr val="bg1"/>
                </a:solidFill>
                <a:latin typeface="Calibri" panose="020F0502020204030204"/>
              </a:rPr>
              <a:t>Support for extreme –performance transactional applications</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adaptive server enterprise replication</a:t>
            </a:r>
          </a:p>
          <a:p>
            <a:pPr marL="457200" lvl="1" algn="just" defTabSz="914400"/>
            <a:r>
              <a:rPr lang="en-US" sz="1800" dirty="0">
                <a:solidFill>
                  <a:schemeClr val="bg1"/>
                </a:solidFill>
                <a:latin typeface="Calibri" panose="020F0502020204030204"/>
              </a:rPr>
              <a:t>Bi-directional real time data replication across databases</a:t>
            </a:r>
          </a:p>
        </p:txBody>
      </p:sp>
      <p:pic>
        <p:nvPicPr>
          <p:cNvPr id="6" name="Picture 6">
            <a:extLst>
              <a:ext uri="{FF2B5EF4-FFF2-40B4-BE49-F238E27FC236}">
                <a16:creationId xmlns:a16="http://schemas.microsoft.com/office/drawing/2014/main" id="{5E110644-46D4-5748-42EC-748B8BEACA8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736" r="15934"/>
          <a:stretch/>
        </p:blipFill>
        <p:spPr bwMode="auto">
          <a:xfrm>
            <a:off x="6454452" y="2252115"/>
            <a:ext cx="5212531" cy="430878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292376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par>
                                <p:cTn id="16" presetID="42"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anim calcmode="lin" valueType="num">
                                      <p:cBhvr>
                                        <p:cTn id="19" dur="1000" fill="hold"/>
                                        <p:tgtEl>
                                          <p:spTgt spid="6"/>
                                        </p:tgtEl>
                                        <p:attrNameLst>
                                          <p:attrName>ppt_x</p:attrName>
                                        </p:attrNameLst>
                                      </p:cBhvr>
                                      <p:tavLst>
                                        <p:tav tm="0">
                                          <p:val>
                                            <p:strVal val="#ppt_x"/>
                                          </p:val>
                                        </p:tav>
                                        <p:tav tm="100000">
                                          <p:val>
                                            <p:strVal val="#ppt_x"/>
                                          </p:val>
                                        </p:tav>
                                      </p:tavLst>
                                    </p:anim>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01A0C-49FC-7BA3-CF59-A7C15038F9D2}"/>
              </a:ext>
            </a:extLst>
          </p:cNvPr>
          <p:cNvSpPr>
            <a:spLocks noGrp="1"/>
          </p:cNvSpPr>
          <p:nvPr>
            <p:ph type="title"/>
          </p:nvPr>
        </p:nvSpPr>
        <p:spPr/>
        <p:txBody>
          <a:bodyPr/>
          <a:lstStyle/>
          <a:p>
            <a:r>
              <a:rPr lang="en-US" dirty="0"/>
              <a:t>HANA Cloud v/s On-premise</a:t>
            </a:r>
          </a:p>
        </p:txBody>
      </p:sp>
      <p:pic>
        <p:nvPicPr>
          <p:cNvPr id="5" name="Picture 2">
            <a:extLst>
              <a:ext uri="{FF2B5EF4-FFF2-40B4-BE49-F238E27FC236}">
                <a16:creationId xmlns:a16="http://schemas.microsoft.com/office/drawing/2014/main" id="{4EC22E48-21CE-5727-AE45-AAC559F4DE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451" r="4389"/>
          <a:stretch/>
        </p:blipFill>
        <p:spPr bwMode="auto">
          <a:xfrm>
            <a:off x="163242" y="2276872"/>
            <a:ext cx="6278151" cy="360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FDD2028-068C-7296-D417-1CF7F3B9981E}"/>
              </a:ext>
            </a:extLst>
          </p:cNvPr>
          <p:cNvSpPr txBox="1"/>
          <p:nvPr/>
        </p:nvSpPr>
        <p:spPr>
          <a:xfrm>
            <a:off x="6653380" y="1076543"/>
            <a:ext cx="5390323" cy="1200329"/>
          </a:xfrm>
          <a:prstGeom prst="rect">
            <a:avLst/>
          </a:prstGeom>
          <a:noFill/>
        </p:spPr>
        <p:txBody>
          <a:bodyPr wrap="square">
            <a:spAutoFit/>
          </a:bodyPr>
          <a:lstStyle/>
          <a:p>
            <a:pPr defTabSz="914400"/>
            <a:r>
              <a:rPr lang="en-US" sz="1800" b="1" dirty="0">
                <a:solidFill>
                  <a:schemeClr val="bg1"/>
                </a:solidFill>
                <a:latin typeface="Calibri" panose="020F0502020204030204"/>
              </a:rPr>
              <a:t>Feature Differences</a:t>
            </a:r>
          </a:p>
          <a:p>
            <a:pPr defTabSz="914400"/>
            <a:r>
              <a:rPr lang="en-US" sz="1800" dirty="0">
                <a:solidFill>
                  <a:schemeClr val="bg1"/>
                </a:solidFill>
                <a:latin typeface="Calibri" panose="020F0502020204030204"/>
              </a:rPr>
              <a:t>SAP HANA Cloud compares very closely with SAP HANA on-premise in terms of features but there are some differences.</a:t>
            </a:r>
            <a:endParaRPr lang="en-US" sz="1800" b="1" dirty="0">
              <a:solidFill>
                <a:schemeClr val="bg1"/>
              </a:solidFill>
              <a:latin typeface="Calibri" panose="020F0502020204030204"/>
            </a:endParaRPr>
          </a:p>
        </p:txBody>
      </p:sp>
      <p:pic>
        <p:nvPicPr>
          <p:cNvPr id="7" name="Picture 4">
            <a:extLst>
              <a:ext uri="{FF2B5EF4-FFF2-40B4-BE49-F238E27FC236}">
                <a16:creationId xmlns:a16="http://schemas.microsoft.com/office/drawing/2014/main" id="{C2A828B7-B381-42D5-A741-CD7079B2ED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038" r="2147"/>
          <a:stretch/>
        </p:blipFill>
        <p:spPr bwMode="auto">
          <a:xfrm>
            <a:off x="6753498" y="2276872"/>
            <a:ext cx="5190086" cy="383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5511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0ACD8-99C5-715D-47B1-B722AF07636E}"/>
              </a:ext>
            </a:extLst>
          </p:cNvPr>
          <p:cNvSpPr>
            <a:spLocks noGrp="1"/>
          </p:cNvSpPr>
          <p:nvPr>
            <p:ph type="title"/>
          </p:nvPr>
        </p:nvSpPr>
        <p:spPr/>
        <p:txBody>
          <a:bodyPr/>
          <a:lstStyle/>
          <a:p>
            <a:r>
              <a:rPr lang="en-US" dirty="0"/>
              <a:t>What is Schema in HANA</a:t>
            </a:r>
          </a:p>
        </p:txBody>
      </p:sp>
      <p:sp>
        <p:nvSpPr>
          <p:cNvPr id="3" name="TextBox 2">
            <a:extLst>
              <a:ext uri="{FF2B5EF4-FFF2-40B4-BE49-F238E27FC236}">
                <a16:creationId xmlns:a16="http://schemas.microsoft.com/office/drawing/2014/main" id="{5F163BFF-9905-49BA-CDA8-491A130A9728}"/>
              </a:ext>
            </a:extLst>
          </p:cNvPr>
          <p:cNvSpPr txBox="1"/>
          <p:nvPr/>
        </p:nvSpPr>
        <p:spPr>
          <a:xfrm>
            <a:off x="338571" y="884478"/>
            <a:ext cx="11850254" cy="1754326"/>
          </a:xfrm>
          <a:prstGeom prst="rect">
            <a:avLst/>
          </a:prstGeom>
          <a:noFill/>
        </p:spPr>
        <p:txBody>
          <a:bodyPr wrap="square" rtlCol="0">
            <a:spAutoFit/>
          </a:bodyPr>
          <a:lstStyle/>
          <a:p>
            <a:pPr defTabSz="914400"/>
            <a:r>
              <a:rPr lang="en-US" sz="1800" dirty="0">
                <a:solidFill>
                  <a:schemeClr val="bg1"/>
                </a:solidFill>
                <a:latin typeface="Calibri" panose="020F0502020204030204"/>
              </a:rPr>
              <a:t>Schema – Is a mandatory database object of database which stores other database objects. </a:t>
            </a:r>
          </a:p>
          <a:p>
            <a:pPr marL="285750" indent="-285750" defTabSz="914400">
              <a:buFontTx/>
              <a:buChar char="-"/>
            </a:pPr>
            <a:r>
              <a:rPr lang="en-US" sz="1800" dirty="0">
                <a:solidFill>
                  <a:schemeClr val="bg1"/>
                </a:solidFill>
                <a:latin typeface="Calibri" panose="020F0502020204030204"/>
              </a:rPr>
              <a:t>It’s a logical separation of database objects.</a:t>
            </a:r>
          </a:p>
          <a:p>
            <a:pPr marL="285750" indent="-285750" defTabSz="914400">
              <a:buFontTx/>
              <a:buChar char="-"/>
            </a:pPr>
            <a:r>
              <a:rPr lang="en-US" sz="1800" dirty="0">
                <a:solidFill>
                  <a:schemeClr val="bg1"/>
                </a:solidFill>
                <a:latin typeface="Calibri" panose="020F0502020204030204"/>
              </a:rPr>
              <a:t>It is home of all the runtime object</a:t>
            </a:r>
          </a:p>
          <a:p>
            <a:pPr marL="285750" indent="-285750" defTabSz="914400">
              <a:buFontTx/>
              <a:buChar char="-"/>
            </a:pPr>
            <a:r>
              <a:rPr lang="en-US" sz="1800" dirty="0">
                <a:solidFill>
                  <a:schemeClr val="bg1"/>
                </a:solidFill>
                <a:latin typeface="Calibri" panose="020F0502020204030204"/>
              </a:rPr>
              <a:t>Security</a:t>
            </a:r>
          </a:p>
          <a:p>
            <a:pPr marL="285750" indent="-285750" defTabSz="914400">
              <a:buFontTx/>
              <a:buChar char="-"/>
            </a:pPr>
            <a:endParaRPr lang="en-US" sz="1800" dirty="0">
              <a:solidFill>
                <a:schemeClr val="bg1"/>
              </a:solidFill>
              <a:latin typeface="Calibri" panose="020F0502020204030204"/>
            </a:endParaRPr>
          </a:p>
          <a:p>
            <a:pPr marL="285750" indent="-285750" defTabSz="914400">
              <a:buFontTx/>
              <a:buChar char="-"/>
            </a:pPr>
            <a:endParaRPr lang="en-US" sz="1800" dirty="0">
              <a:solidFill>
                <a:schemeClr val="bg1"/>
              </a:solidFill>
              <a:latin typeface="Calibri" panose="020F0502020204030204"/>
            </a:endParaRPr>
          </a:p>
        </p:txBody>
      </p:sp>
      <p:sp>
        <p:nvSpPr>
          <p:cNvPr id="4" name="Flowchart: Magnetic Disk 3">
            <a:extLst>
              <a:ext uri="{FF2B5EF4-FFF2-40B4-BE49-F238E27FC236}">
                <a16:creationId xmlns:a16="http://schemas.microsoft.com/office/drawing/2014/main" id="{2DF3AC68-4734-9C09-3F5B-A68E318F20A5}"/>
              </a:ext>
            </a:extLst>
          </p:cNvPr>
          <p:cNvSpPr/>
          <p:nvPr/>
        </p:nvSpPr>
        <p:spPr>
          <a:xfrm>
            <a:off x="3251200" y="4572000"/>
            <a:ext cx="8432800" cy="1985818"/>
          </a:xfrm>
          <a:prstGeom prst="flowChartMagneticDisk">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SAP HANA  600GB</a:t>
            </a:r>
          </a:p>
        </p:txBody>
      </p:sp>
      <p:sp>
        <p:nvSpPr>
          <p:cNvPr id="5" name="Rectangle 4">
            <a:extLst>
              <a:ext uri="{FF2B5EF4-FFF2-40B4-BE49-F238E27FC236}">
                <a16:creationId xmlns:a16="http://schemas.microsoft.com/office/drawing/2014/main" id="{B358302C-9592-6298-CC80-D07CD85A71B4}"/>
              </a:ext>
            </a:extLst>
          </p:cNvPr>
          <p:cNvSpPr/>
          <p:nvPr/>
        </p:nvSpPr>
        <p:spPr>
          <a:xfrm>
            <a:off x="3860800" y="3241964"/>
            <a:ext cx="1874982" cy="72967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BW</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0FED573D-9479-5606-E379-F344204ADF77}"/>
              </a:ext>
            </a:extLst>
          </p:cNvPr>
          <p:cNvSpPr/>
          <p:nvPr/>
        </p:nvSpPr>
        <p:spPr>
          <a:xfrm>
            <a:off x="6400799" y="3224645"/>
            <a:ext cx="1874982" cy="72967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ECC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A9B5E973-27E9-815C-F666-ABA22AE46148}"/>
              </a:ext>
            </a:extLst>
          </p:cNvPr>
          <p:cNvSpPr/>
          <p:nvPr/>
        </p:nvSpPr>
        <p:spPr>
          <a:xfrm>
            <a:off x="8811491" y="3241964"/>
            <a:ext cx="1874982" cy="72967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S/4HANA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cxnSp>
        <p:nvCxnSpPr>
          <p:cNvPr id="8" name="Straight Arrow Connector 7">
            <a:extLst>
              <a:ext uri="{FF2B5EF4-FFF2-40B4-BE49-F238E27FC236}">
                <a16:creationId xmlns:a16="http://schemas.microsoft.com/office/drawing/2014/main" id="{717456D9-F5B2-364F-8358-081A37CF0A32}"/>
              </a:ext>
            </a:extLst>
          </p:cNvPr>
          <p:cNvCxnSpPr>
            <a:stCxn id="5" idx="2"/>
          </p:cNvCxnSpPr>
          <p:nvPr/>
        </p:nvCxnSpPr>
        <p:spPr>
          <a:xfrm flipH="1">
            <a:off x="4793673" y="3971636"/>
            <a:ext cx="4618" cy="692728"/>
          </a:xfrm>
          <a:prstGeom prst="straightConnector1">
            <a:avLst/>
          </a:prstGeom>
          <a:noFill/>
          <a:ln w="6350" cap="flat" cmpd="sng" algn="ctr">
            <a:solidFill>
              <a:srgbClr val="4E67C8"/>
            </a:solidFill>
            <a:prstDash val="solid"/>
            <a:miter lim="800000"/>
            <a:tailEnd type="triangle"/>
          </a:ln>
          <a:effectLst/>
        </p:spPr>
      </p:cxnSp>
      <p:cxnSp>
        <p:nvCxnSpPr>
          <p:cNvPr id="9" name="Connector: Elbow 8">
            <a:extLst>
              <a:ext uri="{FF2B5EF4-FFF2-40B4-BE49-F238E27FC236}">
                <a16:creationId xmlns:a16="http://schemas.microsoft.com/office/drawing/2014/main" id="{5C2FA129-2D8A-4A91-6B3B-CC328101A3FE}"/>
              </a:ext>
            </a:extLst>
          </p:cNvPr>
          <p:cNvCxnSpPr>
            <a:cxnSpLocks/>
          </p:cNvCxnSpPr>
          <p:nvPr/>
        </p:nvCxnSpPr>
        <p:spPr>
          <a:xfrm>
            <a:off x="2004292" y="4828309"/>
            <a:ext cx="1246908" cy="510309"/>
          </a:xfrm>
          <a:prstGeom prst="bentConnector3">
            <a:avLst/>
          </a:prstGeom>
          <a:noFill/>
          <a:ln w="6350" cap="flat" cmpd="sng" algn="ctr">
            <a:solidFill>
              <a:srgbClr val="4E67C8"/>
            </a:solidFill>
            <a:prstDash val="solid"/>
            <a:miter lim="800000"/>
            <a:tailEnd type="triangle"/>
          </a:ln>
          <a:effectLst/>
        </p:spPr>
      </p:cxnSp>
      <p:sp>
        <p:nvSpPr>
          <p:cNvPr id="10" name="Rectangle 9">
            <a:extLst>
              <a:ext uri="{FF2B5EF4-FFF2-40B4-BE49-F238E27FC236}">
                <a16:creationId xmlns:a16="http://schemas.microsoft.com/office/drawing/2014/main" id="{5E5E059E-EB61-7991-66E4-B76378D45CC9}"/>
              </a:ext>
            </a:extLst>
          </p:cNvPr>
          <p:cNvSpPr/>
          <p:nvPr/>
        </p:nvSpPr>
        <p:spPr>
          <a:xfrm>
            <a:off x="4544291" y="4828309"/>
            <a:ext cx="1399309" cy="842818"/>
          </a:xfrm>
          <a:prstGeom prst="rect">
            <a:avLst/>
          </a:prstGeom>
          <a:solidFill>
            <a:srgbClr val="A7EA52">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SCBW</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C72A8368-9E25-7960-31FA-777489354C47}"/>
              </a:ext>
            </a:extLst>
          </p:cNvPr>
          <p:cNvSpPr/>
          <p:nvPr/>
        </p:nvSpPr>
        <p:spPr>
          <a:xfrm>
            <a:off x="6638636" y="4846781"/>
            <a:ext cx="1399309" cy="842818"/>
          </a:xfrm>
          <a:prstGeom prst="rect">
            <a:avLst/>
          </a:prstGeom>
          <a:solidFill>
            <a:srgbClr val="A7EA52">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ECC001</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38A8DE3-3559-C1BD-D746-6D5AF1FBAE8C}"/>
              </a:ext>
            </a:extLst>
          </p:cNvPr>
          <p:cNvSpPr/>
          <p:nvPr/>
        </p:nvSpPr>
        <p:spPr>
          <a:xfrm>
            <a:off x="9172863" y="4828309"/>
            <a:ext cx="1399309" cy="842818"/>
          </a:xfrm>
          <a:prstGeom prst="rect">
            <a:avLst/>
          </a:prstGeom>
          <a:solidFill>
            <a:srgbClr val="A7EA52">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SAPS4C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cxnSp>
        <p:nvCxnSpPr>
          <p:cNvPr id="13" name="Connector: Elbow 12">
            <a:extLst>
              <a:ext uri="{FF2B5EF4-FFF2-40B4-BE49-F238E27FC236}">
                <a16:creationId xmlns:a16="http://schemas.microsoft.com/office/drawing/2014/main" id="{38CA6B91-6F24-F3A1-5739-8970D1C15756}"/>
              </a:ext>
            </a:extLst>
          </p:cNvPr>
          <p:cNvCxnSpPr>
            <a:stCxn id="6" idx="2"/>
            <a:endCxn id="11" idx="0"/>
          </p:cNvCxnSpPr>
          <p:nvPr/>
        </p:nvCxnSpPr>
        <p:spPr>
          <a:xfrm rot="16200000" flipH="1">
            <a:off x="6892058" y="4400548"/>
            <a:ext cx="892464" cy="1"/>
          </a:xfrm>
          <a:prstGeom prst="bentConnector3">
            <a:avLst/>
          </a:prstGeom>
          <a:noFill/>
          <a:ln w="6350" cap="flat" cmpd="sng" algn="ctr">
            <a:solidFill>
              <a:srgbClr val="4E67C8"/>
            </a:solidFill>
            <a:prstDash val="solid"/>
            <a:miter lim="800000"/>
            <a:tailEnd type="triangle"/>
          </a:ln>
          <a:effectLst/>
        </p:spPr>
      </p:cxnSp>
      <p:cxnSp>
        <p:nvCxnSpPr>
          <p:cNvPr id="14" name="Connector: Elbow 13">
            <a:extLst>
              <a:ext uri="{FF2B5EF4-FFF2-40B4-BE49-F238E27FC236}">
                <a16:creationId xmlns:a16="http://schemas.microsoft.com/office/drawing/2014/main" id="{A729AECB-71DB-3B69-271E-9D8C01DDF96F}"/>
              </a:ext>
            </a:extLst>
          </p:cNvPr>
          <p:cNvCxnSpPr>
            <a:stCxn id="7" idx="2"/>
            <a:endCxn id="12" idx="0"/>
          </p:cNvCxnSpPr>
          <p:nvPr/>
        </p:nvCxnSpPr>
        <p:spPr>
          <a:xfrm rot="16200000" flipH="1">
            <a:off x="9382414" y="4338204"/>
            <a:ext cx="856673" cy="123536"/>
          </a:xfrm>
          <a:prstGeom prst="bentConnector3">
            <a:avLst/>
          </a:prstGeom>
          <a:noFill/>
          <a:ln w="6350" cap="flat" cmpd="sng" algn="ctr">
            <a:solidFill>
              <a:srgbClr val="4E67C8"/>
            </a:solidFill>
            <a:prstDash val="solid"/>
            <a:miter lim="800000"/>
            <a:tailEnd type="triangle"/>
          </a:ln>
          <a:effectLst/>
        </p:spPr>
      </p:cxnSp>
      <p:sp>
        <p:nvSpPr>
          <p:cNvPr id="15" name="Rectangle 14">
            <a:extLst>
              <a:ext uri="{FF2B5EF4-FFF2-40B4-BE49-F238E27FC236}">
                <a16:creationId xmlns:a16="http://schemas.microsoft.com/office/drawing/2014/main" id="{8137D824-B767-6D55-ACC8-B8B9FE76895A}"/>
              </a:ext>
            </a:extLst>
          </p:cNvPr>
          <p:cNvSpPr/>
          <p:nvPr/>
        </p:nvSpPr>
        <p:spPr>
          <a:xfrm>
            <a:off x="4544290" y="5837382"/>
            <a:ext cx="1399309" cy="517451"/>
          </a:xfrm>
          <a:prstGeom prst="rect">
            <a:avLst/>
          </a:prstGeom>
          <a:solidFill>
            <a:srgbClr val="F14124">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SYS</a:t>
            </a:r>
          </a:p>
        </p:txBody>
      </p:sp>
      <p:sp>
        <p:nvSpPr>
          <p:cNvPr id="16" name="Rectangle 15">
            <a:extLst>
              <a:ext uri="{FF2B5EF4-FFF2-40B4-BE49-F238E27FC236}">
                <a16:creationId xmlns:a16="http://schemas.microsoft.com/office/drawing/2014/main" id="{EF516C57-7745-1FE5-9227-E054E963BBC9}"/>
              </a:ext>
            </a:extLst>
          </p:cNvPr>
          <p:cNvSpPr/>
          <p:nvPr/>
        </p:nvSpPr>
        <p:spPr>
          <a:xfrm>
            <a:off x="3251200" y="5082309"/>
            <a:ext cx="997527" cy="68118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MIG</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grpSp>
        <p:nvGrpSpPr>
          <p:cNvPr id="20" name="Group 19">
            <a:extLst>
              <a:ext uri="{FF2B5EF4-FFF2-40B4-BE49-F238E27FC236}">
                <a16:creationId xmlns:a16="http://schemas.microsoft.com/office/drawing/2014/main" id="{1A9A7B03-0E45-C520-605C-FF4A229EC65B}"/>
              </a:ext>
            </a:extLst>
          </p:cNvPr>
          <p:cNvGrpSpPr/>
          <p:nvPr/>
        </p:nvGrpSpPr>
        <p:grpSpPr>
          <a:xfrm>
            <a:off x="7134383" y="5573524"/>
            <a:ext cx="284400" cy="60480"/>
            <a:chOff x="7134383" y="5573524"/>
            <a:chExt cx="284400" cy="60480"/>
          </a:xfrm>
        </p:grpSpPr>
        <mc:AlternateContent xmlns:mc="http://schemas.openxmlformats.org/markup-compatibility/2006" xmlns:p14="http://schemas.microsoft.com/office/powerpoint/2010/main">
          <mc:Choice Requires="p14">
            <p:contentPart p14:bwMode="auto" r:id="rId2">
              <p14:nvContentPartPr>
                <p14:cNvPr id="21" name="Ink 20">
                  <a:extLst>
                    <a:ext uri="{FF2B5EF4-FFF2-40B4-BE49-F238E27FC236}">
                      <a16:creationId xmlns:a16="http://schemas.microsoft.com/office/drawing/2014/main" id="{818FDB6C-5815-0A00-C001-BB777DFA20C5}"/>
                    </a:ext>
                  </a:extLst>
                </p14:cNvPr>
                <p14:cNvContentPartPr/>
                <p14:nvPr/>
              </p14:nvContentPartPr>
              <p14:xfrm>
                <a:off x="7134383" y="5573524"/>
                <a:ext cx="284400" cy="11880"/>
              </p14:xfrm>
            </p:contentPart>
          </mc:Choice>
          <mc:Fallback xmlns="">
            <p:pic>
              <p:nvPicPr>
                <p:cNvPr id="34" name="Ink 33">
                  <a:extLst>
                    <a:ext uri="{FF2B5EF4-FFF2-40B4-BE49-F238E27FC236}">
                      <a16:creationId xmlns:a16="http://schemas.microsoft.com/office/drawing/2014/main" id="{D2F3F907-6AC8-9E5B-18A3-032277223210}"/>
                    </a:ext>
                  </a:extLst>
                </p:cNvPr>
                <p:cNvPicPr/>
                <p:nvPr/>
              </p:nvPicPr>
              <p:blipFill>
                <a:blip r:embed="rId31"/>
                <a:stretch>
                  <a:fillRect/>
                </a:stretch>
              </p:blipFill>
              <p:spPr>
                <a:xfrm>
                  <a:off x="7125383" y="5564524"/>
                  <a:ext cx="30204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A4E8E2BB-AF00-7485-B4FF-D8C379630C01}"/>
                    </a:ext>
                  </a:extLst>
                </p14:cNvPr>
                <p14:cNvContentPartPr/>
                <p14:nvPr/>
              </p14:nvContentPartPr>
              <p14:xfrm>
                <a:off x="7157423" y="5623564"/>
                <a:ext cx="229680" cy="10440"/>
              </p14:xfrm>
            </p:contentPart>
          </mc:Choice>
          <mc:Fallback xmlns="">
            <p:pic>
              <p:nvPicPr>
                <p:cNvPr id="35" name="Ink 34">
                  <a:extLst>
                    <a:ext uri="{FF2B5EF4-FFF2-40B4-BE49-F238E27FC236}">
                      <a16:creationId xmlns:a16="http://schemas.microsoft.com/office/drawing/2014/main" id="{BD9170FC-C85B-7048-08A3-6118F66FD4D9}"/>
                    </a:ext>
                  </a:extLst>
                </p:cNvPr>
                <p:cNvPicPr/>
                <p:nvPr/>
              </p:nvPicPr>
              <p:blipFill>
                <a:blip r:embed="rId33"/>
                <a:stretch>
                  <a:fillRect/>
                </a:stretch>
              </p:blipFill>
              <p:spPr>
                <a:xfrm>
                  <a:off x="7148783" y="5614564"/>
                  <a:ext cx="247320" cy="28080"/>
                </a:xfrm>
                <a:prstGeom prst="rect">
                  <a:avLst/>
                </a:prstGeom>
              </p:spPr>
            </p:pic>
          </mc:Fallback>
        </mc:AlternateContent>
      </p:grpSp>
      <p:sp>
        <p:nvSpPr>
          <p:cNvPr id="26" name="Rectangle 25">
            <a:extLst>
              <a:ext uri="{FF2B5EF4-FFF2-40B4-BE49-F238E27FC236}">
                <a16:creationId xmlns:a16="http://schemas.microsoft.com/office/drawing/2014/main" id="{42AC1E59-BF40-61BD-2778-D1F7EEACDEDE}"/>
              </a:ext>
            </a:extLst>
          </p:cNvPr>
          <p:cNvSpPr/>
          <p:nvPr/>
        </p:nvSpPr>
        <p:spPr>
          <a:xfrm>
            <a:off x="693812" y="4365104"/>
            <a:ext cx="1422470" cy="717205"/>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Non-SAP</a:t>
            </a:r>
          </a:p>
        </p:txBody>
      </p:sp>
      <mc:AlternateContent xmlns:mc="http://schemas.openxmlformats.org/markup-compatibility/2006" xmlns:p14="http://schemas.microsoft.com/office/powerpoint/2010/main">
        <mc:Choice Requires="p14">
          <p:contentPart p14:bwMode="auto" r:id="rId34">
            <p14:nvContentPartPr>
              <p14:cNvPr id="17" name="Ink 16">
                <a:extLst>
                  <a:ext uri="{FF2B5EF4-FFF2-40B4-BE49-F238E27FC236}">
                    <a16:creationId xmlns:a16="http://schemas.microsoft.com/office/drawing/2014/main" id="{88F7F230-C806-6E21-22EE-26497A2D3C3A}"/>
                  </a:ext>
                </a:extLst>
              </p14:cNvPr>
              <p14:cNvContentPartPr/>
              <p14:nvPr/>
            </p14:nvContentPartPr>
            <p14:xfrm>
              <a:off x="7890015" y="2687710"/>
              <a:ext cx="1440" cy="1440"/>
            </p14:xfrm>
          </p:contentPart>
        </mc:Choice>
        <mc:Fallback xmlns="">
          <p:pic>
            <p:nvPicPr>
              <p:cNvPr id="17" name="Ink 16">
                <a:extLst>
                  <a:ext uri="{FF2B5EF4-FFF2-40B4-BE49-F238E27FC236}">
                    <a16:creationId xmlns:a16="http://schemas.microsoft.com/office/drawing/2014/main" id="{88F7F230-C806-6E21-22EE-26497A2D3C3A}"/>
                  </a:ext>
                </a:extLst>
              </p:cNvPr>
              <p:cNvPicPr/>
              <p:nvPr/>
            </p:nvPicPr>
            <p:blipFill>
              <a:blip r:embed="rId35"/>
              <a:stretch>
                <a:fillRect/>
              </a:stretch>
            </p:blipFill>
            <p:spPr>
              <a:xfrm>
                <a:off x="7881375" y="2678710"/>
                <a:ext cx="19080" cy="19080"/>
              </a:xfrm>
              <a:prstGeom prst="rect">
                <a:avLst/>
              </a:prstGeom>
            </p:spPr>
          </p:pic>
        </mc:Fallback>
      </mc:AlternateContent>
    </p:spTree>
    <p:extLst>
      <p:ext uri="{BB962C8B-B14F-4D97-AF65-F5344CB8AC3E}">
        <p14:creationId xmlns:p14="http://schemas.microsoft.com/office/powerpoint/2010/main" val="1988133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3B2C1-2D72-48F5-D6C5-A17C95C8F7F8}"/>
              </a:ext>
            </a:extLst>
          </p:cNvPr>
          <p:cNvSpPr>
            <a:spLocks noGrp="1"/>
          </p:cNvSpPr>
          <p:nvPr>
            <p:ph type="title"/>
          </p:nvPr>
        </p:nvSpPr>
        <p:spPr/>
        <p:txBody>
          <a:bodyPr/>
          <a:lstStyle/>
          <a:p>
            <a:r>
              <a:rPr lang="en-US" dirty="0"/>
              <a:t>HDI Container</a:t>
            </a:r>
          </a:p>
        </p:txBody>
      </p:sp>
      <p:sp>
        <p:nvSpPr>
          <p:cNvPr id="3" name="TextBox 2">
            <a:extLst>
              <a:ext uri="{FF2B5EF4-FFF2-40B4-BE49-F238E27FC236}">
                <a16:creationId xmlns:a16="http://schemas.microsoft.com/office/drawing/2014/main" id="{7C36AE77-6D9D-323A-80AD-336A21B8B2E3}"/>
              </a:ext>
            </a:extLst>
          </p:cNvPr>
          <p:cNvSpPr txBox="1"/>
          <p:nvPr/>
        </p:nvSpPr>
        <p:spPr>
          <a:xfrm>
            <a:off x="164670" y="784925"/>
            <a:ext cx="11161643" cy="3970318"/>
          </a:xfrm>
          <a:prstGeom prst="rect">
            <a:avLst/>
          </a:prstGeom>
          <a:noFill/>
        </p:spPr>
        <p:txBody>
          <a:bodyPr wrap="square" rtlCol="0">
            <a:spAutoFit/>
          </a:bodyPr>
          <a:lstStyle/>
          <a:p>
            <a:pPr defTabSz="914400">
              <a:defRPr/>
            </a:pPr>
            <a:r>
              <a:rPr lang="en-US" sz="1800" dirty="0">
                <a:solidFill>
                  <a:schemeClr val="bg1"/>
                </a:solidFill>
                <a:latin typeface="Calibri"/>
              </a:rPr>
              <a:t>An HDI Container is also a </a:t>
            </a:r>
            <a:r>
              <a:rPr lang="en-US" sz="1800" b="1" dirty="0">
                <a:solidFill>
                  <a:schemeClr val="bg1"/>
                </a:solidFill>
                <a:latin typeface="Calibri"/>
              </a:rPr>
              <a:t>schema</a:t>
            </a:r>
            <a:r>
              <a:rPr lang="en-US" sz="1800" dirty="0">
                <a:solidFill>
                  <a:schemeClr val="bg1"/>
                </a:solidFill>
                <a:latin typeface="Calibri"/>
              </a:rPr>
              <a:t>. But it is managed differently from a normal schema.</a:t>
            </a:r>
          </a:p>
          <a:p>
            <a:pPr defTabSz="914400">
              <a:defRPr/>
            </a:pPr>
            <a:endParaRPr lang="en-US" sz="1800" b="1" dirty="0">
              <a:solidFill>
                <a:schemeClr val="bg1"/>
              </a:solidFill>
              <a:latin typeface="Calibri"/>
            </a:endParaRPr>
          </a:p>
          <a:p>
            <a:pPr defTabSz="914400">
              <a:defRPr/>
            </a:pPr>
            <a:r>
              <a:rPr lang="en-US" sz="1800" b="1" dirty="0">
                <a:solidFill>
                  <a:schemeClr val="bg1"/>
                </a:solidFill>
                <a:latin typeface="Calibri"/>
              </a:rPr>
              <a:t>Schema -- How its created?</a:t>
            </a:r>
          </a:p>
          <a:p>
            <a:pPr marL="342900" indent="-342900" defTabSz="914400">
              <a:buFontTx/>
              <a:buAutoNum type="arabicPeriod"/>
              <a:defRPr/>
            </a:pPr>
            <a:r>
              <a:rPr lang="en-US" sz="1800" dirty="0">
                <a:solidFill>
                  <a:schemeClr val="bg1"/>
                </a:solidFill>
                <a:latin typeface="Calibri"/>
              </a:rPr>
              <a:t>Manually create it in BTP</a:t>
            </a:r>
          </a:p>
          <a:p>
            <a:pPr marL="342900" indent="-342900" defTabSz="914400">
              <a:buFontTx/>
              <a:buAutoNum type="arabicPeriod"/>
              <a:defRPr/>
            </a:pPr>
            <a:r>
              <a:rPr lang="en-US" sz="1800" dirty="0">
                <a:solidFill>
                  <a:schemeClr val="bg1"/>
                </a:solidFill>
                <a:latin typeface="Calibri"/>
              </a:rPr>
              <a:t>Application Managed HDI Container (You as developer ONLY work with App, App will talk to HANA to create and manage this schema to store/read data internally)</a:t>
            </a:r>
          </a:p>
          <a:p>
            <a:pPr defTabSz="914400">
              <a:defRPr/>
            </a:pPr>
            <a:r>
              <a:rPr lang="en-US" sz="1800" dirty="0">
                <a:solidFill>
                  <a:schemeClr val="bg1"/>
                </a:solidFill>
                <a:latin typeface="Calibri"/>
              </a:rPr>
              <a:t>You cant access HDI Container using HANA Studio (Deprecated tool), We can use new SAP HANA Database Explorer, SAP HANA </a:t>
            </a:r>
            <a:r>
              <a:rPr lang="en-US" sz="1800" dirty="0" err="1">
                <a:solidFill>
                  <a:schemeClr val="bg1"/>
                </a:solidFill>
                <a:latin typeface="Calibri"/>
              </a:rPr>
              <a:t>WebIDE</a:t>
            </a:r>
            <a:r>
              <a:rPr lang="en-US" sz="1800" dirty="0">
                <a:solidFill>
                  <a:schemeClr val="bg1"/>
                </a:solidFill>
                <a:latin typeface="Calibri"/>
              </a:rPr>
              <a:t> for OP or BAS to access HDI Container.</a:t>
            </a:r>
          </a:p>
          <a:p>
            <a:pPr defTabSz="914400">
              <a:defRPr/>
            </a:pPr>
            <a:endParaRPr lang="en-US" sz="1800" dirty="0">
              <a:solidFill>
                <a:schemeClr val="bg1"/>
              </a:solidFill>
              <a:latin typeface="Calibri"/>
            </a:endParaRPr>
          </a:p>
          <a:p>
            <a:pPr defTabSz="914400">
              <a:defRPr/>
            </a:pPr>
            <a:r>
              <a:rPr lang="en-US" sz="1800" b="1" dirty="0">
                <a:solidFill>
                  <a:schemeClr val="bg1"/>
                </a:solidFill>
                <a:latin typeface="Calibri"/>
              </a:rPr>
              <a:t>HDI -- Who creates it?</a:t>
            </a:r>
          </a:p>
          <a:p>
            <a:pPr defTabSz="914400">
              <a:defRPr/>
            </a:pPr>
            <a:r>
              <a:rPr lang="en-US" sz="1800" dirty="0">
                <a:solidFill>
                  <a:schemeClr val="bg1"/>
                </a:solidFill>
                <a:latin typeface="Calibri"/>
              </a:rPr>
              <a:t>There is a new service in SAP HANA called SAP HDI (HANA deployment Infrastructure) which is just a microservice responsible to managing the container. HDI Deployer is a component which is used to talk to this service from our app.</a:t>
            </a:r>
          </a:p>
          <a:p>
            <a:pPr defTabSz="914400"/>
            <a:endParaRPr lang="en-US" sz="1800" dirty="0">
              <a:solidFill>
                <a:schemeClr val="bg1"/>
              </a:solidFill>
              <a:latin typeface="Calibri"/>
            </a:endParaRPr>
          </a:p>
        </p:txBody>
      </p:sp>
      <p:sp>
        <p:nvSpPr>
          <p:cNvPr id="4" name="Flowchart: Magnetic Disk 3">
            <a:extLst>
              <a:ext uri="{FF2B5EF4-FFF2-40B4-BE49-F238E27FC236}">
                <a16:creationId xmlns:a16="http://schemas.microsoft.com/office/drawing/2014/main" id="{65856273-DAC9-3B87-21B0-3425A57EB577}"/>
              </a:ext>
            </a:extLst>
          </p:cNvPr>
          <p:cNvSpPr/>
          <p:nvPr/>
        </p:nvSpPr>
        <p:spPr>
          <a:xfrm>
            <a:off x="8902724" y="4437112"/>
            <a:ext cx="2880320" cy="1944216"/>
          </a:xfrm>
          <a:prstGeom prst="flowChartMagneticDisk">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HANA Cloud</a:t>
            </a:r>
          </a:p>
          <a:p>
            <a:pPr algn="ctr"/>
            <a:endParaRPr lang="en-IN" dirty="0"/>
          </a:p>
          <a:p>
            <a:pPr algn="ctr"/>
            <a:endParaRPr lang="en-IN" dirty="0"/>
          </a:p>
          <a:p>
            <a:pPr algn="ctr"/>
            <a:endParaRPr lang="en-IN" dirty="0"/>
          </a:p>
          <a:p>
            <a:pPr algn="ctr"/>
            <a:endParaRPr lang="en-IN" dirty="0"/>
          </a:p>
        </p:txBody>
      </p:sp>
      <p:sp>
        <p:nvSpPr>
          <p:cNvPr id="5" name="Cylinder 4">
            <a:extLst>
              <a:ext uri="{FF2B5EF4-FFF2-40B4-BE49-F238E27FC236}">
                <a16:creationId xmlns:a16="http://schemas.microsoft.com/office/drawing/2014/main" id="{B23683B5-E6FB-8D72-E571-892C3726C9B0}"/>
              </a:ext>
            </a:extLst>
          </p:cNvPr>
          <p:cNvSpPr/>
          <p:nvPr/>
        </p:nvSpPr>
        <p:spPr>
          <a:xfrm>
            <a:off x="9196752" y="5229200"/>
            <a:ext cx="1152128" cy="936104"/>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400" dirty="0" err="1"/>
              <a:t>Hdi</a:t>
            </a:r>
            <a:r>
              <a:rPr lang="en-IN" sz="1400" dirty="0"/>
              <a:t> container</a:t>
            </a:r>
          </a:p>
        </p:txBody>
      </p:sp>
      <p:sp>
        <p:nvSpPr>
          <p:cNvPr id="6" name="Flowchart: Preparation 5">
            <a:extLst>
              <a:ext uri="{FF2B5EF4-FFF2-40B4-BE49-F238E27FC236}">
                <a16:creationId xmlns:a16="http://schemas.microsoft.com/office/drawing/2014/main" id="{4D7FB5DD-5352-4FB4-6E66-514ADD50172E}"/>
              </a:ext>
            </a:extLst>
          </p:cNvPr>
          <p:cNvSpPr/>
          <p:nvPr/>
        </p:nvSpPr>
        <p:spPr>
          <a:xfrm>
            <a:off x="5230316" y="4437112"/>
            <a:ext cx="2592288" cy="1029212"/>
          </a:xfrm>
          <a:prstGeom prst="flowChartPreparat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IN" sz="1600" dirty="0" err="1">
                <a:effectLst>
                  <a:outerShdw blurRad="38100" dist="38100" dir="2700000" algn="tl">
                    <a:srgbClr val="000000">
                      <a:alpha val="43137"/>
                    </a:srgbClr>
                  </a:outerShdw>
                </a:effectLst>
              </a:rPr>
              <a:t>hdi</a:t>
            </a:r>
            <a:r>
              <a:rPr lang="en-IN" sz="1600" dirty="0">
                <a:effectLst>
                  <a:outerShdw blurRad="38100" dist="38100" dir="2700000" algn="tl">
                    <a:srgbClr val="000000">
                      <a:alpha val="43137"/>
                    </a:srgbClr>
                  </a:outerShdw>
                </a:effectLst>
              </a:rPr>
              <a:t> microservice</a:t>
            </a:r>
          </a:p>
        </p:txBody>
      </p:sp>
      <p:cxnSp>
        <p:nvCxnSpPr>
          <p:cNvPr id="8" name="Connector: Elbow 7">
            <a:extLst>
              <a:ext uri="{FF2B5EF4-FFF2-40B4-BE49-F238E27FC236}">
                <a16:creationId xmlns:a16="http://schemas.microsoft.com/office/drawing/2014/main" id="{E0CFE145-ED9A-D857-DE7B-333D12ADE785}"/>
              </a:ext>
            </a:extLst>
          </p:cNvPr>
          <p:cNvCxnSpPr>
            <a:stCxn id="6" idx="3"/>
            <a:endCxn id="5" idx="2"/>
          </p:cNvCxnSpPr>
          <p:nvPr/>
        </p:nvCxnSpPr>
        <p:spPr>
          <a:xfrm>
            <a:off x="7822604" y="4951718"/>
            <a:ext cx="1374148" cy="745534"/>
          </a:xfrm>
          <a:prstGeom prst="bentConnector3">
            <a:avLst/>
          </a:prstGeom>
          <a:ln>
            <a:tailEnd type="triangle"/>
          </a:ln>
        </p:spPr>
        <p:style>
          <a:lnRef idx="1">
            <a:schemeClr val="accent3"/>
          </a:lnRef>
          <a:fillRef idx="0">
            <a:schemeClr val="accent3"/>
          </a:fillRef>
          <a:effectRef idx="0">
            <a:schemeClr val="accent3"/>
          </a:effectRef>
          <a:fontRef idx="minor">
            <a:schemeClr val="tx1"/>
          </a:fontRef>
        </p:style>
      </p:cxnSp>
      <p:sp>
        <p:nvSpPr>
          <p:cNvPr id="9" name="Rectangle 8">
            <a:extLst>
              <a:ext uri="{FF2B5EF4-FFF2-40B4-BE49-F238E27FC236}">
                <a16:creationId xmlns:a16="http://schemas.microsoft.com/office/drawing/2014/main" id="{C5AE2592-558F-A4AE-EE2F-5F801DC4A01E}"/>
              </a:ext>
            </a:extLst>
          </p:cNvPr>
          <p:cNvSpPr/>
          <p:nvPr/>
        </p:nvSpPr>
        <p:spPr>
          <a:xfrm>
            <a:off x="1413892" y="4663686"/>
            <a:ext cx="2664296" cy="57606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IN" dirty="0" err="1"/>
              <a:t>Hdi</a:t>
            </a:r>
            <a:r>
              <a:rPr lang="en-IN" dirty="0"/>
              <a:t> deployer</a:t>
            </a:r>
          </a:p>
        </p:txBody>
      </p:sp>
      <p:cxnSp>
        <p:nvCxnSpPr>
          <p:cNvPr id="11" name="Straight Arrow Connector 10">
            <a:extLst>
              <a:ext uri="{FF2B5EF4-FFF2-40B4-BE49-F238E27FC236}">
                <a16:creationId xmlns:a16="http://schemas.microsoft.com/office/drawing/2014/main" id="{BD6B15B6-6E85-56DA-85D4-D5185A134749}"/>
              </a:ext>
            </a:extLst>
          </p:cNvPr>
          <p:cNvCxnSpPr>
            <a:stCxn id="9" idx="3"/>
            <a:endCxn id="6" idx="1"/>
          </p:cNvCxnSpPr>
          <p:nvPr/>
        </p:nvCxnSpPr>
        <p:spPr>
          <a:xfrm>
            <a:off x="4078188" y="4951718"/>
            <a:ext cx="1152128"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6361122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1CFB8-5096-6F69-F56C-78B23B6E915E}"/>
              </a:ext>
            </a:extLst>
          </p:cNvPr>
          <p:cNvSpPr>
            <a:spLocks noGrp="1"/>
          </p:cNvSpPr>
          <p:nvPr>
            <p:ph type="title"/>
          </p:nvPr>
        </p:nvSpPr>
        <p:spPr/>
        <p:txBody>
          <a:bodyPr/>
          <a:lstStyle/>
          <a:p>
            <a:r>
              <a:rPr lang="en-IN" dirty="0"/>
              <a:t>Design time – during development</a:t>
            </a:r>
          </a:p>
        </p:txBody>
      </p:sp>
      <p:sp>
        <p:nvSpPr>
          <p:cNvPr id="3" name="Flowchart: Magnetic Disk 2">
            <a:extLst>
              <a:ext uri="{FF2B5EF4-FFF2-40B4-BE49-F238E27FC236}">
                <a16:creationId xmlns:a16="http://schemas.microsoft.com/office/drawing/2014/main" id="{9445B687-C292-52E3-7C6F-9F4D36D4FD41}"/>
              </a:ext>
            </a:extLst>
          </p:cNvPr>
          <p:cNvSpPr/>
          <p:nvPr/>
        </p:nvSpPr>
        <p:spPr>
          <a:xfrm>
            <a:off x="8361518" y="1581619"/>
            <a:ext cx="3221271" cy="3600400"/>
          </a:xfrm>
          <a:prstGeom prst="flowChartMagneticDisk">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IN"/>
          </a:p>
        </p:txBody>
      </p:sp>
      <p:pic>
        <p:nvPicPr>
          <p:cNvPr id="1026" name="Picture 2" descr="Developer Avatar PNGs for Free Download">
            <a:extLst>
              <a:ext uri="{FF2B5EF4-FFF2-40B4-BE49-F238E27FC236}">
                <a16:creationId xmlns:a16="http://schemas.microsoft.com/office/drawing/2014/main" id="{D13A5DD8-084D-D796-14B4-DD7CA875FB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764" y="806332"/>
            <a:ext cx="1666874" cy="166687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9F39DB8-2325-2F52-9692-149DA0D70691}"/>
              </a:ext>
            </a:extLst>
          </p:cNvPr>
          <p:cNvSpPr txBox="1"/>
          <p:nvPr/>
        </p:nvSpPr>
        <p:spPr>
          <a:xfrm>
            <a:off x="488478" y="2512317"/>
            <a:ext cx="1440160" cy="461665"/>
          </a:xfrm>
          <a:prstGeom prst="rect">
            <a:avLst/>
          </a:prstGeom>
          <a:noFill/>
        </p:spPr>
        <p:txBody>
          <a:bodyPr wrap="square" rtlCol="0">
            <a:spAutoFit/>
          </a:bodyPr>
          <a:lstStyle/>
          <a:p>
            <a:r>
              <a:rPr lang="en-IN" dirty="0">
                <a:solidFill>
                  <a:srgbClr val="FF0000"/>
                </a:solidFill>
              </a:rPr>
              <a:t>Anubhav</a:t>
            </a:r>
          </a:p>
        </p:txBody>
      </p:sp>
      <p:pic>
        <p:nvPicPr>
          <p:cNvPr id="1028" name="Picture 4" descr="Female Developer Vector 227854 Vector Art at Vecteezy">
            <a:extLst>
              <a:ext uri="{FF2B5EF4-FFF2-40B4-BE49-F238E27FC236}">
                <a16:creationId xmlns:a16="http://schemas.microsoft.com/office/drawing/2014/main" id="{BAAF46BE-60B0-9C65-F4E2-F527B2F8D23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5780" y="3884019"/>
            <a:ext cx="1757562" cy="17575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588FD0-A067-A8F5-71BC-85C9BE784911}"/>
              </a:ext>
            </a:extLst>
          </p:cNvPr>
          <p:cNvSpPr txBox="1"/>
          <p:nvPr/>
        </p:nvSpPr>
        <p:spPr>
          <a:xfrm>
            <a:off x="564481" y="5593201"/>
            <a:ext cx="1440160" cy="461665"/>
          </a:xfrm>
          <a:prstGeom prst="rect">
            <a:avLst/>
          </a:prstGeom>
          <a:noFill/>
        </p:spPr>
        <p:txBody>
          <a:bodyPr wrap="square" rtlCol="0">
            <a:spAutoFit/>
          </a:bodyPr>
          <a:lstStyle/>
          <a:p>
            <a:r>
              <a:rPr lang="en-IN" dirty="0">
                <a:solidFill>
                  <a:srgbClr val="FF0000"/>
                </a:solidFill>
              </a:rPr>
              <a:t>Ananya</a:t>
            </a:r>
          </a:p>
        </p:txBody>
      </p:sp>
      <p:cxnSp>
        <p:nvCxnSpPr>
          <p:cNvPr id="8" name="Connector: Elbow 7">
            <a:extLst>
              <a:ext uri="{FF2B5EF4-FFF2-40B4-BE49-F238E27FC236}">
                <a16:creationId xmlns:a16="http://schemas.microsoft.com/office/drawing/2014/main" id="{77E54D0B-3BA7-5461-602D-55BC1AF731C6}"/>
              </a:ext>
            </a:extLst>
          </p:cNvPr>
          <p:cNvCxnSpPr>
            <a:cxnSpLocks/>
          </p:cNvCxnSpPr>
          <p:nvPr/>
        </p:nvCxnSpPr>
        <p:spPr>
          <a:xfrm>
            <a:off x="2004641" y="1988840"/>
            <a:ext cx="6898083" cy="1194519"/>
          </a:xfrm>
          <a:prstGeom prst="bentConnector3">
            <a:avLst/>
          </a:prstGeom>
          <a:ln>
            <a:tailEnd type="triangle"/>
          </a:ln>
        </p:spPr>
        <p:style>
          <a:lnRef idx="3">
            <a:schemeClr val="accent3"/>
          </a:lnRef>
          <a:fillRef idx="0">
            <a:schemeClr val="accent3"/>
          </a:fillRef>
          <a:effectRef idx="2">
            <a:schemeClr val="accent3"/>
          </a:effectRef>
          <a:fontRef idx="minor">
            <a:schemeClr val="tx1"/>
          </a:fontRef>
        </p:style>
      </p:cxnSp>
      <p:sp>
        <p:nvSpPr>
          <p:cNvPr id="9" name="Scroll: Vertical 8">
            <a:extLst>
              <a:ext uri="{FF2B5EF4-FFF2-40B4-BE49-F238E27FC236}">
                <a16:creationId xmlns:a16="http://schemas.microsoft.com/office/drawing/2014/main" id="{4A6223A4-0031-EF80-DD3F-46D9AE530DCE}"/>
              </a:ext>
            </a:extLst>
          </p:cNvPr>
          <p:cNvSpPr/>
          <p:nvPr/>
        </p:nvSpPr>
        <p:spPr>
          <a:xfrm>
            <a:off x="2998068" y="1024843"/>
            <a:ext cx="1152128" cy="1008112"/>
          </a:xfrm>
          <a:prstGeom prst="verticalScroll">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+10</a:t>
            </a:r>
          </a:p>
          <a:p>
            <a:pPr algn="ctr"/>
            <a:r>
              <a:rPr lang="en-IN" dirty="0"/>
              <a:t>9am</a:t>
            </a:r>
          </a:p>
        </p:txBody>
      </p:sp>
      <p:cxnSp>
        <p:nvCxnSpPr>
          <p:cNvPr id="10" name="Connector: Elbow 9">
            <a:extLst>
              <a:ext uri="{FF2B5EF4-FFF2-40B4-BE49-F238E27FC236}">
                <a16:creationId xmlns:a16="http://schemas.microsoft.com/office/drawing/2014/main" id="{38475531-AA97-2BC0-FE12-4C80F01B5C66}"/>
              </a:ext>
            </a:extLst>
          </p:cNvPr>
          <p:cNvCxnSpPr>
            <a:cxnSpLocks/>
          </p:cNvCxnSpPr>
          <p:nvPr/>
        </p:nvCxnSpPr>
        <p:spPr>
          <a:xfrm flipV="1">
            <a:off x="2422004" y="4293096"/>
            <a:ext cx="6480720" cy="411827"/>
          </a:xfrm>
          <a:prstGeom prst="bentConnector3">
            <a:avLst/>
          </a:prstGeom>
          <a:ln>
            <a:tailEnd type="triangle"/>
          </a:ln>
        </p:spPr>
        <p:style>
          <a:lnRef idx="3">
            <a:schemeClr val="accent3"/>
          </a:lnRef>
          <a:fillRef idx="0">
            <a:schemeClr val="accent3"/>
          </a:fillRef>
          <a:effectRef idx="2">
            <a:schemeClr val="accent3"/>
          </a:effectRef>
          <a:fontRef idx="minor">
            <a:schemeClr val="tx1"/>
          </a:fontRef>
        </p:style>
      </p:cxnSp>
      <p:sp>
        <p:nvSpPr>
          <p:cNvPr id="12" name="Scroll: Vertical 11">
            <a:extLst>
              <a:ext uri="{FF2B5EF4-FFF2-40B4-BE49-F238E27FC236}">
                <a16:creationId xmlns:a16="http://schemas.microsoft.com/office/drawing/2014/main" id="{1DF21CC4-7E9F-48F5-155F-0C0602468439}"/>
              </a:ext>
            </a:extLst>
          </p:cNvPr>
          <p:cNvSpPr/>
          <p:nvPr/>
        </p:nvSpPr>
        <p:spPr>
          <a:xfrm>
            <a:off x="2909881" y="3696811"/>
            <a:ext cx="1152128" cy="1008112"/>
          </a:xfrm>
          <a:prstGeom prst="verticalScroll">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-2</a:t>
            </a:r>
          </a:p>
          <a:p>
            <a:pPr algn="ctr"/>
            <a:r>
              <a:rPr lang="en-IN" sz="1400" dirty="0"/>
              <a:t>9.01am</a:t>
            </a:r>
          </a:p>
        </p:txBody>
      </p:sp>
      <p:sp>
        <p:nvSpPr>
          <p:cNvPr id="13" name="Scroll: Vertical 12">
            <a:extLst>
              <a:ext uri="{FF2B5EF4-FFF2-40B4-BE49-F238E27FC236}">
                <a16:creationId xmlns:a16="http://schemas.microsoft.com/office/drawing/2014/main" id="{F0A5E1C6-7D21-54E2-46EA-5B053A2107AC}"/>
              </a:ext>
            </a:extLst>
          </p:cNvPr>
          <p:cNvSpPr/>
          <p:nvPr/>
        </p:nvSpPr>
        <p:spPr>
          <a:xfrm>
            <a:off x="4347934" y="980728"/>
            <a:ext cx="1666873" cy="1008112"/>
          </a:xfrm>
          <a:prstGeom prst="verticalScroll">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Query</a:t>
            </a:r>
          </a:p>
          <a:p>
            <a:pPr algn="ctr"/>
            <a:r>
              <a:rPr lang="en-IN" dirty="0"/>
              <a:t>9.02am</a:t>
            </a:r>
          </a:p>
        </p:txBody>
      </p:sp>
      <p:sp>
        <p:nvSpPr>
          <p:cNvPr id="17" name="Flowchart: Magnetic Disk 16">
            <a:extLst>
              <a:ext uri="{FF2B5EF4-FFF2-40B4-BE49-F238E27FC236}">
                <a16:creationId xmlns:a16="http://schemas.microsoft.com/office/drawing/2014/main" id="{D956C3A4-73C0-0C77-4617-60AE75716B03}"/>
              </a:ext>
            </a:extLst>
          </p:cNvPr>
          <p:cNvSpPr/>
          <p:nvPr/>
        </p:nvSpPr>
        <p:spPr>
          <a:xfrm>
            <a:off x="8902724" y="2708920"/>
            <a:ext cx="1008112" cy="906487"/>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Flowchart: Magnetic Disk 17">
            <a:extLst>
              <a:ext uri="{FF2B5EF4-FFF2-40B4-BE49-F238E27FC236}">
                <a16:creationId xmlns:a16="http://schemas.microsoft.com/office/drawing/2014/main" id="{217F5572-3BDC-ADAB-D431-44718D25513A}"/>
              </a:ext>
            </a:extLst>
          </p:cNvPr>
          <p:cNvSpPr/>
          <p:nvPr/>
        </p:nvSpPr>
        <p:spPr>
          <a:xfrm>
            <a:off x="8902724" y="3861132"/>
            <a:ext cx="1008112" cy="906487"/>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30" name="Picture 6" descr="PNG Mickey Mouse Disney Round Logo | Citypng">
            <a:extLst>
              <a:ext uri="{FF2B5EF4-FFF2-40B4-BE49-F238E27FC236}">
                <a16:creationId xmlns:a16="http://schemas.microsoft.com/office/drawing/2014/main" id="{DFD67989-6B43-E54E-6D2B-8C354652D29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89769" y="2958935"/>
            <a:ext cx="567506" cy="56750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donald duck cartoon 22026266 Vector Art at Vecteezy">
            <a:extLst>
              <a:ext uri="{FF2B5EF4-FFF2-40B4-BE49-F238E27FC236}">
                <a16:creationId xmlns:a16="http://schemas.microsoft.com/office/drawing/2014/main" id="{9B29447E-076C-7D1A-B411-3F6C5396BD8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89769" y="4074589"/>
            <a:ext cx="521313" cy="521796"/>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18">
            <a:extLst>
              <a:ext uri="{FF2B5EF4-FFF2-40B4-BE49-F238E27FC236}">
                <a16:creationId xmlns:a16="http://schemas.microsoft.com/office/drawing/2014/main" id="{321815A8-990D-5AAC-BA62-7D85B11DAF85}"/>
              </a:ext>
            </a:extLst>
          </p:cNvPr>
          <p:cNvSpPr/>
          <p:nvPr/>
        </p:nvSpPr>
        <p:spPr>
          <a:xfrm>
            <a:off x="1795401" y="1581619"/>
            <a:ext cx="1314430" cy="811509"/>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BAS</a:t>
            </a:r>
          </a:p>
          <a:p>
            <a:pPr algn="ctr"/>
            <a:r>
              <a:rPr lang="en-IN" sz="1400" u="sng" dirty="0" err="1">
                <a:effectLst>
                  <a:outerShdw blurRad="38100" dist="38100" dir="2700000" algn="tl">
                    <a:srgbClr val="000000">
                      <a:alpha val="43137"/>
                    </a:srgbClr>
                  </a:outerShdw>
                </a:effectLst>
              </a:rPr>
              <a:t>mycapapp</a:t>
            </a:r>
            <a:endParaRPr lang="en-IN" sz="1400" u="sng" dirty="0">
              <a:effectLst>
                <a:outerShdw blurRad="38100" dist="38100" dir="2700000" algn="tl">
                  <a:srgbClr val="000000">
                    <a:alpha val="43137"/>
                  </a:srgbClr>
                </a:outerShdw>
              </a:effectLst>
            </a:endParaRPr>
          </a:p>
        </p:txBody>
      </p:sp>
      <p:sp>
        <p:nvSpPr>
          <p:cNvPr id="20" name="Flowchart: Preparation 19">
            <a:extLst>
              <a:ext uri="{FF2B5EF4-FFF2-40B4-BE49-F238E27FC236}">
                <a16:creationId xmlns:a16="http://schemas.microsoft.com/office/drawing/2014/main" id="{3C4B70B8-6545-BBEF-0D92-43A4374BE5C0}"/>
              </a:ext>
            </a:extLst>
          </p:cNvPr>
          <p:cNvSpPr/>
          <p:nvPr/>
        </p:nvSpPr>
        <p:spPr>
          <a:xfrm>
            <a:off x="6014807" y="2743149"/>
            <a:ext cx="1375749" cy="783292"/>
          </a:xfrm>
          <a:prstGeom prst="flowChartPreparatio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sz="1100" dirty="0"/>
              <a:t>Mickey </a:t>
            </a:r>
            <a:r>
              <a:rPr lang="en-IN" sz="1100" dirty="0" err="1"/>
              <a:t>hdi</a:t>
            </a:r>
            <a:r>
              <a:rPr lang="en-IN" sz="1100" dirty="0"/>
              <a:t> service</a:t>
            </a:r>
          </a:p>
        </p:txBody>
      </p:sp>
      <p:sp>
        <p:nvSpPr>
          <p:cNvPr id="21" name="Flowchart: Preparation 20">
            <a:extLst>
              <a:ext uri="{FF2B5EF4-FFF2-40B4-BE49-F238E27FC236}">
                <a16:creationId xmlns:a16="http://schemas.microsoft.com/office/drawing/2014/main" id="{5F49234B-FADF-99A4-C59E-CFC9858942F3}"/>
              </a:ext>
            </a:extLst>
          </p:cNvPr>
          <p:cNvSpPr/>
          <p:nvPr/>
        </p:nvSpPr>
        <p:spPr>
          <a:xfrm>
            <a:off x="6001690" y="3901450"/>
            <a:ext cx="1375749" cy="783292"/>
          </a:xfrm>
          <a:prstGeom prst="flowChartPreparatio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sz="1100" dirty="0" err="1"/>
              <a:t>donald</a:t>
            </a:r>
            <a:r>
              <a:rPr lang="en-IN" sz="1100" dirty="0"/>
              <a:t> </a:t>
            </a:r>
            <a:r>
              <a:rPr lang="en-IN" sz="1100" dirty="0" err="1"/>
              <a:t>hdi</a:t>
            </a:r>
            <a:r>
              <a:rPr lang="en-IN" sz="1100" dirty="0"/>
              <a:t> service</a:t>
            </a:r>
          </a:p>
        </p:txBody>
      </p:sp>
    </p:spTree>
    <p:extLst>
      <p:ext uri="{BB962C8B-B14F-4D97-AF65-F5344CB8AC3E}">
        <p14:creationId xmlns:p14="http://schemas.microsoft.com/office/powerpoint/2010/main" val="29650088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A2947-8BD4-1919-0AE6-C14C8F6FE0D7}"/>
              </a:ext>
            </a:extLst>
          </p:cNvPr>
          <p:cNvSpPr>
            <a:spLocks noGrp="1"/>
          </p:cNvSpPr>
          <p:nvPr>
            <p:ph type="title"/>
          </p:nvPr>
        </p:nvSpPr>
        <p:spPr/>
        <p:txBody>
          <a:bodyPr/>
          <a:lstStyle/>
          <a:p>
            <a:r>
              <a:rPr lang="en-US" dirty="0"/>
              <a:t>Hands on - Create HANA Cloud Instance</a:t>
            </a:r>
          </a:p>
        </p:txBody>
      </p:sp>
      <p:pic>
        <p:nvPicPr>
          <p:cNvPr id="3" name="Picture 2">
            <a:extLst>
              <a:ext uri="{FF2B5EF4-FFF2-40B4-BE49-F238E27FC236}">
                <a16:creationId xmlns:a16="http://schemas.microsoft.com/office/drawing/2014/main" id="{8CB5A8D5-EF9E-9286-069A-7C912612B43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28256" r="7337"/>
          <a:stretch/>
        </p:blipFill>
        <p:spPr bwMode="auto">
          <a:xfrm>
            <a:off x="190016" y="1702420"/>
            <a:ext cx="5174395" cy="183777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653BBD-DA91-2996-8A54-0B82D95D8890}"/>
              </a:ext>
            </a:extLst>
          </p:cNvPr>
          <p:cNvSpPr txBox="1"/>
          <p:nvPr/>
        </p:nvSpPr>
        <p:spPr>
          <a:xfrm>
            <a:off x="261763" y="779090"/>
            <a:ext cx="5174395" cy="954107"/>
          </a:xfrm>
          <a:prstGeom prst="rect">
            <a:avLst/>
          </a:prstGeom>
          <a:noFill/>
        </p:spPr>
        <p:txBody>
          <a:bodyPr wrap="square" rtlCol="0">
            <a:spAutoFit/>
          </a:bodyPr>
          <a:lstStyle/>
          <a:p>
            <a:pPr marL="342900" indent="-342900" algn="just" defTabSz="914400">
              <a:buFontTx/>
              <a:buAutoNum type="arabicPeriod"/>
            </a:pPr>
            <a:r>
              <a:rPr lang="en-US" sz="1400" dirty="0">
                <a:solidFill>
                  <a:schemeClr val="bg1"/>
                </a:solidFill>
                <a:latin typeface="Calibri" panose="020F0502020204030204"/>
              </a:rPr>
              <a:t>Login to your trial and navigate to your </a:t>
            </a:r>
            <a:r>
              <a:rPr lang="en-US" sz="1400" b="1" dirty="0">
                <a:solidFill>
                  <a:schemeClr val="bg1"/>
                </a:solidFill>
                <a:latin typeface="Calibri" panose="020F0502020204030204"/>
              </a:rPr>
              <a:t>dev </a:t>
            </a:r>
            <a:r>
              <a:rPr lang="en-US" sz="1400" dirty="0">
                <a:solidFill>
                  <a:schemeClr val="bg1"/>
                </a:solidFill>
                <a:latin typeface="Calibri" panose="020F0502020204030204"/>
              </a:rPr>
              <a:t>space</a:t>
            </a:r>
          </a:p>
          <a:p>
            <a:pPr marL="342900" indent="-342900" algn="just" defTabSz="914400">
              <a:buFontTx/>
              <a:buAutoNum type="arabicPeriod"/>
            </a:pPr>
            <a:r>
              <a:rPr lang="en-US" sz="1400" dirty="0">
                <a:solidFill>
                  <a:schemeClr val="bg1"/>
                </a:solidFill>
                <a:latin typeface="Calibri" panose="020F0502020204030204"/>
              </a:rPr>
              <a:t>Select </a:t>
            </a:r>
            <a:r>
              <a:rPr lang="en-US" sz="1400" b="1" dirty="0">
                <a:solidFill>
                  <a:schemeClr val="bg1"/>
                </a:solidFill>
                <a:latin typeface="Calibri" panose="020F0502020204030204"/>
              </a:rPr>
              <a:t>SAP HANA Cloud</a:t>
            </a:r>
          </a:p>
          <a:p>
            <a:pPr marL="342900" indent="-342900" algn="just"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Manage SAP HANA Cloud </a:t>
            </a:r>
            <a:r>
              <a:rPr lang="en-US" sz="1400" dirty="0">
                <a:solidFill>
                  <a:schemeClr val="bg1"/>
                </a:solidFill>
                <a:latin typeface="Calibri" panose="020F0502020204030204"/>
              </a:rPr>
              <a:t>button to start the SAP HANA Cloud Central</a:t>
            </a:r>
          </a:p>
        </p:txBody>
      </p:sp>
      <p:pic>
        <p:nvPicPr>
          <p:cNvPr id="5" name="Picture 4">
            <a:extLst>
              <a:ext uri="{FF2B5EF4-FFF2-40B4-BE49-F238E27FC236}">
                <a16:creationId xmlns:a16="http://schemas.microsoft.com/office/drawing/2014/main" id="{CE3EF897-818D-A144-9DAA-ED76C105C49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96" t="15296"/>
          <a:stretch/>
        </p:blipFill>
        <p:spPr bwMode="auto">
          <a:xfrm>
            <a:off x="6674485" y="1527830"/>
            <a:ext cx="4543262" cy="197835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Chevron 5">
            <a:extLst>
              <a:ext uri="{FF2B5EF4-FFF2-40B4-BE49-F238E27FC236}">
                <a16:creationId xmlns:a16="http://schemas.microsoft.com/office/drawing/2014/main" id="{F9ED8215-03AA-D8FB-EE7A-028B143BC7BD}"/>
              </a:ext>
            </a:extLst>
          </p:cNvPr>
          <p:cNvSpPr/>
          <p:nvPr/>
        </p:nvSpPr>
        <p:spPr>
          <a:xfrm>
            <a:off x="5617029" y="1733197"/>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sp>
        <p:nvSpPr>
          <p:cNvPr id="7" name="Arrow: Chevron 6">
            <a:extLst>
              <a:ext uri="{FF2B5EF4-FFF2-40B4-BE49-F238E27FC236}">
                <a16:creationId xmlns:a16="http://schemas.microsoft.com/office/drawing/2014/main" id="{65EBF26E-6D84-D4F3-490D-2C8E2ECA0675}"/>
              </a:ext>
            </a:extLst>
          </p:cNvPr>
          <p:cNvSpPr/>
          <p:nvPr/>
        </p:nvSpPr>
        <p:spPr>
          <a:xfrm rot="5400000">
            <a:off x="8770215" y="3566145"/>
            <a:ext cx="351801" cy="474214"/>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pic>
        <p:nvPicPr>
          <p:cNvPr id="8" name="Picture 6">
            <a:extLst>
              <a:ext uri="{FF2B5EF4-FFF2-40B4-BE49-F238E27FC236}">
                <a16:creationId xmlns:a16="http://schemas.microsoft.com/office/drawing/2014/main" id="{462670FC-3E42-A072-DD2C-754FA0F8C92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74485" y="4017448"/>
            <a:ext cx="4805728" cy="265191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0BE4A37-E533-D631-EC68-7557BDA35E2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614" y="3938076"/>
            <a:ext cx="5328976" cy="2701263"/>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Chevron 9">
            <a:extLst>
              <a:ext uri="{FF2B5EF4-FFF2-40B4-BE49-F238E27FC236}">
                <a16:creationId xmlns:a16="http://schemas.microsoft.com/office/drawing/2014/main" id="{35D2515A-A0D2-B87A-B280-CC3F1560B881}"/>
              </a:ext>
            </a:extLst>
          </p:cNvPr>
          <p:cNvSpPr/>
          <p:nvPr/>
        </p:nvSpPr>
        <p:spPr>
          <a:xfrm rot="10800000">
            <a:off x="5926368" y="5151312"/>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cxnSp>
        <p:nvCxnSpPr>
          <p:cNvPr id="11" name="Straight Connector 10">
            <a:extLst>
              <a:ext uri="{FF2B5EF4-FFF2-40B4-BE49-F238E27FC236}">
                <a16:creationId xmlns:a16="http://schemas.microsoft.com/office/drawing/2014/main" id="{24B66864-1F90-CAC7-3886-475219B67685}"/>
              </a:ext>
            </a:extLst>
          </p:cNvPr>
          <p:cNvCxnSpPr/>
          <p:nvPr/>
        </p:nvCxnSpPr>
        <p:spPr>
          <a:xfrm>
            <a:off x="190016" y="3753010"/>
            <a:ext cx="5915500" cy="0"/>
          </a:xfrm>
          <a:prstGeom prst="line">
            <a:avLst/>
          </a:prstGeom>
          <a:noFill/>
          <a:ln w="6350" cap="flat" cmpd="sng" algn="ctr">
            <a:solidFill>
              <a:srgbClr val="4E67C8"/>
            </a:solidFill>
            <a:prstDash val="solid"/>
            <a:miter lim="800000"/>
          </a:ln>
          <a:effectLst/>
        </p:spPr>
      </p:cxnSp>
      <p:sp>
        <p:nvSpPr>
          <p:cNvPr id="12" name="TextBox 11">
            <a:extLst>
              <a:ext uri="{FF2B5EF4-FFF2-40B4-BE49-F238E27FC236}">
                <a16:creationId xmlns:a16="http://schemas.microsoft.com/office/drawing/2014/main" id="{A38502F2-40B4-4D81-DD19-83B489ECC97A}"/>
              </a:ext>
            </a:extLst>
          </p:cNvPr>
          <p:cNvSpPr txBox="1"/>
          <p:nvPr/>
        </p:nvSpPr>
        <p:spPr>
          <a:xfrm>
            <a:off x="6105516" y="779090"/>
            <a:ext cx="5681200" cy="738664"/>
          </a:xfrm>
          <a:prstGeom prst="rect">
            <a:avLst/>
          </a:prstGeom>
          <a:noFill/>
        </p:spPr>
        <p:txBody>
          <a:bodyPr wrap="square" rtlCol="0">
            <a:spAutoFit/>
          </a:bodyPr>
          <a:lstStyle/>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Create </a:t>
            </a:r>
            <a:r>
              <a:rPr lang="en-US" sz="1400" dirty="0">
                <a:solidFill>
                  <a:schemeClr val="bg1"/>
                </a:solidFill>
                <a:latin typeface="Calibri" panose="020F0502020204030204"/>
              </a:rPr>
              <a:t>button to start the wizard</a:t>
            </a:r>
          </a:p>
          <a:p>
            <a:pPr marL="342900" indent="-342900" defTabSz="914400">
              <a:buFontTx/>
              <a:buAutoNum type="arabicPeriod"/>
            </a:pPr>
            <a:r>
              <a:rPr lang="en-US" sz="1400" dirty="0">
                <a:solidFill>
                  <a:schemeClr val="bg1"/>
                </a:solidFill>
                <a:latin typeface="Calibri" panose="020F0502020204030204"/>
              </a:rPr>
              <a:t>Select the SAP HANA Cloud instance Type to create</a:t>
            </a:r>
          </a:p>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Next Step </a:t>
            </a:r>
            <a:r>
              <a:rPr lang="en-US" sz="1400" dirty="0">
                <a:solidFill>
                  <a:schemeClr val="bg1"/>
                </a:solidFill>
                <a:latin typeface="Calibri" panose="020F0502020204030204"/>
              </a:rPr>
              <a:t>button to continue</a:t>
            </a:r>
          </a:p>
        </p:txBody>
      </p:sp>
    </p:spTree>
    <p:extLst>
      <p:ext uri="{BB962C8B-B14F-4D97-AF65-F5344CB8AC3E}">
        <p14:creationId xmlns:p14="http://schemas.microsoft.com/office/powerpoint/2010/main" val="3235868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3B2C1-2D72-48F5-D6C5-A17C95C8F7F8}"/>
              </a:ext>
            </a:extLst>
          </p:cNvPr>
          <p:cNvSpPr>
            <a:spLocks noGrp="1"/>
          </p:cNvSpPr>
          <p:nvPr>
            <p:ph type="title"/>
          </p:nvPr>
        </p:nvSpPr>
        <p:spPr/>
        <p:txBody>
          <a:bodyPr/>
          <a:lstStyle/>
          <a:p>
            <a:r>
              <a:rPr lang="en-US" dirty="0"/>
              <a:t>HDI Container</a:t>
            </a:r>
          </a:p>
        </p:txBody>
      </p:sp>
      <p:sp>
        <p:nvSpPr>
          <p:cNvPr id="3" name="TextBox 2">
            <a:extLst>
              <a:ext uri="{FF2B5EF4-FFF2-40B4-BE49-F238E27FC236}">
                <a16:creationId xmlns:a16="http://schemas.microsoft.com/office/drawing/2014/main" id="{7C36AE77-6D9D-323A-80AD-336A21B8B2E3}"/>
              </a:ext>
            </a:extLst>
          </p:cNvPr>
          <p:cNvSpPr txBox="1"/>
          <p:nvPr/>
        </p:nvSpPr>
        <p:spPr>
          <a:xfrm>
            <a:off x="164670" y="784925"/>
            <a:ext cx="11161643" cy="3970318"/>
          </a:xfrm>
          <a:prstGeom prst="rect">
            <a:avLst/>
          </a:prstGeom>
          <a:noFill/>
        </p:spPr>
        <p:txBody>
          <a:bodyPr wrap="square" rtlCol="0">
            <a:spAutoFit/>
          </a:bodyPr>
          <a:lstStyle/>
          <a:p>
            <a:pPr defTabSz="914400">
              <a:defRPr/>
            </a:pPr>
            <a:r>
              <a:rPr lang="en-US" sz="1800" dirty="0">
                <a:solidFill>
                  <a:schemeClr val="bg1"/>
                </a:solidFill>
                <a:latin typeface="Calibri"/>
              </a:rPr>
              <a:t>An HDI Container is also a </a:t>
            </a:r>
            <a:r>
              <a:rPr lang="en-US" sz="1800" b="1" dirty="0">
                <a:solidFill>
                  <a:schemeClr val="bg1"/>
                </a:solidFill>
                <a:latin typeface="Calibri"/>
              </a:rPr>
              <a:t>schema</a:t>
            </a:r>
            <a:r>
              <a:rPr lang="en-US" sz="1800" dirty="0">
                <a:solidFill>
                  <a:schemeClr val="bg1"/>
                </a:solidFill>
                <a:latin typeface="Calibri"/>
              </a:rPr>
              <a:t>. But it is managed differently from a normal schema.</a:t>
            </a:r>
          </a:p>
          <a:p>
            <a:pPr defTabSz="914400">
              <a:defRPr/>
            </a:pPr>
            <a:endParaRPr lang="en-US" sz="1800" b="1" dirty="0">
              <a:solidFill>
                <a:schemeClr val="bg1"/>
              </a:solidFill>
              <a:latin typeface="Calibri"/>
            </a:endParaRPr>
          </a:p>
          <a:p>
            <a:pPr defTabSz="914400">
              <a:defRPr/>
            </a:pPr>
            <a:r>
              <a:rPr lang="en-US" sz="1800" b="1" dirty="0">
                <a:solidFill>
                  <a:schemeClr val="bg1"/>
                </a:solidFill>
                <a:latin typeface="Calibri"/>
              </a:rPr>
              <a:t>Schema -- How its created?</a:t>
            </a:r>
          </a:p>
          <a:p>
            <a:pPr marL="342900" indent="-342900" defTabSz="914400">
              <a:buFontTx/>
              <a:buAutoNum type="arabicPeriod"/>
              <a:defRPr/>
            </a:pPr>
            <a:r>
              <a:rPr lang="en-US" sz="1800" dirty="0">
                <a:solidFill>
                  <a:schemeClr val="bg1"/>
                </a:solidFill>
                <a:latin typeface="Calibri"/>
              </a:rPr>
              <a:t>Manually create it in BTP</a:t>
            </a:r>
          </a:p>
          <a:p>
            <a:pPr marL="342900" indent="-342900" defTabSz="914400">
              <a:buFontTx/>
              <a:buAutoNum type="arabicPeriod"/>
              <a:defRPr/>
            </a:pPr>
            <a:r>
              <a:rPr lang="en-US" sz="1800" dirty="0">
                <a:solidFill>
                  <a:schemeClr val="bg1"/>
                </a:solidFill>
                <a:latin typeface="Calibri"/>
              </a:rPr>
              <a:t>Application Managed HDI Container (You as developer ONLY work with App, App will talk to HANA to create and manage this schema to store/read data internally)</a:t>
            </a:r>
          </a:p>
          <a:p>
            <a:pPr defTabSz="914400">
              <a:defRPr/>
            </a:pPr>
            <a:r>
              <a:rPr lang="en-US" sz="1800" dirty="0">
                <a:solidFill>
                  <a:schemeClr val="bg1"/>
                </a:solidFill>
                <a:latin typeface="Calibri"/>
              </a:rPr>
              <a:t>You cant access HDI Container using HANA Studio (Deprecated tool), We can use new SAP HANA Database Explorer, SAP HANA </a:t>
            </a:r>
            <a:r>
              <a:rPr lang="en-US" sz="1800" dirty="0" err="1">
                <a:solidFill>
                  <a:schemeClr val="bg1"/>
                </a:solidFill>
                <a:latin typeface="Calibri"/>
              </a:rPr>
              <a:t>WebIDE</a:t>
            </a:r>
            <a:r>
              <a:rPr lang="en-US" sz="1800" dirty="0">
                <a:solidFill>
                  <a:schemeClr val="bg1"/>
                </a:solidFill>
                <a:latin typeface="Calibri"/>
              </a:rPr>
              <a:t> for OP or BAS to access HDI Container.</a:t>
            </a:r>
          </a:p>
          <a:p>
            <a:pPr defTabSz="914400">
              <a:defRPr/>
            </a:pPr>
            <a:endParaRPr lang="en-US" sz="1800" dirty="0">
              <a:solidFill>
                <a:schemeClr val="bg1"/>
              </a:solidFill>
              <a:latin typeface="Calibri"/>
            </a:endParaRPr>
          </a:p>
          <a:p>
            <a:pPr defTabSz="914400">
              <a:defRPr/>
            </a:pPr>
            <a:r>
              <a:rPr lang="en-US" sz="1800" b="1" dirty="0">
                <a:solidFill>
                  <a:schemeClr val="bg1"/>
                </a:solidFill>
                <a:latin typeface="Calibri"/>
              </a:rPr>
              <a:t>HDI -- Who creates it?</a:t>
            </a:r>
          </a:p>
          <a:p>
            <a:pPr defTabSz="914400">
              <a:defRPr/>
            </a:pPr>
            <a:r>
              <a:rPr lang="en-US" sz="1800" dirty="0">
                <a:solidFill>
                  <a:schemeClr val="bg1"/>
                </a:solidFill>
                <a:latin typeface="Calibri"/>
              </a:rPr>
              <a:t>There is a new service in SAP HANA called SAP HDI (HANA Deployer Infrastructure) which is just a microservice responsible to managing the container. HDI Deployer is a component which is used to talk to this service from our app.</a:t>
            </a:r>
          </a:p>
          <a:p>
            <a:pPr defTabSz="914400"/>
            <a:endParaRPr lang="en-US" sz="1800" dirty="0">
              <a:solidFill>
                <a:schemeClr val="bg1"/>
              </a:solidFill>
              <a:latin typeface="Calibri"/>
            </a:endParaRPr>
          </a:p>
        </p:txBody>
      </p:sp>
    </p:spTree>
    <p:extLst>
      <p:ext uri="{BB962C8B-B14F-4D97-AF65-F5344CB8AC3E}">
        <p14:creationId xmlns:p14="http://schemas.microsoft.com/office/powerpoint/2010/main" val="1295559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A2947-8BD4-1919-0AE6-C14C8F6FE0D7}"/>
              </a:ext>
            </a:extLst>
          </p:cNvPr>
          <p:cNvSpPr>
            <a:spLocks noGrp="1"/>
          </p:cNvSpPr>
          <p:nvPr>
            <p:ph type="title"/>
          </p:nvPr>
        </p:nvSpPr>
        <p:spPr/>
        <p:txBody>
          <a:bodyPr/>
          <a:lstStyle/>
          <a:p>
            <a:r>
              <a:rPr lang="en-US" dirty="0"/>
              <a:t>Hands on - Create HANA Cloud Instance</a:t>
            </a:r>
          </a:p>
        </p:txBody>
      </p:sp>
      <p:pic>
        <p:nvPicPr>
          <p:cNvPr id="3" name="Picture 2">
            <a:extLst>
              <a:ext uri="{FF2B5EF4-FFF2-40B4-BE49-F238E27FC236}">
                <a16:creationId xmlns:a16="http://schemas.microsoft.com/office/drawing/2014/main" id="{8CB5A8D5-EF9E-9286-069A-7C912612B43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28256" r="7337"/>
          <a:stretch/>
        </p:blipFill>
        <p:spPr bwMode="auto">
          <a:xfrm>
            <a:off x="190016" y="1702420"/>
            <a:ext cx="5174395" cy="183777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653BBD-DA91-2996-8A54-0B82D95D8890}"/>
              </a:ext>
            </a:extLst>
          </p:cNvPr>
          <p:cNvSpPr txBox="1"/>
          <p:nvPr/>
        </p:nvSpPr>
        <p:spPr>
          <a:xfrm>
            <a:off x="261763" y="779090"/>
            <a:ext cx="5174395" cy="954107"/>
          </a:xfrm>
          <a:prstGeom prst="rect">
            <a:avLst/>
          </a:prstGeom>
          <a:noFill/>
        </p:spPr>
        <p:txBody>
          <a:bodyPr wrap="square" rtlCol="0">
            <a:spAutoFit/>
          </a:bodyPr>
          <a:lstStyle/>
          <a:p>
            <a:pPr marL="342900" indent="-342900" algn="just" defTabSz="914400">
              <a:buFontTx/>
              <a:buAutoNum type="arabicPeriod"/>
            </a:pPr>
            <a:r>
              <a:rPr lang="en-US" sz="1400" dirty="0">
                <a:solidFill>
                  <a:schemeClr val="bg1"/>
                </a:solidFill>
                <a:latin typeface="Calibri" panose="020F0502020204030204"/>
              </a:rPr>
              <a:t>Login to your trial and navigate to your </a:t>
            </a:r>
            <a:r>
              <a:rPr lang="en-US" sz="1400" b="1" dirty="0">
                <a:solidFill>
                  <a:schemeClr val="bg1"/>
                </a:solidFill>
                <a:latin typeface="Calibri" panose="020F0502020204030204"/>
              </a:rPr>
              <a:t>dev </a:t>
            </a:r>
            <a:r>
              <a:rPr lang="en-US" sz="1400" dirty="0">
                <a:solidFill>
                  <a:schemeClr val="bg1"/>
                </a:solidFill>
                <a:latin typeface="Calibri" panose="020F0502020204030204"/>
              </a:rPr>
              <a:t>space</a:t>
            </a:r>
          </a:p>
          <a:p>
            <a:pPr marL="342900" indent="-342900" algn="just" defTabSz="914400">
              <a:buFontTx/>
              <a:buAutoNum type="arabicPeriod"/>
            </a:pPr>
            <a:r>
              <a:rPr lang="en-US" sz="1400" dirty="0">
                <a:solidFill>
                  <a:schemeClr val="bg1"/>
                </a:solidFill>
                <a:latin typeface="Calibri" panose="020F0502020204030204"/>
              </a:rPr>
              <a:t>Select </a:t>
            </a:r>
            <a:r>
              <a:rPr lang="en-US" sz="1400" b="1" dirty="0">
                <a:solidFill>
                  <a:schemeClr val="bg1"/>
                </a:solidFill>
                <a:latin typeface="Calibri" panose="020F0502020204030204"/>
              </a:rPr>
              <a:t>SAP HANA Cloud</a:t>
            </a:r>
          </a:p>
          <a:p>
            <a:pPr marL="342900" indent="-342900" algn="just"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Manage SAP HANA Cloud </a:t>
            </a:r>
            <a:r>
              <a:rPr lang="en-US" sz="1400" dirty="0">
                <a:solidFill>
                  <a:schemeClr val="bg1"/>
                </a:solidFill>
                <a:latin typeface="Calibri" panose="020F0502020204030204"/>
              </a:rPr>
              <a:t>button to start the SAP HANA Cloud Central</a:t>
            </a:r>
          </a:p>
        </p:txBody>
      </p:sp>
      <p:pic>
        <p:nvPicPr>
          <p:cNvPr id="5" name="Picture 4">
            <a:extLst>
              <a:ext uri="{FF2B5EF4-FFF2-40B4-BE49-F238E27FC236}">
                <a16:creationId xmlns:a16="http://schemas.microsoft.com/office/drawing/2014/main" id="{CE3EF897-818D-A144-9DAA-ED76C105C49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96" t="15296"/>
          <a:stretch/>
        </p:blipFill>
        <p:spPr bwMode="auto">
          <a:xfrm>
            <a:off x="6674485" y="1527830"/>
            <a:ext cx="4543262" cy="197835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Chevron 5">
            <a:extLst>
              <a:ext uri="{FF2B5EF4-FFF2-40B4-BE49-F238E27FC236}">
                <a16:creationId xmlns:a16="http://schemas.microsoft.com/office/drawing/2014/main" id="{F9ED8215-03AA-D8FB-EE7A-028B143BC7BD}"/>
              </a:ext>
            </a:extLst>
          </p:cNvPr>
          <p:cNvSpPr/>
          <p:nvPr/>
        </p:nvSpPr>
        <p:spPr>
          <a:xfrm>
            <a:off x="5617029" y="1733197"/>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sp>
        <p:nvSpPr>
          <p:cNvPr id="7" name="Arrow: Chevron 6">
            <a:extLst>
              <a:ext uri="{FF2B5EF4-FFF2-40B4-BE49-F238E27FC236}">
                <a16:creationId xmlns:a16="http://schemas.microsoft.com/office/drawing/2014/main" id="{65EBF26E-6D84-D4F3-490D-2C8E2ECA0675}"/>
              </a:ext>
            </a:extLst>
          </p:cNvPr>
          <p:cNvSpPr/>
          <p:nvPr/>
        </p:nvSpPr>
        <p:spPr>
          <a:xfrm rot="5400000">
            <a:off x="8770215" y="3566145"/>
            <a:ext cx="351801" cy="474214"/>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pic>
        <p:nvPicPr>
          <p:cNvPr id="8" name="Picture 6">
            <a:extLst>
              <a:ext uri="{FF2B5EF4-FFF2-40B4-BE49-F238E27FC236}">
                <a16:creationId xmlns:a16="http://schemas.microsoft.com/office/drawing/2014/main" id="{462670FC-3E42-A072-DD2C-754FA0F8C92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74485" y="4017448"/>
            <a:ext cx="4805728" cy="265191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0BE4A37-E533-D631-EC68-7557BDA35E2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614" y="3938076"/>
            <a:ext cx="5328976" cy="2701263"/>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Chevron 9">
            <a:extLst>
              <a:ext uri="{FF2B5EF4-FFF2-40B4-BE49-F238E27FC236}">
                <a16:creationId xmlns:a16="http://schemas.microsoft.com/office/drawing/2014/main" id="{35D2515A-A0D2-B87A-B280-CC3F1560B881}"/>
              </a:ext>
            </a:extLst>
          </p:cNvPr>
          <p:cNvSpPr/>
          <p:nvPr/>
        </p:nvSpPr>
        <p:spPr>
          <a:xfrm rot="10800000">
            <a:off x="5926368" y="5151312"/>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cxnSp>
        <p:nvCxnSpPr>
          <p:cNvPr id="11" name="Straight Connector 10">
            <a:extLst>
              <a:ext uri="{FF2B5EF4-FFF2-40B4-BE49-F238E27FC236}">
                <a16:creationId xmlns:a16="http://schemas.microsoft.com/office/drawing/2014/main" id="{24B66864-1F90-CAC7-3886-475219B67685}"/>
              </a:ext>
            </a:extLst>
          </p:cNvPr>
          <p:cNvCxnSpPr/>
          <p:nvPr/>
        </p:nvCxnSpPr>
        <p:spPr>
          <a:xfrm>
            <a:off x="190016" y="3753010"/>
            <a:ext cx="5915500" cy="0"/>
          </a:xfrm>
          <a:prstGeom prst="line">
            <a:avLst/>
          </a:prstGeom>
          <a:noFill/>
          <a:ln w="6350" cap="flat" cmpd="sng" algn="ctr">
            <a:solidFill>
              <a:srgbClr val="4E67C8"/>
            </a:solidFill>
            <a:prstDash val="solid"/>
            <a:miter lim="800000"/>
          </a:ln>
          <a:effectLst/>
        </p:spPr>
      </p:cxnSp>
      <p:sp>
        <p:nvSpPr>
          <p:cNvPr id="12" name="TextBox 11">
            <a:extLst>
              <a:ext uri="{FF2B5EF4-FFF2-40B4-BE49-F238E27FC236}">
                <a16:creationId xmlns:a16="http://schemas.microsoft.com/office/drawing/2014/main" id="{A38502F2-40B4-4D81-DD19-83B489ECC97A}"/>
              </a:ext>
            </a:extLst>
          </p:cNvPr>
          <p:cNvSpPr txBox="1"/>
          <p:nvPr/>
        </p:nvSpPr>
        <p:spPr>
          <a:xfrm>
            <a:off x="6105516" y="779090"/>
            <a:ext cx="5681200" cy="738664"/>
          </a:xfrm>
          <a:prstGeom prst="rect">
            <a:avLst/>
          </a:prstGeom>
          <a:noFill/>
        </p:spPr>
        <p:txBody>
          <a:bodyPr wrap="square" rtlCol="0">
            <a:spAutoFit/>
          </a:bodyPr>
          <a:lstStyle/>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Create </a:t>
            </a:r>
            <a:r>
              <a:rPr lang="en-US" sz="1400" dirty="0">
                <a:solidFill>
                  <a:schemeClr val="bg1"/>
                </a:solidFill>
                <a:latin typeface="Calibri" panose="020F0502020204030204"/>
              </a:rPr>
              <a:t>button to start the wizard</a:t>
            </a:r>
          </a:p>
          <a:p>
            <a:pPr marL="342900" indent="-342900" defTabSz="914400">
              <a:buFontTx/>
              <a:buAutoNum type="arabicPeriod"/>
            </a:pPr>
            <a:r>
              <a:rPr lang="en-US" sz="1400" dirty="0">
                <a:solidFill>
                  <a:schemeClr val="bg1"/>
                </a:solidFill>
                <a:latin typeface="Calibri" panose="020F0502020204030204"/>
              </a:rPr>
              <a:t>Select the SAP HANA Cloud instance Type to create</a:t>
            </a:r>
          </a:p>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Next Step </a:t>
            </a:r>
            <a:r>
              <a:rPr lang="en-US" sz="1400" dirty="0">
                <a:solidFill>
                  <a:schemeClr val="bg1"/>
                </a:solidFill>
                <a:latin typeface="Calibri" panose="020F0502020204030204"/>
              </a:rPr>
              <a:t>button to continue</a:t>
            </a:r>
          </a:p>
        </p:txBody>
      </p:sp>
    </p:spTree>
    <p:extLst>
      <p:ext uri="{BB962C8B-B14F-4D97-AF65-F5344CB8AC3E}">
        <p14:creationId xmlns:p14="http://schemas.microsoft.com/office/powerpoint/2010/main" val="38481723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2AF90-E623-BB88-6CCD-1830BB1A34D7}"/>
              </a:ext>
            </a:extLst>
          </p:cNvPr>
          <p:cNvSpPr>
            <a:spLocks noGrp="1"/>
          </p:cNvSpPr>
          <p:nvPr>
            <p:ph type="title"/>
          </p:nvPr>
        </p:nvSpPr>
        <p:spPr/>
        <p:txBody>
          <a:bodyPr/>
          <a:lstStyle/>
          <a:p>
            <a:r>
              <a:rPr lang="en-IN" dirty="0"/>
              <a:t>Design time</a:t>
            </a:r>
          </a:p>
        </p:txBody>
      </p:sp>
      <p:grpSp>
        <p:nvGrpSpPr>
          <p:cNvPr id="198" name="Group 197">
            <a:extLst>
              <a:ext uri="{FF2B5EF4-FFF2-40B4-BE49-F238E27FC236}">
                <a16:creationId xmlns:a16="http://schemas.microsoft.com/office/drawing/2014/main" id="{866ED831-6E85-1730-EDF3-419A9199ED4F}"/>
              </a:ext>
            </a:extLst>
          </p:cNvPr>
          <p:cNvGrpSpPr/>
          <p:nvPr/>
        </p:nvGrpSpPr>
        <p:grpSpPr>
          <a:xfrm>
            <a:off x="546278" y="657863"/>
            <a:ext cx="11403720" cy="5229720"/>
            <a:chOff x="546278" y="657863"/>
            <a:chExt cx="11403720" cy="522972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EA66F6BD-21F4-B976-7F58-28C0B5ACD2CB}"/>
                    </a:ext>
                  </a:extLst>
                </p14:cNvPr>
                <p14:cNvContentPartPr/>
                <p14:nvPr/>
              </p14:nvContentPartPr>
              <p14:xfrm>
                <a:off x="891158" y="1187063"/>
                <a:ext cx="547920" cy="438480"/>
              </p14:xfrm>
            </p:contentPart>
          </mc:Choice>
          <mc:Fallback xmlns="">
            <p:pic>
              <p:nvPicPr>
                <p:cNvPr id="3" name="Ink 2">
                  <a:extLst>
                    <a:ext uri="{FF2B5EF4-FFF2-40B4-BE49-F238E27FC236}">
                      <a16:creationId xmlns:a16="http://schemas.microsoft.com/office/drawing/2014/main" id="{EA66F6BD-21F4-B976-7F58-28C0B5ACD2CB}"/>
                    </a:ext>
                  </a:extLst>
                </p:cNvPr>
                <p:cNvPicPr/>
                <p:nvPr/>
              </p:nvPicPr>
              <p:blipFill>
                <a:blip r:embed="rId3"/>
                <a:stretch>
                  <a:fillRect/>
                </a:stretch>
              </p:blipFill>
              <p:spPr>
                <a:xfrm>
                  <a:off x="882518" y="1178423"/>
                  <a:ext cx="565560" cy="4561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2A771F58-2CF9-418B-DAF1-B954F2E26881}"/>
                    </a:ext>
                  </a:extLst>
                </p14:cNvPr>
                <p14:cNvContentPartPr/>
                <p14:nvPr/>
              </p14:nvContentPartPr>
              <p14:xfrm>
                <a:off x="1029758" y="1455983"/>
                <a:ext cx="192240" cy="89280"/>
              </p14:xfrm>
            </p:contentPart>
          </mc:Choice>
          <mc:Fallback xmlns="">
            <p:pic>
              <p:nvPicPr>
                <p:cNvPr id="4" name="Ink 3">
                  <a:extLst>
                    <a:ext uri="{FF2B5EF4-FFF2-40B4-BE49-F238E27FC236}">
                      <a16:creationId xmlns:a16="http://schemas.microsoft.com/office/drawing/2014/main" id="{2A771F58-2CF9-418B-DAF1-B954F2E26881}"/>
                    </a:ext>
                  </a:extLst>
                </p:cNvPr>
                <p:cNvPicPr/>
                <p:nvPr/>
              </p:nvPicPr>
              <p:blipFill>
                <a:blip r:embed="rId5"/>
                <a:stretch>
                  <a:fillRect/>
                </a:stretch>
              </p:blipFill>
              <p:spPr>
                <a:xfrm>
                  <a:off x="1021118" y="1447343"/>
                  <a:ext cx="20988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3BEC5DC7-D1C7-22FA-7ECA-94B40A10B25A}"/>
                    </a:ext>
                  </a:extLst>
                </p14:cNvPr>
                <p14:cNvContentPartPr/>
                <p14:nvPr/>
              </p14:nvContentPartPr>
              <p14:xfrm>
                <a:off x="1078718" y="1402703"/>
                <a:ext cx="11160" cy="360"/>
              </p14:xfrm>
            </p:contentPart>
          </mc:Choice>
          <mc:Fallback xmlns="">
            <p:pic>
              <p:nvPicPr>
                <p:cNvPr id="5" name="Ink 4">
                  <a:extLst>
                    <a:ext uri="{FF2B5EF4-FFF2-40B4-BE49-F238E27FC236}">
                      <a16:creationId xmlns:a16="http://schemas.microsoft.com/office/drawing/2014/main" id="{3BEC5DC7-D1C7-22FA-7ECA-94B40A10B25A}"/>
                    </a:ext>
                  </a:extLst>
                </p:cNvPr>
                <p:cNvPicPr/>
                <p:nvPr/>
              </p:nvPicPr>
              <p:blipFill>
                <a:blip r:embed="rId7"/>
                <a:stretch>
                  <a:fillRect/>
                </a:stretch>
              </p:blipFill>
              <p:spPr>
                <a:xfrm>
                  <a:off x="1069718" y="1394063"/>
                  <a:ext cx="288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53D2F90-2D65-D283-38B1-B34B15781CFD}"/>
                    </a:ext>
                  </a:extLst>
                </p14:cNvPr>
                <p14:cNvContentPartPr/>
                <p14:nvPr/>
              </p14:nvContentPartPr>
              <p14:xfrm>
                <a:off x="1208678" y="1377503"/>
                <a:ext cx="1440" cy="2880"/>
              </p14:xfrm>
            </p:contentPart>
          </mc:Choice>
          <mc:Fallback xmlns="">
            <p:pic>
              <p:nvPicPr>
                <p:cNvPr id="6" name="Ink 5">
                  <a:extLst>
                    <a:ext uri="{FF2B5EF4-FFF2-40B4-BE49-F238E27FC236}">
                      <a16:creationId xmlns:a16="http://schemas.microsoft.com/office/drawing/2014/main" id="{453D2F90-2D65-D283-38B1-B34B15781CFD}"/>
                    </a:ext>
                  </a:extLst>
                </p:cNvPr>
                <p:cNvPicPr/>
                <p:nvPr/>
              </p:nvPicPr>
              <p:blipFill>
                <a:blip r:embed="rId9"/>
                <a:stretch>
                  <a:fillRect/>
                </a:stretch>
              </p:blipFill>
              <p:spPr>
                <a:xfrm>
                  <a:off x="1200038" y="1368863"/>
                  <a:ext cx="1908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88A56B81-41CD-4507-792F-C4FF6D21062A}"/>
                    </a:ext>
                  </a:extLst>
                </p14:cNvPr>
                <p14:cNvContentPartPr/>
                <p14:nvPr/>
              </p14:nvContentPartPr>
              <p14:xfrm>
                <a:off x="935078" y="1628063"/>
                <a:ext cx="439200" cy="282960"/>
              </p14:xfrm>
            </p:contentPart>
          </mc:Choice>
          <mc:Fallback xmlns="">
            <p:pic>
              <p:nvPicPr>
                <p:cNvPr id="7" name="Ink 6">
                  <a:extLst>
                    <a:ext uri="{FF2B5EF4-FFF2-40B4-BE49-F238E27FC236}">
                      <a16:creationId xmlns:a16="http://schemas.microsoft.com/office/drawing/2014/main" id="{88A56B81-41CD-4507-792F-C4FF6D21062A}"/>
                    </a:ext>
                  </a:extLst>
                </p:cNvPr>
                <p:cNvPicPr/>
                <p:nvPr/>
              </p:nvPicPr>
              <p:blipFill>
                <a:blip r:embed="rId11"/>
                <a:stretch>
                  <a:fillRect/>
                </a:stretch>
              </p:blipFill>
              <p:spPr>
                <a:xfrm>
                  <a:off x="926438" y="1619423"/>
                  <a:ext cx="456840" cy="300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EDA03393-DF0E-8F5A-5ACB-BCE533F67AC8}"/>
                    </a:ext>
                  </a:extLst>
                </p14:cNvPr>
                <p14:cNvContentPartPr/>
                <p14:nvPr/>
              </p14:nvContentPartPr>
              <p14:xfrm>
                <a:off x="556718" y="982583"/>
                <a:ext cx="13680" cy="266400"/>
              </p14:xfrm>
            </p:contentPart>
          </mc:Choice>
          <mc:Fallback xmlns="">
            <p:pic>
              <p:nvPicPr>
                <p:cNvPr id="9" name="Ink 8">
                  <a:extLst>
                    <a:ext uri="{FF2B5EF4-FFF2-40B4-BE49-F238E27FC236}">
                      <a16:creationId xmlns:a16="http://schemas.microsoft.com/office/drawing/2014/main" id="{EDA03393-DF0E-8F5A-5ACB-BCE533F67AC8}"/>
                    </a:ext>
                  </a:extLst>
                </p:cNvPr>
                <p:cNvPicPr/>
                <p:nvPr/>
              </p:nvPicPr>
              <p:blipFill>
                <a:blip r:embed="rId13"/>
                <a:stretch>
                  <a:fillRect/>
                </a:stretch>
              </p:blipFill>
              <p:spPr>
                <a:xfrm>
                  <a:off x="548078" y="973943"/>
                  <a:ext cx="31320" cy="284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3E0F0F58-BBE3-30F6-673E-3D1DDB5D2E41}"/>
                    </a:ext>
                  </a:extLst>
                </p14:cNvPr>
                <p14:cNvContentPartPr/>
                <p14:nvPr/>
              </p14:nvContentPartPr>
              <p14:xfrm>
                <a:off x="568598" y="934703"/>
                <a:ext cx="127440" cy="216000"/>
              </p14:xfrm>
            </p:contentPart>
          </mc:Choice>
          <mc:Fallback xmlns="">
            <p:pic>
              <p:nvPicPr>
                <p:cNvPr id="10" name="Ink 9">
                  <a:extLst>
                    <a:ext uri="{FF2B5EF4-FFF2-40B4-BE49-F238E27FC236}">
                      <a16:creationId xmlns:a16="http://schemas.microsoft.com/office/drawing/2014/main" id="{3E0F0F58-BBE3-30F6-673E-3D1DDB5D2E41}"/>
                    </a:ext>
                  </a:extLst>
                </p:cNvPr>
                <p:cNvPicPr/>
                <p:nvPr/>
              </p:nvPicPr>
              <p:blipFill>
                <a:blip r:embed="rId15"/>
                <a:stretch>
                  <a:fillRect/>
                </a:stretch>
              </p:blipFill>
              <p:spPr>
                <a:xfrm>
                  <a:off x="559958" y="926063"/>
                  <a:ext cx="14508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3D2E8251-547B-70CC-6DDA-C86DD1F102A9}"/>
                    </a:ext>
                  </a:extLst>
                </p14:cNvPr>
                <p14:cNvContentPartPr/>
                <p14:nvPr/>
              </p14:nvContentPartPr>
              <p14:xfrm>
                <a:off x="546278" y="1058903"/>
                <a:ext cx="84960" cy="62280"/>
              </p14:xfrm>
            </p:contentPart>
          </mc:Choice>
          <mc:Fallback xmlns="">
            <p:pic>
              <p:nvPicPr>
                <p:cNvPr id="11" name="Ink 10">
                  <a:extLst>
                    <a:ext uri="{FF2B5EF4-FFF2-40B4-BE49-F238E27FC236}">
                      <a16:creationId xmlns:a16="http://schemas.microsoft.com/office/drawing/2014/main" id="{3D2E8251-547B-70CC-6DDA-C86DD1F102A9}"/>
                    </a:ext>
                  </a:extLst>
                </p:cNvPr>
                <p:cNvPicPr/>
                <p:nvPr/>
              </p:nvPicPr>
              <p:blipFill>
                <a:blip r:embed="rId17"/>
                <a:stretch>
                  <a:fillRect/>
                </a:stretch>
              </p:blipFill>
              <p:spPr>
                <a:xfrm>
                  <a:off x="537278" y="1050263"/>
                  <a:ext cx="102600" cy="7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950BE38D-C3CE-BE84-6C85-A752AF909346}"/>
                    </a:ext>
                  </a:extLst>
                </p14:cNvPr>
                <p14:cNvContentPartPr/>
                <p14:nvPr/>
              </p14:nvContentPartPr>
              <p14:xfrm>
                <a:off x="722318" y="1019303"/>
                <a:ext cx="141120" cy="124920"/>
              </p14:xfrm>
            </p:contentPart>
          </mc:Choice>
          <mc:Fallback xmlns="">
            <p:pic>
              <p:nvPicPr>
                <p:cNvPr id="12" name="Ink 11">
                  <a:extLst>
                    <a:ext uri="{FF2B5EF4-FFF2-40B4-BE49-F238E27FC236}">
                      <a16:creationId xmlns:a16="http://schemas.microsoft.com/office/drawing/2014/main" id="{950BE38D-C3CE-BE84-6C85-A752AF909346}"/>
                    </a:ext>
                  </a:extLst>
                </p:cNvPr>
                <p:cNvPicPr/>
                <p:nvPr/>
              </p:nvPicPr>
              <p:blipFill>
                <a:blip r:embed="rId19"/>
                <a:stretch>
                  <a:fillRect/>
                </a:stretch>
              </p:blipFill>
              <p:spPr>
                <a:xfrm>
                  <a:off x="713678" y="1010303"/>
                  <a:ext cx="15876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0D1E8D7A-D12D-F67F-926D-C986EA5D8D46}"/>
                    </a:ext>
                  </a:extLst>
                </p14:cNvPr>
                <p14:cNvContentPartPr/>
                <p14:nvPr/>
              </p14:nvContentPartPr>
              <p14:xfrm>
                <a:off x="908078" y="957023"/>
                <a:ext cx="112320" cy="176400"/>
              </p14:xfrm>
            </p:contentPart>
          </mc:Choice>
          <mc:Fallback xmlns="">
            <p:pic>
              <p:nvPicPr>
                <p:cNvPr id="13" name="Ink 12">
                  <a:extLst>
                    <a:ext uri="{FF2B5EF4-FFF2-40B4-BE49-F238E27FC236}">
                      <a16:creationId xmlns:a16="http://schemas.microsoft.com/office/drawing/2014/main" id="{0D1E8D7A-D12D-F67F-926D-C986EA5D8D46}"/>
                    </a:ext>
                  </a:extLst>
                </p:cNvPr>
                <p:cNvPicPr/>
                <p:nvPr/>
              </p:nvPicPr>
              <p:blipFill>
                <a:blip r:embed="rId21"/>
                <a:stretch>
                  <a:fillRect/>
                </a:stretch>
              </p:blipFill>
              <p:spPr>
                <a:xfrm>
                  <a:off x="899078" y="948383"/>
                  <a:ext cx="12996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37CE390D-69F5-083B-22C7-28C28AEC2267}"/>
                    </a:ext>
                  </a:extLst>
                </p14:cNvPr>
                <p14:cNvContentPartPr/>
                <p14:nvPr/>
              </p14:nvContentPartPr>
              <p14:xfrm>
                <a:off x="1052078" y="928583"/>
                <a:ext cx="123840" cy="174960"/>
              </p14:xfrm>
            </p:contentPart>
          </mc:Choice>
          <mc:Fallback xmlns="">
            <p:pic>
              <p:nvPicPr>
                <p:cNvPr id="14" name="Ink 13">
                  <a:extLst>
                    <a:ext uri="{FF2B5EF4-FFF2-40B4-BE49-F238E27FC236}">
                      <a16:creationId xmlns:a16="http://schemas.microsoft.com/office/drawing/2014/main" id="{37CE390D-69F5-083B-22C7-28C28AEC2267}"/>
                    </a:ext>
                  </a:extLst>
                </p:cNvPr>
                <p:cNvPicPr/>
                <p:nvPr/>
              </p:nvPicPr>
              <p:blipFill>
                <a:blip r:embed="rId23"/>
                <a:stretch>
                  <a:fillRect/>
                </a:stretch>
              </p:blipFill>
              <p:spPr>
                <a:xfrm>
                  <a:off x="1043438" y="919943"/>
                  <a:ext cx="1414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00963242-684B-EB26-0CEF-7E302D2BDB29}"/>
                    </a:ext>
                  </a:extLst>
                </p14:cNvPr>
                <p14:cNvContentPartPr/>
                <p14:nvPr/>
              </p14:nvContentPartPr>
              <p14:xfrm>
                <a:off x="1179878" y="920663"/>
                <a:ext cx="141840" cy="149040"/>
              </p14:xfrm>
            </p:contentPart>
          </mc:Choice>
          <mc:Fallback xmlns="">
            <p:pic>
              <p:nvPicPr>
                <p:cNvPr id="15" name="Ink 14">
                  <a:extLst>
                    <a:ext uri="{FF2B5EF4-FFF2-40B4-BE49-F238E27FC236}">
                      <a16:creationId xmlns:a16="http://schemas.microsoft.com/office/drawing/2014/main" id="{00963242-684B-EB26-0CEF-7E302D2BDB29}"/>
                    </a:ext>
                  </a:extLst>
                </p:cNvPr>
                <p:cNvPicPr/>
                <p:nvPr/>
              </p:nvPicPr>
              <p:blipFill>
                <a:blip r:embed="rId25"/>
                <a:stretch>
                  <a:fillRect/>
                </a:stretch>
              </p:blipFill>
              <p:spPr>
                <a:xfrm>
                  <a:off x="1170878" y="912023"/>
                  <a:ext cx="159480" cy="166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A6B245F0-485F-2BF6-27D9-E9495A30631E}"/>
                    </a:ext>
                  </a:extLst>
                </p14:cNvPr>
                <p14:cNvContentPartPr/>
                <p14:nvPr/>
              </p14:nvContentPartPr>
              <p14:xfrm>
                <a:off x="1340078" y="945143"/>
                <a:ext cx="133200" cy="97920"/>
              </p14:xfrm>
            </p:contentPart>
          </mc:Choice>
          <mc:Fallback xmlns="">
            <p:pic>
              <p:nvPicPr>
                <p:cNvPr id="16" name="Ink 15">
                  <a:extLst>
                    <a:ext uri="{FF2B5EF4-FFF2-40B4-BE49-F238E27FC236}">
                      <a16:creationId xmlns:a16="http://schemas.microsoft.com/office/drawing/2014/main" id="{A6B245F0-485F-2BF6-27D9-E9495A30631E}"/>
                    </a:ext>
                  </a:extLst>
                </p:cNvPr>
                <p:cNvPicPr/>
                <p:nvPr/>
              </p:nvPicPr>
              <p:blipFill>
                <a:blip r:embed="rId27"/>
                <a:stretch>
                  <a:fillRect/>
                </a:stretch>
              </p:blipFill>
              <p:spPr>
                <a:xfrm>
                  <a:off x="1331438" y="936143"/>
                  <a:ext cx="150840" cy="1155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0F148392-DF66-4F2C-FC0A-279F72216C2E}"/>
                    </a:ext>
                  </a:extLst>
                </p14:cNvPr>
                <p14:cNvContentPartPr/>
                <p14:nvPr/>
              </p14:nvContentPartPr>
              <p14:xfrm>
                <a:off x="1503518" y="907703"/>
                <a:ext cx="133200" cy="123840"/>
              </p14:xfrm>
            </p:contentPart>
          </mc:Choice>
          <mc:Fallback xmlns="">
            <p:pic>
              <p:nvPicPr>
                <p:cNvPr id="17" name="Ink 16">
                  <a:extLst>
                    <a:ext uri="{FF2B5EF4-FFF2-40B4-BE49-F238E27FC236}">
                      <a16:creationId xmlns:a16="http://schemas.microsoft.com/office/drawing/2014/main" id="{0F148392-DF66-4F2C-FC0A-279F72216C2E}"/>
                    </a:ext>
                  </a:extLst>
                </p:cNvPr>
                <p:cNvPicPr/>
                <p:nvPr/>
              </p:nvPicPr>
              <p:blipFill>
                <a:blip r:embed="rId29"/>
                <a:stretch>
                  <a:fillRect/>
                </a:stretch>
              </p:blipFill>
              <p:spPr>
                <a:xfrm>
                  <a:off x="1494878" y="899063"/>
                  <a:ext cx="150840" cy="1414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43" name="Ink 42">
                  <a:extLst>
                    <a:ext uri="{FF2B5EF4-FFF2-40B4-BE49-F238E27FC236}">
                      <a16:creationId xmlns:a16="http://schemas.microsoft.com/office/drawing/2014/main" id="{47466F42-91B5-5808-90BC-C13E662EC9C8}"/>
                    </a:ext>
                  </a:extLst>
                </p14:cNvPr>
                <p14:cNvContentPartPr/>
                <p14:nvPr/>
              </p14:nvContentPartPr>
              <p14:xfrm>
                <a:off x="7946798" y="2040983"/>
                <a:ext cx="2014560" cy="3815280"/>
              </p14:xfrm>
            </p:contentPart>
          </mc:Choice>
          <mc:Fallback xmlns="">
            <p:pic>
              <p:nvPicPr>
                <p:cNvPr id="43" name="Ink 42">
                  <a:extLst>
                    <a:ext uri="{FF2B5EF4-FFF2-40B4-BE49-F238E27FC236}">
                      <a16:creationId xmlns:a16="http://schemas.microsoft.com/office/drawing/2014/main" id="{47466F42-91B5-5808-90BC-C13E662EC9C8}"/>
                    </a:ext>
                  </a:extLst>
                </p:cNvPr>
                <p:cNvPicPr/>
                <p:nvPr/>
              </p:nvPicPr>
              <p:blipFill>
                <a:blip r:embed="rId31"/>
                <a:stretch>
                  <a:fillRect/>
                </a:stretch>
              </p:blipFill>
              <p:spPr>
                <a:xfrm>
                  <a:off x="7938158" y="2032343"/>
                  <a:ext cx="2032200" cy="38329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4" name="Ink 43">
                  <a:extLst>
                    <a:ext uri="{FF2B5EF4-FFF2-40B4-BE49-F238E27FC236}">
                      <a16:creationId xmlns:a16="http://schemas.microsoft.com/office/drawing/2014/main" id="{F452D1FB-E8E0-2C08-0456-080053F1377D}"/>
                    </a:ext>
                  </a:extLst>
                </p14:cNvPr>
                <p14:cNvContentPartPr/>
                <p14:nvPr/>
              </p14:nvContentPartPr>
              <p14:xfrm>
                <a:off x="8229398" y="1321343"/>
                <a:ext cx="3313440" cy="764640"/>
              </p14:xfrm>
            </p:contentPart>
          </mc:Choice>
          <mc:Fallback xmlns="">
            <p:pic>
              <p:nvPicPr>
                <p:cNvPr id="44" name="Ink 43">
                  <a:extLst>
                    <a:ext uri="{FF2B5EF4-FFF2-40B4-BE49-F238E27FC236}">
                      <a16:creationId xmlns:a16="http://schemas.microsoft.com/office/drawing/2014/main" id="{F452D1FB-E8E0-2C08-0456-080053F1377D}"/>
                    </a:ext>
                  </a:extLst>
                </p:cNvPr>
                <p:cNvPicPr/>
                <p:nvPr/>
              </p:nvPicPr>
              <p:blipFill>
                <a:blip r:embed="rId33"/>
                <a:stretch>
                  <a:fillRect/>
                </a:stretch>
              </p:blipFill>
              <p:spPr>
                <a:xfrm>
                  <a:off x="8220758" y="1312343"/>
                  <a:ext cx="3331080" cy="782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45" name="Ink 44">
                  <a:extLst>
                    <a:ext uri="{FF2B5EF4-FFF2-40B4-BE49-F238E27FC236}">
                      <a16:creationId xmlns:a16="http://schemas.microsoft.com/office/drawing/2014/main" id="{44F9D63D-7FB0-7CEA-F32E-729B98073F7F}"/>
                    </a:ext>
                  </a:extLst>
                </p14:cNvPr>
                <p14:cNvContentPartPr/>
                <p14:nvPr/>
              </p14:nvContentPartPr>
              <p14:xfrm>
                <a:off x="9989438" y="5559983"/>
                <a:ext cx="1844280" cy="327600"/>
              </p14:xfrm>
            </p:contentPart>
          </mc:Choice>
          <mc:Fallback xmlns="">
            <p:pic>
              <p:nvPicPr>
                <p:cNvPr id="45" name="Ink 44">
                  <a:extLst>
                    <a:ext uri="{FF2B5EF4-FFF2-40B4-BE49-F238E27FC236}">
                      <a16:creationId xmlns:a16="http://schemas.microsoft.com/office/drawing/2014/main" id="{44F9D63D-7FB0-7CEA-F32E-729B98073F7F}"/>
                    </a:ext>
                  </a:extLst>
                </p:cNvPr>
                <p:cNvPicPr/>
                <p:nvPr/>
              </p:nvPicPr>
              <p:blipFill>
                <a:blip r:embed="rId35"/>
                <a:stretch>
                  <a:fillRect/>
                </a:stretch>
              </p:blipFill>
              <p:spPr>
                <a:xfrm>
                  <a:off x="9980438" y="5551343"/>
                  <a:ext cx="1861920" cy="345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46" name="Ink 45">
                  <a:extLst>
                    <a:ext uri="{FF2B5EF4-FFF2-40B4-BE49-F238E27FC236}">
                      <a16:creationId xmlns:a16="http://schemas.microsoft.com/office/drawing/2014/main" id="{C104B0B6-0502-E142-3569-E64784FC1A3F}"/>
                    </a:ext>
                  </a:extLst>
                </p14:cNvPr>
                <p14:cNvContentPartPr/>
                <p14:nvPr/>
              </p14:nvContentPartPr>
              <p14:xfrm>
                <a:off x="9651038" y="1072223"/>
                <a:ext cx="6480" cy="224640"/>
              </p14:xfrm>
            </p:contentPart>
          </mc:Choice>
          <mc:Fallback xmlns="">
            <p:pic>
              <p:nvPicPr>
                <p:cNvPr id="46" name="Ink 45">
                  <a:extLst>
                    <a:ext uri="{FF2B5EF4-FFF2-40B4-BE49-F238E27FC236}">
                      <a16:creationId xmlns:a16="http://schemas.microsoft.com/office/drawing/2014/main" id="{C104B0B6-0502-E142-3569-E64784FC1A3F}"/>
                    </a:ext>
                  </a:extLst>
                </p:cNvPr>
                <p:cNvPicPr/>
                <p:nvPr/>
              </p:nvPicPr>
              <p:blipFill>
                <a:blip r:embed="rId37"/>
                <a:stretch>
                  <a:fillRect/>
                </a:stretch>
              </p:blipFill>
              <p:spPr>
                <a:xfrm>
                  <a:off x="9642038" y="1063583"/>
                  <a:ext cx="24120" cy="2422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47" name="Ink 46">
                  <a:extLst>
                    <a:ext uri="{FF2B5EF4-FFF2-40B4-BE49-F238E27FC236}">
                      <a16:creationId xmlns:a16="http://schemas.microsoft.com/office/drawing/2014/main" id="{8E8850F3-38BB-F37D-0B4C-C8795B64491E}"/>
                    </a:ext>
                  </a:extLst>
                </p14:cNvPr>
                <p14:cNvContentPartPr/>
                <p14:nvPr/>
              </p14:nvContentPartPr>
              <p14:xfrm>
                <a:off x="9638438" y="1110023"/>
                <a:ext cx="228240" cy="224640"/>
              </p14:xfrm>
            </p:contentPart>
          </mc:Choice>
          <mc:Fallback xmlns="">
            <p:pic>
              <p:nvPicPr>
                <p:cNvPr id="47" name="Ink 46">
                  <a:extLst>
                    <a:ext uri="{FF2B5EF4-FFF2-40B4-BE49-F238E27FC236}">
                      <a16:creationId xmlns:a16="http://schemas.microsoft.com/office/drawing/2014/main" id="{8E8850F3-38BB-F37D-0B4C-C8795B64491E}"/>
                    </a:ext>
                  </a:extLst>
                </p:cNvPr>
                <p:cNvPicPr/>
                <p:nvPr/>
              </p:nvPicPr>
              <p:blipFill>
                <a:blip r:embed="rId39"/>
                <a:stretch>
                  <a:fillRect/>
                </a:stretch>
              </p:blipFill>
              <p:spPr>
                <a:xfrm>
                  <a:off x="9629798" y="1101023"/>
                  <a:ext cx="245880" cy="242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48" name="Ink 47">
                  <a:extLst>
                    <a:ext uri="{FF2B5EF4-FFF2-40B4-BE49-F238E27FC236}">
                      <a16:creationId xmlns:a16="http://schemas.microsoft.com/office/drawing/2014/main" id="{54E28AF5-2F47-A714-E39D-7CB49246E780}"/>
                    </a:ext>
                  </a:extLst>
                </p14:cNvPr>
                <p14:cNvContentPartPr/>
                <p14:nvPr/>
              </p14:nvContentPartPr>
              <p14:xfrm>
                <a:off x="9919958" y="1046663"/>
                <a:ext cx="111240" cy="260640"/>
              </p14:xfrm>
            </p:contentPart>
          </mc:Choice>
          <mc:Fallback xmlns="">
            <p:pic>
              <p:nvPicPr>
                <p:cNvPr id="48" name="Ink 47">
                  <a:extLst>
                    <a:ext uri="{FF2B5EF4-FFF2-40B4-BE49-F238E27FC236}">
                      <a16:creationId xmlns:a16="http://schemas.microsoft.com/office/drawing/2014/main" id="{54E28AF5-2F47-A714-E39D-7CB49246E780}"/>
                    </a:ext>
                  </a:extLst>
                </p:cNvPr>
                <p:cNvPicPr/>
                <p:nvPr/>
              </p:nvPicPr>
              <p:blipFill>
                <a:blip r:embed="rId41"/>
                <a:stretch>
                  <a:fillRect/>
                </a:stretch>
              </p:blipFill>
              <p:spPr>
                <a:xfrm>
                  <a:off x="9910958" y="1037663"/>
                  <a:ext cx="12888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49" name="Ink 48">
                  <a:extLst>
                    <a:ext uri="{FF2B5EF4-FFF2-40B4-BE49-F238E27FC236}">
                      <a16:creationId xmlns:a16="http://schemas.microsoft.com/office/drawing/2014/main" id="{3FE476DC-2C22-7696-068A-CA5867D24FCC}"/>
                    </a:ext>
                  </a:extLst>
                </p14:cNvPr>
                <p14:cNvContentPartPr/>
                <p14:nvPr/>
              </p14:nvContentPartPr>
              <p14:xfrm>
                <a:off x="9933998" y="1184543"/>
                <a:ext cx="103680" cy="18360"/>
              </p14:xfrm>
            </p:contentPart>
          </mc:Choice>
          <mc:Fallback xmlns="">
            <p:pic>
              <p:nvPicPr>
                <p:cNvPr id="49" name="Ink 48">
                  <a:extLst>
                    <a:ext uri="{FF2B5EF4-FFF2-40B4-BE49-F238E27FC236}">
                      <a16:creationId xmlns:a16="http://schemas.microsoft.com/office/drawing/2014/main" id="{3FE476DC-2C22-7696-068A-CA5867D24FCC}"/>
                    </a:ext>
                  </a:extLst>
                </p:cNvPr>
                <p:cNvPicPr/>
                <p:nvPr/>
              </p:nvPicPr>
              <p:blipFill>
                <a:blip r:embed="rId43"/>
                <a:stretch>
                  <a:fillRect/>
                </a:stretch>
              </p:blipFill>
              <p:spPr>
                <a:xfrm>
                  <a:off x="9924998" y="1175903"/>
                  <a:ext cx="1213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50" name="Ink 49">
                  <a:extLst>
                    <a:ext uri="{FF2B5EF4-FFF2-40B4-BE49-F238E27FC236}">
                      <a16:creationId xmlns:a16="http://schemas.microsoft.com/office/drawing/2014/main" id="{B762FDAF-F6D9-8938-EA1A-B109E2E0F118}"/>
                    </a:ext>
                  </a:extLst>
                </p14:cNvPr>
                <p14:cNvContentPartPr/>
                <p14:nvPr/>
              </p14:nvContentPartPr>
              <p14:xfrm>
                <a:off x="10131998" y="1066463"/>
                <a:ext cx="39600" cy="168120"/>
              </p14:xfrm>
            </p:contentPart>
          </mc:Choice>
          <mc:Fallback xmlns="">
            <p:pic>
              <p:nvPicPr>
                <p:cNvPr id="50" name="Ink 49">
                  <a:extLst>
                    <a:ext uri="{FF2B5EF4-FFF2-40B4-BE49-F238E27FC236}">
                      <a16:creationId xmlns:a16="http://schemas.microsoft.com/office/drawing/2014/main" id="{B762FDAF-F6D9-8938-EA1A-B109E2E0F118}"/>
                    </a:ext>
                  </a:extLst>
                </p:cNvPr>
                <p:cNvPicPr/>
                <p:nvPr/>
              </p:nvPicPr>
              <p:blipFill>
                <a:blip r:embed="rId45"/>
                <a:stretch>
                  <a:fillRect/>
                </a:stretch>
              </p:blipFill>
              <p:spPr>
                <a:xfrm>
                  <a:off x="10123358" y="1057823"/>
                  <a:ext cx="57240" cy="1857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51" name="Ink 50">
                  <a:extLst>
                    <a:ext uri="{FF2B5EF4-FFF2-40B4-BE49-F238E27FC236}">
                      <a16:creationId xmlns:a16="http://schemas.microsoft.com/office/drawing/2014/main" id="{41599970-8246-18B7-46A4-E8532CDDD65A}"/>
                    </a:ext>
                  </a:extLst>
                </p14:cNvPr>
                <p14:cNvContentPartPr/>
                <p14:nvPr/>
              </p14:nvContentPartPr>
              <p14:xfrm>
                <a:off x="10146038" y="1068623"/>
                <a:ext cx="154800" cy="196560"/>
              </p14:xfrm>
            </p:contentPart>
          </mc:Choice>
          <mc:Fallback xmlns="">
            <p:pic>
              <p:nvPicPr>
                <p:cNvPr id="51" name="Ink 50">
                  <a:extLst>
                    <a:ext uri="{FF2B5EF4-FFF2-40B4-BE49-F238E27FC236}">
                      <a16:creationId xmlns:a16="http://schemas.microsoft.com/office/drawing/2014/main" id="{41599970-8246-18B7-46A4-E8532CDDD65A}"/>
                    </a:ext>
                  </a:extLst>
                </p:cNvPr>
                <p:cNvPicPr/>
                <p:nvPr/>
              </p:nvPicPr>
              <p:blipFill>
                <a:blip r:embed="rId47"/>
                <a:stretch>
                  <a:fillRect/>
                </a:stretch>
              </p:blipFill>
              <p:spPr>
                <a:xfrm>
                  <a:off x="10137038" y="1059983"/>
                  <a:ext cx="1724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52" name="Ink 51">
                  <a:extLst>
                    <a:ext uri="{FF2B5EF4-FFF2-40B4-BE49-F238E27FC236}">
                      <a16:creationId xmlns:a16="http://schemas.microsoft.com/office/drawing/2014/main" id="{668F0280-B4CC-FE4B-5A38-E40D01618EA2}"/>
                    </a:ext>
                  </a:extLst>
                </p14:cNvPr>
                <p14:cNvContentPartPr/>
                <p14:nvPr/>
              </p14:nvContentPartPr>
              <p14:xfrm>
                <a:off x="10296518" y="1025423"/>
                <a:ext cx="18720" cy="216360"/>
              </p14:xfrm>
            </p:contentPart>
          </mc:Choice>
          <mc:Fallback xmlns="">
            <p:pic>
              <p:nvPicPr>
                <p:cNvPr id="52" name="Ink 51">
                  <a:extLst>
                    <a:ext uri="{FF2B5EF4-FFF2-40B4-BE49-F238E27FC236}">
                      <a16:creationId xmlns:a16="http://schemas.microsoft.com/office/drawing/2014/main" id="{668F0280-B4CC-FE4B-5A38-E40D01618EA2}"/>
                    </a:ext>
                  </a:extLst>
                </p:cNvPr>
                <p:cNvPicPr/>
                <p:nvPr/>
              </p:nvPicPr>
              <p:blipFill>
                <a:blip r:embed="rId49"/>
                <a:stretch>
                  <a:fillRect/>
                </a:stretch>
              </p:blipFill>
              <p:spPr>
                <a:xfrm>
                  <a:off x="10287878" y="1016783"/>
                  <a:ext cx="36360" cy="234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53" name="Ink 52">
                  <a:extLst>
                    <a:ext uri="{FF2B5EF4-FFF2-40B4-BE49-F238E27FC236}">
                      <a16:creationId xmlns:a16="http://schemas.microsoft.com/office/drawing/2014/main" id="{A64F8AA4-27EE-E93E-62BB-90C4E2C2937F}"/>
                    </a:ext>
                  </a:extLst>
                </p14:cNvPr>
                <p14:cNvContentPartPr/>
                <p14:nvPr/>
              </p14:nvContentPartPr>
              <p14:xfrm>
                <a:off x="10414238" y="1023263"/>
                <a:ext cx="101160" cy="261360"/>
              </p14:xfrm>
            </p:contentPart>
          </mc:Choice>
          <mc:Fallback xmlns="">
            <p:pic>
              <p:nvPicPr>
                <p:cNvPr id="53" name="Ink 52">
                  <a:extLst>
                    <a:ext uri="{FF2B5EF4-FFF2-40B4-BE49-F238E27FC236}">
                      <a16:creationId xmlns:a16="http://schemas.microsoft.com/office/drawing/2014/main" id="{A64F8AA4-27EE-E93E-62BB-90C4E2C2937F}"/>
                    </a:ext>
                  </a:extLst>
                </p:cNvPr>
                <p:cNvPicPr/>
                <p:nvPr/>
              </p:nvPicPr>
              <p:blipFill>
                <a:blip r:embed="rId51"/>
                <a:stretch>
                  <a:fillRect/>
                </a:stretch>
              </p:blipFill>
              <p:spPr>
                <a:xfrm>
                  <a:off x="10405238" y="1014263"/>
                  <a:ext cx="11880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54" name="Ink 53">
                  <a:extLst>
                    <a:ext uri="{FF2B5EF4-FFF2-40B4-BE49-F238E27FC236}">
                      <a16:creationId xmlns:a16="http://schemas.microsoft.com/office/drawing/2014/main" id="{D928758E-376B-BC49-9C8E-AE89BAAEA481}"/>
                    </a:ext>
                  </a:extLst>
                </p14:cNvPr>
                <p14:cNvContentPartPr/>
                <p14:nvPr/>
              </p14:nvContentPartPr>
              <p14:xfrm>
                <a:off x="10405238" y="1126223"/>
                <a:ext cx="90720" cy="32400"/>
              </p14:xfrm>
            </p:contentPart>
          </mc:Choice>
          <mc:Fallback xmlns="">
            <p:pic>
              <p:nvPicPr>
                <p:cNvPr id="54" name="Ink 53">
                  <a:extLst>
                    <a:ext uri="{FF2B5EF4-FFF2-40B4-BE49-F238E27FC236}">
                      <a16:creationId xmlns:a16="http://schemas.microsoft.com/office/drawing/2014/main" id="{D928758E-376B-BC49-9C8E-AE89BAAEA481}"/>
                    </a:ext>
                  </a:extLst>
                </p:cNvPr>
                <p:cNvPicPr/>
                <p:nvPr/>
              </p:nvPicPr>
              <p:blipFill>
                <a:blip r:embed="rId53"/>
                <a:stretch>
                  <a:fillRect/>
                </a:stretch>
              </p:blipFill>
              <p:spPr>
                <a:xfrm>
                  <a:off x="10396238" y="1117583"/>
                  <a:ext cx="108360" cy="50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56" name="Ink 55">
                  <a:extLst>
                    <a:ext uri="{FF2B5EF4-FFF2-40B4-BE49-F238E27FC236}">
                      <a16:creationId xmlns:a16="http://schemas.microsoft.com/office/drawing/2014/main" id="{D909C612-8534-2F4F-C590-BCA3EADCD43E}"/>
                    </a:ext>
                  </a:extLst>
                </p14:cNvPr>
                <p14:cNvContentPartPr/>
                <p14:nvPr/>
              </p14:nvContentPartPr>
              <p14:xfrm>
                <a:off x="1698278" y="1655423"/>
                <a:ext cx="578520" cy="16920"/>
              </p14:xfrm>
            </p:contentPart>
          </mc:Choice>
          <mc:Fallback xmlns="">
            <p:pic>
              <p:nvPicPr>
                <p:cNvPr id="56" name="Ink 55">
                  <a:extLst>
                    <a:ext uri="{FF2B5EF4-FFF2-40B4-BE49-F238E27FC236}">
                      <a16:creationId xmlns:a16="http://schemas.microsoft.com/office/drawing/2014/main" id="{D909C612-8534-2F4F-C590-BCA3EADCD43E}"/>
                    </a:ext>
                  </a:extLst>
                </p:cNvPr>
                <p:cNvPicPr/>
                <p:nvPr/>
              </p:nvPicPr>
              <p:blipFill>
                <a:blip r:embed="rId55"/>
                <a:stretch>
                  <a:fillRect/>
                </a:stretch>
              </p:blipFill>
              <p:spPr>
                <a:xfrm>
                  <a:off x="1689638" y="1646783"/>
                  <a:ext cx="59616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57" name="Ink 56">
                  <a:extLst>
                    <a:ext uri="{FF2B5EF4-FFF2-40B4-BE49-F238E27FC236}">
                      <a16:creationId xmlns:a16="http://schemas.microsoft.com/office/drawing/2014/main" id="{9663D802-D180-B3FB-8ADD-CBFA8F1BDF7D}"/>
                    </a:ext>
                  </a:extLst>
                </p14:cNvPr>
                <p14:cNvContentPartPr/>
                <p14:nvPr/>
              </p14:nvContentPartPr>
              <p14:xfrm>
                <a:off x="2138918" y="1572983"/>
                <a:ext cx="230760" cy="187560"/>
              </p14:xfrm>
            </p:contentPart>
          </mc:Choice>
          <mc:Fallback xmlns="">
            <p:pic>
              <p:nvPicPr>
                <p:cNvPr id="57" name="Ink 56">
                  <a:extLst>
                    <a:ext uri="{FF2B5EF4-FFF2-40B4-BE49-F238E27FC236}">
                      <a16:creationId xmlns:a16="http://schemas.microsoft.com/office/drawing/2014/main" id="{9663D802-D180-B3FB-8ADD-CBFA8F1BDF7D}"/>
                    </a:ext>
                  </a:extLst>
                </p:cNvPr>
                <p:cNvPicPr/>
                <p:nvPr/>
              </p:nvPicPr>
              <p:blipFill>
                <a:blip r:embed="rId57"/>
                <a:stretch>
                  <a:fillRect/>
                </a:stretch>
              </p:blipFill>
              <p:spPr>
                <a:xfrm>
                  <a:off x="2129918" y="1563983"/>
                  <a:ext cx="24840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58" name="Ink 57">
                  <a:extLst>
                    <a:ext uri="{FF2B5EF4-FFF2-40B4-BE49-F238E27FC236}">
                      <a16:creationId xmlns:a16="http://schemas.microsoft.com/office/drawing/2014/main" id="{3357AB43-087E-F864-7365-C07D55AE895A}"/>
                    </a:ext>
                  </a:extLst>
                </p14:cNvPr>
                <p14:cNvContentPartPr/>
                <p14:nvPr/>
              </p14:nvContentPartPr>
              <p14:xfrm>
                <a:off x="2662358" y="1367063"/>
                <a:ext cx="1504440" cy="726480"/>
              </p14:xfrm>
            </p:contentPart>
          </mc:Choice>
          <mc:Fallback xmlns="">
            <p:pic>
              <p:nvPicPr>
                <p:cNvPr id="58" name="Ink 57">
                  <a:extLst>
                    <a:ext uri="{FF2B5EF4-FFF2-40B4-BE49-F238E27FC236}">
                      <a16:creationId xmlns:a16="http://schemas.microsoft.com/office/drawing/2014/main" id="{3357AB43-087E-F864-7365-C07D55AE895A}"/>
                    </a:ext>
                  </a:extLst>
                </p:cNvPr>
                <p:cNvPicPr/>
                <p:nvPr/>
              </p:nvPicPr>
              <p:blipFill>
                <a:blip r:embed="rId59"/>
                <a:stretch>
                  <a:fillRect/>
                </a:stretch>
              </p:blipFill>
              <p:spPr>
                <a:xfrm>
                  <a:off x="2653718" y="1358423"/>
                  <a:ext cx="1522080" cy="744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59" name="Ink 58">
                  <a:extLst>
                    <a:ext uri="{FF2B5EF4-FFF2-40B4-BE49-F238E27FC236}">
                      <a16:creationId xmlns:a16="http://schemas.microsoft.com/office/drawing/2014/main" id="{F216C81F-BF8C-C5AE-1066-34311273B34A}"/>
                    </a:ext>
                  </a:extLst>
                </p14:cNvPr>
                <p14:cNvContentPartPr/>
                <p14:nvPr/>
              </p14:nvContentPartPr>
              <p14:xfrm>
                <a:off x="2670278" y="1339343"/>
                <a:ext cx="1917720" cy="721080"/>
              </p14:xfrm>
            </p:contentPart>
          </mc:Choice>
          <mc:Fallback xmlns="">
            <p:pic>
              <p:nvPicPr>
                <p:cNvPr id="59" name="Ink 58">
                  <a:extLst>
                    <a:ext uri="{FF2B5EF4-FFF2-40B4-BE49-F238E27FC236}">
                      <a16:creationId xmlns:a16="http://schemas.microsoft.com/office/drawing/2014/main" id="{F216C81F-BF8C-C5AE-1066-34311273B34A}"/>
                    </a:ext>
                  </a:extLst>
                </p:cNvPr>
                <p:cNvPicPr/>
                <p:nvPr/>
              </p:nvPicPr>
              <p:blipFill>
                <a:blip r:embed="rId61"/>
                <a:stretch>
                  <a:fillRect/>
                </a:stretch>
              </p:blipFill>
              <p:spPr>
                <a:xfrm>
                  <a:off x="2661278" y="1330343"/>
                  <a:ext cx="193536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60" name="Ink 59">
                  <a:extLst>
                    <a:ext uri="{FF2B5EF4-FFF2-40B4-BE49-F238E27FC236}">
                      <a16:creationId xmlns:a16="http://schemas.microsoft.com/office/drawing/2014/main" id="{810032C1-34A2-DEEB-3F57-9EDB4BBE8A25}"/>
                    </a:ext>
                  </a:extLst>
                </p14:cNvPr>
                <p14:cNvContentPartPr/>
                <p14:nvPr/>
              </p14:nvContentPartPr>
              <p14:xfrm>
                <a:off x="3024518" y="1628783"/>
                <a:ext cx="299160" cy="200880"/>
              </p14:xfrm>
            </p:contentPart>
          </mc:Choice>
          <mc:Fallback xmlns="">
            <p:pic>
              <p:nvPicPr>
                <p:cNvPr id="60" name="Ink 59">
                  <a:extLst>
                    <a:ext uri="{FF2B5EF4-FFF2-40B4-BE49-F238E27FC236}">
                      <a16:creationId xmlns:a16="http://schemas.microsoft.com/office/drawing/2014/main" id="{810032C1-34A2-DEEB-3F57-9EDB4BBE8A25}"/>
                    </a:ext>
                  </a:extLst>
                </p:cNvPr>
                <p:cNvPicPr/>
                <p:nvPr/>
              </p:nvPicPr>
              <p:blipFill>
                <a:blip r:embed="rId63"/>
                <a:stretch>
                  <a:fillRect/>
                </a:stretch>
              </p:blipFill>
              <p:spPr>
                <a:xfrm>
                  <a:off x="3015878" y="1620143"/>
                  <a:ext cx="316800" cy="2185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61" name="Ink 60">
                  <a:extLst>
                    <a:ext uri="{FF2B5EF4-FFF2-40B4-BE49-F238E27FC236}">
                      <a16:creationId xmlns:a16="http://schemas.microsoft.com/office/drawing/2014/main" id="{C5F7941E-C88A-378F-6B29-79F47C9EAC95}"/>
                    </a:ext>
                  </a:extLst>
                </p14:cNvPr>
                <p14:cNvContentPartPr/>
                <p14:nvPr/>
              </p14:nvContentPartPr>
              <p14:xfrm>
                <a:off x="3324398" y="1625543"/>
                <a:ext cx="384840" cy="281520"/>
              </p14:xfrm>
            </p:contentPart>
          </mc:Choice>
          <mc:Fallback xmlns="">
            <p:pic>
              <p:nvPicPr>
                <p:cNvPr id="61" name="Ink 60">
                  <a:extLst>
                    <a:ext uri="{FF2B5EF4-FFF2-40B4-BE49-F238E27FC236}">
                      <a16:creationId xmlns:a16="http://schemas.microsoft.com/office/drawing/2014/main" id="{C5F7941E-C88A-378F-6B29-79F47C9EAC95}"/>
                    </a:ext>
                  </a:extLst>
                </p:cNvPr>
                <p:cNvPicPr/>
                <p:nvPr/>
              </p:nvPicPr>
              <p:blipFill>
                <a:blip r:embed="rId65"/>
                <a:stretch>
                  <a:fillRect/>
                </a:stretch>
              </p:blipFill>
              <p:spPr>
                <a:xfrm>
                  <a:off x="3315398" y="1616903"/>
                  <a:ext cx="40248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62" name="Ink 61">
                  <a:extLst>
                    <a:ext uri="{FF2B5EF4-FFF2-40B4-BE49-F238E27FC236}">
                      <a16:creationId xmlns:a16="http://schemas.microsoft.com/office/drawing/2014/main" id="{1AB26265-3F0B-7859-CDA4-57F8C2E59891}"/>
                    </a:ext>
                  </a:extLst>
                </p14:cNvPr>
                <p14:cNvContentPartPr/>
                <p14:nvPr/>
              </p14:nvContentPartPr>
              <p14:xfrm>
                <a:off x="3788078" y="1617263"/>
                <a:ext cx="307800" cy="295560"/>
              </p14:xfrm>
            </p:contentPart>
          </mc:Choice>
          <mc:Fallback xmlns="">
            <p:pic>
              <p:nvPicPr>
                <p:cNvPr id="62" name="Ink 61">
                  <a:extLst>
                    <a:ext uri="{FF2B5EF4-FFF2-40B4-BE49-F238E27FC236}">
                      <a16:creationId xmlns:a16="http://schemas.microsoft.com/office/drawing/2014/main" id="{1AB26265-3F0B-7859-CDA4-57F8C2E59891}"/>
                    </a:ext>
                  </a:extLst>
                </p:cNvPr>
                <p:cNvPicPr/>
                <p:nvPr/>
              </p:nvPicPr>
              <p:blipFill>
                <a:blip r:embed="rId67"/>
                <a:stretch>
                  <a:fillRect/>
                </a:stretch>
              </p:blipFill>
              <p:spPr>
                <a:xfrm>
                  <a:off x="3779438" y="1608263"/>
                  <a:ext cx="325440" cy="3132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63" name="Ink 62">
                  <a:extLst>
                    <a:ext uri="{FF2B5EF4-FFF2-40B4-BE49-F238E27FC236}">
                      <a16:creationId xmlns:a16="http://schemas.microsoft.com/office/drawing/2014/main" id="{CC9DC4D4-98DB-3593-1006-CFC4449AD440}"/>
                    </a:ext>
                  </a:extLst>
                </p14:cNvPr>
                <p14:cNvContentPartPr/>
                <p14:nvPr/>
              </p14:nvContentPartPr>
              <p14:xfrm>
                <a:off x="4145918" y="1622303"/>
                <a:ext cx="113400" cy="253800"/>
              </p14:xfrm>
            </p:contentPart>
          </mc:Choice>
          <mc:Fallback xmlns="">
            <p:pic>
              <p:nvPicPr>
                <p:cNvPr id="63" name="Ink 62">
                  <a:extLst>
                    <a:ext uri="{FF2B5EF4-FFF2-40B4-BE49-F238E27FC236}">
                      <a16:creationId xmlns:a16="http://schemas.microsoft.com/office/drawing/2014/main" id="{CC9DC4D4-98DB-3593-1006-CFC4449AD440}"/>
                    </a:ext>
                  </a:extLst>
                </p:cNvPr>
                <p:cNvPicPr/>
                <p:nvPr/>
              </p:nvPicPr>
              <p:blipFill>
                <a:blip r:embed="rId69"/>
                <a:stretch>
                  <a:fillRect/>
                </a:stretch>
              </p:blipFill>
              <p:spPr>
                <a:xfrm>
                  <a:off x="4136918" y="1613303"/>
                  <a:ext cx="13104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73" name="Ink 72">
                  <a:extLst>
                    <a:ext uri="{FF2B5EF4-FFF2-40B4-BE49-F238E27FC236}">
                      <a16:creationId xmlns:a16="http://schemas.microsoft.com/office/drawing/2014/main" id="{4BD84473-5B93-48EB-F8EE-1647C0B91B12}"/>
                    </a:ext>
                  </a:extLst>
                </p14:cNvPr>
                <p14:cNvContentPartPr/>
                <p14:nvPr/>
              </p14:nvContentPartPr>
              <p14:xfrm>
                <a:off x="4503038" y="1630223"/>
                <a:ext cx="4309560" cy="1031760"/>
              </p14:xfrm>
            </p:contentPart>
          </mc:Choice>
          <mc:Fallback xmlns="">
            <p:pic>
              <p:nvPicPr>
                <p:cNvPr id="73" name="Ink 72">
                  <a:extLst>
                    <a:ext uri="{FF2B5EF4-FFF2-40B4-BE49-F238E27FC236}">
                      <a16:creationId xmlns:a16="http://schemas.microsoft.com/office/drawing/2014/main" id="{4BD84473-5B93-48EB-F8EE-1647C0B91B12}"/>
                    </a:ext>
                  </a:extLst>
                </p:cNvPr>
                <p:cNvPicPr/>
                <p:nvPr/>
              </p:nvPicPr>
              <p:blipFill>
                <a:blip r:embed="rId71"/>
                <a:stretch>
                  <a:fillRect/>
                </a:stretch>
              </p:blipFill>
              <p:spPr>
                <a:xfrm>
                  <a:off x="4494398" y="1621223"/>
                  <a:ext cx="4327200" cy="10494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4" name="Ink 73">
                  <a:extLst>
                    <a:ext uri="{FF2B5EF4-FFF2-40B4-BE49-F238E27FC236}">
                      <a16:creationId xmlns:a16="http://schemas.microsoft.com/office/drawing/2014/main" id="{D99565D9-A864-4E3F-C971-5AF697A47174}"/>
                    </a:ext>
                  </a:extLst>
                </p14:cNvPr>
                <p14:cNvContentPartPr/>
                <p14:nvPr/>
              </p14:nvContentPartPr>
              <p14:xfrm>
                <a:off x="8708558" y="2580983"/>
                <a:ext cx="135360" cy="159840"/>
              </p14:xfrm>
            </p:contentPart>
          </mc:Choice>
          <mc:Fallback xmlns="">
            <p:pic>
              <p:nvPicPr>
                <p:cNvPr id="74" name="Ink 73">
                  <a:extLst>
                    <a:ext uri="{FF2B5EF4-FFF2-40B4-BE49-F238E27FC236}">
                      <a16:creationId xmlns:a16="http://schemas.microsoft.com/office/drawing/2014/main" id="{D99565D9-A864-4E3F-C971-5AF697A47174}"/>
                    </a:ext>
                  </a:extLst>
                </p:cNvPr>
                <p:cNvPicPr/>
                <p:nvPr/>
              </p:nvPicPr>
              <p:blipFill>
                <a:blip r:embed="rId73"/>
                <a:stretch>
                  <a:fillRect/>
                </a:stretch>
              </p:blipFill>
              <p:spPr>
                <a:xfrm>
                  <a:off x="8699918" y="2571983"/>
                  <a:ext cx="15300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6" name="Ink 75">
                  <a:extLst>
                    <a:ext uri="{FF2B5EF4-FFF2-40B4-BE49-F238E27FC236}">
                      <a16:creationId xmlns:a16="http://schemas.microsoft.com/office/drawing/2014/main" id="{A4510A43-6DE2-9E5C-4486-0A49BDD3F200}"/>
                    </a:ext>
                  </a:extLst>
                </p14:cNvPr>
                <p14:cNvContentPartPr/>
                <p14:nvPr/>
              </p14:nvContentPartPr>
              <p14:xfrm>
                <a:off x="8868038" y="2529503"/>
                <a:ext cx="579240" cy="201600"/>
              </p14:xfrm>
            </p:contentPart>
          </mc:Choice>
          <mc:Fallback xmlns="">
            <p:pic>
              <p:nvPicPr>
                <p:cNvPr id="76" name="Ink 75">
                  <a:extLst>
                    <a:ext uri="{FF2B5EF4-FFF2-40B4-BE49-F238E27FC236}">
                      <a16:creationId xmlns:a16="http://schemas.microsoft.com/office/drawing/2014/main" id="{A4510A43-6DE2-9E5C-4486-0A49BDD3F200}"/>
                    </a:ext>
                  </a:extLst>
                </p:cNvPr>
                <p:cNvPicPr/>
                <p:nvPr/>
              </p:nvPicPr>
              <p:blipFill>
                <a:blip r:embed="rId75"/>
                <a:stretch>
                  <a:fillRect/>
                </a:stretch>
              </p:blipFill>
              <p:spPr>
                <a:xfrm>
                  <a:off x="8859038" y="2520863"/>
                  <a:ext cx="59688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77" name="Ink 76">
                  <a:extLst>
                    <a:ext uri="{FF2B5EF4-FFF2-40B4-BE49-F238E27FC236}">
                      <a16:creationId xmlns:a16="http://schemas.microsoft.com/office/drawing/2014/main" id="{9BF50A77-3D72-FBEE-858F-FC5F51F42AE9}"/>
                    </a:ext>
                  </a:extLst>
                </p14:cNvPr>
                <p14:cNvContentPartPr/>
                <p14:nvPr/>
              </p14:nvContentPartPr>
              <p14:xfrm>
                <a:off x="8918078" y="2636783"/>
                <a:ext cx="511920" cy="371520"/>
              </p14:xfrm>
            </p:contentPart>
          </mc:Choice>
          <mc:Fallback xmlns="">
            <p:pic>
              <p:nvPicPr>
                <p:cNvPr id="77" name="Ink 76">
                  <a:extLst>
                    <a:ext uri="{FF2B5EF4-FFF2-40B4-BE49-F238E27FC236}">
                      <a16:creationId xmlns:a16="http://schemas.microsoft.com/office/drawing/2014/main" id="{9BF50A77-3D72-FBEE-858F-FC5F51F42AE9}"/>
                    </a:ext>
                  </a:extLst>
                </p:cNvPr>
                <p:cNvPicPr/>
                <p:nvPr/>
              </p:nvPicPr>
              <p:blipFill>
                <a:blip r:embed="rId77"/>
                <a:stretch>
                  <a:fillRect/>
                </a:stretch>
              </p:blipFill>
              <p:spPr>
                <a:xfrm>
                  <a:off x="8909438" y="2627783"/>
                  <a:ext cx="52956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78" name="Ink 77">
                  <a:extLst>
                    <a:ext uri="{FF2B5EF4-FFF2-40B4-BE49-F238E27FC236}">
                      <a16:creationId xmlns:a16="http://schemas.microsoft.com/office/drawing/2014/main" id="{8789FB72-1B53-88FF-53E3-E4F08F82F019}"/>
                    </a:ext>
                  </a:extLst>
                </p14:cNvPr>
                <p14:cNvContentPartPr/>
                <p14:nvPr/>
              </p14:nvContentPartPr>
              <p14:xfrm>
                <a:off x="9399398" y="2668823"/>
                <a:ext cx="24480" cy="338400"/>
              </p14:xfrm>
            </p:contentPart>
          </mc:Choice>
          <mc:Fallback xmlns="">
            <p:pic>
              <p:nvPicPr>
                <p:cNvPr id="78" name="Ink 77">
                  <a:extLst>
                    <a:ext uri="{FF2B5EF4-FFF2-40B4-BE49-F238E27FC236}">
                      <a16:creationId xmlns:a16="http://schemas.microsoft.com/office/drawing/2014/main" id="{8789FB72-1B53-88FF-53E3-E4F08F82F019}"/>
                    </a:ext>
                  </a:extLst>
                </p:cNvPr>
                <p:cNvPicPr/>
                <p:nvPr/>
              </p:nvPicPr>
              <p:blipFill>
                <a:blip r:embed="rId79"/>
                <a:stretch>
                  <a:fillRect/>
                </a:stretch>
              </p:blipFill>
              <p:spPr>
                <a:xfrm>
                  <a:off x="9390398" y="2659823"/>
                  <a:ext cx="4212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0" name="Ink 79">
                  <a:extLst>
                    <a:ext uri="{FF2B5EF4-FFF2-40B4-BE49-F238E27FC236}">
                      <a16:creationId xmlns:a16="http://schemas.microsoft.com/office/drawing/2014/main" id="{6D0CEEBF-BF53-9A6F-FA5A-B40B85B41372}"/>
                    </a:ext>
                  </a:extLst>
                </p14:cNvPr>
                <p14:cNvContentPartPr/>
                <p14:nvPr/>
              </p14:nvContentPartPr>
              <p14:xfrm>
                <a:off x="5810918" y="1351223"/>
                <a:ext cx="26280" cy="169920"/>
              </p14:xfrm>
            </p:contentPart>
          </mc:Choice>
          <mc:Fallback xmlns="">
            <p:pic>
              <p:nvPicPr>
                <p:cNvPr id="80" name="Ink 79">
                  <a:extLst>
                    <a:ext uri="{FF2B5EF4-FFF2-40B4-BE49-F238E27FC236}">
                      <a16:creationId xmlns:a16="http://schemas.microsoft.com/office/drawing/2014/main" id="{6D0CEEBF-BF53-9A6F-FA5A-B40B85B41372}"/>
                    </a:ext>
                  </a:extLst>
                </p:cNvPr>
                <p:cNvPicPr/>
                <p:nvPr/>
              </p:nvPicPr>
              <p:blipFill>
                <a:blip r:embed="rId81"/>
                <a:stretch>
                  <a:fillRect/>
                </a:stretch>
              </p:blipFill>
              <p:spPr>
                <a:xfrm>
                  <a:off x="5802278" y="1342583"/>
                  <a:ext cx="4392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1" name="Ink 80">
                  <a:extLst>
                    <a:ext uri="{FF2B5EF4-FFF2-40B4-BE49-F238E27FC236}">
                      <a16:creationId xmlns:a16="http://schemas.microsoft.com/office/drawing/2014/main" id="{D6428CAC-1A46-D424-375F-3EF2AD4B36AF}"/>
                    </a:ext>
                  </a:extLst>
                </p14:cNvPr>
                <p14:cNvContentPartPr/>
                <p14:nvPr/>
              </p14:nvContentPartPr>
              <p14:xfrm>
                <a:off x="5899838" y="1369583"/>
                <a:ext cx="86400" cy="150480"/>
              </p14:xfrm>
            </p:contentPart>
          </mc:Choice>
          <mc:Fallback xmlns="">
            <p:pic>
              <p:nvPicPr>
                <p:cNvPr id="81" name="Ink 80">
                  <a:extLst>
                    <a:ext uri="{FF2B5EF4-FFF2-40B4-BE49-F238E27FC236}">
                      <a16:creationId xmlns:a16="http://schemas.microsoft.com/office/drawing/2014/main" id="{D6428CAC-1A46-D424-375F-3EF2AD4B36AF}"/>
                    </a:ext>
                  </a:extLst>
                </p:cNvPr>
                <p:cNvPicPr/>
                <p:nvPr/>
              </p:nvPicPr>
              <p:blipFill>
                <a:blip r:embed="rId83"/>
                <a:stretch>
                  <a:fillRect/>
                </a:stretch>
              </p:blipFill>
              <p:spPr>
                <a:xfrm>
                  <a:off x="5891198" y="1360583"/>
                  <a:ext cx="104040" cy="1681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2" name="Ink 81">
                  <a:extLst>
                    <a:ext uri="{FF2B5EF4-FFF2-40B4-BE49-F238E27FC236}">
                      <a16:creationId xmlns:a16="http://schemas.microsoft.com/office/drawing/2014/main" id="{9C0669F4-8DDE-4938-69CE-3974205A92F3}"/>
                    </a:ext>
                  </a:extLst>
                </p14:cNvPr>
                <p14:cNvContentPartPr/>
                <p14:nvPr/>
              </p14:nvContentPartPr>
              <p14:xfrm>
                <a:off x="6055718" y="1353023"/>
                <a:ext cx="131400" cy="168120"/>
              </p14:xfrm>
            </p:contentPart>
          </mc:Choice>
          <mc:Fallback xmlns="">
            <p:pic>
              <p:nvPicPr>
                <p:cNvPr id="82" name="Ink 81">
                  <a:extLst>
                    <a:ext uri="{FF2B5EF4-FFF2-40B4-BE49-F238E27FC236}">
                      <a16:creationId xmlns:a16="http://schemas.microsoft.com/office/drawing/2014/main" id="{9C0669F4-8DDE-4938-69CE-3974205A92F3}"/>
                    </a:ext>
                  </a:extLst>
                </p:cNvPr>
                <p:cNvPicPr/>
                <p:nvPr/>
              </p:nvPicPr>
              <p:blipFill>
                <a:blip r:embed="rId85"/>
                <a:stretch>
                  <a:fillRect/>
                </a:stretch>
              </p:blipFill>
              <p:spPr>
                <a:xfrm>
                  <a:off x="6047078" y="1344023"/>
                  <a:ext cx="149040" cy="1857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3" name="Ink 82">
                  <a:extLst>
                    <a:ext uri="{FF2B5EF4-FFF2-40B4-BE49-F238E27FC236}">
                      <a16:creationId xmlns:a16="http://schemas.microsoft.com/office/drawing/2014/main" id="{B3363654-6D75-D103-5442-CA81AF97A3A0}"/>
                    </a:ext>
                  </a:extLst>
                </p14:cNvPr>
                <p14:cNvContentPartPr/>
                <p14:nvPr/>
              </p14:nvContentPartPr>
              <p14:xfrm>
                <a:off x="6040958" y="1427543"/>
                <a:ext cx="120240" cy="19080"/>
              </p14:xfrm>
            </p:contentPart>
          </mc:Choice>
          <mc:Fallback xmlns="">
            <p:pic>
              <p:nvPicPr>
                <p:cNvPr id="83" name="Ink 82">
                  <a:extLst>
                    <a:ext uri="{FF2B5EF4-FFF2-40B4-BE49-F238E27FC236}">
                      <a16:creationId xmlns:a16="http://schemas.microsoft.com/office/drawing/2014/main" id="{B3363654-6D75-D103-5442-CA81AF97A3A0}"/>
                    </a:ext>
                  </a:extLst>
                </p:cNvPr>
                <p:cNvPicPr/>
                <p:nvPr/>
              </p:nvPicPr>
              <p:blipFill>
                <a:blip r:embed="rId87"/>
                <a:stretch>
                  <a:fillRect/>
                </a:stretch>
              </p:blipFill>
              <p:spPr>
                <a:xfrm>
                  <a:off x="6031958" y="1418903"/>
                  <a:ext cx="13788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4" name="Ink 83">
                  <a:extLst>
                    <a:ext uri="{FF2B5EF4-FFF2-40B4-BE49-F238E27FC236}">
                      <a16:creationId xmlns:a16="http://schemas.microsoft.com/office/drawing/2014/main" id="{35D2EBCB-4D62-EF7B-CF2B-6C00E1669C8C}"/>
                    </a:ext>
                  </a:extLst>
                </p14:cNvPr>
                <p14:cNvContentPartPr/>
                <p14:nvPr/>
              </p14:nvContentPartPr>
              <p14:xfrm>
                <a:off x="6237878" y="1356983"/>
                <a:ext cx="232920" cy="150120"/>
              </p14:xfrm>
            </p:contentPart>
          </mc:Choice>
          <mc:Fallback xmlns="">
            <p:pic>
              <p:nvPicPr>
                <p:cNvPr id="84" name="Ink 83">
                  <a:extLst>
                    <a:ext uri="{FF2B5EF4-FFF2-40B4-BE49-F238E27FC236}">
                      <a16:creationId xmlns:a16="http://schemas.microsoft.com/office/drawing/2014/main" id="{35D2EBCB-4D62-EF7B-CF2B-6C00E1669C8C}"/>
                    </a:ext>
                  </a:extLst>
                </p:cNvPr>
                <p:cNvPicPr/>
                <p:nvPr/>
              </p:nvPicPr>
              <p:blipFill>
                <a:blip r:embed="rId89"/>
                <a:stretch>
                  <a:fillRect/>
                </a:stretch>
              </p:blipFill>
              <p:spPr>
                <a:xfrm>
                  <a:off x="6229238" y="1347983"/>
                  <a:ext cx="25056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5" name="Ink 84">
                  <a:extLst>
                    <a:ext uri="{FF2B5EF4-FFF2-40B4-BE49-F238E27FC236}">
                      <a16:creationId xmlns:a16="http://schemas.microsoft.com/office/drawing/2014/main" id="{015A6E60-54AB-C1EE-78E2-C4CFBF819EDE}"/>
                    </a:ext>
                  </a:extLst>
                </p14:cNvPr>
                <p14:cNvContentPartPr/>
                <p14:nvPr/>
              </p14:nvContentPartPr>
              <p14:xfrm>
                <a:off x="6575918" y="1434023"/>
                <a:ext cx="105480" cy="360"/>
              </p14:xfrm>
            </p:contentPart>
          </mc:Choice>
          <mc:Fallback xmlns="">
            <p:pic>
              <p:nvPicPr>
                <p:cNvPr id="85" name="Ink 84">
                  <a:extLst>
                    <a:ext uri="{FF2B5EF4-FFF2-40B4-BE49-F238E27FC236}">
                      <a16:creationId xmlns:a16="http://schemas.microsoft.com/office/drawing/2014/main" id="{015A6E60-54AB-C1EE-78E2-C4CFBF819EDE}"/>
                    </a:ext>
                  </a:extLst>
                </p:cNvPr>
                <p:cNvPicPr/>
                <p:nvPr/>
              </p:nvPicPr>
              <p:blipFill>
                <a:blip r:embed="rId91"/>
                <a:stretch>
                  <a:fillRect/>
                </a:stretch>
              </p:blipFill>
              <p:spPr>
                <a:xfrm>
                  <a:off x="6567278" y="1425023"/>
                  <a:ext cx="1231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7" name="Ink 86">
                  <a:extLst>
                    <a:ext uri="{FF2B5EF4-FFF2-40B4-BE49-F238E27FC236}">
                      <a16:creationId xmlns:a16="http://schemas.microsoft.com/office/drawing/2014/main" id="{B0822E5B-C1A0-0840-70A5-607815C255C9}"/>
                    </a:ext>
                  </a:extLst>
                </p14:cNvPr>
                <p14:cNvContentPartPr/>
                <p14:nvPr/>
              </p14:nvContentPartPr>
              <p14:xfrm>
                <a:off x="6788318" y="1334303"/>
                <a:ext cx="187920" cy="201240"/>
              </p14:xfrm>
            </p:contentPart>
          </mc:Choice>
          <mc:Fallback xmlns="">
            <p:pic>
              <p:nvPicPr>
                <p:cNvPr id="87" name="Ink 86">
                  <a:extLst>
                    <a:ext uri="{FF2B5EF4-FFF2-40B4-BE49-F238E27FC236}">
                      <a16:creationId xmlns:a16="http://schemas.microsoft.com/office/drawing/2014/main" id="{B0822E5B-C1A0-0840-70A5-607815C255C9}"/>
                    </a:ext>
                  </a:extLst>
                </p:cNvPr>
                <p:cNvPicPr/>
                <p:nvPr/>
              </p:nvPicPr>
              <p:blipFill>
                <a:blip r:embed="rId93"/>
                <a:stretch>
                  <a:fillRect/>
                </a:stretch>
              </p:blipFill>
              <p:spPr>
                <a:xfrm>
                  <a:off x="6779678" y="1325663"/>
                  <a:ext cx="20556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8" name="Ink 87">
                  <a:extLst>
                    <a:ext uri="{FF2B5EF4-FFF2-40B4-BE49-F238E27FC236}">
                      <a16:creationId xmlns:a16="http://schemas.microsoft.com/office/drawing/2014/main" id="{827FE42F-39B0-7E40-E0B2-ACB72D0E969B}"/>
                    </a:ext>
                  </a:extLst>
                </p14:cNvPr>
                <p14:cNvContentPartPr/>
                <p14:nvPr/>
              </p14:nvContentPartPr>
              <p14:xfrm>
                <a:off x="7050038" y="1388663"/>
                <a:ext cx="141480" cy="145440"/>
              </p14:xfrm>
            </p:contentPart>
          </mc:Choice>
          <mc:Fallback xmlns="">
            <p:pic>
              <p:nvPicPr>
                <p:cNvPr id="88" name="Ink 87">
                  <a:extLst>
                    <a:ext uri="{FF2B5EF4-FFF2-40B4-BE49-F238E27FC236}">
                      <a16:creationId xmlns:a16="http://schemas.microsoft.com/office/drawing/2014/main" id="{827FE42F-39B0-7E40-E0B2-ACB72D0E969B}"/>
                    </a:ext>
                  </a:extLst>
                </p:cNvPr>
                <p:cNvPicPr/>
                <p:nvPr/>
              </p:nvPicPr>
              <p:blipFill>
                <a:blip r:embed="rId95"/>
                <a:stretch>
                  <a:fillRect/>
                </a:stretch>
              </p:blipFill>
              <p:spPr>
                <a:xfrm>
                  <a:off x="7041038" y="1380023"/>
                  <a:ext cx="15912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89" name="Ink 88">
                  <a:extLst>
                    <a:ext uri="{FF2B5EF4-FFF2-40B4-BE49-F238E27FC236}">
                      <a16:creationId xmlns:a16="http://schemas.microsoft.com/office/drawing/2014/main" id="{33A9BBD3-943F-1BE4-BEF4-F7F26E9BB2F7}"/>
                    </a:ext>
                  </a:extLst>
                </p14:cNvPr>
                <p14:cNvContentPartPr/>
                <p14:nvPr/>
              </p14:nvContentPartPr>
              <p14:xfrm>
                <a:off x="7214558" y="1408823"/>
                <a:ext cx="92880" cy="126000"/>
              </p14:xfrm>
            </p:contentPart>
          </mc:Choice>
          <mc:Fallback xmlns="">
            <p:pic>
              <p:nvPicPr>
                <p:cNvPr id="89" name="Ink 88">
                  <a:extLst>
                    <a:ext uri="{FF2B5EF4-FFF2-40B4-BE49-F238E27FC236}">
                      <a16:creationId xmlns:a16="http://schemas.microsoft.com/office/drawing/2014/main" id="{33A9BBD3-943F-1BE4-BEF4-F7F26E9BB2F7}"/>
                    </a:ext>
                  </a:extLst>
                </p:cNvPr>
                <p:cNvPicPr/>
                <p:nvPr/>
              </p:nvPicPr>
              <p:blipFill>
                <a:blip r:embed="rId97"/>
                <a:stretch>
                  <a:fillRect/>
                </a:stretch>
              </p:blipFill>
              <p:spPr>
                <a:xfrm>
                  <a:off x="7205918" y="1400183"/>
                  <a:ext cx="11052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0" name="Ink 89">
                  <a:extLst>
                    <a:ext uri="{FF2B5EF4-FFF2-40B4-BE49-F238E27FC236}">
                      <a16:creationId xmlns:a16="http://schemas.microsoft.com/office/drawing/2014/main" id="{2D8FC376-E916-12E2-0F80-1FC4230274A4}"/>
                    </a:ext>
                  </a:extLst>
                </p14:cNvPr>
                <p14:cNvContentPartPr/>
                <p14:nvPr/>
              </p14:nvContentPartPr>
              <p14:xfrm>
                <a:off x="7351358" y="1414223"/>
                <a:ext cx="115560" cy="113760"/>
              </p14:xfrm>
            </p:contentPart>
          </mc:Choice>
          <mc:Fallback xmlns="">
            <p:pic>
              <p:nvPicPr>
                <p:cNvPr id="90" name="Ink 89">
                  <a:extLst>
                    <a:ext uri="{FF2B5EF4-FFF2-40B4-BE49-F238E27FC236}">
                      <a16:creationId xmlns:a16="http://schemas.microsoft.com/office/drawing/2014/main" id="{2D8FC376-E916-12E2-0F80-1FC4230274A4}"/>
                    </a:ext>
                  </a:extLst>
                </p:cNvPr>
                <p:cNvPicPr/>
                <p:nvPr/>
              </p:nvPicPr>
              <p:blipFill>
                <a:blip r:embed="rId99"/>
                <a:stretch>
                  <a:fillRect/>
                </a:stretch>
              </p:blipFill>
              <p:spPr>
                <a:xfrm>
                  <a:off x="7342718" y="1405583"/>
                  <a:ext cx="133200" cy="1314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91" name="Ink 90">
                  <a:extLst>
                    <a:ext uri="{FF2B5EF4-FFF2-40B4-BE49-F238E27FC236}">
                      <a16:creationId xmlns:a16="http://schemas.microsoft.com/office/drawing/2014/main" id="{5648AFBB-1A5D-FEBF-FFFA-C2AD6FFC44FA}"/>
                    </a:ext>
                  </a:extLst>
                </p14:cNvPr>
                <p14:cNvContentPartPr/>
                <p14:nvPr/>
              </p14:nvContentPartPr>
              <p14:xfrm>
                <a:off x="7615598" y="1390463"/>
                <a:ext cx="19800" cy="159480"/>
              </p14:xfrm>
            </p:contentPart>
          </mc:Choice>
          <mc:Fallback xmlns="">
            <p:pic>
              <p:nvPicPr>
                <p:cNvPr id="91" name="Ink 90">
                  <a:extLst>
                    <a:ext uri="{FF2B5EF4-FFF2-40B4-BE49-F238E27FC236}">
                      <a16:creationId xmlns:a16="http://schemas.microsoft.com/office/drawing/2014/main" id="{5648AFBB-1A5D-FEBF-FFFA-C2AD6FFC44FA}"/>
                    </a:ext>
                  </a:extLst>
                </p:cNvPr>
                <p:cNvPicPr/>
                <p:nvPr/>
              </p:nvPicPr>
              <p:blipFill>
                <a:blip r:embed="rId101"/>
                <a:stretch>
                  <a:fillRect/>
                </a:stretch>
              </p:blipFill>
              <p:spPr>
                <a:xfrm>
                  <a:off x="7606958" y="1381463"/>
                  <a:ext cx="37440" cy="1771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92" name="Ink 91">
                  <a:extLst>
                    <a:ext uri="{FF2B5EF4-FFF2-40B4-BE49-F238E27FC236}">
                      <a16:creationId xmlns:a16="http://schemas.microsoft.com/office/drawing/2014/main" id="{3582547F-834F-6895-7D31-338679DE8DFE}"/>
                    </a:ext>
                  </a:extLst>
                </p14:cNvPr>
                <p14:cNvContentPartPr/>
                <p14:nvPr/>
              </p14:nvContentPartPr>
              <p14:xfrm>
                <a:off x="7582838" y="1543103"/>
                <a:ext cx="106200" cy="10440"/>
              </p14:xfrm>
            </p:contentPart>
          </mc:Choice>
          <mc:Fallback xmlns="">
            <p:pic>
              <p:nvPicPr>
                <p:cNvPr id="92" name="Ink 91">
                  <a:extLst>
                    <a:ext uri="{FF2B5EF4-FFF2-40B4-BE49-F238E27FC236}">
                      <a16:creationId xmlns:a16="http://schemas.microsoft.com/office/drawing/2014/main" id="{3582547F-834F-6895-7D31-338679DE8DFE}"/>
                    </a:ext>
                  </a:extLst>
                </p:cNvPr>
                <p:cNvPicPr/>
                <p:nvPr/>
              </p:nvPicPr>
              <p:blipFill>
                <a:blip r:embed="rId103"/>
                <a:stretch>
                  <a:fillRect/>
                </a:stretch>
              </p:blipFill>
              <p:spPr>
                <a:xfrm>
                  <a:off x="7574198" y="1534103"/>
                  <a:ext cx="12384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93" name="Ink 92">
                  <a:extLst>
                    <a:ext uri="{FF2B5EF4-FFF2-40B4-BE49-F238E27FC236}">
                      <a16:creationId xmlns:a16="http://schemas.microsoft.com/office/drawing/2014/main" id="{FB2B5151-9561-48CF-2C1C-D324C910B30F}"/>
                    </a:ext>
                  </a:extLst>
                </p14:cNvPr>
                <p14:cNvContentPartPr/>
                <p14:nvPr/>
              </p14:nvContentPartPr>
              <p14:xfrm>
                <a:off x="7544678" y="1402703"/>
                <a:ext cx="149760" cy="25920"/>
              </p14:xfrm>
            </p:contentPart>
          </mc:Choice>
          <mc:Fallback xmlns="">
            <p:pic>
              <p:nvPicPr>
                <p:cNvPr id="93" name="Ink 92">
                  <a:extLst>
                    <a:ext uri="{FF2B5EF4-FFF2-40B4-BE49-F238E27FC236}">
                      <a16:creationId xmlns:a16="http://schemas.microsoft.com/office/drawing/2014/main" id="{FB2B5151-9561-48CF-2C1C-D324C910B30F}"/>
                    </a:ext>
                  </a:extLst>
                </p:cNvPr>
                <p:cNvPicPr/>
                <p:nvPr/>
              </p:nvPicPr>
              <p:blipFill>
                <a:blip r:embed="rId105"/>
                <a:stretch>
                  <a:fillRect/>
                </a:stretch>
              </p:blipFill>
              <p:spPr>
                <a:xfrm>
                  <a:off x="7535678" y="1393703"/>
                  <a:ext cx="16740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94" name="Ink 93">
                  <a:extLst>
                    <a:ext uri="{FF2B5EF4-FFF2-40B4-BE49-F238E27FC236}">
                      <a16:creationId xmlns:a16="http://schemas.microsoft.com/office/drawing/2014/main" id="{2ADD741A-17FD-51EE-46CB-142C04BB95AB}"/>
                    </a:ext>
                  </a:extLst>
                </p14:cNvPr>
                <p14:cNvContentPartPr/>
                <p14:nvPr/>
              </p14:nvContentPartPr>
              <p14:xfrm>
                <a:off x="7442438" y="1365263"/>
                <a:ext cx="93600" cy="241920"/>
              </p14:xfrm>
            </p:contentPart>
          </mc:Choice>
          <mc:Fallback xmlns="">
            <p:pic>
              <p:nvPicPr>
                <p:cNvPr id="94" name="Ink 93">
                  <a:extLst>
                    <a:ext uri="{FF2B5EF4-FFF2-40B4-BE49-F238E27FC236}">
                      <a16:creationId xmlns:a16="http://schemas.microsoft.com/office/drawing/2014/main" id="{2ADD741A-17FD-51EE-46CB-142C04BB95AB}"/>
                    </a:ext>
                  </a:extLst>
                </p:cNvPr>
                <p:cNvPicPr/>
                <p:nvPr/>
              </p:nvPicPr>
              <p:blipFill>
                <a:blip r:embed="rId107"/>
                <a:stretch>
                  <a:fillRect/>
                </a:stretch>
              </p:blipFill>
              <p:spPr>
                <a:xfrm>
                  <a:off x="7433798" y="1356263"/>
                  <a:ext cx="11124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95" name="Ink 94">
                  <a:extLst>
                    <a:ext uri="{FF2B5EF4-FFF2-40B4-BE49-F238E27FC236}">
                      <a16:creationId xmlns:a16="http://schemas.microsoft.com/office/drawing/2014/main" id="{B689BFAD-3780-489C-5A59-A1A08D433CBB}"/>
                    </a:ext>
                  </a:extLst>
                </p14:cNvPr>
                <p14:cNvContentPartPr/>
                <p14:nvPr/>
              </p14:nvContentPartPr>
              <p14:xfrm>
                <a:off x="7746998" y="1333943"/>
                <a:ext cx="78840" cy="280800"/>
              </p14:xfrm>
            </p:contentPart>
          </mc:Choice>
          <mc:Fallback xmlns="">
            <p:pic>
              <p:nvPicPr>
                <p:cNvPr id="95" name="Ink 94">
                  <a:extLst>
                    <a:ext uri="{FF2B5EF4-FFF2-40B4-BE49-F238E27FC236}">
                      <a16:creationId xmlns:a16="http://schemas.microsoft.com/office/drawing/2014/main" id="{B689BFAD-3780-489C-5A59-A1A08D433CBB}"/>
                    </a:ext>
                  </a:extLst>
                </p:cNvPr>
                <p:cNvPicPr/>
                <p:nvPr/>
              </p:nvPicPr>
              <p:blipFill>
                <a:blip r:embed="rId109"/>
                <a:stretch>
                  <a:fillRect/>
                </a:stretch>
              </p:blipFill>
              <p:spPr>
                <a:xfrm>
                  <a:off x="7738358" y="1324943"/>
                  <a:ext cx="96480" cy="2984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98" name="Ink 97">
                  <a:extLst>
                    <a:ext uri="{FF2B5EF4-FFF2-40B4-BE49-F238E27FC236}">
                      <a16:creationId xmlns:a16="http://schemas.microsoft.com/office/drawing/2014/main" id="{B3A4BEB9-1D27-0891-8D90-0BBB9BFC3AEB}"/>
                    </a:ext>
                  </a:extLst>
                </p14:cNvPr>
                <p14:cNvContentPartPr/>
                <p14:nvPr/>
              </p14:nvContentPartPr>
              <p14:xfrm>
                <a:off x="8679398" y="2817863"/>
                <a:ext cx="201240" cy="141840"/>
              </p14:xfrm>
            </p:contentPart>
          </mc:Choice>
          <mc:Fallback xmlns="">
            <p:pic>
              <p:nvPicPr>
                <p:cNvPr id="98" name="Ink 97">
                  <a:extLst>
                    <a:ext uri="{FF2B5EF4-FFF2-40B4-BE49-F238E27FC236}">
                      <a16:creationId xmlns:a16="http://schemas.microsoft.com/office/drawing/2014/main" id="{B3A4BEB9-1D27-0891-8D90-0BBB9BFC3AEB}"/>
                    </a:ext>
                  </a:extLst>
                </p:cNvPr>
                <p:cNvPicPr/>
                <p:nvPr/>
              </p:nvPicPr>
              <p:blipFill>
                <a:blip r:embed="rId111"/>
                <a:stretch>
                  <a:fillRect/>
                </a:stretch>
              </p:blipFill>
              <p:spPr>
                <a:xfrm>
                  <a:off x="8670758" y="2809223"/>
                  <a:ext cx="21888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00" name="Ink 99">
                  <a:extLst>
                    <a:ext uri="{FF2B5EF4-FFF2-40B4-BE49-F238E27FC236}">
                      <a16:creationId xmlns:a16="http://schemas.microsoft.com/office/drawing/2014/main" id="{AE0B5EC3-EBE2-2E92-3054-A135D8D90D30}"/>
                    </a:ext>
                  </a:extLst>
                </p14:cNvPr>
                <p14:cNvContentPartPr/>
                <p14:nvPr/>
              </p14:nvContentPartPr>
              <p14:xfrm>
                <a:off x="6162638" y="3126023"/>
                <a:ext cx="31320" cy="155160"/>
              </p14:xfrm>
            </p:contentPart>
          </mc:Choice>
          <mc:Fallback xmlns="">
            <p:pic>
              <p:nvPicPr>
                <p:cNvPr id="100" name="Ink 99">
                  <a:extLst>
                    <a:ext uri="{FF2B5EF4-FFF2-40B4-BE49-F238E27FC236}">
                      <a16:creationId xmlns:a16="http://schemas.microsoft.com/office/drawing/2014/main" id="{AE0B5EC3-EBE2-2E92-3054-A135D8D90D30}"/>
                    </a:ext>
                  </a:extLst>
                </p:cNvPr>
                <p:cNvPicPr/>
                <p:nvPr/>
              </p:nvPicPr>
              <p:blipFill>
                <a:blip r:embed="rId113"/>
                <a:stretch>
                  <a:fillRect/>
                </a:stretch>
              </p:blipFill>
              <p:spPr>
                <a:xfrm>
                  <a:off x="6153998" y="3117023"/>
                  <a:ext cx="48960" cy="1728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01" name="Ink 100">
                  <a:extLst>
                    <a:ext uri="{FF2B5EF4-FFF2-40B4-BE49-F238E27FC236}">
                      <a16:creationId xmlns:a16="http://schemas.microsoft.com/office/drawing/2014/main" id="{130A3ACF-99C0-63AB-7408-A811B8B13AF1}"/>
                    </a:ext>
                  </a:extLst>
                </p14:cNvPr>
                <p14:cNvContentPartPr/>
                <p14:nvPr/>
              </p14:nvContentPartPr>
              <p14:xfrm>
                <a:off x="6286478" y="3132863"/>
                <a:ext cx="96480" cy="137160"/>
              </p14:xfrm>
            </p:contentPart>
          </mc:Choice>
          <mc:Fallback xmlns="">
            <p:pic>
              <p:nvPicPr>
                <p:cNvPr id="101" name="Ink 100">
                  <a:extLst>
                    <a:ext uri="{FF2B5EF4-FFF2-40B4-BE49-F238E27FC236}">
                      <a16:creationId xmlns:a16="http://schemas.microsoft.com/office/drawing/2014/main" id="{130A3ACF-99C0-63AB-7408-A811B8B13AF1}"/>
                    </a:ext>
                  </a:extLst>
                </p:cNvPr>
                <p:cNvPicPr/>
                <p:nvPr/>
              </p:nvPicPr>
              <p:blipFill>
                <a:blip r:embed="rId115"/>
                <a:stretch>
                  <a:fillRect/>
                </a:stretch>
              </p:blipFill>
              <p:spPr>
                <a:xfrm>
                  <a:off x="6277478" y="3123863"/>
                  <a:ext cx="11412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02" name="Ink 101">
                  <a:extLst>
                    <a:ext uri="{FF2B5EF4-FFF2-40B4-BE49-F238E27FC236}">
                      <a16:creationId xmlns:a16="http://schemas.microsoft.com/office/drawing/2014/main" id="{575681B1-7570-7E73-5FFD-4AE26A7A76F8}"/>
                    </a:ext>
                  </a:extLst>
                </p14:cNvPr>
                <p14:cNvContentPartPr/>
                <p14:nvPr/>
              </p14:nvContentPartPr>
              <p14:xfrm>
                <a:off x="6480878" y="3225383"/>
                <a:ext cx="1440" cy="360"/>
              </p14:xfrm>
            </p:contentPart>
          </mc:Choice>
          <mc:Fallback xmlns="">
            <p:pic>
              <p:nvPicPr>
                <p:cNvPr id="102" name="Ink 101">
                  <a:extLst>
                    <a:ext uri="{FF2B5EF4-FFF2-40B4-BE49-F238E27FC236}">
                      <a16:creationId xmlns:a16="http://schemas.microsoft.com/office/drawing/2014/main" id="{575681B1-7570-7E73-5FFD-4AE26A7A76F8}"/>
                    </a:ext>
                  </a:extLst>
                </p:cNvPr>
                <p:cNvPicPr/>
                <p:nvPr/>
              </p:nvPicPr>
              <p:blipFill>
                <a:blip r:embed="rId117"/>
                <a:stretch>
                  <a:fillRect/>
                </a:stretch>
              </p:blipFill>
              <p:spPr>
                <a:xfrm>
                  <a:off x="6472238" y="3216383"/>
                  <a:ext cx="190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03" name="Ink 102">
                  <a:extLst>
                    <a:ext uri="{FF2B5EF4-FFF2-40B4-BE49-F238E27FC236}">
                      <a16:creationId xmlns:a16="http://schemas.microsoft.com/office/drawing/2014/main" id="{D816F12D-1985-5878-F6FA-129440C8E226}"/>
                    </a:ext>
                  </a:extLst>
                </p14:cNvPr>
                <p14:cNvContentPartPr/>
                <p14:nvPr/>
              </p14:nvContentPartPr>
              <p14:xfrm>
                <a:off x="6558998" y="3157703"/>
                <a:ext cx="120240" cy="124920"/>
              </p14:xfrm>
            </p:contentPart>
          </mc:Choice>
          <mc:Fallback xmlns="">
            <p:pic>
              <p:nvPicPr>
                <p:cNvPr id="103" name="Ink 102">
                  <a:extLst>
                    <a:ext uri="{FF2B5EF4-FFF2-40B4-BE49-F238E27FC236}">
                      <a16:creationId xmlns:a16="http://schemas.microsoft.com/office/drawing/2014/main" id="{D816F12D-1985-5878-F6FA-129440C8E226}"/>
                    </a:ext>
                  </a:extLst>
                </p:cNvPr>
                <p:cNvPicPr/>
                <p:nvPr/>
              </p:nvPicPr>
              <p:blipFill>
                <a:blip r:embed="rId119"/>
                <a:stretch>
                  <a:fillRect/>
                </a:stretch>
              </p:blipFill>
              <p:spPr>
                <a:xfrm>
                  <a:off x="6550358" y="3149063"/>
                  <a:ext cx="13788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04" name="Ink 103">
                  <a:extLst>
                    <a:ext uri="{FF2B5EF4-FFF2-40B4-BE49-F238E27FC236}">
                      <a16:creationId xmlns:a16="http://schemas.microsoft.com/office/drawing/2014/main" id="{CD445BEF-C2E4-03D8-AADF-FAD2128203DB}"/>
                    </a:ext>
                  </a:extLst>
                </p14:cNvPr>
                <p14:cNvContentPartPr/>
                <p14:nvPr/>
              </p14:nvContentPartPr>
              <p14:xfrm>
                <a:off x="6757358" y="3168863"/>
                <a:ext cx="18360" cy="148320"/>
              </p14:xfrm>
            </p:contentPart>
          </mc:Choice>
          <mc:Fallback xmlns="">
            <p:pic>
              <p:nvPicPr>
                <p:cNvPr id="104" name="Ink 103">
                  <a:extLst>
                    <a:ext uri="{FF2B5EF4-FFF2-40B4-BE49-F238E27FC236}">
                      <a16:creationId xmlns:a16="http://schemas.microsoft.com/office/drawing/2014/main" id="{CD445BEF-C2E4-03D8-AADF-FAD2128203DB}"/>
                    </a:ext>
                  </a:extLst>
                </p:cNvPr>
                <p:cNvPicPr/>
                <p:nvPr/>
              </p:nvPicPr>
              <p:blipFill>
                <a:blip r:embed="rId121"/>
                <a:stretch>
                  <a:fillRect/>
                </a:stretch>
              </p:blipFill>
              <p:spPr>
                <a:xfrm>
                  <a:off x="6748718" y="3160223"/>
                  <a:ext cx="36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06" name="Ink 105">
                  <a:extLst>
                    <a:ext uri="{FF2B5EF4-FFF2-40B4-BE49-F238E27FC236}">
                      <a16:creationId xmlns:a16="http://schemas.microsoft.com/office/drawing/2014/main" id="{12B5897B-8748-DAB7-97CC-E14B814A03F2}"/>
                    </a:ext>
                  </a:extLst>
                </p14:cNvPr>
                <p14:cNvContentPartPr/>
                <p14:nvPr/>
              </p14:nvContentPartPr>
              <p14:xfrm>
                <a:off x="6900278" y="3272903"/>
                <a:ext cx="93240" cy="2880"/>
              </p14:xfrm>
            </p:contentPart>
          </mc:Choice>
          <mc:Fallback xmlns="">
            <p:pic>
              <p:nvPicPr>
                <p:cNvPr id="106" name="Ink 105">
                  <a:extLst>
                    <a:ext uri="{FF2B5EF4-FFF2-40B4-BE49-F238E27FC236}">
                      <a16:creationId xmlns:a16="http://schemas.microsoft.com/office/drawing/2014/main" id="{12B5897B-8748-DAB7-97CC-E14B814A03F2}"/>
                    </a:ext>
                  </a:extLst>
                </p:cNvPr>
                <p:cNvPicPr/>
                <p:nvPr/>
              </p:nvPicPr>
              <p:blipFill>
                <a:blip r:embed="rId123"/>
                <a:stretch>
                  <a:fillRect/>
                </a:stretch>
              </p:blipFill>
              <p:spPr>
                <a:xfrm>
                  <a:off x="6891278" y="3263903"/>
                  <a:ext cx="11088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07" name="Ink 106">
                  <a:extLst>
                    <a:ext uri="{FF2B5EF4-FFF2-40B4-BE49-F238E27FC236}">
                      <a16:creationId xmlns:a16="http://schemas.microsoft.com/office/drawing/2014/main" id="{842032E3-40DE-C03D-8515-2DDA7AB75D50}"/>
                    </a:ext>
                  </a:extLst>
                </p14:cNvPr>
                <p14:cNvContentPartPr/>
                <p14:nvPr/>
              </p14:nvContentPartPr>
              <p14:xfrm>
                <a:off x="7177118" y="3194063"/>
                <a:ext cx="23400" cy="146880"/>
              </p14:xfrm>
            </p:contentPart>
          </mc:Choice>
          <mc:Fallback xmlns="">
            <p:pic>
              <p:nvPicPr>
                <p:cNvPr id="107" name="Ink 106">
                  <a:extLst>
                    <a:ext uri="{FF2B5EF4-FFF2-40B4-BE49-F238E27FC236}">
                      <a16:creationId xmlns:a16="http://schemas.microsoft.com/office/drawing/2014/main" id="{842032E3-40DE-C03D-8515-2DDA7AB75D50}"/>
                    </a:ext>
                  </a:extLst>
                </p:cNvPr>
                <p:cNvPicPr/>
                <p:nvPr/>
              </p:nvPicPr>
              <p:blipFill>
                <a:blip r:embed="rId125"/>
                <a:stretch>
                  <a:fillRect/>
                </a:stretch>
              </p:blipFill>
              <p:spPr>
                <a:xfrm>
                  <a:off x="7168478" y="3185423"/>
                  <a:ext cx="41040" cy="1645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08" name="Ink 107">
                  <a:extLst>
                    <a:ext uri="{FF2B5EF4-FFF2-40B4-BE49-F238E27FC236}">
                      <a16:creationId xmlns:a16="http://schemas.microsoft.com/office/drawing/2014/main" id="{4D3711EC-7ECB-9566-9C8A-217C547B0E6B}"/>
                    </a:ext>
                  </a:extLst>
                </p14:cNvPr>
                <p14:cNvContentPartPr/>
                <p14:nvPr/>
              </p14:nvContentPartPr>
              <p14:xfrm>
                <a:off x="7340198" y="3181103"/>
                <a:ext cx="141840" cy="131400"/>
              </p14:xfrm>
            </p:contentPart>
          </mc:Choice>
          <mc:Fallback xmlns="">
            <p:pic>
              <p:nvPicPr>
                <p:cNvPr id="108" name="Ink 107">
                  <a:extLst>
                    <a:ext uri="{FF2B5EF4-FFF2-40B4-BE49-F238E27FC236}">
                      <a16:creationId xmlns:a16="http://schemas.microsoft.com/office/drawing/2014/main" id="{4D3711EC-7ECB-9566-9C8A-217C547B0E6B}"/>
                    </a:ext>
                  </a:extLst>
                </p:cNvPr>
                <p:cNvPicPr/>
                <p:nvPr/>
              </p:nvPicPr>
              <p:blipFill>
                <a:blip r:embed="rId127"/>
                <a:stretch>
                  <a:fillRect/>
                </a:stretch>
              </p:blipFill>
              <p:spPr>
                <a:xfrm>
                  <a:off x="7331198" y="3172103"/>
                  <a:ext cx="15948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09" name="Ink 108">
                  <a:extLst>
                    <a:ext uri="{FF2B5EF4-FFF2-40B4-BE49-F238E27FC236}">
                      <a16:creationId xmlns:a16="http://schemas.microsoft.com/office/drawing/2014/main" id="{D1A58A5D-4076-0A98-01D9-154CDDCE0FF8}"/>
                    </a:ext>
                  </a:extLst>
                </p14:cNvPr>
                <p14:cNvContentPartPr/>
                <p14:nvPr/>
              </p14:nvContentPartPr>
              <p14:xfrm>
                <a:off x="7494638" y="3194063"/>
                <a:ext cx="90000" cy="120600"/>
              </p14:xfrm>
            </p:contentPart>
          </mc:Choice>
          <mc:Fallback xmlns="">
            <p:pic>
              <p:nvPicPr>
                <p:cNvPr id="109" name="Ink 108">
                  <a:extLst>
                    <a:ext uri="{FF2B5EF4-FFF2-40B4-BE49-F238E27FC236}">
                      <a16:creationId xmlns:a16="http://schemas.microsoft.com/office/drawing/2014/main" id="{D1A58A5D-4076-0A98-01D9-154CDDCE0FF8}"/>
                    </a:ext>
                  </a:extLst>
                </p:cNvPr>
                <p:cNvPicPr/>
                <p:nvPr/>
              </p:nvPicPr>
              <p:blipFill>
                <a:blip r:embed="rId129"/>
                <a:stretch>
                  <a:fillRect/>
                </a:stretch>
              </p:blipFill>
              <p:spPr>
                <a:xfrm>
                  <a:off x="7485998" y="3185423"/>
                  <a:ext cx="10764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10" name="Ink 109">
                  <a:extLst>
                    <a:ext uri="{FF2B5EF4-FFF2-40B4-BE49-F238E27FC236}">
                      <a16:creationId xmlns:a16="http://schemas.microsoft.com/office/drawing/2014/main" id="{2C35BD7C-32CC-5ECF-BBE7-D586B9121F09}"/>
                    </a:ext>
                  </a:extLst>
                </p14:cNvPr>
                <p14:cNvContentPartPr/>
                <p14:nvPr/>
              </p14:nvContentPartPr>
              <p14:xfrm>
                <a:off x="7647998" y="3205223"/>
                <a:ext cx="138240" cy="115560"/>
              </p14:xfrm>
            </p:contentPart>
          </mc:Choice>
          <mc:Fallback xmlns="">
            <p:pic>
              <p:nvPicPr>
                <p:cNvPr id="110" name="Ink 109">
                  <a:extLst>
                    <a:ext uri="{FF2B5EF4-FFF2-40B4-BE49-F238E27FC236}">
                      <a16:creationId xmlns:a16="http://schemas.microsoft.com/office/drawing/2014/main" id="{2C35BD7C-32CC-5ECF-BBE7-D586B9121F09}"/>
                    </a:ext>
                  </a:extLst>
                </p:cNvPr>
                <p:cNvPicPr/>
                <p:nvPr/>
              </p:nvPicPr>
              <p:blipFill>
                <a:blip r:embed="rId131"/>
                <a:stretch>
                  <a:fillRect/>
                </a:stretch>
              </p:blipFill>
              <p:spPr>
                <a:xfrm>
                  <a:off x="7639358" y="3196583"/>
                  <a:ext cx="15588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11" name="Ink 110">
                  <a:extLst>
                    <a:ext uri="{FF2B5EF4-FFF2-40B4-BE49-F238E27FC236}">
                      <a16:creationId xmlns:a16="http://schemas.microsoft.com/office/drawing/2014/main" id="{24C9EF92-99BE-57C4-F0D2-E4F30F50E1CC}"/>
                    </a:ext>
                  </a:extLst>
                </p14:cNvPr>
                <p14:cNvContentPartPr/>
                <p14:nvPr/>
              </p14:nvContentPartPr>
              <p14:xfrm>
                <a:off x="7092878" y="3444263"/>
                <a:ext cx="194400" cy="194760"/>
              </p14:xfrm>
            </p:contentPart>
          </mc:Choice>
          <mc:Fallback xmlns="">
            <p:pic>
              <p:nvPicPr>
                <p:cNvPr id="111" name="Ink 110">
                  <a:extLst>
                    <a:ext uri="{FF2B5EF4-FFF2-40B4-BE49-F238E27FC236}">
                      <a16:creationId xmlns:a16="http://schemas.microsoft.com/office/drawing/2014/main" id="{24C9EF92-99BE-57C4-F0D2-E4F30F50E1CC}"/>
                    </a:ext>
                  </a:extLst>
                </p:cNvPr>
                <p:cNvPicPr/>
                <p:nvPr/>
              </p:nvPicPr>
              <p:blipFill>
                <a:blip r:embed="rId133"/>
                <a:stretch>
                  <a:fillRect/>
                </a:stretch>
              </p:blipFill>
              <p:spPr>
                <a:xfrm>
                  <a:off x="7084238" y="3435263"/>
                  <a:ext cx="212040" cy="2124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12" name="Ink 111">
                  <a:extLst>
                    <a:ext uri="{FF2B5EF4-FFF2-40B4-BE49-F238E27FC236}">
                      <a16:creationId xmlns:a16="http://schemas.microsoft.com/office/drawing/2014/main" id="{A0752D6A-E35A-98E5-6AB1-C32979B8B6AB}"/>
                    </a:ext>
                  </a:extLst>
                </p14:cNvPr>
                <p14:cNvContentPartPr/>
                <p14:nvPr/>
              </p14:nvContentPartPr>
              <p14:xfrm>
                <a:off x="7341998" y="3495023"/>
                <a:ext cx="194040" cy="97560"/>
              </p14:xfrm>
            </p:contentPart>
          </mc:Choice>
          <mc:Fallback xmlns="">
            <p:pic>
              <p:nvPicPr>
                <p:cNvPr id="112" name="Ink 111">
                  <a:extLst>
                    <a:ext uri="{FF2B5EF4-FFF2-40B4-BE49-F238E27FC236}">
                      <a16:creationId xmlns:a16="http://schemas.microsoft.com/office/drawing/2014/main" id="{A0752D6A-E35A-98E5-6AB1-C32979B8B6AB}"/>
                    </a:ext>
                  </a:extLst>
                </p:cNvPr>
                <p:cNvPicPr/>
                <p:nvPr/>
              </p:nvPicPr>
              <p:blipFill>
                <a:blip r:embed="rId135"/>
                <a:stretch>
                  <a:fillRect/>
                </a:stretch>
              </p:blipFill>
              <p:spPr>
                <a:xfrm>
                  <a:off x="7332998" y="3486383"/>
                  <a:ext cx="21168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13" name="Ink 112">
                  <a:extLst>
                    <a:ext uri="{FF2B5EF4-FFF2-40B4-BE49-F238E27FC236}">
                      <a16:creationId xmlns:a16="http://schemas.microsoft.com/office/drawing/2014/main" id="{E4EF9CD1-A3ED-1B0D-CDAC-B96378D18C7A}"/>
                    </a:ext>
                  </a:extLst>
                </p14:cNvPr>
                <p14:cNvContentPartPr/>
                <p14:nvPr/>
              </p14:nvContentPartPr>
              <p14:xfrm>
                <a:off x="7570238" y="3510143"/>
                <a:ext cx="77760" cy="85320"/>
              </p14:xfrm>
            </p:contentPart>
          </mc:Choice>
          <mc:Fallback xmlns="">
            <p:pic>
              <p:nvPicPr>
                <p:cNvPr id="113" name="Ink 112">
                  <a:extLst>
                    <a:ext uri="{FF2B5EF4-FFF2-40B4-BE49-F238E27FC236}">
                      <a16:creationId xmlns:a16="http://schemas.microsoft.com/office/drawing/2014/main" id="{E4EF9CD1-A3ED-1B0D-CDAC-B96378D18C7A}"/>
                    </a:ext>
                  </a:extLst>
                </p:cNvPr>
                <p:cNvPicPr/>
                <p:nvPr/>
              </p:nvPicPr>
              <p:blipFill>
                <a:blip r:embed="rId137"/>
                <a:stretch>
                  <a:fillRect/>
                </a:stretch>
              </p:blipFill>
              <p:spPr>
                <a:xfrm>
                  <a:off x="7561598" y="3501143"/>
                  <a:ext cx="95400" cy="1029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14" name="Ink 113">
                  <a:extLst>
                    <a:ext uri="{FF2B5EF4-FFF2-40B4-BE49-F238E27FC236}">
                      <a16:creationId xmlns:a16="http://schemas.microsoft.com/office/drawing/2014/main" id="{3FBC8A57-1D6A-135D-F22F-8806E02FA783}"/>
                    </a:ext>
                  </a:extLst>
                </p14:cNvPr>
                <p14:cNvContentPartPr/>
                <p14:nvPr/>
              </p14:nvContentPartPr>
              <p14:xfrm>
                <a:off x="7653398" y="3501503"/>
                <a:ext cx="112320" cy="113400"/>
              </p14:xfrm>
            </p:contentPart>
          </mc:Choice>
          <mc:Fallback xmlns="">
            <p:pic>
              <p:nvPicPr>
                <p:cNvPr id="114" name="Ink 113">
                  <a:extLst>
                    <a:ext uri="{FF2B5EF4-FFF2-40B4-BE49-F238E27FC236}">
                      <a16:creationId xmlns:a16="http://schemas.microsoft.com/office/drawing/2014/main" id="{3FBC8A57-1D6A-135D-F22F-8806E02FA783}"/>
                    </a:ext>
                  </a:extLst>
                </p:cNvPr>
                <p:cNvPicPr/>
                <p:nvPr/>
              </p:nvPicPr>
              <p:blipFill>
                <a:blip r:embed="rId139"/>
                <a:stretch>
                  <a:fillRect/>
                </a:stretch>
              </p:blipFill>
              <p:spPr>
                <a:xfrm>
                  <a:off x="7644398" y="3492863"/>
                  <a:ext cx="12996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15" name="Ink 114">
                  <a:extLst>
                    <a:ext uri="{FF2B5EF4-FFF2-40B4-BE49-F238E27FC236}">
                      <a16:creationId xmlns:a16="http://schemas.microsoft.com/office/drawing/2014/main" id="{89994D07-FB41-7E8B-7CA6-BED4F51B4F08}"/>
                    </a:ext>
                  </a:extLst>
                </p14:cNvPr>
                <p14:cNvContentPartPr/>
                <p14:nvPr/>
              </p14:nvContentPartPr>
              <p14:xfrm>
                <a:off x="7803518" y="3470543"/>
                <a:ext cx="113400" cy="129960"/>
              </p14:xfrm>
            </p:contentPart>
          </mc:Choice>
          <mc:Fallback xmlns="">
            <p:pic>
              <p:nvPicPr>
                <p:cNvPr id="115" name="Ink 114">
                  <a:extLst>
                    <a:ext uri="{FF2B5EF4-FFF2-40B4-BE49-F238E27FC236}">
                      <a16:creationId xmlns:a16="http://schemas.microsoft.com/office/drawing/2014/main" id="{89994D07-FB41-7E8B-7CA6-BED4F51B4F08}"/>
                    </a:ext>
                  </a:extLst>
                </p:cNvPr>
                <p:cNvPicPr/>
                <p:nvPr/>
              </p:nvPicPr>
              <p:blipFill>
                <a:blip r:embed="rId141"/>
                <a:stretch>
                  <a:fillRect/>
                </a:stretch>
              </p:blipFill>
              <p:spPr>
                <a:xfrm>
                  <a:off x="7794518" y="3461903"/>
                  <a:ext cx="1310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17" name="Ink 116">
                  <a:extLst>
                    <a:ext uri="{FF2B5EF4-FFF2-40B4-BE49-F238E27FC236}">
                      <a16:creationId xmlns:a16="http://schemas.microsoft.com/office/drawing/2014/main" id="{E6275931-34F4-CE24-1855-6005774A54BB}"/>
                    </a:ext>
                  </a:extLst>
                </p14:cNvPr>
                <p14:cNvContentPartPr/>
                <p14:nvPr/>
              </p14:nvContentPartPr>
              <p14:xfrm>
                <a:off x="4666118" y="1815623"/>
                <a:ext cx="4214880" cy="971280"/>
              </p14:xfrm>
            </p:contentPart>
          </mc:Choice>
          <mc:Fallback xmlns="">
            <p:pic>
              <p:nvPicPr>
                <p:cNvPr id="117" name="Ink 116">
                  <a:extLst>
                    <a:ext uri="{FF2B5EF4-FFF2-40B4-BE49-F238E27FC236}">
                      <a16:creationId xmlns:a16="http://schemas.microsoft.com/office/drawing/2014/main" id="{E6275931-34F4-CE24-1855-6005774A54BB}"/>
                    </a:ext>
                  </a:extLst>
                </p:cNvPr>
                <p:cNvPicPr/>
                <p:nvPr/>
              </p:nvPicPr>
              <p:blipFill>
                <a:blip r:embed="rId143"/>
                <a:stretch>
                  <a:fillRect/>
                </a:stretch>
              </p:blipFill>
              <p:spPr>
                <a:xfrm>
                  <a:off x="4657478" y="1806983"/>
                  <a:ext cx="4232520" cy="98892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18" name="Ink 117">
                  <a:extLst>
                    <a:ext uri="{FF2B5EF4-FFF2-40B4-BE49-F238E27FC236}">
                      <a16:creationId xmlns:a16="http://schemas.microsoft.com/office/drawing/2014/main" id="{EEE0A99B-6A93-826B-0B5E-4025C98C8A00}"/>
                    </a:ext>
                  </a:extLst>
                </p14:cNvPr>
                <p14:cNvContentPartPr/>
                <p14:nvPr/>
              </p14:nvContentPartPr>
              <p14:xfrm>
                <a:off x="4628318" y="1740743"/>
                <a:ext cx="143280" cy="210960"/>
              </p14:xfrm>
            </p:contentPart>
          </mc:Choice>
          <mc:Fallback xmlns="">
            <p:pic>
              <p:nvPicPr>
                <p:cNvPr id="118" name="Ink 117">
                  <a:extLst>
                    <a:ext uri="{FF2B5EF4-FFF2-40B4-BE49-F238E27FC236}">
                      <a16:creationId xmlns:a16="http://schemas.microsoft.com/office/drawing/2014/main" id="{EEE0A99B-6A93-826B-0B5E-4025C98C8A00}"/>
                    </a:ext>
                  </a:extLst>
                </p:cNvPr>
                <p:cNvPicPr/>
                <p:nvPr/>
              </p:nvPicPr>
              <p:blipFill>
                <a:blip r:embed="rId145"/>
                <a:stretch>
                  <a:fillRect/>
                </a:stretch>
              </p:blipFill>
              <p:spPr>
                <a:xfrm>
                  <a:off x="4619318" y="1732103"/>
                  <a:ext cx="16092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19" name="Ink 118">
                  <a:extLst>
                    <a:ext uri="{FF2B5EF4-FFF2-40B4-BE49-F238E27FC236}">
                      <a16:creationId xmlns:a16="http://schemas.microsoft.com/office/drawing/2014/main" id="{093FAB79-2166-3DAF-1CA6-6DA3B0FBE9E7}"/>
                    </a:ext>
                  </a:extLst>
                </p14:cNvPr>
                <p14:cNvContentPartPr/>
                <p14:nvPr/>
              </p14:nvContentPartPr>
              <p14:xfrm>
                <a:off x="5119358" y="2026223"/>
                <a:ext cx="40680" cy="158040"/>
              </p14:xfrm>
            </p:contentPart>
          </mc:Choice>
          <mc:Fallback xmlns="">
            <p:pic>
              <p:nvPicPr>
                <p:cNvPr id="119" name="Ink 118">
                  <a:extLst>
                    <a:ext uri="{FF2B5EF4-FFF2-40B4-BE49-F238E27FC236}">
                      <a16:creationId xmlns:a16="http://schemas.microsoft.com/office/drawing/2014/main" id="{093FAB79-2166-3DAF-1CA6-6DA3B0FBE9E7}"/>
                    </a:ext>
                  </a:extLst>
                </p:cNvPr>
                <p:cNvPicPr/>
                <p:nvPr/>
              </p:nvPicPr>
              <p:blipFill>
                <a:blip r:embed="rId147"/>
                <a:stretch>
                  <a:fillRect/>
                </a:stretch>
              </p:blipFill>
              <p:spPr>
                <a:xfrm>
                  <a:off x="5110718" y="2017223"/>
                  <a:ext cx="58320" cy="1756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20" name="Ink 119">
                  <a:extLst>
                    <a:ext uri="{FF2B5EF4-FFF2-40B4-BE49-F238E27FC236}">
                      <a16:creationId xmlns:a16="http://schemas.microsoft.com/office/drawing/2014/main" id="{22FA8ED6-8EBC-C3CE-21A9-F2653F5DCCC2}"/>
                    </a:ext>
                  </a:extLst>
                </p14:cNvPr>
                <p14:cNvContentPartPr/>
                <p14:nvPr/>
              </p14:nvContentPartPr>
              <p14:xfrm>
                <a:off x="5250758" y="2035943"/>
                <a:ext cx="93240" cy="148680"/>
              </p14:xfrm>
            </p:contentPart>
          </mc:Choice>
          <mc:Fallback xmlns="">
            <p:pic>
              <p:nvPicPr>
                <p:cNvPr id="120" name="Ink 119">
                  <a:extLst>
                    <a:ext uri="{FF2B5EF4-FFF2-40B4-BE49-F238E27FC236}">
                      <a16:creationId xmlns:a16="http://schemas.microsoft.com/office/drawing/2014/main" id="{22FA8ED6-8EBC-C3CE-21A9-F2653F5DCCC2}"/>
                    </a:ext>
                  </a:extLst>
                </p:cNvPr>
                <p:cNvPicPr/>
                <p:nvPr/>
              </p:nvPicPr>
              <p:blipFill>
                <a:blip r:embed="rId149"/>
                <a:stretch>
                  <a:fillRect/>
                </a:stretch>
              </p:blipFill>
              <p:spPr>
                <a:xfrm>
                  <a:off x="5242118" y="2026943"/>
                  <a:ext cx="11088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21" name="Ink 120">
                  <a:extLst>
                    <a:ext uri="{FF2B5EF4-FFF2-40B4-BE49-F238E27FC236}">
                      <a16:creationId xmlns:a16="http://schemas.microsoft.com/office/drawing/2014/main" id="{510F5C5D-E1C9-FB09-7852-4201B68999D4}"/>
                    </a:ext>
                  </a:extLst>
                </p14:cNvPr>
                <p14:cNvContentPartPr/>
                <p14:nvPr/>
              </p14:nvContentPartPr>
              <p14:xfrm>
                <a:off x="5412758" y="2066903"/>
                <a:ext cx="11160" cy="6480"/>
              </p14:xfrm>
            </p:contentPart>
          </mc:Choice>
          <mc:Fallback xmlns="">
            <p:pic>
              <p:nvPicPr>
                <p:cNvPr id="121" name="Ink 120">
                  <a:extLst>
                    <a:ext uri="{FF2B5EF4-FFF2-40B4-BE49-F238E27FC236}">
                      <a16:creationId xmlns:a16="http://schemas.microsoft.com/office/drawing/2014/main" id="{510F5C5D-E1C9-FB09-7852-4201B68999D4}"/>
                    </a:ext>
                  </a:extLst>
                </p:cNvPr>
                <p:cNvPicPr/>
                <p:nvPr/>
              </p:nvPicPr>
              <p:blipFill>
                <a:blip r:embed="rId151"/>
                <a:stretch>
                  <a:fillRect/>
                </a:stretch>
              </p:blipFill>
              <p:spPr>
                <a:xfrm>
                  <a:off x="5403758" y="2057903"/>
                  <a:ext cx="288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22" name="Ink 121">
                  <a:extLst>
                    <a:ext uri="{FF2B5EF4-FFF2-40B4-BE49-F238E27FC236}">
                      <a16:creationId xmlns:a16="http://schemas.microsoft.com/office/drawing/2014/main" id="{E420F88E-0783-90E8-72A1-52B3BC6C4FF4}"/>
                    </a:ext>
                  </a:extLst>
                </p14:cNvPr>
                <p14:cNvContentPartPr/>
                <p14:nvPr/>
              </p14:nvContentPartPr>
              <p14:xfrm>
                <a:off x="5398718" y="2173103"/>
                <a:ext cx="19440" cy="3960"/>
              </p14:xfrm>
            </p:contentPart>
          </mc:Choice>
          <mc:Fallback xmlns="">
            <p:pic>
              <p:nvPicPr>
                <p:cNvPr id="122" name="Ink 121">
                  <a:extLst>
                    <a:ext uri="{FF2B5EF4-FFF2-40B4-BE49-F238E27FC236}">
                      <a16:creationId xmlns:a16="http://schemas.microsoft.com/office/drawing/2014/main" id="{E420F88E-0783-90E8-72A1-52B3BC6C4FF4}"/>
                    </a:ext>
                  </a:extLst>
                </p:cNvPr>
                <p:cNvPicPr/>
                <p:nvPr/>
              </p:nvPicPr>
              <p:blipFill>
                <a:blip r:embed="rId153"/>
                <a:stretch>
                  <a:fillRect/>
                </a:stretch>
              </p:blipFill>
              <p:spPr>
                <a:xfrm>
                  <a:off x="5389718" y="2164463"/>
                  <a:ext cx="3708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23" name="Ink 122">
                  <a:extLst>
                    <a:ext uri="{FF2B5EF4-FFF2-40B4-BE49-F238E27FC236}">
                      <a16:creationId xmlns:a16="http://schemas.microsoft.com/office/drawing/2014/main" id="{39A66044-86EB-D160-3F4C-EF86C2FEA088}"/>
                    </a:ext>
                  </a:extLst>
                </p14:cNvPr>
                <p14:cNvContentPartPr/>
                <p14:nvPr/>
              </p14:nvContentPartPr>
              <p14:xfrm>
                <a:off x="5516438" y="2055743"/>
                <a:ext cx="102240" cy="113400"/>
              </p14:xfrm>
            </p:contentPart>
          </mc:Choice>
          <mc:Fallback xmlns="">
            <p:pic>
              <p:nvPicPr>
                <p:cNvPr id="123" name="Ink 122">
                  <a:extLst>
                    <a:ext uri="{FF2B5EF4-FFF2-40B4-BE49-F238E27FC236}">
                      <a16:creationId xmlns:a16="http://schemas.microsoft.com/office/drawing/2014/main" id="{39A66044-86EB-D160-3F4C-EF86C2FEA088}"/>
                    </a:ext>
                  </a:extLst>
                </p:cNvPr>
                <p:cNvPicPr/>
                <p:nvPr/>
              </p:nvPicPr>
              <p:blipFill>
                <a:blip r:embed="rId155"/>
                <a:stretch>
                  <a:fillRect/>
                </a:stretch>
              </p:blipFill>
              <p:spPr>
                <a:xfrm>
                  <a:off x="5507798" y="2047103"/>
                  <a:ext cx="11988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24" name="Ink 123">
                  <a:extLst>
                    <a:ext uri="{FF2B5EF4-FFF2-40B4-BE49-F238E27FC236}">
                      <a16:creationId xmlns:a16="http://schemas.microsoft.com/office/drawing/2014/main" id="{5307D74E-8C14-4C11-849B-EB8C3952F622}"/>
                    </a:ext>
                  </a:extLst>
                </p14:cNvPr>
                <p14:cNvContentPartPr/>
                <p14:nvPr/>
              </p14:nvContentPartPr>
              <p14:xfrm>
                <a:off x="5698238" y="2043143"/>
                <a:ext cx="117720" cy="136080"/>
              </p14:xfrm>
            </p:contentPart>
          </mc:Choice>
          <mc:Fallback xmlns="">
            <p:pic>
              <p:nvPicPr>
                <p:cNvPr id="124" name="Ink 123">
                  <a:extLst>
                    <a:ext uri="{FF2B5EF4-FFF2-40B4-BE49-F238E27FC236}">
                      <a16:creationId xmlns:a16="http://schemas.microsoft.com/office/drawing/2014/main" id="{5307D74E-8C14-4C11-849B-EB8C3952F622}"/>
                    </a:ext>
                  </a:extLst>
                </p:cNvPr>
                <p:cNvPicPr/>
                <p:nvPr/>
              </p:nvPicPr>
              <p:blipFill>
                <a:blip r:embed="rId157"/>
                <a:stretch>
                  <a:fillRect/>
                </a:stretch>
              </p:blipFill>
              <p:spPr>
                <a:xfrm>
                  <a:off x="5689238" y="2034503"/>
                  <a:ext cx="135360" cy="1537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25" name="Ink 124">
                  <a:extLst>
                    <a:ext uri="{FF2B5EF4-FFF2-40B4-BE49-F238E27FC236}">
                      <a16:creationId xmlns:a16="http://schemas.microsoft.com/office/drawing/2014/main" id="{741169CC-36A6-32DA-C4BB-393931C21D8C}"/>
                    </a:ext>
                  </a:extLst>
                </p14:cNvPr>
                <p14:cNvContentPartPr/>
                <p14:nvPr/>
              </p14:nvContentPartPr>
              <p14:xfrm>
                <a:off x="5742878" y="2021543"/>
                <a:ext cx="147240" cy="38880"/>
              </p14:xfrm>
            </p:contentPart>
          </mc:Choice>
          <mc:Fallback xmlns="">
            <p:pic>
              <p:nvPicPr>
                <p:cNvPr id="125" name="Ink 124">
                  <a:extLst>
                    <a:ext uri="{FF2B5EF4-FFF2-40B4-BE49-F238E27FC236}">
                      <a16:creationId xmlns:a16="http://schemas.microsoft.com/office/drawing/2014/main" id="{741169CC-36A6-32DA-C4BB-393931C21D8C}"/>
                    </a:ext>
                  </a:extLst>
                </p:cNvPr>
                <p:cNvPicPr/>
                <p:nvPr/>
              </p:nvPicPr>
              <p:blipFill>
                <a:blip r:embed="rId159"/>
                <a:stretch>
                  <a:fillRect/>
                </a:stretch>
              </p:blipFill>
              <p:spPr>
                <a:xfrm>
                  <a:off x="5734238" y="2012903"/>
                  <a:ext cx="16488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26" name="Ink 125">
                  <a:extLst>
                    <a:ext uri="{FF2B5EF4-FFF2-40B4-BE49-F238E27FC236}">
                      <a16:creationId xmlns:a16="http://schemas.microsoft.com/office/drawing/2014/main" id="{68A48504-9264-3A8B-9B1B-457587704C85}"/>
                    </a:ext>
                  </a:extLst>
                </p14:cNvPr>
                <p14:cNvContentPartPr/>
                <p14:nvPr/>
              </p14:nvContentPartPr>
              <p14:xfrm>
                <a:off x="4925318" y="2292983"/>
                <a:ext cx="234360" cy="262800"/>
              </p14:xfrm>
            </p:contentPart>
          </mc:Choice>
          <mc:Fallback xmlns="">
            <p:pic>
              <p:nvPicPr>
                <p:cNvPr id="126" name="Ink 125">
                  <a:extLst>
                    <a:ext uri="{FF2B5EF4-FFF2-40B4-BE49-F238E27FC236}">
                      <a16:creationId xmlns:a16="http://schemas.microsoft.com/office/drawing/2014/main" id="{68A48504-9264-3A8B-9B1B-457587704C85}"/>
                    </a:ext>
                  </a:extLst>
                </p:cNvPr>
                <p:cNvPicPr/>
                <p:nvPr/>
              </p:nvPicPr>
              <p:blipFill>
                <a:blip r:embed="rId161"/>
                <a:stretch>
                  <a:fillRect/>
                </a:stretch>
              </p:blipFill>
              <p:spPr>
                <a:xfrm>
                  <a:off x="4916318" y="2283983"/>
                  <a:ext cx="25200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27" name="Ink 126">
                  <a:extLst>
                    <a:ext uri="{FF2B5EF4-FFF2-40B4-BE49-F238E27FC236}">
                      <a16:creationId xmlns:a16="http://schemas.microsoft.com/office/drawing/2014/main" id="{BB57BDEE-628A-5C03-AD36-819C7DEF7573}"/>
                    </a:ext>
                  </a:extLst>
                </p14:cNvPr>
                <p14:cNvContentPartPr/>
                <p14:nvPr/>
              </p14:nvContentPartPr>
              <p14:xfrm>
                <a:off x="5242478" y="2327903"/>
                <a:ext cx="102960" cy="146160"/>
              </p14:xfrm>
            </p:contentPart>
          </mc:Choice>
          <mc:Fallback xmlns="">
            <p:pic>
              <p:nvPicPr>
                <p:cNvPr id="127" name="Ink 126">
                  <a:extLst>
                    <a:ext uri="{FF2B5EF4-FFF2-40B4-BE49-F238E27FC236}">
                      <a16:creationId xmlns:a16="http://schemas.microsoft.com/office/drawing/2014/main" id="{BB57BDEE-628A-5C03-AD36-819C7DEF7573}"/>
                    </a:ext>
                  </a:extLst>
                </p:cNvPr>
                <p:cNvPicPr/>
                <p:nvPr/>
              </p:nvPicPr>
              <p:blipFill>
                <a:blip r:embed="rId163"/>
                <a:stretch>
                  <a:fillRect/>
                </a:stretch>
              </p:blipFill>
              <p:spPr>
                <a:xfrm>
                  <a:off x="5233838" y="2318903"/>
                  <a:ext cx="12060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28" name="Ink 127">
                  <a:extLst>
                    <a:ext uri="{FF2B5EF4-FFF2-40B4-BE49-F238E27FC236}">
                      <a16:creationId xmlns:a16="http://schemas.microsoft.com/office/drawing/2014/main" id="{85F6EB03-3E6F-697F-5BA2-C01FAC6F5CEF}"/>
                    </a:ext>
                  </a:extLst>
                </p14:cNvPr>
                <p14:cNvContentPartPr/>
                <p14:nvPr/>
              </p14:nvContentPartPr>
              <p14:xfrm>
                <a:off x="5405558" y="2310263"/>
                <a:ext cx="97920" cy="92880"/>
              </p14:xfrm>
            </p:contentPart>
          </mc:Choice>
          <mc:Fallback xmlns="">
            <p:pic>
              <p:nvPicPr>
                <p:cNvPr id="128" name="Ink 127">
                  <a:extLst>
                    <a:ext uri="{FF2B5EF4-FFF2-40B4-BE49-F238E27FC236}">
                      <a16:creationId xmlns:a16="http://schemas.microsoft.com/office/drawing/2014/main" id="{85F6EB03-3E6F-697F-5BA2-C01FAC6F5CEF}"/>
                    </a:ext>
                  </a:extLst>
                </p:cNvPr>
                <p:cNvPicPr/>
                <p:nvPr/>
              </p:nvPicPr>
              <p:blipFill>
                <a:blip r:embed="rId165"/>
                <a:stretch>
                  <a:fillRect/>
                </a:stretch>
              </p:blipFill>
              <p:spPr>
                <a:xfrm>
                  <a:off x="5396558" y="2301263"/>
                  <a:ext cx="115560" cy="1105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29" name="Ink 128">
                  <a:extLst>
                    <a:ext uri="{FF2B5EF4-FFF2-40B4-BE49-F238E27FC236}">
                      <a16:creationId xmlns:a16="http://schemas.microsoft.com/office/drawing/2014/main" id="{B09511DE-1F43-CC9F-3C0D-9BAFD68B775D}"/>
                    </a:ext>
                  </a:extLst>
                </p14:cNvPr>
                <p14:cNvContentPartPr/>
                <p14:nvPr/>
              </p14:nvContentPartPr>
              <p14:xfrm>
                <a:off x="5542718" y="2296943"/>
                <a:ext cx="351360" cy="271440"/>
              </p14:xfrm>
            </p:contentPart>
          </mc:Choice>
          <mc:Fallback xmlns="">
            <p:pic>
              <p:nvPicPr>
                <p:cNvPr id="129" name="Ink 128">
                  <a:extLst>
                    <a:ext uri="{FF2B5EF4-FFF2-40B4-BE49-F238E27FC236}">
                      <a16:creationId xmlns:a16="http://schemas.microsoft.com/office/drawing/2014/main" id="{B09511DE-1F43-CC9F-3C0D-9BAFD68B775D}"/>
                    </a:ext>
                  </a:extLst>
                </p:cNvPr>
                <p:cNvPicPr/>
                <p:nvPr/>
              </p:nvPicPr>
              <p:blipFill>
                <a:blip r:embed="rId167"/>
                <a:stretch>
                  <a:fillRect/>
                </a:stretch>
              </p:blipFill>
              <p:spPr>
                <a:xfrm>
                  <a:off x="5534078" y="2287943"/>
                  <a:ext cx="36900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31" name="Ink 130">
                  <a:extLst>
                    <a:ext uri="{FF2B5EF4-FFF2-40B4-BE49-F238E27FC236}">
                      <a16:creationId xmlns:a16="http://schemas.microsoft.com/office/drawing/2014/main" id="{41438249-CC2E-891C-B484-5D780B0EA223}"/>
                    </a:ext>
                  </a:extLst>
                </p14:cNvPr>
                <p14:cNvContentPartPr/>
                <p14:nvPr/>
              </p14:nvContentPartPr>
              <p14:xfrm>
                <a:off x="4847558" y="678743"/>
                <a:ext cx="12960" cy="223560"/>
              </p14:xfrm>
            </p:contentPart>
          </mc:Choice>
          <mc:Fallback xmlns="">
            <p:pic>
              <p:nvPicPr>
                <p:cNvPr id="131" name="Ink 130">
                  <a:extLst>
                    <a:ext uri="{FF2B5EF4-FFF2-40B4-BE49-F238E27FC236}">
                      <a16:creationId xmlns:a16="http://schemas.microsoft.com/office/drawing/2014/main" id="{41438249-CC2E-891C-B484-5D780B0EA223}"/>
                    </a:ext>
                  </a:extLst>
                </p:cNvPr>
                <p:cNvPicPr/>
                <p:nvPr/>
              </p:nvPicPr>
              <p:blipFill>
                <a:blip r:embed="rId169"/>
                <a:stretch>
                  <a:fillRect/>
                </a:stretch>
              </p:blipFill>
              <p:spPr>
                <a:xfrm>
                  <a:off x="4838558" y="670103"/>
                  <a:ext cx="30600" cy="24120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32" name="Ink 131">
                  <a:extLst>
                    <a:ext uri="{FF2B5EF4-FFF2-40B4-BE49-F238E27FC236}">
                      <a16:creationId xmlns:a16="http://schemas.microsoft.com/office/drawing/2014/main" id="{E21ECB3C-5BE7-E838-EF95-8032C06E0357}"/>
                    </a:ext>
                  </a:extLst>
                </p14:cNvPr>
                <p14:cNvContentPartPr/>
                <p14:nvPr/>
              </p14:nvContentPartPr>
              <p14:xfrm>
                <a:off x="5003798" y="747863"/>
                <a:ext cx="137880" cy="112320"/>
              </p14:xfrm>
            </p:contentPart>
          </mc:Choice>
          <mc:Fallback xmlns="">
            <p:pic>
              <p:nvPicPr>
                <p:cNvPr id="132" name="Ink 131">
                  <a:extLst>
                    <a:ext uri="{FF2B5EF4-FFF2-40B4-BE49-F238E27FC236}">
                      <a16:creationId xmlns:a16="http://schemas.microsoft.com/office/drawing/2014/main" id="{E21ECB3C-5BE7-E838-EF95-8032C06E0357}"/>
                    </a:ext>
                  </a:extLst>
                </p:cNvPr>
                <p:cNvPicPr/>
                <p:nvPr/>
              </p:nvPicPr>
              <p:blipFill>
                <a:blip r:embed="rId171"/>
                <a:stretch>
                  <a:fillRect/>
                </a:stretch>
              </p:blipFill>
              <p:spPr>
                <a:xfrm>
                  <a:off x="4995158" y="738863"/>
                  <a:ext cx="1555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33" name="Ink 132">
                  <a:extLst>
                    <a:ext uri="{FF2B5EF4-FFF2-40B4-BE49-F238E27FC236}">
                      <a16:creationId xmlns:a16="http://schemas.microsoft.com/office/drawing/2014/main" id="{54AD186F-213A-391C-D9A3-6C2D6C7D784F}"/>
                    </a:ext>
                  </a:extLst>
                </p14:cNvPr>
                <p14:cNvContentPartPr/>
                <p14:nvPr/>
              </p14:nvContentPartPr>
              <p14:xfrm>
                <a:off x="5190998" y="755783"/>
                <a:ext cx="84240" cy="103680"/>
              </p14:xfrm>
            </p:contentPart>
          </mc:Choice>
          <mc:Fallback xmlns="">
            <p:pic>
              <p:nvPicPr>
                <p:cNvPr id="133" name="Ink 132">
                  <a:extLst>
                    <a:ext uri="{FF2B5EF4-FFF2-40B4-BE49-F238E27FC236}">
                      <a16:creationId xmlns:a16="http://schemas.microsoft.com/office/drawing/2014/main" id="{54AD186F-213A-391C-D9A3-6C2D6C7D784F}"/>
                    </a:ext>
                  </a:extLst>
                </p:cNvPr>
                <p:cNvPicPr/>
                <p:nvPr/>
              </p:nvPicPr>
              <p:blipFill>
                <a:blip r:embed="rId173"/>
                <a:stretch>
                  <a:fillRect/>
                </a:stretch>
              </p:blipFill>
              <p:spPr>
                <a:xfrm>
                  <a:off x="5181998" y="746783"/>
                  <a:ext cx="10188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34" name="Ink 133">
                  <a:extLst>
                    <a:ext uri="{FF2B5EF4-FFF2-40B4-BE49-F238E27FC236}">
                      <a16:creationId xmlns:a16="http://schemas.microsoft.com/office/drawing/2014/main" id="{531D2307-CB5D-292A-932E-E74B8997BB27}"/>
                    </a:ext>
                  </a:extLst>
                </p14:cNvPr>
                <p14:cNvContentPartPr/>
                <p14:nvPr/>
              </p14:nvContentPartPr>
              <p14:xfrm>
                <a:off x="5353718" y="749663"/>
                <a:ext cx="110880" cy="102960"/>
              </p14:xfrm>
            </p:contentPart>
          </mc:Choice>
          <mc:Fallback xmlns="">
            <p:pic>
              <p:nvPicPr>
                <p:cNvPr id="134" name="Ink 133">
                  <a:extLst>
                    <a:ext uri="{FF2B5EF4-FFF2-40B4-BE49-F238E27FC236}">
                      <a16:creationId xmlns:a16="http://schemas.microsoft.com/office/drawing/2014/main" id="{531D2307-CB5D-292A-932E-E74B8997BB27}"/>
                    </a:ext>
                  </a:extLst>
                </p:cNvPr>
                <p:cNvPicPr/>
                <p:nvPr/>
              </p:nvPicPr>
              <p:blipFill>
                <a:blip r:embed="rId175"/>
                <a:stretch>
                  <a:fillRect/>
                </a:stretch>
              </p:blipFill>
              <p:spPr>
                <a:xfrm>
                  <a:off x="5345078" y="740663"/>
                  <a:ext cx="1285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35" name="Ink 134">
                  <a:extLst>
                    <a:ext uri="{FF2B5EF4-FFF2-40B4-BE49-F238E27FC236}">
                      <a16:creationId xmlns:a16="http://schemas.microsoft.com/office/drawing/2014/main" id="{21E7DA88-C50A-3DA1-8C11-5724178F6822}"/>
                    </a:ext>
                  </a:extLst>
                </p14:cNvPr>
                <p14:cNvContentPartPr/>
                <p14:nvPr/>
              </p14:nvContentPartPr>
              <p14:xfrm>
                <a:off x="5604638" y="764063"/>
                <a:ext cx="184680" cy="12960"/>
              </p14:xfrm>
            </p:contentPart>
          </mc:Choice>
          <mc:Fallback xmlns="">
            <p:pic>
              <p:nvPicPr>
                <p:cNvPr id="135" name="Ink 134">
                  <a:extLst>
                    <a:ext uri="{FF2B5EF4-FFF2-40B4-BE49-F238E27FC236}">
                      <a16:creationId xmlns:a16="http://schemas.microsoft.com/office/drawing/2014/main" id="{21E7DA88-C50A-3DA1-8C11-5724178F6822}"/>
                    </a:ext>
                  </a:extLst>
                </p:cNvPr>
                <p:cNvPicPr/>
                <p:nvPr/>
              </p:nvPicPr>
              <p:blipFill>
                <a:blip r:embed="rId177"/>
                <a:stretch>
                  <a:fillRect/>
                </a:stretch>
              </p:blipFill>
              <p:spPr>
                <a:xfrm>
                  <a:off x="5595638" y="755063"/>
                  <a:ext cx="20232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36" name="Ink 135">
                  <a:extLst>
                    <a:ext uri="{FF2B5EF4-FFF2-40B4-BE49-F238E27FC236}">
                      <a16:creationId xmlns:a16="http://schemas.microsoft.com/office/drawing/2014/main" id="{586B8606-5024-EAA4-9830-374CE3BA08EF}"/>
                    </a:ext>
                  </a:extLst>
                </p14:cNvPr>
                <p14:cNvContentPartPr/>
                <p14:nvPr/>
              </p14:nvContentPartPr>
              <p14:xfrm>
                <a:off x="5652878" y="708623"/>
                <a:ext cx="29880" cy="172800"/>
              </p14:xfrm>
            </p:contentPart>
          </mc:Choice>
          <mc:Fallback xmlns="">
            <p:pic>
              <p:nvPicPr>
                <p:cNvPr id="136" name="Ink 135">
                  <a:extLst>
                    <a:ext uri="{FF2B5EF4-FFF2-40B4-BE49-F238E27FC236}">
                      <a16:creationId xmlns:a16="http://schemas.microsoft.com/office/drawing/2014/main" id="{586B8606-5024-EAA4-9830-374CE3BA08EF}"/>
                    </a:ext>
                  </a:extLst>
                </p:cNvPr>
                <p:cNvPicPr/>
                <p:nvPr/>
              </p:nvPicPr>
              <p:blipFill>
                <a:blip r:embed="rId179"/>
                <a:stretch>
                  <a:fillRect/>
                </a:stretch>
              </p:blipFill>
              <p:spPr>
                <a:xfrm>
                  <a:off x="5644238" y="699623"/>
                  <a:ext cx="4752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37" name="Ink 136">
                  <a:extLst>
                    <a:ext uri="{FF2B5EF4-FFF2-40B4-BE49-F238E27FC236}">
                      <a16:creationId xmlns:a16="http://schemas.microsoft.com/office/drawing/2014/main" id="{177CD211-2162-E84A-9DAE-9922B313B926}"/>
                    </a:ext>
                  </a:extLst>
                </p14:cNvPr>
                <p14:cNvContentPartPr/>
                <p14:nvPr/>
              </p14:nvContentPartPr>
              <p14:xfrm>
                <a:off x="5903798" y="657863"/>
                <a:ext cx="158760" cy="225360"/>
              </p14:xfrm>
            </p:contentPart>
          </mc:Choice>
          <mc:Fallback xmlns="">
            <p:pic>
              <p:nvPicPr>
                <p:cNvPr id="137" name="Ink 136">
                  <a:extLst>
                    <a:ext uri="{FF2B5EF4-FFF2-40B4-BE49-F238E27FC236}">
                      <a16:creationId xmlns:a16="http://schemas.microsoft.com/office/drawing/2014/main" id="{177CD211-2162-E84A-9DAE-9922B313B926}"/>
                    </a:ext>
                  </a:extLst>
                </p:cNvPr>
                <p:cNvPicPr/>
                <p:nvPr/>
              </p:nvPicPr>
              <p:blipFill>
                <a:blip r:embed="rId181"/>
                <a:stretch>
                  <a:fillRect/>
                </a:stretch>
              </p:blipFill>
              <p:spPr>
                <a:xfrm>
                  <a:off x="5894798" y="649223"/>
                  <a:ext cx="17640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38" name="Ink 137">
                  <a:extLst>
                    <a:ext uri="{FF2B5EF4-FFF2-40B4-BE49-F238E27FC236}">
                      <a16:creationId xmlns:a16="http://schemas.microsoft.com/office/drawing/2014/main" id="{9EA0BEC7-F324-D07C-C1BF-A6E816A24AE6}"/>
                    </a:ext>
                  </a:extLst>
                </p14:cNvPr>
                <p14:cNvContentPartPr/>
                <p14:nvPr/>
              </p14:nvContentPartPr>
              <p14:xfrm>
                <a:off x="6122318" y="741383"/>
                <a:ext cx="230040" cy="121680"/>
              </p14:xfrm>
            </p:contentPart>
          </mc:Choice>
          <mc:Fallback xmlns="">
            <p:pic>
              <p:nvPicPr>
                <p:cNvPr id="138" name="Ink 137">
                  <a:extLst>
                    <a:ext uri="{FF2B5EF4-FFF2-40B4-BE49-F238E27FC236}">
                      <a16:creationId xmlns:a16="http://schemas.microsoft.com/office/drawing/2014/main" id="{9EA0BEC7-F324-D07C-C1BF-A6E816A24AE6}"/>
                    </a:ext>
                  </a:extLst>
                </p:cNvPr>
                <p:cNvPicPr/>
                <p:nvPr/>
              </p:nvPicPr>
              <p:blipFill>
                <a:blip r:embed="rId183"/>
                <a:stretch>
                  <a:fillRect/>
                </a:stretch>
              </p:blipFill>
              <p:spPr>
                <a:xfrm>
                  <a:off x="6113678" y="732383"/>
                  <a:ext cx="24768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65" name="Ink 164">
                  <a:extLst>
                    <a:ext uri="{FF2B5EF4-FFF2-40B4-BE49-F238E27FC236}">
                      <a16:creationId xmlns:a16="http://schemas.microsoft.com/office/drawing/2014/main" id="{0C45BC34-7D47-7EAE-4950-CC7369201397}"/>
                    </a:ext>
                  </a:extLst>
                </p14:cNvPr>
                <p14:cNvContentPartPr/>
                <p14:nvPr/>
              </p14:nvContentPartPr>
              <p14:xfrm>
                <a:off x="9694958" y="2318183"/>
                <a:ext cx="225360" cy="342000"/>
              </p14:xfrm>
            </p:contentPart>
          </mc:Choice>
          <mc:Fallback xmlns="">
            <p:pic>
              <p:nvPicPr>
                <p:cNvPr id="165" name="Ink 164">
                  <a:extLst>
                    <a:ext uri="{FF2B5EF4-FFF2-40B4-BE49-F238E27FC236}">
                      <a16:creationId xmlns:a16="http://schemas.microsoft.com/office/drawing/2014/main" id="{0C45BC34-7D47-7EAE-4950-CC7369201397}"/>
                    </a:ext>
                  </a:extLst>
                </p:cNvPr>
                <p:cNvPicPr/>
                <p:nvPr/>
              </p:nvPicPr>
              <p:blipFill>
                <a:blip r:embed="rId185"/>
                <a:stretch>
                  <a:fillRect/>
                </a:stretch>
              </p:blipFill>
              <p:spPr>
                <a:xfrm>
                  <a:off x="9686318" y="2309543"/>
                  <a:ext cx="243000" cy="35964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66" name="Ink 165">
                  <a:extLst>
                    <a:ext uri="{FF2B5EF4-FFF2-40B4-BE49-F238E27FC236}">
                      <a16:creationId xmlns:a16="http://schemas.microsoft.com/office/drawing/2014/main" id="{21A6AB8A-ECF7-7AFF-AB82-CE5D8A33D163}"/>
                    </a:ext>
                  </a:extLst>
                </p14:cNvPr>
                <p14:cNvContentPartPr/>
                <p14:nvPr/>
              </p14:nvContentPartPr>
              <p14:xfrm>
                <a:off x="9955958" y="2350943"/>
                <a:ext cx="147600" cy="288720"/>
              </p14:xfrm>
            </p:contentPart>
          </mc:Choice>
          <mc:Fallback xmlns="">
            <p:pic>
              <p:nvPicPr>
                <p:cNvPr id="166" name="Ink 165">
                  <a:extLst>
                    <a:ext uri="{FF2B5EF4-FFF2-40B4-BE49-F238E27FC236}">
                      <a16:creationId xmlns:a16="http://schemas.microsoft.com/office/drawing/2014/main" id="{21A6AB8A-ECF7-7AFF-AB82-CE5D8A33D163}"/>
                    </a:ext>
                  </a:extLst>
                </p:cNvPr>
                <p:cNvPicPr/>
                <p:nvPr/>
              </p:nvPicPr>
              <p:blipFill>
                <a:blip r:embed="rId187"/>
                <a:stretch>
                  <a:fillRect/>
                </a:stretch>
              </p:blipFill>
              <p:spPr>
                <a:xfrm>
                  <a:off x="9947318" y="2341943"/>
                  <a:ext cx="16524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67" name="Ink 166">
                  <a:extLst>
                    <a:ext uri="{FF2B5EF4-FFF2-40B4-BE49-F238E27FC236}">
                      <a16:creationId xmlns:a16="http://schemas.microsoft.com/office/drawing/2014/main" id="{88608506-1022-0E51-1028-6C4BA74A6D83}"/>
                    </a:ext>
                  </a:extLst>
                </p14:cNvPr>
                <p14:cNvContentPartPr/>
                <p14:nvPr/>
              </p14:nvContentPartPr>
              <p14:xfrm>
                <a:off x="10176998" y="2501423"/>
                <a:ext cx="34200" cy="142200"/>
              </p14:xfrm>
            </p:contentPart>
          </mc:Choice>
          <mc:Fallback xmlns="">
            <p:pic>
              <p:nvPicPr>
                <p:cNvPr id="167" name="Ink 166">
                  <a:extLst>
                    <a:ext uri="{FF2B5EF4-FFF2-40B4-BE49-F238E27FC236}">
                      <a16:creationId xmlns:a16="http://schemas.microsoft.com/office/drawing/2014/main" id="{88608506-1022-0E51-1028-6C4BA74A6D83}"/>
                    </a:ext>
                  </a:extLst>
                </p:cNvPr>
                <p:cNvPicPr/>
                <p:nvPr/>
              </p:nvPicPr>
              <p:blipFill>
                <a:blip r:embed="rId189"/>
                <a:stretch>
                  <a:fillRect/>
                </a:stretch>
              </p:blipFill>
              <p:spPr>
                <a:xfrm>
                  <a:off x="10168358" y="2492423"/>
                  <a:ext cx="5184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68" name="Ink 167">
                  <a:extLst>
                    <a:ext uri="{FF2B5EF4-FFF2-40B4-BE49-F238E27FC236}">
                      <a16:creationId xmlns:a16="http://schemas.microsoft.com/office/drawing/2014/main" id="{DF2AEE37-2259-747A-CD50-B06C4CBDFBFC}"/>
                    </a:ext>
                  </a:extLst>
                </p14:cNvPr>
                <p14:cNvContentPartPr/>
                <p14:nvPr/>
              </p14:nvContentPartPr>
              <p14:xfrm>
                <a:off x="10233518" y="2394143"/>
                <a:ext cx="360" cy="48600"/>
              </p14:xfrm>
            </p:contentPart>
          </mc:Choice>
          <mc:Fallback xmlns="">
            <p:pic>
              <p:nvPicPr>
                <p:cNvPr id="168" name="Ink 167">
                  <a:extLst>
                    <a:ext uri="{FF2B5EF4-FFF2-40B4-BE49-F238E27FC236}">
                      <a16:creationId xmlns:a16="http://schemas.microsoft.com/office/drawing/2014/main" id="{DF2AEE37-2259-747A-CD50-B06C4CBDFBFC}"/>
                    </a:ext>
                  </a:extLst>
                </p:cNvPr>
                <p:cNvPicPr/>
                <p:nvPr/>
              </p:nvPicPr>
              <p:blipFill>
                <a:blip r:embed="rId191"/>
                <a:stretch>
                  <a:fillRect/>
                </a:stretch>
              </p:blipFill>
              <p:spPr>
                <a:xfrm>
                  <a:off x="10224878" y="2385503"/>
                  <a:ext cx="1800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69" name="Ink 168">
                  <a:extLst>
                    <a:ext uri="{FF2B5EF4-FFF2-40B4-BE49-F238E27FC236}">
                      <a16:creationId xmlns:a16="http://schemas.microsoft.com/office/drawing/2014/main" id="{03ABC2F1-A61F-EC78-7CF5-6A0E9CBD29ED}"/>
                    </a:ext>
                  </a:extLst>
                </p14:cNvPr>
                <p14:cNvContentPartPr/>
                <p14:nvPr/>
              </p14:nvContentPartPr>
              <p14:xfrm>
                <a:off x="10334318" y="2560823"/>
                <a:ext cx="127440" cy="13320"/>
              </p14:xfrm>
            </p:contentPart>
          </mc:Choice>
          <mc:Fallback xmlns="">
            <p:pic>
              <p:nvPicPr>
                <p:cNvPr id="169" name="Ink 168">
                  <a:extLst>
                    <a:ext uri="{FF2B5EF4-FFF2-40B4-BE49-F238E27FC236}">
                      <a16:creationId xmlns:a16="http://schemas.microsoft.com/office/drawing/2014/main" id="{03ABC2F1-A61F-EC78-7CF5-6A0E9CBD29ED}"/>
                    </a:ext>
                  </a:extLst>
                </p:cNvPr>
                <p:cNvPicPr/>
                <p:nvPr/>
              </p:nvPicPr>
              <p:blipFill>
                <a:blip r:embed="rId193"/>
                <a:stretch>
                  <a:fillRect/>
                </a:stretch>
              </p:blipFill>
              <p:spPr>
                <a:xfrm>
                  <a:off x="10325318" y="2552183"/>
                  <a:ext cx="14508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0" name="Ink 169">
                  <a:extLst>
                    <a:ext uri="{FF2B5EF4-FFF2-40B4-BE49-F238E27FC236}">
                      <a16:creationId xmlns:a16="http://schemas.microsoft.com/office/drawing/2014/main" id="{E1F217FD-8D19-4D74-6226-0BDCBA9FF1C7}"/>
                    </a:ext>
                  </a:extLst>
                </p14:cNvPr>
                <p14:cNvContentPartPr/>
                <p14:nvPr/>
              </p14:nvContentPartPr>
              <p14:xfrm>
                <a:off x="10567958" y="2417183"/>
                <a:ext cx="649440" cy="239400"/>
              </p14:xfrm>
            </p:contentPart>
          </mc:Choice>
          <mc:Fallback xmlns="">
            <p:pic>
              <p:nvPicPr>
                <p:cNvPr id="170" name="Ink 169">
                  <a:extLst>
                    <a:ext uri="{FF2B5EF4-FFF2-40B4-BE49-F238E27FC236}">
                      <a16:creationId xmlns:a16="http://schemas.microsoft.com/office/drawing/2014/main" id="{E1F217FD-8D19-4D74-6226-0BDCBA9FF1C7}"/>
                    </a:ext>
                  </a:extLst>
                </p:cNvPr>
                <p:cNvPicPr/>
                <p:nvPr/>
              </p:nvPicPr>
              <p:blipFill>
                <a:blip r:embed="rId195"/>
                <a:stretch>
                  <a:fillRect/>
                </a:stretch>
              </p:blipFill>
              <p:spPr>
                <a:xfrm>
                  <a:off x="10558958" y="2408543"/>
                  <a:ext cx="667080"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1" name="Ink 170">
                  <a:extLst>
                    <a:ext uri="{FF2B5EF4-FFF2-40B4-BE49-F238E27FC236}">
                      <a16:creationId xmlns:a16="http://schemas.microsoft.com/office/drawing/2014/main" id="{3AA5CD40-9B48-2830-D12E-65D889D06094}"/>
                    </a:ext>
                  </a:extLst>
                </p14:cNvPr>
                <p14:cNvContentPartPr/>
                <p14:nvPr/>
              </p14:nvContentPartPr>
              <p14:xfrm>
                <a:off x="11193278" y="2523383"/>
                <a:ext cx="242280" cy="108360"/>
              </p14:xfrm>
            </p:contentPart>
          </mc:Choice>
          <mc:Fallback xmlns="">
            <p:pic>
              <p:nvPicPr>
                <p:cNvPr id="171" name="Ink 170">
                  <a:extLst>
                    <a:ext uri="{FF2B5EF4-FFF2-40B4-BE49-F238E27FC236}">
                      <a16:creationId xmlns:a16="http://schemas.microsoft.com/office/drawing/2014/main" id="{3AA5CD40-9B48-2830-D12E-65D889D06094}"/>
                    </a:ext>
                  </a:extLst>
                </p:cNvPr>
                <p:cNvPicPr/>
                <p:nvPr/>
              </p:nvPicPr>
              <p:blipFill>
                <a:blip r:embed="rId197"/>
                <a:stretch>
                  <a:fillRect/>
                </a:stretch>
              </p:blipFill>
              <p:spPr>
                <a:xfrm>
                  <a:off x="11184638" y="2514743"/>
                  <a:ext cx="25992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2" name="Ink 171">
                  <a:extLst>
                    <a:ext uri="{FF2B5EF4-FFF2-40B4-BE49-F238E27FC236}">
                      <a16:creationId xmlns:a16="http://schemas.microsoft.com/office/drawing/2014/main" id="{81BF9B1D-8061-37D2-B752-E422488CC45A}"/>
                    </a:ext>
                  </a:extLst>
                </p14:cNvPr>
                <p14:cNvContentPartPr/>
                <p14:nvPr/>
              </p14:nvContentPartPr>
              <p14:xfrm>
                <a:off x="11437358" y="2395943"/>
                <a:ext cx="36720" cy="24120"/>
              </p14:xfrm>
            </p:contentPart>
          </mc:Choice>
          <mc:Fallback xmlns="">
            <p:pic>
              <p:nvPicPr>
                <p:cNvPr id="172" name="Ink 171">
                  <a:extLst>
                    <a:ext uri="{FF2B5EF4-FFF2-40B4-BE49-F238E27FC236}">
                      <a16:creationId xmlns:a16="http://schemas.microsoft.com/office/drawing/2014/main" id="{81BF9B1D-8061-37D2-B752-E422488CC45A}"/>
                    </a:ext>
                  </a:extLst>
                </p:cNvPr>
                <p:cNvPicPr/>
                <p:nvPr/>
              </p:nvPicPr>
              <p:blipFill>
                <a:blip r:embed="rId199"/>
                <a:stretch>
                  <a:fillRect/>
                </a:stretch>
              </p:blipFill>
              <p:spPr>
                <a:xfrm>
                  <a:off x="11428358" y="2386943"/>
                  <a:ext cx="5436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73" name="Ink 172">
                  <a:extLst>
                    <a:ext uri="{FF2B5EF4-FFF2-40B4-BE49-F238E27FC236}">
                      <a16:creationId xmlns:a16="http://schemas.microsoft.com/office/drawing/2014/main" id="{B8EBCA6D-A712-8E13-5335-BA57919EAFA9}"/>
                    </a:ext>
                  </a:extLst>
                </p14:cNvPr>
                <p14:cNvContentPartPr/>
                <p14:nvPr/>
              </p14:nvContentPartPr>
              <p14:xfrm>
                <a:off x="11498198" y="2530223"/>
                <a:ext cx="122760" cy="145080"/>
              </p14:xfrm>
            </p:contentPart>
          </mc:Choice>
          <mc:Fallback xmlns="">
            <p:pic>
              <p:nvPicPr>
                <p:cNvPr id="173" name="Ink 172">
                  <a:extLst>
                    <a:ext uri="{FF2B5EF4-FFF2-40B4-BE49-F238E27FC236}">
                      <a16:creationId xmlns:a16="http://schemas.microsoft.com/office/drawing/2014/main" id="{B8EBCA6D-A712-8E13-5335-BA57919EAFA9}"/>
                    </a:ext>
                  </a:extLst>
                </p:cNvPr>
                <p:cNvPicPr/>
                <p:nvPr/>
              </p:nvPicPr>
              <p:blipFill>
                <a:blip r:embed="rId201"/>
                <a:stretch>
                  <a:fillRect/>
                </a:stretch>
              </p:blipFill>
              <p:spPr>
                <a:xfrm>
                  <a:off x="11489198" y="2521223"/>
                  <a:ext cx="140400" cy="16272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74" name="Ink 173">
                  <a:extLst>
                    <a:ext uri="{FF2B5EF4-FFF2-40B4-BE49-F238E27FC236}">
                      <a16:creationId xmlns:a16="http://schemas.microsoft.com/office/drawing/2014/main" id="{492BC075-10B3-17C7-8EC7-11C5CE52783D}"/>
                    </a:ext>
                  </a:extLst>
                </p14:cNvPr>
                <p14:cNvContentPartPr/>
                <p14:nvPr/>
              </p14:nvContentPartPr>
              <p14:xfrm>
                <a:off x="11670638" y="2545343"/>
                <a:ext cx="55080" cy="127080"/>
              </p14:xfrm>
            </p:contentPart>
          </mc:Choice>
          <mc:Fallback xmlns="">
            <p:pic>
              <p:nvPicPr>
                <p:cNvPr id="174" name="Ink 173">
                  <a:extLst>
                    <a:ext uri="{FF2B5EF4-FFF2-40B4-BE49-F238E27FC236}">
                      <a16:creationId xmlns:a16="http://schemas.microsoft.com/office/drawing/2014/main" id="{492BC075-10B3-17C7-8EC7-11C5CE52783D}"/>
                    </a:ext>
                  </a:extLst>
                </p:cNvPr>
                <p:cNvPicPr/>
                <p:nvPr/>
              </p:nvPicPr>
              <p:blipFill>
                <a:blip r:embed="rId203"/>
                <a:stretch>
                  <a:fillRect/>
                </a:stretch>
              </p:blipFill>
              <p:spPr>
                <a:xfrm>
                  <a:off x="11661998" y="2536703"/>
                  <a:ext cx="72720" cy="14472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75" name="Ink 174">
                  <a:extLst>
                    <a:ext uri="{FF2B5EF4-FFF2-40B4-BE49-F238E27FC236}">
                      <a16:creationId xmlns:a16="http://schemas.microsoft.com/office/drawing/2014/main" id="{06ABCAC3-4323-7A3D-F3D5-53D958D6A572}"/>
                    </a:ext>
                  </a:extLst>
                </p14:cNvPr>
                <p14:cNvContentPartPr/>
                <p14:nvPr/>
              </p14:nvContentPartPr>
              <p14:xfrm>
                <a:off x="11811038" y="2464703"/>
                <a:ext cx="138960" cy="199080"/>
              </p14:xfrm>
            </p:contentPart>
          </mc:Choice>
          <mc:Fallback xmlns="">
            <p:pic>
              <p:nvPicPr>
                <p:cNvPr id="175" name="Ink 174">
                  <a:extLst>
                    <a:ext uri="{FF2B5EF4-FFF2-40B4-BE49-F238E27FC236}">
                      <a16:creationId xmlns:a16="http://schemas.microsoft.com/office/drawing/2014/main" id="{06ABCAC3-4323-7A3D-F3D5-53D958D6A572}"/>
                    </a:ext>
                  </a:extLst>
                </p:cNvPr>
                <p:cNvPicPr/>
                <p:nvPr/>
              </p:nvPicPr>
              <p:blipFill>
                <a:blip r:embed="rId205"/>
                <a:stretch>
                  <a:fillRect/>
                </a:stretch>
              </p:blipFill>
              <p:spPr>
                <a:xfrm>
                  <a:off x="11802038" y="2456063"/>
                  <a:ext cx="1566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9" name="Ink 18">
                  <a:extLst>
                    <a:ext uri="{FF2B5EF4-FFF2-40B4-BE49-F238E27FC236}">
                      <a16:creationId xmlns:a16="http://schemas.microsoft.com/office/drawing/2014/main" id="{13BD3D29-68D4-D665-0CF3-23DE56973633}"/>
                    </a:ext>
                  </a:extLst>
                </p14:cNvPr>
                <p14:cNvContentPartPr/>
                <p14:nvPr/>
              </p14:nvContentPartPr>
              <p14:xfrm>
                <a:off x="945878" y="4249223"/>
                <a:ext cx="534240" cy="497880"/>
              </p14:xfrm>
            </p:contentPart>
          </mc:Choice>
          <mc:Fallback xmlns="">
            <p:pic>
              <p:nvPicPr>
                <p:cNvPr id="19" name="Ink 18">
                  <a:extLst>
                    <a:ext uri="{FF2B5EF4-FFF2-40B4-BE49-F238E27FC236}">
                      <a16:creationId xmlns:a16="http://schemas.microsoft.com/office/drawing/2014/main" id="{13BD3D29-68D4-D665-0CF3-23DE56973633}"/>
                    </a:ext>
                  </a:extLst>
                </p:cNvPr>
                <p:cNvPicPr/>
                <p:nvPr/>
              </p:nvPicPr>
              <p:blipFill>
                <a:blip r:embed="rId207"/>
                <a:stretch>
                  <a:fillRect/>
                </a:stretch>
              </p:blipFill>
              <p:spPr>
                <a:xfrm>
                  <a:off x="936878" y="4240583"/>
                  <a:ext cx="551880" cy="51552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0" name="Ink 19">
                  <a:extLst>
                    <a:ext uri="{FF2B5EF4-FFF2-40B4-BE49-F238E27FC236}">
                      <a16:creationId xmlns:a16="http://schemas.microsoft.com/office/drawing/2014/main" id="{4EE63368-BAAF-F4B7-19E8-9D7527408B07}"/>
                    </a:ext>
                  </a:extLst>
                </p14:cNvPr>
                <p14:cNvContentPartPr/>
                <p14:nvPr/>
              </p14:nvContentPartPr>
              <p14:xfrm>
                <a:off x="979358" y="4728383"/>
                <a:ext cx="417600" cy="339480"/>
              </p14:xfrm>
            </p:contentPart>
          </mc:Choice>
          <mc:Fallback xmlns="">
            <p:pic>
              <p:nvPicPr>
                <p:cNvPr id="20" name="Ink 19">
                  <a:extLst>
                    <a:ext uri="{FF2B5EF4-FFF2-40B4-BE49-F238E27FC236}">
                      <a16:creationId xmlns:a16="http://schemas.microsoft.com/office/drawing/2014/main" id="{4EE63368-BAAF-F4B7-19E8-9D7527408B07}"/>
                    </a:ext>
                  </a:extLst>
                </p:cNvPr>
                <p:cNvPicPr/>
                <p:nvPr/>
              </p:nvPicPr>
              <p:blipFill>
                <a:blip r:embed="rId209"/>
                <a:stretch>
                  <a:fillRect/>
                </a:stretch>
              </p:blipFill>
              <p:spPr>
                <a:xfrm>
                  <a:off x="970358" y="4719383"/>
                  <a:ext cx="435240" cy="3571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 name="Ink 20">
                  <a:extLst>
                    <a:ext uri="{FF2B5EF4-FFF2-40B4-BE49-F238E27FC236}">
                      <a16:creationId xmlns:a16="http://schemas.microsoft.com/office/drawing/2014/main" id="{946259C8-009C-591B-4AE3-839DAC568B49}"/>
                    </a:ext>
                  </a:extLst>
                </p14:cNvPr>
                <p14:cNvContentPartPr/>
                <p14:nvPr/>
              </p14:nvContentPartPr>
              <p14:xfrm>
                <a:off x="1095638" y="4599503"/>
                <a:ext cx="173880" cy="83880"/>
              </p14:xfrm>
            </p:contentPart>
          </mc:Choice>
          <mc:Fallback xmlns="">
            <p:pic>
              <p:nvPicPr>
                <p:cNvPr id="21" name="Ink 20">
                  <a:extLst>
                    <a:ext uri="{FF2B5EF4-FFF2-40B4-BE49-F238E27FC236}">
                      <a16:creationId xmlns:a16="http://schemas.microsoft.com/office/drawing/2014/main" id="{946259C8-009C-591B-4AE3-839DAC568B49}"/>
                    </a:ext>
                  </a:extLst>
                </p:cNvPr>
                <p:cNvPicPr/>
                <p:nvPr/>
              </p:nvPicPr>
              <p:blipFill>
                <a:blip r:embed="rId211"/>
                <a:stretch>
                  <a:fillRect/>
                </a:stretch>
              </p:blipFill>
              <p:spPr>
                <a:xfrm>
                  <a:off x="1086998" y="4590863"/>
                  <a:ext cx="191520" cy="1015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2" name="Ink 21">
                  <a:extLst>
                    <a:ext uri="{FF2B5EF4-FFF2-40B4-BE49-F238E27FC236}">
                      <a16:creationId xmlns:a16="http://schemas.microsoft.com/office/drawing/2014/main" id="{18A94417-C288-2C51-8C35-883B57F79F86}"/>
                    </a:ext>
                  </a:extLst>
                </p14:cNvPr>
                <p14:cNvContentPartPr/>
                <p14:nvPr/>
              </p14:nvContentPartPr>
              <p14:xfrm>
                <a:off x="1133438" y="4503023"/>
                <a:ext cx="360" cy="360"/>
              </p14:xfrm>
            </p:contentPart>
          </mc:Choice>
          <mc:Fallback xmlns="">
            <p:pic>
              <p:nvPicPr>
                <p:cNvPr id="22" name="Ink 21">
                  <a:extLst>
                    <a:ext uri="{FF2B5EF4-FFF2-40B4-BE49-F238E27FC236}">
                      <a16:creationId xmlns:a16="http://schemas.microsoft.com/office/drawing/2014/main" id="{18A94417-C288-2C51-8C35-883B57F79F86}"/>
                    </a:ext>
                  </a:extLst>
                </p:cNvPr>
                <p:cNvPicPr/>
                <p:nvPr/>
              </p:nvPicPr>
              <p:blipFill>
                <a:blip r:embed="rId117"/>
                <a:stretch>
                  <a:fillRect/>
                </a:stretch>
              </p:blipFill>
              <p:spPr>
                <a:xfrm>
                  <a:off x="1124798" y="4494023"/>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213">
              <p14:nvContentPartPr>
                <p14:cNvPr id="23" name="Ink 22">
                  <a:extLst>
                    <a:ext uri="{FF2B5EF4-FFF2-40B4-BE49-F238E27FC236}">
                      <a16:creationId xmlns:a16="http://schemas.microsoft.com/office/drawing/2014/main" id="{69DEBFC8-EE89-FB7D-503A-540382A657BA}"/>
                    </a:ext>
                  </a:extLst>
                </p14:cNvPr>
                <p14:cNvContentPartPr/>
                <p14:nvPr/>
              </p14:nvContentPartPr>
              <p14:xfrm>
                <a:off x="1277438" y="4496903"/>
                <a:ext cx="1440" cy="360"/>
              </p14:xfrm>
            </p:contentPart>
          </mc:Choice>
          <mc:Fallback xmlns="">
            <p:pic>
              <p:nvPicPr>
                <p:cNvPr id="23" name="Ink 22">
                  <a:extLst>
                    <a:ext uri="{FF2B5EF4-FFF2-40B4-BE49-F238E27FC236}">
                      <a16:creationId xmlns:a16="http://schemas.microsoft.com/office/drawing/2014/main" id="{69DEBFC8-EE89-FB7D-503A-540382A657BA}"/>
                    </a:ext>
                  </a:extLst>
                </p:cNvPr>
                <p:cNvPicPr/>
                <p:nvPr/>
              </p:nvPicPr>
              <p:blipFill>
                <a:blip r:embed="rId117"/>
                <a:stretch>
                  <a:fillRect/>
                </a:stretch>
              </p:blipFill>
              <p:spPr>
                <a:xfrm>
                  <a:off x="1268798" y="4487903"/>
                  <a:ext cx="190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4" name="Ink 23">
                  <a:extLst>
                    <a:ext uri="{FF2B5EF4-FFF2-40B4-BE49-F238E27FC236}">
                      <a16:creationId xmlns:a16="http://schemas.microsoft.com/office/drawing/2014/main" id="{A330D08B-4161-ED1E-E5C5-21F69310EBC4}"/>
                    </a:ext>
                  </a:extLst>
                </p14:cNvPr>
                <p14:cNvContentPartPr/>
                <p14:nvPr/>
              </p14:nvContentPartPr>
              <p14:xfrm>
                <a:off x="901598" y="4279103"/>
                <a:ext cx="207000" cy="117720"/>
              </p14:xfrm>
            </p:contentPart>
          </mc:Choice>
          <mc:Fallback xmlns="">
            <p:pic>
              <p:nvPicPr>
                <p:cNvPr id="24" name="Ink 23">
                  <a:extLst>
                    <a:ext uri="{FF2B5EF4-FFF2-40B4-BE49-F238E27FC236}">
                      <a16:creationId xmlns:a16="http://schemas.microsoft.com/office/drawing/2014/main" id="{A330D08B-4161-ED1E-E5C5-21F69310EBC4}"/>
                    </a:ext>
                  </a:extLst>
                </p:cNvPr>
                <p:cNvPicPr/>
                <p:nvPr/>
              </p:nvPicPr>
              <p:blipFill>
                <a:blip r:embed="rId215"/>
                <a:stretch>
                  <a:fillRect/>
                </a:stretch>
              </p:blipFill>
              <p:spPr>
                <a:xfrm>
                  <a:off x="892598" y="4270463"/>
                  <a:ext cx="224640" cy="1353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5" name="Ink 24">
                  <a:extLst>
                    <a:ext uri="{FF2B5EF4-FFF2-40B4-BE49-F238E27FC236}">
                      <a16:creationId xmlns:a16="http://schemas.microsoft.com/office/drawing/2014/main" id="{3AF73BBA-C472-12EA-DEF3-EE22E8620A01}"/>
                    </a:ext>
                  </a:extLst>
                </p14:cNvPr>
                <p14:cNvContentPartPr/>
                <p14:nvPr/>
              </p14:nvContentPartPr>
              <p14:xfrm>
                <a:off x="873158" y="4161023"/>
                <a:ext cx="235440" cy="97920"/>
              </p14:xfrm>
            </p:contentPart>
          </mc:Choice>
          <mc:Fallback xmlns="">
            <p:pic>
              <p:nvPicPr>
                <p:cNvPr id="25" name="Ink 24">
                  <a:extLst>
                    <a:ext uri="{FF2B5EF4-FFF2-40B4-BE49-F238E27FC236}">
                      <a16:creationId xmlns:a16="http://schemas.microsoft.com/office/drawing/2014/main" id="{3AF73BBA-C472-12EA-DEF3-EE22E8620A01}"/>
                    </a:ext>
                  </a:extLst>
                </p:cNvPr>
                <p:cNvPicPr/>
                <p:nvPr/>
              </p:nvPicPr>
              <p:blipFill>
                <a:blip r:embed="rId217"/>
                <a:stretch>
                  <a:fillRect/>
                </a:stretch>
              </p:blipFill>
              <p:spPr>
                <a:xfrm>
                  <a:off x="864158" y="4152383"/>
                  <a:ext cx="253080" cy="11556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6" name="Ink 25">
                  <a:extLst>
                    <a:ext uri="{FF2B5EF4-FFF2-40B4-BE49-F238E27FC236}">
                      <a16:creationId xmlns:a16="http://schemas.microsoft.com/office/drawing/2014/main" id="{FB778CEC-9EA4-D7BC-DBD9-CDDB3D098602}"/>
                    </a:ext>
                  </a:extLst>
                </p14:cNvPr>
                <p14:cNvContentPartPr/>
                <p14:nvPr/>
              </p14:nvContentPartPr>
              <p14:xfrm>
                <a:off x="1098518" y="4065623"/>
                <a:ext cx="85320" cy="181080"/>
              </p14:xfrm>
            </p:contentPart>
          </mc:Choice>
          <mc:Fallback xmlns="">
            <p:pic>
              <p:nvPicPr>
                <p:cNvPr id="26" name="Ink 25">
                  <a:extLst>
                    <a:ext uri="{FF2B5EF4-FFF2-40B4-BE49-F238E27FC236}">
                      <a16:creationId xmlns:a16="http://schemas.microsoft.com/office/drawing/2014/main" id="{FB778CEC-9EA4-D7BC-DBD9-CDDB3D098602}"/>
                    </a:ext>
                  </a:extLst>
                </p:cNvPr>
                <p:cNvPicPr/>
                <p:nvPr/>
              </p:nvPicPr>
              <p:blipFill>
                <a:blip r:embed="rId219"/>
                <a:stretch>
                  <a:fillRect/>
                </a:stretch>
              </p:blipFill>
              <p:spPr>
                <a:xfrm>
                  <a:off x="1089518" y="4056623"/>
                  <a:ext cx="10296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7" name="Ink 26">
                  <a:extLst>
                    <a:ext uri="{FF2B5EF4-FFF2-40B4-BE49-F238E27FC236}">
                      <a16:creationId xmlns:a16="http://schemas.microsoft.com/office/drawing/2014/main" id="{E906D502-1CB5-1FA8-22DE-662784545377}"/>
                    </a:ext>
                  </a:extLst>
                </p14:cNvPr>
                <p14:cNvContentPartPr/>
                <p14:nvPr/>
              </p14:nvContentPartPr>
              <p14:xfrm>
                <a:off x="1153958" y="4078223"/>
                <a:ext cx="74160" cy="155880"/>
              </p14:xfrm>
            </p:contentPart>
          </mc:Choice>
          <mc:Fallback xmlns="">
            <p:pic>
              <p:nvPicPr>
                <p:cNvPr id="27" name="Ink 26">
                  <a:extLst>
                    <a:ext uri="{FF2B5EF4-FFF2-40B4-BE49-F238E27FC236}">
                      <a16:creationId xmlns:a16="http://schemas.microsoft.com/office/drawing/2014/main" id="{E906D502-1CB5-1FA8-22DE-662784545377}"/>
                    </a:ext>
                  </a:extLst>
                </p:cNvPr>
                <p:cNvPicPr/>
                <p:nvPr/>
              </p:nvPicPr>
              <p:blipFill>
                <a:blip r:embed="rId221"/>
                <a:stretch>
                  <a:fillRect/>
                </a:stretch>
              </p:blipFill>
              <p:spPr>
                <a:xfrm>
                  <a:off x="1144958" y="4069223"/>
                  <a:ext cx="91800" cy="17352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28" name="Ink 27">
                  <a:extLst>
                    <a:ext uri="{FF2B5EF4-FFF2-40B4-BE49-F238E27FC236}">
                      <a16:creationId xmlns:a16="http://schemas.microsoft.com/office/drawing/2014/main" id="{64D86DCE-A61C-20DC-ED0A-F483D1999CC4}"/>
                    </a:ext>
                  </a:extLst>
                </p14:cNvPr>
                <p14:cNvContentPartPr/>
                <p14:nvPr/>
              </p14:nvContentPartPr>
              <p14:xfrm>
                <a:off x="1274198" y="3967703"/>
                <a:ext cx="72720" cy="241200"/>
              </p14:xfrm>
            </p:contentPart>
          </mc:Choice>
          <mc:Fallback xmlns="">
            <p:pic>
              <p:nvPicPr>
                <p:cNvPr id="28" name="Ink 27">
                  <a:extLst>
                    <a:ext uri="{FF2B5EF4-FFF2-40B4-BE49-F238E27FC236}">
                      <a16:creationId xmlns:a16="http://schemas.microsoft.com/office/drawing/2014/main" id="{64D86DCE-A61C-20DC-ED0A-F483D1999CC4}"/>
                    </a:ext>
                  </a:extLst>
                </p:cNvPr>
                <p:cNvPicPr/>
                <p:nvPr/>
              </p:nvPicPr>
              <p:blipFill>
                <a:blip r:embed="rId223"/>
                <a:stretch>
                  <a:fillRect/>
                </a:stretch>
              </p:blipFill>
              <p:spPr>
                <a:xfrm>
                  <a:off x="1265198" y="3958703"/>
                  <a:ext cx="90360" cy="25884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29" name="Ink 28">
                  <a:extLst>
                    <a:ext uri="{FF2B5EF4-FFF2-40B4-BE49-F238E27FC236}">
                      <a16:creationId xmlns:a16="http://schemas.microsoft.com/office/drawing/2014/main" id="{39CEE1E6-2CFE-8A6D-FA46-1EDA4C864313}"/>
                    </a:ext>
                  </a:extLst>
                </p14:cNvPr>
                <p14:cNvContentPartPr/>
                <p14:nvPr/>
              </p14:nvContentPartPr>
              <p14:xfrm>
                <a:off x="1284998" y="3953663"/>
                <a:ext cx="73800" cy="267480"/>
              </p14:xfrm>
            </p:contentPart>
          </mc:Choice>
          <mc:Fallback xmlns="">
            <p:pic>
              <p:nvPicPr>
                <p:cNvPr id="29" name="Ink 28">
                  <a:extLst>
                    <a:ext uri="{FF2B5EF4-FFF2-40B4-BE49-F238E27FC236}">
                      <a16:creationId xmlns:a16="http://schemas.microsoft.com/office/drawing/2014/main" id="{39CEE1E6-2CFE-8A6D-FA46-1EDA4C864313}"/>
                    </a:ext>
                  </a:extLst>
                </p:cNvPr>
                <p:cNvPicPr/>
                <p:nvPr/>
              </p:nvPicPr>
              <p:blipFill>
                <a:blip r:embed="rId225"/>
                <a:stretch>
                  <a:fillRect/>
                </a:stretch>
              </p:blipFill>
              <p:spPr>
                <a:xfrm>
                  <a:off x="1275998" y="3945023"/>
                  <a:ext cx="91440" cy="285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30" name="Ink 29">
                  <a:extLst>
                    <a:ext uri="{FF2B5EF4-FFF2-40B4-BE49-F238E27FC236}">
                      <a16:creationId xmlns:a16="http://schemas.microsoft.com/office/drawing/2014/main" id="{80AC7EA4-18D2-74A5-88A3-6C4663EF6A7C}"/>
                    </a:ext>
                  </a:extLst>
                </p14:cNvPr>
                <p14:cNvContentPartPr/>
                <p14:nvPr/>
              </p14:nvContentPartPr>
              <p14:xfrm>
                <a:off x="1167638" y="3977783"/>
                <a:ext cx="166320" cy="218880"/>
              </p14:xfrm>
            </p:contentPart>
          </mc:Choice>
          <mc:Fallback xmlns="">
            <p:pic>
              <p:nvPicPr>
                <p:cNvPr id="30" name="Ink 29">
                  <a:extLst>
                    <a:ext uri="{FF2B5EF4-FFF2-40B4-BE49-F238E27FC236}">
                      <a16:creationId xmlns:a16="http://schemas.microsoft.com/office/drawing/2014/main" id="{80AC7EA4-18D2-74A5-88A3-6C4663EF6A7C}"/>
                    </a:ext>
                  </a:extLst>
                </p:cNvPr>
                <p:cNvPicPr/>
                <p:nvPr/>
              </p:nvPicPr>
              <p:blipFill>
                <a:blip r:embed="rId227"/>
                <a:stretch>
                  <a:fillRect/>
                </a:stretch>
              </p:blipFill>
              <p:spPr>
                <a:xfrm>
                  <a:off x="1158998" y="3968783"/>
                  <a:ext cx="18396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31" name="Ink 30">
                  <a:extLst>
                    <a:ext uri="{FF2B5EF4-FFF2-40B4-BE49-F238E27FC236}">
                      <a16:creationId xmlns:a16="http://schemas.microsoft.com/office/drawing/2014/main" id="{66FE125F-523A-C506-9610-43CFDE76C194}"/>
                    </a:ext>
                  </a:extLst>
                </p14:cNvPr>
                <p14:cNvContentPartPr/>
                <p14:nvPr/>
              </p14:nvContentPartPr>
              <p14:xfrm>
                <a:off x="1088798" y="4104503"/>
                <a:ext cx="132480" cy="60480"/>
              </p14:xfrm>
            </p:contentPart>
          </mc:Choice>
          <mc:Fallback xmlns="">
            <p:pic>
              <p:nvPicPr>
                <p:cNvPr id="31" name="Ink 30">
                  <a:extLst>
                    <a:ext uri="{FF2B5EF4-FFF2-40B4-BE49-F238E27FC236}">
                      <a16:creationId xmlns:a16="http://schemas.microsoft.com/office/drawing/2014/main" id="{66FE125F-523A-C506-9610-43CFDE76C194}"/>
                    </a:ext>
                  </a:extLst>
                </p:cNvPr>
                <p:cNvPicPr/>
                <p:nvPr/>
              </p:nvPicPr>
              <p:blipFill>
                <a:blip r:embed="rId229"/>
                <a:stretch>
                  <a:fillRect/>
                </a:stretch>
              </p:blipFill>
              <p:spPr>
                <a:xfrm>
                  <a:off x="1080158" y="4095503"/>
                  <a:ext cx="15012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32" name="Ink 31">
                  <a:extLst>
                    <a:ext uri="{FF2B5EF4-FFF2-40B4-BE49-F238E27FC236}">
                      <a16:creationId xmlns:a16="http://schemas.microsoft.com/office/drawing/2014/main" id="{6E0E375F-644D-28BE-C965-F415BEAB2727}"/>
                    </a:ext>
                  </a:extLst>
                </p14:cNvPr>
                <p14:cNvContentPartPr/>
                <p14:nvPr/>
              </p14:nvContentPartPr>
              <p14:xfrm>
                <a:off x="783158" y="4071743"/>
                <a:ext cx="507240" cy="364680"/>
              </p14:xfrm>
            </p:contentPart>
          </mc:Choice>
          <mc:Fallback xmlns="">
            <p:pic>
              <p:nvPicPr>
                <p:cNvPr id="32" name="Ink 31">
                  <a:extLst>
                    <a:ext uri="{FF2B5EF4-FFF2-40B4-BE49-F238E27FC236}">
                      <a16:creationId xmlns:a16="http://schemas.microsoft.com/office/drawing/2014/main" id="{6E0E375F-644D-28BE-C965-F415BEAB2727}"/>
                    </a:ext>
                  </a:extLst>
                </p:cNvPr>
                <p:cNvPicPr/>
                <p:nvPr/>
              </p:nvPicPr>
              <p:blipFill>
                <a:blip r:embed="rId231"/>
                <a:stretch>
                  <a:fillRect/>
                </a:stretch>
              </p:blipFill>
              <p:spPr>
                <a:xfrm>
                  <a:off x="774158" y="4062743"/>
                  <a:ext cx="52488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33" name="Ink 32">
                  <a:extLst>
                    <a:ext uri="{FF2B5EF4-FFF2-40B4-BE49-F238E27FC236}">
                      <a16:creationId xmlns:a16="http://schemas.microsoft.com/office/drawing/2014/main" id="{E83E0FC2-A2F3-5A90-B2BE-05C69FBD3EDE}"/>
                    </a:ext>
                  </a:extLst>
                </p14:cNvPr>
                <p14:cNvContentPartPr/>
                <p14:nvPr/>
              </p14:nvContentPartPr>
              <p14:xfrm>
                <a:off x="864158" y="4073183"/>
                <a:ext cx="388440" cy="469440"/>
              </p14:xfrm>
            </p:contentPart>
          </mc:Choice>
          <mc:Fallback xmlns="">
            <p:pic>
              <p:nvPicPr>
                <p:cNvPr id="33" name="Ink 32">
                  <a:extLst>
                    <a:ext uri="{FF2B5EF4-FFF2-40B4-BE49-F238E27FC236}">
                      <a16:creationId xmlns:a16="http://schemas.microsoft.com/office/drawing/2014/main" id="{E83E0FC2-A2F3-5A90-B2BE-05C69FBD3EDE}"/>
                    </a:ext>
                  </a:extLst>
                </p:cNvPr>
                <p:cNvPicPr/>
                <p:nvPr/>
              </p:nvPicPr>
              <p:blipFill>
                <a:blip r:embed="rId233"/>
                <a:stretch>
                  <a:fillRect/>
                </a:stretch>
              </p:blipFill>
              <p:spPr>
                <a:xfrm>
                  <a:off x="855518" y="4064183"/>
                  <a:ext cx="406080" cy="48708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34" name="Ink 33">
                  <a:extLst>
                    <a:ext uri="{FF2B5EF4-FFF2-40B4-BE49-F238E27FC236}">
                      <a16:creationId xmlns:a16="http://schemas.microsoft.com/office/drawing/2014/main" id="{BFB3FAD2-4913-DC6F-E808-A8FA18CFAA17}"/>
                    </a:ext>
                  </a:extLst>
                </p14:cNvPr>
                <p14:cNvContentPartPr/>
                <p14:nvPr/>
              </p14:nvContentPartPr>
              <p14:xfrm>
                <a:off x="844358" y="4070663"/>
                <a:ext cx="289440" cy="605160"/>
              </p14:xfrm>
            </p:contentPart>
          </mc:Choice>
          <mc:Fallback xmlns="">
            <p:pic>
              <p:nvPicPr>
                <p:cNvPr id="34" name="Ink 33">
                  <a:extLst>
                    <a:ext uri="{FF2B5EF4-FFF2-40B4-BE49-F238E27FC236}">
                      <a16:creationId xmlns:a16="http://schemas.microsoft.com/office/drawing/2014/main" id="{BFB3FAD2-4913-DC6F-E808-A8FA18CFAA17}"/>
                    </a:ext>
                  </a:extLst>
                </p:cNvPr>
                <p:cNvPicPr/>
                <p:nvPr/>
              </p:nvPicPr>
              <p:blipFill>
                <a:blip r:embed="rId235"/>
                <a:stretch>
                  <a:fillRect/>
                </a:stretch>
              </p:blipFill>
              <p:spPr>
                <a:xfrm>
                  <a:off x="835718" y="4062023"/>
                  <a:ext cx="307080" cy="62280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35" name="Ink 34">
                  <a:extLst>
                    <a:ext uri="{FF2B5EF4-FFF2-40B4-BE49-F238E27FC236}">
                      <a16:creationId xmlns:a16="http://schemas.microsoft.com/office/drawing/2014/main" id="{6E8A0252-8495-BA1C-2EF4-7657078F2E9B}"/>
                    </a:ext>
                  </a:extLst>
                </p14:cNvPr>
                <p14:cNvContentPartPr/>
                <p14:nvPr/>
              </p14:nvContentPartPr>
              <p14:xfrm>
                <a:off x="871358" y="4265063"/>
                <a:ext cx="62280" cy="415080"/>
              </p14:xfrm>
            </p:contentPart>
          </mc:Choice>
          <mc:Fallback xmlns="">
            <p:pic>
              <p:nvPicPr>
                <p:cNvPr id="35" name="Ink 34">
                  <a:extLst>
                    <a:ext uri="{FF2B5EF4-FFF2-40B4-BE49-F238E27FC236}">
                      <a16:creationId xmlns:a16="http://schemas.microsoft.com/office/drawing/2014/main" id="{6E8A0252-8495-BA1C-2EF4-7657078F2E9B}"/>
                    </a:ext>
                  </a:extLst>
                </p:cNvPr>
                <p:cNvPicPr/>
                <p:nvPr/>
              </p:nvPicPr>
              <p:blipFill>
                <a:blip r:embed="rId237"/>
                <a:stretch>
                  <a:fillRect/>
                </a:stretch>
              </p:blipFill>
              <p:spPr>
                <a:xfrm>
                  <a:off x="862718" y="4256063"/>
                  <a:ext cx="7992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37" name="Ink 36">
                  <a:extLst>
                    <a:ext uri="{FF2B5EF4-FFF2-40B4-BE49-F238E27FC236}">
                      <a16:creationId xmlns:a16="http://schemas.microsoft.com/office/drawing/2014/main" id="{5FDFDB4E-E052-9C5C-99C5-271DE4E6B854}"/>
                    </a:ext>
                  </a:extLst>
                </p14:cNvPr>
                <p14:cNvContentPartPr/>
                <p14:nvPr/>
              </p14:nvContentPartPr>
              <p14:xfrm>
                <a:off x="744638" y="5255783"/>
                <a:ext cx="194760" cy="186480"/>
              </p14:xfrm>
            </p:contentPart>
          </mc:Choice>
          <mc:Fallback xmlns="">
            <p:pic>
              <p:nvPicPr>
                <p:cNvPr id="37" name="Ink 36">
                  <a:extLst>
                    <a:ext uri="{FF2B5EF4-FFF2-40B4-BE49-F238E27FC236}">
                      <a16:creationId xmlns:a16="http://schemas.microsoft.com/office/drawing/2014/main" id="{5FDFDB4E-E052-9C5C-99C5-271DE4E6B854}"/>
                    </a:ext>
                  </a:extLst>
                </p:cNvPr>
                <p:cNvPicPr/>
                <p:nvPr/>
              </p:nvPicPr>
              <p:blipFill>
                <a:blip r:embed="rId239"/>
                <a:stretch>
                  <a:fillRect/>
                </a:stretch>
              </p:blipFill>
              <p:spPr>
                <a:xfrm>
                  <a:off x="735998" y="5246783"/>
                  <a:ext cx="21240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38" name="Ink 37">
                  <a:extLst>
                    <a:ext uri="{FF2B5EF4-FFF2-40B4-BE49-F238E27FC236}">
                      <a16:creationId xmlns:a16="http://schemas.microsoft.com/office/drawing/2014/main" id="{D7021E05-5984-8E5D-0922-F82212B8D212}"/>
                    </a:ext>
                  </a:extLst>
                </p14:cNvPr>
                <p14:cNvContentPartPr/>
                <p14:nvPr/>
              </p14:nvContentPartPr>
              <p14:xfrm>
                <a:off x="982958" y="5278823"/>
                <a:ext cx="138240" cy="122760"/>
              </p14:xfrm>
            </p:contentPart>
          </mc:Choice>
          <mc:Fallback xmlns="">
            <p:pic>
              <p:nvPicPr>
                <p:cNvPr id="38" name="Ink 37">
                  <a:extLst>
                    <a:ext uri="{FF2B5EF4-FFF2-40B4-BE49-F238E27FC236}">
                      <a16:creationId xmlns:a16="http://schemas.microsoft.com/office/drawing/2014/main" id="{D7021E05-5984-8E5D-0922-F82212B8D212}"/>
                    </a:ext>
                  </a:extLst>
                </p:cNvPr>
                <p:cNvPicPr/>
                <p:nvPr/>
              </p:nvPicPr>
              <p:blipFill>
                <a:blip r:embed="rId241"/>
                <a:stretch>
                  <a:fillRect/>
                </a:stretch>
              </p:blipFill>
              <p:spPr>
                <a:xfrm>
                  <a:off x="974318" y="5270183"/>
                  <a:ext cx="155880" cy="14040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39" name="Ink 38">
                  <a:extLst>
                    <a:ext uri="{FF2B5EF4-FFF2-40B4-BE49-F238E27FC236}">
                      <a16:creationId xmlns:a16="http://schemas.microsoft.com/office/drawing/2014/main" id="{38923B4E-7373-7A4C-03D6-FECF373E2C8C}"/>
                    </a:ext>
                  </a:extLst>
                </p14:cNvPr>
                <p14:cNvContentPartPr/>
                <p14:nvPr/>
              </p14:nvContentPartPr>
              <p14:xfrm>
                <a:off x="1194998" y="5273783"/>
                <a:ext cx="94680" cy="145440"/>
              </p14:xfrm>
            </p:contentPart>
          </mc:Choice>
          <mc:Fallback xmlns="">
            <p:pic>
              <p:nvPicPr>
                <p:cNvPr id="39" name="Ink 38">
                  <a:extLst>
                    <a:ext uri="{FF2B5EF4-FFF2-40B4-BE49-F238E27FC236}">
                      <a16:creationId xmlns:a16="http://schemas.microsoft.com/office/drawing/2014/main" id="{38923B4E-7373-7A4C-03D6-FECF373E2C8C}"/>
                    </a:ext>
                  </a:extLst>
                </p:cNvPr>
                <p:cNvPicPr/>
                <p:nvPr/>
              </p:nvPicPr>
              <p:blipFill>
                <a:blip r:embed="rId243"/>
                <a:stretch>
                  <a:fillRect/>
                </a:stretch>
              </p:blipFill>
              <p:spPr>
                <a:xfrm>
                  <a:off x="1185998" y="5264783"/>
                  <a:ext cx="11232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40" name="Ink 39">
                  <a:extLst>
                    <a:ext uri="{FF2B5EF4-FFF2-40B4-BE49-F238E27FC236}">
                      <a16:creationId xmlns:a16="http://schemas.microsoft.com/office/drawing/2014/main" id="{5C57AF48-3704-D609-1D1D-8F7A47805D37}"/>
                    </a:ext>
                  </a:extLst>
                </p14:cNvPr>
                <p14:cNvContentPartPr/>
                <p14:nvPr/>
              </p14:nvContentPartPr>
              <p14:xfrm>
                <a:off x="1340798" y="5287103"/>
                <a:ext cx="271800" cy="368280"/>
              </p14:xfrm>
            </p:contentPart>
          </mc:Choice>
          <mc:Fallback xmlns="">
            <p:pic>
              <p:nvPicPr>
                <p:cNvPr id="40" name="Ink 39">
                  <a:extLst>
                    <a:ext uri="{FF2B5EF4-FFF2-40B4-BE49-F238E27FC236}">
                      <a16:creationId xmlns:a16="http://schemas.microsoft.com/office/drawing/2014/main" id="{5C57AF48-3704-D609-1D1D-8F7A47805D37}"/>
                    </a:ext>
                  </a:extLst>
                </p:cNvPr>
                <p:cNvPicPr/>
                <p:nvPr/>
              </p:nvPicPr>
              <p:blipFill>
                <a:blip r:embed="rId245"/>
                <a:stretch>
                  <a:fillRect/>
                </a:stretch>
              </p:blipFill>
              <p:spPr>
                <a:xfrm>
                  <a:off x="1331798" y="5278463"/>
                  <a:ext cx="28944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41" name="Ink 40">
                  <a:extLst>
                    <a:ext uri="{FF2B5EF4-FFF2-40B4-BE49-F238E27FC236}">
                      <a16:creationId xmlns:a16="http://schemas.microsoft.com/office/drawing/2014/main" id="{6373EB57-DD79-2F41-0E22-1C219E6A7D3A}"/>
                    </a:ext>
                  </a:extLst>
                </p14:cNvPr>
                <p14:cNvContentPartPr/>
                <p14:nvPr/>
              </p14:nvContentPartPr>
              <p14:xfrm>
                <a:off x="1711238" y="5262983"/>
                <a:ext cx="189720" cy="124560"/>
              </p14:xfrm>
            </p:contentPart>
          </mc:Choice>
          <mc:Fallback xmlns="">
            <p:pic>
              <p:nvPicPr>
                <p:cNvPr id="41" name="Ink 40">
                  <a:extLst>
                    <a:ext uri="{FF2B5EF4-FFF2-40B4-BE49-F238E27FC236}">
                      <a16:creationId xmlns:a16="http://schemas.microsoft.com/office/drawing/2014/main" id="{6373EB57-DD79-2F41-0E22-1C219E6A7D3A}"/>
                    </a:ext>
                  </a:extLst>
                </p:cNvPr>
                <p:cNvPicPr/>
                <p:nvPr/>
              </p:nvPicPr>
              <p:blipFill>
                <a:blip r:embed="rId247"/>
                <a:stretch>
                  <a:fillRect/>
                </a:stretch>
              </p:blipFill>
              <p:spPr>
                <a:xfrm>
                  <a:off x="1702598" y="5254343"/>
                  <a:ext cx="20736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5" name="Ink 64">
                  <a:extLst>
                    <a:ext uri="{FF2B5EF4-FFF2-40B4-BE49-F238E27FC236}">
                      <a16:creationId xmlns:a16="http://schemas.microsoft.com/office/drawing/2014/main" id="{40CDB53D-46C4-59B3-01E8-3E93309003FE}"/>
                    </a:ext>
                  </a:extLst>
                </p14:cNvPr>
                <p14:cNvContentPartPr/>
                <p14:nvPr/>
              </p14:nvContentPartPr>
              <p14:xfrm>
                <a:off x="1824278" y="4552703"/>
                <a:ext cx="529200" cy="25920"/>
              </p14:xfrm>
            </p:contentPart>
          </mc:Choice>
          <mc:Fallback xmlns="">
            <p:pic>
              <p:nvPicPr>
                <p:cNvPr id="65" name="Ink 64">
                  <a:extLst>
                    <a:ext uri="{FF2B5EF4-FFF2-40B4-BE49-F238E27FC236}">
                      <a16:creationId xmlns:a16="http://schemas.microsoft.com/office/drawing/2014/main" id="{40CDB53D-46C4-59B3-01E8-3E93309003FE}"/>
                    </a:ext>
                  </a:extLst>
                </p:cNvPr>
                <p:cNvPicPr/>
                <p:nvPr/>
              </p:nvPicPr>
              <p:blipFill>
                <a:blip r:embed="rId249"/>
                <a:stretch>
                  <a:fillRect/>
                </a:stretch>
              </p:blipFill>
              <p:spPr>
                <a:xfrm>
                  <a:off x="1815638" y="4544063"/>
                  <a:ext cx="54684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6" name="Ink 65">
                  <a:extLst>
                    <a:ext uri="{FF2B5EF4-FFF2-40B4-BE49-F238E27FC236}">
                      <a16:creationId xmlns:a16="http://schemas.microsoft.com/office/drawing/2014/main" id="{D6EA3B57-836D-FCE1-73B8-AEBB4FD3BB6F}"/>
                    </a:ext>
                  </a:extLst>
                </p14:cNvPr>
                <p14:cNvContentPartPr/>
                <p14:nvPr/>
              </p14:nvContentPartPr>
              <p14:xfrm>
                <a:off x="2192918" y="4438583"/>
                <a:ext cx="156960" cy="226800"/>
              </p14:xfrm>
            </p:contentPart>
          </mc:Choice>
          <mc:Fallback xmlns="">
            <p:pic>
              <p:nvPicPr>
                <p:cNvPr id="66" name="Ink 65">
                  <a:extLst>
                    <a:ext uri="{FF2B5EF4-FFF2-40B4-BE49-F238E27FC236}">
                      <a16:creationId xmlns:a16="http://schemas.microsoft.com/office/drawing/2014/main" id="{D6EA3B57-836D-FCE1-73B8-AEBB4FD3BB6F}"/>
                    </a:ext>
                  </a:extLst>
                </p:cNvPr>
                <p:cNvPicPr/>
                <p:nvPr/>
              </p:nvPicPr>
              <p:blipFill>
                <a:blip r:embed="rId251"/>
                <a:stretch>
                  <a:fillRect/>
                </a:stretch>
              </p:blipFill>
              <p:spPr>
                <a:xfrm>
                  <a:off x="2183918" y="4429943"/>
                  <a:ext cx="174600" cy="24444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67" name="Ink 66">
                  <a:extLst>
                    <a:ext uri="{FF2B5EF4-FFF2-40B4-BE49-F238E27FC236}">
                      <a16:creationId xmlns:a16="http://schemas.microsoft.com/office/drawing/2014/main" id="{EF10A64E-CC69-12C0-53F9-E1D19593B8F4}"/>
                    </a:ext>
                  </a:extLst>
                </p14:cNvPr>
                <p14:cNvContentPartPr/>
                <p14:nvPr/>
              </p14:nvContentPartPr>
              <p14:xfrm>
                <a:off x="2611238" y="4257863"/>
                <a:ext cx="2313720" cy="890280"/>
              </p14:xfrm>
            </p:contentPart>
          </mc:Choice>
          <mc:Fallback xmlns="">
            <p:pic>
              <p:nvPicPr>
                <p:cNvPr id="67" name="Ink 66">
                  <a:extLst>
                    <a:ext uri="{FF2B5EF4-FFF2-40B4-BE49-F238E27FC236}">
                      <a16:creationId xmlns:a16="http://schemas.microsoft.com/office/drawing/2014/main" id="{EF10A64E-CC69-12C0-53F9-E1D19593B8F4}"/>
                    </a:ext>
                  </a:extLst>
                </p:cNvPr>
                <p:cNvPicPr/>
                <p:nvPr/>
              </p:nvPicPr>
              <p:blipFill>
                <a:blip r:embed="rId253"/>
                <a:stretch>
                  <a:fillRect/>
                </a:stretch>
              </p:blipFill>
              <p:spPr>
                <a:xfrm>
                  <a:off x="2602598" y="4249223"/>
                  <a:ext cx="2331360" cy="90792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68" name="Ink 67">
                  <a:extLst>
                    <a:ext uri="{FF2B5EF4-FFF2-40B4-BE49-F238E27FC236}">
                      <a16:creationId xmlns:a16="http://schemas.microsoft.com/office/drawing/2014/main" id="{A793954E-77F6-83C9-2A40-4E1D5F7842B9}"/>
                    </a:ext>
                  </a:extLst>
                </p14:cNvPr>
                <p14:cNvContentPartPr/>
                <p14:nvPr/>
              </p14:nvContentPartPr>
              <p14:xfrm>
                <a:off x="2679278" y="4265423"/>
                <a:ext cx="1910160" cy="972360"/>
              </p14:xfrm>
            </p:contentPart>
          </mc:Choice>
          <mc:Fallback xmlns="">
            <p:pic>
              <p:nvPicPr>
                <p:cNvPr id="68" name="Ink 67">
                  <a:extLst>
                    <a:ext uri="{FF2B5EF4-FFF2-40B4-BE49-F238E27FC236}">
                      <a16:creationId xmlns:a16="http://schemas.microsoft.com/office/drawing/2014/main" id="{A793954E-77F6-83C9-2A40-4E1D5F7842B9}"/>
                    </a:ext>
                  </a:extLst>
                </p:cNvPr>
                <p:cNvPicPr/>
                <p:nvPr/>
              </p:nvPicPr>
              <p:blipFill>
                <a:blip r:embed="rId255"/>
                <a:stretch>
                  <a:fillRect/>
                </a:stretch>
              </p:blipFill>
              <p:spPr>
                <a:xfrm>
                  <a:off x="2670638" y="4256423"/>
                  <a:ext cx="1927800" cy="99000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69" name="Ink 68">
                  <a:extLst>
                    <a:ext uri="{FF2B5EF4-FFF2-40B4-BE49-F238E27FC236}">
                      <a16:creationId xmlns:a16="http://schemas.microsoft.com/office/drawing/2014/main" id="{F258D1A0-858F-899D-5EE7-B97B2BA0DCF8}"/>
                    </a:ext>
                  </a:extLst>
                </p14:cNvPr>
                <p14:cNvContentPartPr/>
                <p14:nvPr/>
              </p14:nvContentPartPr>
              <p14:xfrm>
                <a:off x="2831198" y="4605983"/>
                <a:ext cx="655560" cy="300600"/>
              </p14:xfrm>
            </p:contentPart>
          </mc:Choice>
          <mc:Fallback xmlns="">
            <p:pic>
              <p:nvPicPr>
                <p:cNvPr id="69" name="Ink 68">
                  <a:extLst>
                    <a:ext uri="{FF2B5EF4-FFF2-40B4-BE49-F238E27FC236}">
                      <a16:creationId xmlns:a16="http://schemas.microsoft.com/office/drawing/2014/main" id="{F258D1A0-858F-899D-5EE7-B97B2BA0DCF8}"/>
                    </a:ext>
                  </a:extLst>
                </p:cNvPr>
                <p:cNvPicPr/>
                <p:nvPr/>
              </p:nvPicPr>
              <p:blipFill>
                <a:blip r:embed="rId257"/>
                <a:stretch>
                  <a:fillRect/>
                </a:stretch>
              </p:blipFill>
              <p:spPr>
                <a:xfrm>
                  <a:off x="2822558" y="4596983"/>
                  <a:ext cx="673200" cy="31824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70" name="Ink 69">
                  <a:extLst>
                    <a:ext uri="{FF2B5EF4-FFF2-40B4-BE49-F238E27FC236}">
                      <a16:creationId xmlns:a16="http://schemas.microsoft.com/office/drawing/2014/main" id="{6BDF3B1A-31C1-E62F-5B95-2CF8FEFD94A1}"/>
                    </a:ext>
                  </a:extLst>
                </p14:cNvPr>
                <p14:cNvContentPartPr/>
                <p14:nvPr/>
              </p14:nvContentPartPr>
              <p14:xfrm>
                <a:off x="3545798" y="4612823"/>
                <a:ext cx="332640" cy="289440"/>
              </p14:xfrm>
            </p:contentPart>
          </mc:Choice>
          <mc:Fallback xmlns="">
            <p:pic>
              <p:nvPicPr>
                <p:cNvPr id="70" name="Ink 69">
                  <a:extLst>
                    <a:ext uri="{FF2B5EF4-FFF2-40B4-BE49-F238E27FC236}">
                      <a16:creationId xmlns:a16="http://schemas.microsoft.com/office/drawing/2014/main" id="{6BDF3B1A-31C1-E62F-5B95-2CF8FEFD94A1}"/>
                    </a:ext>
                  </a:extLst>
                </p:cNvPr>
                <p:cNvPicPr/>
                <p:nvPr/>
              </p:nvPicPr>
              <p:blipFill>
                <a:blip r:embed="rId259"/>
                <a:stretch>
                  <a:fillRect/>
                </a:stretch>
              </p:blipFill>
              <p:spPr>
                <a:xfrm>
                  <a:off x="3537158" y="4604183"/>
                  <a:ext cx="350280" cy="30708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71" name="Ink 70">
                  <a:extLst>
                    <a:ext uri="{FF2B5EF4-FFF2-40B4-BE49-F238E27FC236}">
                      <a16:creationId xmlns:a16="http://schemas.microsoft.com/office/drawing/2014/main" id="{50139BA7-2964-9375-967D-8082F8C180C7}"/>
                    </a:ext>
                  </a:extLst>
                </p14:cNvPr>
                <p14:cNvContentPartPr/>
                <p14:nvPr/>
              </p14:nvContentPartPr>
              <p14:xfrm>
                <a:off x="3984278" y="4590503"/>
                <a:ext cx="107280" cy="249120"/>
              </p14:xfrm>
            </p:contentPart>
          </mc:Choice>
          <mc:Fallback xmlns="">
            <p:pic>
              <p:nvPicPr>
                <p:cNvPr id="71" name="Ink 70">
                  <a:extLst>
                    <a:ext uri="{FF2B5EF4-FFF2-40B4-BE49-F238E27FC236}">
                      <a16:creationId xmlns:a16="http://schemas.microsoft.com/office/drawing/2014/main" id="{50139BA7-2964-9375-967D-8082F8C180C7}"/>
                    </a:ext>
                  </a:extLst>
                </p:cNvPr>
                <p:cNvPicPr/>
                <p:nvPr/>
              </p:nvPicPr>
              <p:blipFill>
                <a:blip r:embed="rId261"/>
                <a:stretch>
                  <a:fillRect/>
                </a:stretch>
              </p:blipFill>
              <p:spPr>
                <a:xfrm>
                  <a:off x="3975278" y="4581863"/>
                  <a:ext cx="12492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177" name="Ink 176">
                  <a:extLst>
                    <a:ext uri="{FF2B5EF4-FFF2-40B4-BE49-F238E27FC236}">
                      <a16:creationId xmlns:a16="http://schemas.microsoft.com/office/drawing/2014/main" id="{04DDB702-0498-D7DD-C0AB-7FDEF7B798E5}"/>
                    </a:ext>
                  </a:extLst>
                </p14:cNvPr>
                <p14:cNvContentPartPr/>
                <p14:nvPr/>
              </p14:nvContentPartPr>
              <p14:xfrm>
                <a:off x="4473878" y="4049423"/>
                <a:ext cx="4589280" cy="541440"/>
              </p14:xfrm>
            </p:contentPart>
          </mc:Choice>
          <mc:Fallback xmlns="">
            <p:pic>
              <p:nvPicPr>
                <p:cNvPr id="177" name="Ink 176">
                  <a:extLst>
                    <a:ext uri="{FF2B5EF4-FFF2-40B4-BE49-F238E27FC236}">
                      <a16:creationId xmlns:a16="http://schemas.microsoft.com/office/drawing/2014/main" id="{04DDB702-0498-D7DD-C0AB-7FDEF7B798E5}"/>
                    </a:ext>
                  </a:extLst>
                </p:cNvPr>
                <p:cNvPicPr/>
                <p:nvPr/>
              </p:nvPicPr>
              <p:blipFill>
                <a:blip r:embed="rId263"/>
                <a:stretch>
                  <a:fillRect/>
                </a:stretch>
              </p:blipFill>
              <p:spPr>
                <a:xfrm>
                  <a:off x="4465238" y="4040423"/>
                  <a:ext cx="4606920" cy="559080"/>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178" name="Ink 177">
                  <a:extLst>
                    <a:ext uri="{FF2B5EF4-FFF2-40B4-BE49-F238E27FC236}">
                      <a16:creationId xmlns:a16="http://schemas.microsoft.com/office/drawing/2014/main" id="{779CD389-5427-060F-6B7A-DC12B9018BCE}"/>
                    </a:ext>
                  </a:extLst>
                </p14:cNvPr>
                <p14:cNvContentPartPr/>
                <p14:nvPr/>
              </p14:nvContentPartPr>
              <p14:xfrm>
                <a:off x="8924558" y="3952943"/>
                <a:ext cx="217440" cy="190800"/>
              </p14:xfrm>
            </p:contentPart>
          </mc:Choice>
          <mc:Fallback xmlns="">
            <p:pic>
              <p:nvPicPr>
                <p:cNvPr id="178" name="Ink 177">
                  <a:extLst>
                    <a:ext uri="{FF2B5EF4-FFF2-40B4-BE49-F238E27FC236}">
                      <a16:creationId xmlns:a16="http://schemas.microsoft.com/office/drawing/2014/main" id="{779CD389-5427-060F-6B7A-DC12B9018BCE}"/>
                    </a:ext>
                  </a:extLst>
                </p:cNvPr>
                <p:cNvPicPr/>
                <p:nvPr/>
              </p:nvPicPr>
              <p:blipFill>
                <a:blip r:embed="rId265"/>
                <a:stretch>
                  <a:fillRect/>
                </a:stretch>
              </p:blipFill>
              <p:spPr>
                <a:xfrm>
                  <a:off x="8915918" y="3943943"/>
                  <a:ext cx="23508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180" name="Ink 179">
                  <a:extLst>
                    <a:ext uri="{FF2B5EF4-FFF2-40B4-BE49-F238E27FC236}">
                      <a16:creationId xmlns:a16="http://schemas.microsoft.com/office/drawing/2014/main" id="{8323BE28-6069-680F-3266-CE57495A8C9C}"/>
                    </a:ext>
                  </a:extLst>
                </p14:cNvPr>
                <p14:cNvContentPartPr/>
                <p14:nvPr/>
              </p14:nvContentPartPr>
              <p14:xfrm>
                <a:off x="9184118" y="3901103"/>
                <a:ext cx="522720" cy="146520"/>
              </p14:xfrm>
            </p:contentPart>
          </mc:Choice>
          <mc:Fallback xmlns="">
            <p:pic>
              <p:nvPicPr>
                <p:cNvPr id="180" name="Ink 179">
                  <a:extLst>
                    <a:ext uri="{FF2B5EF4-FFF2-40B4-BE49-F238E27FC236}">
                      <a16:creationId xmlns:a16="http://schemas.microsoft.com/office/drawing/2014/main" id="{8323BE28-6069-680F-3266-CE57495A8C9C}"/>
                    </a:ext>
                  </a:extLst>
                </p:cNvPr>
                <p:cNvPicPr/>
                <p:nvPr/>
              </p:nvPicPr>
              <p:blipFill>
                <a:blip r:embed="rId267"/>
                <a:stretch>
                  <a:fillRect/>
                </a:stretch>
              </p:blipFill>
              <p:spPr>
                <a:xfrm>
                  <a:off x="9175118" y="3892463"/>
                  <a:ext cx="54036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181" name="Ink 180">
                  <a:extLst>
                    <a:ext uri="{FF2B5EF4-FFF2-40B4-BE49-F238E27FC236}">
                      <a16:creationId xmlns:a16="http://schemas.microsoft.com/office/drawing/2014/main" id="{308EF7B1-7C0C-266B-04DE-A863A7F3255E}"/>
                    </a:ext>
                  </a:extLst>
                </p14:cNvPr>
                <p14:cNvContentPartPr/>
                <p14:nvPr/>
              </p14:nvContentPartPr>
              <p14:xfrm>
                <a:off x="9306518" y="3907943"/>
                <a:ext cx="384840" cy="104040"/>
              </p14:xfrm>
            </p:contentPart>
          </mc:Choice>
          <mc:Fallback xmlns="">
            <p:pic>
              <p:nvPicPr>
                <p:cNvPr id="181" name="Ink 180">
                  <a:extLst>
                    <a:ext uri="{FF2B5EF4-FFF2-40B4-BE49-F238E27FC236}">
                      <a16:creationId xmlns:a16="http://schemas.microsoft.com/office/drawing/2014/main" id="{308EF7B1-7C0C-266B-04DE-A863A7F3255E}"/>
                    </a:ext>
                  </a:extLst>
                </p:cNvPr>
                <p:cNvPicPr/>
                <p:nvPr/>
              </p:nvPicPr>
              <p:blipFill>
                <a:blip r:embed="rId269"/>
                <a:stretch>
                  <a:fillRect/>
                </a:stretch>
              </p:blipFill>
              <p:spPr>
                <a:xfrm>
                  <a:off x="9297518" y="3898943"/>
                  <a:ext cx="40248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182" name="Ink 181">
                  <a:extLst>
                    <a:ext uri="{FF2B5EF4-FFF2-40B4-BE49-F238E27FC236}">
                      <a16:creationId xmlns:a16="http://schemas.microsoft.com/office/drawing/2014/main" id="{C8291009-FF91-B467-D43F-525F539075BA}"/>
                    </a:ext>
                  </a:extLst>
                </p14:cNvPr>
                <p14:cNvContentPartPr/>
                <p14:nvPr/>
              </p14:nvContentPartPr>
              <p14:xfrm>
                <a:off x="9237398" y="3977063"/>
                <a:ext cx="15120" cy="360000"/>
              </p14:xfrm>
            </p:contentPart>
          </mc:Choice>
          <mc:Fallback xmlns="">
            <p:pic>
              <p:nvPicPr>
                <p:cNvPr id="182" name="Ink 181">
                  <a:extLst>
                    <a:ext uri="{FF2B5EF4-FFF2-40B4-BE49-F238E27FC236}">
                      <a16:creationId xmlns:a16="http://schemas.microsoft.com/office/drawing/2014/main" id="{C8291009-FF91-B467-D43F-525F539075BA}"/>
                    </a:ext>
                  </a:extLst>
                </p:cNvPr>
                <p:cNvPicPr/>
                <p:nvPr/>
              </p:nvPicPr>
              <p:blipFill>
                <a:blip r:embed="rId271"/>
                <a:stretch>
                  <a:fillRect/>
                </a:stretch>
              </p:blipFill>
              <p:spPr>
                <a:xfrm>
                  <a:off x="9228758" y="3968063"/>
                  <a:ext cx="32760" cy="377640"/>
                </a:xfrm>
                <a:prstGeom prst="rect">
                  <a:avLst/>
                </a:prstGeom>
              </p:spPr>
            </p:pic>
          </mc:Fallback>
        </mc:AlternateContent>
        <mc:AlternateContent xmlns:mc="http://schemas.openxmlformats.org/markup-compatibility/2006" xmlns:p14="http://schemas.microsoft.com/office/powerpoint/2010/main">
          <mc:Choice Requires="p14">
            <p:contentPart p14:bwMode="auto" r:id="rId272">
              <p14:nvContentPartPr>
                <p14:cNvPr id="183" name="Ink 182">
                  <a:extLst>
                    <a:ext uri="{FF2B5EF4-FFF2-40B4-BE49-F238E27FC236}">
                      <a16:creationId xmlns:a16="http://schemas.microsoft.com/office/drawing/2014/main" id="{4D39AF08-3189-51FD-B8D8-DFE8B3A089CA}"/>
                    </a:ext>
                  </a:extLst>
                </p14:cNvPr>
                <p14:cNvContentPartPr/>
                <p14:nvPr/>
              </p14:nvContentPartPr>
              <p14:xfrm>
                <a:off x="9250358" y="4377383"/>
                <a:ext cx="40680" cy="2880"/>
              </p14:xfrm>
            </p:contentPart>
          </mc:Choice>
          <mc:Fallback xmlns="">
            <p:pic>
              <p:nvPicPr>
                <p:cNvPr id="183" name="Ink 182">
                  <a:extLst>
                    <a:ext uri="{FF2B5EF4-FFF2-40B4-BE49-F238E27FC236}">
                      <a16:creationId xmlns:a16="http://schemas.microsoft.com/office/drawing/2014/main" id="{4D39AF08-3189-51FD-B8D8-DFE8B3A089CA}"/>
                    </a:ext>
                  </a:extLst>
                </p:cNvPr>
                <p:cNvPicPr/>
                <p:nvPr/>
              </p:nvPicPr>
              <p:blipFill>
                <a:blip r:embed="rId273"/>
                <a:stretch>
                  <a:fillRect/>
                </a:stretch>
              </p:blipFill>
              <p:spPr>
                <a:xfrm>
                  <a:off x="9241718" y="4368743"/>
                  <a:ext cx="5832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84" name="Ink 183">
                  <a:extLst>
                    <a:ext uri="{FF2B5EF4-FFF2-40B4-BE49-F238E27FC236}">
                      <a16:creationId xmlns:a16="http://schemas.microsoft.com/office/drawing/2014/main" id="{F15E5F04-4238-C73E-E3E1-3376C09E136E}"/>
                    </a:ext>
                  </a:extLst>
                </p14:cNvPr>
                <p14:cNvContentPartPr/>
                <p14:nvPr/>
              </p14:nvContentPartPr>
              <p14:xfrm>
                <a:off x="9600998" y="4376663"/>
                <a:ext cx="118080" cy="14040"/>
              </p14:xfrm>
            </p:contentPart>
          </mc:Choice>
          <mc:Fallback xmlns="">
            <p:pic>
              <p:nvPicPr>
                <p:cNvPr id="184" name="Ink 183">
                  <a:extLst>
                    <a:ext uri="{FF2B5EF4-FFF2-40B4-BE49-F238E27FC236}">
                      <a16:creationId xmlns:a16="http://schemas.microsoft.com/office/drawing/2014/main" id="{F15E5F04-4238-C73E-E3E1-3376C09E136E}"/>
                    </a:ext>
                  </a:extLst>
                </p:cNvPr>
                <p:cNvPicPr/>
                <p:nvPr/>
              </p:nvPicPr>
              <p:blipFill>
                <a:blip r:embed="rId275"/>
                <a:stretch>
                  <a:fillRect/>
                </a:stretch>
              </p:blipFill>
              <p:spPr>
                <a:xfrm>
                  <a:off x="9591998" y="4367663"/>
                  <a:ext cx="13572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185" name="Ink 184">
                  <a:extLst>
                    <a:ext uri="{FF2B5EF4-FFF2-40B4-BE49-F238E27FC236}">
                      <a16:creationId xmlns:a16="http://schemas.microsoft.com/office/drawing/2014/main" id="{64C2B678-9E2A-FFD5-BB97-01F15CD66735}"/>
                    </a:ext>
                  </a:extLst>
                </p14:cNvPr>
                <p14:cNvContentPartPr/>
                <p14:nvPr/>
              </p14:nvContentPartPr>
              <p14:xfrm>
                <a:off x="9689198" y="3975263"/>
                <a:ext cx="43200" cy="433800"/>
              </p14:xfrm>
            </p:contentPart>
          </mc:Choice>
          <mc:Fallback xmlns="">
            <p:pic>
              <p:nvPicPr>
                <p:cNvPr id="185" name="Ink 184">
                  <a:extLst>
                    <a:ext uri="{FF2B5EF4-FFF2-40B4-BE49-F238E27FC236}">
                      <a16:creationId xmlns:a16="http://schemas.microsoft.com/office/drawing/2014/main" id="{64C2B678-9E2A-FFD5-BB97-01F15CD66735}"/>
                    </a:ext>
                  </a:extLst>
                </p:cNvPr>
                <p:cNvPicPr/>
                <p:nvPr/>
              </p:nvPicPr>
              <p:blipFill>
                <a:blip r:embed="rId277"/>
                <a:stretch>
                  <a:fillRect/>
                </a:stretch>
              </p:blipFill>
              <p:spPr>
                <a:xfrm>
                  <a:off x="9680558" y="3966263"/>
                  <a:ext cx="60840" cy="451440"/>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186" name="Ink 185">
                  <a:extLst>
                    <a:ext uri="{FF2B5EF4-FFF2-40B4-BE49-F238E27FC236}">
                      <a16:creationId xmlns:a16="http://schemas.microsoft.com/office/drawing/2014/main" id="{3B863FCB-1C87-AEC0-352C-8439957FF065}"/>
                    </a:ext>
                  </a:extLst>
                </p14:cNvPr>
                <p14:cNvContentPartPr/>
                <p14:nvPr/>
              </p14:nvContentPartPr>
              <p14:xfrm>
                <a:off x="9409478" y="4340303"/>
                <a:ext cx="365400" cy="23760"/>
              </p14:xfrm>
            </p:contentPart>
          </mc:Choice>
          <mc:Fallback xmlns="">
            <p:pic>
              <p:nvPicPr>
                <p:cNvPr id="186" name="Ink 185">
                  <a:extLst>
                    <a:ext uri="{FF2B5EF4-FFF2-40B4-BE49-F238E27FC236}">
                      <a16:creationId xmlns:a16="http://schemas.microsoft.com/office/drawing/2014/main" id="{3B863FCB-1C87-AEC0-352C-8439957FF065}"/>
                    </a:ext>
                  </a:extLst>
                </p:cNvPr>
                <p:cNvPicPr/>
                <p:nvPr/>
              </p:nvPicPr>
              <p:blipFill>
                <a:blip r:embed="rId279"/>
                <a:stretch>
                  <a:fillRect/>
                </a:stretch>
              </p:blipFill>
              <p:spPr>
                <a:xfrm>
                  <a:off x="9400478" y="4331303"/>
                  <a:ext cx="38304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187" name="Ink 186">
                  <a:extLst>
                    <a:ext uri="{FF2B5EF4-FFF2-40B4-BE49-F238E27FC236}">
                      <a16:creationId xmlns:a16="http://schemas.microsoft.com/office/drawing/2014/main" id="{C0CB9AC0-0B09-6FDC-2B4E-C265B163C1CC}"/>
                    </a:ext>
                  </a:extLst>
                </p14:cNvPr>
                <p14:cNvContentPartPr/>
                <p14:nvPr/>
              </p14:nvContentPartPr>
              <p14:xfrm>
                <a:off x="10001678" y="4048343"/>
                <a:ext cx="186840" cy="202680"/>
              </p14:xfrm>
            </p:contentPart>
          </mc:Choice>
          <mc:Fallback xmlns="">
            <p:pic>
              <p:nvPicPr>
                <p:cNvPr id="187" name="Ink 186">
                  <a:extLst>
                    <a:ext uri="{FF2B5EF4-FFF2-40B4-BE49-F238E27FC236}">
                      <a16:creationId xmlns:a16="http://schemas.microsoft.com/office/drawing/2014/main" id="{C0CB9AC0-0B09-6FDC-2B4E-C265B163C1CC}"/>
                    </a:ext>
                  </a:extLst>
                </p:cNvPr>
                <p:cNvPicPr/>
                <p:nvPr/>
              </p:nvPicPr>
              <p:blipFill>
                <a:blip r:embed="rId281"/>
                <a:stretch>
                  <a:fillRect/>
                </a:stretch>
              </p:blipFill>
              <p:spPr>
                <a:xfrm>
                  <a:off x="9993038" y="4039343"/>
                  <a:ext cx="20448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188" name="Ink 187">
                  <a:extLst>
                    <a:ext uri="{FF2B5EF4-FFF2-40B4-BE49-F238E27FC236}">
                      <a16:creationId xmlns:a16="http://schemas.microsoft.com/office/drawing/2014/main" id="{9FBB4A34-E5D7-CD6C-E8C1-7A1BC3A0FC45}"/>
                    </a:ext>
                  </a:extLst>
                </p14:cNvPr>
                <p14:cNvContentPartPr/>
                <p14:nvPr/>
              </p14:nvContentPartPr>
              <p14:xfrm>
                <a:off x="10247198" y="4036463"/>
                <a:ext cx="219960" cy="205560"/>
              </p14:xfrm>
            </p:contentPart>
          </mc:Choice>
          <mc:Fallback xmlns="">
            <p:pic>
              <p:nvPicPr>
                <p:cNvPr id="188" name="Ink 187">
                  <a:extLst>
                    <a:ext uri="{FF2B5EF4-FFF2-40B4-BE49-F238E27FC236}">
                      <a16:creationId xmlns:a16="http://schemas.microsoft.com/office/drawing/2014/main" id="{9FBB4A34-E5D7-CD6C-E8C1-7A1BC3A0FC45}"/>
                    </a:ext>
                  </a:extLst>
                </p:cNvPr>
                <p:cNvPicPr/>
                <p:nvPr/>
              </p:nvPicPr>
              <p:blipFill>
                <a:blip r:embed="rId283"/>
                <a:stretch>
                  <a:fillRect/>
                </a:stretch>
              </p:blipFill>
              <p:spPr>
                <a:xfrm>
                  <a:off x="10238558" y="4027823"/>
                  <a:ext cx="23760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189" name="Ink 188">
                  <a:extLst>
                    <a:ext uri="{FF2B5EF4-FFF2-40B4-BE49-F238E27FC236}">
                      <a16:creationId xmlns:a16="http://schemas.microsoft.com/office/drawing/2014/main" id="{BDB2745B-A97F-73B6-4CE0-B55F8D52C922}"/>
                    </a:ext>
                  </a:extLst>
                </p14:cNvPr>
                <p14:cNvContentPartPr/>
                <p14:nvPr/>
              </p14:nvContentPartPr>
              <p14:xfrm>
                <a:off x="10444838" y="4036103"/>
                <a:ext cx="27000" cy="35280"/>
              </p14:xfrm>
            </p:contentPart>
          </mc:Choice>
          <mc:Fallback xmlns="">
            <p:pic>
              <p:nvPicPr>
                <p:cNvPr id="189" name="Ink 188">
                  <a:extLst>
                    <a:ext uri="{FF2B5EF4-FFF2-40B4-BE49-F238E27FC236}">
                      <a16:creationId xmlns:a16="http://schemas.microsoft.com/office/drawing/2014/main" id="{BDB2745B-A97F-73B6-4CE0-B55F8D52C922}"/>
                    </a:ext>
                  </a:extLst>
                </p:cNvPr>
                <p:cNvPicPr/>
                <p:nvPr/>
              </p:nvPicPr>
              <p:blipFill>
                <a:blip r:embed="rId285"/>
                <a:stretch>
                  <a:fillRect/>
                </a:stretch>
              </p:blipFill>
              <p:spPr>
                <a:xfrm>
                  <a:off x="10435838" y="4027103"/>
                  <a:ext cx="4464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286">
              <p14:nvContentPartPr>
                <p14:cNvPr id="190" name="Ink 189">
                  <a:extLst>
                    <a:ext uri="{FF2B5EF4-FFF2-40B4-BE49-F238E27FC236}">
                      <a16:creationId xmlns:a16="http://schemas.microsoft.com/office/drawing/2014/main" id="{0CE93110-EE6F-EC2F-4B42-B4A4ED3CC83D}"/>
                    </a:ext>
                  </a:extLst>
                </p14:cNvPr>
                <p14:cNvContentPartPr/>
                <p14:nvPr/>
              </p14:nvContentPartPr>
              <p14:xfrm>
                <a:off x="10576598" y="4145903"/>
                <a:ext cx="70920" cy="360"/>
              </p14:xfrm>
            </p:contentPart>
          </mc:Choice>
          <mc:Fallback xmlns="">
            <p:pic>
              <p:nvPicPr>
                <p:cNvPr id="190" name="Ink 189">
                  <a:extLst>
                    <a:ext uri="{FF2B5EF4-FFF2-40B4-BE49-F238E27FC236}">
                      <a16:creationId xmlns:a16="http://schemas.microsoft.com/office/drawing/2014/main" id="{0CE93110-EE6F-EC2F-4B42-B4A4ED3CC83D}"/>
                    </a:ext>
                  </a:extLst>
                </p:cNvPr>
                <p:cNvPicPr/>
                <p:nvPr/>
              </p:nvPicPr>
              <p:blipFill>
                <a:blip r:embed="rId287"/>
                <a:stretch>
                  <a:fillRect/>
                </a:stretch>
              </p:blipFill>
              <p:spPr>
                <a:xfrm>
                  <a:off x="10567598" y="4137263"/>
                  <a:ext cx="8856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288">
              <p14:nvContentPartPr>
                <p14:cNvPr id="191" name="Ink 190">
                  <a:extLst>
                    <a:ext uri="{FF2B5EF4-FFF2-40B4-BE49-F238E27FC236}">
                      <a16:creationId xmlns:a16="http://schemas.microsoft.com/office/drawing/2014/main" id="{8C420383-70A7-462B-5E9D-01B713A2FC85}"/>
                    </a:ext>
                  </a:extLst>
                </p14:cNvPr>
                <p14:cNvContentPartPr/>
                <p14:nvPr/>
              </p14:nvContentPartPr>
              <p14:xfrm>
                <a:off x="10770278" y="4030703"/>
                <a:ext cx="573480" cy="222840"/>
              </p14:xfrm>
            </p:contentPart>
          </mc:Choice>
          <mc:Fallback xmlns="">
            <p:pic>
              <p:nvPicPr>
                <p:cNvPr id="191" name="Ink 190">
                  <a:extLst>
                    <a:ext uri="{FF2B5EF4-FFF2-40B4-BE49-F238E27FC236}">
                      <a16:creationId xmlns:a16="http://schemas.microsoft.com/office/drawing/2014/main" id="{8C420383-70A7-462B-5E9D-01B713A2FC85}"/>
                    </a:ext>
                  </a:extLst>
                </p:cNvPr>
                <p:cNvPicPr/>
                <p:nvPr/>
              </p:nvPicPr>
              <p:blipFill>
                <a:blip r:embed="rId289"/>
                <a:stretch>
                  <a:fillRect/>
                </a:stretch>
              </p:blipFill>
              <p:spPr>
                <a:xfrm>
                  <a:off x="10761278" y="4022063"/>
                  <a:ext cx="591120" cy="240480"/>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192" name="Ink 191">
                  <a:extLst>
                    <a:ext uri="{FF2B5EF4-FFF2-40B4-BE49-F238E27FC236}">
                      <a16:creationId xmlns:a16="http://schemas.microsoft.com/office/drawing/2014/main" id="{FC1B00A2-CE0B-8075-A61F-92DC013B965C}"/>
                    </a:ext>
                  </a:extLst>
                </p14:cNvPr>
                <p14:cNvContentPartPr/>
                <p14:nvPr/>
              </p14:nvContentPartPr>
              <p14:xfrm>
                <a:off x="11291918" y="4113143"/>
                <a:ext cx="244800" cy="141480"/>
              </p14:xfrm>
            </p:contentPart>
          </mc:Choice>
          <mc:Fallback xmlns="">
            <p:pic>
              <p:nvPicPr>
                <p:cNvPr id="192" name="Ink 191">
                  <a:extLst>
                    <a:ext uri="{FF2B5EF4-FFF2-40B4-BE49-F238E27FC236}">
                      <a16:creationId xmlns:a16="http://schemas.microsoft.com/office/drawing/2014/main" id="{FC1B00A2-CE0B-8075-A61F-92DC013B965C}"/>
                    </a:ext>
                  </a:extLst>
                </p:cNvPr>
                <p:cNvPicPr/>
                <p:nvPr/>
              </p:nvPicPr>
              <p:blipFill>
                <a:blip r:embed="rId291"/>
                <a:stretch>
                  <a:fillRect/>
                </a:stretch>
              </p:blipFill>
              <p:spPr>
                <a:xfrm>
                  <a:off x="11283278" y="4104143"/>
                  <a:ext cx="26244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193" name="Ink 192">
                  <a:extLst>
                    <a:ext uri="{FF2B5EF4-FFF2-40B4-BE49-F238E27FC236}">
                      <a16:creationId xmlns:a16="http://schemas.microsoft.com/office/drawing/2014/main" id="{C9B5EBB4-5CD0-8F58-A0B6-A5332CDD0D60}"/>
                    </a:ext>
                  </a:extLst>
                </p14:cNvPr>
                <p14:cNvContentPartPr/>
                <p14:nvPr/>
              </p14:nvContentPartPr>
              <p14:xfrm>
                <a:off x="11530958" y="4007303"/>
                <a:ext cx="37080" cy="32760"/>
              </p14:xfrm>
            </p:contentPart>
          </mc:Choice>
          <mc:Fallback xmlns="">
            <p:pic>
              <p:nvPicPr>
                <p:cNvPr id="193" name="Ink 192">
                  <a:extLst>
                    <a:ext uri="{FF2B5EF4-FFF2-40B4-BE49-F238E27FC236}">
                      <a16:creationId xmlns:a16="http://schemas.microsoft.com/office/drawing/2014/main" id="{C9B5EBB4-5CD0-8F58-A0B6-A5332CDD0D60}"/>
                    </a:ext>
                  </a:extLst>
                </p:cNvPr>
                <p:cNvPicPr/>
                <p:nvPr/>
              </p:nvPicPr>
              <p:blipFill>
                <a:blip r:embed="rId293"/>
                <a:stretch>
                  <a:fillRect/>
                </a:stretch>
              </p:blipFill>
              <p:spPr>
                <a:xfrm>
                  <a:off x="11521958" y="3998303"/>
                  <a:ext cx="5472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194" name="Ink 193">
                  <a:extLst>
                    <a:ext uri="{FF2B5EF4-FFF2-40B4-BE49-F238E27FC236}">
                      <a16:creationId xmlns:a16="http://schemas.microsoft.com/office/drawing/2014/main" id="{A1A9C00D-33A3-C4AE-2F62-9559AE8A5B6B}"/>
                    </a:ext>
                  </a:extLst>
                </p14:cNvPr>
                <p14:cNvContentPartPr/>
                <p14:nvPr/>
              </p14:nvContentPartPr>
              <p14:xfrm>
                <a:off x="11579918" y="4101263"/>
                <a:ext cx="119160" cy="147600"/>
              </p14:xfrm>
            </p:contentPart>
          </mc:Choice>
          <mc:Fallback xmlns="">
            <p:pic>
              <p:nvPicPr>
                <p:cNvPr id="194" name="Ink 193">
                  <a:extLst>
                    <a:ext uri="{FF2B5EF4-FFF2-40B4-BE49-F238E27FC236}">
                      <a16:creationId xmlns:a16="http://schemas.microsoft.com/office/drawing/2014/main" id="{A1A9C00D-33A3-C4AE-2F62-9559AE8A5B6B}"/>
                    </a:ext>
                  </a:extLst>
                </p:cNvPr>
                <p:cNvPicPr/>
                <p:nvPr/>
              </p:nvPicPr>
              <p:blipFill>
                <a:blip r:embed="rId295"/>
                <a:stretch>
                  <a:fillRect/>
                </a:stretch>
              </p:blipFill>
              <p:spPr>
                <a:xfrm>
                  <a:off x="11571278" y="4092263"/>
                  <a:ext cx="136800" cy="165240"/>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196" name="Ink 195">
                  <a:extLst>
                    <a:ext uri="{FF2B5EF4-FFF2-40B4-BE49-F238E27FC236}">
                      <a16:creationId xmlns:a16="http://schemas.microsoft.com/office/drawing/2014/main" id="{DD230297-FE9C-447E-B91A-F5B5CC133C4A}"/>
                    </a:ext>
                  </a:extLst>
                </p14:cNvPr>
                <p14:cNvContentPartPr/>
                <p14:nvPr/>
              </p14:nvContentPartPr>
              <p14:xfrm>
                <a:off x="4752878" y="4182263"/>
                <a:ext cx="4491720" cy="809640"/>
              </p14:xfrm>
            </p:contentPart>
          </mc:Choice>
          <mc:Fallback xmlns="">
            <p:pic>
              <p:nvPicPr>
                <p:cNvPr id="196" name="Ink 195">
                  <a:extLst>
                    <a:ext uri="{FF2B5EF4-FFF2-40B4-BE49-F238E27FC236}">
                      <a16:creationId xmlns:a16="http://schemas.microsoft.com/office/drawing/2014/main" id="{DD230297-FE9C-447E-B91A-F5B5CC133C4A}"/>
                    </a:ext>
                  </a:extLst>
                </p:cNvPr>
                <p:cNvPicPr/>
                <p:nvPr/>
              </p:nvPicPr>
              <p:blipFill>
                <a:blip r:embed="rId297"/>
                <a:stretch>
                  <a:fillRect/>
                </a:stretch>
              </p:blipFill>
              <p:spPr>
                <a:xfrm>
                  <a:off x="4743878" y="4173623"/>
                  <a:ext cx="4509360" cy="82728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197" name="Ink 196">
                  <a:extLst>
                    <a:ext uri="{FF2B5EF4-FFF2-40B4-BE49-F238E27FC236}">
                      <a16:creationId xmlns:a16="http://schemas.microsoft.com/office/drawing/2014/main" id="{2C38D8C7-1DB8-A78E-E021-DDC5A86CD4A0}"/>
                    </a:ext>
                  </a:extLst>
                </p14:cNvPr>
                <p14:cNvContentPartPr/>
                <p14:nvPr/>
              </p14:nvContentPartPr>
              <p14:xfrm>
                <a:off x="4666838" y="4818743"/>
                <a:ext cx="182160" cy="254880"/>
              </p14:xfrm>
            </p:contentPart>
          </mc:Choice>
          <mc:Fallback xmlns="">
            <p:pic>
              <p:nvPicPr>
                <p:cNvPr id="197" name="Ink 196">
                  <a:extLst>
                    <a:ext uri="{FF2B5EF4-FFF2-40B4-BE49-F238E27FC236}">
                      <a16:creationId xmlns:a16="http://schemas.microsoft.com/office/drawing/2014/main" id="{2C38D8C7-1DB8-A78E-E021-DDC5A86CD4A0}"/>
                    </a:ext>
                  </a:extLst>
                </p:cNvPr>
                <p:cNvPicPr/>
                <p:nvPr/>
              </p:nvPicPr>
              <p:blipFill>
                <a:blip r:embed="rId299"/>
                <a:stretch>
                  <a:fillRect/>
                </a:stretch>
              </p:blipFill>
              <p:spPr>
                <a:xfrm>
                  <a:off x="4658198" y="4809743"/>
                  <a:ext cx="199800" cy="272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00">
            <p14:nvContentPartPr>
              <p14:cNvPr id="199" name="Ink 198">
                <a:extLst>
                  <a:ext uri="{FF2B5EF4-FFF2-40B4-BE49-F238E27FC236}">
                    <a16:creationId xmlns:a16="http://schemas.microsoft.com/office/drawing/2014/main" id="{92AA2931-853A-434B-3245-46E773FF9620}"/>
                  </a:ext>
                </a:extLst>
              </p14:cNvPr>
              <p14:cNvContentPartPr/>
              <p14:nvPr/>
            </p14:nvContentPartPr>
            <p14:xfrm>
              <a:off x="7565558" y="5648903"/>
              <a:ext cx="360" cy="360"/>
            </p14:xfrm>
          </p:contentPart>
        </mc:Choice>
        <mc:Fallback xmlns="">
          <p:pic>
            <p:nvPicPr>
              <p:cNvPr id="199" name="Ink 198">
                <a:extLst>
                  <a:ext uri="{FF2B5EF4-FFF2-40B4-BE49-F238E27FC236}">
                    <a16:creationId xmlns:a16="http://schemas.microsoft.com/office/drawing/2014/main" id="{92AA2931-853A-434B-3245-46E773FF9620}"/>
                  </a:ext>
                </a:extLst>
              </p:cNvPr>
              <p:cNvPicPr/>
              <p:nvPr/>
            </p:nvPicPr>
            <p:blipFill>
              <a:blip r:embed="rId117"/>
              <a:stretch>
                <a:fillRect/>
              </a:stretch>
            </p:blipFill>
            <p:spPr>
              <a:xfrm>
                <a:off x="7556918" y="5640263"/>
                <a:ext cx="18000" cy="18000"/>
              </a:xfrm>
              <a:prstGeom prst="rect">
                <a:avLst/>
              </a:prstGeom>
            </p:spPr>
          </p:pic>
        </mc:Fallback>
      </mc:AlternateContent>
      <p:pic>
        <p:nvPicPr>
          <p:cNvPr id="1026" name="Picture 2" descr="PNG Mickey Mouse Disney Round Logo | Citypng">
            <a:extLst>
              <a:ext uri="{FF2B5EF4-FFF2-40B4-BE49-F238E27FC236}">
                <a16:creationId xmlns:a16="http://schemas.microsoft.com/office/drawing/2014/main" id="{DEDB62D9-B2D4-A2EA-45E3-94F4A10FBC9F}"/>
              </a:ext>
            </a:extLst>
          </p:cNvPr>
          <p:cNvPicPr>
            <a:picLocks noChangeAspect="1" noChangeArrowheads="1"/>
          </p:cNvPicPr>
          <p:nvPr/>
        </p:nvPicPr>
        <p:blipFill>
          <a:blip r:embed="rId301" cstate="print">
            <a:extLst>
              <a:ext uri="{28A0092B-C50C-407E-A947-70E740481C1C}">
                <a14:useLocalDpi xmlns:a14="http://schemas.microsoft.com/office/drawing/2010/main" val="0"/>
              </a:ext>
            </a:extLst>
          </a:blip>
          <a:srcRect/>
          <a:stretch>
            <a:fillRect/>
          </a:stretch>
        </p:blipFill>
        <p:spPr bwMode="auto">
          <a:xfrm>
            <a:off x="9046740" y="2780928"/>
            <a:ext cx="504056" cy="50405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donald duck cartoon 22026266 Vector Art at Vecteezy">
            <a:extLst>
              <a:ext uri="{FF2B5EF4-FFF2-40B4-BE49-F238E27FC236}">
                <a16:creationId xmlns:a16="http://schemas.microsoft.com/office/drawing/2014/main" id="{46010C6D-1E6A-668E-8F6A-1479DAB4A063}"/>
              </a:ext>
            </a:extLst>
          </p:cNvPr>
          <p:cNvPicPr>
            <a:picLocks noChangeAspect="1" noChangeArrowheads="1"/>
          </p:cNvPicPr>
          <p:nvPr/>
        </p:nvPicPr>
        <p:blipFill>
          <a:blip r:embed="rId302" cstate="print">
            <a:extLst>
              <a:ext uri="{28A0092B-C50C-407E-A947-70E740481C1C}">
                <a14:useLocalDpi xmlns:a14="http://schemas.microsoft.com/office/drawing/2010/main" val="0"/>
              </a:ext>
            </a:extLst>
          </a:blip>
          <a:srcRect/>
          <a:stretch>
            <a:fillRect/>
          </a:stretch>
        </p:blipFill>
        <p:spPr bwMode="auto">
          <a:xfrm>
            <a:off x="9334772" y="4123778"/>
            <a:ext cx="503590" cy="504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2325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 HANA Cloud Integration</a:t>
            </a:r>
            <a:endParaRPr lang="en-IN" sz="3600" dirty="0">
              <a:latin typeface="Cooper Black" panose="0208090404030B020404" pitchFamily="18" charset="0"/>
            </a:endParaRPr>
          </a:p>
        </p:txBody>
      </p:sp>
      <p:sp>
        <p:nvSpPr>
          <p:cNvPr id="13" name="TextBox 12">
            <a:extLst>
              <a:ext uri="{FF2B5EF4-FFF2-40B4-BE49-F238E27FC236}">
                <a16:creationId xmlns:a16="http://schemas.microsoft.com/office/drawing/2014/main" id="{78B33051-A262-4738-BE23-009A377F6D2B}"/>
              </a:ext>
            </a:extLst>
          </p:cNvPr>
          <p:cNvSpPr txBox="1"/>
          <p:nvPr/>
        </p:nvSpPr>
        <p:spPr>
          <a:xfrm>
            <a:off x="189756" y="908720"/>
            <a:ext cx="11809312" cy="5293757"/>
          </a:xfrm>
          <a:prstGeom prst="rect">
            <a:avLst/>
          </a:prstGeom>
          <a:noFill/>
        </p:spPr>
        <p:txBody>
          <a:bodyPr wrap="square" rtlCol="0">
            <a:spAutoFit/>
          </a:bodyPr>
          <a:lstStyle/>
          <a:p>
            <a:r>
              <a:rPr lang="en-US" sz="1800" dirty="0">
                <a:solidFill>
                  <a:schemeClr val="bg1"/>
                </a:solidFill>
              </a:rPr>
              <a:t>Pre-requisites</a:t>
            </a:r>
          </a:p>
          <a:p>
            <a:pPr marL="457200" indent="-457200">
              <a:buAutoNum type="arabicPeriod"/>
            </a:pPr>
            <a:r>
              <a:rPr lang="en-US" sz="1800" dirty="0">
                <a:solidFill>
                  <a:schemeClr val="bg1"/>
                </a:solidFill>
              </a:rPr>
              <a:t>Check the version of CDS (which must be &gt; 2.0) </a:t>
            </a:r>
            <a:r>
              <a:rPr lang="en-US" sz="1800" b="1" dirty="0" err="1">
                <a:solidFill>
                  <a:schemeClr val="bg1"/>
                </a:solidFill>
              </a:rPr>
              <a:t>cds</a:t>
            </a:r>
            <a:r>
              <a:rPr lang="en-US" sz="1800" b="1" dirty="0">
                <a:solidFill>
                  <a:schemeClr val="bg1"/>
                </a:solidFill>
              </a:rPr>
              <a:t> –v</a:t>
            </a:r>
          </a:p>
          <a:p>
            <a:pPr marL="342900" indent="-342900">
              <a:buAutoNum type="arabicPeriod"/>
            </a:pPr>
            <a:r>
              <a:rPr lang="en-US" sz="1800" dirty="0">
                <a:solidFill>
                  <a:schemeClr val="bg1"/>
                </a:solidFill>
              </a:rPr>
              <a:t>Start a HANA cloud instance in SAP BTP</a:t>
            </a:r>
          </a:p>
          <a:p>
            <a:r>
              <a:rPr lang="en-US" sz="1800" dirty="0">
                <a:solidFill>
                  <a:schemeClr val="bg1"/>
                </a:solidFill>
              </a:rPr>
              <a:t>Main steps</a:t>
            </a:r>
          </a:p>
          <a:p>
            <a:pPr marL="342900" indent="-342900">
              <a:buAutoNum type="arabicPeriod"/>
            </a:pPr>
            <a:r>
              <a:rPr lang="en-US" sz="1800" dirty="0">
                <a:solidFill>
                  <a:schemeClr val="bg1"/>
                </a:solidFill>
              </a:rPr>
              <a:t>Add </a:t>
            </a:r>
            <a:r>
              <a:rPr lang="en-US" sz="1800" dirty="0" err="1">
                <a:solidFill>
                  <a:schemeClr val="bg1"/>
                </a:solidFill>
              </a:rPr>
              <a:t>hana</a:t>
            </a:r>
            <a:r>
              <a:rPr lang="en-US" sz="1800" dirty="0">
                <a:solidFill>
                  <a:schemeClr val="bg1"/>
                </a:solidFill>
              </a:rPr>
              <a:t> configuration to our app, which tell cap framework that the default </a:t>
            </a:r>
            <a:r>
              <a:rPr lang="en-US" sz="1800" dirty="0" err="1">
                <a:solidFill>
                  <a:schemeClr val="bg1"/>
                </a:solidFill>
              </a:rPr>
              <a:t>db</a:t>
            </a:r>
            <a:r>
              <a:rPr lang="en-US" sz="1800" dirty="0">
                <a:solidFill>
                  <a:schemeClr val="bg1"/>
                </a:solidFill>
              </a:rPr>
              <a:t> is now </a:t>
            </a:r>
            <a:r>
              <a:rPr lang="en-US" sz="1800" dirty="0" err="1">
                <a:solidFill>
                  <a:schemeClr val="bg1"/>
                </a:solidFill>
              </a:rPr>
              <a:t>hana</a:t>
            </a:r>
            <a:r>
              <a:rPr lang="en-US" sz="1800" dirty="0">
                <a:solidFill>
                  <a:schemeClr val="bg1"/>
                </a:solidFill>
              </a:rPr>
              <a:t> – </a:t>
            </a:r>
            <a:r>
              <a:rPr lang="en-US" sz="1800" b="1" dirty="0" err="1">
                <a:solidFill>
                  <a:schemeClr val="bg1"/>
                </a:solidFill>
              </a:rPr>
              <a:t>cds</a:t>
            </a:r>
            <a:r>
              <a:rPr lang="en-US" sz="1800" b="1" dirty="0">
                <a:solidFill>
                  <a:schemeClr val="bg1"/>
                </a:solidFill>
              </a:rPr>
              <a:t> add </a:t>
            </a:r>
            <a:r>
              <a:rPr lang="en-US" sz="1800" b="1" dirty="0" err="1">
                <a:solidFill>
                  <a:schemeClr val="bg1"/>
                </a:solidFill>
              </a:rPr>
              <a:t>hana</a:t>
            </a:r>
            <a:endParaRPr lang="en-US" sz="1800" b="1" dirty="0">
              <a:solidFill>
                <a:schemeClr val="bg1"/>
              </a:solidFill>
            </a:endParaRPr>
          </a:p>
          <a:p>
            <a:r>
              <a:rPr lang="en-IN" sz="1600" dirty="0">
                <a:solidFill>
                  <a:schemeClr val="bg1"/>
                </a:solidFill>
              </a:rPr>
              <a:t>2.   Add the </a:t>
            </a:r>
            <a:r>
              <a:rPr lang="en-IN" sz="1600" dirty="0" err="1">
                <a:solidFill>
                  <a:schemeClr val="bg1"/>
                </a:solidFill>
              </a:rPr>
              <a:t>hana</a:t>
            </a:r>
            <a:r>
              <a:rPr lang="en-IN" sz="1600" dirty="0">
                <a:solidFill>
                  <a:schemeClr val="bg1"/>
                </a:solidFill>
              </a:rPr>
              <a:t> specific deployment format name to our project under </a:t>
            </a:r>
            <a:r>
              <a:rPr lang="en-IN" sz="1600" dirty="0" err="1">
                <a:solidFill>
                  <a:schemeClr val="bg1"/>
                </a:solidFill>
              </a:rPr>
              <a:t>cds</a:t>
            </a:r>
            <a:r>
              <a:rPr lang="en-IN" sz="1600" dirty="0">
                <a:solidFill>
                  <a:schemeClr val="bg1"/>
                </a:solidFill>
              </a:rPr>
              <a:t> section as below inside </a:t>
            </a:r>
            <a:r>
              <a:rPr lang="en-IN" sz="1600" dirty="0" err="1">
                <a:solidFill>
                  <a:schemeClr val="bg1"/>
                </a:solidFill>
              </a:rPr>
              <a:t>package.json</a:t>
            </a:r>
            <a:r>
              <a:rPr lang="en-IN" sz="1600" dirty="0">
                <a:solidFill>
                  <a:schemeClr val="bg1"/>
                </a:solidFill>
              </a:rPr>
              <a:t> file</a:t>
            </a:r>
            <a:br>
              <a:rPr lang="en-IN" sz="1600" dirty="0">
                <a:solidFill>
                  <a:schemeClr val="bg1"/>
                </a:solidFill>
              </a:rPr>
            </a:br>
            <a:r>
              <a:rPr lang="en-US" sz="1200" b="0" dirty="0">
                <a:solidFill>
                  <a:schemeClr val="bg1"/>
                </a:solidFill>
                <a:effectLst/>
                <a:latin typeface="Consolas" panose="020B0609020204030204" pitchFamily="49" charset="0"/>
              </a:rPr>
              <a:t>"</a:t>
            </a:r>
            <a:r>
              <a:rPr lang="en-US" sz="1200" b="0" dirty="0" err="1">
                <a:solidFill>
                  <a:schemeClr val="bg1"/>
                </a:solidFill>
                <a:effectLst/>
                <a:latin typeface="Consolas" panose="020B0609020204030204" pitchFamily="49" charset="0"/>
              </a:rPr>
              <a:t>hana</a:t>
            </a:r>
            <a:r>
              <a:rPr lang="en-US" sz="1200" b="0" dirty="0">
                <a:solidFill>
                  <a:schemeClr val="bg1"/>
                </a:solidFill>
                <a:effectLst/>
                <a:latin typeface="Consolas" panose="020B0609020204030204" pitchFamily="49" charset="0"/>
              </a:rPr>
              <a:t>":{</a:t>
            </a:r>
          </a:p>
          <a:p>
            <a:r>
              <a:rPr lang="en-US" sz="1200" b="0" dirty="0">
                <a:solidFill>
                  <a:schemeClr val="bg1"/>
                </a:solidFill>
                <a:effectLst/>
                <a:latin typeface="Consolas" panose="020B0609020204030204" pitchFamily="49" charset="0"/>
              </a:rPr>
              <a:t>      "deploy-format":"</a:t>
            </a:r>
            <a:r>
              <a:rPr lang="en-US" sz="1200" b="0" dirty="0" err="1">
                <a:solidFill>
                  <a:schemeClr val="bg1"/>
                </a:solidFill>
                <a:effectLst/>
                <a:latin typeface="Consolas" panose="020B0609020204030204" pitchFamily="49" charset="0"/>
              </a:rPr>
              <a:t>hdbtable</a:t>
            </a:r>
            <a:r>
              <a:rPr lang="en-US" sz="1200" b="0" dirty="0">
                <a:solidFill>
                  <a:schemeClr val="bg1"/>
                </a:solidFill>
                <a:effectLst/>
                <a:latin typeface="Consolas" panose="020B0609020204030204" pitchFamily="49" charset="0"/>
              </a:rPr>
              <a:t>"</a:t>
            </a:r>
          </a:p>
          <a:p>
            <a:r>
              <a:rPr lang="en-US" sz="1200" b="0" dirty="0">
                <a:solidFill>
                  <a:schemeClr val="bg1"/>
                </a:solidFill>
                <a:effectLst/>
                <a:latin typeface="Consolas" panose="020B0609020204030204" pitchFamily="49" charset="0"/>
              </a:rPr>
              <a:t>    }</a:t>
            </a:r>
          </a:p>
          <a:p>
            <a:r>
              <a:rPr lang="en-IN" sz="1600" dirty="0">
                <a:solidFill>
                  <a:schemeClr val="bg1"/>
                </a:solidFill>
              </a:rPr>
              <a:t>3. Since the first step added the </a:t>
            </a:r>
            <a:r>
              <a:rPr lang="en-IN" sz="1600" dirty="0" err="1">
                <a:solidFill>
                  <a:schemeClr val="bg1"/>
                </a:solidFill>
              </a:rPr>
              <a:t>hdb</a:t>
            </a:r>
            <a:r>
              <a:rPr lang="en-IN" sz="1600" dirty="0">
                <a:solidFill>
                  <a:schemeClr val="bg1"/>
                </a:solidFill>
              </a:rPr>
              <a:t> node module, we need to install it. Run </a:t>
            </a:r>
            <a:r>
              <a:rPr lang="en-IN" sz="1600" b="1" dirty="0" err="1">
                <a:solidFill>
                  <a:schemeClr val="bg1"/>
                </a:solidFill>
              </a:rPr>
              <a:t>npm</a:t>
            </a:r>
            <a:r>
              <a:rPr lang="en-IN" sz="1600" b="1" dirty="0">
                <a:solidFill>
                  <a:schemeClr val="bg1"/>
                </a:solidFill>
              </a:rPr>
              <a:t> install</a:t>
            </a:r>
          </a:p>
          <a:p>
            <a:r>
              <a:rPr lang="en-IN" sz="1600" dirty="0">
                <a:solidFill>
                  <a:schemeClr val="bg1"/>
                </a:solidFill>
              </a:rPr>
              <a:t>4. We need to perform a build, which will create all the </a:t>
            </a:r>
            <a:r>
              <a:rPr lang="en-IN" sz="1600" dirty="0" err="1">
                <a:solidFill>
                  <a:schemeClr val="bg1"/>
                </a:solidFill>
              </a:rPr>
              <a:t>hana</a:t>
            </a:r>
            <a:r>
              <a:rPr lang="en-IN" sz="1600" dirty="0">
                <a:solidFill>
                  <a:schemeClr val="bg1"/>
                </a:solidFill>
              </a:rPr>
              <a:t> specific files which will be deployed to HANA cloud. </a:t>
            </a:r>
            <a:r>
              <a:rPr lang="en-IN" sz="1600" b="1" dirty="0" err="1">
                <a:solidFill>
                  <a:schemeClr val="bg1"/>
                </a:solidFill>
              </a:rPr>
              <a:t>cds</a:t>
            </a:r>
            <a:r>
              <a:rPr lang="en-IN" sz="1600" b="1" dirty="0">
                <a:solidFill>
                  <a:schemeClr val="bg1"/>
                </a:solidFill>
              </a:rPr>
              <a:t> build --production</a:t>
            </a:r>
            <a:endParaRPr lang="en-IN" sz="1600" dirty="0">
              <a:solidFill>
                <a:schemeClr val="bg1"/>
              </a:solidFill>
            </a:endParaRPr>
          </a:p>
          <a:p>
            <a:r>
              <a:rPr lang="en-IN" sz="1600" dirty="0">
                <a:solidFill>
                  <a:schemeClr val="bg1"/>
                </a:solidFill>
              </a:rPr>
              <a:t>5. We need to login to cloud foundry from BAS – </a:t>
            </a:r>
            <a:r>
              <a:rPr lang="en-IN" sz="1600" b="1" dirty="0" err="1">
                <a:solidFill>
                  <a:schemeClr val="bg1"/>
                </a:solidFill>
              </a:rPr>
              <a:t>cf</a:t>
            </a:r>
            <a:r>
              <a:rPr lang="en-IN" sz="1600" b="1" dirty="0">
                <a:solidFill>
                  <a:schemeClr val="bg1"/>
                </a:solidFill>
              </a:rPr>
              <a:t> login</a:t>
            </a:r>
          </a:p>
          <a:p>
            <a:r>
              <a:rPr lang="en-IN" sz="1600" dirty="0">
                <a:solidFill>
                  <a:schemeClr val="bg1"/>
                </a:solidFill>
              </a:rPr>
              <a:t>6. Finally we need to deploy the DB and everything to SAP HANA Cloud – </a:t>
            </a:r>
            <a:r>
              <a:rPr lang="en-IN" sz="1600" b="1" dirty="0" err="1">
                <a:solidFill>
                  <a:schemeClr val="bg1"/>
                </a:solidFill>
              </a:rPr>
              <a:t>cds</a:t>
            </a:r>
            <a:r>
              <a:rPr lang="en-IN" sz="1600" b="1" dirty="0">
                <a:solidFill>
                  <a:schemeClr val="bg1"/>
                </a:solidFill>
              </a:rPr>
              <a:t> deploy --to </a:t>
            </a:r>
            <a:r>
              <a:rPr lang="en-IN" sz="1600" b="1" dirty="0" err="1">
                <a:solidFill>
                  <a:schemeClr val="bg1"/>
                </a:solidFill>
              </a:rPr>
              <a:t>hana:batman</a:t>
            </a:r>
            <a:endParaRPr lang="en-IN" sz="1600" b="1" dirty="0">
              <a:solidFill>
                <a:schemeClr val="bg1"/>
              </a:solidFill>
            </a:endParaRPr>
          </a:p>
          <a:p>
            <a:r>
              <a:rPr lang="en-IN" sz="1600" dirty="0">
                <a:solidFill>
                  <a:schemeClr val="bg1"/>
                </a:solidFill>
              </a:rPr>
              <a:t>7. We fixed issues related to excel format of HANA and changed the size of field </a:t>
            </a:r>
            <a:r>
              <a:rPr lang="en-IN" sz="1600" dirty="0" err="1">
                <a:solidFill>
                  <a:schemeClr val="bg1"/>
                </a:solidFill>
              </a:rPr>
              <a:t>bankid</a:t>
            </a:r>
            <a:r>
              <a:rPr lang="en-IN" sz="1600" dirty="0">
                <a:solidFill>
                  <a:schemeClr val="bg1"/>
                </a:solidFill>
              </a:rPr>
              <a:t> for employee, redo the build and deploy</a:t>
            </a:r>
          </a:p>
          <a:p>
            <a:r>
              <a:rPr lang="en-IN" sz="1600" dirty="0">
                <a:solidFill>
                  <a:schemeClr val="bg1"/>
                </a:solidFill>
              </a:rPr>
              <a:t>8. If deployment worked, a new file </a:t>
            </a:r>
            <a:r>
              <a:rPr lang="en-IN" sz="1600" b="1" dirty="0" err="1">
                <a:solidFill>
                  <a:schemeClr val="bg1"/>
                </a:solidFill>
              </a:rPr>
              <a:t>cdsrc-private.json</a:t>
            </a:r>
            <a:r>
              <a:rPr lang="en-IN" sz="1600" b="1" dirty="0">
                <a:solidFill>
                  <a:schemeClr val="bg1"/>
                </a:solidFill>
              </a:rPr>
              <a:t> </a:t>
            </a:r>
            <a:r>
              <a:rPr lang="en-IN" sz="1600" dirty="0">
                <a:solidFill>
                  <a:schemeClr val="bg1"/>
                </a:solidFill>
              </a:rPr>
              <a:t>gets created automatically, this file contain the information about which container in SAP BTP HANA Cloud to connect to. And the private key is stored in this file.</a:t>
            </a:r>
          </a:p>
          <a:p>
            <a:r>
              <a:rPr lang="en-IN" sz="1600" dirty="0">
                <a:solidFill>
                  <a:schemeClr val="bg1"/>
                </a:solidFill>
              </a:rPr>
              <a:t>9. Provide the credentials which will be used to connect database, start using </a:t>
            </a:r>
            <a:r>
              <a:rPr lang="en-IN" sz="1600" b="1" dirty="0" err="1">
                <a:solidFill>
                  <a:schemeClr val="bg1"/>
                </a:solidFill>
              </a:rPr>
              <a:t>cds</a:t>
            </a:r>
            <a:r>
              <a:rPr lang="en-IN" sz="1600" b="1" dirty="0">
                <a:solidFill>
                  <a:schemeClr val="bg1"/>
                </a:solidFill>
              </a:rPr>
              <a:t> watch --profile hybrid</a:t>
            </a:r>
            <a:endParaRPr lang="en-IN" sz="1600" dirty="0">
              <a:solidFill>
                <a:schemeClr val="bg1"/>
              </a:solidFill>
            </a:endParaRPr>
          </a:p>
          <a:p>
            <a:r>
              <a:rPr lang="en-US" sz="1200" b="0" dirty="0">
                <a:solidFill>
                  <a:schemeClr val="bg1"/>
                </a:solidFill>
                <a:effectLst/>
                <a:latin typeface="Consolas" panose="020B0609020204030204" pitchFamily="49" charset="0"/>
              </a:rPr>
              <a:t>"credentials": {</a:t>
            </a:r>
          </a:p>
          <a:p>
            <a:r>
              <a:rPr lang="en-US" sz="1200" b="0" dirty="0">
                <a:solidFill>
                  <a:schemeClr val="bg1"/>
                </a:solidFill>
                <a:effectLst/>
                <a:latin typeface="Consolas" panose="020B0609020204030204" pitchFamily="49" charset="0"/>
              </a:rPr>
              <a:t>          "database": "batman-key"</a:t>
            </a:r>
          </a:p>
          <a:p>
            <a:r>
              <a:rPr lang="en-US" sz="1200" b="0" dirty="0">
                <a:solidFill>
                  <a:schemeClr val="bg1"/>
                </a:solidFill>
                <a:effectLst/>
                <a:latin typeface="Consolas" panose="020B0609020204030204" pitchFamily="49" charset="0"/>
              </a:rPr>
              <a:t>        }</a:t>
            </a:r>
          </a:p>
          <a:p>
            <a:endParaRPr lang="en-IN" sz="1600" dirty="0">
              <a:solidFill>
                <a:schemeClr val="bg1"/>
              </a:solidFill>
            </a:endParaRPr>
          </a:p>
        </p:txBody>
      </p:sp>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Authentication v/s Authorization</a:t>
            </a:r>
            <a:endParaRPr lang="en-IN" dirty="0"/>
          </a:p>
        </p:txBody>
      </p:sp>
      <p:sp>
        <p:nvSpPr>
          <p:cNvPr id="12" name="TextBox 11">
            <a:extLst>
              <a:ext uri="{FF2B5EF4-FFF2-40B4-BE49-F238E27FC236}">
                <a16:creationId xmlns:a16="http://schemas.microsoft.com/office/drawing/2014/main" id="{6F10F899-F228-C7A0-F638-DA5009D28E9C}"/>
              </a:ext>
            </a:extLst>
          </p:cNvPr>
          <p:cNvSpPr txBox="1"/>
          <p:nvPr/>
        </p:nvSpPr>
        <p:spPr>
          <a:xfrm>
            <a:off x="183628" y="785615"/>
            <a:ext cx="11806237" cy="4215441"/>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Segoe UI"/>
                <a:ea typeface="+mn-ea"/>
                <a:cs typeface="+mn-cs"/>
              </a:rPr>
              <a:t>Authentication</a:t>
            </a:r>
            <a:r>
              <a:rPr kumimoji="0" lang="en-US" sz="1400" b="0" i="0" u="none" strike="noStrike" kern="0" cap="none" spc="0" normalizeH="0" baseline="0" noProof="0" dirty="0">
                <a:ln>
                  <a:noFill/>
                </a:ln>
                <a:solidFill>
                  <a:prstClr val="white"/>
                </a:solidFill>
                <a:effectLst/>
                <a:uLnTx/>
                <a:uFillTx/>
                <a:latin typeface="Segoe UI"/>
                <a:ea typeface="+mn-ea"/>
                <a:cs typeface="+mn-cs"/>
              </a:rPr>
              <a:t> – It ensures that is our user a valid user? Has he/she entered valid credentials to login to our app. It is enforced by a login screen. This login screen can also come from IDP like SSO, LDAP, Social integration.</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Segoe UI"/>
                <a:ea typeface="+mn-ea"/>
                <a:cs typeface="+mn-cs"/>
              </a:rPr>
              <a:t>Authorization</a:t>
            </a:r>
            <a:r>
              <a:rPr kumimoji="0" lang="en-US" sz="1400" b="0" i="0" u="none" strike="noStrike" kern="0" cap="none" spc="0" normalizeH="0" baseline="0" noProof="0" dirty="0">
                <a:ln>
                  <a:noFill/>
                </a:ln>
                <a:solidFill>
                  <a:prstClr val="white"/>
                </a:solidFill>
                <a:effectLst/>
                <a:uLnTx/>
                <a:uFillTx/>
                <a:latin typeface="Segoe UI"/>
                <a:ea typeface="+mn-ea"/>
                <a:cs typeface="+mn-cs"/>
              </a:rPr>
              <a:t> – Once user is authentication, then the authorization comes into play. It ensures, is our user allowed to do certain activities inside app. What is the level of access. E.g. create, update, delete, approve, view.</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white"/>
                </a:solidFill>
                <a:effectLst/>
                <a:uLnTx/>
                <a:uFillTx/>
                <a:latin typeface="Segoe UI"/>
                <a:ea typeface="+mn-ea"/>
                <a:cs typeface="+mn-cs"/>
              </a:rPr>
              <a:t>SAP BTP </a:t>
            </a:r>
            <a:r>
              <a:rPr kumimoji="0" lang="en-US" sz="1400" b="0" i="0" u="none" strike="noStrike" kern="0" cap="none" spc="0" normalizeH="0" baseline="0" noProof="0" dirty="0" err="1">
                <a:ln>
                  <a:noFill/>
                </a:ln>
                <a:solidFill>
                  <a:prstClr val="white"/>
                </a:solidFill>
                <a:effectLst/>
                <a:uLnTx/>
                <a:uFillTx/>
                <a:latin typeface="Segoe UI"/>
                <a:ea typeface="+mn-ea"/>
                <a:cs typeface="+mn-cs"/>
              </a:rPr>
              <a:t>cf</a:t>
            </a:r>
            <a:r>
              <a:rPr kumimoji="0" lang="en-US" sz="1400" b="0" i="0" u="none" strike="noStrike" kern="0" cap="none" spc="0" normalizeH="0" baseline="0" noProof="0" dirty="0">
                <a:ln>
                  <a:noFill/>
                </a:ln>
                <a:solidFill>
                  <a:prstClr val="white"/>
                </a:solidFill>
                <a:effectLst/>
                <a:uLnTx/>
                <a:uFillTx/>
                <a:latin typeface="Segoe UI"/>
                <a:ea typeface="+mn-ea"/>
                <a:cs typeface="+mn-cs"/>
              </a:rPr>
              <a:t> environment has a special component called XSUAA –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white"/>
                </a:solidFill>
                <a:effectLst/>
                <a:uLnTx/>
                <a:uFillTx/>
                <a:latin typeface="Segoe UI"/>
                <a:ea typeface="+mn-ea"/>
                <a:cs typeface="+mn-cs"/>
              </a:rPr>
              <a:t>XS – </a:t>
            </a:r>
            <a:r>
              <a:rPr kumimoji="0" lang="en-US" sz="1400" b="0" i="0" u="none" strike="noStrike" kern="0" cap="none" spc="0" normalizeH="0" baseline="0" noProof="0" dirty="0" err="1">
                <a:ln>
                  <a:noFill/>
                </a:ln>
                <a:solidFill>
                  <a:prstClr val="white"/>
                </a:solidFill>
                <a:effectLst/>
                <a:uLnTx/>
                <a:uFillTx/>
                <a:latin typeface="Segoe UI"/>
                <a:ea typeface="+mn-ea"/>
                <a:cs typeface="+mn-cs"/>
              </a:rPr>
              <a:t>eXtended</a:t>
            </a:r>
            <a:r>
              <a:rPr kumimoji="0" lang="en-US" sz="1400" b="0" i="0" u="none" strike="noStrike" kern="0" cap="none" spc="0" normalizeH="0" baseline="0" noProof="0" dirty="0">
                <a:ln>
                  <a:noFill/>
                </a:ln>
                <a:solidFill>
                  <a:prstClr val="white"/>
                </a:solidFill>
                <a:effectLst/>
                <a:uLnTx/>
                <a:uFillTx/>
                <a:latin typeface="Segoe UI"/>
                <a:ea typeface="+mn-ea"/>
                <a:cs typeface="+mn-cs"/>
              </a:rPr>
              <a:t> Services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white"/>
                </a:solidFill>
                <a:effectLst/>
                <a:uLnTx/>
                <a:uFillTx/>
                <a:latin typeface="Segoe UI"/>
                <a:ea typeface="+mn-ea"/>
                <a:cs typeface="+mn-cs"/>
              </a:rPr>
              <a:t>UAA – User Account and Authorization</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This is an in-built component inside of CF</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It is responsible to control the user account and authorization</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It manages our application security</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In CF we use modular approach to address security</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As a developer we need to decide what roles and level of security we need in our app. Example, we need to secure </a:t>
            </a:r>
            <a:r>
              <a:rPr kumimoji="0" lang="en-IN" sz="1400" b="0" i="0" u="none" strike="noStrike" kern="0" cap="none" spc="0" normalizeH="0" baseline="0" noProof="0" dirty="0" err="1">
                <a:ln>
                  <a:noFill/>
                </a:ln>
                <a:solidFill>
                  <a:prstClr val="white"/>
                </a:solidFill>
                <a:effectLst/>
                <a:uLnTx/>
                <a:uFillTx/>
                <a:latin typeface="Segoe UI"/>
                <a:ea typeface="+mn-ea"/>
                <a:cs typeface="+mn-cs"/>
              </a:rPr>
              <a:t>odata</a:t>
            </a:r>
            <a:r>
              <a:rPr kumimoji="0" lang="en-IN" sz="1400" b="0" i="0" u="none" strike="noStrike" kern="0" cap="none" spc="0" normalizeH="0" baseline="0" noProof="0" dirty="0">
                <a:ln>
                  <a:noFill/>
                </a:ln>
                <a:solidFill>
                  <a:prstClr val="white"/>
                </a:solidFill>
                <a:effectLst/>
                <a:uLnTx/>
                <a:uFillTx/>
                <a:latin typeface="Segoe UI"/>
                <a:ea typeface="+mn-ea"/>
                <a:cs typeface="+mn-cs"/>
              </a:rPr>
              <a:t> resource /</a:t>
            </a:r>
            <a:r>
              <a:rPr kumimoji="0" lang="en-IN" sz="1400" b="0" i="0" u="none" strike="noStrike" kern="0" cap="none" spc="0" normalizeH="0" baseline="0" noProof="0" dirty="0" err="1">
                <a:ln>
                  <a:noFill/>
                </a:ln>
                <a:solidFill>
                  <a:prstClr val="white"/>
                </a:solidFill>
                <a:effectLst/>
                <a:uLnTx/>
                <a:uFillTx/>
                <a:latin typeface="Segoe UI"/>
                <a:ea typeface="+mn-ea"/>
                <a:cs typeface="+mn-cs"/>
              </a:rPr>
              <a:t>Anubhav.svc</a:t>
            </a:r>
            <a:endParaRPr kumimoji="0" lang="en-IN" sz="1400" b="0" i="0" u="none" strike="noStrike" kern="0" cap="none" spc="0" normalizeH="0" baseline="0" noProof="0" dirty="0">
              <a:ln>
                <a:noFill/>
              </a:ln>
              <a:solidFill>
                <a:prstClr val="white"/>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Usually we define Viewer, Editor</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We need to define our scope and role templates inside a special file called </a:t>
            </a:r>
            <a:r>
              <a:rPr kumimoji="0" lang="en-IN" sz="1400" b="1" i="0" u="none" strike="noStrike" kern="0" cap="none" spc="0" normalizeH="0" baseline="0" noProof="0" dirty="0" err="1">
                <a:ln>
                  <a:noFill/>
                </a:ln>
                <a:solidFill>
                  <a:prstClr val="white"/>
                </a:solidFill>
                <a:effectLst/>
                <a:uLnTx/>
                <a:uFillTx/>
                <a:latin typeface="Segoe UI"/>
                <a:ea typeface="+mn-ea"/>
                <a:cs typeface="+mn-cs"/>
              </a:rPr>
              <a:t>xs-security.json</a:t>
            </a:r>
            <a:r>
              <a:rPr kumimoji="0" lang="en-IN" sz="1400" b="1" i="0" u="none" strike="noStrike" kern="0" cap="none" spc="0" normalizeH="0" baseline="0" noProof="0" dirty="0">
                <a:ln>
                  <a:noFill/>
                </a:ln>
                <a:solidFill>
                  <a:prstClr val="white"/>
                </a:solidFill>
                <a:effectLst/>
                <a:uLnTx/>
                <a:uFillTx/>
                <a:latin typeface="Segoe UI"/>
                <a:ea typeface="+mn-ea"/>
                <a:cs typeface="+mn-cs"/>
              </a:rPr>
              <a:t> </a:t>
            </a:r>
            <a:r>
              <a:rPr kumimoji="0" lang="en-IN" sz="1400" b="0" i="0" u="none" strike="noStrike" kern="0" cap="none" spc="0" normalizeH="0" baseline="0" noProof="0" dirty="0">
                <a:ln>
                  <a:noFill/>
                </a:ln>
                <a:solidFill>
                  <a:prstClr val="white"/>
                </a:solidFill>
                <a:effectLst/>
                <a:uLnTx/>
                <a:uFillTx/>
                <a:latin typeface="Segoe UI"/>
                <a:ea typeface="+mn-ea"/>
                <a:cs typeface="+mn-cs"/>
              </a:rPr>
              <a:t>file</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XSUAA Communicates to the </a:t>
            </a:r>
            <a:r>
              <a:rPr kumimoji="0" lang="en-IN" sz="1400" b="1" i="0" u="none" strike="noStrike" kern="0" cap="none" spc="0" normalizeH="0" baseline="0" noProof="0" dirty="0">
                <a:ln>
                  <a:noFill/>
                </a:ln>
                <a:solidFill>
                  <a:prstClr val="white"/>
                </a:solidFill>
                <a:effectLst/>
                <a:uLnTx/>
                <a:uFillTx/>
                <a:latin typeface="Segoe UI"/>
                <a:ea typeface="+mn-ea"/>
                <a:cs typeface="+mn-cs"/>
              </a:rPr>
              <a:t>IDP – Identity Provider</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Issues </a:t>
            </a:r>
            <a:r>
              <a:rPr kumimoji="0" lang="en-IN" sz="1400" b="1" i="0" u="none" strike="noStrike" kern="0" cap="none" spc="0" normalizeH="0" baseline="0" noProof="0" dirty="0">
                <a:ln>
                  <a:noFill/>
                </a:ln>
                <a:solidFill>
                  <a:prstClr val="white"/>
                </a:solidFill>
                <a:effectLst/>
                <a:uLnTx/>
                <a:uFillTx/>
                <a:latin typeface="Segoe UI"/>
                <a:ea typeface="+mn-ea"/>
                <a:cs typeface="+mn-cs"/>
              </a:rPr>
              <a:t>JWT (JSON web Token) </a:t>
            </a:r>
            <a:r>
              <a:rPr kumimoji="0" lang="en-IN" sz="1400" b="0" i="0" u="none" strike="noStrike" kern="0" cap="none" spc="0" normalizeH="0" baseline="0" noProof="0" dirty="0">
                <a:ln>
                  <a:noFill/>
                </a:ln>
                <a:solidFill>
                  <a:prstClr val="white"/>
                </a:solidFill>
                <a:effectLst/>
                <a:uLnTx/>
                <a:uFillTx/>
                <a:latin typeface="Segoe UI"/>
                <a:ea typeface="+mn-ea"/>
                <a:cs typeface="+mn-cs"/>
              </a:rPr>
              <a:t>to cloud foundry router which let user access the app based on permission.</a:t>
            </a:r>
          </a:p>
        </p:txBody>
      </p:sp>
      <p:sp>
        <p:nvSpPr>
          <p:cNvPr id="13" name="Rectangle 12">
            <a:extLst>
              <a:ext uri="{FF2B5EF4-FFF2-40B4-BE49-F238E27FC236}">
                <a16:creationId xmlns:a16="http://schemas.microsoft.com/office/drawing/2014/main" id="{3643048D-A7CA-D41E-C7AC-CCAB701256CA}"/>
              </a:ext>
            </a:extLst>
          </p:cNvPr>
          <p:cNvSpPr/>
          <p:nvPr/>
        </p:nvSpPr>
        <p:spPr>
          <a:xfrm>
            <a:off x="1623413"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Scope</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(permission)</a:t>
            </a:r>
          </a:p>
        </p:txBody>
      </p:sp>
      <p:sp>
        <p:nvSpPr>
          <p:cNvPr id="14" name="Rectangle 13">
            <a:extLst>
              <a:ext uri="{FF2B5EF4-FFF2-40B4-BE49-F238E27FC236}">
                <a16:creationId xmlns:a16="http://schemas.microsoft.com/office/drawing/2014/main" id="{CAF1E737-A025-646B-E1D2-2FDCC17E4BD0}"/>
              </a:ext>
            </a:extLst>
          </p:cNvPr>
          <p:cNvSpPr/>
          <p:nvPr/>
        </p:nvSpPr>
        <p:spPr>
          <a:xfrm>
            <a:off x="5438843"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Role Template</a:t>
            </a:r>
          </a:p>
        </p:txBody>
      </p:sp>
      <p:cxnSp>
        <p:nvCxnSpPr>
          <p:cNvPr id="15" name="Straight Connector 14">
            <a:extLst>
              <a:ext uri="{FF2B5EF4-FFF2-40B4-BE49-F238E27FC236}">
                <a16:creationId xmlns:a16="http://schemas.microsoft.com/office/drawing/2014/main" id="{40BB33BA-B03F-9320-17D7-F05B3766B37A}"/>
              </a:ext>
            </a:extLst>
          </p:cNvPr>
          <p:cNvCxnSpPr>
            <a:stCxn id="13" idx="3"/>
            <a:endCxn id="14" idx="1"/>
          </p:cNvCxnSpPr>
          <p:nvPr/>
        </p:nvCxnSpPr>
        <p:spPr>
          <a:xfrm>
            <a:off x="3351155" y="5874152"/>
            <a:ext cx="2087688" cy="0"/>
          </a:xfrm>
          <a:prstGeom prst="line">
            <a:avLst/>
          </a:prstGeom>
          <a:noFill/>
          <a:ln w="9525" cap="flat" cmpd="sng" algn="ctr">
            <a:solidFill>
              <a:srgbClr val="202B50">
                <a:shade val="95000"/>
                <a:satMod val="105000"/>
              </a:srgbClr>
            </a:solidFill>
            <a:prstDash val="solid"/>
          </a:ln>
          <a:effectLst/>
        </p:spPr>
      </p:cxnSp>
      <p:sp>
        <p:nvSpPr>
          <p:cNvPr id="16" name="TextBox 15">
            <a:extLst>
              <a:ext uri="{FF2B5EF4-FFF2-40B4-BE49-F238E27FC236}">
                <a16:creationId xmlns:a16="http://schemas.microsoft.com/office/drawing/2014/main" id="{7B3AAFBE-55E6-7165-C524-D53C89F1869D}"/>
              </a:ext>
            </a:extLst>
          </p:cNvPr>
          <p:cNvSpPr txBox="1"/>
          <p:nvPr/>
        </p:nvSpPr>
        <p:spPr>
          <a:xfrm>
            <a:off x="3351155" y="5426323"/>
            <a:ext cx="2375645" cy="461417"/>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	     *</a:t>
            </a:r>
          </a:p>
        </p:txBody>
      </p:sp>
      <p:sp>
        <p:nvSpPr>
          <p:cNvPr id="17" name="Rectangle 16">
            <a:extLst>
              <a:ext uri="{FF2B5EF4-FFF2-40B4-BE49-F238E27FC236}">
                <a16:creationId xmlns:a16="http://schemas.microsoft.com/office/drawing/2014/main" id="{11A855E9-5463-D35A-F9B3-9506DDDF0ED5}"/>
              </a:ext>
            </a:extLst>
          </p:cNvPr>
          <p:cNvSpPr/>
          <p:nvPr/>
        </p:nvSpPr>
        <p:spPr>
          <a:xfrm>
            <a:off x="8390402"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Role Collection</a:t>
            </a:r>
          </a:p>
        </p:txBody>
      </p:sp>
      <p:cxnSp>
        <p:nvCxnSpPr>
          <p:cNvPr id="18" name="Straight Connector 17">
            <a:extLst>
              <a:ext uri="{FF2B5EF4-FFF2-40B4-BE49-F238E27FC236}">
                <a16:creationId xmlns:a16="http://schemas.microsoft.com/office/drawing/2014/main" id="{AD307554-17F7-7992-5053-6F85F367361B}"/>
              </a:ext>
            </a:extLst>
          </p:cNvPr>
          <p:cNvCxnSpPr>
            <a:stCxn id="14" idx="3"/>
            <a:endCxn id="17" idx="1"/>
          </p:cNvCxnSpPr>
          <p:nvPr/>
        </p:nvCxnSpPr>
        <p:spPr>
          <a:xfrm>
            <a:off x="7166585" y="5874152"/>
            <a:ext cx="1223817" cy="0"/>
          </a:xfrm>
          <a:prstGeom prst="line">
            <a:avLst/>
          </a:prstGeom>
          <a:noFill/>
          <a:ln w="9525" cap="flat" cmpd="sng" algn="ctr">
            <a:solidFill>
              <a:srgbClr val="202B50">
                <a:shade val="95000"/>
                <a:satMod val="105000"/>
              </a:srgbClr>
            </a:solidFill>
            <a:prstDash val="solid"/>
          </a:ln>
          <a:effectLst/>
        </p:spPr>
      </p:cxnSp>
      <p:sp>
        <p:nvSpPr>
          <p:cNvPr id="19" name="TextBox 18">
            <a:extLst>
              <a:ext uri="{FF2B5EF4-FFF2-40B4-BE49-F238E27FC236}">
                <a16:creationId xmlns:a16="http://schemas.microsoft.com/office/drawing/2014/main" id="{67E8CB7F-3920-0EEF-4648-0869E7E16F62}"/>
              </a:ext>
            </a:extLst>
          </p:cNvPr>
          <p:cNvSpPr txBox="1"/>
          <p:nvPr/>
        </p:nvSpPr>
        <p:spPr>
          <a:xfrm>
            <a:off x="7166585" y="5426323"/>
            <a:ext cx="1295806" cy="461417"/>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         *</a:t>
            </a:r>
          </a:p>
        </p:txBody>
      </p:sp>
      <p:sp>
        <p:nvSpPr>
          <p:cNvPr id="20" name="Smiley Face 19">
            <a:extLst>
              <a:ext uri="{FF2B5EF4-FFF2-40B4-BE49-F238E27FC236}">
                <a16:creationId xmlns:a16="http://schemas.microsoft.com/office/drawing/2014/main" id="{DC9EB602-77FC-D2F5-43BC-C520B7ED05D9}"/>
              </a:ext>
            </a:extLst>
          </p:cNvPr>
          <p:cNvSpPr/>
          <p:nvPr/>
        </p:nvSpPr>
        <p:spPr>
          <a:xfrm>
            <a:off x="11054004" y="5334014"/>
            <a:ext cx="719892" cy="646163"/>
          </a:xfrm>
          <a:prstGeom prst="smileyFace">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ysClr val="windowText" lastClr="000000">
                <a:lumMod val="95000"/>
                <a:lumOff val="5000"/>
              </a:sysClr>
            </a:solidFill>
            <a:prstDash val="solid"/>
          </a:ln>
          <a:effectLst>
            <a:outerShdw blurRad="40000" dist="20000" dir="5400000" rotWithShape="0">
              <a:srgbClr val="000000">
                <a:alpha val="38000"/>
              </a:srgbClr>
            </a:outerShdw>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399" b="1" i="0" u="none" strike="noStrike" kern="0" cap="none" spc="0" normalizeH="0" baseline="0" noProof="0" dirty="0">
              <a:ln>
                <a:noFill/>
              </a:ln>
              <a:solidFill>
                <a:prstClr val="white"/>
              </a:solidFill>
              <a:effectLst/>
              <a:uLnTx/>
              <a:uFillTx/>
              <a:latin typeface="Segoe UI"/>
              <a:ea typeface="+mn-ea"/>
              <a:cs typeface="+mn-cs"/>
            </a:endParaRPr>
          </a:p>
        </p:txBody>
      </p:sp>
      <p:cxnSp>
        <p:nvCxnSpPr>
          <p:cNvPr id="21" name="Connector: Elbow 20">
            <a:extLst>
              <a:ext uri="{FF2B5EF4-FFF2-40B4-BE49-F238E27FC236}">
                <a16:creationId xmlns:a16="http://schemas.microsoft.com/office/drawing/2014/main" id="{39FB7B0B-43C4-53CC-F7CB-9A6A0904A3A3}"/>
              </a:ext>
            </a:extLst>
          </p:cNvPr>
          <p:cNvCxnSpPr>
            <a:stCxn id="17" idx="3"/>
            <a:endCxn id="20" idx="4"/>
          </p:cNvCxnSpPr>
          <p:nvPr/>
        </p:nvCxnSpPr>
        <p:spPr>
          <a:xfrm>
            <a:off x="10118144" y="5874154"/>
            <a:ext cx="1295806" cy="106023"/>
          </a:xfrm>
          <a:prstGeom prst="bentConnector4">
            <a:avLst>
              <a:gd name="adj1" fmla="val 36111"/>
              <a:gd name="adj2" fmla="val 315557"/>
            </a:avLst>
          </a:prstGeom>
          <a:noFill/>
          <a:ln w="9525" cap="flat" cmpd="sng" algn="ctr">
            <a:solidFill>
              <a:srgbClr val="202B50">
                <a:shade val="95000"/>
                <a:satMod val="105000"/>
              </a:srgbClr>
            </a:solidFill>
            <a:prstDash val="solid"/>
            <a:tailEnd type="triangle"/>
          </a:ln>
          <a:effectLst/>
        </p:spPr>
      </p:cxnSp>
    </p:spTree>
    <p:extLst>
      <p:ext uri="{BB962C8B-B14F-4D97-AF65-F5344CB8AC3E}">
        <p14:creationId xmlns:p14="http://schemas.microsoft.com/office/powerpoint/2010/main" val="308907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IDP – Identity Provider</a:t>
            </a:r>
            <a:endParaRPr lang="en-IN" dirty="0"/>
          </a:p>
        </p:txBody>
      </p:sp>
      <p:sp>
        <p:nvSpPr>
          <p:cNvPr id="10" name="Slide Number Placeholder 3">
            <a:extLst>
              <a:ext uri="{FF2B5EF4-FFF2-40B4-BE49-F238E27FC236}">
                <a16:creationId xmlns:a16="http://schemas.microsoft.com/office/drawing/2014/main" id="{2F3035AE-3E52-4994-6211-AE55192D28F5}"/>
              </a:ext>
            </a:extLst>
          </p:cNvPr>
          <p:cNvSpPr>
            <a:spLocks noGrp="1"/>
          </p:cNvSpPr>
          <p:nvPr>
            <p:ph type="sldNum" sz="quarter" idx="12"/>
          </p:nvPr>
        </p:nvSpPr>
        <p:spPr>
          <a:xfrm flipH="1">
            <a:off x="11637584" y="6596527"/>
            <a:ext cx="218945" cy="143978"/>
          </a:xfrm>
          <a:ln>
            <a:solidFill>
              <a:schemeClr val="bg1"/>
            </a:solidFill>
          </a:ln>
        </p:spPr>
        <p:txBody>
          <a:bodyPr/>
          <a:lstStyle/>
          <a:p>
            <a:pPr marL="0" marR="0" lvl="0" indent="0" algn="r" defTabSz="1218621" rtl="0" eaLnBrk="1" fontAlgn="auto" latinLnBrk="0" hangingPunct="1">
              <a:lnSpc>
                <a:spcPct val="100000"/>
              </a:lnSpc>
              <a:spcBef>
                <a:spcPts val="0"/>
              </a:spcBef>
              <a:spcAft>
                <a:spcPts val="0"/>
              </a:spcAft>
              <a:buClrTx/>
              <a:buSzTx/>
              <a:buFontTx/>
              <a:buNone/>
              <a:tabLst/>
              <a:defRPr/>
            </a:pPr>
            <a:fld id="{96E69268-9C8B-4EBF-A9EE-DC5DC2D48DC3}" type="slidenum">
              <a:rPr kumimoji="0" lang="en-US" sz="1600" b="0" i="0" u="none" strike="noStrike" kern="1200" cap="none" spc="0" normalizeH="0" baseline="0" noProof="0">
                <a:ln>
                  <a:noFill/>
                </a:ln>
                <a:solidFill>
                  <a:prstClr val="white"/>
                </a:solidFill>
                <a:effectLst/>
                <a:uLnTx/>
                <a:uFillTx/>
                <a:latin typeface="Segoe UI"/>
                <a:ea typeface="+mn-ea"/>
                <a:cs typeface="+mn-cs"/>
              </a:rPr>
              <a:pPr marL="0" marR="0" lvl="0" indent="0" algn="r" defTabSz="1218621" rtl="0" eaLnBrk="1" fontAlgn="auto" latinLnBrk="0" hangingPunct="1">
                <a:lnSpc>
                  <a:spcPct val="100000"/>
                </a:lnSpc>
                <a:spcBef>
                  <a:spcPts val="0"/>
                </a:spcBef>
                <a:spcAft>
                  <a:spcPts val="0"/>
                </a:spcAft>
                <a:buClrTx/>
                <a:buSzTx/>
                <a:buFontTx/>
                <a:buNone/>
                <a:tabLst/>
                <a:defRPr/>
              </a:pPr>
              <a:t>15</a:t>
            </a:fld>
            <a:endParaRPr kumimoji="0" lang="en-US" sz="1600" b="0" i="0" u="none" strike="noStrike" kern="1200" cap="none" spc="0" normalizeH="0" baseline="0" noProof="0" dirty="0">
              <a:ln>
                <a:noFill/>
              </a:ln>
              <a:solidFill>
                <a:prstClr val="white"/>
              </a:solidFill>
              <a:effectLst/>
              <a:uLnTx/>
              <a:uFillTx/>
              <a:latin typeface="Segoe UI Black" panose="020B0A02040204020203" pitchFamily="34" charset="0"/>
              <a:ea typeface="Segoe UI Black" panose="020B0A02040204020203" pitchFamily="34" charset="0"/>
              <a:cs typeface="+mn-cs"/>
            </a:endParaRPr>
          </a:p>
        </p:txBody>
      </p:sp>
      <p:sp>
        <p:nvSpPr>
          <p:cNvPr id="11" name="TextBox 10">
            <a:extLst>
              <a:ext uri="{FF2B5EF4-FFF2-40B4-BE49-F238E27FC236}">
                <a16:creationId xmlns:a16="http://schemas.microsoft.com/office/drawing/2014/main" id="{2362F458-B5B7-154C-F189-BA5A239E04AA}"/>
              </a:ext>
            </a:extLst>
          </p:cNvPr>
          <p:cNvSpPr txBox="1"/>
          <p:nvPr/>
        </p:nvSpPr>
        <p:spPr>
          <a:xfrm>
            <a:off x="191294" y="745067"/>
            <a:ext cx="11806237" cy="830781"/>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An identity provider is a software or group of software which stores all the user credentials and their scopes (roles) in itself. This will centralize the user management in company and simplify the login process to different apps. This way user do not need to remember multiple passwords to multiple apps.</a:t>
            </a:r>
            <a:endParaRPr kumimoji="0" lang="en-IN" sz="1600" b="0" i="0" u="none" strike="noStrike" kern="1200" cap="none" spc="0" normalizeH="0" baseline="0" noProof="0" dirty="0">
              <a:ln>
                <a:noFill/>
              </a:ln>
              <a:solidFill>
                <a:prstClr val="white"/>
              </a:solidFill>
              <a:effectLst/>
              <a:uLnTx/>
              <a:uFillTx/>
              <a:latin typeface="Segoe UI"/>
              <a:ea typeface="+mn-ea"/>
              <a:cs typeface="+mn-cs"/>
            </a:endParaRPr>
          </a:p>
        </p:txBody>
      </p:sp>
      <p:sp>
        <p:nvSpPr>
          <p:cNvPr id="12" name="Rectangle 11">
            <a:extLst>
              <a:ext uri="{FF2B5EF4-FFF2-40B4-BE49-F238E27FC236}">
                <a16:creationId xmlns:a16="http://schemas.microsoft.com/office/drawing/2014/main" id="{1713AAA2-6DEA-AA00-A36C-E150CA26CDC0}"/>
              </a:ext>
            </a:extLst>
          </p:cNvPr>
          <p:cNvSpPr/>
          <p:nvPr/>
        </p:nvSpPr>
        <p:spPr>
          <a:xfrm>
            <a:off x="3502799" y="1773200"/>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Portal</a:t>
            </a:r>
          </a:p>
        </p:txBody>
      </p:sp>
      <p:sp>
        <p:nvSpPr>
          <p:cNvPr id="13" name="Rectangle 12">
            <a:extLst>
              <a:ext uri="{FF2B5EF4-FFF2-40B4-BE49-F238E27FC236}">
                <a16:creationId xmlns:a16="http://schemas.microsoft.com/office/drawing/2014/main" id="{9E1B9187-7A51-944A-FE75-AE7CA8C09B1E}"/>
              </a:ext>
            </a:extLst>
          </p:cNvPr>
          <p:cNvSpPr/>
          <p:nvPr/>
        </p:nvSpPr>
        <p:spPr>
          <a:xfrm>
            <a:off x="3502799" y="2459418"/>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Launchpad</a:t>
            </a:r>
          </a:p>
        </p:txBody>
      </p:sp>
      <p:sp>
        <p:nvSpPr>
          <p:cNvPr id="14" name="Rectangle 13">
            <a:extLst>
              <a:ext uri="{FF2B5EF4-FFF2-40B4-BE49-F238E27FC236}">
                <a16:creationId xmlns:a16="http://schemas.microsoft.com/office/drawing/2014/main" id="{9FCB960D-CAA4-5664-1FA8-E37E384BDDA6}"/>
              </a:ext>
            </a:extLst>
          </p:cNvPr>
          <p:cNvSpPr/>
          <p:nvPr/>
        </p:nvSpPr>
        <p:spPr>
          <a:xfrm>
            <a:off x="3502799" y="3155302"/>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Dedicated SRM</a:t>
            </a:r>
          </a:p>
        </p:txBody>
      </p:sp>
      <p:sp>
        <p:nvSpPr>
          <p:cNvPr id="15" name="Rectangle 14">
            <a:extLst>
              <a:ext uri="{FF2B5EF4-FFF2-40B4-BE49-F238E27FC236}">
                <a16:creationId xmlns:a16="http://schemas.microsoft.com/office/drawing/2014/main" id="{9913C176-6984-A538-324D-90535DAEDDF5}"/>
              </a:ext>
            </a:extLst>
          </p:cNvPr>
          <p:cNvSpPr/>
          <p:nvPr/>
        </p:nvSpPr>
        <p:spPr>
          <a:xfrm>
            <a:off x="3502799" y="3838466"/>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SAP Server</a:t>
            </a:r>
          </a:p>
        </p:txBody>
      </p:sp>
      <p:sp>
        <p:nvSpPr>
          <p:cNvPr id="16" name="Rectangle 15">
            <a:extLst>
              <a:ext uri="{FF2B5EF4-FFF2-40B4-BE49-F238E27FC236}">
                <a16:creationId xmlns:a16="http://schemas.microsoft.com/office/drawing/2014/main" id="{589C4928-B238-BC26-0800-90E199EC2DA8}"/>
              </a:ext>
            </a:extLst>
          </p:cNvPr>
          <p:cNvSpPr/>
          <p:nvPr/>
        </p:nvSpPr>
        <p:spPr>
          <a:xfrm>
            <a:off x="3505536" y="4501267"/>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Outlook</a:t>
            </a:r>
          </a:p>
        </p:txBody>
      </p:sp>
      <p:pic>
        <p:nvPicPr>
          <p:cNvPr id="17" name="Picture 16" descr="Icon&#10;&#10;Description automatically generated">
            <a:extLst>
              <a:ext uri="{FF2B5EF4-FFF2-40B4-BE49-F238E27FC236}">
                <a16:creationId xmlns:a16="http://schemas.microsoft.com/office/drawing/2014/main" id="{39D951F8-AAB4-A0F2-64B5-B0695D8D1380}"/>
              </a:ext>
            </a:extLst>
          </p:cNvPr>
          <p:cNvPicPr>
            <a:picLocks noChangeAspect="1"/>
          </p:cNvPicPr>
          <p:nvPr/>
        </p:nvPicPr>
        <p:blipFill rotWithShape="1">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512" t="9401" r="10243" b="17538"/>
          <a:stretch/>
        </p:blipFill>
        <p:spPr>
          <a:xfrm>
            <a:off x="407263" y="1853558"/>
            <a:ext cx="982807" cy="991115"/>
          </a:xfrm>
          <a:prstGeom prst="rect">
            <a:avLst/>
          </a:prstGeom>
          <a:ln>
            <a:solidFill>
              <a:schemeClr val="bg1"/>
            </a:solidFill>
          </a:ln>
        </p:spPr>
      </p:pic>
      <p:sp>
        <p:nvSpPr>
          <p:cNvPr id="18" name="Rectangle 17">
            <a:extLst>
              <a:ext uri="{FF2B5EF4-FFF2-40B4-BE49-F238E27FC236}">
                <a16:creationId xmlns:a16="http://schemas.microsoft.com/office/drawing/2014/main" id="{36D70D1E-84DF-C8FB-E0C6-192510CBE30B}"/>
              </a:ext>
            </a:extLst>
          </p:cNvPr>
          <p:cNvSpPr/>
          <p:nvPr/>
        </p:nvSpPr>
        <p:spPr>
          <a:xfrm>
            <a:off x="389118" y="3807751"/>
            <a:ext cx="98280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SSO</a:t>
            </a:r>
          </a:p>
        </p:txBody>
      </p:sp>
      <p:sp>
        <p:nvSpPr>
          <p:cNvPr id="19" name="TextBox 18">
            <a:extLst>
              <a:ext uri="{FF2B5EF4-FFF2-40B4-BE49-F238E27FC236}">
                <a16:creationId xmlns:a16="http://schemas.microsoft.com/office/drawing/2014/main" id="{8E35FBE6-EE4A-7358-7C15-CA18584BCB9F}"/>
              </a:ext>
            </a:extLst>
          </p:cNvPr>
          <p:cNvSpPr txBox="1"/>
          <p:nvPr/>
        </p:nvSpPr>
        <p:spPr>
          <a:xfrm>
            <a:off x="107446" y="4582175"/>
            <a:ext cx="3239516" cy="1076937"/>
          </a:xfrm>
          <a:prstGeom prst="rect">
            <a:avLst/>
          </a:prstGeom>
          <a:noFill/>
          <a:ln>
            <a:noFill/>
          </a:ln>
        </p:spPr>
        <p:txBody>
          <a:bodyPr wrap="square" rtlCol="0">
            <a:spAutoFit/>
          </a:bodyPr>
          <a:lstStyle/>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User/email/password</a:t>
            </a:r>
          </a:p>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Single source of truth</a:t>
            </a:r>
          </a:p>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Trust relation</a:t>
            </a:r>
          </a:p>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Scope- clerk, manager, </a:t>
            </a:r>
            <a:r>
              <a:rPr kumimoji="0" lang="en-US" sz="1600" b="0" i="0" u="none" strike="noStrike" kern="1200" cap="none" spc="0" normalizeH="0" baseline="0" noProof="0" dirty="0" err="1">
                <a:ln>
                  <a:noFill/>
                </a:ln>
                <a:solidFill>
                  <a:prstClr val="white"/>
                </a:solidFill>
                <a:effectLst/>
                <a:uLnTx/>
                <a:uFillTx/>
                <a:latin typeface="Segoe UI"/>
                <a:ea typeface="+mn-ea"/>
                <a:cs typeface="+mn-cs"/>
              </a:rPr>
              <a:t>ceo</a:t>
            </a:r>
            <a:endParaRPr kumimoji="0" lang="en-US" sz="1600" b="0" i="0" u="none" strike="noStrike" kern="1200" cap="none" spc="0" normalizeH="0" baseline="0" noProof="0" dirty="0">
              <a:ln>
                <a:noFill/>
              </a:ln>
              <a:solidFill>
                <a:prstClr val="white"/>
              </a:solidFill>
              <a:effectLst/>
              <a:uLnTx/>
              <a:uFillTx/>
              <a:latin typeface="Segoe UI"/>
              <a:ea typeface="+mn-ea"/>
              <a:cs typeface="+mn-cs"/>
            </a:endParaRPr>
          </a:p>
        </p:txBody>
      </p:sp>
      <p:cxnSp>
        <p:nvCxnSpPr>
          <p:cNvPr id="20" name="Connector: Elbow 19">
            <a:extLst>
              <a:ext uri="{FF2B5EF4-FFF2-40B4-BE49-F238E27FC236}">
                <a16:creationId xmlns:a16="http://schemas.microsoft.com/office/drawing/2014/main" id="{A06E4B9A-E55F-7DAF-07FF-C736E0A752F5}"/>
              </a:ext>
            </a:extLst>
          </p:cNvPr>
          <p:cNvCxnSpPr>
            <a:stCxn id="18" idx="3"/>
            <a:endCxn id="12" idx="1"/>
          </p:cNvCxnSpPr>
          <p:nvPr/>
        </p:nvCxnSpPr>
        <p:spPr>
          <a:xfrm flipV="1">
            <a:off x="1371925" y="2061157"/>
            <a:ext cx="2130876" cy="2013332"/>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Connector: Elbow 20">
            <a:extLst>
              <a:ext uri="{FF2B5EF4-FFF2-40B4-BE49-F238E27FC236}">
                <a16:creationId xmlns:a16="http://schemas.microsoft.com/office/drawing/2014/main" id="{56443317-E2EA-2C86-ECE8-16E203402076}"/>
              </a:ext>
            </a:extLst>
          </p:cNvPr>
          <p:cNvCxnSpPr>
            <a:stCxn id="18" idx="3"/>
            <a:endCxn id="13" idx="1"/>
          </p:cNvCxnSpPr>
          <p:nvPr/>
        </p:nvCxnSpPr>
        <p:spPr>
          <a:xfrm flipV="1">
            <a:off x="1371925" y="2747375"/>
            <a:ext cx="2130876" cy="132711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08849323-73AD-A813-42B8-53A87C2E44C2}"/>
              </a:ext>
            </a:extLst>
          </p:cNvPr>
          <p:cNvCxnSpPr>
            <a:stCxn id="18" idx="3"/>
            <a:endCxn id="16" idx="1"/>
          </p:cNvCxnSpPr>
          <p:nvPr/>
        </p:nvCxnSpPr>
        <p:spPr>
          <a:xfrm>
            <a:off x="1371923" y="4074490"/>
            <a:ext cx="2133612" cy="714735"/>
          </a:xfrm>
          <a:prstGeom prst="bentConnector3">
            <a:avLst>
              <a:gd name="adj1" fmla="val 68889"/>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4AB3834-6AC9-C350-02E7-3D7213F7E79A}"/>
              </a:ext>
            </a:extLst>
          </p:cNvPr>
          <p:cNvCxnSpPr>
            <a:stCxn id="18" idx="3"/>
            <a:endCxn id="14" idx="1"/>
          </p:cNvCxnSpPr>
          <p:nvPr/>
        </p:nvCxnSpPr>
        <p:spPr>
          <a:xfrm flipV="1">
            <a:off x="1371925" y="3443259"/>
            <a:ext cx="2130876" cy="631230"/>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39DA4809-328C-6EED-69FE-2327C386C972}"/>
              </a:ext>
            </a:extLst>
          </p:cNvPr>
          <p:cNvCxnSpPr>
            <a:stCxn id="18" idx="3"/>
            <a:endCxn id="15" idx="1"/>
          </p:cNvCxnSpPr>
          <p:nvPr/>
        </p:nvCxnSpPr>
        <p:spPr>
          <a:xfrm>
            <a:off x="1371925" y="4074489"/>
            <a:ext cx="2130876" cy="5193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Arrow: Right 24">
            <a:extLst>
              <a:ext uri="{FF2B5EF4-FFF2-40B4-BE49-F238E27FC236}">
                <a16:creationId xmlns:a16="http://schemas.microsoft.com/office/drawing/2014/main" id="{3669FCA9-87D0-AC5F-55AA-0597B8F77F08}"/>
              </a:ext>
            </a:extLst>
          </p:cNvPr>
          <p:cNvSpPr/>
          <p:nvPr/>
        </p:nvSpPr>
        <p:spPr>
          <a:xfrm>
            <a:off x="1371925" y="1989763"/>
            <a:ext cx="2130876" cy="45707"/>
          </a:xfrm>
          <a:prstGeom prst="right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white"/>
              </a:solidFill>
              <a:effectLst/>
              <a:uLnTx/>
              <a:uFillTx/>
              <a:latin typeface="Segoe UI"/>
              <a:ea typeface="+mn-ea"/>
              <a:cs typeface="+mn-cs"/>
            </a:endParaRPr>
          </a:p>
        </p:txBody>
      </p:sp>
      <p:sp>
        <p:nvSpPr>
          <p:cNvPr id="26" name="Arrow: Down 25">
            <a:extLst>
              <a:ext uri="{FF2B5EF4-FFF2-40B4-BE49-F238E27FC236}">
                <a16:creationId xmlns:a16="http://schemas.microsoft.com/office/drawing/2014/main" id="{A8345884-5E1C-A794-D6F2-A15B553F7C24}"/>
              </a:ext>
            </a:extLst>
          </p:cNvPr>
          <p:cNvSpPr/>
          <p:nvPr/>
        </p:nvSpPr>
        <p:spPr>
          <a:xfrm rot="2714639">
            <a:off x="2318350" y="1942625"/>
            <a:ext cx="143978" cy="2185413"/>
          </a:xfrm>
          <a:prstGeom prst="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white"/>
              </a:solidFill>
              <a:effectLst/>
              <a:uLnTx/>
              <a:uFillTx/>
              <a:latin typeface="Segoe UI"/>
              <a:ea typeface="+mn-ea"/>
              <a:cs typeface="+mn-cs"/>
            </a:endParaRPr>
          </a:p>
        </p:txBody>
      </p:sp>
      <p:pic>
        <p:nvPicPr>
          <p:cNvPr id="27" name="Picture 26" descr="Icon&#10;&#10;Description automatically generated">
            <a:extLst>
              <a:ext uri="{FF2B5EF4-FFF2-40B4-BE49-F238E27FC236}">
                <a16:creationId xmlns:a16="http://schemas.microsoft.com/office/drawing/2014/main" id="{08CC5429-0F02-836F-E9B5-6972D4792749}"/>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159077" y="3706055"/>
            <a:ext cx="666351" cy="666351"/>
          </a:xfrm>
          <a:prstGeom prst="rect">
            <a:avLst/>
          </a:prstGeom>
          <a:ln>
            <a:solidFill>
              <a:schemeClr val="bg1"/>
            </a:solidFill>
          </a:ln>
        </p:spPr>
      </p:pic>
      <p:sp>
        <p:nvSpPr>
          <p:cNvPr id="28" name="Rectangle 27">
            <a:extLst>
              <a:ext uri="{FF2B5EF4-FFF2-40B4-BE49-F238E27FC236}">
                <a16:creationId xmlns:a16="http://schemas.microsoft.com/office/drawing/2014/main" id="{968180D4-9E3E-DBC4-F148-C59BD00E9B2C}"/>
              </a:ext>
            </a:extLst>
          </p:cNvPr>
          <p:cNvSpPr/>
          <p:nvPr/>
        </p:nvSpPr>
        <p:spPr>
          <a:xfrm>
            <a:off x="3505536" y="5184432"/>
            <a:ext cx="1871720" cy="374843"/>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rPr>
              <a:t>Our cloud app</a:t>
            </a:r>
          </a:p>
        </p:txBody>
      </p:sp>
      <p:sp>
        <p:nvSpPr>
          <p:cNvPr id="29" name="Rectangle 28">
            <a:extLst>
              <a:ext uri="{FF2B5EF4-FFF2-40B4-BE49-F238E27FC236}">
                <a16:creationId xmlns:a16="http://schemas.microsoft.com/office/drawing/2014/main" id="{10601AA0-415A-129A-44AA-F47497DD9974}"/>
              </a:ext>
            </a:extLst>
          </p:cNvPr>
          <p:cNvSpPr/>
          <p:nvPr/>
        </p:nvSpPr>
        <p:spPr>
          <a:xfrm>
            <a:off x="3502799" y="6099898"/>
            <a:ext cx="1871720" cy="777349"/>
          </a:xfrm>
          <a:prstGeom prst="rect">
            <a:avLst/>
          </a:prstGeom>
          <a:solidFill>
            <a:schemeClr val="accent2">
              <a:lumMod val="50000"/>
            </a:schemeClr>
          </a:solidFill>
          <a:ln>
            <a:solidFill>
              <a:schemeClr val="bg1"/>
            </a:solidFill>
          </a:ln>
        </p:spPr>
        <p:style>
          <a:lnRef idx="0">
            <a:schemeClr val="accent2"/>
          </a:lnRef>
          <a:fillRef idx="3">
            <a:schemeClr val="accent2"/>
          </a:fillRef>
          <a:effectRef idx="3">
            <a:schemeClr val="accent2"/>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XSUAA</a:t>
            </a:r>
          </a:p>
        </p:txBody>
      </p:sp>
      <p:cxnSp>
        <p:nvCxnSpPr>
          <p:cNvPr id="30" name="Connector: Elbow 29">
            <a:extLst>
              <a:ext uri="{FF2B5EF4-FFF2-40B4-BE49-F238E27FC236}">
                <a16:creationId xmlns:a16="http://schemas.microsoft.com/office/drawing/2014/main" id="{6B494515-9A9A-1712-7726-F5038BA946F9}"/>
              </a:ext>
            </a:extLst>
          </p:cNvPr>
          <p:cNvCxnSpPr>
            <a:cxnSpLocks/>
            <a:stCxn id="33" idx="2"/>
            <a:endCxn id="29" idx="3"/>
          </p:cNvCxnSpPr>
          <p:nvPr/>
        </p:nvCxnSpPr>
        <p:spPr>
          <a:xfrm rot="5400000">
            <a:off x="5906799" y="3961307"/>
            <a:ext cx="1994984" cy="3059543"/>
          </a:xfrm>
          <a:prstGeom prst="bentConnector2">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59AE44EF-AE51-A6DC-5A0F-D8B3211751E9}"/>
              </a:ext>
            </a:extLst>
          </p:cNvPr>
          <p:cNvSpPr/>
          <p:nvPr/>
        </p:nvSpPr>
        <p:spPr>
          <a:xfrm>
            <a:off x="5302530" y="5371853"/>
            <a:ext cx="1151828" cy="289252"/>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err="1">
                <a:ln>
                  <a:noFill/>
                </a:ln>
                <a:solidFill>
                  <a:prstClr val="white"/>
                </a:solidFill>
                <a:effectLst/>
                <a:uLnTx/>
                <a:uFillTx/>
                <a:latin typeface="Segoe UI"/>
                <a:ea typeface="+mn-ea"/>
                <a:cs typeface="+mn-cs"/>
              </a:rPr>
              <a:t>xsuaa</a:t>
            </a:r>
            <a:endParaRPr kumimoji="0" lang="en-US" sz="2399" b="0" i="0" u="none" strike="noStrike" kern="1200" cap="none" spc="0" normalizeH="0" baseline="0" noProof="0" dirty="0">
              <a:ln>
                <a:noFill/>
              </a:ln>
              <a:solidFill>
                <a:prstClr val="white"/>
              </a:solidFill>
              <a:effectLst/>
              <a:uLnTx/>
              <a:uFillTx/>
              <a:latin typeface="Segoe UI"/>
              <a:ea typeface="+mn-ea"/>
              <a:cs typeface="+mn-cs"/>
            </a:endParaRPr>
          </a:p>
        </p:txBody>
      </p:sp>
      <p:cxnSp>
        <p:nvCxnSpPr>
          <p:cNvPr id="32" name="Straight Arrow Connector 31">
            <a:extLst>
              <a:ext uri="{FF2B5EF4-FFF2-40B4-BE49-F238E27FC236}">
                <a16:creationId xmlns:a16="http://schemas.microsoft.com/office/drawing/2014/main" id="{056403A1-F029-1521-C4A5-66552EAC5E74}"/>
              </a:ext>
            </a:extLst>
          </p:cNvPr>
          <p:cNvCxnSpPr>
            <a:cxnSpLocks/>
            <a:stCxn id="31" idx="2"/>
            <a:endCxn id="29" idx="0"/>
          </p:cNvCxnSpPr>
          <p:nvPr/>
        </p:nvCxnSpPr>
        <p:spPr>
          <a:xfrm flipH="1">
            <a:off x="4438659" y="5661105"/>
            <a:ext cx="1439785" cy="438793"/>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E2764941-BC4D-1F67-1326-598557175FB7}"/>
              </a:ext>
            </a:extLst>
          </p:cNvPr>
          <p:cNvSpPr/>
          <p:nvPr/>
        </p:nvSpPr>
        <p:spPr>
          <a:xfrm>
            <a:off x="731822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err="1">
                <a:ln>
                  <a:noFill/>
                </a:ln>
                <a:solidFill>
                  <a:prstClr val="white"/>
                </a:solidFill>
                <a:effectLst/>
                <a:uLnTx/>
                <a:uFillTx/>
                <a:latin typeface="Segoe UI"/>
                <a:ea typeface="+mn-ea"/>
                <a:cs typeface="+mn-cs"/>
              </a:rPr>
              <a:t>GSuite</a:t>
            </a:r>
            <a:endParaRPr kumimoji="0" lang="en-US" sz="2399" b="0" i="0" u="none" strike="noStrike" kern="1200" cap="none" spc="0" normalizeH="0" baseline="0" noProof="0" dirty="0">
              <a:ln>
                <a:noFill/>
              </a:ln>
              <a:solidFill>
                <a:prstClr val="white"/>
              </a:solidFill>
              <a:effectLst/>
              <a:uLnTx/>
              <a:uFillTx/>
              <a:latin typeface="Segoe UI"/>
              <a:ea typeface="+mn-ea"/>
              <a:cs typeface="+mn-cs"/>
            </a:endParaRPr>
          </a:p>
        </p:txBody>
      </p:sp>
      <p:sp>
        <p:nvSpPr>
          <p:cNvPr id="34" name="Rectangle 33">
            <a:extLst>
              <a:ext uri="{FF2B5EF4-FFF2-40B4-BE49-F238E27FC236}">
                <a16:creationId xmlns:a16="http://schemas.microsoft.com/office/drawing/2014/main" id="{2324E37F-AA76-6411-2D82-89A33007BA18}"/>
              </a:ext>
            </a:extLst>
          </p:cNvPr>
          <p:cNvSpPr/>
          <p:nvPr/>
        </p:nvSpPr>
        <p:spPr>
          <a:xfrm>
            <a:off x="972070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LDAP</a:t>
            </a:r>
          </a:p>
        </p:txBody>
      </p:sp>
      <p:pic>
        <p:nvPicPr>
          <p:cNvPr id="35" name="Picture 34">
            <a:extLst>
              <a:ext uri="{FF2B5EF4-FFF2-40B4-BE49-F238E27FC236}">
                <a16:creationId xmlns:a16="http://schemas.microsoft.com/office/drawing/2014/main" id="{7AB56319-F7EE-8C5A-E21A-23E397AD6269}"/>
              </a:ext>
            </a:extLst>
          </p:cNvPr>
          <p:cNvPicPr>
            <a:picLocks noChangeAspect="1"/>
          </p:cNvPicPr>
          <p:nvPr/>
        </p:nvPicPr>
        <p:blipFill>
          <a:blip r:embed="rId6"/>
          <a:stretch>
            <a:fillRect/>
          </a:stretch>
        </p:blipFill>
        <p:spPr>
          <a:xfrm>
            <a:off x="6568249" y="1771665"/>
            <a:ext cx="2981648" cy="2013332"/>
          </a:xfrm>
          <a:prstGeom prst="rect">
            <a:avLst/>
          </a:prstGeom>
          <a:ln>
            <a:solidFill>
              <a:schemeClr val="bg1"/>
            </a:solidFill>
          </a:ln>
        </p:spPr>
      </p:pic>
    </p:spTree>
    <p:extLst>
      <p:ext uri="{BB962C8B-B14F-4D97-AF65-F5344CB8AC3E}">
        <p14:creationId xmlns:p14="http://schemas.microsoft.com/office/powerpoint/2010/main" val="341210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How it works behind scenes</a:t>
            </a:r>
            <a:endParaRPr lang="en-IN" dirty="0"/>
          </a:p>
        </p:txBody>
      </p:sp>
      <p:pic>
        <p:nvPicPr>
          <p:cNvPr id="4" name="Picture 3" descr="Icon&#10;&#10;Description automatically generated">
            <a:extLst>
              <a:ext uri="{FF2B5EF4-FFF2-40B4-BE49-F238E27FC236}">
                <a16:creationId xmlns:a16="http://schemas.microsoft.com/office/drawing/2014/main" id="{814846B4-B965-238F-DDE0-4674D196BA3B}"/>
              </a:ext>
            </a:extLst>
          </p:cNvPr>
          <p:cNvPicPr>
            <a:picLocks noChangeAspect="1"/>
          </p:cNvPicPr>
          <p:nvPr/>
        </p:nvPicPr>
        <p:blipFill rotWithShape="1">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512" t="9401" r="10243" b="17538"/>
          <a:stretch/>
        </p:blipFill>
        <p:spPr>
          <a:xfrm>
            <a:off x="306857" y="773693"/>
            <a:ext cx="982807" cy="991115"/>
          </a:xfrm>
          <a:prstGeom prst="rect">
            <a:avLst/>
          </a:prstGeom>
          <a:ln>
            <a:solidFill>
              <a:schemeClr val="bg1"/>
            </a:solidFill>
          </a:ln>
        </p:spPr>
      </p:pic>
      <p:sp>
        <p:nvSpPr>
          <p:cNvPr id="5" name="Rectangle 4">
            <a:extLst>
              <a:ext uri="{FF2B5EF4-FFF2-40B4-BE49-F238E27FC236}">
                <a16:creationId xmlns:a16="http://schemas.microsoft.com/office/drawing/2014/main" id="{AB771F5C-5323-B558-B82A-B5BD808B9CD2}"/>
              </a:ext>
            </a:extLst>
          </p:cNvPr>
          <p:cNvSpPr/>
          <p:nvPr/>
        </p:nvSpPr>
        <p:spPr>
          <a:xfrm>
            <a:off x="4536797" y="1917179"/>
            <a:ext cx="2015699" cy="86387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App</a:t>
            </a:r>
          </a:p>
        </p:txBody>
      </p:sp>
      <p:cxnSp>
        <p:nvCxnSpPr>
          <p:cNvPr id="6" name="Straight Arrow Connector 5">
            <a:extLst>
              <a:ext uri="{FF2B5EF4-FFF2-40B4-BE49-F238E27FC236}">
                <a16:creationId xmlns:a16="http://schemas.microsoft.com/office/drawing/2014/main" id="{FC337487-243A-994B-4FAA-77EE83073B1D}"/>
              </a:ext>
            </a:extLst>
          </p:cNvPr>
          <p:cNvCxnSpPr>
            <a:cxnSpLocks/>
            <a:endCxn id="5" idx="1"/>
          </p:cNvCxnSpPr>
          <p:nvPr/>
        </p:nvCxnSpPr>
        <p:spPr>
          <a:xfrm>
            <a:off x="1415112" y="2349114"/>
            <a:ext cx="31216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B1E2EEC2-0FD1-4EF2-2CEF-862F70DDF4F5}"/>
              </a:ext>
            </a:extLst>
          </p:cNvPr>
          <p:cNvSpPr/>
          <p:nvPr/>
        </p:nvSpPr>
        <p:spPr>
          <a:xfrm>
            <a:off x="6382444" y="2699961"/>
            <a:ext cx="1511774" cy="431935"/>
          </a:xfrm>
          <a:prstGeom prst="rect">
            <a:avLst/>
          </a:prstGeom>
          <a:ln>
            <a:solidFill>
              <a:schemeClr val="bg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err="1">
                <a:ln>
                  <a:noFill/>
                </a:ln>
                <a:solidFill>
                  <a:prstClr val="white"/>
                </a:solidFill>
                <a:effectLst/>
                <a:uLnTx/>
                <a:uFillTx/>
                <a:latin typeface="Segoe UI"/>
                <a:ea typeface="+mn-ea"/>
                <a:cs typeface="+mn-cs"/>
              </a:rPr>
              <a:t>ourxsuaa</a:t>
            </a:r>
            <a:endParaRPr kumimoji="0" lang="en-US" sz="2399" b="0" i="0" u="none" strike="noStrike" kern="1200" cap="none" spc="0" normalizeH="0" baseline="0" noProof="0" dirty="0">
              <a:ln>
                <a:noFill/>
              </a:ln>
              <a:solidFill>
                <a:prstClr val="white"/>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79496F2E-B052-6CF3-F4F6-A3F880430DE7}"/>
              </a:ext>
            </a:extLst>
          </p:cNvPr>
          <p:cNvSpPr/>
          <p:nvPr/>
        </p:nvSpPr>
        <p:spPr>
          <a:xfrm>
            <a:off x="4766365" y="1648114"/>
            <a:ext cx="1511774" cy="431935"/>
          </a:xfrm>
          <a:prstGeom prst="rect">
            <a:avLst/>
          </a:prstGeom>
          <a:ln>
            <a:solidFill>
              <a:schemeClr val="bg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solidFill>
                <a:effectLst/>
                <a:uLnTx/>
                <a:uFillTx/>
                <a:latin typeface="Segoe UI"/>
                <a:ea typeface="+mn-ea"/>
                <a:cs typeface="+mn-cs"/>
              </a:rPr>
              <a:t>code</a:t>
            </a:r>
          </a:p>
        </p:txBody>
      </p:sp>
      <p:cxnSp>
        <p:nvCxnSpPr>
          <p:cNvPr id="9" name="Straight Arrow Connector 8">
            <a:extLst>
              <a:ext uri="{FF2B5EF4-FFF2-40B4-BE49-F238E27FC236}">
                <a16:creationId xmlns:a16="http://schemas.microsoft.com/office/drawing/2014/main" id="{C1E86AEA-54EF-33A3-5854-9BC5C342905A}"/>
              </a:ext>
            </a:extLst>
          </p:cNvPr>
          <p:cNvCxnSpPr>
            <a:cxnSpLocks/>
          </p:cNvCxnSpPr>
          <p:nvPr/>
        </p:nvCxnSpPr>
        <p:spPr>
          <a:xfrm flipH="1">
            <a:off x="1289663" y="2603549"/>
            <a:ext cx="324713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DD80DE9-A6FA-9AF2-B628-38DF7869A775}"/>
              </a:ext>
            </a:extLst>
          </p:cNvPr>
          <p:cNvSpPr/>
          <p:nvPr/>
        </p:nvSpPr>
        <p:spPr>
          <a:xfrm>
            <a:off x="191294" y="2061206"/>
            <a:ext cx="1151828" cy="71984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rPr>
              <a:t>Browser</a:t>
            </a:r>
          </a:p>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rPr>
              <a:t>postman</a:t>
            </a:r>
          </a:p>
        </p:txBody>
      </p:sp>
      <p:cxnSp>
        <p:nvCxnSpPr>
          <p:cNvPr id="11" name="Straight Arrow Connector 10">
            <a:extLst>
              <a:ext uri="{FF2B5EF4-FFF2-40B4-BE49-F238E27FC236}">
                <a16:creationId xmlns:a16="http://schemas.microsoft.com/office/drawing/2014/main" id="{571200EF-86F1-DED3-88FA-2AE359C65A33}"/>
              </a:ext>
            </a:extLst>
          </p:cNvPr>
          <p:cNvCxnSpPr>
            <a:cxnSpLocks/>
            <a:stCxn id="10" idx="2"/>
          </p:cNvCxnSpPr>
          <p:nvPr/>
        </p:nvCxnSpPr>
        <p:spPr>
          <a:xfrm>
            <a:off x="767209" y="2781052"/>
            <a:ext cx="3769589" cy="146476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944D77AC-6B43-B0F9-C898-A96C51C6F15E}"/>
              </a:ext>
            </a:extLst>
          </p:cNvPr>
          <p:cNvSpPr/>
          <p:nvPr/>
        </p:nvSpPr>
        <p:spPr>
          <a:xfrm>
            <a:off x="4536797" y="4051173"/>
            <a:ext cx="2015699" cy="86387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XSUAA</a:t>
            </a:r>
          </a:p>
        </p:txBody>
      </p:sp>
      <p:cxnSp>
        <p:nvCxnSpPr>
          <p:cNvPr id="13" name="Straight Arrow Connector 12">
            <a:extLst>
              <a:ext uri="{FF2B5EF4-FFF2-40B4-BE49-F238E27FC236}">
                <a16:creationId xmlns:a16="http://schemas.microsoft.com/office/drawing/2014/main" id="{40E1B0E9-F615-7826-1EFF-CC76DA4E6B5A}"/>
              </a:ext>
            </a:extLst>
          </p:cNvPr>
          <p:cNvCxnSpPr>
            <a:cxnSpLocks/>
            <a:stCxn id="12" idx="1"/>
          </p:cNvCxnSpPr>
          <p:nvPr/>
        </p:nvCxnSpPr>
        <p:spPr>
          <a:xfrm flipH="1" flipV="1">
            <a:off x="479252" y="2853088"/>
            <a:ext cx="4057546" cy="16300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A744B89-AE01-1AFE-2D0C-7B80EAD834E7}"/>
              </a:ext>
            </a:extLst>
          </p:cNvPr>
          <p:cNvCxnSpPr/>
          <p:nvPr/>
        </p:nvCxnSpPr>
        <p:spPr>
          <a:xfrm>
            <a:off x="191294" y="2806829"/>
            <a:ext cx="0" cy="26378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DA7D5A2F-2282-43D3-91D7-A4E86F116D4C}"/>
              </a:ext>
            </a:extLst>
          </p:cNvPr>
          <p:cNvSpPr/>
          <p:nvPr/>
        </p:nvSpPr>
        <p:spPr>
          <a:xfrm>
            <a:off x="119304" y="5444701"/>
            <a:ext cx="1655753" cy="71984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IdP</a:t>
            </a:r>
          </a:p>
        </p:txBody>
      </p:sp>
      <p:pic>
        <p:nvPicPr>
          <p:cNvPr id="16" name="Picture 15">
            <a:extLst>
              <a:ext uri="{FF2B5EF4-FFF2-40B4-BE49-F238E27FC236}">
                <a16:creationId xmlns:a16="http://schemas.microsoft.com/office/drawing/2014/main" id="{E6BA8F46-8075-2E91-8004-686B5EF95376}"/>
              </a:ext>
            </a:extLst>
          </p:cNvPr>
          <p:cNvPicPr>
            <a:picLocks noChangeAspect="1"/>
          </p:cNvPicPr>
          <p:nvPr/>
        </p:nvPicPr>
        <p:blipFill>
          <a:blip r:embed="rId4"/>
          <a:stretch>
            <a:fillRect/>
          </a:stretch>
        </p:blipFill>
        <p:spPr>
          <a:xfrm>
            <a:off x="5950433" y="5114448"/>
            <a:ext cx="2015699" cy="1361082"/>
          </a:xfrm>
          <a:prstGeom prst="rect">
            <a:avLst/>
          </a:prstGeom>
          <a:ln>
            <a:solidFill>
              <a:schemeClr val="bg1"/>
            </a:solidFill>
          </a:ln>
        </p:spPr>
      </p:pic>
      <p:pic>
        <p:nvPicPr>
          <p:cNvPr id="17" name="Picture 16">
            <a:extLst>
              <a:ext uri="{FF2B5EF4-FFF2-40B4-BE49-F238E27FC236}">
                <a16:creationId xmlns:a16="http://schemas.microsoft.com/office/drawing/2014/main" id="{F06141F9-53BD-36FF-9942-866DDB500278}"/>
              </a:ext>
            </a:extLst>
          </p:cNvPr>
          <p:cNvPicPr>
            <a:picLocks noChangeAspect="1"/>
          </p:cNvPicPr>
          <p:nvPr/>
        </p:nvPicPr>
        <p:blipFill>
          <a:blip r:embed="rId5"/>
          <a:stretch>
            <a:fillRect/>
          </a:stretch>
        </p:blipFill>
        <p:spPr>
          <a:xfrm>
            <a:off x="8057337" y="5075713"/>
            <a:ext cx="2428420" cy="1390183"/>
          </a:xfrm>
          <a:prstGeom prst="rect">
            <a:avLst/>
          </a:prstGeom>
          <a:ln>
            <a:solidFill>
              <a:schemeClr val="bg1"/>
            </a:solidFill>
          </a:ln>
        </p:spPr>
      </p:pic>
      <p:cxnSp>
        <p:nvCxnSpPr>
          <p:cNvPr id="18" name="Straight Arrow Connector 17">
            <a:extLst>
              <a:ext uri="{FF2B5EF4-FFF2-40B4-BE49-F238E27FC236}">
                <a16:creationId xmlns:a16="http://schemas.microsoft.com/office/drawing/2014/main" id="{B3A99372-D1C6-AE14-51F0-4C81FB668B99}"/>
              </a:ext>
            </a:extLst>
          </p:cNvPr>
          <p:cNvCxnSpPr/>
          <p:nvPr/>
        </p:nvCxnSpPr>
        <p:spPr>
          <a:xfrm flipV="1">
            <a:off x="479251" y="2806829"/>
            <a:ext cx="0" cy="26378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19FBE10-64FE-EB83-3880-2BD272348A3D}"/>
              </a:ext>
            </a:extLst>
          </p:cNvPr>
          <p:cNvSpPr txBox="1"/>
          <p:nvPr/>
        </p:nvSpPr>
        <p:spPr>
          <a:xfrm>
            <a:off x="623229" y="4652819"/>
            <a:ext cx="1799731" cy="471262"/>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1" i="0" u="none" strike="noStrike" kern="1200" cap="none" spc="0" normalizeH="0" baseline="0" noProof="0" dirty="0">
                <a:ln>
                  <a:noFill/>
                </a:ln>
                <a:solidFill>
                  <a:prstClr val="white"/>
                </a:solidFill>
                <a:effectLst/>
                <a:uLnTx/>
                <a:uFillTx/>
                <a:latin typeface="Segoe UI"/>
                <a:ea typeface="+mn-ea"/>
                <a:cs typeface="+mn-cs"/>
              </a:rPr>
              <a:t>SAML</a:t>
            </a:r>
          </a:p>
        </p:txBody>
      </p:sp>
      <p:cxnSp>
        <p:nvCxnSpPr>
          <p:cNvPr id="20" name="Straight Arrow Connector 19">
            <a:extLst>
              <a:ext uri="{FF2B5EF4-FFF2-40B4-BE49-F238E27FC236}">
                <a16:creationId xmlns:a16="http://schemas.microsoft.com/office/drawing/2014/main" id="{D9AF08C7-9B1E-5055-6265-B06EBF10AFCB}"/>
              </a:ext>
            </a:extLst>
          </p:cNvPr>
          <p:cNvCxnSpPr/>
          <p:nvPr/>
        </p:nvCxnSpPr>
        <p:spPr>
          <a:xfrm flipH="1">
            <a:off x="1775058" y="4854133"/>
            <a:ext cx="2761740" cy="590566"/>
          </a:xfrm>
          <a:prstGeom prst="straightConnector1">
            <a:avLst/>
          </a:prstGeom>
          <a:ln>
            <a:solidFill>
              <a:schemeClr val="bg1"/>
            </a:solidFill>
            <a:headEnd type="triangle"/>
            <a:tailEnd type="triangle"/>
          </a:ln>
        </p:spPr>
        <p:style>
          <a:lnRef idx="1">
            <a:schemeClr val="accent2"/>
          </a:lnRef>
          <a:fillRef idx="0">
            <a:schemeClr val="accent2"/>
          </a:fillRef>
          <a:effectRef idx="0">
            <a:schemeClr val="accent2"/>
          </a:effectRef>
          <a:fontRef idx="minor">
            <a:schemeClr val="tx1"/>
          </a:fontRef>
        </p:style>
      </p:cxnSp>
      <p:sp>
        <p:nvSpPr>
          <p:cNvPr id="21" name="TextBox 20">
            <a:extLst>
              <a:ext uri="{FF2B5EF4-FFF2-40B4-BE49-F238E27FC236}">
                <a16:creationId xmlns:a16="http://schemas.microsoft.com/office/drawing/2014/main" id="{68CCD73E-4261-3A94-70B7-1A81CE4325B8}"/>
              </a:ext>
            </a:extLst>
          </p:cNvPr>
          <p:cNvSpPr txBox="1"/>
          <p:nvPr/>
        </p:nvSpPr>
        <p:spPr>
          <a:xfrm>
            <a:off x="2422960" y="4915045"/>
            <a:ext cx="1079839" cy="461545"/>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1" i="0" u="none" strike="noStrike" kern="1200" cap="none" spc="0" normalizeH="0" baseline="0" noProof="0" dirty="0">
                <a:ln>
                  <a:noFill/>
                </a:ln>
                <a:solidFill>
                  <a:prstClr val="white"/>
                </a:solidFill>
                <a:effectLst/>
                <a:uLnTx/>
                <a:uFillTx/>
                <a:latin typeface="Segoe UI"/>
                <a:ea typeface="+mn-ea"/>
                <a:cs typeface="+mn-cs"/>
              </a:rPr>
              <a:t>trust</a:t>
            </a:r>
          </a:p>
        </p:txBody>
      </p:sp>
      <p:sp>
        <p:nvSpPr>
          <p:cNvPr id="40" name="TextBox 39">
            <a:extLst>
              <a:ext uri="{FF2B5EF4-FFF2-40B4-BE49-F238E27FC236}">
                <a16:creationId xmlns:a16="http://schemas.microsoft.com/office/drawing/2014/main" id="{61E0A965-EFB8-7809-B73B-AB5E04FB25C2}"/>
              </a:ext>
            </a:extLst>
          </p:cNvPr>
          <p:cNvSpPr txBox="1"/>
          <p:nvPr/>
        </p:nvSpPr>
        <p:spPr>
          <a:xfrm>
            <a:off x="6614252" y="4145382"/>
            <a:ext cx="1243510" cy="461545"/>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1" i="0" u="none" strike="noStrike" kern="1200" cap="none" spc="0" normalizeH="0" baseline="0" noProof="0" dirty="0">
                <a:ln>
                  <a:noFill/>
                </a:ln>
                <a:solidFill>
                  <a:prstClr val="white"/>
                </a:solidFill>
                <a:effectLst/>
                <a:uLnTx/>
                <a:uFillTx/>
                <a:latin typeface="Segoe UI"/>
                <a:ea typeface="+mn-ea"/>
                <a:cs typeface="+mn-cs"/>
              </a:rPr>
              <a:t>Scope</a:t>
            </a:r>
          </a:p>
        </p:txBody>
      </p:sp>
      <p:sp>
        <p:nvSpPr>
          <p:cNvPr id="41" name="TextBox 40">
            <a:extLst>
              <a:ext uri="{FF2B5EF4-FFF2-40B4-BE49-F238E27FC236}">
                <a16:creationId xmlns:a16="http://schemas.microsoft.com/office/drawing/2014/main" id="{E0CF7A11-09D3-9A03-994C-9B5415A0635B}"/>
              </a:ext>
            </a:extLst>
          </p:cNvPr>
          <p:cNvSpPr txBox="1"/>
          <p:nvPr/>
        </p:nvSpPr>
        <p:spPr>
          <a:xfrm>
            <a:off x="1598314" y="3429001"/>
            <a:ext cx="1112605" cy="461545"/>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1" i="0" u="none" strike="noStrike" kern="1200" cap="none" spc="0" normalizeH="0" baseline="0" noProof="0" dirty="0">
                <a:ln>
                  <a:noFill/>
                </a:ln>
                <a:solidFill>
                  <a:prstClr val="white"/>
                </a:solidFill>
                <a:effectLst/>
                <a:uLnTx/>
                <a:uFillTx/>
                <a:latin typeface="Segoe UI"/>
                <a:ea typeface="+mn-ea"/>
                <a:cs typeface="+mn-cs"/>
              </a:rPr>
              <a:t>JWT</a:t>
            </a:r>
          </a:p>
        </p:txBody>
      </p:sp>
      <p:sp>
        <p:nvSpPr>
          <p:cNvPr id="42" name="TextBox 41">
            <a:extLst>
              <a:ext uri="{FF2B5EF4-FFF2-40B4-BE49-F238E27FC236}">
                <a16:creationId xmlns:a16="http://schemas.microsoft.com/office/drawing/2014/main" id="{15874FC5-7E19-DFA2-286C-82B3AB00B89A}"/>
              </a:ext>
            </a:extLst>
          </p:cNvPr>
          <p:cNvSpPr txBox="1"/>
          <p:nvPr/>
        </p:nvSpPr>
        <p:spPr>
          <a:xfrm>
            <a:off x="2356928" y="1870833"/>
            <a:ext cx="1112605" cy="461545"/>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1" i="0" u="none" strike="noStrike" kern="1200" cap="none" spc="0" normalizeH="0" baseline="0" noProof="0" dirty="0">
                <a:ln>
                  <a:noFill/>
                </a:ln>
                <a:solidFill>
                  <a:prstClr val="white"/>
                </a:solidFill>
                <a:effectLst/>
                <a:uLnTx/>
                <a:uFillTx/>
                <a:latin typeface="Segoe UI"/>
                <a:ea typeface="+mn-ea"/>
                <a:cs typeface="+mn-cs"/>
              </a:rPr>
              <a:t>JWT</a:t>
            </a:r>
          </a:p>
        </p:txBody>
      </p:sp>
      <p:cxnSp>
        <p:nvCxnSpPr>
          <p:cNvPr id="43" name="Connector: Elbow 42">
            <a:extLst>
              <a:ext uri="{FF2B5EF4-FFF2-40B4-BE49-F238E27FC236}">
                <a16:creationId xmlns:a16="http://schemas.microsoft.com/office/drawing/2014/main" id="{1D0116CF-EE39-A7C8-9798-757DF33C7C88}"/>
              </a:ext>
            </a:extLst>
          </p:cNvPr>
          <p:cNvCxnSpPr>
            <a:cxnSpLocks/>
            <a:stCxn id="7" idx="2"/>
            <a:endCxn id="12" idx="0"/>
          </p:cNvCxnSpPr>
          <p:nvPr/>
        </p:nvCxnSpPr>
        <p:spPr>
          <a:xfrm rot="5400000">
            <a:off x="5881851" y="2794692"/>
            <a:ext cx="919277" cy="1593684"/>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E76D3AC8-122B-01F5-F952-46EB61FF54A8}"/>
              </a:ext>
            </a:extLst>
          </p:cNvPr>
          <p:cNvSpPr txBox="1"/>
          <p:nvPr/>
        </p:nvSpPr>
        <p:spPr>
          <a:xfrm>
            <a:off x="6342839" y="3246283"/>
            <a:ext cx="1079839" cy="461545"/>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1" i="0" u="none" strike="noStrike" kern="1200" cap="none" spc="0" normalizeH="0" baseline="0" noProof="0" dirty="0">
                <a:ln>
                  <a:noFill/>
                </a:ln>
                <a:solidFill>
                  <a:prstClr val="white"/>
                </a:solidFill>
                <a:effectLst/>
                <a:uLnTx/>
                <a:uFillTx/>
                <a:latin typeface="Segoe UI"/>
                <a:ea typeface="+mn-ea"/>
                <a:cs typeface="+mn-cs"/>
              </a:rPr>
              <a:t>trust</a:t>
            </a:r>
          </a:p>
        </p:txBody>
      </p:sp>
      <p:sp>
        <p:nvSpPr>
          <p:cNvPr id="45" name="TextBox 44">
            <a:extLst>
              <a:ext uri="{FF2B5EF4-FFF2-40B4-BE49-F238E27FC236}">
                <a16:creationId xmlns:a16="http://schemas.microsoft.com/office/drawing/2014/main" id="{B0AEC2F2-77E4-4A70-FC14-BFC5C17C8189}"/>
              </a:ext>
            </a:extLst>
          </p:cNvPr>
          <p:cNvSpPr txBox="1"/>
          <p:nvPr/>
        </p:nvSpPr>
        <p:spPr>
          <a:xfrm>
            <a:off x="6614251" y="969725"/>
            <a:ext cx="5383280" cy="1568739"/>
          </a:xfrm>
          <a:prstGeom prst="rect">
            <a:avLst/>
          </a:prstGeom>
          <a:noFill/>
          <a:ln>
            <a:solidFill>
              <a:schemeClr val="bg1"/>
            </a:solid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err="1">
                <a:ln>
                  <a:noFill/>
                </a:ln>
                <a:solidFill>
                  <a:prstClr val="white"/>
                </a:solidFill>
                <a:effectLst/>
                <a:uLnTx/>
                <a:uFillTx/>
                <a:latin typeface="Segoe UI"/>
                <a:ea typeface="+mn-ea"/>
                <a:cs typeface="+mn-cs"/>
              </a:rPr>
              <a:t>xs-security.json</a:t>
            </a:r>
            <a:r>
              <a:rPr kumimoji="0" lang="en-US" sz="2399" b="0" i="0" u="none" strike="noStrike" kern="1200" cap="none" spc="0" normalizeH="0" baseline="0" noProof="0" dirty="0">
                <a:ln>
                  <a:noFill/>
                </a:ln>
                <a:solidFill>
                  <a:prstClr val="white"/>
                </a:solidFill>
                <a:effectLst/>
                <a:uLnTx/>
                <a:uFillTx/>
                <a:latin typeface="Segoe UI"/>
                <a:ea typeface="+mn-ea"/>
                <a:cs typeface="+mn-cs"/>
              </a:rPr>
              <a:t> contains information which we need to register to define what are all permissions required in our app</a:t>
            </a:r>
          </a:p>
        </p:txBody>
      </p:sp>
      <p:pic>
        <p:nvPicPr>
          <p:cNvPr id="46" name="Picture 45" descr="Icon&#10;&#10;Description automatically generated">
            <a:extLst>
              <a:ext uri="{FF2B5EF4-FFF2-40B4-BE49-F238E27FC236}">
                <a16:creationId xmlns:a16="http://schemas.microsoft.com/office/drawing/2014/main" id="{C5D15A3F-1701-C50C-9063-827697F8AEE5}"/>
              </a:ext>
            </a:extLst>
          </p:cNvPr>
          <p:cNvPicPr>
            <a:picLocks noChangeAspect="1"/>
          </p:cNvPicPr>
          <p:nvPr/>
        </p:nvPicPr>
        <p:blipFill>
          <a:blip r:embed="rId6" cstate="print">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1386852" y="5607186"/>
            <a:ext cx="666351" cy="666351"/>
          </a:xfrm>
          <a:prstGeom prst="rect">
            <a:avLst/>
          </a:prstGeom>
          <a:ln>
            <a:solidFill>
              <a:schemeClr val="bg1"/>
            </a:solidFill>
          </a:ln>
        </p:spPr>
      </p:pic>
      <mc:AlternateContent xmlns:mc="http://schemas.openxmlformats.org/markup-compatibility/2006" xmlns:p14="http://schemas.microsoft.com/office/powerpoint/2010/main">
        <mc:Choice Requires="p14">
          <p:contentPart p14:bwMode="auto" r:id="rId8">
            <p14:nvContentPartPr>
              <p14:cNvPr id="29" name="Ink 28">
                <a:extLst>
                  <a:ext uri="{FF2B5EF4-FFF2-40B4-BE49-F238E27FC236}">
                    <a16:creationId xmlns:a16="http://schemas.microsoft.com/office/drawing/2014/main" id="{80C3F50C-0F81-5543-8B72-884B7F88A756}"/>
                  </a:ext>
                </a:extLst>
              </p14:cNvPr>
              <p14:cNvContentPartPr/>
              <p14:nvPr/>
            </p14:nvContentPartPr>
            <p14:xfrm>
              <a:off x="7033478" y="3106223"/>
              <a:ext cx="484560" cy="13320"/>
            </p14:xfrm>
          </p:contentPart>
        </mc:Choice>
        <mc:Fallback xmlns="">
          <p:pic>
            <p:nvPicPr>
              <p:cNvPr id="29" name="Ink 28">
                <a:extLst>
                  <a:ext uri="{FF2B5EF4-FFF2-40B4-BE49-F238E27FC236}">
                    <a16:creationId xmlns:a16="http://schemas.microsoft.com/office/drawing/2014/main" id="{80C3F50C-0F81-5543-8B72-884B7F88A756}"/>
                  </a:ext>
                </a:extLst>
              </p:cNvPr>
              <p:cNvPicPr/>
              <p:nvPr/>
            </p:nvPicPr>
            <p:blipFill>
              <a:blip r:embed="rId85"/>
              <a:stretch>
                <a:fillRect/>
              </a:stretch>
            </p:blipFill>
            <p:spPr>
              <a:xfrm>
                <a:off x="7024478" y="3097583"/>
                <a:ext cx="5022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66" name="Ink 65">
                <a:extLst>
                  <a:ext uri="{FF2B5EF4-FFF2-40B4-BE49-F238E27FC236}">
                    <a16:creationId xmlns:a16="http://schemas.microsoft.com/office/drawing/2014/main" id="{78DD99D3-493D-07C2-E24F-74957CF9BE19}"/>
                  </a:ext>
                </a:extLst>
              </p14:cNvPr>
              <p14:cNvContentPartPr/>
              <p14:nvPr/>
            </p14:nvContentPartPr>
            <p14:xfrm>
              <a:off x="2911838" y="4533983"/>
              <a:ext cx="360" cy="360"/>
            </p14:xfrm>
          </p:contentPart>
        </mc:Choice>
        <mc:Fallback xmlns="">
          <p:pic>
            <p:nvPicPr>
              <p:cNvPr id="66" name="Ink 65">
                <a:extLst>
                  <a:ext uri="{FF2B5EF4-FFF2-40B4-BE49-F238E27FC236}">
                    <a16:creationId xmlns:a16="http://schemas.microsoft.com/office/drawing/2014/main" id="{78DD99D3-493D-07C2-E24F-74957CF9BE19}"/>
                  </a:ext>
                </a:extLst>
              </p:cNvPr>
              <p:cNvPicPr/>
              <p:nvPr/>
            </p:nvPicPr>
            <p:blipFill>
              <a:blip r:embed="rId123"/>
              <a:stretch>
                <a:fillRect/>
              </a:stretch>
            </p:blipFill>
            <p:spPr>
              <a:xfrm>
                <a:off x="2903198" y="4525343"/>
                <a:ext cx="18000" cy="18000"/>
              </a:xfrm>
              <a:prstGeom prst="rect">
                <a:avLst/>
              </a:prstGeom>
            </p:spPr>
          </p:pic>
        </mc:Fallback>
      </mc:AlternateContent>
    </p:spTree>
    <p:extLst>
      <p:ext uri="{BB962C8B-B14F-4D97-AF65-F5344CB8AC3E}">
        <p14:creationId xmlns:p14="http://schemas.microsoft.com/office/powerpoint/2010/main" val="471212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Hands-on Add Security and Test Microservice</a:t>
            </a:r>
          </a:p>
        </p:txBody>
      </p:sp>
      <p:pic>
        <p:nvPicPr>
          <p:cNvPr id="1026" name="Picture 2" descr="Page 34 | Identity Access Management Images - Free Download on Freepik">
            <a:extLst>
              <a:ext uri="{FF2B5EF4-FFF2-40B4-BE49-F238E27FC236}">
                <a16:creationId xmlns:a16="http://schemas.microsoft.com/office/drawing/2014/main" id="{BB81E557-BBEB-08A0-6A2C-2FE38C6F63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8148" y="2132856"/>
            <a:ext cx="3428107" cy="342810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CFC04D6-78E0-8064-4A47-0E7C46BB694F}"/>
              </a:ext>
            </a:extLst>
          </p:cNvPr>
          <p:cNvSpPr txBox="1"/>
          <p:nvPr/>
        </p:nvSpPr>
        <p:spPr>
          <a:xfrm>
            <a:off x="189756" y="908720"/>
            <a:ext cx="6048672" cy="461665"/>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white"/>
                </a:solidFill>
                <a:effectLst/>
                <a:uLnTx/>
                <a:uFillTx/>
                <a:latin typeface="Segoe UI"/>
                <a:ea typeface="+mn-ea"/>
                <a:cs typeface="+mn-cs"/>
              </a:rPr>
              <a:t>cds</a:t>
            </a:r>
            <a:r>
              <a:rPr kumimoji="0" lang="en-US" sz="2400" b="0" i="0" u="none" strike="noStrike" kern="1200" cap="none" spc="0" normalizeH="0" baseline="0" noProof="0" dirty="0">
                <a:ln>
                  <a:noFill/>
                </a:ln>
                <a:solidFill>
                  <a:prstClr val="white"/>
                </a:solidFill>
                <a:effectLst/>
                <a:uLnTx/>
                <a:uFillTx/>
                <a:latin typeface="Segoe UI"/>
                <a:ea typeface="+mn-ea"/>
                <a:cs typeface="+mn-cs"/>
              </a:rPr>
              <a:t> add </a:t>
            </a:r>
            <a:r>
              <a:rPr kumimoji="0" lang="en-US" sz="2400" b="0" i="0" u="none" strike="noStrike" kern="1200" cap="none" spc="0" normalizeH="0" baseline="0" noProof="0" dirty="0" err="1">
                <a:ln>
                  <a:noFill/>
                </a:ln>
                <a:solidFill>
                  <a:prstClr val="white"/>
                </a:solidFill>
                <a:effectLst/>
                <a:uLnTx/>
                <a:uFillTx/>
                <a:latin typeface="Segoe UI"/>
                <a:ea typeface="+mn-ea"/>
                <a:cs typeface="+mn-cs"/>
              </a:rPr>
              <a:t>xsuaa</a:t>
            </a:r>
            <a:endParaRPr kumimoji="0" lang="en-US" sz="2400" b="0" i="0" u="none" strike="noStrike" kern="120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246073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Authentication v/s Authorization</a:t>
            </a:r>
            <a:endParaRPr lang="en-IN" dirty="0"/>
          </a:p>
        </p:txBody>
      </p:sp>
      <p:sp>
        <p:nvSpPr>
          <p:cNvPr id="12" name="TextBox 11">
            <a:extLst>
              <a:ext uri="{FF2B5EF4-FFF2-40B4-BE49-F238E27FC236}">
                <a16:creationId xmlns:a16="http://schemas.microsoft.com/office/drawing/2014/main" id="{6F10F899-F228-C7A0-F638-DA5009D28E9C}"/>
              </a:ext>
            </a:extLst>
          </p:cNvPr>
          <p:cNvSpPr txBox="1"/>
          <p:nvPr/>
        </p:nvSpPr>
        <p:spPr>
          <a:xfrm>
            <a:off x="183628" y="785615"/>
            <a:ext cx="11806237" cy="4215441"/>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Segoe UI"/>
                <a:ea typeface="+mn-ea"/>
                <a:cs typeface="+mn-cs"/>
              </a:rPr>
              <a:t>Authentication</a:t>
            </a:r>
            <a:r>
              <a:rPr kumimoji="0" lang="en-US" sz="1400" b="0" i="0" u="none" strike="noStrike" kern="0" cap="none" spc="0" normalizeH="0" baseline="0" noProof="0" dirty="0">
                <a:ln>
                  <a:noFill/>
                </a:ln>
                <a:solidFill>
                  <a:prstClr val="white"/>
                </a:solidFill>
                <a:effectLst/>
                <a:uLnTx/>
                <a:uFillTx/>
                <a:latin typeface="Segoe UI"/>
                <a:ea typeface="+mn-ea"/>
                <a:cs typeface="+mn-cs"/>
              </a:rPr>
              <a:t> – It ensures that is our user a valid user? Has he/she entered valid credentials to login to our app. It is enforced by a login screen. This login screen can also come from IDP like SSO, LDAP, Social integration.</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Segoe UI"/>
                <a:ea typeface="+mn-ea"/>
                <a:cs typeface="+mn-cs"/>
              </a:rPr>
              <a:t>Authorization</a:t>
            </a:r>
            <a:r>
              <a:rPr kumimoji="0" lang="en-US" sz="1400" b="0" i="0" u="none" strike="noStrike" kern="0" cap="none" spc="0" normalizeH="0" baseline="0" noProof="0" dirty="0">
                <a:ln>
                  <a:noFill/>
                </a:ln>
                <a:solidFill>
                  <a:prstClr val="white"/>
                </a:solidFill>
                <a:effectLst/>
                <a:uLnTx/>
                <a:uFillTx/>
                <a:latin typeface="Segoe UI"/>
                <a:ea typeface="+mn-ea"/>
                <a:cs typeface="+mn-cs"/>
              </a:rPr>
              <a:t> – Once user is authentication, then the authorization comes into play. It ensures, is our user allowed to do certain activities inside app. What is the level of access. E.g. create, update, delete, approve, view.</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white"/>
                </a:solidFill>
                <a:effectLst/>
                <a:uLnTx/>
                <a:uFillTx/>
                <a:latin typeface="Segoe UI"/>
                <a:ea typeface="+mn-ea"/>
                <a:cs typeface="+mn-cs"/>
              </a:rPr>
              <a:t>SAP BTP </a:t>
            </a:r>
            <a:r>
              <a:rPr kumimoji="0" lang="en-US" sz="1400" b="0" i="0" u="none" strike="noStrike" kern="0" cap="none" spc="0" normalizeH="0" baseline="0" noProof="0" dirty="0" err="1">
                <a:ln>
                  <a:noFill/>
                </a:ln>
                <a:solidFill>
                  <a:prstClr val="white"/>
                </a:solidFill>
                <a:effectLst/>
                <a:uLnTx/>
                <a:uFillTx/>
                <a:latin typeface="Segoe UI"/>
                <a:ea typeface="+mn-ea"/>
                <a:cs typeface="+mn-cs"/>
              </a:rPr>
              <a:t>cf</a:t>
            </a:r>
            <a:r>
              <a:rPr kumimoji="0" lang="en-US" sz="1400" b="0" i="0" u="none" strike="noStrike" kern="0" cap="none" spc="0" normalizeH="0" baseline="0" noProof="0" dirty="0">
                <a:ln>
                  <a:noFill/>
                </a:ln>
                <a:solidFill>
                  <a:prstClr val="white"/>
                </a:solidFill>
                <a:effectLst/>
                <a:uLnTx/>
                <a:uFillTx/>
                <a:latin typeface="Segoe UI"/>
                <a:ea typeface="+mn-ea"/>
                <a:cs typeface="+mn-cs"/>
              </a:rPr>
              <a:t> environment has a special component called XSUAA –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white"/>
                </a:solidFill>
                <a:effectLst/>
                <a:uLnTx/>
                <a:uFillTx/>
                <a:latin typeface="Segoe UI"/>
                <a:ea typeface="+mn-ea"/>
                <a:cs typeface="+mn-cs"/>
              </a:rPr>
              <a:t>XS – </a:t>
            </a:r>
            <a:r>
              <a:rPr kumimoji="0" lang="en-US" sz="1400" b="0" i="0" u="none" strike="noStrike" kern="0" cap="none" spc="0" normalizeH="0" baseline="0" noProof="0" dirty="0" err="1">
                <a:ln>
                  <a:noFill/>
                </a:ln>
                <a:solidFill>
                  <a:prstClr val="white"/>
                </a:solidFill>
                <a:effectLst/>
                <a:uLnTx/>
                <a:uFillTx/>
                <a:latin typeface="Segoe UI"/>
                <a:ea typeface="+mn-ea"/>
                <a:cs typeface="+mn-cs"/>
              </a:rPr>
              <a:t>eXtended</a:t>
            </a:r>
            <a:r>
              <a:rPr kumimoji="0" lang="en-US" sz="1400" b="0" i="0" u="none" strike="noStrike" kern="0" cap="none" spc="0" normalizeH="0" baseline="0" noProof="0" dirty="0">
                <a:ln>
                  <a:noFill/>
                </a:ln>
                <a:solidFill>
                  <a:prstClr val="white"/>
                </a:solidFill>
                <a:effectLst/>
                <a:uLnTx/>
                <a:uFillTx/>
                <a:latin typeface="Segoe UI"/>
                <a:ea typeface="+mn-ea"/>
                <a:cs typeface="+mn-cs"/>
              </a:rPr>
              <a:t> Services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white"/>
                </a:solidFill>
                <a:effectLst/>
                <a:uLnTx/>
                <a:uFillTx/>
                <a:latin typeface="Segoe UI"/>
                <a:ea typeface="+mn-ea"/>
                <a:cs typeface="+mn-cs"/>
              </a:rPr>
              <a:t>UAA – User Account and Authorization</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This is an in-built component inside of CF</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It is responsible to control the user account and authorization</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It manages our application security</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In CF we use modular approach to address security</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As a developer we need to decide what roles and level of security we need in our app. Example, we need to secure </a:t>
            </a:r>
            <a:r>
              <a:rPr kumimoji="0" lang="en-IN" sz="1400" b="0" i="0" u="none" strike="noStrike" kern="0" cap="none" spc="0" normalizeH="0" baseline="0" noProof="0" dirty="0" err="1">
                <a:ln>
                  <a:noFill/>
                </a:ln>
                <a:solidFill>
                  <a:prstClr val="white"/>
                </a:solidFill>
                <a:effectLst/>
                <a:uLnTx/>
                <a:uFillTx/>
                <a:latin typeface="Segoe UI"/>
                <a:ea typeface="+mn-ea"/>
                <a:cs typeface="+mn-cs"/>
              </a:rPr>
              <a:t>odata</a:t>
            </a:r>
            <a:r>
              <a:rPr kumimoji="0" lang="en-IN" sz="1400" b="0" i="0" u="none" strike="noStrike" kern="0" cap="none" spc="0" normalizeH="0" baseline="0" noProof="0" dirty="0">
                <a:ln>
                  <a:noFill/>
                </a:ln>
                <a:solidFill>
                  <a:prstClr val="white"/>
                </a:solidFill>
                <a:effectLst/>
                <a:uLnTx/>
                <a:uFillTx/>
                <a:latin typeface="Segoe UI"/>
                <a:ea typeface="+mn-ea"/>
                <a:cs typeface="+mn-cs"/>
              </a:rPr>
              <a:t> resource /</a:t>
            </a:r>
            <a:r>
              <a:rPr kumimoji="0" lang="en-IN" sz="1400" b="0" i="0" u="none" strike="noStrike" kern="0" cap="none" spc="0" normalizeH="0" baseline="0" noProof="0" dirty="0" err="1">
                <a:ln>
                  <a:noFill/>
                </a:ln>
                <a:solidFill>
                  <a:prstClr val="white"/>
                </a:solidFill>
                <a:effectLst/>
                <a:uLnTx/>
                <a:uFillTx/>
                <a:latin typeface="Segoe UI"/>
                <a:ea typeface="+mn-ea"/>
                <a:cs typeface="+mn-cs"/>
              </a:rPr>
              <a:t>Anubhav.svc</a:t>
            </a:r>
            <a:endParaRPr kumimoji="0" lang="en-IN" sz="1400" b="0" i="0" u="none" strike="noStrike" kern="0" cap="none" spc="0" normalizeH="0" baseline="0" noProof="0" dirty="0">
              <a:ln>
                <a:noFill/>
              </a:ln>
              <a:solidFill>
                <a:prstClr val="white"/>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Usually we define Viewer, Editor</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We need to define our scope and role templates inside a special file called </a:t>
            </a:r>
            <a:r>
              <a:rPr kumimoji="0" lang="en-IN" sz="1400" b="1" i="0" u="none" strike="noStrike" kern="0" cap="none" spc="0" normalizeH="0" baseline="0" noProof="0" dirty="0" err="1">
                <a:ln>
                  <a:noFill/>
                </a:ln>
                <a:solidFill>
                  <a:prstClr val="white"/>
                </a:solidFill>
                <a:effectLst/>
                <a:uLnTx/>
                <a:uFillTx/>
                <a:latin typeface="Segoe UI"/>
                <a:ea typeface="+mn-ea"/>
                <a:cs typeface="+mn-cs"/>
              </a:rPr>
              <a:t>xs-security.json</a:t>
            </a:r>
            <a:r>
              <a:rPr kumimoji="0" lang="en-IN" sz="1400" b="1" i="0" u="none" strike="noStrike" kern="0" cap="none" spc="0" normalizeH="0" baseline="0" noProof="0" dirty="0">
                <a:ln>
                  <a:noFill/>
                </a:ln>
                <a:solidFill>
                  <a:prstClr val="white"/>
                </a:solidFill>
                <a:effectLst/>
                <a:uLnTx/>
                <a:uFillTx/>
                <a:latin typeface="Segoe UI"/>
                <a:ea typeface="+mn-ea"/>
                <a:cs typeface="+mn-cs"/>
              </a:rPr>
              <a:t> </a:t>
            </a:r>
            <a:r>
              <a:rPr kumimoji="0" lang="en-IN" sz="1400" b="0" i="0" u="none" strike="noStrike" kern="0" cap="none" spc="0" normalizeH="0" baseline="0" noProof="0" dirty="0">
                <a:ln>
                  <a:noFill/>
                </a:ln>
                <a:solidFill>
                  <a:prstClr val="white"/>
                </a:solidFill>
                <a:effectLst/>
                <a:uLnTx/>
                <a:uFillTx/>
                <a:latin typeface="Segoe UI"/>
                <a:ea typeface="+mn-ea"/>
                <a:cs typeface="+mn-cs"/>
              </a:rPr>
              <a:t>file</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XSUAA Communicates to the </a:t>
            </a:r>
            <a:r>
              <a:rPr kumimoji="0" lang="en-IN" sz="1400" b="1" i="0" u="none" strike="noStrike" kern="0" cap="none" spc="0" normalizeH="0" baseline="0" noProof="0" dirty="0">
                <a:ln>
                  <a:noFill/>
                </a:ln>
                <a:solidFill>
                  <a:prstClr val="white"/>
                </a:solidFill>
                <a:effectLst/>
                <a:uLnTx/>
                <a:uFillTx/>
                <a:latin typeface="Segoe UI"/>
                <a:ea typeface="+mn-ea"/>
                <a:cs typeface="+mn-cs"/>
              </a:rPr>
              <a:t>IDP – Identity Provider</a:t>
            </a:r>
          </a:p>
          <a:p>
            <a:pPr marL="342797" marR="0" lvl="0" indent="-342797"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0" cap="none" spc="0" normalizeH="0" baseline="0" noProof="0" dirty="0">
                <a:ln>
                  <a:noFill/>
                </a:ln>
                <a:solidFill>
                  <a:prstClr val="white"/>
                </a:solidFill>
                <a:effectLst/>
                <a:uLnTx/>
                <a:uFillTx/>
                <a:latin typeface="Segoe UI"/>
                <a:ea typeface="+mn-ea"/>
                <a:cs typeface="+mn-cs"/>
              </a:rPr>
              <a:t>Issues </a:t>
            </a:r>
            <a:r>
              <a:rPr kumimoji="0" lang="en-IN" sz="1400" b="1" i="0" u="none" strike="noStrike" kern="0" cap="none" spc="0" normalizeH="0" baseline="0" noProof="0" dirty="0">
                <a:ln>
                  <a:noFill/>
                </a:ln>
                <a:solidFill>
                  <a:prstClr val="white"/>
                </a:solidFill>
                <a:effectLst/>
                <a:uLnTx/>
                <a:uFillTx/>
                <a:latin typeface="Segoe UI"/>
                <a:ea typeface="+mn-ea"/>
                <a:cs typeface="+mn-cs"/>
              </a:rPr>
              <a:t>JWT (JSON web Token) </a:t>
            </a:r>
            <a:r>
              <a:rPr kumimoji="0" lang="en-IN" sz="1400" b="0" i="0" u="none" strike="noStrike" kern="0" cap="none" spc="0" normalizeH="0" baseline="0" noProof="0" dirty="0">
                <a:ln>
                  <a:noFill/>
                </a:ln>
                <a:solidFill>
                  <a:prstClr val="white"/>
                </a:solidFill>
                <a:effectLst/>
                <a:uLnTx/>
                <a:uFillTx/>
                <a:latin typeface="Segoe UI"/>
                <a:ea typeface="+mn-ea"/>
                <a:cs typeface="+mn-cs"/>
              </a:rPr>
              <a:t>to cloud foundry router which let user access the app based on permission.</a:t>
            </a:r>
          </a:p>
        </p:txBody>
      </p:sp>
      <p:sp>
        <p:nvSpPr>
          <p:cNvPr id="13" name="Rectangle 12">
            <a:extLst>
              <a:ext uri="{FF2B5EF4-FFF2-40B4-BE49-F238E27FC236}">
                <a16:creationId xmlns:a16="http://schemas.microsoft.com/office/drawing/2014/main" id="{3643048D-A7CA-D41E-C7AC-CCAB701256CA}"/>
              </a:ext>
            </a:extLst>
          </p:cNvPr>
          <p:cNvSpPr/>
          <p:nvPr/>
        </p:nvSpPr>
        <p:spPr>
          <a:xfrm>
            <a:off x="1623413"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Scope</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(Role)</a:t>
            </a:r>
          </a:p>
        </p:txBody>
      </p:sp>
      <p:sp>
        <p:nvSpPr>
          <p:cNvPr id="14" name="Rectangle 13">
            <a:extLst>
              <a:ext uri="{FF2B5EF4-FFF2-40B4-BE49-F238E27FC236}">
                <a16:creationId xmlns:a16="http://schemas.microsoft.com/office/drawing/2014/main" id="{CAF1E737-A025-646B-E1D2-2FDCC17E4BD0}"/>
              </a:ext>
            </a:extLst>
          </p:cNvPr>
          <p:cNvSpPr/>
          <p:nvPr/>
        </p:nvSpPr>
        <p:spPr>
          <a:xfrm>
            <a:off x="5438843"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Role Template</a:t>
            </a:r>
          </a:p>
        </p:txBody>
      </p:sp>
      <p:cxnSp>
        <p:nvCxnSpPr>
          <p:cNvPr id="15" name="Straight Connector 14">
            <a:extLst>
              <a:ext uri="{FF2B5EF4-FFF2-40B4-BE49-F238E27FC236}">
                <a16:creationId xmlns:a16="http://schemas.microsoft.com/office/drawing/2014/main" id="{40BB33BA-B03F-9320-17D7-F05B3766B37A}"/>
              </a:ext>
            </a:extLst>
          </p:cNvPr>
          <p:cNvCxnSpPr>
            <a:stCxn id="13" idx="3"/>
            <a:endCxn id="14" idx="1"/>
          </p:cNvCxnSpPr>
          <p:nvPr/>
        </p:nvCxnSpPr>
        <p:spPr>
          <a:xfrm>
            <a:off x="3351155" y="5874152"/>
            <a:ext cx="2087688" cy="0"/>
          </a:xfrm>
          <a:prstGeom prst="line">
            <a:avLst/>
          </a:prstGeom>
          <a:noFill/>
          <a:ln w="9525" cap="flat" cmpd="sng" algn="ctr">
            <a:solidFill>
              <a:srgbClr val="202B50">
                <a:shade val="95000"/>
                <a:satMod val="105000"/>
              </a:srgbClr>
            </a:solidFill>
            <a:prstDash val="solid"/>
          </a:ln>
          <a:effectLst/>
        </p:spPr>
      </p:cxnSp>
      <p:sp>
        <p:nvSpPr>
          <p:cNvPr id="16" name="TextBox 15">
            <a:extLst>
              <a:ext uri="{FF2B5EF4-FFF2-40B4-BE49-F238E27FC236}">
                <a16:creationId xmlns:a16="http://schemas.microsoft.com/office/drawing/2014/main" id="{7B3AAFBE-55E6-7165-C524-D53C89F1869D}"/>
              </a:ext>
            </a:extLst>
          </p:cNvPr>
          <p:cNvSpPr txBox="1"/>
          <p:nvPr/>
        </p:nvSpPr>
        <p:spPr>
          <a:xfrm>
            <a:off x="3351155" y="5426323"/>
            <a:ext cx="2375645" cy="461417"/>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	     *</a:t>
            </a:r>
          </a:p>
        </p:txBody>
      </p:sp>
      <p:sp>
        <p:nvSpPr>
          <p:cNvPr id="17" name="Rectangle 16">
            <a:extLst>
              <a:ext uri="{FF2B5EF4-FFF2-40B4-BE49-F238E27FC236}">
                <a16:creationId xmlns:a16="http://schemas.microsoft.com/office/drawing/2014/main" id="{11A855E9-5463-D35A-F9B3-9506DDDF0ED5}"/>
              </a:ext>
            </a:extLst>
          </p:cNvPr>
          <p:cNvSpPr/>
          <p:nvPr/>
        </p:nvSpPr>
        <p:spPr>
          <a:xfrm>
            <a:off x="8390402"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Role Collection</a:t>
            </a:r>
          </a:p>
        </p:txBody>
      </p:sp>
      <p:cxnSp>
        <p:nvCxnSpPr>
          <p:cNvPr id="18" name="Straight Connector 17">
            <a:extLst>
              <a:ext uri="{FF2B5EF4-FFF2-40B4-BE49-F238E27FC236}">
                <a16:creationId xmlns:a16="http://schemas.microsoft.com/office/drawing/2014/main" id="{AD307554-17F7-7992-5053-6F85F367361B}"/>
              </a:ext>
            </a:extLst>
          </p:cNvPr>
          <p:cNvCxnSpPr>
            <a:stCxn id="14" idx="3"/>
            <a:endCxn id="17" idx="1"/>
          </p:cNvCxnSpPr>
          <p:nvPr/>
        </p:nvCxnSpPr>
        <p:spPr>
          <a:xfrm>
            <a:off x="7166585" y="5874152"/>
            <a:ext cx="1223817" cy="0"/>
          </a:xfrm>
          <a:prstGeom prst="line">
            <a:avLst/>
          </a:prstGeom>
          <a:noFill/>
          <a:ln w="9525" cap="flat" cmpd="sng" algn="ctr">
            <a:solidFill>
              <a:srgbClr val="202B50">
                <a:shade val="95000"/>
                <a:satMod val="105000"/>
              </a:srgbClr>
            </a:solidFill>
            <a:prstDash val="solid"/>
          </a:ln>
          <a:effectLst/>
        </p:spPr>
      </p:cxnSp>
      <p:sp>
        <p:nvSpPr>
          <p:cNvPr id="19" name="TextBox 18">
            <a:extLst>
              <a:ext uri="{FF2B5EF4-FFF2-40B4-BE49-F238E27FC236}">
                <a16:creationId xmlns:a16="http://schemas.microsoft.com/office/drawing/2014/main" id="{67E8CB7F-3920-0EEF-4648-0869E7E16F62}"/>
              </a:ext>
            </a:extLst>
          </p:cNvPr>
          <p:cNvSpPr txBox="1"/>
          <p:nvPr/>
        </p:nvSpPr>
        <p:spPr>
          <a:xfrm>
            <a:off x="7166585" y="5426323"/>
            <a:ext cx="1295806" cy="461417"/>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399" b="0" i="0" u="none" strike="noStrike" kern="0" cap="none" spc="0" normalizeH="0" baseline="0" noProof="0" dirty="0">
                <a:ln>
                  <a:noFill/>
                </a:ln>
                <a:solidFill>
                  <a:prstClr val="white"/>
                </a:solidFill>
                <a:effectLst/>
                <a:uLnTx/>
                <a:uFillTx/>
                <a:latin typeface="Segoe UI"/>
                <a:ea typeface="+mn-ea"/>
                <a:cs typeface="+mn-cs"/>
              </a:rPr>
              <a:t>*         *</a:t>
            </a:r>
          </a:p>
        </p:txBody>
      </p:sp>
      <p:sp>
        <p:nvSpPr>
          <p:cNvPr id="20" name="Smiley Face 19">
            <a:extLst>
              <a:ext uri="{FF2B5EF4-FFF2-40B4-BE49-F238E27FC236}">
                <a16:creationId xmlns:a16="http://schemas.microsoft.com/office/drawing/2014/main" id="{DC9EB602-77FC-D2F5-43BC-C520B7ED05D9}"/>
              </a:ext>
            </a:extLst>
          </p:cNvPr>
          <p:cNvSpPr/>
          <p:nvPr/>
        </p:nvSpPr>
        <p:spPr>
          <a:xfrm>
            <a:off x="11054004" y="5334014"/>
            <a:ext cx="719892" cy="646163"/>
          </a:xfrm>
          <a:prstGeom prst="smileyFace">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ysClr val="windowText" lastClr="000000">
                <a:lumMod val="95000"/>
                <a:lumOff val="5000"/>
              </a:sysClr>
            </a:solidFill>
            <a:prstDash val="solid"/>
          </a:ln>
          <a:effectLst>
            <a:outerShdw blurRad="40000" dist="20000" dir="5400000" rotWithShape="0">
              <a:srgbClr val="000000">
                <a:alpha val="38000"/>
              </a:srgbClr>
            </a:outerShdw>
          </a:effectLst>
        </p:spPr>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399" b="1" i="0" u="none" strike="noStrike" kern="0" cap="none" spc="0" normalizeH="0" baseline="0" noProof="0" dirty="0">
              <a:ln>
                <a:noFill/>
              </a:ln>
              <a:solidFill>
                <a:prstClr val="white"/>
              </a:solidFill>
              <a:effectLst/>
              <a:uLnTx/>
              <a:uFillTx/>
              <a:latin typeface="Segoe UI"/>
              <a:ea typeface="+mn-ea"/>
              <a:cs typeface="+mn-cs"/>
            </a:endParaRPr>
          </a:p>
        </p:txBody>
      </p:sp>
      <p:cxnSp>
        <p:nvCxnSpPr>
          <p:cNvPr id="21" name="Connector: Elbow 20">
            <a:extLst>
              <a:ext uri="{FF2B5EF4-FFF2-40B4-BE49-F238E27FC236}">
                <a16:creationId xmlns:a16="http://schemas.microsoft.com/office/drawing/2014/main" id="{39FB7B0B-43C4-53CC-F7CB-9A6A0904A3A3}"/>
              </a:ext>
            </a:extLst>
          </p:cNvPr>
          <p:cNvCxnSpPr>
            <a:stCxn id="17" idx="3"/>
            <a:endCxn id="20" idx="4"/>
          </p:cNvCxnSpPr>
          <p:nvPr/>
        </p:nvCxnSpPr>
        <p:spPr>
          <a:xfrm>
            <a:off x="10118144" y="5874154"/>
            <a:ext cx="1295806" cy="106023"/>
          </a:xfrm>
          <a:prstGeom prst="bentConnector4">
            <a:avLst>
              <a:gd name="adj1" fmla="val 36111"/>
              <a:gd name="adj2" fmla="val 315557"/>
            </a:avLst>
          </a:prstGeom>
          <a:noFill/>
          <a:ln w="9525" cap="flat" cmpd="sng" algn="ctr">
            <a:solidFill>
              <a:srgbClr val="202B50">
                <a:shade val="95000"/>
                <a:satMod val="105000"/>
              </a:srgbClr>
            </a:solidFill>
            <a:prstDash val="solid"/>
            <a:tailEnd type="triangle"/>
          </a:ln>
          <a:effectLst/>
        </p:spPr>
      </p:cxnSp>
    </p:spTree>
    <p:extLst>
      <p:ext uri="{BB962C8B-B14F-4D97-AF65-F5344CB8AC3E}">
        <p14:creationId xmlns:p14="http://schemas.microsoft.com/office/powerpoint/2010/main" val="27420727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IDP – Identity Provider</a:t>
            </a:r>
            <a:endParaRPr lang="en-IN" dirty="0"/>
          </a:p>
        </p:txBody>
      </p:sp>
      <p:sp>
        <p:nvSpPr>
          <p:cNvPr id="10" name="Slide Number Placeholder 3">
            <a:extLst>
              <a:ext uri="{FF2B5EF4-FFF2-40B4-BE49-F238E27FC236}">
                <a16:creationId xmlns:a16="http://schemas.microsoft.com/office/drawing/2014/main" id="{2F3035AE-3E52-4994-6211-AE55192D28F5}"/>
              </a:ext>
            </a:extLst>
          </p:cNvPr>
          <p:cNvSpPr>
            <a:spLocks noGrp="1"/>
          </p:cNvSpPr>
          <p:nvPr>
            <p:ph type="sldNum" sz="quarter" idx="12"/>
          </p:nvPr>
        </p:nvSpPr>
        <p:spPr>
          <a:xfrm flipH="1">
            <a:off x="11637584" y="6596527"/>
            <a:ext cx="218945" cy="143978"/>
          </a:xfrm>
          <a:ln>
            <a:solidFill>
              <a:schemeClr val="bg1"/>
            </a:solidFill>
          </a:ln>
        </p:spPr>
        <p:txBody>
          <a:bodyPr/>
          <a:lstStyle/>
          <a:p>
            <a:pPr marL="0" marR="0" lvl="0" indent="0" algn="r" defTabSz="1218621" rtl="0" eaLnBrk="1" fontAlgn="auto" latinLnBrk="0" hangingPunct="1">
              <a:lnSpc>
                <a:spcPct val="100000"/>
              </a:lnSpc>
              <a:spcBef>
                <a:spcPts val="0"/>
              </a:spcBef>
              <a:spcAft>
                <a:spcPts val="0"/>
              </a:spcAft>
              <a:buClrTx/>
              <a:buSzTx/>
              <a:buFontTx/>
              <a:buNone/>
              <a:tabLst/>
              <a:defRPr/>
            </a:pPr>
            <a:fld id="{96E69268-9C8B-4EBF-A9EE-DC5DC2D48DC3}" type="slidenum">
              <a:rPr kumimoji="0" lang="en-US" sz="1600" b="0" i="0" u="none" strike="noStrike" kern="1200" cap="none" spc="0" normalizeH="0" baseline="0" noProof="0">
                <a:ln>
                  <a:noFill/>
                </a:ln>
                <a:solidFill>
                  <a:prstClr val="white"/>
                </a:solidFill>
                <a:effectLst/>
                <a:uLnTx/>
                <a:uFillTx/>
                <a:latin typeface="Segoe UI"/>
                <a:ea typeface="+mn-ea"/>
                <a:cs typeface="+mn-cs"/>
              </a:rPr>
              <a:pPr marL="0" marR="0" lvl="0" indent="0" algn="r" defTabSz="1218621" rtl="0" eaLnBrk="1" fontAlgn="auto" latinLnBrk="0" hangingPunct="1">
                <a:lnSpc>
                  <a:spcPct val="100000"/>
                </a:lnSpc>
                <a:spcBef>
                  <a:spcPts val="0"/>
                </a:spcBef>
                <a:spcAft>
                  <a:spcPts val="0"/>
                </a:spcAft>
                <a:buClrTx/>
                <a:buSzTx/>
                <a:buFontTx/>
                <a:buNone/>
                <a:tabLst/>
                <a:defRPr/>
              </a:pPr>
              <a:t>19</a:t>
            </a:fld>
            <a:endParaRPr kumimoji="0" lang="en-US" sz="1600" b="0" i="0" u="none" strike="noStrike" kern="1200" cap="none" spc="0" normalizeH="0" baseline="0" noProof="0" dirty="0">
              <a:ln>
                <a:noFill/>
              </a:ln>
              <a:solidFill>
                <a:prstClr val="white"/>
              </a:solidFill>
              <a:effectLst/>
              <a:uLnTx/>
              <a:uFillTx/>
              <a:latin typeface="Segoe UI Black" panose="020B0A02040204020203" pitchFamily="34" charset="0"/>
              <a:ea typeface="Segoe UI Black" panose="020B0A02040204020203" pitchFamily="34" charset="0"/>
              <a:cs typeface="+mn-cs"/>
            </a:endParaRPr>
          </a:p>
        </p:txBody>
      </p:sp>
      <p:sp>
        <p:nvSpPr>
          <p:cNvPr id="11" name="TextBox 10">
            <a:extLst>
              <a:ext uri="{FF2B5EF4-FFF2-40B4-BE49-F238E27FC236}">
                <a16:creationId xmlns:a16="http://schemas.microsoft.com/office/drawing/2014/main" id="{2362F458-B5B7-154C-F189-BA5A239E04AA}"/>
              </a:ext>
            </a:extLst>
          </p:cNvPr>
          <p:cNvSpPr txBox="1"/>
          <p:nvPr/>
        </p:nvSpPr>
        <p:spPr>
          <a:xfrm>
            <a:off x="191294" y="745067"/>
            <a:ext cx="11806237" cy="830781"/>
          </a:xfrm>
          <a:prstGeom prst="rect">
            <a:avLst/>
          </a:prstGeom>
          <a:noFill/>
          <a:ln>
            <a:noFill/>
          </a:ln>
        </p:spPr>
        <p:txBody>
          <a:bodyPr wrap="square" rtlCol="0">
            <a:spAutoFit/>
          </a:bodyPr>
          <a:lstStyle/>
          <a:p>
            <a:pPr marL="0" marR="0" lvl="0" indent="0" algn="l" defTabSz="1218621"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An identity provider is a software or group of software which stores all the user credentials and their scopes (roles) in itself. This will centralize the user management in company and simplify the login process to different apps. This way user do not need to remember multiple passwords to multiple apps.</a:t>
            </a:r>
            <a:endParaRPr kumimoji="0" lang="en-IN" sz="1600" b="0" i="0" u="none" strike="noStrike" kern="1200" cap="none" spc="0" normalizeH="0" baseline="0" noProof="0" dirty="0">
              <a:ln>
                <a:noFill/>
              </a:ln>
              <a:solidFill>
                <a:prstClr val="white"/>
              </a:solidFill>
              <a:effectLst/>
              <a:uLnTx/>
              <a:uFillTx/>
              <a:latin typeface="Segoe UI"/>
              <a:ea typeface="+mn-ea"/>
              <a:cs typeface="+mn-cs"/>
            </a:endParaRPr>
          </a:p>
        </p:txBody>
      </p:sp>
      <p:sp>
        <p:nvSpPr>
          <p:cNvPr id="12" name="Rectangle 11">
            <a:extLst>
              <a:ext uri="{FF2B5EF4-FFF2-40B4-BE49-F238E27FC236}">
                <a16:creationId xmlns:a16="http://schemas.microsoft.com/office/drawing/2014/main" id="{1713AAA2-6DEA-AA00-A36C-E150CA26CDC0}"/>
              </a:ext>
            </a:extLst>
          </p:cNvPr>
          <p:cNvSpPr/>
          <p:nvPr/>
        </p:nvSpPr>
        <p:spPr>
          <a:xfrm>
            <a:off x="3502799" y="1773200"/>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Portal</a:t>
            </a:r>
          </a:p>
        </p:txBody>
      </p:sp>
      <p:sp>
        <p:nvSpPr>
          <p:cNvPr id="13" name="Rectangle 12">
            <a:extLst>
              <a:ext uri="{FF2B5EF4-FFF2-40B4-BE49-F238E27FC236}">
                <a16:creationId xmlns:a16="http://schemas.microsoft.com/office/drawing/2014/main" id="{9E1B9187-7A51-944A-FE75-AE7CA8C09B1E}"/>
              </a:ext>
            </a:extLst>
          </p:cNvPr>
          <p:cNvSpPr/>
          <p:nvPr/>
        </p:nvSpPr>
        <p:spPr>
          <a:xfrm>
            <a:off x="3502799" y="2459418"/>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Launchpad</a:t>
            </a:r>
          </a:p>
        </p:txBody>
      </p:sp>
      <p:sp>
        <p:nvSpPr>
          <p:cNvPr id="14" name="Rectangle 13">
            <a:extLst>
              <a:ext uri="{FF2B5EF4-FFF2-40B4-BE49-F238E27FC236}">
                <a16:creationId xmlns:a16="http://schemas.microsoft.com/office/drawing/2014/main" id="{9FCB960D-CAA4-5664-1FA8-E37E384BDDA6}"/>
              </a:ext>
            </a:extLst>
          </p:cNvPr>
          <p:cNvSpPr/>
          <p:nvPr/>
        </p:nvSpPr>
        <p:spPr>
          <a:xfrm>
            <a:off x="3502799" y="3155302"/>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Dedicated SRM</a:t>
            </a:r>
          </a:p>
        </p:txBody>
      </p:sp>
      <p:sp>
        <p:nvSpPr>
          <p:cNvPr id="15" name="Rectangle 14">
            <a:extLst>
              <a:ext uri="{FF2B5EF4-FFF2-40B4-BE49-F238E27FC236}">
                <a16:creationId xmlns:a16="http://schemas.microsoft.com/office/drawing/2014/main" id="{9913C176-6984-A538-324D-90535DAEDDF5}"/>
              </a:ext>
            </a:extLst>
          </p:cNvPr>
          <p:cNvSpPr/>
          <p:nvPr/>
        </p:nvSpPr>
        <p:spPr>
          <a:xfrm>
            <a:off x="3502799" y="3838466"/>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SAP Server</a:t>
            </a:r>
          </a:p>
        </p:txBody>
      </p:sp>
      <p:sp>
        <p:nvSpPr>
          <p:cNvPr id="16" name="Rectangle 15">
            <a:extLst>
              <a:ext uri="{FF2B5EF4-FFF2-40B4-BE49-F238E27FC236}">
                <a16:creationId xmlns:a16="http://schemas.microsoft.com/office/drawing/2014/main" id="{589C4928-B238-BC26-0800-90E199EC2DA8}"/>
              </a:ext>
            </a:extLst>
          </p:cNvPr>
          <p:cNvSpPr/>
          <p:nvPr/>
        </p:nvSpPr>
        <p:spPr>
          <a:xfrm>
            <a:off x="3505536" y="4501267"/>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Outlook</a:t>
            </a:r>
          </a:p>
        </p:txBody>
      </p:sp>
      <p:pic>
        <p:nvPicPr>
          <p:cNvPr id="17" name="Picture 16" descr="Icon&#10;&#10;Description automatically generated">
            <a:extLst>
              <a:ext uri="{FF2B5EF4-FFF2-40B4-BE49-F238E27FC236}">
                <a16:creationId xmlns:a16="http://schemas.microsoft.com/office/drawing/2014/main" id="{39D951F8-AAB4-A0F2-64B5-B0695D8D1380}"/>
              </a:ext>
            </a:extLst>
          </p:cNvPr>
          <p:cNvPicPr>
            <a:picLocks noChangeAspect="1"/>
          </p:cNvPicPr>
          <p:nvPr/>
        </p:nvPicPr>
        <p:blipFill rotWithShape="1">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512" t="9401" r="10243" b="17538"/>
          <a:stretch/>
        </p:blipFill>
        <p:spPr>
          <a:xfrm>
            <a:off x="407263" y="1853558"/>
            <a:ext cx="982807" cy="991115"/>
          </a:xfrm>
          <a:prstGeom prst="rect">
            <a:avLst/>
          </a:prstGeom>
          <a:ln>
            <a:solidFill>
              <a:schemeClr val="bg1"/>
            </a:solidFill>
          </a:ln>
        </p:spPr>
      </p:pic>
      <p:sp>
        <p:nvSpPr>
          <p:cNvPr id="18" name="Rectangle 17">
            <a:extLst>
              <a:ext uri="{FF2B5EF4-FFF2-40B4-BE49-F238E27FC236}">
                <a16:creationId xmlns:a16="http://schemas.microsoft.com/office/drawing/2014/main" id="{36D70D1E-84DF-C8FB-E0C6-192510CBE30B}"/>
              </a:ext>
            </a:extLst>
          </p:cNvPr>
          <p:cNvSpPr/>
          <p:nvPr/>
        </p:nvSpPr>
        <p:spPr>
          <a:xfrm>
            <a:off x="389118" y="3807751"/>
            <a:ext cx="98280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SSO</a:t>
            </a:r>
          </a:p>
        </p:txBody>
      </p:sp>
      <p:sp>
        <p:nvSpPr>
          <p:cNvPr id="19" name="TextBox 18">
            <a:extLst>
              <a:ext uri="{FF2B5EF4-FFF2-40B4-BE49-F238E27FC236}">
                <a16:creationId xmlns:a16="http://schemas.microsoft.com/office/drawing/2014/main" id="{8E35FBE6-EE4A-7358-7C15-CA18584BCB9F}"/>
              </a:ext>
            </a:extLst>
          </p:cNvPr>
          <p:cNvSpPr txBox="1"/>
          <p:nvPr/>
        </p:nvSpPr>
        <p:spPr>
          <a:xfrm>
            <a:off x="107446" y="4582175"/>
            <a:ext cx="3239516" cy="1076937"/>
          </a:xfrm>
          <a:prstGeom prst="rect">
            <a:avLst/>
          </a:prstGeom>
          <a:noFill/>
          <a:ln>
            <a:noFill/>
          </a:ln>
        </p:spPr>
        <p:txBody>
          <a:bodyPr wrap="square" rtlCol="0">
            <a:spAutoFit/>
          </a:bodyPr>
          <a:lstStyle/>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User/email/password</a:t>
            </a:r>
          </a:p>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Single source of truth</a:t>
            </a:r>
          </a:p>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Trust relation</a:t>
            </a:r>
          </a:p>
          <a:p>
            <a:pPr marL="342797" marR="0" lvl="0" indent="-342797" algn="l" defTabSz="1218621"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Segoe UI"/>
                <a:ea typeface="+mn-ea"/>
                <a:cs typeface="+mn-cs"/>
              </a:rPr>
              <a:t>Scope- clerk, manager, </a:t>
            </a:r>
            <a:r>
              <a:rPr kumimoji="0" lang="en-US" sz="1600" b="0" i="0" u="none" strike="noStrike" kern="1200" cap="none" spc="0" normalizeH="0" baseline="0" noProof="0" dirty="0" err="1">
                <a:ln>
                  <a:noFill/>
                </a:ln>
                <a:solidFill>
                  <a:prstClr val="white"/>
                </a:solidFill>
                <a:effectLst/>
                <a:uLnTx/>
                <a:uFillTx/>
                <a:latin typeface="Segoe UI"/>
                <a:ea typeface="+mn-ea"/>
                <a:cs typeface="+mn-cs"/>
              </a:rPr>
              <a:t>ceo</a:t>
            </a:r>
            <a:endParaRPr kumimoji="0" lang="en-US" sz="1600" b="0" i="0" u="none" strike="noStrike" kern="1200" cap="none" spc="0" normalizeH="0" baseline="0" noProof="0" dirty="0">
              <a:ln>
                <a:noFill/>
              </a:ln>
              <a:solidFill>
                <a:prstClr val="white"/>
              </a:solidFill>
              <a:effectLst/>
              <a:uLnTx/>
              <a:uFillTx/>
              <a:latin typeface="Segoe UI"/>
              <a:ea typeface="+mn-ea"/>
              <a:cs typeface="+mn-cs"/>
            </a:endParaRPr>
          </a:p>
        </p:txBody>
      </p:sp>
      <p:cxnSp>
        <p:nvCxnSpPr>
          <p:cNvPr id="20" name="Connector: Elbow 19">
            <a:extLst>
              <a:ext uri="{FF2B5EF4-FFF2-40B4-BE49-F238E27FC236}">
                <a16:creationId xmlns:a16="http://schemas.microsoft.com/office/drawing/2014/main" id="{A06E4B9A-E55F-7DAF-07FF-C736E0A752F5}"/>
              </a:ext>
            </a:extLst>
          </p:cNvPr>
          <p:cNvCxnSpPr>
            <a:stCxn id="18" idx="3"/>
            <a:endCxn id="12" idx="1"/>
          </p:cNvCxnSpPr>
          <p:nvPr/>
        </p:nvCxnSpPr>
        <p:spPr>
          <a:xfrm flipV="1">
            <a:off x="1371925" y="2061157"/>
            <a:ext cx="2130876" cy="2013332"/>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Connector: Elbow 20">
            <a:extLst>
              <a:ext uri="{FF2B5EF4-FFF2-40B4-BE49-F238E27FC236}">
                <a16:creationId xmlns:a16="http://schemas.microsoft.com/office/drawing/2014/main" id="{56443317-E2EA-2C86-ECE8-16E203402076}"/>
              </a:ext>
            </a:extLst>
          </p:cNvPr>
          <p:cNvCxnSpPr>
            <a:stCxn id="18" idx="3"/>
            <a:endCxn id="13" idx="1"/>
          </p:cNvCxnSpPr>
          <p:nvPr/>
        </p:nvCxnSpPr>
        <p:spPr>
          <a:xfrm flipV="1">
            <a:off x="1371925" y="2747375"/>
            <a:ext cx="2130876" cy="132711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08849323-73AD-A813-42B8-53A87C2E44C2}"/>
              </a:ext>
            </a:extLst>
          </p:cNvPr>
          <p:cNvCxnSpPr>
            <a:stCxn id="18" idx="3"/>
            <a:endCxn id="16" idx="1"/>
          </p:cNvCxnSpPr>
          <p:nvPr/>
        </p:nvCxnSpPr>
        <p:spPr>
          <a:xfrm>
            <a:off x="1371923" y="4074490"/>
            <a:ext cx="2133612" cy="714735"/>
          </a:xfrm>
          <a:prstGeom prst="bentConnector3">
            <a:avLst>
              <a:gd name="adj1" fmla="val 68889"/>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4AB3834-6AC9-C350-02E7-3D7213F7E79A}"/>
              </a:ext>
            </a:extLst>
          </p:cNvPr>
          <p:cNvCxnSpPr>
            <a:stCxn id="18" idx="3"/>
            <a:endCxn id="14" idx="1"/>
          </p:cNvCxnSpPr>
          <p:nvPr/>
        </p:nvCxnSpPr>
        <p:spPr>
          <a:xfrm flipV="1">
            <a:off x="1371925" y="3443259"/>
            <a:ext cx="2130876" cy="631230"/>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39DA4809-328C-6EED-69FE-2327C386C972}"/>
              </a:ext>
            </a:extLst>
          </p:cNvPr>
          <p:cNvCxnSpPr>
            <a:stCxn id="18" idx="3"/>
            <a:endCxn id="15" idx="1"/>
          </p:cNvCxnSpPr>
          <p:nvPr/>
        </p:nvCxnSpPr>
        <p:spPr>
          <a:xfrm>
            <a:off x="1371925" y="4074489"/>
            <a:ext cx="2130876" cy="5193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Arrow: Right 24">
            <a:extLst>
              <a:ext uri="{FF2B5EF4-FFF2-40B4-BE49-F238E27FC236}">
                <a16:creationId xmlns:a16="http://schemas.microsoft.com/office/drawing/2014/main" id="{3669FCA9-87D0-AC5F-55AA-0597B8F77F08}"/>
              </a:ext>
            </a:extLst>
          </p:cNvPr>
          <p:cNvSpPr/>
          <p:nvPr/>
        </p:nvSpPr>
        <p:spPr>
          <a:xfrm>
            <a:off x="1371925" y="1989763"/>
            <a:ext cx="2130876" cy="45707"/>
          </a:xfrm>
          <a:prstGeom prst="right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white"/>
              </a:solidFill>
              <a:effectLst/>
              <a:uLnTx/>
              <a:uFillTx/>
              <a:latin typeface="Segoe UI"/>
              <a:ea typeface="+mn-ea"/>
              <a:cs typeface="+mn-cs"/>
            </a:endParaRPr>
          </a:p>
        </p:txBody>
      </p:sp>
      <p:sp>
        <p:nvSpPr>
          <p:cNvPr id="26" name="Arrow: Down 25">
            <a:extLst>
              <a:ext uri="{FF2B5EF4-FFF2-40B4-BE49-F238E27FC236}">
                <a16:creationId xmlns:a16="http://schemas.microsoft.com/office/drawing/2014/main" id="{A8345884-5E1C-A794-D6F2-A15B553F7C24}"/>
              </a:ext>
            </a:extLst>
          </p:cNvPr>
          <p:cNvSpPr/>
          <p:nvPr/>
        </p:nvSpPr>
        <p:spPr>
          <a:xfrm rot="2714639">
            <a:off x="2318350" y="1942625"/>
            <a:ext cx="143978" cy="2185413"/>
          </a:xfrm>
          <a:prstGeom prst="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white"/>
              </a:solidFill>
              <a:effectLst/>
              <a:uLnTx/>
              <a:uFillTx/>
              <a:latin typeface="Segoe UI"/>
              <a:ea typeface="+mn-ea"/>
              <a:cs typeface="+mn-cs"/>
            </a:endParaRPr>
          </a:p>
        </p:txBody>
      </p:sp>
      <p:pic>
        <p:nvPicPr>
          <p:cNvPr id="27" name="Picture 26" descr="Icon&#10;&#10;Description automatically generated">
            <a:extLst>
              <a:ext uri="{FF2B5EF4-FFF2-40B4-BE49-F238E27FC236}">
                <a16:creationId xmlns:a16="http://schemas.microsoft.com/office/drawing/2014/main" id="{08CC5429-0F02-836F-E9B5-6972D4792749}"/>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159077" y="3706055"/>
            <a:ext cx="666351" cy="666351"/>
          </a:xfrm>
          <a:prstGeom prst="rect">
            <a:avLst/>
          </a:prstGeom>
          <a:ln>
            <a:solidFill>
              <a:schemeClr val="bg1"/>
            </a:solidFill>
          </a:ln>
        </p:spPr>
      </p:pic>
      <p:sp>
        <p:nvSpPr>
          <p:cNvPr id="28" name="Rectangle 27">
            <a:extLst>
              <a:ext uri="{FF2B5EF4-FFF2-40B4-BE49-F238E27FC236}">
                <a16:creationId xmlns:a16="http://schemas.microsoft.com/office/drawing/2014/main" id="{968180D4-9E3E-DBC4-F148-C59BD00E9B2C}"/>
              </a:ext>
            </a:extLst>
          </p:cNvPr>
          <p:cNvSpPr/>
          <p:nvPr/>
        </p:nvSpPr>
        <p:spPr>
          <a:xfrm>
            <a:off x="3505536" y="5184432"/>
            <a:ext cx="1871720" cy="374843"/>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rPr>
              <a:t>Our cloud app</a:t>
            </a:r>
          </a:p>
        </p:txBody>
      </p:sp>
      <p:sp>
        <p:nvSpPr>
          <p:cNvPr id="29" name="Rectangle 28">
            <a:extLst>
              <a:ext uri="{FF2B5EF4-FFF2-40B4-BE49-F238E27FC236}">
                <a16:creationId xmlns:a16="http://schemas.microsoft.com/office/drawing/2014/main" id="{10601AA0-415A-129A-44AA-F47497DD9974}"/>
              </a:ext>
            </a:extLst>
          </p:cNvPr>
          <p:cNvSpPr/>
          <p:nvPr/>
        </p:nvSpPr>
        <p:spPr>
          <a:xfrm>
            <a:off x="3502799" y="6099898"/>
            <a:ext cx="1871720" cy="777349"/>
          </a:xfrm>
          <a:prstGeom prst="rect">
            <a:avLst/>
          </a:prstGeom>
          <a:solidFill>
            <a:schemeClr val="accent2">
              <a:lumMod val="50000"/>
            </a:schemeClr>
          </a:solidFill>
          <a:ln>
            <a:solidFill>
              <a:schemeClr val="bg1"/>
            </a:solidFill>
          </a:ln>
        </p:spPr>
        <p:style>
          <a:lnRef idx="0">
            <a:schemeClr val="accent2"/>
          </a:lnRef>
          <a:fillRef idx="3">
            <a:schemeClr val="accent2"/>
          </a:fillRef>
          <a:effectRef idx="3">
            <a:schemeClr val="accent2"/>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XSUAA</a:t>
            </a:r>
          </a:p>
        </p:txBody>
      </p:sp>
      <p:cxnSp>
        <p:nvCxnSpPr>
          <p:cNvPr id="30" name="Connector: Elbow 29">
            <a:extLst>
              <a:ext uri="{FF2B5EF4-FFF2-40B4-BE49-F238E27FC236}">
                <a16:creationId xmlns:a16="http://schemas.microsoft.com/office/drawing/2014/main" id="{6B494515-9A9A-1712-7726-F5038BA946F9}"/>
              </a:ext>
            </a:extLst>
          </p:cNvPr>
          <p:cNvCxnSpPr>
            <a:cxnSpLocks/>
            <a:stCxn id="33" idx="2"/>
            <a:endCxn id="29" idx="3"/>
          </p:cNvCxnSpPr>
          <p:nvPr/>
        </p:nvCxnSpPr>
        <p:spPr>
          <a:xfrm rot="5400000">
            <a:off x="5906799" y="3961307"/>
            <a:ext cx="1994984" cy="3059543"/>
          </a:xfrm>
          <a:prstGeom prst="bentConnector2">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59AE44EF-AE51-A6DC-5A0F-D8B3211751E9}"/>
              </a:ext>
            </a:extLst>
          </p:cNvPr>
          <p:cNvSpPr/>
          <p:nvPr/>
        </p:nvSpPr>
        <p:spPr>
          <a:xfrm>
            <a:off x="5302530" y="5371853"/>
            <a:ext cx="1151828" cy="289252"/>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err="1">
                <a:ln>
                  <a:noFill/>
                </a:ln>
                <a:solidFill>
                  <a:prstClr val="white"/>
                </a:solidFill>
                <a:effectLst/>
                <a:uLnTx/>
                <a:uFillTx/>
                <a:latin typeface="Segoe UI"/>
                <a:ea typeface="+mn-ea"/>
                <a:cs typeface="+mn-cs"/>
              </a:rPr>
              <a:t>xsuaa</a:t>
            </a:r>
            <a:endParaRPr kumimoji="0" lang="en-US" sz="2399" b="0" i="0" u="none" strike="noStrike" kern="1200" cap="none" spc="0" normalizeH="0" baseline="0" noProof="0" dirty="0">
              <a:ln>
                <a:noFill/>
              </a:ln>
              <a:solidFill>
                <a:prstClr val="white"/>
              </a:solidFill>
              <a:effectLst/>
              <a:uLnTx/>
              <a:uFillTx/>
              <a:latin typeface="Segoe UI"/>
              <a:ea typeface="+mn-ea"/>
              <a:cs typeface="+mn-cs"/>
            </a:endParaRPr>
          </a:p>
        </p:txBody>
      </p:sp>
      <p:cxnSp>
        <p:nvCxnSpPr>
          <p:cNvPr id="32" name="Straight Arrow Connector 31">
            <a:extLst>
              <a:ext uri="{FF2B5EF4-FFF2-40B4-BE49-F238E27FC236}">
                <a16:creationId xmlns:a16="http://schemas.microsoft.com/office/drawing/2014/main" id="{056403A1-F029-1521-C4A5-66552EAC5E74}"/>
              </a:ext>
            </a:extLst>
          </p:cNvPr>
          <p:cNvCxnSpPr>
            <a:endCxn id="29" idx="0"/>
          </p:cNvCxnSpPr>
          <p:nvPr/>
        </p:nvCxnSpPr>
        <p:spPr>
          <a:xfrm flipH="1">
            <a:off x="4438659" y="5559276"/>
            <a:ext cx="1511774" cy="540622"/>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E2764941-BC4D-1F67-1326-598557175FB7}"/>
              </a:ext>
            </a:extLst>
          </p:cNvPr>
          <p:cNvSpPr/>
          <p:nvPr/>
        </p:nvSpPr>
        <p:spPr>
          <a:xfrm>
            <a:off x="731822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err="1">
                <a:ln>
                  <a:noFill/>
                </a:ln>
                <a:solidFill>
                  <a:prstClr val="white"/>
                </a:solidFill>
                <a:effectLst/>
                <a:uLnTx/>
                <a:uFillTx/>
                <a:latin typeface="Segoe UI"/>
                <a:ea typeface="+mn-ea"/>
                <a:cs typeface="+mn-cs"/>
              </a:rPr>
              <a:t>GSuite</a:t>
            </a:r>
            <a:endParaRPr kumimoji="0" lang="en-US" sz="2399" b="0" i="0" u="none" strike="noStrike" kern="1200" cap="none" spc="0" normalizeH="0" baseline="0" noProof="0" dirty="0">
              <a:ln>
                <a:noFill/>
              </a:ln>
              <a:solidFill>
                <a:prstClr val="white"/>
              </a:solidFill>
              <a:effectLst/>
              <a:uLnTx/>
              <a:uFillTx/>
              <a:latin typeface="Segoe UI"/>
              <a:ea typeface="+mn-ea"/>
              <a:cs typeface="+mn-cs"/>
            </a:endParaRPr>
          </a:p>
        </p:txBody>
      </p:sp>
      <p:sp>
        <p:nvSpPr>
          <p:cNvPr id="34" name="Rectangle 33">
            <a:extLst>
              <a:ext uri="{FF2B5EF4-FFF2-40B4-BE49-F238E27FC236}">
                <a16:creationId xmlns:a16="http://schemas.microsoft.com/office/drawing/2014/main" id="{2324E37F-AA76-6411-2D82-89A33007BA18}"/>
              </a:ext>
            </a:extLst>
          </p:cNvPr>
          <p:cNvSpPr/>
          <p:nvPr/>
        </p:nvSpPr>
        <p:spPr>
          <a:xfrm>
            <a:off x="972070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621"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prstClr val="white"/>
                </a:solidFill>
                <a:effectLst/>
                <a:uLnTx/>
                <a:uFillTx/>
                <a:latin typeface="Segoe UI"/>
                <a:ea typeface="+mn-ea"/>
                <a:cs typeface="+mn-cs"/>
              </a:rPr>
              <a:t>LDAP</a:t>
            </a:r>
          </a:p>
        </p:txBody>
      </p:sp>
      <p:pic>
        <p:nvPicPr>
          <p:cNvPr id="35" name="Picture 34">
            <a:extLst>
              <a:ext uri="{FF2B5EF4-FFF2-40B4-BE49-F238E27FC236}">
                <a16:creationId xmlns:a16="http://schemas.microsoft.com/office/drawing/2014/main" id="{7AB56319-F7EE-8C5A-E21A-23E397AD6269}"/>
              </a:ext>
            </a:extLst>
          </p:cNvPr>
          <p:cNvPicPr>
            <a:picLocks noChangeAspect="1"/>
          </p:cNvPicPr>
          <p:nvPr/>
        </p:nvPicPr>
        <p:blipFill>
          <a:blip r:embed="rId6"/>
          <a:stretch>
            <a:fillRect/>
          </a:stretch>
        </p:blipFill>
        <p:spPr>
          <a:xfrm>
            <a:off x="6568249" y="1771665"/>
            <a:ext cx="2981648" cy="2013332"/>
          </a:xfrm>
          <a:prstGeom prst="rect">
            <a:avLst/>
          </a:prstGeom>
          <a:ln>
            <a:solidFill>
              <a:schemeClr val="bg1"/>
            </a:solidFill>
          </a:ln>
        </p:spPr>
      </p:pic>
    </p:spTree>
    <p:extLst>
      <p:ext uri="{BB962C8B-B14F-4D97-AF65-F5344CB8AC3E}">
        <p14:creationId xmlns:p14="http://schemas.microsoft.com/office/powerpoint/2010/main" val="28646856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6</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7786</TotalTime>
  <Words>1856</Words>
  <Application>Microsoft Office PowerPoint</Application>
  <PresentationFormat>Custom</PresentationFormat>
  <Paragraphs>249</Paragraphs>
  <Slides>22</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Amasis MT Pro Black</vt:lpstr>
      <vt:lpstr>Arial</vt:lpstr>
      <vt:lpstr>Arial Black</vt:lpstr>
      <vt:lpstr>Calibri</vt:lpstr>
      <vt:lpstr>Consolas</vt:lpstr>
      <vt:lpstr>Cooper Black</vt:lpstr>
      <vt:lpstr>Segoe UI</vt:lpstr>
      <vt:lpstr>Segoe UI Black</vt:lpstr>
      <vt:lpstr>Segoe UI Light</vt:lpstr>
      <vt:lpstr>Office Theme</vt:lpstr>
      <vt:lpstr>SAP BTP Extension Suite Training</vt:lpstr>
      <vt:lpstr>PowerPoint Presentation</vt:lpstr>
      <vt:lpstr>Agenda – Day 12</vt:lpstr>
      <vt:lpstr>Introduction to HANA Cloud</vt:lpstr>
      <vt:lpstr>HANA Cloud v/s On-premise</vt:lpstr>
      <vt:lpstr>What is Schema in HANA</vt:lpstr>
      <vt:lpstr>HDI Container</vt:lpstr>
      <vt:lpstr>Design time – during development</vt:lpstr>
      <vt:lpstr>Hands on - Create HANA Cloud Instance</vt:lpstr>
      <vt:lpstr>HDI Container</vt:lpstr>
      <vt:lpstr>Hands on - Create HANA Cloud Instance</vt:lpstr>
      <vt:lpstr>Design time</vt:lpstr>
      <vt:lpstr>Hands on – HANA Cloud Integration</vt:lpstr>
      <vt:lpstr>Authentication v/s Authorization</vt:lpstr>
      <vt:lpstr>IDP – Identity Provider</vt:lpstr>
      <vt:lpstr>How it works behind scenes</vt:lpstr>
      <vt:lpstr>Hands-on Add Security and Test Microservice</vt:lpstr>
      <vt:lpstr>Authentication v/s Authorization</vt:lpstr>
      <vt:lpstr>IDP – Identity Provider</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288</cp:revision>
  <dcterms:created xsi:type="dcterms:W3CDTF">2013-09-12T13:05:01Z</dcterms:created>
  <dcterms:modified xsi:type="dcterms:W3CDTF">2026-07-27T02:51:34Z</dcterms:modified>
</cp:coreProperties>
</file>
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5" r:id="rId2"/>
  </p:sldMasterIdLst>
  <p:notesMasterIdLst>
    <p:notesMasterId r:id="rId33"/>
  </p:notesMasterIdLst>
  <p:sldIdLst>
    <p:sldId id="276" r:id="rId3"/>
    <p:sldId id="4122" r:id="rId4"/>
    <p:sldId id="277" r:id="rId5"/>
    <p:sldId id="497" r:id="rId6"/>
    <p:sldId id="499" r:id="rId7"/>
    <p:sldId id="4804" r:id="rId8"/>
    <p:sldId id="4770" r:id="rId9"/>
    <p:sldId id="293" r:id="rId10"/>
    <p:sldId id="324" r:id="rId11"/>
    <p:sldId id="4773" r:id="rId12"/>
    <p:sldId id="4806" r:id="rId13"/>
    <p:sldId id="4805" r:id="rId14"/>
    <p:sldId id="4775" r:id="rId15"/>
    <p:sldId id="4792" r:id="rId16"/>
    <p:sldId id="4797" r:id="rId17"/>
    <p:sldId id="4796" r:id="rId18"/>
    <p:sldId id="4795" r:id="rId19"/>
    <p:sldId id="4794" r:id="rId20"/>
    <p:sldId id="4793" r:id="rId21"/>
    <p:sldId id="4801" r:id="rId22"/>
    <p:sldId id="4800" r:id="rId23"/>
    <p:sldId id="4799" r:id="rId24"/>
    <p:sldId id="4798" r:id="rId25"/>
    <p:sldId id="4803" r:id="rId26"/>
    <p:sldId id="4786" r:id="rId27"/>
    <p:sldId id="4787" r:id="rId28"/>
    <p:sldId id="4788" r:id="rId29"/>
    <p:sldId id="282" r:id="rId30"/>
    <p:sldId id="280" r:id="rId31"/>
    <p:sldId id="4711" r:id="rId32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074D92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40" autoAdjust="0"/>
    <p:restoredTop sz="95033" autoAdjust="0"/>
  </p:normalViewPr>
  <p:slideViewPr>
    <p:cSldViewPr>
      <p:cViewPr varScale="1">
        <p:scale>
          <a:sx n="110" d="100"/>
          <a:sy n="110" d="100"/>
        </p:scale>
        <p:origin x="292" y="7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28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585 65 24575,'1'-3'0,"-1"1"0,1-1 0,0 1 0,0 0 0,0-1 0,0 1 0,0-1 0,1 1 0,-1 0 0,1 0 0,-1 0 0,3-3 0,9-14 0,-13 18 0,1 1 0,-1-1 0,0 1 0,0-1 0,0 1 0,0 0 0,0-1 0,-1 1 0,1-1 0,0 1 0,0 0 0,0-1 0,0 1 0,0-1 0,0 1 0,-1 0 0,1-1 0,0 1 0,0 0 0,-1-1 0,1 1 0,0 0 0,0-1 0,-1 1 0,1 0 0,0-1 0,-1 1 0,1 0 0,-1 0 0,1 0 0,0-1 0,-1 1 0,1 0 0,-1 0 0,1 0 0,0 0 0,-1 0 0,1 0 0,-1 0 0,1 0 0,0 0 0,-1 0 0,1 0 0,-1 0 0,1 0 0,-1 0 0,1 0 0,0 0 0,-1 1 0,-25 2 0,25-3 0,-172 39 0,-194 32 0,366-71 0,-1 0 0,0 1 0,1-1 0,-1 1 0,1-1 0,-1 1 0,1 0 0,-1 0 0,1-1 0,-1 1 0,1 0 0,-1 0 0,1 0 0,0 1 0,0-1 0,0 0 0,0 0 0,0 1 0,0-1 0,0 0 0,0 1 0,0-1 0,0 1 0,1-1 0,-1 1 0,1 0 0,-1-1 0,1 1 0,0 0 0,-1-1 0,1 4 0,0 6 0,0-1 0,0 1 0,1-1 0,3 11 0,-3-10 0,74 345 0,-51-257 0,-17-71 0,73 338 0,-27 4 0,-34 130 0,-12-381 0,5 1 0,45 195 0,-18-130 0,19 233 0,-55-394 0,-2 1 0,0-1 0,-2 0 0,-1 1 0,-1-1 0,-1 0 0,-9 32 0,6-37 0,1 1 0,2 0 0,0 1 0,1-1 0,-1 39 0,3-33 0,0-18 0,1-1 0,0 1 0,0 0 0,0 0 0,1 0 0,4 13 0,-4-18 0,1-1 0,0 0 0,-1 0 0,1 0 0,0 0 0,0 0 0,0 0 0,1 0 0,-1 0 0,0-1 0,1 1 0,-1-1 0,1 0 0,-1 0 0,1 0 0,0 0 0,-1 0 0,1 0 0,0-1 0,0 1 0,4-1 0,5 1 0,1 0 0,-1-1 0,18-1 0,61-13 0,93-25 0,-124 25 0,-43 11 82,2-2-564,1 1-1,27-12 1,-35 10-6344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29.6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0 136 24575,'1'0'0,"-1"1"0,0-1 0,0 0 0,0 0 0,0 0 0,1 0 0,-1 0 0,0 0 0,0 0 0,0 1 0,0-1 0,1 0 0,-1 0 0,0 0 0,0 0 0,0 1 0,0-1 0,0 0 0,0 0 0,1 0 0,-1 0 0,0 1 0,0-1 0,0 0 0,0 0 0,0 0 0,0 1 0,0-1 0,0 0 0,0 0 0,0 1 0,0-1 0,0 0 0,0 0 0,0 0 0,0 1 0,0-1 0,0 0 0,-1 0 0,1 0 0,0 1 0,0-1 0,0 0 0,0 0 0,0 0 0,0 0 0,-1 1 0,1-1 0,0 0 0,0 0 0,0 0 0,0 0 0,-1 0 0,1 0 0,0 1 0,10-1 0,1 1 0,-1-2 0,1 1 0,-1-2 0,18-3 0,2 0 0,458-72 0,-355 56 0,-102 16 124,2 0-869,55-14 1,-73 13-6082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29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 24575,'3'0'0,"0"3"0,4 0 0,2 4 0,3 2 0,1 5 0,3 4 0,0 3 0,0 4 0,-2 7 0,-9 4 0,-14 6 0,-16 6 0,-20 6 0,-3-6-8191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2.8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1445 145 24575,'0'-1'0,"-1"0"0,1-1 0,-1 1 0,1 0 0,-1-1 0,1 1 0,-1 0 0,0 0 0,0-1 0,1 1 0,-1 0 0,0 0 0,0 0 0,0 0 0,0 0 0,0 0 0,-1 1 0,1-1 0,0 0 0,0 0 0,-1 1 0,1-1 0,-2 0 0,-34-12 0,34 13 0,-36-8 0,0 2 0,-71-2 0,85 7 0,-93-4 0,-152 14 0,215-4 0,1 3 0,0 3 0,0 1 0,1 3 0,-53 23 0,78-25 0,-1 2 0,2 1 0,0 1 0,1 2 0,-34 31 0,26-19 0,2 2 0,1 2 0,-30 43 0,55-69 0,0 0 0,1 1 0,0-1 0,0 1 0,1 0 0,0 1 0,0-1 0,1 1 0,1-1 0,0 1 0,1 0 0,-1 20 0,2-22 0,1-1 0,1 1 0,-1 0 0,1-1 0,1 0 0,0 1 0,0-1 0,0 0 0,1 0 0,0-1 0,1 1 0,0-1 0,0 0 0,0 0 0,1-1 0,10 10 0,6 3 0,1-1 0,1-2 0,0 0 0,30 14 0,111 44 0,-128-59 0,54 20 0,1-4 0,2-4 0,179 27 0,-129-38 0,281-4 0,-322-17 0,111-19 0,-166 16 0,0-3 0,-1-1 0,0-3 0,66-31 0,-88 34 0,-2-1 0,0-1 0,0-1 0,-1-1 0,-1-1 0,-1-1 0,0-1 0,27-34 0,-35 37 0,-1-1 0,0 0 0,-1-1 0,-1 0 0,-1 0 0,-1-1 0,0 0 0,-1 0 0,-1-1 0,-1 1 0,-1-1 0,1-26 0,-3 30 0,-1 0 0,0 0 0,-1 0 0,-1 0 0,0 0 0,-1 0 0,-1 1 0,-1-1 0,0 1 0,-1 0 0,0 0 0,-1 1 0,-1 0 0,0 0 0,-12-14 0,-1 3 0,-1 1 0,0 1 0,-2 1 0,-1 1 0,-1 2 0,0 0 0,-1 2 0,-55-26 0,39 25 0,0 1 0,-2 3 0,1 2 0,-2 2 0,-72-8 0,102 17 0,-174-14 0,154 15 0,0 1 0,0 1 0,-45 10 0,-126 31-1365,192-39-5461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3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 24575,'0'-1'0,"-1"0"0,1 0 0,1 0 0,-1 0 0,0-1 0,0 1 0,0 0 0,0 0 0,1 0 0,-1 0 0,1 0 0,-1 0 0,1 0 0,-1 0 0,2-2 0,-2 3 0,1 0 0,-1-1 0,1 1 0,-1 0 0,0 0 0,1-1 0,-1 1 0,1 0 0,-1 0 0,1 0 0,-1 0 0,1 0 0,-1-1 0,1 1 0,-1 0 0,1 0 0,-1 0 0,1 1 0,0-1 0,-1 0 0,1 0 0,-1 0 0,0 0 0,1 0 0,2 2 0,-1-1 0,0 0 0,0 0 0,0 1 0,0-1 0,0 1 0,0 0 0,0-1 0,0 1 0,-1 0 0,1 0 0,1 4 0,14 27 0,-3 0 0,0 1 0,8 37 0,-2-8 0,72 186 0,-71-192 0,-17-48-341,-1 1 0,-1-1-1,3 17 1,-4-12-6485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3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24575,'2'3'0,"5"0"0,5 4 0,5 2 0,1 0 0,3 1 0,1 2 0,2-2 0,0 1 0,-1 1 0,-3-1 0,-4-3-8191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4.0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14 24575,'2'0'0,"2"-3"0,-1-3 0,0 1 0,-4 5 0,-4 6 0,-4 3 0,-3 4 0,-3 2 0,-4 1 0,-1 1 0,0 0 0,0 0 0,1-1 0,4-2-8191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5.8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405 145 24575,'1'0'0,"0"-1"0,1 1 0,-1-1 0,0 1 0,0-1 0,0 1 0,0-1 0,0 1 0,0-1 0,-1 0 0,1 0 0,0 0 0,0 1 0,0-1 0,-1 0 0,1 0 0,0 0 0,-1 0 0,1 0 0,-1 0 0,1 0 0,-1-2 0,9-24 0,-7 21 0,-1 1 0,0 0 0,-1-1 0,1 1 0,-1-1 0,0 1 0,0-1 0,-2-7 0,1 11 0,0 0 0,1 0 0,-1 0 0,0 0 0,0 0 0,0 0 0,0 0 0,-1 0 0,1 1 0,0-1 0,-1 1 0,1-1 0,-1 1 0,0-1 0,1 1 0,-1 0 0,0 0 0,0 0 0,0 0 0,0 0 0,0 0 0,0 0 0,0 1 0,-3-1 0,-7-1 0,1 0 0,-1 1 0,0 1 0,0 0 0,0 0 0,1 1 0,-1 1 0,0 0 0,-15 5 0,0 1 0,1 2 0,-47 23 0,64-28 0,1-1 0,0 1 0,0 1 0,0 0 0,1 0 0,0 0 0,0 1 0,0 0 0,-6 9 0,10-11 0,1-1 0,-1 0 0,1 1 0,0 0 0,0-1 0,1 1 0,0 0 0,-1 0 0,2 0 0,-1 0 0,0 0 0,1 0 0,0 0 0,0 0 0,1 0 0,-1 0 0,1 0 0,0 0 0,3 6 0,1 3 0,1 0 0,0-1 0,1 0 0,0 0 0,2-1 0,-1 0 0,1 0 0,1-1 0,19 18 0,11 5 0,61 41 0,-52-40 0,-29-21 0,29 22 0,-45-33 0,-1 0 0,0 1 0,0-1 0,0 0 0,0 1 0,-1 0 0,1 0 0,-1-1 0,0 2 0,2 4 0,-3-7 0,-1 0 0,0-1 0,0 1 0,1 0 0,-1 0 0,0 0 0,-1 0 0,1 0 0,0-1 0,0 1 0,-1 0 0,1 0 0,-1 0 0,0-1 0,1 1 0,-1 0 0,0-1 0,0 1 0,0 0 0,0-1 0,0 0 0,-1 1 0,1-1 0,0 1 0,-1-1 0,1 0 0,-1 0 0,1 0 0,-1 0 0,1 0 0,-1 0 0,-2 1 0,-7 2 0,0 1 0,0-2 0,-22 6 0,32-9 0,-29 6 86,-1-1-1,1-1 0,-36-1 1,50-3-300,-1-1 1,1 0 0,1-1-1,-1-1 1,0-1 0,0 0-1,-26-11 1,19 2-6613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6.2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30 218 24575,'-3'11'0,"2"-10"0,1-1 0,0 0 0,-1 1 0,1-1 0,0 1 0,0-1 0,0 0 0,0 1 0,-1-1 0,1 1 0,0-1 0,0 1 0,0-1 0,0 1 0,0-1 0,0 0 0,0 1 0,0-1 0,0 1 0,0-1 0,0 1 0,0-1 0,1 1 0,-1-1 0,0 0 0,0 1 0,0-1 0,0 1 0,1-1 0,-1 0 0,0 1 0,1-1 0,-1 0 0,0 1 0,0-1 0,1 0 0,-1 1 0,1-1 0,-1 0 0,0 0 0,1 1 0,-1-1 0,1 0 0,-1 0 0,0 0 0,1 0 0,-1 0 0,1 0 0,-1 1 0,1-1 0,0 0 0,9 2 0,0 0 0,1-1 0,0 0 0,-1-1 0,1 0 0,-1 0 0,1-1 0,0-1 0,-1 1 0,0-2 0,1 1 0,-1-2 0,18-7 0,-26 10 0,1-1 0,-1 1 0,1 0 0,-1-1 0,0 0 0,0 1 0,0-1 0,0 0 0,0 0 0,0 0 0,0 0 0,0 0 0,-1-1 0,1 1 0,-1 0 0,0-1 0,0 1 0,0-1 0,2-5 0,-3 5 0,0-1 0,0 1 0,0-1 0,-1 1 0,1 0 0,-1-1 0,1 1 0,-1-1 0,-1 1 0,1 0 0,0 0 0,-1 0 0,-2-5 0,-6-6 0,0 1 0,-1 0 0,0 1 0,0 0 0,-18-13 0,26 22 0,-4-3 0,0 0 0,-1 1 0,1 0 0,-1 0 0,-10-4 0,17 8 0,-1 0 0,1 1 0,-1-1 0,0 1 0,1-1 0,-1 1 0,0 0 0,0-1 0,1 1 0,-1 0 0,0 0 0,0 1 0,1-1 0,-1 0 0,0 0 0,0 1 0,1-1 0,-1 1 0,1 0 0,-1-1 0,0 1 0,1 0 0,-1 0 0,1 0 0,-1 0 0,1 0 0,0 0 0,0 0 0,-1 1 0,1-1 0,0 0 0,0 1 0,-1 2 0,-3 4 0,1 1 0,0-1 0,1 1 0,0 0 0,1 0 0,-1 0 0,0 16 0,1-3 0,0 0 0,3 24 0,0-27 57,1-1 0,1 1 0,0-1 0,2 0 0,10 30 0,-12-41-158,0 0 1,0 0-1,1 0 1,0-1 0,0 0-1,0 1 1,1-1-1,0-1 1,0 1 0,1-1-1,-1 0 1,1 0 0,1-1-1,-1 1 1,0-2-1,11 6 1,10 0-6726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6.4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21 24575,'0'-3'0,"-3"-4"0,-3 0 0,-1 4 0,0 7 0,3 12 0,0 11 0,3 9 0,2 10 0,3 7 0,2 6 0,3 1 0,4-1 0,1-3 0,1-5 0,1-6 0,-2-10-8191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6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32 220 24575,'-2'0'0,"0"0"0,0 1 0,0-1 0,0 0 0,0 1 0,0-1 0,0 1 0,0-1 0,0 1 0,1 0 0,-1 0 0,0 0 0,0 0 0,-1 1 0,3-2 0,0 0 0,0 1 0,0-1 0,0 0 0,0 0 0,0 0 0,0 0 0,0 0 0,0 1 0,0-1 0,0 0 0,0 0 0,0 0 0,0 0 0,0 1 0,0-1 0,0 0 0,0 0 0,0 0 0,0 0 0,0 0 0,0 0 0,1 1 0,-1-1 0,0 0 0,0 0 0,0 0 0,0 0 0,0 0 0,0 0 0,0 0 0,1 0 0,-1 0 0,0 1 0,0-1 0,0 0 0,0 0 0,0 0 0,1 0 0,-1 0 0,0 0 0,0 0 0,0 0 0,0 0 0,0 0 0,1 0 0,-1 0 0,0 0 0,0 0 0,0 0 0,0 0 0,1-1 0,-1 1 0,0 0 0,0 0 0,0 0 0,0 0 0,0 0 0,1 0 0,10-1 0,1 0 0,-1-2 0,0 1 0,1-1 0,-1-1 0,0 0 0,0-1 0,-1 0 0,0 0 0,11-9 0,-17 12 0,-1-1 0,0 1 0,0-1 0,0 0 0,-1 0 0,1 0 0,-1 0 0,0-1 0,0 1 0,0-1 0,0 0 0,0 1 0,-1-1 0,1 0 0,-1 0 0,0 0 0,-1 0 0,1 0 0,-1 0 0,1 0 0,-1 0 0,0 0 0,-1 0 0,1 0 0,-1 0 0,0 0 0,0 0 0,0 0 0,-3-6 0,2 3 0,-1 0 0,-1 0 0,1 0 0,-1 0 0,0 1 0,-9-11 0,12 15 0,0 1 0,0 0 0,0 0 0,-1 0 0,1 0 0,0 0 0,0 0 0,-1 0 0,1 1 0,0-1 0,-1 0 0,1 1 0,-1-1 0,1 1 0,-1-1 0,1 1 0,-1 0 0,0 0 0,1 0 0,-1 0 0,1 0 0,-1 0 0,1 0 0,-1 0 0,1 0 0,-1 1 0,1-1 0,-1 1 0,1-1 0,-1 1 0,1 0 0,-1-1 0,1 1 0,0 0 0,-1 0 0,1 0 0,0 0 0,0 0 0,-2 2 0,-5 6 0,1 0 0,0 0 0,1 0 0,0 1 0,0 0 0,1 1 0,0-1 0,0 1 0,-4 19 0,5-14 0,0 1 0,1-1 0,1 1 0,0 0 0,2 0 0,1 18 0,-1-30-52,0 0-1,1 0 1,-1 0-1,2 0 1,-1 0-1,0 0 1,1 0-1,0 0 1,0-1-1,0 1 1,1-1-1,-1 1 1,1-1-1,0 0 1,1 0-1,-1 0 1,1-1-1,-1 1 1,1-1-1,0 0 0,0 0 1,1 0-1,-1 0 1,1-1-1,8 4 1,12 1-6774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7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143 443 24575,'0'-5'0,"-1"1"0,0-1 0,0 1 0,0-1 0,0 1 0,0-1 0,-1 1 0,0 0 0,0 0 0,0 0 0,-1 0 0,1 0 0,-1 0 0,0 1 0,0-1 0,0 1 0,0 0 0,-1 0 0,-4-3 0,7 4 0,-1 1 0,0 0 0,0 0 0,0 0 0,0 0 0,0 0 0,0 0 0,0 1 0,0-1 0,-1 1 0,1-1 0,0 1 0,0 0 0,0 0 0,-1 0 0,1 0 0,0 0 0,0 1 0,0-1 0,-1 1 0,1-1 0,0 1 0,0 0 0,0 0 0,0-1 0,0 2 0,0-1 0,0 0 0,0 0 0,1 1 0,-1-1 0,0 1 0,1-1 0,-1 1 0,1-1 0,0 1 0,-1 0 0,1 0 0,0 0 0,-1 2 0,-1 2 0,0 0 0,1-1 0,0 1 0,0 0 0,0 1 0,0-1 0,1 0 0,0 1 0,1-1 0,-1 0 0,1 1 0,0-1 0,1 0 0,0 1 0,0-1 0,0 0 0,1 1 0,-1-1 0,1 0 0,1 0 0,-1 0 0,1-1 0,0 1 0,1-1 0,-1 1 0,1-1 0,0 0 0,1-1 0,-1 1 0,1-1 0,0 1 0,0-2 0,0 1 0,0 0 0,1-1 0,-1 0 0,1 0 0,0-1 0,0 1 0,0-1 0,0-1 0,0 1 0,1-1 0,-1 0 0,0 0 0,1-1 0,-1 0 0,1 0 0,-1-1 0,8-1 0,-3 0 0,-1-1 0,1 0 0,-1-1 0,1 0 0,-1-1 0,0 0 0,-1-1 0,1 0 0,-1 0 0,-1-1 0,1 0 0,-1-1 0,0 0 0,-1 0 0,14-18 0,-14 14 0,-1 0 0,0 0 0,0-1 0,-1 0 0,-1 0 0,0 0 0,-1 0 0,0-1 0,-1 1 0,-1-1 0,0 0 0,-1-22 0,-2 9 0,-2-1 0,-1 1 0,0-1 0,-3 1 0,0 1 0,-1 0 0,-26-50 0,16 49 0,19 27 0,0-1 0,-1 1 0,1 0 0,0-1 0,-1 1 0,1 0 0,0-1 0,-1 1 0,1 0 0,-1 0 0,1 0 0,-1-1 0,1 1 0,0 0 0,-1 0 0,1 0 0,-1 0 0,1 0 0,-1 0 0,1 0 0,-1 0 0,1 0 0,-1 0 0,0 1 0,1-1 0,-1 1 0,1-1 0,-1 1 0,0-1 0,1 1 0,0 0 0,-1-1 0,1 1 0,-1 0 0,1-1 0,0 1 0,-1 0 0,1-1 0,0 1 0,0 0 0,0 0 0,0 0 0,0 0 0,-2 13 0,0 0 0,2 1 0,0-1 0,2 21 0,13 59 0,-9-61 0,89 331 0,-90-346 0,9 25-1365,-2-10-5461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7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27 24575,'-1'0'0,"1"0"0,0 0 0,-1 1 0,1-1 0,-1 0 0,1 0 0,-1 0 0,1 0 0,-1 0 0,1 1 0,-1-1 0,1 0 0,0 0 0,-1 1 0,1-1 0,0 0 0,-1 0 0,1 1 0,0-1 0,-1 1 0,1-1 0,0 0 0,-1 1 0,1-1 0,0 1 0,0-1 0,0 0 0,0 1 0,-1-1 0,1 1 0,0-1 0,0 1 0,0-1 0,0 1 0,0-1 0,0 1 0,0-1 0,0 0 0,0 1 0,0-1 0,0 1 0,0-1 0,1 1 0,-1-1 0,0 1 0,0-1 0,0 0 0,1 1 0,-1 0 0,13 21 0,-10-19 0,2 0 0,-1 0 0,0 0 0,0-1 0,1 0 0,0 0 0,-1 0 0,1 0 0,0-1 0,0 1 0,0-1 0,0-1 0,0 1 0,0-1 0,0 0 0,6 0 0,2-1 0,0 0 0,0-1 0,0 0 0,0-1 0,13-5 0,-20 5 0,0 1 0,-1-1 0,1 0 0,-1-1 0,0 0 0,0 1 0,0-2 0,0 1 0,-1 0 0,1-1 0,5-9 0,7-6 0,-16 20 0,-1-1 0,0 1 0,0 0 0,0 0 0,0 0 0,0-1 0,1 1 0,-1 0 0,0 0 0,0 0 0,0 0 0,1 0 0,-1 0 0,0 0 0,0-1 0,0 1 0,1 0 0,-1 0 0,0 0 0,0 0 0,0 0 0,1 0 0,-1 0 0,0 0 0,0 0 0,1 0 0,-1 0 0,0 0 0,0 0 0,0 0 0,1 0 0,-1 0 0,0 1 0,0-1 0,0 0 0,1 0 0,-1 0 0,0 0 0,0 0 0,0 0 0,0 1 0,1-1 0,-1 0 0,0 0 0,0 0 0,0 0 0,0 1 0,0-1 0,1 0 0,-1 0 0,0 0 0,0 1 0,0-1 0,0 0 0,0 0 0,0 0 0,0 1 0,0-1 0,0 0 0,0 0 0,0 1 0,0-1 0,0 0 0,0 0 0,0 0 0,0 1 0,2 20 0,-2-16 0,4 50-341,4-1 0,1 1-1,25 77 1,-25-105-6485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7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20 24575,'-3'-3'0,"-1"-3"0,-2-1 0,0 3 0,-2 6 0,0 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8.4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34 24575,'0'0'0,"0"-1"0,0 0 0,-1 1 0,1-1 0,0 1 0,0-1 0,0 1 0,-1-1 0,1 1 0,0-1 0,-1 1 0,1-1 0,0 1 0,-1-1 0,1 1 0,-1 0 0,1-1 0,-1 1 0,1-1 0,-1 1 0,1 0 0,-1 0 0,1-1 0,-1 1 0,1 0 0,-1 0 0,1 0 0,-1-1 0,0 1 0,1 0 0,-1 0 0,1 0 0,-1 0 0,1 0 0,-1 0 0,0 0 0,0 1 0,-1-1 0,0 0 0,-1 0 0,1 0 0,0 1 0,0-1 0,0 1 0,-1 0 0,-2 1 0,1 1 0,0 1 0,0-1 0,0 1 0,1 0 0,0 0 0,-1 0 0,1 0 0,1 1 0,-1-1 0,1 1 0,0 0 0,0-1 0,0 1 0,0 0 0,-1 10 0,-1 8 0,1 0 0,0 27 0,3-47 0,-1 18 0,1 1 0,1-1 0,4 22 0,-3-34 0,0 0 0,0 0 0,1 0 0,0-1 0,0 0 0,1 1 0,0-1 0,0 0 0,11 13 0,-13-18 0,-1-1 0,2 0 0,-1 1 0,0-1 0,0 0 0,1 0 0,-1 0 0,1-1 0,0 1 0,-1-1 0,1 1 0,0-1 0,0 0 0,0 0 0,0 0 0,0 0 0,0-1 0,0 1 0,0-1 0,0 0 0,1 1 0,-1-2 0,0 1 0,0 0 0,0-1 0,0 1 0,0-1 0,0 0 0,0 0 0,0 0 0,0 0 0,0-1 0,3-1 0,1-2 0,-1 0 0,1 0 0,-1 0 0,0-1 0,0 0 0,0 0 0,-1-1 0,0 1 0,-1-1 0,1 0 0,5-12 0,-3 0 0,0 0 0,-1 0 0,0-1 0,-2 1 0,0-1 0,1-31 0,-5 43 0,1-1 0,-1 0 0,-1 1 0,0-1 0,0 1 0,0-1 0,-1 1 0,-1-1 0,1 1 0,-1 0 0,-1 0 0,1 0 0,-1 0 0,-1 1 0,1 0 0,-1 0 0,-10-11 0,12 16 0,1 0 0,0 0 0,-1 0 0,1 0 0,-1 0 0,0 1 0,0-1 0,1 1 0,-1 0 0,0 0 0,0 0 0,0 0 0,0 1 0,0-1 0,-1 1 0,1 0 0,-5 0 0,3 0 0,1 1 0,0 0 0,0 1 0,0-1 0,0 0 0,0 1 0,0 0 0,1 0 0,-1 0 0,1 1 0,-7 4 0,4-1 0,0-1 0,1 1 0,-1 1 0,1-1 0,1 1 0,-1 0 0,1 0 0,0 0 0,1 0 0,-1 1 0,2-1 0,-1 1 0,-1 9 0,3-13 0,1 0 0,-1 0 0,1 0 0,0 0 0,0-1 0,0 1 0,1 0 0,-1 0 0,1 0 0,0 0 0,0 0 0,1 0 0,-1-1 0,1 1 0,0 0 0,-1-1 0,2 0 0,4 7 0,-5-8 0,0 0 0,1 0 0,-1-1 0,1 1 0,0 0 0,0-1 0,-1 0 0,1 1 0,0-1 0,0-1 0,0 1 0,0 0 0,0-1 0,0 1 0,1-1 0,-1 0 0,0 0 0,0 0 0,0 0 0,0-1 0,0 1 0,0-1 0,0 0 0,4-2 0,12-4 0,-1-1 0,-1-2 0,1 1 0,-2-2 0,26-20 0,19-12 0,-60 41 0,1 1 0,0 0 0,-1 0 0,1 0 0,0 0 0,0 0 0,0 0 0,-1 1 0,1-1 0,0 1 0,0-1 0,0 1 0,0 0 0,0-1 0,0 1 0,1 0 0,-1 0 0,0 1 0,0-1 0,0 0 0,0 1 0,0-1 0,-1 1 0,4 1 0,-2 0 0,0 0 0,-1 1 0,1-1 0,-1 1 0,0 0 0,1 0 0,-1 0 0,0 0 0,-1 0 0,1 0 0,-1 0 0,3 8 0,0 0 0,-1 1 0,-1 0 0,3 20 0,-4-20 0,1 1 0,0-1 0,5 14 0,-7-26 0,0 1 0,0 0 0,0-1 0,1 1 0,-1 0 0,0-1 0,0 1 0,1 0 0,-1-1 0,1 1 0,-1 0 0,0-1 0,1 1 0,-1-1 0,1 1 0,-1-1 0,1 1 0,-1-1 0,1 1 0,0-1 0,-1 0 0,1 1 0,-1-1 0,1 0 0,1 1 0,-1-1 0,0 0 0,-1-1 0,1 1 0,0 0 0,0-1 0,-1 1 0,1-1 0,0 1 0,-1-1 0,1 1 0,0-1 0,-1 0 0,1 1 0,-1-1 0,1 0 0,-1 1 0,1-1 0,0-1 0,18-42 0,-17 38 0,9-25 0,14-34 0,-22 59 0,0 0 0,0 0 0,1 0 0,0 0 0,0 1 0,0 0 0,9-8 0,-12 12 0,-1 0 0,1 1 0,0-1 0,-1 0 0,1 1 0,0-1 0,0 1 0,0 0 0,0-1 0,-1 1 0,1-1 0,0 1 0,0 0 0,0 0 0,0 0 0,0 0 0,0-1 0,0 1 0,0 0 0,0 1 0,0-1 0,0 0 0,-1 0 0,3 1 0,-2-1 0,0 1 0,1 0 0,-1 0 0,0 0 0,0 0 0,0 0 0,0 0 0,0 1 0,0-1 0,0 0 0,0 0 0,0 1 0,1 1 0,1 6 0,1 1 0,-1-1 0,3 17 0,-5-22 0,17 101 291,-12-59-1119,23 80 0,-21-105-5998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39.8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 0 24575,'-48'57'0,"17"-18"0,-1-4 0,-60 77 0,90-109 0,0 0 0,0 0 0,0 1 0,0-1 0,1 0 0,0 1 0,-1-1 0,1 1 0,0 0 0,0 6 0,1-9 0,0 1 0,0-1 0,0 1 0,1-1 0,-1 0 0,0 1 0,1-1 0,-1 0 0,1 1 0,-1-1 0,1 0 0,0 0 0,-1 0 0,1 1 0,0-1 0,0 0 0,0 0 0,0 0 0,0 0 0,0 0 0,0-1 0,0 1 0,0 0 0,0 0 0,1-1 0,-1 1 0,0 0 0,1-1 0,-1 0 0,0 1 0,2-1 0,13 3 0,0-1 0,0-1 0,0 0 0,0-1 0,0-1 0,0-1 0,20-4 0,21-1 0,-35 5 60,-2 0-298,-1 0 1,0 1-1,1 1 1,-1 1-1,37 6 1,-44-3-6589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0.1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11 208 24575,'-1'0'0,"1"0"0,0 0 0,-1 0 0,1 0 0,-1 0 0,1 0 0,0 0 0,-1 0 0,1 0 0,0 0 0,-1 0 0,1 0 0,0 0 0,-1-1 0,1 1 0,0 0 0,-1 0 0,1 0 0,0 0 0,-1-1 0,1 1 0,0 0 0,0 0 0,-1-1 0,1 1 0,0 0 0,0-1 0,0 1 0,-1 0 0,1-1 0,0 1 0,0 0 0,0-1 0,0 1 0,0 0 0,0-1 0,0 1 0,0 0 0,0-1 0,0 1 0,0-1 0,0 1 0,0 0 0,0-1 0,0 1 0,0 0 0,0-1 0,0 1 0,0 0 0,0-1 0,1 1 0,-1-1 0,1 0 0,-1-1 0,1 1 0,0-1 0,0 1 0,0-1 0,0 1 0,0 0 0,0 0 0,0-1 0,3-1 0,10-3 0,0 0 0,0 0 0,1 2 0,0 0 0,0 0 0,20-1 0,-4-1 0,378-53 0,4 25 0,-404 33 0,93-5 0,106-12 0,-205 18 0,1-1 0,-1 1 0,0-1 0,0 0 0,0 0 0,0-1 0,0 1 0,3-2 0,-6 3 0,0 0 0,0 0 0,0-1 0,0 1 0,0 0 0,0 0 0,1 0 0,-1 0 0,0 0 0,0 0 0,0 0 0,0 0 0,0 0 0,0-1 0,0 1 0,0 0 0,0 0 0,1 0 0,-1 0 0,0 0 0,0 0 0,0-1 0,0 1 0,0 0 0,0 0 0,0 0 0,0 0 0,0 0 0,0 0 0,0-1 0,0 1 0,0 0 0,0 0 0,0 0 0,0 0 0,0 0 0,0-1 0,0 1 0,0 0 0,-1 0 0,1 0 0,0 0 0,0 0 0,0 0 0,0-1 0,0 1 0,0 0 0,0 0 0,0 0 0,-1 0 0,-16-3 0,1 5-1365,0 0-5461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0.8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1 152 24575,'3'-26'0,"-3"25"0,1 1 0,-1 0 0,0 0 0,0-1 0,0 1 0,0 0 0,0 0 0,0-1 0,0 1 0,0 0 0,1 0 0,-1 0 0,0-1 0,0 1 0,0 0 0,0 0 0,1 0 0,-1 0 0,0-1 0,0 1 0,0 0 0,1 0 0,-1 0 0,0 0 0,0 0 0,1 0 0,-1 0 0,0 0 0,0 0 0,1 0 0,-1 0 0,10 11 0,13 36 0,22 61 0,-4-6 0,-29-74 0,-4-10 0,0 0 0,1-1 0,20 32 0,-28-48 0,-1-1 0,1 1 0,-1 0 0,1 0 0,-1 0 0,1 0 0,0-1 0,-1 1 0,1 0 0,0-1 0,0 1 0,-1 0 0,1-1 0,0 1 0,0-1 0,0 1 0,0-1 0,0 0 0,0 1 0,0-1 0,0 0 0,0 0 0,0 1 0,0-1 0,0 0 0,0 0 0,0 0 0,0 0 0,0 0 0,0-1 0,0 1 0,0 0 0,0 0 0,-1-1 0,1 1 0,0 0 0,0-1 0,0 1 0,0-1 0,0 1 0,0-1 0,-1 0 0,1 1 0,0-1 0,0 0 0,-1 1 0,1-1 0,-1 0 0,1 0 0,-1 0 0,1 0 0,-1 0 0,1 1 0,0-2 0,4-9 0,0 1 0,-1-1 0,6-20 0,-7 20 0,38-128 0,49-130 0,-80 247-1365,-3 10-5461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1.0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24575,'-3'0'0,"-1"2"0,1 5 0,0 3 0,1 2 0,1 3 0,0 1 0,1 3 0,0 1 0,0 3 0,3 0 0,1 2 0,-1-1 0,3-2 0,0-1 0,1-5 0,0-5-8191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1.2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38 24575,'0'-3'0,"-3"-3"0,0-4 0,-3 0 0,-4 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1.6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188 62 24575,'1'-3'0,"-1"1"0,0-1 0,0 1 0,0 0 0,-1-1 0,1 1 0,-1 0 0,1-1 0,-1 1 0,0 0 0,1 0 0,-1-1 0,-1 1 0,1 0 0,0 0 0,0 0 0,-1 0 0,1 0 0,-1 1 0,0-1 0,1 0 0,-1 1 0,0-1 0,0 1 0,0 0 0,0-1 0,0 1 0,0 0 0,0 0 0,-1 0 0,1 1 0,0-1 0,0 1 0,-1-1 0,1 1 0,-5-1 0,1 1 0,1 1 0,0-1 0,-1 1 0,1 0 0,-1 0 0,1 0 0,0 1 0,0 0 0,-1 0 0,1 0 0,1 1 0,-1 0 0,0 0 0,1 0 0,-7 5 0,9-5 0,-1-1 0,0 1 0,1-1 0,0 1 0,-1 0 0,1 0 0,0 0 0,1 0 0,-1 1 0,0-1 0,1 0 0,0 1 0,0-1 0,0 1 0,0 0 0,0-1 0,1 1 0,0-1 0,0 1 0,0 0 0,0 5 0,2-3 0,0 0 0,0 0 0,0 0 0,1 0 0,-1 0 0,1-1 0,1 0 0,-1 1 0,1-1 0,0 0 0,8 8 0,2-1 0,0 0 0,19 12 0,6 6 0,-38-30 0,1 1 0,-1 0 0,0 0 0,0 0 0,0 0 0,0 0 0,0 0 0,0 0 0,0 0 0,0 0 0,0 0 0,-1 0 0,1 1 0,0-1 0,-1 0 0,1 1 0,-1-1 0,0 0 0,1 1 0,-1-1 0,0 1 0,0-1 0,0 1 0,1-1 0,-2 0 0,1 3 0,-1-3 0,0 1 0,0-1 0,0 1 0,0-1 0,-1 0 0,1 1 0,-1-1 0,1 0 0,-1 0 0,1 0 0,-1 0 0,1 0 0,-1 0 0,0 0 0,0-1 0,1 1 0,-1 0 0,0-1 0,0 0 0,-2 1 0,-7 2-151,0 0-1,0-1 0,0-1 0,-1 1 1,1-2-1,0 0 0,-1 0 1,-19-4-1,11-2-6674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1.9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13 24575,'-1'0'0,"1"-1"0,0 0 0,0 1 0,0-1 0,-1 1 0,1-1 0,0 1 0,0-1 0,-1 0 0,1 1 0,-1-1 0,1 1 0,0-1 0,-1 1 0,1 0 0,-1-1 0,1 1 0,-1-1 0,1 1 0,-1 0 0,0-1 0,1 1 0,-1 0 0,1 0 0,-1 0 0,0-1 0,1 1 0,-1 0 0,1 0 0,-1 0 0,0 0 0,1 0 0,-1 0 0,0 0 0,1 0 0,-2 0 0,0 1 0,-1-1 0,1 0 0,0 0 0,-1 1 0,1-1 0,0 1 0,-1 0 0,-2 1 0,2 0 0,1 1 0,0-1 0,0 0 0,0 1 0,0-1 0,1 1 0,-1 0 0,1-1 0,0 1 0,-1 0 0,1 0 0,1 0 0,-1 0 0,0 0 0,1 0 0,-1 0 0,1 0 0,0 4 0,0 7 0,0 1 0,3 19 0,-1-22 0,0 1 0,1-1 0,0 0 0,1 0 0,0-1 0,1 1 0,0-1 0,1 0 0,8 11 0,-12-18 0,0-1 0,1 1 0,0-1 0,0 0 0,0 1 0,0-2 0,0 1 0,1 0 0,-1-1 0,1 1 0,0-1 0,-1 0 0,1 0 0,0 0 0,0-1 0,0 0 0,1 1 0,-1-1 0,0-1 0,0 1 0,1-1 0,-1 1 0,0-1 0,1-1 0,-1 1 0,0-1 0,1 1 0,-1-1 0,6-2 0,1-2-57,0 0 0,-1-1 1,1 0-1,-1 0 0,0-2 0,0 1 0,-1-1 0,0 0 0,-1-1 0,0 0 0,0 0 1,-1-1-1,0 0 0,0 0 0,-2-1 0,1 1 0,-1-2 0,0 1 0,-1 0 1,-1-1-1,0 0 0,0 1 0,1-18 0,-4 13-6769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2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196 577 24575,'1'0'0,"0"-1"0,1 1 0,-1-1 0,0 1 0,0-1 0,0 1 0,0-1 0,0 0 0,0 1 0,-1-1 0,1 0 0,0 0 0,0 1 0,0-1 0,-1 0 0,1 0 0,0 0 0,-1 0 0,1 0 0,-1 0 0,1 0 0,-1-2 0,9-24 0,-7 21 0,-1 1 0,0-1 0,-1 1 0,0-1 0,0 1 0,0-1 0,0 0 0,-1 1 0,-2-9 0,3 12 0,-1 0 0,0 1 0,1-1 0,-1 0 0,0 1 0,0-1 0,0 1 0,0-1 0,-1 1 0,1-1 0,0 1 0,-1 0 0,1-1 0,-1 1 0,1 0 0,-1 0 0,1 0 0,-1 0 0,0 0 0,0 1 0,1-1 0,-1 0 0,0 1 0,0 0 0,0-1 0,0 1 0,1 0 0,-1 0 0,0 0 0,0 0 0,-2 0 0,-4 1 0,0 1 0,1 0 0,0 0 0,-1 0 0,1 1 0,0 0 0,0 1 0,0 0 0,1 0 0,-1 0 0,1 0 0,0 1 0,1 0 0,-8 8 0,6-6 0,0 1 0,0 0 0,1 0 0,0 1 0,1 0 0,0 0 0,0 0 0,1 0 0,0 1 0,-3 12 0,6-19 0,0 1 0,1-1 0,-1 1 0,1 0 0,0-1 0,0 1 0,0-1 0,0 1 0,0-1 0,1 1 0,0-1 0,0 1 0,0-1 0,0 1 0,0-1 0,1 0 0,-1 1 0,1-1 0,0 0 0,0 0 0,0-1 0,5 6 0,-4-5 0,1 0 0,0-1 0,0 0 0,0 1 0,0-1 0,1-1 0,-1 1 0,0-1 0,1 1 0,-1-1 0,1 0 0,-1-1 0,1 1 0,0-1 0,-1 0 0,1 0 0,6-1 0,-5 0 0,1 0 0,-1 0 0,1-1 0,-1 0 0,0 0 0,0 0 0,0-1 0,0 0 0,0 0 0,0 0 0,-1-1 0,0 0 0,0 0 0,0 0 0,0-1 0,0 0 0,-1 0 0,0 0 0,0 0 0,0-1 0,-1 1 0,0-1 0,0 0 0,0 0 0,-1 0 0,0 0 0,0-1 0,0 1 0,-1-1 0,0 1 0,0-9 0,-4-2 0,2 17 0,1 0 0,0-1 0,0 1 0,0 0 0,-1 0 0,1 0 0,0 0 0,0 0 0,0 0 0,-1 0 0,1 0 0,0 0 0,0 0 0,-1 0 0,1 0 0,0 0 0,0 0 0,-1 0 0,1 0 0,0 0 0,0 0 0,0 0 0,-1 0 0,1 0 0,0 0 0,0 0 0,-1 0 0,1 0 0,0 1 0,0-1 0,0 0 0,0 0 0,-1 0 0,1 0 0,0 0 0,0 1 0,-2 1 0,0 0 0,0 0 0,1 1 0,-1-1 0,1 0 0,0 1 0,-1-1 0,1 1 0,-1 3 0,1-2 0,0 0 0,0 1 0,0-1 0,1 1 0,-1 0 0,1-1 0,0 1 0,0-1 0,1 1 0,-1-1 0,1 1 0,0-1 0,0 1 0,0-1 0,1 0 0,0 1 0,0-1 0,0 0 0,3 4 0,-2-4 0,0-1 0,1 1 0,-1-1 0,1 1 0,0-1 0,0 0 0,0-1 0,0 1 0,0-1 0,1 0 0,-1 0 0,1 0 0,-1 0 0,1-1 0,0 0 0,0 0 0,7 1 0,-4-2 0,0 1 0,-1-1 0,1 0 0,0-1 0,-1 0 0,1 0 0,-1 0 0,1-1 0,-1 0 0,0-1 0,1 0 0,-1 0 0,8-5 0,-7 2 0,0 0 0,0 0 0,0-1 0,-1 0 0,0 0 0,0-1 0,-1 0 0,0 0 0,5-9 0,1-6 0,-1-1 0,-1 0 0,-1-1 0,-1 0 0,-1 0 0,6-49 0,-6 18 0,-3-1 0,-2 1 0,-8-79 0,6 127 0,-2 0 0,1-1 0,-1 1 0,0 0 0,-6-14 0,7 21 0,1 0 0,-1 0 0,1 0 0,-1 0 0,0 0 0,1 0 0,-1 0 0,0 0 0,0 0 0,0 1 0,1-1 0,-1 0 0,0 0 0,0 1 0,0-1 0,0 1 0,-1-1 0,1 1 0,0-1 0,-1 1 0,0 0 0,1 0 0,-1 0 0,0 1 0,1-1 0,-1 0 0,0 1 0,1 0 0,-1-1 0,1 1 0,-1 0 0,1 0 0,0 0 0,-1 0 0,1 0 0,0 0 0,0 0 0,-1 0 0,1 0 0,-1 2 0,-7 8 0,0 1 0,1-1 0,0 2 0,1-1 0,0 1 0,-7 21 0,1 3 0,-10 46 0,15-45 69,1 1-1,2 0 0,2 1 0,2 43 1,2-53-354,2 0 1,1 0-1,2-1 1,0 1-1,21 54 1,-5-35-6542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3.1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81 400 24575,'10'-18'0,"18"-24"0,9-15 0,-21 26 0,20-55 0,-32 76 0,-1-1 0,0 0 0,-1 0 0,0 0 0,-1-1 0,0 1 0,0 0 0,-2-1 0,-1-13 0,2 23 0,0 0 0,0 1 0,0-1 0,-1 0 0,1 1 0,0-1 0,-1 0 0,0 1 0,1-1 0,-1 1 0,0-1 0,0 0 0,0 1 0,0 0 0,0-1 0,0 1 0,0 0 0,0-1 0,-1 1 0,1 0 0,0 0 0,-1 0 0,1 0 0,-1 0 0,1 1 0,-1-1 0,0 0 0,1 1 0,-1-1 0,0 1 0,1-1 0,-1 1 0,0 0 0,1 0 0,-1 0 0,0 0 0,0 0 0,1 0 0,-1 0 0,0 1 0,1-1 0,-1 0 0,0 1 0,-2 1 0,-3 0 0,1 1 0,-1 0 0,1 1 0,0 0 0,0 0 0,0 0 0,0 1 0,1-1 0,-9 11 0,4 0 0,0 0 0,1 1 0,0 0 0,1 0 0,1 1 0,1 0 0,1 0 0,0 0 0,-4 27 0,1 21 0,-2 80 0,10-137 0,7 275 0,0-101 0,-8-147-1365,-1-10-5461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3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1 171 24575,'10'-7'0,"0"0"0,0 1 0,0 0 0,1 1 0,0 0 0,0 1 0,22-5 0,-18 4 0,142-32 0,-103 26 0,63-20 0,-113 29 0,0 1 0,0-1 0,0 0 0,-1 0 0,1 0 0,0-1 0,-1 1 0,1-1 0,-1 0 0,0 0 0,0 0 0,5-7 0,-10 15 0,0-1 0,0 1 0,0 0 0,0 0 0,1-1 0,0 1 0,0 0 0,-1 10 0,-1 52 0,3-52 0,-1 1-170,1-1-1,1 0 0,0 1 1,1-1-1,0 0 0,1 0 1,10 28-1,-3-25-6655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3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7 24575,'-3'-2'0,"-4"-2"0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3.8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24575,'0'3'0,"0"3"0,3 7 0,1 3 0,-1 5 0,0 4 0,-1 3 0,-1 6 0,0 4 0,-1 5 0,0 0 0,0 1 0,0-2 0,0-2 0,-1-2 0,1-9-8191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4.2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44 24575,'0'-4'0,"-1"1"0,1-1 0,-1 0 0,0 0 0,0 0 0,0 1 0,-1-1 0,1 0 0,-4-5 0,5 9 0,0 0 0,-1 0 0,1 0 0,0 0 0,0 0 0,-1 0 0,1 0 0,0 0 0,0 0 0,-1-1 0,1 1 0,0 0 0,0 0 0,-1 0 0,1 0 0,0 1 0,0-1 0,-1 0 0,1 0 0,0 0 0,0 0 0,-1 0 0,1 0 0,0 0 0,0 0 0,0 0 0,-1 1 0,1-1 0,0 0 0,0 0 0,0 0 0,-1 0 0,1 1 0,0-1 0,0 0 0,0 0 0,0 1 0,0-1 0,-1 0 0,1 0 0,0 0 0,0 1 0,0-1 0,0 0 0,0 0 0,0 1 0,0-1 0,0 0 0,0 1 0,0-1 0,0 0 0,0 0 0,0 1 0,-4 16 0,-2 45 0,2 0 0,6 75 0,-1-45 0,0 18-1365,-1-87-5461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4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0 234 24575,'108'-9'0,"-43"3"0,-63 6 0,37-2 0,0-2 0,-1-1 0,0-2 0,50-15 0,-84 21 0,0-1 0,0 1 0,0-1 0,0 0 0,-1 0 0,1-1 0,-1 1 0,1-1 0,-1 1 0,0-1 0,0 0 0,0-1 0,0 1 0,0 0 0,-1-1 0,0 1 0,0-1 0,0 0 0,0 0 0,0 0 0,-1 0 0,1 0 0,-1 0 0,0 0 0,-1-1 0,1 1 0,-1 0 0,0 0 0,0-1 0,0 1 0,0 0 0,-1 0 0,0-1 0,0 1 0,0 0 0,0 0 0,0 0 0,-1 0 0,0 0 0,0 0 0,0 1 0,-3-5 0,4 6 0,-1 0 0,1 0 0,0 1 0,-1-1 0,1 0 0,-1 1 0,1-1 0,-1 1 0,0 0 0,0-1 0,1 1 0,-1 0 0,0 0 0,0 0 0,0 0 0,0 1 0,0-1 0,-1 0 0,1 1 0,0 0 0,0-1 0,0 1 0,0 0 0,-5 0 0,5 1 0,-1 0 0,1 0 0,-1 1 0,1-1 0,-1 0 0,1 1 0,0-1 0,0 1 0,0 0 0,0 0 0,0 0 0,0 0 0,0 0 0,0 0 0,1 1 0,-1-1 0,1 0 0,0 1 0,-2 3 0,-2 8 0,0 0 0,1 0 0,1 0 0,0 0 0,1 1 0,1-1 0,0 22 0,1-18 0,1 1 0,1 0 0,1-1 0,1 1 0,8 24 0,-9-33-273,2-1 0,-1 1 0,1-1 0,10 13 0,1 0-6553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4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1 150 24575,'0'-1'0,"0"1"0,0 0 0,0-1 0,0 1 0,0 0 0,0-1 0,-1 1 0,1 0 0,0-1 0,0 1 0,0 0 0,0-1 0,0 1 0,0 0 0,0-1 0,0 1 0,1 0 0,-1-1 0,0 1 0,0 0 0,0 0 0,0-1 0,0 1 0,0 0 0,1-1 0,-1 1 0,0 0 0,0 0 0,0-1 0,1 1 0,-1 0 0,0 0 0,0-1 0,1 1 0,-1 0 0,0 0 0,1 0 0,-1 0 0,0 0 0,1-1 0,9 13 0,6 24 0,14 45 0,32 112 0,-61-188 0,0 0 0,0-1 0,0 1 0,-1 0 0,0 9 0,-2-13 0,-3-7 0,-3-9 0,5 3 0,1-1 0,0 1 0,1-1 0,1 1 0,0-1 0,0 0 0,1 1 0,1-1 0,0 1 0,6-20 0,3-4 0,1 1 0,22-43 0,-22 54 0,29-44 0,-36 60 0,2 0 0,-1 0 0,1 0 0,0 1 0,1 0 0,0 1 0,0-1 0,11-5 0,-17 11 9,-1 0-1,1 0 1,0 0-1,0 0 1,0 0-1,-1 1 1,1-1 0,0 1-1,0-1 1,0 1-1,0 0 1,0 0-1,0 0 1,0 0-1,0 0 1,0 0-1,0 0 1,0 1-1,2 0 1,-2 0 1,-1 0 0,1 0 0,0 0 0,-1 0 0,0 1 0,1-1 0,-1 0 0,0 1 0,0-1 0,1 1 0,-1 0 0,0-1 0,-1 1 0,1 0 0,0-1 1,0 3-1,2 7-295,0 0 1,-2-1-1,1 1 1,-1 0-1,-1 15 1,0-3-6542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47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149 315 24575,'-8'0'0,"-15"0"0,-1 0 0,1-2 0,-37-6 0,50 3 0,12 1 0,20-3 0,352-32 0,-253 29 0,694-64-366,-6-41 0,-780 110 366,-17 4 0,0-1 0,-1 0 0,1-1 0,-1 0 0,0-1 0,20-9 0,-21 3-1243,-9 2-4973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52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756 46 24575,'1'1'0,"-1"-1"0,0 0 0,0 0 0,1 0 0,-1 0 0,0 0 0,0 0 0,0 0 0,1 0 0,-1 0 0,0 0 0,0 0 0,0 0 0,1 0 0,-1 0 0,0 0 0,0 0 0,1-1 0,-1 1 0,0 0 0,0 0 0,0 0 0,0 0 0,1 0 0,-1 0 0,0-1 0,0 1 0,0 0 0,0 0 0,1 0 0,-1 0 0,0-1 0,0 1 0,0 0 0,0 0 0,0 0 0,0-1 0,-5-7 0,-13-5 0,1 8 0,-1 0 0,0 1 0,-1 1 0,1 0 0,0 2 0,-1 0 0,1 1 0,-37 5 0,-8 6 0,-75 22 0,112-26 0,5-2 0,2-1 0,0 1 0,1 0 0,0 1 0,0 2 0,1-1 0,-29 19 0,43-24 0,1 1 0,-1 0 0,1-1 0,0 1 0,0 0 0,0 0 0,0 0 0,0 0 0,1 0 0,-1 1 0,1-1 0,0 0 0,0 1 0,0-1 0,0 1 0,1-1 0,-1 1 0,1 6 0,1 7 0,0-1 0,6 31 0,-2-21 0,43 656 0,-38-426 0,5 859 0,-16-820 0,-42 433 0,-53-6 0,79-600 0,-14 135 0,25-175 0,5 95 0,4-142 0,2 0 0,13 52 0,28 65 0,-25-88 0,22 115 0,-31-87 0,-10-56 0,3 0 0,1-1 0,2 1 0,22 62 0,-9-52 0,3 0 0,2-1 0,1-1 0,37 44 0,-60-84 0,0 1 0,1-1 0,0 0 0,0 0 0,0 0 0,0 0 0,1-1 0,-1 0 0,1 0 0,0-1 0,0 1 0,0-1 0,0-1 0,0 1 0,0-1 0,1 0 0,-1 0 0,0-1 0,1 0 0,-1 0 0,10-2 0,12-2 0,-1-1 0,0-2 0,44-16 0,-43 13 0,1 1 49,39-14-756,78-37 0,-126 49-6119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53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131 122 24575,'-6'4'0,"0"0"0,0 0 0,0 0 0,-1-1 0,1 0 0,-12 4 0,-5 2 0,13-5 0,5-2 0,1 0 0,0 0 0,-1 0 0,1 0 0,0 1 0,0-1 0,-6 8 0,10-10 0,-1 0 0,1 0 0,0 0 0,0 0 0,0 0 0,0 0 0,-1 1 0,1-1 0,0 0 0,0 0 0,0 0 0,0 0 0,0 1 0,0-1 0,0 0 0,-1 0 0,1 0 0,0 1 0,0-1 0,0 0 0,0 0 0,0 0 0,0 1 0,0-1 0,0 0 0,0 0 0,0 0 0,0 1 0,0-1 0,0 0 0,0 0 0,1 0 0,-1 1 0,0-1 0,0 0 0,0 0 0,0 0 0,0 1 0,0-1 0,0 0 0,1 0 0,-1 0 0,0 0 0,0 0 0,0 1 0,0-1 0,0 0 0,1 0 0,-1 0 0,0 0 0,0 0 0,0 0 0,1 0 0,-1 0 0,0 0 0,0 0 0,0 0 0,1 0 0,-1 0 0,0 0 0,0 0 0,0 0 0,1 0 0,-1 0 0,0 0 0,0 0 0,0 0 0,1 0 0,16-1 0,56-13 0,136-46 0,-132 36 0,190-63-1365,-235 77-5461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54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247 500 24575,'0'-14'0,"-1"-1"0,0 1 0,0 0 0,-2 0 0,-4-18 0,6 29 0,0 0 0,0 1 0,0-1 0,0 0 0,0 0 0,-1 1 0,1-1 0,-1 1 0,1-1 0,-1 1 0,0 0 0,0 0 0,0-1 0,-1 1 0,1 1 0,0-1 0,-1 0 0,1 1 0,-1-1 0,1 1 0,-1 0 0,0-1 0,0 1 0,1 1 0,-1-1 0,0 0 0,0 1 0,0-1 0,0 1 0,0 0 0,0 0 0,-5 1 0,2 0 0,1 1 0,0-1 0,-1 2 0,1-1 0,0 0 0,0 1 0,0 0 0,0 0 0,1 0 0,-1 1 0,1 0 0,0 0 0,0 0 0,0 0 0,1 0 0,-1 1 0,1 0 0,-5 9 0,-1 4 0,0 0 0,2 0 0,0 1 0,-5 22 0,5-13 0,2 1 0,0-1 0,0 46 0,4-60 0,2-1 0,0 1 0,0-1 0,1 0 0,1 0 0,0 0 0,1 0 0,0 0 0,12 23 0,-13-31 0,0-1 0,0 1 0,0-1 0,1 0 0,0 0 0,-1 0 0,1-1 0,1 1 0,-1-1 0,0 0 0,1 0 0,0 0 0,-1-1 0,9 4 0,-6-4 0,1 0 0,0 0 0,0-1 0,0 0 0,-1 0 0,1-1 0,0 0 0,0-1 0,9-1 0,-2 0 0,1-2 0,-1 0 0,0-1 0,0-1 0,0 0 0,-1-1 0,0 0 0,0-1 0,17-14 0,-19 12 0,1-1 0,-2 0 0,1-1 0,-2 0 0,1-1 0,-2 0 0,0-1 0,0 0 0,-2 0 0,1-1 0,-2 0 0,7-22 0,-8 16 0,0-1 0,-2 1 0,0-1 0,-2 0 0,0 0 0,-1 0 0,-2 0 0,-6-37 0,-7-10 0,-4 0 0,-2 2 0,-53-114 0,58 158 0,16 23 0,0-1 0,0 1 0,0 0 0,0 0 0,0 0 0,0 0 0,0 0 0,0 0 0,0 0 0,0 0 0,0 0 0,-1 0 0,1 0 0,0 0 0,0 0 0,0 0 0,0 0 0,0 0 0,0-1 0,0 1 0,0 0 0,-1 0 0,1 0 0,0 0 0,0 0 0,0 1 0,0-1 0,0 0 0,0 0 0,0 0 0,-1 0 0,1 0 0,0 0 0,0 0 0,0 0 0,0 0 0,0 0 0,0 0 0,0 0 0,0 0 0,0 0 0,0 0 0,-1 0 0,1 0 0,0 1 0,0-1 0,0 0 0,0 0 0,0 0 0,0 0 0,0 0 0,0 0 0,0 0 0,0 1 0,1 15 0,14 43 0,2 0 0,41 92 0,-11-34 0,53 178 0,-100-295 0,0 0 0,0 0 0,0 0 0,0 0 0,0 0 0,0 1 0,0-1 0,0 0 0,0 0 0,0 0 0,0 0 0,0 0 0,0 0 0,0 0 0,0 1 0,0-1 0,0 0 0,0 0 0,0 0 0,0 0 0,0 0 0,0 0 0,0 1 0,0-1 0,0 0 0,0 0 0,0 0 0,0 0 0,1 0 0,-1 0 0,0 0 0,0 0 0,0 0 0,0 0 0,0 1 0,0-1 0,0 0 0,0 0 0,0 0 0,1 0 0,-1 0 0,0 0 0,0 0 0,0 0 0,0 0 0,0 0 0,0 0 0,1 0 0,-1 0 0,0 0 0,0 0 0,0 0 0,0 0 0,0 0 0,0 0 0,0 0 0,1 0 0,-1 0 0,2-11 0,-1-25 0,-1 26 0,0-10 0,2 0 0,0 0 0,1 0 0,1 0 0,1 1 0,0 0 0,2 0 0,12-26 0,-18 43 0,0 0 0,0 0 0,0 0 0,0 1 0,0-1 0,1 0 0,-1 1 0,0-1 0,1 1 0,0-1 0,-1 1 0,1 0 0,0 0 0,0-1 0,-1 1 0,1 0 0,0 1 0,0-1 0,0 0 0,3 0 0,-3 1 0,0 0 0,0 1 0,0-1 0,0 1 0,-1-1 0,1 1 0,0 0 0,0-1 0,-1 1 0,1 0 0,0 0 0,-1 0 0,1 0 0,-1 1 0,0-1 0,1 0 0,-1 1 0,0-1 0,0 1 0,1-1 0,-1 1 0,0 0 0,0 1 0,10 17 112,-2 0 0,11 30-1,-14-33-451,1 1 0,0-1 0,1-1 0,13 19 0,-9-19-6486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55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181 77 24575,'-5'-5'0,"-6"-6"0,0 0 0,0 1 0,-25-16 0,33 24 0,1 1 0,0-1 0,-1 1 0,0-1 0,1 1 0,-1 0 0,0 0 0,1 1 0,-1-1 0,0 1 0,0-1 0,0 1 0,0 0 0,1 0 0,-1 0 0,0 0 0,0 0 0,0 1 0,0-1 0,0 1 0,1 0 0,-1 0 0,0 0 0,1 0 0,-1 0 0,1 1 0,-5 3 0,4-3 0,1 1 0,-1 0 0,1 0 0,0 1 0,0-1 0,0 0 0,0 1 0,1 0 0,-1-1 0,1 1 0,0 0 0,0-1 0,0 1 0,1 0 0,-1 0 0,1 0 0,0 0 0,0 0 0,0-1 0,1 1 0,0 4 0,2 11 0,1-1 0,12 35 0,-15-51 0,5 16 0,1 0 0,1-1 0,14 24 0,-20-37 0,0-1 0,1 1 0,-1 0 0,1-1 0,0 1 0,0-1 0,1 0 0,-1 0 0,1 0 0,-1 0 0,1-1 0,0 1 0,0-1 0,0 0 0,0 0 0,0-1 0,1 1 0,-1-1 0,0 0 0,6 1 0,-7-2 0,0-1 0,0 1 0,0-1 0,0 0 0,0 0 0,0 0 0,-1 0 0,1 0 0,0-1 0,-1 1 0,1-1 0,-1 1 0,0-1 0,1 0 0,-1 0 0,0 0 0,0 0 0,0-1 0,0 1 0,-1-1 0,1 1 0,-1-1 0,1 1 0,1-6 0,3-7 0,0-1 0,-1 1 0,4-19 0,-9 33 0,15-115 0,-15 116 0,0 0 0,0 0 0,0-1 0,0 1 0,0 0 0,0 0 0,0-1 0,0 1 0,0 0 0,1-1 0,-1 1 0,0 0 0,0 0 0,0-1 0,0 1 0,0 0 0,0 0 0,1 0 0,-1-1 0,0 1 0,0 0 0,0 0 0,1 0 0,-1-1 0,0 1 0,0 0 0,1 0 0,-1 0 0,0 0 0,0 0 0,1 0 0,-1 0 0,0-1 0,0 1 0,1 0 0,-1 0 0,1 0 0,7 9 0,8 24 0,-13-27 0,50 97-1365,-39-81-5461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55.4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26 164 24575,'-25'-32'0,"60"59"0,-16-10 0,86 87 0,-85-82 0,-1 1 0,31 48 0,-48-66 0,1-1 0,-1 1 0,0 0 0,-1 1 0,2 8 0,-2-14 0,-1 1 0,0-1 0,0 1 0,0-1 0,0 1 0,0-1 0,0 1 0,0-1 0,0 1 0,0-1 0,0 1 0,0-1 0,0 1 0,-1-1 0,1 1 0,0-1 0,0 1 0,0-1 0,-1 1 0,1-1 0,0 1 0,-1-1 0,1 1 0,-1 0 0,0-1 0,0 0 0,0 0 0,0 0 0,0 0 0,0 0 0,0 0 0,0-1 0,0 1 0,0 0 0,0-1 0,0 1 0,0 0 0,0-1 0,1 1 0,-1-1 0,0 1 0,0-1 0,0 1 0,-1-2 0,-5-5 0,0 1 0,0-1 0,1 0 0,-1-1 0,1 1 0,1-1 0,0 0 0,0-1 0,1 1 0,-1-1 0,2 0 0,-4-11 0,1-1 0,1 1 0,1-1 0,0 1 0,0-36 0,4 40 86,0-1-1,1 0 0,7-31 1,-7 42-208,1 0 0,0 0 0,0 0 0,0 1 0,1-1 0,-1 0 0,1 1 0,1 0 0,-1 0 1,1 0-1,0 0 0,0 0 0,9-6 0,1 2-6704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55.7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83 24575,'-1'-7'0,"0"0"0,-1 1 0,1-1 0,-1 1 0,0-1 0,-1 1 0,0 0 0,0 0 0,-7-10 0,10 15 0,0 1 0,0-1 0,0 1 0,-1-1 0,1 1 0,0-1 0,-1 1 0,1 0 0,0-1 0,-1 1 0,1-1 0,-1 1 0,1 0 0,0 0 0,-1-1 0,1 1 0,-1 0 0,1 0 0,-1-1 0,1 1 0,-1 0 0,0 0 0,-3 8 0,6 21 0,9 24 0,3-1 0,2 0 0,2-1 0,2-2 0,2 0 0,3 0 0,50 72 0,-63-102-151,1-1-1,1 0 0,1-1 0,1 0 1,0-1-1,1-1 0,1-1 1,30 19-1,-23-21-6674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55.9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57 110 24575,'-6'0'0,"-4"-3"0,-6 0 0,0-4 0,8 1 0,8-2 0,9 0 0,9-1 0,10-1 0,5-3 0,6-1 0,1-1 0,-6 2-8191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58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1 276 24575,'454'-27'-473,"-239"9"126,553-26-814,-197 13 586,169-32 111,-686 57 648,-1-3-1,0-2 1,55-18 0,-104 27-25,0 1 0,0-1 0,-1 0 0,1 0 0,0 0 0,-1 0 0,6-6 0,-9 8-139,1 0 1,-1 0 0,0-1-1,0 1 1,0 0-1,1 0 1,-1 0 0,0-1-1,0 1 1,0 0-1,0 0 1,0-1 0,1 1-1,-1 0 1,0-1-1,0 1 1,0 0-1,0 0 1,0-1 0,0 1-1,0 0 1,0-1-1,0 1 1,0 0 0,0-1-1,0 1 1,0 0-1,-1 0 1,1-1-1,0 1 1,0 0 0,0 0-1,0-1 1,0 1-1,-1-1 1,0 1-112,0-1 0,-1 0 0,1 0 0,-1 1 0,1-1-1,-1 1 1,1-1 0,-1 1 0,1 0 0,-1 0 0,-2-1 0,-14 0-6735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59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0 24575,'-10'1'0,"-1"0"0,1 1 0,-15 5 0,10-3 0,41 5 0,90 14 0,-56-14 0,-2 4 0,0 2 0,81 32 0,-130-43 0,-1 0 0,0 0 0,0 1 0,0 0 0,-1 1 0,1-1 0,-2 1 0,12 12 0,-16-16 0,-1 1 0,1-1 0,0 1 0,-1-1 0,0 1 0,1-1 0,-1 1 0,0 0 0,0 0 0,-1-1 0,1 1 0,0 0 0,-1 0 0,0 0 0,0 0 0,0 0 0,0 0 0,0 0 0,0 0 0,-1-1 0,0 1 0,1 0 0,-1 0 0,0 0 0,0-1 0,-1 1 0,1 0 0,0-1 0,-1 1 0,-3 3 0,-3 3 41,0 0 1,0-1-1,-1 0 0,0 0 0,0-1 0,-1 0 1,-15 7-1,-78 34-970,78-38 163,-9 4-6060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29:59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82 101 24575,'-3'-2'0,"0"-1"0,0 1 0,-1 0 0,1 0 0,-1 1 0,0-1 0,0 1 0,-4-2 0,6 3 0,-1 0 0,0-1 0,1 0 0,-1 0 0,1 0 0,-1 0 0,1 0 0,0 0 0,-1-1 0,1 1 0,0-1 0,0 0 0,0 1 0,0-1 0,0 0 0,0 0 0,1 0 0,-3-4 0,3 5 0,1 1 0,0-1 0,0 0 0,0 1 0,0-1 0,0 1 0,0-1 0,0 1 0,0-1 0,0 0 0,0 1 0,0-1 0,1 1 0,-1-1 0,0 1 0,0-1 0,0 1 0,1-1 0,-1 1 0,0-1 0,1 1 0,-1-1 0,0 1 0,1-1 0,0 0 0,17-9 0,22-2 0,-40 12 0,28-6 0,53-3 0,-68 8 0,1 1 0,-1 0 0,1 1 0,-1 1 0,1 0 0,13 5 0,-25-7 0,0 1 0,1 0 0,-1-1 0,0 1 0,0 0 0,0 1 0,1-1 0,-1 0 0,0 1 0,0-1 0,-1 1 0,1-1 0,0 1 0,0 0 0,-1 0 0,1 0 0,-1 0 0,0 0 0,0 0 0,0 0 0,0 0 0,0 1 0,0-1 0,0 0 0,0 4 0,-1-2 0,0-1 0,0 1 0,0-1 0,-1 1 0,0-1 0,1 0 0,-1 1 0,-1-1 0,1 0 0,0 1 0,-1-1 0,1 0 0,-1 0 0,0 0 0,0 0 0,0-1 0,-4 4 0,-10 9 0,-1 0 0,-1-1 0,0-1 0,-1-1 0,-1-1 0,1-1 0,-24 9 0,2 1 0,196-91 0,-87 38 0,104-69 0,-169 100 0,0 0 0,0-1 0,0 1 0,-1-1 0,1 0 0,-1 0 0,1 0 0,1-4 0,-3 6 0,-1 1 0,0 0 0,0 0 0,0-1 0,0 1 0,0 0 0,0 0 0,1-1 0,-1 1 0,0 0 0,0-1 0,0 1 0,0 0 0,0-1 0,0 1 0,0 0 0,0 0 0,0-1 0,0 1 0,-1 0 0,1-1 0,0 1 0,0 0 0,0 0 0,0-1 0,0 1 0,0 0 0,-1 0 0,1-1 0,0 1 0,0 0 0,0 0 0,-1-1 0,1 1 0,-1 0 0,0-1 0,-1 1 0,1 0 0,-1-1 0,1 1 0,-1 0 0,0 0 0,1 0 0,-1 0 0,0 0 0,1 1 0,-4 0 0,-4 1 0,-1 1 0,1 0 0,0 1 0,0 0 0,0 0 0,0 1 0,-12 9 0,16-10 0,0-1 0,0 1 0,0 1 0,1-1 0,-1 1 0,1-1 0,1 1 0,-1 0 0,0 1 0,1-1 0,0 1 0,1-1 0,-3 8 0,4-11 0,1 0 0,0 0 0,-1 0 0,1 0 0,0 0 0,0 0 0,0 0 0,1 0 0,-1 0 0,0 0 0,1-1 0,-1 1 0,1 0 0,0 0 0,0 0 0,-1 0 0,3 2 0,-1-1 0,1 1 0,0-1 0,0 1 0,0-1 0,0 0 0,1-1 0,5 5 0,2 0 0,1-1 0,-1 0 0,1-1 0,18 5 0,-12-5-273,0-2 0,0 0 0,0-1 0,33 0 0,-34-2-6553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0.4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11 24575,'-3'-3'0,"-3"-3"0,-1 4 0,-2 6 0,0 10 0,2 8 0,3 9 0,1 7 0,4 8 0,2 4 0,3 3 0,7-1 0,2-3 0,6-1 0,6-7 0,5-7 0,-3-10-8191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0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38 24575,'-3'-2'0,"-6"-5"0,-4 0 0,-3-2 0,-2 1 0,3 4 0,4 6 0,3 4 0,4 8 0,2 7 0,4 4 0,5 5 0,3 2 0,4 1 0,1 0 0,1 1 0,-2-7-8191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0.9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24 132 24575,'-2'-4'0,"-2"-3"0,1 0 0,0 0 0,0-1 0,0 1 0,-1-11 0,3 16 0,1 0 0,0 0 0,0 0 0,0 0 0,0 0 0,0 0 0,1 1 0,-1-1 0,0 0 0,1 0 0,0 0 0,-1 0 0,1 0 0,0 0 0,0 1 0,0-1 0,0 0 0,0 1 0,0-1 0,1 1 0,-1-1 0,0 1 0,1-1 0,-1 1 0,1 0 0,2-2 0,5-1 0,-1 0 0,0 1 0,1 0 0,0 0 0,0 0 0,0 1 0,0 1 0,0 0 0,0 0 0,11 1 0,11 0 0,50 9 0,-56-6 0,0 2 0,-1 1 0,0 1 0,0 1 0,0 1 0,27 15 0,-41-18 0,0 0 0,-1 0 0,0 1 0,0 1 0,-1-1 0,0 1 0,8 10 0,-12-12 0,0 0 0,0 0 0,0 1 0,-1-1 0,0 1 0,0 0 0,-1 0 0,1 0 0,-2 0 0,1 0 0,0 14 0,-1-15 0,-1 0 0,-1 0 0,1 0 0,-1 0 0,0 0 0,0 0 0,-1 0 0,0 0 0,0 0 0,0 0 0,0-1 0,-1 0 0,-4 7 0,1-4 0,0 0 0,-1 0 0,0-1 0,0 0 0,-1 0 0,0-1 0,-11 7 0,-4 0 0,1-1 0,-2-1 0,1-1 0,-2-2 0,-34 9 0,40-13-455,1 0 0,-34 1 0,19-6-6371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1.1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24575,'3'0'0,"1"3"0,-1 3 0,0 4 0,-1 3 0,-1 2 0,-3 0 0,-1 2 0,-1 2 0,1 5 0,1-1 0,1 3 0,0-1 0,3-2 0,2 0 0,2-3 0,1-5-8191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1.3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10 24575,'-2'-3'0,"-5"-3"0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2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0 111 24575,'1'1'0,"0"1"0,0-1 0,1 1 0,-1-1 0,0 1 0,1-1 0,-1 0 0,1 1 0,-1-1 0,1 0 0,0 0 0,0 0 0,-1 0 0,1-1 0,3 2 0,3 2 0,2 2 0,-1 1 0,1 0 0,-1 1 0,0 0 0,-1 0 0,0 1 0,-1 0 0,0 1 0,0-1 0,0 1 0,-2 1 0,1-1 0,-1 1 0,-1 0 0,0 0 0,0 0 0,-1 1 0,-1-1 0,2 21 0,-4-51 0,1 1 0,0-1 0,2 1 0,0 0 0,1 0 0,10-30 0,-10 36 0,1 0 0,0 0 0,0 0 0,1 1 0,1 0 0,0 0 0,1 1 0,0-1 0,0 2 0,1-1 0,13-10 0,-21 19 0,1-1 0,-1 1 0,1 0 0,0-1 0,0 1 0,0 0 0,0 0 0,0 0 0,0 0 0,0 1 0,0-1 0,0 1 0,0-1 0,0 1 0,0 0 0,0-1 0,1 1 0,-1 0 0,0 1 0,0-1 0,0 0 0,0 0 0,0 1 0,0 0 0,1-1 0,-1 1 0,0 0 0,-1 0 0,1 0 0,0 0 0,0 0 0,0 0 0,0 1 0,-1-1 0,1 1 0,-1-1 0,3 4 0,0 0 0,0 1 0,-1 0 0,0 0 0,0 1 0,0-1 0,-1 1 0,0-1 0,0 1 0,-1 0 0,2 12 0,-3 0 0,0 0 0,-1 0 0,-5 25 0,3-25 0,3-18 0,-1 0 0,1 0 0,0 0 0,0 0 0,0 0 0,0 0 0,0 0 0,0 0 0,0 0 0,0 0 0,0 0 0,0 0 0,0 0 0,1 0 0,-1 0 0,0-1 0,1 1 0,-1 0 0,1 0 0,0 1 0,-1-2 0,1 0 0,-1 0 0,1 0 0,0 0 0,-1 0 0,1 0 0,-1 0 0,1 0 0,0 0 0,-1 0 0,1 0 0,-1 0 0,1 0 0,-1-1 0,1 1 0,-1 0 0,1 0 0,-1-1 0,1 1 0,-1 0 0,1-1 0,-1 1 0,1-1 0,33-34 0,-30 30 0,26-32 0,32-35 0,-55 65 0,0 0 0,1 1 0,-1 0 0,1 0 0,1 0 0,16-7 0,-23 12 0,0 0 0,0 0 0,0 0 0,0 1 0,0-1 0,0 1 0,0 0 0,0-1 0,1 1 0,-1 0 0,0 0 0,0 1 0,0-1 0,0 0 0,0 1 0,0-1 0,0 1 0,0-1 0,0 1 0,0 0 0,0 0 0,0 0 0,0 0 0,-1 0 0,1 1 0,0-1 0,-1 0 0,1 1 0,-1-1 0,1 1 0,-1 0 0,2 2 0,3 5 0,-1 2 0,0-1 0,0 0 0,6 22 0,-1-3 0,-6-19 0,1 1 0,0-1 0,0 0 0,1 0 0,14 17 0,-17-24 0,1 1 0,-1-1 0,1 0 0,0 0 0,0 0 0,0-1 0,0 1 0,0-1 0,1 0 0,-1 0 0,1 0 0,-1-1 0,1 0 0,0 0 0,-1 0 0,10 0 0,-5-1 0,0 0 0,-1-1 0,1-1 0,0 1 0,0-1 0,-1-1 0,1 0 0,-1 0 0,0 0 0,1-1 0,-2-1 0,1 1 0,0-1 0,-1 0 0,0-1 0,0 0 0,-1 0 0,11-14 0,-12 15 0,0-2 0,0 1 0,-1 0 0,0-1 0,-1 0 0,1 0 0,-1 0 0,-1 0 0,1 0 0,-1-1 0,-1 1 0,1-1 0,-1 1 0,-1-1 0,1 0 0,-1 1 0,0-1 0,-1 0 0,0 1 0,0-1 0,-1 0 0,-3-9 0,4 14 0,0 0 0,-1 0 0,1 0 0,-1 0 0,0 0 0,1 0 0,-1 1 0,-1-1 0,1 1 0,0-1 0,-1 1 0,1 0 0,-1 0 0,0 0 0,1 0 0,-1 0 0,0 0 0,0 1 0,0 0 0,-4-2 0,4 3 0,0-1 0,0 1 0,0 0 0,0 0 0,0 0 0,0 0 0,0 1 0,0-1 0,0 1 0,0-1 0,0 1 0,1 0 0,-1 0 0,0 1 0,1-1 0,-1 0 0,1 1 0,-1 0 0,1-1 0,-1 1 0,1 0 0,0 0 0,-2 3 0,-1 1 0,1 0 0,0 0 0,0 0 0,1 0 0,-1 0 0,1 1 0,1-1 0,-1 1 0,1 0 0,0 0 0,1 0 0,0 0 0,0 0 0,0 0 0,1 0 0,0 1 0,1-1 0,1 8 0,-1-7 0,0 0 0,1-1 0,0 1 0,1-1 0,-1 0 0,2 1 0,-1-1 0,1 0 0,0-1 0,0 1 0,1-1 0,-1 0 0,2 0 0,-1 0 0,1-1 0,8 7 0,-5-6-151,0-1-1,1 0 0,-1-1 0,1 0 1,0 0-1,0-1 0,0 0 1,13 1-1,7 0-6674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2.7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44 179 24575,'-2'-10'0,"0"0"0,-1 1 0,0-1 0,0 1 0,-1 0 0,0 0 0,0 0 0,-1 1 0,-9-12 0,16 34 0,5 11 0,23 57 0,22 71 0,-52-151 0,0 0 0,1 0 0,-1 0 0,1 0 0,0 0 0,-1 0 0,1-1 0,0 1 0,0 0 0,0-1 0,2 3 0,-3-4 0,1 0 0,-1 1 0,0-1 0,0 0 0,0 0 0,1 0 0,-1 0 0,0 0 0,0 0 0,0 0 0,1 0 0,-1 0 0,0 0 0,0 0 0,0 0 0,1 0 0,-1 0 0,0 0 0,0 0 0,0 0 0,1 0 0,-1-1 0,0 1 0,0 0 0,0 0 0,0 0 0,1 0 0,-1 0 0,0 0 0,0-1 0,0 1 0,0 0 0,0 0 0,1 0 0,6-15 0,-6 11 0,12-37 0,1 1 0,3 0 0,33-59 0,-48 96 0,-1 1 0,1-1 0,0 1 0,0 0 0,0 0 0,0 0 0,0 0 0,0 0 0,1 0 0,-1 1 0,0-1 0,1 1 0,0-1 0,3 0 0,-4 1 0,-1 1 0,0 0 0,0 0 0,1 0 0,-1 0 0,0 1 0,1-1 0,-1 0 0,0 1 0,0-1 0,1 0 0,-1 1 0,0 0 0,0-1 0,0 1 0,0 0 0,0-1 0,0 1 0,0 0 0,0 0 0,0 0 0,0 0 0,0 0 0,0 0 0,-1 0 0,1 0 0,0 0 0,-1 0 0,1 1 0,-1-1 0,1 0 0,-1 0 0,1 2 0,14 52 0,-13-42 0,1-1 0,0 0 0,1 0 0,0 0 0,12 21 0,-15-30 0,1-1 0,0 0 0,0 1 0,0-1 0,0 0 0,0 0 0,0-1 0,0 1 0,1 0 0,-1-1 0,0 1 0,1-1 0,0 0 0,-1 0 0,1 0 0,0 0 0,-1 0 0,1-1 0,0 1 0,0-1 0,0 0 0,0 0 0,-1 0 0,1 0 0,0 0 0,0-1 0,0 1 0,0-1 0,-1 0 0,1 1 0,3-3 0,5-1 0,0-1 0,-1 0 0,1-1 0,-1 0 0,0 0 0,0-1 0,-1-1 0,0 1 0,0-1 0,-1-1 0,0 0 0,-1 0 0,0-1 0,0 1 0,-1-2 0,0 1 0,-1-1 0,0 1 0,-1-1 0,0-1 0,0 1 0,2-17 0,-6 24 0,1-1 0,-1 1 0,0-1 0,0 1 0,-1 0 0,1-1 0,-1 1 0,0 0 0,0-1 0,0 1 0,-1 0 0,0 0 0,-4-8 0,5 11 0,0-1 0,0 0 0,0 1 0,-1-1 0,1 1 0,0 0 0,-1-1 0,1 1 0,-1 0 0,0 0 0,1 0 0,-1 0 0,0 0 0,1 1 0,-1-1 0,0 0 0,0 1 0,0-1 0,0 1 0,0 0 0,0 0 0,0 0 0,0 0 0,1 0 0,-1 0 0,0 0 0,0 0 0,0 1 0,0-1 0,0 1 0,0-1 0,1 1 0,-4 2 0,2-2 0,-1 0 0,1 1 0,0-1 0,0 1 0,1 0 0,-1 0 0,0 0 0,1 0 0,-1 0 0,1 1 0,-1-1 0,1 1 0,0 0 0,0 0 0,1 0 0,-1 0 0,0 0 0,1 0 0,0 0 0,0 0 0,0 0 0,0 1 0,-1 3 0,2-2 0,0 0 0,1 1 0,-1-1 0,1 0 0,0 1 0,1-1 0,-1 0 0,1 0 0,0 0 0,0 0 0,0 0 0,1-1 0,0 1 0,4 5 0,10 12 0,2-1 0,1-1 0,0 0 0,33 23 0,19 19 0,-70-61 0,0 1 0,-1-1 0,1 1 0,-1 0 0,1-1 0,-1 1 0,0 0 0,0 0 0,0 0 0,1 3 0,-2-5 0,0 1 0,0-1 0,0 0 0,0 0 0,0 1 0,0-1 0,0 0 0,0 0 0,0 1 0,0-1 0,0 0 0,0 0 0,0 1 0,0-1 0,0 0 0,0 0 0,0 0 0,0 1 0,-1-1 0,1 0 0,0 0 0,0 0 0,0 1 0,0-1 0,-1 0 0,1 0 0,0 0 0,0 0 0,0 0 0,-1 1 0,1-1 0,-16 0 0,6-3-151,0 0-1,0-1 0,0 0 0,0-1 1,1 0-1,0 0 0,0-1 1,-11-10-1,-2 0-6674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2.9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24575,'3'0'0,"6"0"0,2 3 0,1 4 0,-1 2 0,-2 4 0,-3 2 0,-2 0 0,-3 2 0,0 2 0,-1 2 0,-1-1 0,1-1 0,-1 2 0,1 1 0,0-2 0,-1-4-8191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3.0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35 24575,'-3'-3'0,"-1"-3"0,1-4 0,-3 0 0,1 4 0,0 7 0,1 5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3.7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139 80 24575,'-4'-1'0,"-1"1"0,1 0 0,-1 0 0,1 1 0,0-1 0,-1 1 0,1 0 0,-1 0 0,1 1 0,0-1 0,0 1 0,0 0 0,0 0 0,0 0 0,0 1 0,0-1 0,1 1 0,-1 0 0,1 0 0,0 0 0,0 1 0,0-1 0,0 1 0,-2 3 0,0 2 0,0-1 0,0 1 0,1 0 0,0 0 0,0 1 0,1-1 0,1 1 0,-1-1 0,-1 20 0,4-26 0,0 1 0,0-1 0,0 0 0,1 0 0,-1 1 0,1-1 0,-1 0 0,1 0 0,0 0 0,0 0 0,1 0 0,-1 0 0,1 0 0,-1-1 0,1 1 0,0 0 0,0-1 0,0 1 0,0-1 0,1 0 0,-1 0 0,1 0 0,-1 0 0,1 0 0,0 0 0,0-1 0,-1 1 0,1-1 0,0 0 0,0 0 0,0 0 0,1 0 0,-1-1 0,3 1 0,2 0 0,0 0 0,-1-1 0,1 0 0,0 0 0,-1 0 0,1-1 0,0-1 0,-1 1 0,0-1 0,1 0 0,-1-1 0,0 0 0,0 0 0,0-1 0,0 1 0,11-10 0,-14 10 0,-1 0 0,1 0 0,-1 0 0,1 0 0,-1-1 0,0 0 0,-1 1 0,1-1 0,-1 0 0,1 0 0,-1-1 0,0 1 0,-1 0 0,1-1 0,-1 1 0,0-1 0,0 0 0,0 1 0,-1-1 0,1 0 0,-1 1 0,0-1 0,-1 0 0,1 1 0,-1-1 0,0 0 0,0 1 0,-2-7 0,-3 0 0,1 0 0,-1 0 0,-1 1 0,0-1 0,-1 2 0,0-1 0,0 1 0,-1 0 0,0 1 0,-1 0 0,0 0 0,0 1 0,0 0 0,-1 1 0,0 1 0,-18-8 0,26 12 0,0 0 0,-1 0 0,1 1 0,0-1 0,-1 1 0,1-1 0,-1 1 0,-5 1 0,8-1 0,0 0 0,1 0 0,-1 0 0,0 0 0,1 1 0,-1-1 0,0 0 0,1 0 0,-1 1 0,0-1 0,1 0 0,-1 1 0,1-1 0,-1 1 0,1-1 0,-1 1 0,1-1 0,-1 1 0,1-1 0,0 1 0,-1-1 0,1 1 0,0 0 0,-1-1 0,1 1 0,0 0 0,0-1 0,-1 1 0,1 0 0,0-1 0,0 1 0,0 0 0,0-1 0,0 1 0,0 0 0,0-1 0,0 1 0,0 0 0,0-1 0,1 1 0,-1 0 0,0-1 0,0 1 0,1 0 0,-1-1 0,0 1 0,1-1 0,-1 1 0,1 0 0,1 3 0,0-1 0,1 0 0,-1-1 0,1 1 0,-1 0 0,1-1 0,0 0 0,0 1 0,0-1 0,0 0 0,1 0 0,-1-1 0,0 1 0,1-1 0,-1 0 0,1 0 0,0 0 0,-1 0 0,1 0 0,0-1 0,-1 0 0,7 0 0,5 1 0,-1-2 0,1 0 0,-1 0 0,21-6 0,-30 6 0,-1 0 0,0 0 0,0 0 0,1 1 0,-1 0 0,0-1 0,0 2 0,1-1 0,-1 0 0,7 2 0,-9-1 0,0 0 0,0 0 0,-1 0 0,1 0 0,0 1 0,-1-1 0,1 0 0,-1 1 0,0-1 0,1 1 0,-1-1 0,0 1 0,0 0 0,0 0 0,0-1 0,0 1 0,0 0 0,-1 0 0,1 0 0,-1 0 0,1 0 0,-1 0 0,0 0 0,0 0 0,0 2 0,2 18 0,-3 34 0,0 3 0,1-58 0,0 1 0,0-1 0,0 0 0,0 0 0,0 0 0,0 0 0,1 0 0,-1 0 0,0 1 0,1-1 0,-1 0 0,0 0 0,1 0 0,-1 0 0,1 0 0,0 0 0,-1 0 0,1 0 0,0-1 0,1 3 0,-1-3 0,0 0 0,-1 0 0,1 0 0,0 0 0,0 0 0,0 0 0,-1 0 0,1 0 0,0 0 0,0 0 0,-1 0 0,1 0 0,0 0 0,0-1 0,0 1 0,-1 0 0,1-1 0,0 1 0,-1 0 0,1-1 0,1 0 0,3-4 0,1 1 0,-1-1 0,-1 0 0,1 0 0,4-7 0,62-105 0,-32 51 0,-38 63 0,1-1 0,1 1 0,-1 0 0,0 0 0,1 1 0,4-5 0,-7 7 0,1-1 0,-1 1 0,0 0 0,1 0 0,-1 0 0,0-1 0,1 1 0,-1 0 0,1 0 0,-1 0 0,0 0 0,1 0 0,-1 0 0,1 0 0,-1 0 0,0 0 0,1 0 0,-1 0 0,1 0 0,-1 0 0,0 0 0,1 0 0,-1 0 0,1 1 0,0-1 0,0 1 0,0 0 0,-1-1 0,1 1 0,-1 0 0,1 0 0,0 0 0,-1 0 0,0 0 0,1-1 0,-1 1 0,1 0 0,-1 0 0,0 0 0,0 2 0,10 53 200,4 20-153,-11-68-248,-1-1-1,1 1 1,0-1-1,0 1 1,1-1-1,0 0 0,7 8 1,-2-5-6625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3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48 24575,'2'-5'0,"0"0"0,1 0 0,-1 0 0,1 1 0,0-1 0,1 1 0,3-5 0,-7 8 0,1 1 0,0-1 0,-1 1 0,1-1 0,-1 1 0,1 0 0,0-1 0,-1 1 0,1 0 0,0-1 0,0 1 0,-1 0 0,1 0 0,0 0 0,0 0 0,-1 0 0,1-1 0,0 1 0,0 1 0,1-1 0,-1 0 0,0 1 0,1 0 0,-1-1 0,0 1 0,0 0 0,0 0 0,0 0 0,1 0 0,-1 0 0,0 0 0,-1 0 0,1 0 0,0 0 0,0 0 0,1 2 0,4 10 0,1 0 0,-1 1 0,-1-1 0,-1 1 0,4 15 0,10 75 0,-16-93 0,1 9 49,-1-1 0,-1 1 0,0 0-1,-2-1 1,0 1 0,-5 22 0,5-35-131,-1 0 1,0-1 0,0 1 0,0-1-1,-1 0 1,0 1 0,0-1-1,0 0 1,-1-1 0,0 1 0,0-1-1,-1 0 1,0 0 0,0 0 0,0 0-1,0-1 1,0 0 0,-1 0 0,0 0-1,-12 5 1,-14 2-6745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5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24575,'4'89'0,"23"132"0,37 117 0,-58-307 0,73 345-120,45 235-335,-39 5 176,-78-527 307,14 136 647,-17-201-1898,1-11-5594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6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224 264 24575,'0'-1'0,"0"0"0,-1 1 0,1-1 0,-1 1 0,1 0 0,-1-1 0,1 1 0,-1-1 0,1 1 0,-1 0 0,1-1 0,-1 1 0,1 0 0,-1 0 0,0-1 0,1 1 0,-1 0 0,1 0 0,-1 0 0,0 0 0,1 0 0,-1 0 0,0 0 0,1 0 0,-1 0 0,1 0 0,-1 0 0,0 0 0,1 1 0,-1-1 0,1 0 0,-1 0 0,0 1 0,1-1 0,-1 0 0,1 1 0,-1-1 0,1 0 0,-1 1 0,1-1 0,-1 1 0,1-1 0,0 1 0,-1-1 0,1 1 0,-1-1 0,1 1 0,0-1 0,0 1 0,-1 0 0,1-1 0,0 1 0,0-1 0,0 2 0,-3 5 0,0 1 0,1 0 0,-2 12 0,2-11 0,-8 41 0,-12 46 0,18-85 0,1 0 0,-2 0 0,1-1 0,-2 0 0,1 0 0,-11 13 0,15-21 0,0-1 0,0 1 0,-1-1 0,1 1 0,-1-1 0,1 1 0,-1-1 0,0 0 0,1 1 0,-1-1 0,0 0 0,0 0 0,0-1 0,0 1 0,0 0 0,0-1 0,0 1 0,0-1 0,0 1 0,0-1 0,0 0 0,-4 0 0,4-1 0,0 1 0,0-1 0,-1 0 0,1 0 0,0 0 0,0 0 0,0-1 0,0 1 0,1 0 0,-1-1 0,0 1 0,1-1 0,-1 0 0,1 0 0,-1 1 0,1-1 0,0 0 0,-1 0 0,1 0 0,-1-5 0,-4-8 0,1-1 0,1 1 0,0-1 0,1 0 0,1-1 0,0 1 0,1-1 0,1 1 0,3-24 0,2-2 0,2 0 0,18-60 0,-23 94 0,6-19 0,12-29 0,-17 50 0,-1-1 0,2 1 0,-1 0 0,1 0 0,0 0 0,0 0 0,1 1 0,0 0 0,10-9 0,-13 12 0,0 1 0,0 0 0,1-1 0,-1 1 0,0 0 0,1 0 0,-1 1 0,1-1 0,0 0 0,-1 1 0,1-1 0,-1 1 0,1 0 0,0 0 0,4 1 0,-2-1 0,0 1 0,0 1 0,-1-1 0,1 1 0,0 0 0,-1 0 0,9 5 0,2 4 0,0 1 0,0 1 0,17 19 0,-25-24 0,148 167 93,-97-106-1551,-8-11-5368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6.9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 34 24575,'-2'0'0,"0"-1"0,0 1 0,0-1 0,1 0 0,-1 0 0,0 1 0,1-1 0,-1 0 0,1-1 0,-1 1 0,1 0 0,-1 0 0,1-1 0,0 1 0,-2-3 0,2 3 0,-1-1 0,0 0 0,1 0 0,-1 1 0,0-1 0,0 1 0,0 0 0,-3-2 0,5 3 0,0 0 0,-1 0 0,1 0 0,0-1 0,0 1 0,0 0 0,0 0 0,0 0 0,0 0 0,-1 0 0,1 0 0,0 0 0,0 0 0,0 0 0,0 0 0,0 0 0,0 0 0,-1 0 0,1 0 0,0 0 0,0 0 0,0 0 0,0 1 0,0-1 0,0 0 0,0 0 0,-1 0 0,1 0 0,0 0 0,0 0 0,0 0 0,0 0 0,0 0 0,0 0 0,0 1 0,0-1 0,0 0 0,0 0 0,-1 0 0,1 0 0,0 0 0,0 0 0,0 0 0,0 1 0,0-1 0,0 0 0,2 9 0,6 12 0,-7-20 0,8 17 0,0 1 0,2-2 0,0 1 0,1-2 0,1 1 0,16 15 0,-22-25 0,1-1 0,0 1 0,0-1 0,1-1 0,-1 1 0,13 4 0,-15-7 0,-1-1 0,1-1 0,0 1 0,-1-1 0,1 0 0,0 0 0,0 0 0,0-1 0,-1 0 0,1 0 0,11-2 0,-13 0 0,1 1 0,-1-1 0,1 0 0,-1 0 0,0 0 0,1 0 0,-1-1 0,0 0 0,-1 0 0,1 0 0,-1 0 0,1-1 0,-1 1 0,0-1 0,0 0 0,0 0 0,2-5 0,-2 5 0,-1-1 0,1 0 0,-1 0 0,0 0 0,-1 0 0,1 0 0,-1 0 0,0 0 0,-1 0 0,1-1 0,-1 1 0,0 0 0,0 0 0,0-1 0,-3-7 0,3 12 0,0-1 0,0 1 0,-1 0 0,1 0 0,-1 0 0,1-1 0,-1 1 0,1 0 0,-1 0 0,0 0 0,0 0 0,1 0 0,-1 0 0,-1-1 0,2 2 0,-1 0 0,1 0 0,0 0 0,-1 0 0,1-1 0,-1 1 0,1 0 0,0 0 0,-1 0 0,1 0 0,0 0 0,-1 0 0,1 0 0,0 1 0,-1-1 0,1 0 0,0 0 0,-1 0 0,1 0 0,0 0 0,-1 0 0,1 1 0,0-1 0,-1 0 0,1 0 0,0 0 0,0 1 0,-1-1 0,1 0 0,-1 1 0,-1 2 0,0-1 0,1 1 0,-1 0 0,0 0 0,1 0 0,0 0 0,-1 1 0,0 5 0,-3 27 0,1-1 0,2 1 0,1 0 0,7 58 0,-1-20 0,-3-32 0,1-3 0,-4 46 0,1-75 0,-1 0 0,-1-1 0,0 1 0,0 0 0,-1 0 0,0-1 0,0 0 0,-1 0 0,-9 16 0,11-23 0,1 1 0,-1-1 0,0 1 0,0-1 0,0 0 0,0 0 0,0 0 0,0 0 0,-1 0 0,1-1 0,0 1 0,-1 0 0,0-1 0,1 0 0,-1 0 0,0 0 0,1 0 0,-1 0 0,0 0 0,0-1 0,0 0 0,0 1 0,-6-1 0,6-1 0,0 0 0,0 0 0,0 0 0,0 0 0,0 0 0,0-1 0,0 0 0,0 1 0,1-1 0,-1 0 0,1 0 0,-1 0 0,1-1 0,0 1 0,0 0 0,0-1 0,0 0 0,0 1 0,0-1 0,1 0 0,-2-4 0,-2-5 0,0-1 0,2 0 0,-1 0 0,1-1 0,1 1 0,1-1 0,0 1 0,0-1 0,2 0 0,-1 1 0,5-19 0,-3 19 0,0 0 0,1 1 0,1-1 0,0 1 0,1 0 0,1 0 0,0 0 0,0 1 0,1 0 0,0 0 0,17-19 0,-19 26-72,0-1 1,0 0-1,0 1 0,1 0 0,0 1 0,-1-1 0,1 1 0,0 0 1,1 1-1,-1-1 0,1 1 0,-1 0 0,1 1 0,-1 0 0,1 0 1,0 0-1,0 1 0,8 0 0,7 3-6754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7.1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48 24575,'0'-3'0,"0"0"0,0 1 0,0-1 0,-1 1 0,1-1 0,-1 1 0,0-1 0,1 1 0,-1-1 0,0 1 0,-1 0 0,-2-5 0,4 6 0,-1 0 0,0 0 0,0 1 0,0-1 0,0 0 0,0 0 0,0 0 0,-1 1 0,1-1 0,0 1 0,0-1 0,0 1 0,-1-1 0,1 1 0,0 0 0,0-1 0,-1 1 0,1 0 0,0 0 0,-1 0 0,1 0 0,0 0 0,-1 0 0,1 1 0,0-1 0,0 0 0,-3 2 0,2-1 0,0 0 0,0 0 0,0 0 0,1 0 0,-1 1 0,0-1 0,0 1 0,1 0 0,-1-1 0,1 1 0,-1 0 0,1 0 0,0 0 0,0 0 0,0 0 0,0 0 0,0 0 0,0 0 0,1 0 0,-1 1 0,0 3 0,-1 7 0,0 0 0,0 19 0,2-25 0,0 12 43,0 0 0,2 0-1,0 0 1,1-1 0,1 1-1,1-1 1,12 31 0,-12-37-175,0 0 1,1-1 0,0 0-1,1 0 1,1 0 0,-1-1 0,2 0-1,-1-1 1,1 0 0,1 0 0,0-1-1,14 10 1,2-4-6695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7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79 218 24575,'-5'0'0,"-1"-1"0,1 0 0,0-1 0,-1 1 0,1-1 0,0 0 0,0-1 0,0 1 0,0-1 0,0 0 0,1 0 0,-1 0 0,1-1 0,-4-3 0,25 26 0,0 2 0,-1 0 0,-1 1 0,-1 1 0,-1 0 0,19 49 0,-28-61 0,-4-8 0,1 0 0,-1 0 0,1 0 0,0 0 0,1-1 0,-1 1 0,0 0 0,1-1 0,3 5 0,-9-40 0,1 5 0,0 1 0,2-1 0,1 0 0,5-44 0,-3 54 0,1 1 0,1 0 0,1 0 0,0 0 0,1 1 0,1-1 0,0 1 0,13-20 0,-18 33 0,0 0 0,1 0 0,-1 0 0,0 1 0,1-1 0,0 1 0,0-1 0,0 1 0,0 0 0,0 0 0,0 0 0,0 1 0,0-1 0,1 1 0,3-2 0,-4 3 0,-1 0 0,1-1 0,-1 1 0,1 0 0,-1 0 0,1 0 0,-1 1 0,1-1 0,0 1 0,-1-1 0,0 1 0,1 0 0,-1 0 0,1 0 0,-1 0 0,0 1 0,0-1 0,0 0 0,0 1 0,0 0 0,0-1 0,3 4 0,2 4 0,1 1 0,-2 0 0,1 0 0,-1 0 0,-1 1 0,0 0 0,0 0 0,-1 1 0,4 17 0,0 8 0,6 64 0,-14-92 0,1 4 0,0-12 0,-1-6 0,-1-2 0,4-108 0,-2 103 0,1 1 0,0-1 0,0 1 0,1 0 0,1 0 0,0 0 0,10-20 0,-13 29 0,1 0 0,-1 0 0,0 0 0,0 0 0,1 0 0,-1 1 0,1-1 0,0 0 0,0 1 0,-1-1 0,1 1 0,0 0 0,0 0 0,0-1 0,0 1 0,1 0 0,3-1 0,-4 2 0,0 0 0,0 0 0,0 0 0,0 0 0,0 1 0,0-1 0,0 0 0,0 1 0,0-1 0,0 1 0,0 0 0,0 0 0,0 0 0,0 0 0,0 0 0,1 1 0,6 6 0,0 0 0,0 1 0,-1 0 0,-1 0 0,10 14 0,-15-19 0,66 103-1365,-57-87-5461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8.8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59 369 24575,'0'-4'0,"0"1"0,0-1 0,0 1 0,0 0 0,-1-1 0,0 1 0,1 0 0,-1 0 0,0 0 0,0-1 0,-1 1 0,-1-3 0,16 29 0,-11-20 0,1 0 0,1 0 0,-1 0 0,0-1 0,1 1 0,-1-1 0,1 0 0,0 0 0,-1 0 0,1-1 0,0 1 0,0-1 0,0 0 0,0 0 0,1-1 0,-1 1 0,0-1 0,6 0 0,-7 0 0,0-1 0,0 0 0,0 1 0,0-1 0,0-1 0,0 1 0,0 0 0,0-1 0,-1 1 0,1-1 0,-1 0 0,1 0 0,-1 0 0,0 0 0,0 0 0,0-1 0,0 1 0,0-1 0,0 1 0,0-1 0,-1 0 0,0 1 0,1-1 0,-1 0 0,1-6 0,0 2 0,0 0 0,0-1 0,-1 1 0,-1 0 0,1-1 0,-1 1 0,0-1 0,-1 1 0,0-1 0,0 1 0,0 0 0,-1-1 0,-5-12 0,6 17 0,-1 0 0,1 0 0,-1 0 0,0 0 0,0 0 0,0 0 0,0 0 0,-1 1 0,1-1 0,-1 1 0,0 0 0,1-1 0,-1 1 0,0 1 0,0-1 0,0 0 0,0 1 0,-1-1 0,1 1 0,0 0 0,-1 0 0,1 1 0,0-1 0,-1 0 0,1 1 0,-1 0 0,1 0 0,-1 0 0,1 1 0,-1-1 0,-4 2 0,3-1 0,0 0 0,0 1 0,0 0 0,0 0 0,1 0 0,-1 1 0,1 0 0,0 0 0,0 0 0,0 0 0,0 0 0,0 1 0,0 0 0,1-1 0,0 1 0,0 1 0,0-1 0,0 0 0,1 1 0,0-1 0,0 1 0,0 0 0,0 0 0,-1 8 0,0-2 0,1 0 0,1-1 0,0 1 0,0 0 0,1 0 0,1 0 0,0 0 0,0-1 0,1 1 0,5 19 0,-1-14 0,1 0 0,1-1 0,0 1 0,0-2 0,2 1 0,0-1 0,0-1 0,18 18 0,-22-24 0,1-1 0,0 0 0,0-1 0,0 0 0,0 0 0,1 0 0,0-1 0,0 0 0,0 0 0,0-1 0,1 0 0,-1-1 0,1 0 0,0 0 0,-1-1 0,1 0 0,0-1 0,10 0 0,-12-1 0,1-1 0,0 0 0,-1 0 0,1-1 0,-1 0 0,0-1 0,0 1 0,0-1 0,0-1 0,-1 1 0,0-1 0,0 0 0,0-1 0,0 1 0,-1-1 0,0 0 0,6-11 0,4-4 0,-2-2 0,-1 1 0,-1-2 0,9-25 0,-10 23 0,-1-1 0,-1-1 0,-1 0 0,4-46 0,-11 71 0,0 0 0,0-1 0,0 1 0,-1 0 0,1 0 0,-1 0 0,0 0 0,0 0 0,0 1 0,0-1 0,-1 0 0,1 0 0,-1 1 0,1-1 0,-1 0 0,-2-1 0,3 3 0,0 0 0,0 0 0,0 0 0,0 1 0,0-1 0,0 0 0,0 1 0,-1-1 0,1 1 0,0-1 0,0 1 0,0 0 0,-1-1 0,1 1 0,0 0 0,0 0 0,-1 0 0,1 0 0,0 0 0,-1 0 0,1 0 0,0 0 0,0 1 0,-1-1 0,1 0 0,0 1 0,0-1 0,0 1 0,0-1 0,-1 1 0,1 0 0,0 0 0,0-1 0,0 1 0,0 0 0,0 0 0,1 0 0,-1 0 0,0 0 0,-1 2 0,-5 5 0,1 1 0,0 0 0,0 1 0,1-1 0,0 1 0,0 0 0,1 1 0,-3 13 0,-2 13 0,-4 38 0,12-68 0,0-2 0,1 0 0,-1-1 0,1 1 0,0 0 0,1-1 0,-1 1 0,1 0 0,0-1 0,0 1 0,0-1 0,1 1 0,-1-1 0,4 6 0,-4-8 0,0 0 0,1-1 0,-1 1 0,0-1 0,1 1 0,-1-1 0,1 0 0,-1 0 0,1 0 0,0 0 0,-1 0 0,1 0 0,0 0 0,0 0 0,0 0 0,0-1 0,-1 1 0,1-1 0,0 0 0,0 1 0,0-1 0,0 0 0,0 0 0,0 0 0,0 0 0,0-1 0,0 1 0,0-1 0,0 1 0,0-1 0,0 1 0,0-1 0,3-2 0,3-1 0,-1 0 0,1-1 0,-1 0 0,0 0 0,0-1 0,0 0 0,-1 0 0,0 0 0,0-1 0,0 0 0,-1 0 0,0-1 0,-1 1 0,7-14 0,-5 7 0,-1-1 0,0 1 0,-1-1 0,0 0 0,-1 0 0,-1 0 0,1-25 0,-3 61 0,-1 5 0,4 42 0,-2-61 0,-1 0 0,2 0 0,-1 0 0,1 0 0,0-1 0,1 1 0,-1-1 0,1 1 0,1-1 0,-1 0 0,8 9 0,-10-13 0,1 0 0,-1-1 0,1 0 0,-1 1 0,1-1 0,0 0 0,-1 0 0,1 0 0,0 0 0,0 0 0,0 0 0,0 0 0,0-1 0,0 1 0,0-1 0,0 1 0,0-1 0,0 0 0,3 0 0,-2 0 0,0-1 0,0 1 0,1-1 0,-1 0 0,0 0 0,0-1 0,-1 1 0,1 0 0,0-1 0,0 0 0,3-3 0,2-2 0,0-1 0,0 0 0,-1 0 0,0-1 0,-1 0 0,8-12 0,-1-5 0,0 0 0,-2-1 0,0 0 0,-2 0 0,-2-1 0,0-1 0,-2 1 0,-1-1 0,1-31 0,-5 58 0,0-1 0,-1 0 0,1 1 0,0-1 0,-1 0 0,0 1 0,1-1 0,-1 1 0,0-1 0,-3-4 0,4 7 0,0-1 0,-1 1 0,1 0 0,0-1 0,-1 1 0,1 0 0,0-1 0,-1 1 0,1 0 0,-1-1 0,1 1 0,-1 0 0,1 0 0,0 0 0,-1-1 0,1 1 0,-1 0 0,1 0 0,-1 0 0,1 0 0,-1 0 0,1 0 0,-1 0 0,-1 0 0,1 0 0,0 1 0,0-1 0,0 1 0,0-1 0,0 1 0,1-1 0,-1 1 0,0 0 0,0-1 0,0 1 0,0 0 0,1 0 0,-1 0 0,-1 0 0,-1 4 0,-1 0 0,1 0 0,0-1 0,0 2 0,1-1 0,-1 0 0,1 1 0,0-1 0,1 1 0,-1-1 0,1 1 0,0 0 0,1 0 0,-1-1 0,1 1 0,0 0 0,1 0 0,1 10 0,0-7 0,1 1 0,0-1 0,1 1 0,0-1 0,0 0 0,1-1 0,0 1 0,0-1 0,1 0 0,8 9 0,18 14 0,-23-23 0,0-1 0,-1 2 0,0-1 0,-1 1 0,0 0 0,8 14 0,-14-21 0,0 0 0,0 1 0,0-1 0,0 1 0,-1 0 0,1-1 0,-1 1 0,0-1 0,0 1 0,0 0 0,0-1 0,0 1 0,-1 4 0,0-4 0,0 1 0,-1-1 0,1 0 0,-1 0 0,0 1 0,1-1 0,-2 0 0,1-1 0,0 1 0,0 0 0,-1 0 0,-3 2 0,-2 1 57,1 0 0,-1-1 0,1 0 0,-1 0 0,-11 4 0,16-8-147,0 1 0,0-1 0,0 0 0,0 0 0,0-1 1,0 1-1,0 0 0,0-1 0,0 0 0,0 0 1,0 0-1,0 0 0,-1 0 0,1-1 0,0 0 0,0 1 1,0-1-1,-5-2 0,-5-7-6736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9.1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67 24575,'11'-3'0,"-11"2"0,0 1 0,1 0 0,-1 0 0,0-1 0,1 1 0,-1 0 0,1 0 0,-1 0 0,0-1 0,1 1 0,-1 0 0,1 0 0,-1 0 0,1 0 0,-1 0 0,1 0 0,-1 0 0,1 0 0,-1 0 0,0 0 0,1 0 0,-1 0 0,1 0 0,-1 1 0,1-1 0,-1 0 0,0 0 0,1 0 0,-1 1 0,1-1 0,-1 0 0,0 0 0,1 1 0,-1-1 0,0 0 0,1 1 0,-1-1 0,0 0 0,0 1 0,1-1 0,-1 1 0,0-1 0,0 0 0,0 1 0,1-1 0,-1 1 0,0-1 0,0 1 0,0-1 0,0 1 0,0-1 0,0 1 0,16 55 0,-8-26 0,1 1 0,26 55 0,-25-67 0,1 0 0,0-1 0,18 20 0,-24-32 0,0 0 0,1 0 0,0 0 0,0-1 0,0 0 0,1 0 0,0 0 0,0-1 0,0 0 0,0-1 0,14 6 0,-18-9 0,1 1 0,0-1 0,-1 0 0,1 0 0,-1 0 0,1 0 0,0-1 0,-1 1 0,1-1 0,-1 0 0,1 0 0,-1 0 0,0-1 0,1 1 0,-1-1 0,0 1 0,0-1 0,0 0 0,0-1 0,-1 1 0,1 0 0,0-1 0,-1 1 0,0-1 0,1 0 0,-1 0 0,2-4 0,2-3 0,1 0 0,-2-1 0,0 0 0,0 0 0,-1-1 0,6-22 0,-5 8 0,-2 0 0,2-48 0,-6 58 0,0 0 0,0 0 0,-1 0 0,-1 0 0,-10-28 0,12 40-151,0 1-1,-1 0 0,1-1 0,-1 1 1,0 0-1,0 0 0,0 0 1,-5-5-1,-4 0-6674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9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1 197 24575,'2'-1'0,"1"0"0,0 0 0,0-1 0,-1 1 0,1 0 0,-1-1 0,1 0 0,-1 1 0,0-1 0,0 0 0,3-3 0,13-9 0,-15 12 0,1 0 0,0 1 0,0-1 0,0 1 0,0 0 0,0 0 0,0 0 0,0 1 0,0-1 0,0 1 0,0 0 0,0 0 0,0 1 0,1-1 0,5 2 0,-5 0 0,1 0 0,-1 0 0,0 1 0,0 0 0,0 0 0,0 0 0,0 0 0,0 1 0,7 7 0,-1 2 0,-1-1 0,0 2 0,-1-1 0,0 2 0,-1-1 0,11 28 0,-12-25 0,0 1 0,-2-1 0,0 1 0,0 0 0,-2 0 0,2 23 0,-8-33 0,-1-16 0,-5-16 0,4 0 0,0-1 0,2 0 0,0 0 0,2 0 0,1-1 0,1 1 0,1 0 0,2 0 0,0 0 0,1 0 0,2 1 0,16-40 0,-21 58-124,1 0 0,0 0 0,0 1 0,0 0 0,1-1 0,0 1-1,0 0 1,1 1 0,-1-1 0,8-5 0,3 1-6702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09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64 24575,'-1'6'0,"1"0"0,-1 0 0,-1 0 0,1-1 0,-1 1 0,0 0 0,-3 6 0,3-8 0,0 0 0,0 0 0,0 0 0,1 0 0,0 0 0,0 0 0,0 0 0,0 0 0,1 0 0,0 1 0,0-1 0,0 0 0,0 0 0,1 1 0,-1-1 0,2 6 0,0-7 0,-1 1 0,1 0 0,0-1 0,0 1 0,0-1 0,1 1 0,-1-1 0,1 0 0,0 0 0,-1 0 0,1 0 0,1-1 0,-1 1 0,0-1 0,1 0 0,-1 0 0,1 0 0,-1 0 0,1 0 0,0-1 0,0 0 0,0 0 0,0 0 0,0 0 0,0-1 0,0 1 0,0-1 0,0 0 0,0 0 0,0-1 0,0 1 0,0-1 0,0 0 0,0 0 0,0 0 0,0 0 0,0-1 0,0 0 0,-1 0 0,1 0 0,-1 0 0,1 0 0,-1-1 0,0 1 0,0-1 0,0 0 0,0 0 0,-1 0 0,1 0 0,-1-1 0,4-6 0,-3 3 0,-1-1 0,0 1 0,0-1 0,0 1 0,-1-1 0,0 1 0,-1-1 0,1 0 0,-2 0 0,1 1 0,-2-11 0,1 12 0,-1-1 0,1 1 0,-1 0 0,0 0 0,0 0 0,-1 1 0,1-1 0,-1 0 0,-1 1 0,1 0 0,-1 0 0,0 0 0,0 0 0,-6-5 0,9 9 0,0-1 0,-1 1 0,1 0 0,0 0 0,-1 0 0,1 0 0,-1 0 0,0 0 0,1 1 0,-1-1 0,0 1 0,1-1 0,-1 1 0,0-1 0,0 1 0,0 0 0,1 0 0,-1 0 0,0 0 0,0 0 0,0 0 0,1 0 0,-1 1 0,0-1 0,0 1 0,1-1 0,-1 1 0,0 0 0,1-1 0,-1 1 0,1 0 0,-1 0 0,1 0 0,-1 0 0,1 1 0,0-1 0,-1 0 0,1 0 0,0 1 0,0-1 0,0 1 0,-1 2 0,-2 3 0,0 0 0,0 1 0,1 0 0,0 0 0,0 0 0,1 0 0,-3 15 0,3-4 43,0 1 0,2-1-1,0 1 1,1-1 0,0 1-1,2-1 1,7 26 0,-8-36-81,1-1 0,0 0 0,1 0 0,0 0 0,0-1 0,1 1 0,0-1 0,6 8 0,-6-10-67,-1-1 0,1 0 0,0 0 0,0-1 0,0 1 0,0-1 0,0 0 0,1 0 0,0-1 0,-1 1 0,1-1 0,10 2 0,9 0-6721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10.1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54 189 24575,'-1'-21'0,"-2"0"0,-1 1 0,-1-1 0,0 1 0,-2 0 0,0 1 0,-13-25 0,18 41 0,5 12 0,6 15 0,127 222 0,7 13 0,-136-243 0,0 0 0,0 0 0,-2 1 0,0-1 0,4 25 0,-9-36 0,1 0 0,-1 0 0,0 0 0,0 0 0,0 0 0,-1 0 0,0 0 0,0 0 0,0 0 0,0 0 0,-1-1 0,0 1 0,0 0 0,0-1 0,-1 1 0,1-1 0,-1 0 0,0 0 0,0 0 0,-1 0 0,1 0 0,-9 6 0,0-2-195,0-1 0,-1 0 0,0-1 0,0 0 0,-1-1 0,-16 4 0,-31 7-6631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14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22 148 24575,'-1'0'0,"0"0"0,0 0 0,0 0 0,0 0 0,0-1 0,-1 1 0,1 0 0,0 0 0,0-1 0,0 1 0,0-1 0,0 1 0,0-1 0,0 1 0,-1-2 0,2 2 0,-1-1 0,1 1 0,-1 0 0,1-1 0,0 1 0,0-1 0,-1 1 0,1-1 0,0 0 0,0 1 0,0-1 0,0 1 0,-1-1 0,1 1 0,0-1 0,0 0 0,0 1 0,0-1 0,0 1 0,0-1 0,1 0 0,0-2 0,-1 1 0,1 0 0,0 0 0,0 0 0,1 0 0,-1 0 0,0 0 0,1 0 0,-1 0 0,1 0 0,0 1 0,-1-1 0,4-1 0,10-8 0,2 2 0,0 0 0,0 1 0,0 0 0,1 1 0,0 1 0,29-5 0,9 1 0,70-3 0,45 5 0,0 8 0,233 29 0,-367-24 0,0 1 0,0 2 0,39 14 0,-54-13 0,0 0 0,-1 1 0,0 1 0,-1 1 0,0 1 0,20 18 0,9 15 0,-3 2 0,-1 2 0,42 62 0,-23-29 0,-33-44 0,43 56 0,126 124 0,-194-213 0,-2-2 0,0 0 0,0-1 0,1 1 0,-1-1 0,1 0 0,-1 0 0,7 2 0,-6-5-1365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15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1 306 24575,'0'1'0,"0"0"0,1 0 0,-1 0 0,1-1 0,-1 1 0,0 0 0,1 0 0,0-1 0,-1 1 0,1-1 0,-1 1 0,1 0 0,0-1 0,-1 1 0,1-1 0,0 1 0,0-1 0,-1 1 0,1-1 0,0 0 0,1 1 0,19 6 0,14 2 0,1-2 0,0-2 0,39 2 0,110-7 0,-155-1 0,59-9 0,-79 8 0,-1 0 0,1-1 0,-1 0 0,0-1 0,1 0 0,-2 0 0,1-1 0,0 0 0,-1 0 0,8-7 0,-12 8 0,-1-1 0,1 1 0,-1-1 0,0 0 0,0 0 0,0 0 0,-1 0 0,0 0 0,0-1 0,0 1 0,-1-1 0,1 1 0,-1-1 0,-1 1 0,1-1 0,-1 0 0,0 0 0,0 1 0,-1-7 0,-2-7 0,0 0 0,-1 1 0,0-1 0,-11-24 0,13 37 0,-14-31 0,15 35 0,1 1 0,-1-1 0,0 1 0,0 0 0,1-1 0,-1 1 0,0 0 0,0-1 0,-1 1 0,1 0 0,0 0 0,0 0 0,-1 0 0,1 0 0,0 0 0,-1 1 0,1-1 0,-1 0 0,-1 0 0,3 1 0,-1 0 0,1 1 0,-1-1 0,1 0 0,-1 0 0,1 0 0,-1 1 0,1-1 0,-1 0 0,1 0 0,-1 1 0,1-1 0,-1 0 0,1 1 0,-1-1 0,1 1 0,0-1 0,-1 1 0,1-1 0,0 1 0,0-1 0,-1 1 0,1-1 0,0 1 0,0-1 0,0 1 0,-1-1 0,1 1 0,0 0 0,-3 20 0,3-18 0,0 21 42,0-1 0,7 39 0,-2-17-1533,-2-15-5335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21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24575,'3'0'0,"4"0"0,0 5 0,-1 5 0,-1 6 0,-2 9 0,-1 7 0,-1 8 0,-1 7 0,-3 4 0,-1 5 0,-2 3 0,-1 0 0,1-2 0,2-5 0,1-6 0,2-11-8191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21.6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95 441 24575,'-39'-90'0,"25"60"0,-17-52 0,28 72 0,1 1 0,0-1 0,0 1 0,1-1 0,1 0 0,-1 1 0,2-1 0,-1 0 0,1 1 0,3-12 0,-2 14 0,1 1 0,-1-1 0,1 1 0,1 0 0,-1 0 0,1 0 0,0 1 0,0-1 0,1 1 0,0 0 0,0 0 0,0 0 0,0 1 0,1 0 0,-1 0 0,1 0 0,0 1 0,1 0 0,-1 0 0,0 0 0,13-2 0,-7 1 0,0 1 0,1 1 0,0 0 0,0 0 0,-1 1 0,1 1 0,0 0 0,0 1 0,0 1 0,24 5 0,-27-4 0,0 1 0,0 0 0,0 1 0,0 0 0,-1 1 0,0 0 0,0 0 0,0 1 0,-1 0 0,0 0 0,0 1 0,-1 0 0,0 1 0,-1-1 0,0 1 0,0 1 0,0-1 0,-2 1 0,1 0 0,-1 0 0,5 20 0,-6-18 0,0 0 0,-1 1 0,-1-1 0,0 1 0,-1 0 0,0-1 0,-1 1 0,0-1 0,-1 1 0,0-1 0,-1 1 0,-1-1 0,0 0 0,0 0 0,-1-1 0,-1 1 0,0-1 0,-12 16 0,5-10 0,-1-2 0,0 0 0,-1 0 0,-1-2 0,-1 0 0,0 0 0,0-2 0,-1 0 0,0-1 0,-1-1 0,0-1 0,-1 0 0,0-2 0,0 0 0,0-1 0,-1-1 0,-40 2 0,34-8-1365,8-2-5461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22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96 24575,'-15'-38'0,"13"30"0,-1 1 0,1 0 0,-2-1 0,1 1 0,-1 1 0,-5-8 0,15 46 0,106 331 0,-98-318 0,-8-26 0,-4-12 0,-1 0 0,1 0 0,1 0 0,-1 0 0,1 0 0,0-1 0,1 0 0,0 1 0,0-1 0,5 6 0,-8-11 0,-1-1 0,1 0 0,-1 0 0,1 1 0,0-1 0,-1 0 0,1 0 0,-1 0 0,1 1 0,-1-1 0,1 0 0,0 0 0,-1 0 0,1 0 0,-1 0 0,1 0 0,0-1 0,-1 1 0,1 0 0,-1 0 0,1 0 0,-1 0 0,1-1 0,-1 1 0,1 0 0,-1 0 0,1-1 0,-1 1 0,1-1 0,-1 1 0,1 0 0,-1-1 0,0 1 0,1-1 0,-1 1 0,0-1 0,1 1 0,-1-1 0,0 1 0,1-1 0,-1 1 0,0-1 0,0 1 0,0-1 0,0 0 0,11-31 0,-10 29 0,30-136 0,12-46 0,-35 157 110,13-38 80,-19 61-356,0-1-1,1 1 1,0 0-1,0 0 1,0 0-1,0 1 1,1-1-1,-1 1 0,6-5 1,0 3-6660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23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189 101 24575,'0'-8'0,"-1"-1"0,0 1 0,0 0 0,-1 0 0,0 0 0,-1 0 0,1 1 0,-2-1 0,-5-12 0,8 20 0,1-1 0,-1 0 0,1 1 0,-1-1 0,0 1 0,1-1 0,-1 1 0,0-1 0,1 1 0,-1-1 0,0 1 0,1-1 0,-1 1 0,0 0 0,0-1 0,0 1 0,1 0 0,-1 0 0,0 0 0,0 0 0,0 0 0,0 0 0,1 0 0,-1 0 0,0 0 0,0 0 0,-1 0 0,1 1 0,-1 0 0,0 0 0,0 0 0,1 0 0,-1 0 0,1 0 0,-1 1 0,1-1 0,-1 1 0,1-1 0,-2 3 0,-4 5 0,1 2 0,0-1 0,-4 12 0,8-18 0,-15 36 0,2 1 0,1 0 0,2 1 0,2 1 0,-5 57 0,10-50 0,3 1 0,1 0 0,3 0 0,11 65 0,-8-88 49,1 0 0,1 0 0,2 0-1,0-1 1,2 0 0,17 29 0,-21-43-181,2 1 1,0-2 0,0 1-1,1-1 1,1-1 0,0 0 0,1 0-1,0-1 1,0-1 0,1 0 0,0 0-1,26 11 1,17 1-6695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24.3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275 20 24575,'8'-12'0,"-3"5"0,-2 19 0,4 92 0,4 70 0,-11-139 0,-2 0 0,-10 66 0,7-83-68,1-1 0,-2 0-1,0 0 1,-1 0 0,-1-1 0,-1 0-1,0 0 1,-1-1 0,0 0 0,-2-1-1,1 0 1,-2-1 0,0-1 0,0 1-1,-1-2 1,-1 0 0,1-1-1,-2 0 1,-24 11 0,-19 6-6758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28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1 24575,'-2'13'0,"-1"0"0,0 0 0,-5 14 0,-2 9 0,-18 71 0,-21 93 0,39-151 0,2 1 0,0 52 0,7-92 0,1 0 0,1-1 0,-1 1 0,2 0 0,-1-1 0,1 1 0,5 11 0,-6-17 0,1 0 0,0 0 0,0 0 0,1 0 0,-1-1 0,1 1 0,0-1 0,0 1 0,0-1 0,1 0 0,-1 0 0,0 0 0,1-1 0,0 1 0,0-1 0,0 0 0,8 3 0,2-1 0,-1 0 0,1-1 0,0 0 0,1-1 0,-1-1 0,20-1 0,87-9 0,-96 6 0,235-33 0,-121 15 0,-132 20 171,-9 2 0,-10 0-1878,-4 3-5119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29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 69 24575,'-5'-7'0,"0"0"0,0 0 0,1-1 0,-5-8 0,-1-8 0,86 230 0,-32-86 0,-16-43 0,66 131 0,-92-205 0,-1 0 0,1-1 0,0 1 0,0 0 0,0-1 0,0 1 0,0-1 0,0 0 0,1 0 0,-1 0 0,1 0 0,3 2 0,-5-4 0,1 1 0,-1-1 0,1 0 0,-1 0 0,1 1 0,-1-1 0,0 0 0,1 0 0,-1 0 0,1 0 0,-1-1 0,1 1 0,-1 0 0,1-1 0,-1 1 0,1-1 0,-1 1 0,0-1 0,1 0 0,-1 1 0,0-1 0,0 0 0,0 0 0,1 0 0,-1 0 0,0 0 0,0 0 0,1-2 0,10-11 0,0-1 0,-1 0 0,-1-1 0,15-28 0,25-74 0,-24 51-341,-3-1 0,-2-1-1,15-100 1,-36 161-6485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29.8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24575,'0'3'0,"0"3"0,0 4 0,0 5 0,0 3 0,0 4 0,0 4 0,0 3 0,0 1 0,0 5 0,0 1 0,0 1 0,0-2 0,0-3 0,0-4 0,0-5 0,3-6 0,1-6-8191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29.9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58 24575,'0'-3'0,"-3"-3"0,-3-4 0,-1-3 0,-2 2 0,-2 1 0,-2 6 0,-2 4 0,3 4 0,2 4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0.3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96 24575,'0'-4'0,"0"0"0,-1 0 0,1 0 0,-1 0 0,0 0 0,0 0 0,-1 0 0,1 0 0,-1 0 0,0 1 0,0-1 0,0 0 0,0 1 0,0 0 0,-1 0 0,0-1 0,0 1 0,0 1 0,0-1 0,0 0 0,0 1 0,-1 0 0,1-1 0,-1 2 0,0-1 0,1 0 0,-1 1 0,0-1 0,0 1 0,-7-1 0,7 1 0,0 1 0,0-1 0,1 1 0,-1 0 0,0 0 0,0 0 0,0 0 0,0 1 0,0 0 0,0 0 0,0 0 0,0 0 0,1 1 0,-1-1 0,1 1 0,-1 0 0,1 0 0,-1 0 0,1 0 0,0 1 0,0-1 0,0 1 0,1 0 0,-1 0 0,0 0 0,1 0 0,0 1 0,0-1 0,0 0 0,0 1 0,1 0 0,-2 3 0,1-2 0,1 0 0,0 1 0,0-1 0,1 0 0,0 0 0,-1 0 0,2 1 0,-1-1 0,1 0 0,-1 0 0,2 1 0,-1-1 0,0 0 0,1 0 0,0 0 0,0-1 0,1 1 0,-1 0 0,1-1 0,5 7 0,7 7 0,0-1 0,1 0 0,28 21 0,-4-3 0,-35-29 0,1-1 0,-1 1 0,0 0 0,0 0 0,0 1 0,6 12 0,-10-18 0,-1 1 0,1-1 0,-1 1 0,0-1 0,1 1 0,-1-1 0,0 1 0,0-1 0,0 1 0,0-1 0,0 1 0,0-1 0,0 1 0,0-1 0,-1 1 0,1-1 0,-1 2 0,0-1 0,-1 0 0,1-1 0,0 1 0,-1 0 0,1-1 0,-1 0 0,1 1 0,-1-1 0,1 0 0,-1 1 0,0-1 0,0 0 0,0 0 0,0-1 0,-3 2 0,-6 2 43,1-1 0,-1-1-1,0 0 1,1-1 0,-1 1-1,0-2 1,-19-1 0,21 1-199,1-2 1,0 1 0,0-1 0,0 0 0,0 0 0,0-1 0,0 0-1,1-1 1,-1 1 0,-11-9 0,1-4-6671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0.7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1 24575,'15'3'0,"-15"-3"0,1 0 0,-1 1 0,0-1 0,0 0 0,0 0 0,0 1 0,1-1 0,-1 0 0,0 0 0,0 1 0,0-1 0,0 0 0,0 1 0,0-1 0,0 0 0,0 0 0,0 1 0,0-1 0,0 0 0,0 1 0,0-1 0,0 0 0,0 0 0,0 1 0,0-1 0,0 0 0,0 0 0,0 1 0,-19 23 0,6-8 0,9-9 0,1 1 0,0 0 0,0 0 0,1 0 0,0 0 0,1 0 0,0 0 0,0 0 0,0 1 0,2 12 0,0-7 0,0 0 0,1-1 0,1 1 0,0 0 0,8 19 0,-6-22 0,-1-1 0,2 0 0,-1-1 0,1 1 0,1-1 0,13 15 0,-17-20 0,0-1 0,0 0 0,0-1 0,1 1 0,-1-1 0,1 1 0,-1-1 0,1 0 0,0 0 0,0-1 0,0 1 0,0-1 0,0 0 0,0 0 0,0 0 0,1-1 0,-1 1 0,0-1 0,0 0 0,1 0 0,4-1 0,-5 0 0,1-1 0,-1 0 0,0 0 0,0 0 0,0 0 0,0 0 0,-1-1 0,1 0 0,-1 1 0,1-1 0,-1-1 0,0 1 0,0 0 0,0-1 0,3-6 0,4-5 0,-1-1 0,9-24 0,-8 18-227,-1-2-1,-1 1 1,-2-1-1,0 0 1,4-41-1,-9 46-6598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1.5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96 347 24575,'1'-1'0,"0"1"0,0 0 0,-1-1 0,1 1 0,0 0 0,-1-1 0,1 1 0,-1-1 0,1 1 0,0-1 0,-1 1 0,1-1 0,-1 1 0,1-1 0,-1 0 0,0 1 0,1-1 0,-1 0 0,1 1 0,-1-1 0,0 0 0,0 1 0,1-1 0,-1 0 0,0 0 0,0 1 0,0-2 0,3-25 0,-3 24 0,0 1 0,1 0 0,-1 0 0,0 0 0,0 0 0,-1 0 0,1 0 0,0 0 0,-1 0 0,1 0 0,-1 0 0,1 0 0,-1 1 0,0-1 0,0 0 0,0 0 0,0 0 0,0 1 0,0-1 0,-1 1 0,1-1 0,-3-1 0,3 2 0,0 1 0,-1-1 0,1 1 0,-1-1 0,1 1 0,-1 0 0,1-1 0,-1 1 0,1 0 0,-1 0 0,1 0 0,-1 0 0,1 0 0,-1 0 0,1 1 0,-1-1 0,1 1 0,-1-1 0,1 1 0,-1-1 0,1 1 0,0 0 0,-1-1 0,1 1 0,0 0 0,0 0 0,0 0 0,-1 0 0,0 1 0,-3 4 0,0-1 0,0 1 0,1-1 0,-1 2 0,1-1 0,1 0 0,-1 1 0,1-1 0,0 1 0,1 0 0,-1 0 0,1 0 0,1 0 0,-1 1 0,1-1 0,1 0 0,-1 1 0,1-1 0,1 12 0,0-17 0,0 0 0,-1-1 0,1 1 0,0 0 0,0 0 0,0 0 0,0-1 0,0 1 0,0 0 0,1-1 0,-1 1 0,1-1 0,-1 0 0,1 1 0,-1-1 0,1 0 0,0 0 0,-1 0 0,1 0 0,0 0 0,0-1 0,0 1 0,0 0 0,0-1 0,0 1 0,0-1 0,3 0 0,3 1 0,0-1 0,-1-1 0,1 1 0,-1-1 0,15-4 0,-21 5 0,0 0 0,0 0 0,-1 0 0,1 0 0,0-1 0,0 1 0,-1 0 0,1 0 0,0 1 0,0-1 0,-1 0 0,1 0 0,0 0 0,0 0 0,-1 1 0,1-1 0,0 0 0,0 1 0,-1-1 0,1 1 0,0-1 0,-1 1 0,1-1 0,-1 1 0,1-1 0,-1 1 0,2 0 0,9 24 0,-11-22 0,1 0 0,0 0 0,1 0 0,-1 0 0,0 0 0,1-1 0,0 1 0,-1 0 0,4 2 0,-2-2 0,0-1 0,0 0 0,0 0 0,0 0 0,0 0 0,0-1 0,1 1 0,-1-1 0,1 0 0,-1 0 0,1 0 0,0 0 0,-1-1 0,1 1 0,0-1 0,-1 0 0,6 0 0,-3-1 0,0-1 0,0 1 0,0-1 0,0 0 0,0 0 0,0-1 0,-1 0 0,1 0 0,7-6 0,-2 0 0,0 0 0,0 0 0,-1-1 0,-1-1 0,0 0 0,0 0 0,-1-1 0,10-17 0,-8 5 0,0 0 0,-2 0 0,-1-1 0,-1 0 0,0 0 0,-2-1 0,-1 0 0,-2 1 0,0-1 0,-4-36 0,2 53 0,-1 1 0,0-1 0,-5-13 0,6 20 0,1 0 0,-1 0 0,0 0 0,0 0 0,-1 0 0,1 1 0,0-1 0,-1 0 0,-1-1 0,2 2 0,1 1 0,-1-1 0,0 1 0,1 0 0,-1-1 0,0 1 0,0 0 0,1 0 0,-1-1 0,0 1 0,0 0 0,1 0 0,-1 0 0,0 0 0,0 0 0,0 0 0,1 0 0,-1 0 0,0 0 0,0 0 0,0 0 0,1 1 0,-1-1 0,-1 1 0,0 0 0,0 1 0,0 0 0,0-1 0,0 1 0,0 0 0,0 0 0,1 0 0,-1 0 0,0 1 0,1-1 0,0 0 0,0 1 0,0-1 0,0 1 0,0-1 0,0 1 0,0-1 0,0 4 0,-6 54 0,7-51 0,-2 22 0,2-1 0,1 1 0,1-1 0,2 1 0,1-1 0,2 0 0,0 0 0,2-1 0,2 0 0,23 48 0,-31-72 0,0-1 0,-1 1 0,1-1 0,1 0 0,-1 0 0,1 0 0,-1 0 0,1 0 0,0-1 0,1 0 0,-1 0 0,0 0 0,1 0 0,0-1 0,0 1 0,-1-1 0,1-1 0,0 1 0,1-1 0,-1 1 0,0-2 0,0 1 0,1 0 0,-1-1 0,0 0 0,0 0 0,1-1 0,-1 0 0,0 1 0,0-2 0,0 1 0,1-1 0,-1 1 0,-1-1 0,1-1 0,0 1 0,0-1 0,5-4 0,1-2 0,0-1 0,-1 0 0,0-1 0,-1 0 0,0-1 0,0 0 0,-2 0 0,1 0 0,-2-1 0,11-27 0,-17 40 0,0 0 0,0 0 0,0 0 0,0-1 0,1 1 0,-1 0 0,0 0 0,0 0 0,0 0 0,0 0 0,0-1 0,0 1 0,0 0 0,0 0 0,0 0 0,0 0 0,1-1 0,-1 1 0,0 0 0,0 0 0,0 0 0,0 0 0,0-1 0,0 1 0,0 0 0,-1 0 0,1 0 0,0 0 0,0-1 0,0 1 0,0 0 0,0 0 0,0 0 0,0 0 0,0-1 0,0 1 0,0 0 0,0 0 0,-1 0 0,1 0 0,0 0 0,0-1 0,0 1 0,0 0 0,-1 0 0,-6 7 0,-9 14 0,12-14-151,1 1-1,-1 0 0,2 0 0,-1 0 1,1 0-1,0 1 0,0-1 1,0 12-1,1-5-6674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1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7 24575,'0'-2'0,"-3"-2"0,-3 3 0,-1 5 0,-2 4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2.6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 45 24575,'-15'-18'0,"-8"-7"0,23 25 0,0 0 0,-1 0 0,1 0 0,0-1 0,0 1 0,0 0 0,-1 0 0,1 0 0,0 0 0,0 0 0,-1 0 0,1 0 0,0 0 0,0 0 0,-1 0 0,1 0 0,0 0 0,0 0 0,-1 0 0,1 0 0,0 0 0,0 0 0,0 0 0,-1 0 0,1 1 0,0-1 0,0 0 0,-1 0 0,1 0 0,0 0 0,0 0 0,0 0 0,0 1 0,-1-1 0,1 0 0,0 0 0,0 0 0,0 1 0,0-1 0,0 0 0,0 0 0,-1 0 0,1 1 0,0-1 0,0 0 0,0 0 0,0 1 0,0-1 0,0 0 0,0 0 0,0 1 0,0-1 0,-2 17 0,2-15 0,-1 162 0,24 210 0,-13-276 252,6 98-1869,-14-164-5209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2.9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3 137 24575,'0'0'0,"0"0"0,-1 0 0,1 0 0,0 0 0,0 0 0,0 0 0,0 0 0,0 0 0,0 0 0,0 0 0,0 0 0,-1 0 0,1 0 0,0 0 0,0 0 0,0 0 0,0 0 0,0 0 0,0 1 0,0-1 0,0 0 0,0 0 0,0 0 0,0 0 0,-1 0 0,1 0 0,0 0 0,0 0 0,0 1 0,0-1 0,0 0 0,0 0 0,0 0 0,0 0 0,0 0 0,0 0 0,0 0 0,0 0 0,0 1 0,0-1 0,0 0 0,0 0 0,0 0 0,0 0 0,0 0 0,0 0 0,1 0 0,-1 1 0,0-1 0,0 0 0,0 0 0,0 0 0,0 0 0,0 0 0,7 10 0,8 8 0,-5-11 0,-1 1 0,1-1 0,1-1 0,0 1 0,-1-2 0,2 0 0,-1 0 0,1-1 0,-1 0 0,1-1 0,22 3 0,-27-5 0,0 0 0,-1-1 0,1 0 0,0 0 0,0-1 0,0 0 0,0 0 0,-1 0 0,1-1 0,-1 0 0,1 0 0,-1-1 0,1 0 0,-1 0 0,0 0 0,-1-1 0,1 0 0,0 0 0,-1 0 0,0-1 0,0 0 0,6-8 0,-2 1 0,-1-1 0,-1 0 0,0 0 0,-1-1 0,0 0 0,-1 0 0,-1 0 0,0-1 0,3-24 0,-8 24 0,1 15 0,0 0 0,0 0 0,0 0 0,-1 0 0,1-1 0,0 1 0,0 0 0,0 0 0,0 0 0,0 0 0,0 0 0,0 0 0,-1 0 0,1 0 0,0 0 0,0 0 0,0 0 0,0 0 0,0 0 0,0 0 0,-1 0 0,1 0 0,0 0 0,0 0 0,0 0 0,0 0 0,0 0 0,0 0 0,-1 0 0,1 0 0,0 1 0,0-1 0,0 0 0,0 0 0,0 0 0,0 0 0,0 0 0,-1 0 0,1 0 0,0 0 0,0 0 0,0 1 0,0-1 0,0 0 0,0 0 0,0 0 0,-13 25 0,-17 43-1365,14-33-5461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4.9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198 307 24575,'-15'-20'0,"-1"1"0,-1 0 0,-1 1 0,-32-25 0,-26-26 0,75 69 0,1-1 0,-1 1 0,1 0 0,0-1 0,-1 1 0,1-1 0,-1 1 0,1-1 0,0 1 0,0-1 0,-1 1 0,1-1 0,0 1 0,0-1 0,0 1 0,-1-1 0,1 1 0,0-1 0,0 1 0,0-1 0,0 0 0,0 1 0,0-1 0,0 1 0,0-1 0,0 1 0,0-1 0,1 0 0,-1 1 0,0-1 0,1 0 0,0 0 0,0 0 0,0 0 0,0 0 0,1 0 0,-1 0 0,0 0 0,0 1 0,0-1 0,1 1 0,-1-1 0,2 0 0,9-2 0,0 1 0,17-2 0,-21 3 0,707-71 0,-337 62 0,-358 11 0,-1 0 0,1 1 0,-1 1 0,0 1 0,35 12 0,-45-13 0,0 1 0,0 1 0,-1 0 0,0 0 0,1 1 0,-2-1 0,1 2 0,-1-1 0,0 1 0,0 0 0,-1 1 0,0 0 0,8 13 0,-3-2 0,-1 2 0,-1-1 0,-2 1 0,9 34 0,12 92 0,-22-114 0,166 843-510,-91-556 428,85 352 59,-39 9 27,-53 283 505,-77-798-381,0-141-133,0 0 0,-1 0-1,-2 0 1,-12 35 0,17-56 5,-1 0 0,0 0 0,1 0 0,-1-1 0,-1 1 0,1-1 0,0 1 0,-1-1 0,0 0 0,0 0 0,0 0 0,0 0 0,0-1 0,-1 1 0,1-1 0,-1 0 0,1 0 0,-1 0 0,-6 2 0,0-2 0,0 0 0,0-1 0,0 0 0,0 0 0,0-1 0,0 0 0,-11-2 0,-149-18 0,-20-1 0,-350-10 0,521 31-227,0-1-1,0-2 1,0 0-1,1 0 1,-34-13-1,26 4-6598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5.9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1 180 24575,'0'-20'0,"0"15"0,0 15 0,0 20 0,2 0 0,1 0 0,2 0 0,13 49 0,-14-65 0,1 1 0,1-1 0,0 0 0,1 0 0,1 0 0,0-1 0,0 0 0,1-1 0,1 0 0,0 0 0,12 10 0,-18-19 0,0 0 0,0 1 0,1-1 0,-1-1 0,1 1 0,0-1 0,0 0 0,-1 0 0,1 0 0,0 0 0,1-1 0,-1 0 0,0 0 0,0 0 0,1-1 0,-1 0 0,0 0 0,0 0 0,7-2 0,-5 0 0,-1 0 0,1 0 0,-1-1 0,1 0 0,-1 0 0,0 0 0,0-1 0,-1 0 0,1 0 0,-1-1 0,0 1 0,0-1 0,0 0 0,4-7 0,3-5 0,-1 1 0,-1-1 0,-1-1 0,-1 0 0,0 0 0,-1-1 0,-1 0 0,7-38 0,-8 27 0,-2 0 0,-1 0 0,-1 0 0,-2 0 0,-4-36 0,3 53 0,0 1 0,0 0 0,-1 0 0,-8-20 0,7 26 342,0 8-2049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6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29 24575,'0'-2'0,"-1"0"0,1 0 0,-1 1 0,0-1 0,0 0 0,1 0 0,-1 1 0,0-1 0,0 0 0,-1 1 0,1-1 0,-3-2 0,4 4 0,0 0 0,-1-1 0,1 1 0,-1 0 0,1-1 0,0 1 0,-1 0 0,1-1 0,-1 1 0,1 0 0,-1 0 0,1 0 0,-1 0 0,1-1 0,-1 1 0,1 0 0,-1 0 0,1 0 0,-1 0 0,0 0 0,0 1 0,1-1 0,-1 0 0,1 1 0,-1-1 0,1 0 0,0 1 0,-1-1 0,1 1 0,-1-1 0,1 1 0,0-1 0,0 1 0,-1-1 0,1 1 0,0 0 0,0-1 0,0 1 0,-1-1 0,1 1 0,0-1 0,0 1 0,0 0 0,0 0 0,0 17 0,0-1 0,1 1 0,0 0 0,2-1 0,6 27 0,0-1 0,-7-34 3,15 90-687,37 118 0,-47-200-6142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6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3 24575,'-3'0'0,"-3"0"0,-4 0 0,3 0 0,5 0 0,3-3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7.2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208 508 24575,'6'-40'0,"-4"32"0,-1 1 0,0-1 0,0 0 0,0 0 0,-1 0 0,-1-9 0,1 15 0,-1 0 0,1 0 0,-1 0 0,0 0 0,0 0 0,0 0 0,0 1 0,0-1 0,0 0 0,0 1 0,0-1 0,-1 0 0,1 1 0,0 0 0,-1-1 0,0 1 0,1 0 0,-1 0 0,0 0 0,1 0 0,-1 0 0,0 0 0,0 0 0,0 1 0,0-1 0,0 1 0,0-1 0,0 1 0,-3 0 0,0-1 0,0 1 0,0 1 0,0-1 0,1 1 0,-1-1 0,0 2 0,0-1 0,0 0 0,1 1 0,-1 0 0,1 0 0,-1 0 0,1 1 0,0-1 0,0 1 0,0 0 0,0 0 0,0 0 0,-5 7 0,1-1 0,0 1 0,1-1 0,0 1 0,0 1 0,1-1 0,-9 22 0,11-20 0,0 0 0,0 0 0,2 1 0,-1-1 0,2 1 0,-1 0 0,2-1 0,0 1 0,0 0 0,1 0 0,4 16 0,-3-21 0,0 1 0,0-1 0,1 0 0,1 0 0,-1-1 0,1 1 0,0-1 0,1 1 0,0-1 0,0-1 0,0 1 0,1-1 0,0 0 0,0 0 0,1-1 0,0 1 0,13 7 0,-8-8 0,-1 1 0,1-2 0,1 0 0,-1 0 0,0-2 0,1 1 0,0-1 0,-1-1 0,1 0 0,0-1 0,0-1 0,0 1 0,-1-2 0,1 0 0,0-1 0,-1 0 0,0-1 0,0 0 0,0 0 0,0-2 0,-1 0 0,1 0 0,-2-1 0,1 0 0,-1 0 0,0-2 0,0 1 0,-1-1 0,0 0 0,-1-1 0,0 0 0,0-1 0,-1 1 0,-1-1 0,0-1 0,8-19 0,-7 5 0,0-2 0,-2 1 0,-1-1 0,-1 1 0,-2-1 0,-1 0 0,0 0 0,-6-29 0,-5-12 0,-3 1 0,-23-69 0,34 125 0,1 6 0,1-1 0,-1 1 0,0 0 0,0 0 0,-1 0 0,0 0 0,0 1 0,0-1 0,-1 1 0,-6-8 0,10 13 0,0 0 0,0 0 0,0 0 0,-1-1 0,1 1 0,0 0 0,0 0 0,0 0 0,-1 0 0,1 0 0,0-1 0,0 1 0,-1 0 0,1 0 0,0 0 0,0 0 0,0 0 0,-1 0 0,1 0 0,0 0 0,0 0 0,-1 0 0,1 0 0,0 0 0,0 0 0,-1 0 0,1 0 0,0 0 0,0 0 0,-1 0 0,1 1 0,0-1 0,0 0 0,0 0 0,-1 0 0,1 0 0,0 1 0,-4 10 0,3 15 0,9 44 0,20 71 0,-16-83 0,13 54 0,-5-24 0,14 133 0,-30-202 0,-4-19 0,0 0 0,0 0 0,0 0 0,0 0 0,0 0 0,1 0 0,-1 0 0,0 1 0,0-1 0,0 0 0,0 0 0,0 0 0,1 0 0,-1 0 0,0 0 0,0 0 0,0 0 0,0 0 0,0 0 0,1-1 0,-1 1 0,0 0 0,0 0 0,0 0 0,0 0 0,0 0 0,0 0 0,1 0 0,-1 0 0,0 0 0,0 0 0,0 0 0,0 0 0,0-1 0,0 1 0,0 0 0,0 0 0,0 0 0,1 0 0,-1 0 0,0 0 0,0-1 0,0 1 0,0 0 0,0 0 0,0 0 0,0 0 0,0 0 0,0-1 0,0 1 0,0 0 0,0 0 0,11-35 0,-9 28 0,16-68 0,-9 34 0,2 1 0,21-52 0,-32 91 0,0 0 0,1 0 0,-1 0 0,0 0 0,1 0 0,0 0 0,-1 0 0,1 0 0,-1 0 0,1 1 0,0-1 0,0 0 0,0 0 0,-1 1 0,1-1 0,0 0 0,0 1 0,2-2 0,-3 2 0,1 0 0,0 0 0,-1 1 0,1-1 0,0 0 0,-1 0 0,1 0 0,-1 0 0,1 1 0,0-1 0,-1 0 0,1 0 0,-1 1 0,1-1 0,-1 0 0,1 1 0,-1-1 0,1 1 0,-1-1 0,0 1 0,1-1 0,0 2 0,3 4 0,-1 0 0,0 0 0,0 0 0,3 9 0,-6-13 0,5 11 0,44 109 0,-40-103 0,1 0 0,1 0 0,1-1 0,15 18 0,-22-30-170,0-1-1,0-1 0,0 1 1,0-1-1,1 0 0,-1 0 1,8 3-1,11 3-6655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7.6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326 156 24575,'0'-7'0,"0"0"0,-1 1 0,0-1 0,0 1 0,0-1 0,-1 1 0,0-1 0,0 1 0,-1 0 0,0 0 0,0 0 0,0 0 0,-1 1 0,0-1 0,0 1 0,0 0 0,0 0 0,-1 0 0,0 1 0,0 0 0,0 0 0,-1 0 0,1 0 0,-1 1 0,0 0 0,0 0 0,0 1 0,0-1 0,-1 1 0,1 1 0,-1-1 0,1 1 0,-1 0 0,1 1 0,-1-1 0,0 2 0,1-1 0,-1 0 0,1 1 0,-1 0 0,1 1 0,-1 0 0,1 0 0,0 0 0,0 0 0,0 1 0,0 0 0,0 1 0,0-1 0,1 1 0,-9 8 0,7-5 0,0 0 0,1 1 0,0 1 0,0-1 0,1 1 0,0 0 0,0 0 0,1 0 0,1 0 0,-1 1 0,1 0 0,-2 14 0,4-17 0,0 1 0,0-1 0,1 0 0,0 1 0,0-1 0,1 1 0,0-1 0,0 0 0,1 1 0,0-1 0,0 0 0,1 0 0,0 0 0,0 0 0,0-1 0,1 1 0,8 9 0,-10-12 0,0-1 0,1 0 0,0-1 0,0 1 0,0 0 0,0-1 0,0 0 0,0 0 0,1 0 0,-1 0 0,1 0 0,-1 0 0,1-1 0,0 0 0,0 0 0,0 0 0,7 1 0,-6-3 0,0 1 0,0-1 0,0 1 0,0-1 0,0-1 0,0 1 0,0-1 0,-1 0 0,1 0 0,-1 0 0,1-1 0,4-3 0,6-6 0,-1 0 0,0-1 0,-1 0 0,0-1 0,-1-1 0,13-21 0,-22 31 0,-1 1 0,1 1 0,-1 0 0,0 0 0,1 0 0,-1 0 0,5-4 0,-7 7 0,1 0 0,-1 0 0,1-1 0,-1 1 0,0 0 0,1 0 0,-1 0 0,1 0 0,-1 0 0,0-1 0,1 1 0,-1 0 0,1 0 0,-1 0 0,1 0 0,-1 0 0,0 0 0,1 0 0,-1 0 0,1 1 0,-1-1 0,1 0 0,-1 0 0,1 0 0,0 1 0,0 0 0,0 0 0,0 0 0,-1 0 0,1 0 0,0 0 0,-1 0 0,1 0 0,0 0 0,-1 0 0,1 0 0,-1 0 0,1 2 0,11 35 247,-5-16-1053,16 35 0,-13-38-6020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7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11 196 24575,'-6'-32'0,"5"28"0,0 0 0,0 1 0,1-1 0,-1 0 0,1-1 0,0 1 0,0-5 0,0 8 0,0 1 0,0-1 0,0 1 0,0 0 0,1-1 0,-1 1 0,0-1 0,0 1 0,0 0 0,0-1 0,0 1 0,1-1 0,-1 1 0,0 0 0,0-1 0,0 1 0,1 0 0,-1-1 0,0 1 0,1 0 0,-1 0 0,0-1 0,1 1 0,-1 0 0,0 0 0,1-1 0,-1 1 0,0 0 0,1 0 0,0 0 0,11 5 0,12 20 0,-22-24 0,19 27 0,0 1 0,-2 1 0,-2 0 0,0 2 0,-3-1 0,0 2 0,9 34 0,-16-35 0,-9-16 0,2-16 0,0 1 0,0-1 0,0 0 0,-1 0 0,1 0 0,0 1 0,0-1 0,-1 0 0,1 0 0,0 0 0,0 1 0,-1-1 0,1 0 0,0 0 0,0 0 0,-1 0 0,1 0 0,0 0 0,-1 0 0,1 0 0,0 0 0,0 1 0,-1-1 0,1 0 0,0-1 0,-1 1 0,1 0 0,0 0 0,-1 0 0,1 0 0,0 0 0,0 0 0,-1 0 0,1 0 0,0 0 0,-1-1 0,1 1 0,0 0 0,-1 0 0,-1-2 0,-1-1 0,0 1 0,1 0 0,0-1 0,-1 1 0,1-1 0,0 0 0,0 1 0,0-1 0,1 0 0,-1 0 0,-1-4 0,-13-41 0,10 27 0,2 0 0,1-1 0,0 1 0,2-1 0,0 1 0,1-1 0,2 1 0,0-1 0,1 1 0,1 0 0,1 0 0,1 0 0,1 0 0,9-20 0,-13 36-195,0 0 0,0 0 0,0 0 0,1 0 0,0 1 0,8-9 0,3 3-6631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8.1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43 125 24575,'0'-11'0,"-1"0"0,-1 1 0,0-1 0,-1 0 0,0 1 0,0 0 0,-1-1 0,0 1 0,-11-17 0,11 24 0,3 9 0,2 11 0,-1-16 0,9 48 0,1-1 0,25 69 0,50 89 0,-61-156-455,3-1 0,45 63 0,-47-78-6371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38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111 245 24575,'-8'-8'0,"-6"-9"0,-6-9 0,-1-3 0,1-2 0,6 2 0,4 2 0,6 4 0,8 5 0,8 4 0,7 3 0,9 5 0,5 2 0,5 2 0,2 5 0,-1 1 0,-7 0-8191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40.4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1048 2 24575,'6'-1'0,"-6"1"0,0 0 0,1-1 0,-1 1 0,0 0 0,0 0 0,1 0 0,-1 0 0,0 0 0,1 0 0,-1 0 0,0 0 0,0 0 0,1 0 0,-1 0 0,0 0 0,0 0 0,1 0 0,-1 1 0,0-1 0,0 0 0,1 0 0,-1 0 0,0 0 0,0 0 0,1 1 0,-1-1 0,0 0 0,0 0 0,0 0 0,1 1 0,-1-1 0,0 0 0,0 0 0,0 0 0,0 1 0,0-1 0,1 0 0,-1 0 0,0 1 0,0-1 0,0 0 0,0 0 0,0 1 0,0-1 0,0 0 0,0 1 0,0-1 0,0 0 0,0 0 0,0 1 0,0-1 0,0 0 0,0 0 0,-1 1 0,4 33 0,-1 1 0,-2-1 0,-1 0 0,-2 0 0,-9 41 0,-1-13 0,-3-2 0,-3 1 0,-44 96 0,-102 162 0,146-284 0,-37 65 0,-337 662 0,351-657 0,4 1 0,-47 216 0,-2 230 0,65-391 0,6-35 0,0 187 0,18-242 0,3 0 0,2-1 0,4 0 0,24 83 0,-8-67 0,4-2 0,3-1 0,55 96 0,-52-116 0,2-3 0,3 0 0,2-3 0,76 76 0,-83-100 0,2-1 0,1-2 0,1-2 0,1-1 0,2-3 0,0-1 0,93 33 0,-6-16 0,221 39 0,-259-60 0,-2 5 0,-1 3 0,92 41 0,-180-67 27,0 0-1,0 0 0,0 0 0,0-1 1,0 1-1,0-1 0,0 1 0,0-1 1,1 0-1,-1 0 0,0 0 0,3 0 1,-4-1-79,0 1 0,0-1 0,-1 1 1,1-1-1,0 1 0,0-1 1,-1 1-1,1-1 0,-1 0 0,1 1 1,-1-1-1,1 0 0,-1 1 1,1-1-1,-1 0 0,1 0 0,-1 0 1,0 1-1,0-1 0,1 0 1,-1 0-1,0 0 0,0 0 0,0 1 1,0-1-1,0 0 0,0 0 1,0 0-1,0 0 0,0 0 0,0 0 1,-1-1-1,-1-13-6774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40.7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8 24575,'0'0'0,"0"0"0,0 0 0,0 0 0,0 0 0,1 0 0,-1 0 0,0 0 0,0 0 0,0 0 0,0 0 0,1 0 0,-1 0 0,0 0 0,0 0 0,0-1 0,0 1 0,0 0 0,1 0 0,-1 0 0,0 0 0,0 0 0,0 0 0,0-1 0,0 1 0,0 0 0,0 0 0,0 0 0,0 0 0,1-1 0,-1 1 0,0 0 0,0 0 0,0 0 0,0 0 0,0-1 0,0 1 0,0 0 0,0 0 0,0 0 0,0-1 0,0 1 0,-1 0 0,1 0 0,0 0 0,0 0 0,0-1 0,0 1 0,0 0 0,0 0 0,0 0 0,0 0 0,0 0 0,-1-1 0,1 1 0,0 0 0,0 0 0,0 0 0,0 0 0,0 0 0,-1 0 0,1 0 0,0 0 0,0 0 0,0-1 0,0 1 0,-1 0 0,1 0 0,0 0 0,0 0 0,14 4 0,4 8 0,0 2 0,0 0 0,-1 1 0,24 28 0,-30-32 0,-4-4 0,0 1 0,-1 0 0,0 1 0,0-1 0,0 1 0,-1 0 0,-1 1 0,0-1 0,0 1 0,4 17 0,-6-20 0,-1 0 0,-1 0 0,1 0 0,-1 0 0,0-1 0,-1 1 0,0 0 0,0 0 0,0 0 0,-1 0 0,0-1 0,0 1 0,-1-1 0,0 1 0,0-1 0,0 0 0,-5 6 0,-4 3 34,0-1 0,-1 0 1,-1-1-1,0 0 0,-1-1 0,0-1 0,-1 0 0,0-1 0,-28 12 0,-18 5-844,-81 24-1,138-50 726,-53 18-6741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41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465 150 24575,'0'-5'0,"-1"-1"0,0 1 0,0 0 0,-1 0 0,1 0 0,-1 0 0,0 1 0,0-1 0,-1 0 0,-4-6 0,-2-1 0,0 0 0,-15-15 0,19 23 0,0 0 0,0 0 0,-1 0 0,1 1 0,-1 0 0,0 0 0,0 1 0,0-1 0,0 1 0,-1 1 0,1-1 0,0 1 0,-1 0 0,1 0 0,-1 1 0,-11 1 0,-3 0 0,0 1 0,0 2 0,-38 10 0,42-9 0,0 1 0,1 0 0,-1 1 0,2 1 0,-19 11 0,31-17 0,-1 0 0,1 0 0,-1 1 0,1 0 0,0 0 0,0-1 0,0 2 0,1-1 0,-1 0 0,1 0 0,0 1 0,0 0 0,0-1 0,0 1 0,0 0 0,1 0 0,0 0 0,0 0 0,0 0 0,0 0 0,0 0 0,1 0 0,0 0 0,0 0 0,0 1 0,0-1 0,2 7 0,5 8 0,1 1 0,0-1 0,2-1 0,0 0 0,1 0 0,16 19 0,-8-10 0,20 38 0,-31-46 0,0-1 0,-1 1 0,-1 0 0,-1 1 0,4 29 0,1 100 0,-10-148 0,0 10 0,1-1 0,0 1 0,0 0 0,1-1 0,7 21 0,-8-27 0,1 0 0,0 0 0,0-1 0,0 1 0,1 0 0,0-1 0,-1 0 0,1 0 0,0 0 0,0 0 0,1 0 0,-1 0 0,0-1 0,1 1 0,0-1 0,-1 0 0,8 2 0,4 1 43,0-1 0,0 0-1,0-1 1,0-1 0,1-1-1,-1 0 1,19-1 0,12-4-897,48-9 1,-38 2-5973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43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381 302 24575,'3'-2'0,"-1"-1"0,1 0 0,-1 1 0,0-1 0,0 0 0,0 0 0,-1 0 0,1 0 0,0-1 0,-1 1 0,0 0 0,0-1 0,0 1 0,0-1 0,0-4 0,-1 6 0,-1 0 0,1 0 0,0 0 0,-1 0 0,1 0 0,-1 0 0,0 0 0,1 0 0,-1 0 0,0 0 0,0 0 0,0 0 0,-1 1 0,1-1 0,0 0 0,-1 1 0,1-1 0,-1 1 0,1 0 0,-1-1 0,0 1 0,1 0 0,-1 0 0,0 0 0,0 0 0,0 0 0,-2 0 0,-4-1 0,1 0 0,-1 0 0,0 1 0,0 0 0,0 0 0,1 1 0,-1 0 0,0 0 0,0 1 0,0 0 0,0 0 0,0 1 0,1 0 0,-1 1 0,-7 3 0,-4 2 0,0 1 0,1 1 0,1 0 0,-28 22 0,33-22 0,0 0 0,0 1 0,1 1 0,0 0 0,1 1 0,1-1 0,0 2 0,-14 28 0,20-36 0,1 0 0,0 0 0,0 0 0,1 0 0,0 0 0,0 0 0,0 0 0,1 1 0,0-1 0,0 0 0,1 7 0,0-8 0,1 0 0,-1 0 0,1 0 0,0 0 0,0-1 0,0 1 0,1-1 0,0 0 0,0 0 0,0 0 0,0 0 0,0 0 0,1 0 0,0-1 0,6 5 0,1-1 0,0 0 0,1 0 0,1-1 0,-1-1 0,1 0 0,-1 0 0,1-2 0,1 1 0,-1-2 0,0 0 0,1 0 0,-1-1 0,25-2 0,-9-1 0,-1-1 0,0-2 0,0-1 0,-1-1 0,42-16 0,-50 16 0,0-2 0,0 0 0,-1-1 0,-1 0 0,1-2 0,-2 0 0,0-1 0,15-15 0,-23 19 0,-1 1 0,0-1 0,0 0 0,-1-1 0,0 0 0,-1 0 0,0 0 0,0 0 0,-1-1 0,-1 0 0,0 0 0,0 0 0,-1 0 0,-1 0 0,0-1 0,0-11 0,-2 6 0,0 0 0,-2 0 0,0 0 0,-1 0 0,0 1 0,-2 0 0,1 0 0,-2 0 0,0 0 0,-2 1 0,1 0 0,-1 1 0,-1 0 0,-16-17 0,23 28 0,-1 0 0,1-1 0,-1 1 0,0 1 0,0-1 0,-7-3 0,11 6 0,-1-1 0,0 1 0,0 0 0,0-1 0,1 1 0,-1 0 0,0 0 0,0 0 0,0 0 0,0 0 0,1 0 0,-1 0 0,0 0 0,0 0 0,0 0 0,0 0 0,1 1 0,-1-1 0,0 0 0,0 0 0,0 1 0,1-1 0,-1 1 0,0-1 0,0 1 0,1-1 0,-1 1 0,1-1 0,-1 1 0,0 0 0,1-1 0,-1 1 0,1 0 0,-1-1 0,1 1 0,0 0 0,-1 0 0,1-1 0,0 1 0,-1 0 0,1 0 0,0 1 0,-3 8 0,1 0 0,0 1 0,1-1 0,0 1 0,1 18 0,9 56 0,-7-68 0,2 16 0,1 0 0,1 0 0,2-1 0,1 0 0,15 34 0,-23-65 0,-1 1 0,1-1 0,0 1 0,-1-1 0,1 1 0,0-1 0,0 0 0,0 1 0,0-1 0,1 0 0,-1 0 0,0 0 0,0 0 0,1 0 0,-1 0 0,0 0 0,1 0 0,-1 0 0,1-1 0,-1 1 0,3 0 0,-3-1 0,1 0 0,0-1 0,-1 1 0,1 0 0,0-1 0,-1 1 0,1-1 0,-1 0 0,1 1 0,-1-1 0,1 0 0,-1 0 0,1 0 0,-1 0 0,0 0 0,0 0 0,1 0 0,-1 0 0,0-1 0,2-1 0,44-65 0,-39 54 0,1 0 0,1 0 0,0 1 0,1 0 0,0 1 0,1 0 0,22-16 0,-33 27 0,1 0 0,-1 0 0,1 0 0,0 0 0,0 0 0,0 0 0,-1 0 0,1 0 0,0 1 0,0-1 0,0 1 0,0 0 0,0-1 0,0 1 0,0 0 0,0 0 0,0 0 0,0 1 0,0-1 0,0 0 0,0 1 0,0-1 0,0 1 0,0 0 0,0 0 0,0-1 0,-1 1 0,1 0 0,0 1 0,-1-1 0,1 0 0,0 0 0,-1 1 0,0-1 0,1 1 0,1 2 0,4 7 0,-1 0 0,0 0 0,0 0 0,-2 1 0,5 13 0,5 10 0,-11-28 0,0-1 0,1 1 0,-1-1 0,2 0 0,-1-1 0,0 1 0,1-1 0,0 1 0,1-2 0,-1 1 0,9 5 0,-11-8 0,0 0 0,1-1 0,-1 0 0,1 1 0,-1-1 0,1-1 0,-1 1 0,1 0 0,0-1 0,-1 0 0,1 0 0,0 0 0,-1 0 0,1 0 0,0-1 0,-1 0 0,1 1 0,-1-1 0,1-1 0,-1 1 0,1 0 0,-1-1 0,6-4 0,-1 1 0,-1 0 0,1-1 0,-1 0 0,-1 0 0,1-1 0,-1 0 0,0 0 0,-1 0 0,0-1 0,0 0 0,0 0 0,-1 0 0,0 0 0,3-12 0,-3 7 0,-1 0 0,0 0 0,0 0 0,-2-1 0,0 1 0,0-1 0,-1 0 0,-1 1 0,-2-15 0,2 24 0,1 1 0,-1-1 0,0 1 0,0-1 0,0 1 0,-1 0 0,1 0 0,-1-1 0,0 1 0,1 0 0,-2 0 0,1 0 0,0 1 0,0-1 0,-1 0 0,0 1 0,1 0 0,-1 0 0,0-1 0,0 2 0,-5-4 0,5 4 0,0 0 0,0 1 0,1-1 0,-1 1 0,0 0 0,0 0 0,0 0 0,1 0 0,-1 0 0,0 0 0,0 1 0,0-1 0,1 1 0,-1 0 0,0 0 0,1 0 0,-1 0 0,1 1 0,-1-1 0,1 1 0,0-1 0,-1 1 0,1 0 0,0 0 0,0 0 0,0 0 0,-2 4 0,-3 3 0,0 0 0,2 1 0,-1-1 0,1 2 0,0-1 0,1 0 0,1 1 0,-1 0 0,2 0 0,-1 0 0,1 0 0,0 15 0,2-18 0,-1 1 0,1-1 0,1 0 0,-1 1 0,2-1 0,-1 0 0,1 0 0,0 0 0,1 0 0,0 0 0,0 0 0,1 0 0,0-1 0,0 0 0,0 0 0,1 0 0,7 7 0,-8-10-97,1-1-1,-1 0 1,1 0-1,0 0 1,0 0-1,0-1 1,0 0-1,0 0 1,0 0-1,1-1 1,-1 1-1,1-2 0,6 2 1,14 0-6729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43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51 113 24575,'-18'-3'0,"16"2"0,-1 0 0,0 1 0,1-1 0,-1 1 0,0-1 0,0 1 0,1 0 0,-4 1 0,6-1 0,-1 0 0,1 0 0,0 0 0,-1 0 0,1 0 0,0 0 0,0 0 0,0 1 0,-1-1 0,1 0 0,0 0 0,0 0 0,-1 1 0,1-1 0,0 0 0,0 0 0,0 1 0,0-1 0,0 0 0,-1 0 0,1 1 0,0-1 0,0 0 0,0 0 0,0 1 0,0-1 0,0 0 0,0 1 0,0-1 0,0 0 0,0 1 0,7 17 0,42 54 0,-35-54 0,-1 0 0,-1 2 0,0-1 0,8 23 0,-13-25 0,6 30 0,-12-42 0,0 0 0,0 0 0,0 1 0,-1-1 0,0 0 0,0 1 0,0-1 0,0 0 0,-1 1 0,-2 5 0,3-10 0,0-1 0,0 1 0,0-1 0,0 1 0,0-1 0,-1 1 0,1-1 0,0 0 0,0 1 0,0-1 0,-1 1 0,1-1 0,0 1 0,-1-1 0,1 0 0,0 1 0,-1-1 0,1 0 0,0 1 0,-1-1 0,1 0 0,-1 1 0,1-1 0,-1 0 0,1 0 0,-1 0 0,1 1 0,-1-1 0,1 0 0,-1 0 0,1 0 0,-1 0 0,0 0 0,0-1 0,0 1 0,0-1 0,0 0 0,0 1 0,0-1 0,0 0 0,1 1 0,-1-1 0,0 0 0,1 0 0,-1 0 0,0 0 0,0-1 0,-2-3 0,0 0 0,0-1 0,1 0 0,-3-7 0,3-3 0,0 0 0,1 0 0,1 0 0,0 0 0,1 0 0,1 0 0,0 0 0,1 1 0,6-18 0,-1 7 0,1 0 0,2 1 0,0 0 0,23-35 0,-28 51 0,0 0 0,0 1 0,1 0 0,0 0 0,11-10 0,-16 17 0,-1-1 0,1 1 0,-1 0 0,1 0 0,0 0 0,-1 0 0,1 0 0,0 0 0,0 0 0,0 0 0,0 1 0,0-1 0,0 1 0,0-1 0,0 1 0,0 0 0,0 0 0,0 0 0,0 0 0,0 0 0,0 1 0,0-1 0,0 0 0,0 1 0,0 0 0,0-1 0,0 1 0,-1 0 0,1 0 0,0 0 0,0 0 0,-1 0 0,1 0 0,2 3 0,3 5 0,-1-1 0,0 0 0,-1 1 0,1 0 0,-2 1 0,0-1 0,0 1 0,0 0 0,2 15 0,7 13 0,-13-37-45,0 0-1,0 0 1,0 0-1,1 0 1,-1 0-1,0-1 1,1 1-1,-1 0 1,0 0-1,1 0 1,-1 0-1,1-1 1,0 1-1,-1 0 1,1 0-1,0-1 1,-1 1-1,1 0 1,0-1-1,0 1 1,-1-1-1,1 1 1,0-1-1,0 0 0,0 1 1,0-1-1,0 0 1,0 1-1,1-1 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43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20 24575,'0'-19'0,"0"22"0,1 33 0,31 229 341,0-13-2047,-31-223-5120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43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10 125 24575,'0'-5'0,"-2"-5"0,-2-6 0,0-3 0,4 1 0,5 5 0,3 1 0,4 2 0,5 4 0,6 2 0,3 2 0,4-1 0,1 0 0,-4 0-8191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44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112 201 24575,'-2'-19'0,"0"1"0,-2-1 0,0 1 0,-1 0 0,-8-19 0,7 19 0,-12-31 0,13 45 0,5 13 0,3 17 0,16 66 0,23 146 0,-38-200 0,-1 1 0,-2 0 0,-2 0 0,-6 45 0,4-67-136,-1 1-1,0-1 1,-1-1-1,-1 1 1,-1-1-1,0 0 1,-1 0-1,-1-1 0,-18 25 1,-9 4-6690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30:46.9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1653 24 24575,'-201'-12'0,"-25"0"0,163 15 0,1 4 0,0 1 0,1 4 0,0 2 0,0 3 0,2 2 0,0 3 0,2 3 0,0 2 0,2 3 0,1 1 0,2 4 0,1 1 0,-58 55 0,-40 54 0,124-117 0,2 1 0,1 1 0,-29 52 0,45-72 0,2 0 0,-1 1 0,1 0 0,1 0 0,0 0 0,0 0 0,1 0 0,1 1 0,0-1 0,0 0 0,1 1 0,3 19 0,0-15 0,0-1 0,2 0 0,0 0 0,0 0 0,1 0 0,1-1 0,1 0 0,16 23 0,7 4 0,3 0 0,1-3 0,1-1 0,2-1 0,70 49 0,-52-47 0,2-2 0,2-2 0,116 46 0,-87-49-206,2-5 0,0-3 0,168 19 0,286-20-618,-154-44 512,-302 11 208,-1-4-1,119-37 1,-146 30 483,-1-2 0,-2-3 0,0-2 0,-2-3-1,101-75 1,-144 97-379,-1 0 0,0-1 0,-1 0 0,0-1 0,0 0 0,-1-1 0,-1 0 0,0-1 0,-1 0 0,-1 0 0,0-1 0,0 0 0,5-21 0,0-10 0,13-84 0,-22 104 0,-2 0 0,0-1 0,-2 1 0,-6-47 0,4 59 0,-1 1 0,-1-1 0,0 1 0,-1 0 0,0 1 0,-1-1 0,0 1 0,-1 0 0,0 1 0,-1 0 0,-1 0 0,1 1 0,-2 0 0,1 1 0,-17-11 0,-11-6 0,-2 2 0,0 2 0,-60-24 0,12 12 0,-184-46 0,-99 8 0,87 36-1365,259 34-5461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47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312 232 24575,'0'-1'0,"0"0"0,1-1 0,-1 1 0,0 0 0,0-1 0,0 1 0,-1 0 0,1 0 0,0-1 0,0 1 0,-1 0 0,1 0 0,-1-1 0,1 1 0,-1 0 0,1 0 0,-1 0 0,0 0 0,0 0 0,1 0 0,-1 0 0,0 0 0,0 0 0,0 0 0,-2-1 0,1 2 0,1 0 0,-1 0 0,1 0 0,-1 0 0,0 0 0,1 1 0,-1-1 0,1 0 0,-1 1 0,1-1 0,-1 1 0,1 0 0,-1 0 0,1-1 0,0 1 0,-1 0 0,1 0 0,0 0 0,0 0 0,-1 1 0,0 1 0,-10 12 0,1-1 0,0 2 0,1 0 0,1 0 0,1 1 0,-9 24 0,6-16 0,-67 173 0,2-3 0,55-143 0,21-52 0,0 0 0,0 1 0,-1-1 0,1 0 0,0 0 0,0 0 0,0 0 0,0 1 0,0-1 0,0 0 0,0 0 0,0 0 0,0 0 0,0 1 0,0-1 0,0 0 0,0 0 0,0 0 0,0 1 0,0-1 0,0 0 0,0 0 0,0 0 0,0 0 0,0 1 0,0-1 0,0 0 0,0 0 0,0 0 0,0 1 0,0-1 0,1 0 0,-1 0 0,0 0 0,0 0 0,0 0 0,0 0 0,0 1 0,1-1 0,-1 0 0,8-5 0,10-13 0,16-27 0,-2-2 0,40-77 0,37-111 0,-59 100 0,7-12 0,-56 143 0,3-5 0,0 0 0,1 0 0,0 1 0,7-10 0,-11 17 0,-1 0 0,1 0 0,0 0 0,-1 0 0,1 0 0,0 1 0,0-1 0,0 0 0,-1 0 0,1 1 0,0-1 0,0 0 0,0 1 0,0-1 0,0 1 0,0-1 0,1 1 0,-1 0 0,0-1 0,0 1 0,0 0 0,0 0 0,0 0 0,1 0 0,-1 0 0,0 0 0,0 0 0,0 0 0,0 0 0,0 1 0,0-1 0,1 0 0,-1 1 0,0-1 0,0 1 0,0-1 0,0 1 0,0 0 0,0-1 0,0 1 0,-1 0 0,1 0 0,0-1 0,1 3 0,6 7 0,0 1 0,-1-1 0,-1 2 0,1-1 0,-2 0 0,6 18 0,23 80 0,-26-78 0,2 4 0,5 14 0,-2 0 0,-3 1 0,8 82 0,-19-103-1365,-3-9-5461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47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60 228 24575,'-25'-91'0,"-9"-35"0,33 115 0,5 14 0,5 18 0,114 354 36,-30 15-171,-84-345 92,197 952-695,-176-850 538,246 1394-933,-261-1453 1113,189 1247-1710,-153-687 1278,-43 1 53,-8-613 308,10 404 817,-3-375 13,2-2-1,2 1 0,4-1 0,40 110 1,-29-113-642,3-1 1,2-1-1,2-1 1,55 69-1,-74-108-97,-6-9 0,-1 0 0,0 0 0,0 1 0,-1 0 0,7 16 0,-12-25-20,-1 0 1,0-1-1,1 1 0,-1-1 0,0 1 1,0-1-1,1 1 0,-1 0 0,0-1 0,0 1 1,0-1-1,0 1 0,0 0 0,0-1 0,0 1 1,0 0-1,0-1 0,0 1 0,0-1 1,0 1-1,0 0 0,-1-1 0,1 1 0,0-1 1,0 1-1,-1 0 0,1-1 0,0 1 0,-1-1 1,1 1-1,-1-1 0,1 1 0,0-1 1,-1 0-1,1 1 0,-1-1 0,1 1 0,-1-1 1,1 0-1,-1 1 0,0-1 0,1 0 0,-1 0 1,1 0-1,-1 1 0,0-1 0,1 0 0,-1 0 1,0 0-1,1 0 0,-1 0 0,1 0 1,-1 0-1,0 0 0,1 0 0,-1-1 0,0 1 1,1 0-1,-1 0 0,1 0 0,-1-1 0,1 1 1,-1 0-1,0-1 0,1 1 0,-1 0 1,1-1-1,-1 0 0,-12-8-6806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48.0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362 984 24575,'-323'31'0,"294"-31"0,19-1 0,15-2 0,233-22 0,-125 17 0,2259-178-5857,3 34-486,3031-326 4364,-4597 376 5136,-508 62 185,-274 37-2702,29-5 1397,-1 2 1,91 3 0,-122 6-3010,-6 2-5320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48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64 60 24575,'-28'-17'0,"26"16"0,-1 0 0,0-1 0,1 1 0,-1 0 0,1-1 0,-1 0 0,1 1 0,0-1 0,0 0 0,0 0 0,0 0 0,0-1 0,0 1 0,-1-3 0,3 5 0,0 0 0,0-1 0,0 1 0,-1 0 0,1-1 0,0 1 0,0 0 0,0 0 0,0-1 0,0 1 0,0 0 0,0-1 0,0 1 0,0 0 0,0-1 0,0 1 0,1 0 0,-1 0 0,0-1 0,0 1 0,0 0 0,0 0 0,0-1 0,0 1 0,1 0 0,-1 0 0,0-1 0,0 1 0,0 0 0,1 0 0,-1-1 0,0 1 0,1 0 0,12-4 0,16 3 0,44 7 0,-2 3 0,1 3 0,-2 3 0,0 3 0,77 32 0,-120-40 0,-1 2 0,36 21 0,-56-30 0,0 1 0,0 0 0,-1 0 0,1 1 0,-1 0 0,0 0 0,0 0 0,-1 0 0,1 1 0,-1-1 0,-1 1 0,1 0 0,-1 1 0,0-1 0,4 12 0,-6-14 0,-1 0 0,1 1 0,-1-1 0,0 0 0,0 1 0,0-1 0,-1 0 0,1 1 0,-1-1 0,0 0 0,-1 0 0,-1 6 0,-1-3 0,0 1 0,0-1 0,0-1 0,-1 1 0,0-1 0,-7 8 0,-5 2 0,-1-1 0,-1 0 0,-33 20 0,-38 15-1365,1-5-5461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48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0 181 24575,'4'-5'0,"-1"0"0,0 0 0,0 0 0,0 0 0,-1 0 0,4-11 0,1-3 0,-3 11 0,0 1 0,1-1 0,0 1 0,0 0 0,0 1 0,1-1 0,0 1 0,1 0 0,-1 1 0,1-1 0,0 1 0,0 1 0,1-1 0,-1 1 0,1 0 0,0 1 0,0 0 0,0 0 0,1 1 0,11-2 0,-4 2 0,1 0 0,0 1 0,0 0 0,0 2 0,0 0 0,0 1 0,0 0 0,-1 1 0,26 9 0,-36-10 0,-1 0 0,0 0 0,0 0 0,0 0 0,0 1 0,-1 0 0,1 0 0,-1 0 0,1 1 0,-1-1 0,0 1 0,-1 0 0,1 0 0,-1 1 0,0-1 0,0 1 0,4 7 0,-5-7 0,-1 0 0,1 0 0,-1 0 0,0 0 0,-1 0 0,1 1 0,-1-1 0,0 0 0,-1 0 0,1 0 0,-1 1 0,0-1 0,0 0 0,0 0 0,-1 0 0,0 0 0,0-1 0,-4 8 0,-3 3 0,-1 0 0,0-1 0,-1-1 0,0 1 0,-1-2 0,-1 0 0,-21 17 0,2-5 0,-2-2 0,-39 20 0,165-113 0,-25 22 0,191-151 0,-252 194 0,-1 2 0,-1 1 0,0-1 0,0 0 0,0 0 0,-1-1 0,1 1 0,3-8 0,-6 12 0,-1 0 0,0 0 0,0 0 0,0 0 0,0-1 0,0 1 0,0 0 0,0 0 0,0 0 0,0 0 0,0 0 0,0-1 0,0 1 0,0 0 0,0 0 0,0 0 0,0 0 0,0-1 0,0 1 0,0 0 0,0 0 0,0 0 0,0 0 0,0 0 0,0-1 0,0 1 0,0 0 0,0 0 0,0 0 0,0 0 0,0 0 0,-1 0 0,1-1 0,0 1 0,0 0 0,0 0 0,0 0 0,0 0 0,0 0 0,0 0 0,-1 0 0,1 0 0,0 0 0,0 0 0,0-1 0,0 1 0,0 0 0,-1 0 0,1 0 0,0 0 0,0 0 0,0 0 0,0 0 0,-1 0 0,1 0 0,0 0 0,0 0 0,0 0 0,0 1 0,0-1 0,-1 0 0,1 0 0,0 0 0,0 0 0,0 0 0,0 0 0,0 0 0,0 0 0,-1 0 0,-11 6 0,-4 3 0,1 1 0,0 1 0,1 0 0,0 1 0,1 1 0,0 0 0,1 1 0,0 0 0,-14 25 0,19-28 0,0 0 0,1 0 0,1 1 0,0 0 0,1 0 0,0 0 0,1 1 0,0-1 0,1 1 0,0 0 0,1-1 0,0 1 0,1 0 0,3 19 0,-2-25-50,1-1-1,0 0 1,0 1-1,1-1 0,-1 0 1,1 0-1,1-1 1,-1 1-1,1-1 1,0 1-1,0-1 0,1 0 1,-1-1-1,1 1 1,0-1-1,0 0 1,1 0-1,-1 0 0,1-1 1,0 0-1,0 0 1,0-1-1,0 1 1,1-1-1,-1 0 1,9 1-1,35 4-6775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0.0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1 197 24575,'4'-11'0,"-1"-1"0,0 0 0,0 0 0,-1 1 0,-1-2 0,0 1 0,-1 0 0,-1-12 0,1-1 0,1 18 0,-1 3 0,0 0 0,0 1 0,0-1 0,0 0 0,0 0 0,-1 1 0,0-1 0,0 0 0,0 1 0,-2-6 0,2 10 0,1 6 0,2 10 0,9 11 0,1 0 0,31 51 0,-23-42 0,3 4 0,2-1 0,2-1 0,52 60 0,-76-96 0,-1 0 0,1-1 0,0 1 0,0-1 0,0 1 0,0-1 0,0 0 0,1 0 0,-1-1 0,1 1 0,5 1 0,-7-2 0,-1-1 0,1 0 0,0 0 0,-1 0 0,1-1 0,-1 1 0,1 0 0,-1 0 0,1-1 0,-1 1 0,1-1 0,-1 0 0,1 1 0,-1-1 0,0 0 0,1 0 0,-1 0 0,0 0 0,0 0 0,0 0 0,1 0 0,-1 0 0,0 0 0,0-1 0,-1 1 0,1 0 0,0-1 0,0 1 0,-1 0 0,2-3 0,2-7 0,0 0 0,0 0 0,-1-1 0,0 1 0,-1-1 0,1-22 0,-4-73 0,1 101 0,-1-2 0,1-1 0,0-1 0,-1 0 0,0 1 0,-1-1 0,0 1 0,-5-15 0,7 24 0,0 0 0,0 0 0,0 1 0,0-1 0,-1 0 0,1 0 0,0 0 0,0 1 0,0-1 0,0 0 0,0 0 0,-1 0 0,1 1 0,0-1 0,0 0 0,0 0 0,-1 0 0,1 0 0,0 0 0,0 0 0,0 1 0,-1-1 0,1 0 0,0 0 0,0 0 0,-1 0 0,1 0 0,0 0 0,0 0 0,-1 0 0,1 0 0,0 0 0,0 0 0,0 0 0,-1 0 0,1 0 0,0 0 0,0 0 0,-1 0 0,1 0 0,0-1 0,0 1 0,-1 0 0,1 0 0,0 0 0,0 0 0,0 0 0,0-1 0,-1 1 0,1 0 0,0 0 0,0 0 0,0-1 0,0 1 0,-1 0 0,-1 25 0,4 15 0,3 0 0,15 61 0,30 78 0,-25-98 0,37 151 0,-49-173 0,9 117 0,-21-159 0,-1 0 0,0 0 0,-1 0 0,-7 30 0,7-42 0,-1-1 0,1 1 0,-1-1 0,0 0 0,0 0 0,0 0 0,-1 0 0,1 0 0,-1 0 0,-3 3 0,4-5 0,0-1 0,0 1 0,0 0 0,0-1 0,0 0 0,-1 0 0,1 1 0,0-1 0,-1-1 0,1 1 0,-1 0 0,1-1 0,-1 1 0,1-1 0,-1 0 0,0 1 0,1-1 0,-1-1 0,-2 1 0,-1-1 0,1-1 0,0 1 0,0-1 0,0 0 0,1 0 0,-1 0 0,0-1 0,1 0 0,0 0 0,-1 0 0,1 0 0,0-1 0,1 0 0,-1 1 0,1-1 0,-6-8 0,0-2 0,0 0 0,0-1 0,-11-30 0,12 24 0,1-1 0,1 0 0,1 0 0,1 0 0,1 0 0,0-40 0,3 48 0,0 0 0,2 1 0,-1-1 0,2 1 0,0-1 0,0 1 0,1 0 0,1 0 0,0 0 0,1 1 0,0 0 0,11-15 0,-13 21-59,1 1 0,0 0-1,-1 0 1,2 0-1,-1 1 1,0 0 0,1 0-1,0 0 1,0 0 0,0 1-1,0 0 1,1 1 0,-1-1-1,1 1 1,-1 0-1,1 1 1,0 0 0,0 0-1,0 0 1,0 1 0,-1 0-1,13 2 1,15 4-6767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1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 24575,'0'-3'0,"0"-3"0,0-4 0,3 3 0,0 5 0,4 9 0,2 8 0,0 13 0,1 9 0,2 10 0,1 11 0,2 5 0,0 4 0,1 2 0,-2-1 0,-2-3 0,-1-13-8191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1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168 584 24575,'-28'-46'0,"2"0"0,3-2 0,1 0 0,2-2 0,-21-82 0,39 120 0,0 0 0,0 1 0,1-1 0,1 0 0,0 0 0,2-21 0,-1 28 0,0 0 0,1 0 0,-1 1 0,1-1 0,-1 0 0,2 1 0,-1-1 0,0 1 0,1 0 0,0 0 0,0 0 0,0 0 0,0 0 0,1 1 0,-1-1 0,1 1 0,0 0 0,8-5 0,-2 4 0,0-1 0,0 1 0,1 1 0,0 0 0,-1 0 0,1 1 0,0 1 0,0 0 0,0 0 0,19 2 0,0 1 0,-1 2 0,53 13 0,-41-5 0,-1 1 0,-1 3 0,0 0 0,63 39 0,-76-39 0,-2 1 0,0 1 0,-1 1 0,-1 1 0,-1 1 0,-1 1 0,28 38 0,-40-49 0,-1 0 0,-1 1 0,0 0 0,0 0 0,-1 0 0,-1 1 0,0-1 0,-1 1 0,0 0 0,-1 1 0,0-1 0,-1 0 0,-1 0 0,0 1 0,0-1 0,-2 0 0,0 1 0,0-1 0,-1 0 0,-1 0 0,0-1 0,0 1 0,-2-1 0,1 0 0,-2 0 0,1-1 0,-2 0 0,0 0 0,0 0 0,-14 14 0,7-11-80,-1 0 0,0-1-1,-1 0 1,0-1 0,-1-1-1,0-1 1,-1-1 0,0 0-1,0-1 1,-1-2 0,0 0 0,0 0-1,0-2 1,-1-1 0,0 0-1,-31-1 1,12-6-6746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1.5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24575,'3'0'0,"3"0"0,-2 0 0,-1 2 0,-2 5 0,0 3 0,-1 5 0,2 6 0,4 5 0,4 3 0,2 5 0,2 2 0,2 1 0,0-4 0,1-4 0,-3-8-8191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1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25 111 24575,'0'-8'0,"-3"-11"0,-1-8 0,-2-2 0,0 10 0,0 10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2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0 351 24575,'0'-5'0,"1"1"0,-1-1 0,1 1 0,0-1 0,0 1 0,1-1 0,-1 1 0,1 0 0,0 0 0,0 0 0,1 0 0,-1 0 0,1 0 0,-1 0 0,5-3 0,-6 5 0,1 1 0,-1-1 0,1 1 0,0 0 0,0 0 0,-1-1 0,1 1 0,0 0 0,0 0 0,0 1 0,0-1 0,0 0 0,0 1 0,0-1 0,0 1 0,1 0 0,-1-1 0,0 1 0,0 0 0,0 0 0,0 1 0,0-1 0,1 0 0,-1 1 0,0-1 0,0 1 0,0 0 0,0 0 0,0-1 0,0 1 0,-1 0 0,1 1 0,3 1 0,4 5 0,-1 0 0,0 0 0,0 1 0,0 0 0,-1 0 0,0 1 0,-1 0 0,0 1 0,4 10 0,0 2 0,-1 1 0,-1 0 0,6 30 0,-12-47 0,7 47 0,-9-50 0,1-1 0,-1 1 0,0-1 0,0 1 0,-1-1 0,1 0 0,-1 1 0,0-1 0,0 1 0,0-1 0,0 0 0,-3 6 0,4-9 0,0 1 0,-1-1 0,1 1 0,0-1 0,0 1 0,-1-1 0,1 1 0,0-1 0,-1 1 0,1-1 0,0 0 0,-1 1 0,1-1 0,-1 0 0,1 1 0,-1-1 0,1 0 0,-1 0 0,1 1 0,-1-1 0,1 0 0,-1 0 0,1 0 0,-1 0 0,1 0 0,-1 0 0,1 1 0,-1-1 0,0-1 0,1 1 0,-1 0 0,1 0 0,-1 0 0,1 0 0,-1 0 0,1 0 0,-1 0 0,1-1 0,-1 1 0,1 0 0,-1-1 0,1 1 0,-1 0 0,1-1 0,0 1 0,-1 0 0,1-1 0,-1 1 0,1-1 0,0 1 0,-1 0 0,1-1 0,-2-2 0,0 0 0,1-1 0,-1 1 0,1 0 0,-1 0 0,1-1 0,-1-3 0,-1-14 0,1 0 0,0 0 0,2-1 0,0 1 0,6-38 0,1 20 0,2 0 0,16-43 0,-20 66 0,1 0 0,10-18 0,-14 31 0,0-1 0,0 1 0,0 0 0,0 0 0,1-1 0,-1 2 0,1-1 0,0 0 0,0 0 0,0 1 0,0 0 0,0-1 0,1 1 0,-1 1 0,6-3 0,-7 3 0,0 1 0,0 0 0,0 0 0,0 0 0,0 0 0,0 0 0,0 0 0,0 1 0,0-1 0,0 1 0,0-1 0,0 1 0,0 0 0,0 0 0,0 0 0,-1 0 0,1 0 0,0 0 0,-1 0 0,1 1 0,-1-1 0,1 1 0,-1-1 0,0 1 0,1-1 0,-1 1 0,0 0 0,0 0 0,0-1 0,0 3 0,4 6 0,0 1 0,-1-1 0,0 1 0,2 10 0,10 79 0,-4-19 0,-12-81 0,0 0 0,0 0 0,0 0 0,0 0 0,0 0 0,0 0 0,0 0 0,0 0 0,0 0 0,0 1 0,0-1 0,0 0 0,0 0 0,0 0 0,0 0 0,0 0 0,0 0 0,0 0 0,0 0 0,0 0 0,0 0 0,0 1 0,0-1 0,0 0 0,0 0 0,0 0 0,0 0 0,0 0 0,0 0 0,1 0 0,-1 0 0,0 0 0,0 0 0,0 0 0,0 0 0,0 0 0,0 0 0,0 0 0,0 1 0,0-1 0,0 0 0,0 0 0,1 0 0,-1 0 0,0 0 0,0 0 0,0 0 0,0 0 0,0 0 0,0 0 0,0 0 0,0 0 0,0 0 0,0 0 0,1 0 0,-1-1 0,0 1 0,0 0 0,0 0 0,0 0 0,0 0 0,4-7 0,2-13 0,9-54 0,17-68 0,-26 120 0,2 0 0,0 0 0,2 1 0,12-22 0,-20 39 0,0 1 0,0 0 0,0 0 0,1-1 0,-1 2 0,1-1 0,0 0 0,0 0 0,0 1 0,6-4 0,-7 5 0,-1 1 0,1-1 0,-1 1 0,0 0 0,1-1 0,-1 1 0,1 0 0,-1 0 0,1 0 0,-1 0 0,1 0 0,-1 0 0,1 1 0,-1-1 0,1 0 0,-1 1 0,1-1 0,-1 1 0,0 0 0,1-1 0,-1 1 0,0 0 0,0 0 0,1 0 0,-1-1 0,0 2 0,0-1 0,0 0 0,0 0 0,1 2 0,5 7 0,0 0 0,-1 0 0,0 0 0,0 1 0,6 19 0,17 63 0,-19-57 0,1 9 0,11 33 0,-19-70 0,0-1 0,0 1 0,1-1 0,0 0 0,1 0 0,-1 0 0,9 8 0,-11-13 0,0 0 0,0 0 0,1 0 0,-1 0 0,1-1 0,-1 1 0,1-1 0,0 0 0,0 0 0,-1 0 0,1 0 0,0 0 0,0-1 0,0 1 0,0-1 0,0 0 0,0 0 0,0 0 0,0 0 0,0-1 0,0 1 0,-1-1 0,1 1 0,0-1 0,5-2 0,6-3 0,0-1 0,-1 0 0,24-17 0,-24 15 0,0 0 0,3 0 0,-1-1 0,0-1 0,-1 0 0,0-1 0,0-1 0,20-25 0,-31 33 0,-1 1 0,0-1 0,0 0 0,-1 0 0,1 0 0,-1 0 0,0 0 0,0 0 0,-1 0 0,1-6 0,-4-55 0,1 49 0,1 7 0,0 0 0,-1 0 0,-1 1 0,0-1 0,0 1 0,0 0 0,-2-1 0,-8-14 0,11 21 0,0 0 0,0 1 0,0 0 0,0-1 0,0 1 0,0 0 0,-1 0 0,1 0 0,-1 0 0,1 1 0,-1-1 0,0 1 0,-5-3 0,6 4 0,-1 0 0,1-1 0,-1 1 0,1 0 0,-1 0 0,1 0 0,-1 1 0,1-1 0,-1 1 0,1-1 0,0 1 0,-1 0 0,1 0 0,0 0 0,-1 0 0,1 0 0,0 0 0,0 1 0,-4 2 0,0 3 0,-1-1 0,1 1 0,0 0 0,1 1 0,0-1 0,0 1 0,0 0 0,1 0 0,0 0 0,1 1 0,0 0 0,0-1 0,1 1 0,-2 16 0,1-7 0,1 0 0,1-1 0,1 1 0,1 0 0,0 0 0,7 30 0,-6-38 34,1 0 1,1 0-1,0-1 0,0 1 0,0-1 0,1 0 0,1 0 0,0 0 0,9 10 1,-11-14-149,1 0 0,0 0 0,0-1 0,1 0 1,-1 0-1,1 0 0,0 0 0,0-1 1,0 0-1,1-1 0,-1 1 0,1-1 1,-1 0-1,14 2 0,12-3-6712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3.0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32 176 24575,'-4'-11'0,"4"9"0,-1 0 0,1 1 0,-1-1 0,0 0 0,0 0 0,0 0 0,0 0 0,0 0 0,0 1 0,0-1 0,0 0 0,-1 1 0,1-1 0,0 1 0,-1 0 0,-2-2 0,4 3 0,-1 0 0,1 0 0,-1 1 0,1-1 0,-1 0 0,1 1 0,-1-1 0,1 0 0,0 1 0,-1-1 0,1 1 0,0-1 0,0 1 0,-1-1 0,1 1 0,0-1 0,0 1 0,-1-1 0,1 1 0,0-1 0,0 1 0,0-1 0,0 1 0,0-1 0,0 1 0,0-1 0,0 1 0,0 0 0,-1 18 0,2 2 0,2-1 0,0 1 0,0-1 0,13 36 0,37 79 0,-37-97 0,-7-13 0,-6-16 0,1 1 0,0-1 0,0 0 0,1 0 0,6 8 0,-11-17 0,1 1 0,-1-1 0,0 1 0,1-1 0,-1 1 0,1-1 0,-1 1 0,0-1 0,1 1 0,-1-1 0,1 0 0,-1 1 0,1-1 0,0 0 0,-1 1 0,1-1 0,-1 0 0,1 0 0,-1 1 0,1-1 0,0 0 0,-1 0 0,2 0 0,-1 0 0,-1-1 0,1 1 0,-1 0 0,1-1 0,-1 1 0,1 0 0,-1-1 0,0 1 0,1-1 0,-1 1 0,1-1 0,-1 1 0,0-1 0,1 1 0,-1-1 0,0 0 0,0 1 0,0-1 0,1 0 0,5-37 0,-6 34 0,8-83 0,15-131 0,-22 209 0,9-37 0,-10 43 0,1 0 0,0 0 0,1 0 0,-1 0 0,0 0 0,1 1 0,-1-1 0,1 1 0,0-1 0,0 1 0,0-1 0,3-1 0,-5 3 0,1 1 0,0-1 0,-1 1 0,1 0 0,0-1 0,-1 1 0,1 0 0,0-1 0,-1 1 0,1 0 0,0 0 0,-1 0 0,1 0 0,0 0 0,0 0 0,-1 0 0,1 0 0,0 0 0,0 0 0,-1 0 0,1 0 0,0 0 0,-1 0 0,1 1 0,0-1 0,-1 0 0,2 1 0,0 1 0,0-1 0,0 1 0,-1-1 0,1 1 0,-1 0 0,1 0 0,-1-1 0,0 1 0,2 3 0,2 4 0,-1 1 0,6 19 0,-1 8 0,6 48 0,-13-61 0,2 0 0,1-1 0,0 1 0,2-1 0,19 45 0,-25-66 0,0 0 0,1 0 0,-1 0 0,0 0 0,1 0 0,-1 0 0,1 0 0,-1-1 0,1 1 0,0 0 0,0-1 0,0 0 0,0 1 0,0-1 0,0 0 0,0 0 0,0 0 0,1 0 0,-1 0 0,0-1 0,1 1 0,4 0 0,-4-1 0,0-1 0,0 1 0,0-1 0,0 0 0,0 1 0,0-1 0,0-1 0,0 1 0,0 0 0,-1-1 0,1 0 0,0 1 0,-1-1 0,1 0 0,-1 0 0,0 0 0,2-3 0,9-11 0,0 1 0,-2-2 0,0 1 0,14-30 0,28-76 0,-50 113 0,-1 4 0,42-114 0,-38 99 0,0-1 0,-2 1 0,5-40 0,-9 59 0,0 0 0,0 0 0,0 0 0,0 0 0,0-1 0,0 1 0,0 0 0,0 0 0,-1 0 0,1 0 0,0 0 0,-1 0 0,1 0 0,-1 0 0,0-1 0,1 2 0,0-1 0,-1 1 0,1 0 0,0 0 0,-1 0 0,1 0 0,0 0 0,-1 0 0,1 0 0,0-1 0,-1 1 0,1 0 0,0 0 0,-1 0 0,1 0 0,0 0 0,-1 0 0,1 1 0,-1-1 0,1 0 0,0 0 0,-1 0 0,1 0 0,0 0 0,0 0 0,-1 1 0,1-1 0,0 0 0,-1 1 0,-2 1 0,0 1 0,0-1 0,0 1 0,1 0 0,-1 0 0,-3 6 0,-6 10 0,2 0 0,0 1 0,-12 34 0,19-45 0,0 0 0,1 0 0,0 1 0,1-1 0,0 0 0,0 1 0,1-1 0,0 1 0,0-1 0,1 1 0,3 10 0,-2-14 0,1 0 0,-1-1 0,1 1 0,0-1 0,1 0 0,-1 0 0,1 0 0,0 0 0,0-1 0,1 0 0,-1 0 0,1 0 0,0 0 0,9 5 0,9 4 0,1-1 0,28 10 0,-23-10 0,-10-4 0,45 21 0,-57-25 0,-1 0 0,1 0 0,-1 0 0,0 1 0,-1 0 0,11 10 0,-15-14 7,-1 0 0,1 1 0,0-1 0,0 0-1,0 0 1,0 0 0,-1 1 0,1-1 0,-1 1 0,1-1-1,-1 0 1,1 1 0,-1-1 0,0 1 0,0-1-1,0 1 1,0-1 0,0 1 0,0-1 0,0 0 0,0 1-1,0-1 1,-1 1 0,0 1 0,0 0 7,-1-1 0,1 1 1,-1-1-1,0 0 0,0 0 0,0 0 0,0 0 1,0 0-1,0 0 0,-1 0 0,-3 2 1,-6 2-357,1-1 1,0 0 0,-1-1-1,-18 5 1,-2-2-6485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3.2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24575,'2'0'0,"2"3"0,-1 6 0,0 7 0,-1 7 0,-1 7 0,-3 7 0,-1 2 0,-1 3 0,2 3 0,-1-1 0,2-3 0,3-5 0,1-3 0,3-8 0,1-8-8191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3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10 24575,'-3'-3'0,"-3"0"0,-7-1 0,-3 4 0,-2 4 0,-1 8 0,1 3 0,2 6 0,5-1-8191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4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98 174 24575,'0'-3'0,"0"1"0,0-1 0,0 0 0,-1 1 0,1-1 0,-1 1 0,1-1 0,-1 1 0,0-1 0,0 1 0,0-1 0,0 1 0,-1 0 0,1-1 0,-1 1 0,-2-3 0,4 5 0,-1-1 0,0 1 0,1-1 0,-1 1 0,0 0 0,0-1 0,1 1 0,-1 0 0,0-1 0,0 1 0,1 0 0,-1 0 0,0 0 0,0 0 0,0 0 0,1 0 0,-1 0 0,0 0 0,0 0 0,0 0 0,-1 0 0,1 1 0,-1 0 0,0 0 0,0 0 0,0 0 0,1 0 0,-1 1 0,1-1 0,-1 0 0,1 1 0,-1-1 0,1 1 0,-2 2 0,-2 4 0,-1 1 0,2 0 0,-1 1 0,1-1 0,1 1 0,-1 0 0,2 0 0,-1 0 0,-1 19 0,3-13 0,0 0 0,1-1 0,1 1 0,0 0 0,6 29 0,-5-37 0,1-1 0,0 1 0,0-1 0,0 1 0,1-1 0,0 0 0,0 0 0,1-1 0,0 1 0,0-1 0,0 0 0,1 0 0,0-1 0,9 7 0,-11-9 0,0 0 0,1-1 0,-1 0 0,1 0 0,0 0 0,0 0 0,-1-1 0,1 0 0,0 0 0,0 0 0,0 0 0,1-1 0,-1 0 0,0 0 0,0 0 0,0-1 0,0 0 0,0 0 0,0 0 0,0 0 0,-1-1 0,1 0 0,8-4 0,-6 2 0,0 0 0,-1 0 0,0 0 0,0-1 0,0 0 0,-1 0 0,1 0 0,-1-1 0,-1 0 0,1 0 0,-1 0 0,0-1 0,0 1 0,4-12 0,-4 7 0,-1 1 0,-1-1 0,0 0 0,0 1 0,-1-1 0,0 0 0,-1 0 0,0 0 0,-3-15 0,0 6 0,-2 0 0,0 0 0,-1 0 0,-1 0 0,-1 1 0,0 0 0,-2 1 0,0 0 0,-1 0 0,-17-21 0,22 33 0,-1-1 0,1 1 0,-1 0 0,0 1 0,-10-7 0,15 11 0,1 0 0,-1 0 0,0 0 0,0 0 0,0 1 0,0-1 0,0 0 0,0 1 0,0 0 0,0-1 0,0 1 0,0 0 0,-2 0 0,3 1 0,0-1 0,0 0 0,0 1 0,-1-1 0,1 1 0,0 0 0,0-1 0,0 1 0,0 0 0,0-1 0,1 1 0,-1 0 0,0 0 0,0 0 0,0 0 0,1 0 0,-1 0 0,0 0 0,1 0 0,-1 0 0,1 0 0,-1 0 0,0 3 0,0 3 0,-1 0 0,1 1 0,0-1 0,0 1 0,1-1 0,0 1 0,0-1 0,1 1 0,0-1 0,1 1 0,-1-1 0,1 0 0,4 10 0,-1-5 0,0-1 0,0 0 0,1 0 0,0-1 0,1 0 0,1 0 0,12 15 0,-17-23 0,0 1 0,-1 0 0,1 0 0,0-1 0,1 0 0,-1 1 0,0-1 0,1 0 0,-1-1 0,1 1 0,-1-1 0,1 1 0,0-1 0,0 0 0,0-1 0,-1 1 0,1-1 0,0 1 0,0-1 0,0 0 0,0-1 0,0 1 0,0-1 0,0 1 0,0-1 0,-1 0 0,1-1 0,0 1 0,-1-1 0,1 1 0,-1-1 0,1 0 0,-1-1 0,0 1 0,0 0 0,0-1 0,0 0 0,3-3 0,10-13 0,0 0 0,-1-1 0,12-22 0,-18 26 0,2 0 0,0 0 0,0 1 0,2 0 0,0 1 0,19-16 0,-31 29 0,0 0 0,1 0 0,-1 0 0,0 0 0,0 0 0,1 0 0,-1 1 0,1-1 0,-1 0 0,0 1 0,1 0 0,-1-1 0,1 1 0,0 0 0,-1-1 0,1 1 0,-1 0 0,1 0 0,-1 0 0,1 1 0,-1-1 0,3 1 0,-2 0 0,0 0 0,-1 0 0,1 0 0,-1 0 0,1 1 0,-1-1 0,1 1 0,-1-1 0,0 1 0,0-1 0,0 1 0,0 0 0,0 0 0,0-1 0,1 4 0,2 8 0,0 1 0,-1 0 0,-1 0 0,1 15 0,-1-18 0,3 67 0,-3-44 0,6 39 0,-7-71 0,-1 1 0,1-1 0,0 0 0,-1 1 0,1-1 0,0 0 0,0 1 0,1-1 0,-1 0 0,0 0 0,2 2 0,-2-3 0,0-1 0,-1 1 0,1-1 0,0 0 0,-1 1 0,1-1 0,0 0 0,0 1 0,-1-1 0,1 0 0,0 0 0,0 0 0,-1 0 0,1 0 0,0 1 0,0-1 0,-1-1 0,1 1 0,0 0 0,0 0 0,0 0 0,-1 0 0,1-1 0,0 1 0,0 0 0,-1 0 0,1-1 0,0 1 0,-1-1 0,1 1 0,-1-1 0,1 1 0,0-1 0,-1 1 0,1-1 0,-1 1 0,1-2 0,10-10 0,-1-1 0,-1 0 0,0-1 0,-1 1 0,10-24 0,5-6 0,-17 32 0,6-10 0,23-31 0,-32 47 0,0 1 0,1 0 0,-1 0 0,1 0 0,0 1 0,0-1 0,1 1 0,-1 0 0,1 0 0,-1 1 0,1-1 0,0 1 0,7-3 0,-8 5 0,0 0 0,0 0 0,0 0 0,0 0 0,0 0 0,-1 1 0,1 0 0,0 0 0,0 0 0,-1 0 0,1 0 0,0 1 0,-1 0 0,0 0 0,1 0 0,-1 0 0,0 0 0,0 0 0,0 1 0,3 3 0,6 6 0,0 2 0,20 27 0,-30-37 0,23 32-1365,-3-4-5461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5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65 414 24575,'-8'0'0,"4"0"0,0 0 0,0 0 0,0 0 0,0 1 0,0-1 0,0 1 0,0 0 0,-5 1 0,8-1 0,0 0 0,0 0 0,0 0 0,0 0 0,0 0 0,0 0 0,0 0 0,0 0 0,0 1 0,0-1 0,1 0 0,-1 1 0,0-1 0,1 0 0,-1 1 0,1-1 0,0 1 0,-1-1 0,1 0 0,0 1 0,0-1 0,0 1 0,0-1 0,0 1 0,0-1 0,0 1 0,1 1 0,4 33 0,2 0 0,15 49 0,0 0 0,-8-24 0,-3 1 0,-3 0 0,1 75 0,-21-250 0,2 37 0,-10-99 0,0 16 0,1-194 0,19 335 0,3-35 0,-3 50 0,1 0 0,-1-1 0,1 1 0,0 0 0,0 0 0,0 0 0,1 0 0,-1 0 0,1 0 0,-1 0 0,1 0 0,3-3 0,-4 5 0,-1 1 0,1-1 0,0 1 0,0-1 0,-1 1 0,1-1 0,0 1 0,0-1 0,0 1 0,0 0 0,0-1 0,-1 1 0,1 0 0,0 0 0,0 0 0,0 0 0,0 0 0,0 0 0,0 0 0,0 0 0,0 0 0,0 0 0,0 0 0,-1 1 0,1-1 0,0 0 0,0 1 0,0-1 0,0 1 0,-1-1 0,1 1 0,0-1 0,0 1 0,0 0 0,24 25 0,-9-3 0,-1 1 0,23 50 0,16 58 0,-47-115 0,-4-8 0,50 138 0,-45-122 0,-2 1 0,-1 0 0,4 49 0,-11-58 0,-2-12 0,2-5 0,1-1 0,0 0 0,0 0 0,1 0 0,-1 0 0,0 0 0,0 0 0,0 0 0,1-1 0,-1 1 0,0 0 0,1 0 0,-1 0 0,1-1 0,0 1 0,-1 0 0,1-1 0,0 0 0,-7-39 0,1 1 0,3-1 0,1 0 0,7-79 0,-2 81 0,1 1 0,14-50 0,-15 74 0,1 0 0,1 0 0,1 1 0,0-1 0,0 1 0,1 0 0,1 1 0,0 0 0,13-15 0,-17 23 0,0 0 0,0 1 0,0-1 0,1 1 0,-1 0 0,1 0 0,0 0 0,0 0 0,0 1 0,0 0 0,0 0 0,0 1 0,7-2 0,-7 2 0,-1 1 0,0 0 0,1 0 0,-1 0 0,0 1 0,1-1 0,-1 1 0,0 0 0,1 0 0,-1 1 0,0-1 0,0 1 0,0 0 0,0 0 0,0 0 0,-1 1 0,4 2 0,4 5 0,0 0 0,-1 1 0,-1 0 0,0 0 0,0 1 0,-1 0 0,-1 1 0,11 24 0,36 114 0,-53-149 0,34 133-1365,-24-79-5461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6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0 543 24575,'1'0'0,"0"1"0,-1-1 0,1 0 0,0 0 0,-1 1 0,1-1 0,-1 0 0,1 1 0,-1-1 0,1 1 0,-1-1 0,1 0 0,-1 1 0,1-1 0,-1 1 0,1-1 0,-1 1 0,0 0 0,1-1 0,-1 1 0,0-1 0,0 1 0,1 0 0,-1-1 0,0 1 0,0 0 0,0 0 0,4 24 0,-3-18 0,-1-5 0,0-1 0,0 0 0,0 1 0,1-1 0,-1 1 0,0-1 0,1 0 0,-1 1 0,1-1 0,0 0 0,-1 1 0,1-1 0,0 0 0,0 0 0,0 0 0,0 0 0,0 0 0,0 0 0,0 0 0,0 0 0,0 0 0,0 0 0,1-1 0,-1 1 0,2 0 0,-1 0 0,1-1 0,-1 0 0,1 0 0,-1 0 0,0 0 0,1 0 0,-1-1 0,1 1 0,-1-1 0,0 1 0,1-1 0,-1 0 0,3-2 0,7-3 0,-1 0 0,0-1 0,0-1 0,13-12 0,-16 12 0,0 0 0,0-1 0,-1 1 0,0-2 0,0 1 0,-1-1 0,-1 0 0,1-1 0,-2 1 0,1-1 0,4-18 0,-8 22 0,1 1 0,-1 0 0,0-1 0,-1 1 0,0-1 0,0 1 0,0 0 0,-1-1 0,0 1 0,0-1 0,0 1 0,-1 0 0,0 0 0,0 0 0,-1 0 0,0 0 0,0 0 0,0 1 0,0-1 0,-1 1 0,0 0 0,-6-6 0,7 8 0,1 1 0,0 0 0,-1 0 0,0 0 0,1 0 0,-1 0 0,0 1 0,0-1 0,0 1 0,0 0 0,0 0 0,0 0 0,-1 0 0,1 0 0,0 1 0,0-1 0,-1 1 0,1 0 0,0 0 0,-1 0 0,1 1 0,-6 0 0,5 1 0,0-1 0,0 1 0,-1 0 0,2 1 0,-1-1 0,0 1 0,0-1 0,1 1 0,0 0 0,-1 0 0,1 1 0,0-1 0,1 1 0,-1-1 0,0 1 0,-2 5 0,-1 5 0,0 0 0,1 0 0,1 0 0,0 1 0,0 0 0,2-1 0,0 1 0,1 0 0,0 0 0,3 30 0,-1-27 0,2 0 0,0-1 0,1 1 0,1 0 0,0-1 0,2 0 0,0-1 0,16 29 0,-20-39 0,1-1 0,0 0 0,0 1 0,0-2 0,1 1 0,0 0 0,0-1 0,0 0 0,1 0 0,-1 0 0,1-1 0,0 0 0,0 0 0,0 0 0,0-1 0,0 0 0,1 0 0,-1-1 0,0 1 0,11 0 0,-7-2 0,0-1 0,-1 0 0,1 0 0,-1 0 0,1-2 0,-1 1 0,0-1 0,0 0 0,0-1 0,0 0 0,-1 0 0,1-1 0,12-9 0,-6 1 0,1-1 0,-2 0 0,0-1 0,0 0 0,-1-1 0,-1-1 0,-1 0 0,-1-1 0,0 0 0,-1 0 0,-1-1 0,-1 0 0,0 0 0,-2-1 0,0 0 0,-1 0 0,-1 0 0,-1 0 0,-1-39 0,-1 51 0,-1 0 0,-1 0 0,1 0 0,-1 0 0,-1 1 0,1-1 0,-2 0 0,1 1 0,-8-13 0,10 18 0,0 0 0,-1 0 0,1 1 0,-1-1 0,1 0 0,-1 1 0,0-1 0,1 1 0,-1 0 0,0-1 0,0 1 0,0 0 0,0 0 0,0 0 0,0 1 0,0-1 0,0 0 0,-1 1 0,1-1 0,0 1 0,0 0 0,0 0 0,-1 0 0,1 0 0,0 0 0,0 0 0,-1 0 0,1 1 0,0-1 0,0 1 0,0 0 0,0 0 0,0 0 0,0 0 0,0 0 0,0 0 0,0 0 0,0 1 0,-3 2 0,-1 1 0,0 1 0,0 0 0,0 0 0,1 1 0,0 0 0,0 0 0,1 0 0,0 0 0,0 1 0,1 0 0,-1-1 0,2 1 0,-1 1 0,1-1 0,1 0 0,-2 14 0,1-8 0,1 1 0,1 0 0,1 0 0,0-1 0,0 1 0,2 0 0,0-1 0,7 24 0,-7-31 0,0-1 0,0 1 0,0-1 0,1 1 0,0-1 0,0 0 0,1-1 0,9 11 0,-12-14 0,1 0 0,-1 0 0,0-1 0,1 1 0,-1-1 0,1 1 0,-1-1 0,1 0 0,0 0 0,0 0 0,-1 0 0,1-1 0,0 1 0,0-1 0,0 0 0,0 0 0,0 0 0,-1 0 0,1 0 0,0 0 0,0-1 0,0 1 0,0-1 0,5-2 0,0-1 0,0-1 0,0 0 0,0 0 0,0 0 0,-1-1 0,0-1 0,0 1 0,-1-1 0,0 0 0,0 0 0,0-1 0,-1 0 0,0 0 0,-1 0 0,0-1 0,4-9 0,-1-1 0,0 0 0,-2-1 0,0 1 0,-1-1 0,-1-1 0,0-28 0,-4 13 0,0 73 0,-2 24 0,3-56 0,0 0 0,1 0 0,-1-1 0,1 1 0,0 0 0,1-1 0,-1 1 0,1 0 0,4 8 0,-5-13 0,0 1 0,-1 0 0,1-1 0,0 1 0,-1 0 0,1-1 0,0 1 0,0-1 0,-1 1 0,1-1 0,0 0 0,0 1 0,0-1 0,0 0 0,0 0 0,0 1 0,0-1 0,-1 0 0,1 0 0,0 0 0,0 0 0,0 0 0,0 0 0,0 0 0,0-1 0,0 1 0,0 0 0,0 0 0,0-1 0,-1 1 0,1 0 0,0-1 0,1 0 0,34-22 0,-17 10 0,-12 10 0,-1-1 0,1 0 0,-1 0 0,0-1 0,0 0 0,0 0 0,7-8 0,-1-2 0,17-30 0,-27 42 0,15-25 0,5-7 0,18-40 0,-34 63 0,-1 0 0,-1 0 0,0 0 0,-1-1 0,0 0 0,-1 0 0,1-21 0,-2 33 0,-1 0 0,0-1 0,0 1 0,0-1 0,0 1 0,0 0 0,-1-1 0,1 1 0,0 0 0,0 0 0,-1-1 0,1 1 0,-1 0 0,1 0 0,-1-1 0,0 1 0,0 0 0,1 0 0,-1 0 0,0 0 0,-1-1 0,1 1 0,0 1 0,0 0 0,0-1 0,0 1 0,-1 0 0,1 0 0,0 0 0,0 0 0,0 0 0,0 0 0,0 0 0,0 0 0,0 0 0,0 0 0,0 1 0,0-1 0,-1 0 0,1 1 0,-1 0 0,-4 3 0,0-1 0,1 1 0,-1 0 0,1 0 0,0 0 0,0 1 0,-4 5 0,5-6 0,1 1 0,0-1 0,0 1 0,1-1 0,-1 1 0,1 0 0,0 0 0,0 0 0,0 0 0,1 0 0,0 0 0,0 1 0,0-1 0,1 0 0,0 1 0,0 7 0,1-7 0,1 1 0,-1-1 0,1 0 0,0 0 0,1 0 0,0 0 0,0-1 0,0 1 0,0-1 0,1 1 0,0-1 0,0 0 0,7 6 0,40 31 0,-35-30 0,0 1 0,25 27 0,-37-36 0,-1 0 0,0 0 0,0 0 0,0 0 0,-1 1 0,1 0 0,-1-1 0,0 1 0,-1 0 0,1 0 0,-1 0 0,0 0 0,0 0 0,0 0 0,-1 10 0,-1-11-44,1 1 0,-2-1 0,1 0 0,0-1 0,-1 1 0,1 0 0,-1 0 0,0-1 0,-1 1 0,1-1 0,-1 1 0,1-1 0,-1 0 0,0 0 0,0 0 0,0-1 0,0 1 0,-1-1-1,1 1 1,-1-1 0,0 0 0,1 0 0,-1-1 0,0 1 0,0-1 0,0 0 0,0 0 0,0 0 0,0-1 0,-9 1 0,-7-2-6782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6.8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0 107 24575,'1'-1'0,"0"0"0,-1 0 0,1 1 0,-1-1 0,1 0 0,0 1 0,-1-1 0,1 1 0,0-1 0,0 0 0,0 1 0,-1 0 0,1-1 0,0 1 0,0-1 0,0 1 0,0 0 0,0 0 0,0 0 0,0-1 0,0 1 0,0 0 0,0 0 0,0 0 0,-1 0 0,1 0 0,0 1 0,0-1 0,0 0 0,0 0 0,0 1 0,0-1 0,0 0 0,0 1 0,-1-1 0,1 1 0,1 0 0,-1 1 0,1-1 0,-1 1 0,0 0 0,0-1 0,-1 1 0,1 0 0,0-1 0,0 1 0,-1 0 0,1 0 0,-1 0 0,0 0 0,0 0 0,1-1 0,-1 1 0,0 0 0,-1 4 0,-2 15 0,1 0 0,1 0 0,1 0 0,0 0 0,8 40 0,-8-56 0,2-1 0,-1 1 0,0 0 0,1 0 0,0-1 0,0 1 0,0-1 0,1 0 0,0 1 0,0-1 0,0 0 0,0 0 0,0-1 0,1 1 0,-1-1 0,1 0 0,0 0 0,0 0 0,0 0 0,1-1 0,-1 1 0,1-1 0,-1 0 0,1-1 0,0 1 0,0-1 0,-1 0 0,1 0 0,0 0 0,9-1 0,-7 0 0,-1 0 0,1 0 0,0-1 0,-1 0 0,1-1 0,-1 1 0,1-1 0,-1-1 0,0 1 0,0-1 0,0 0 0,0 0 0,0-1 0,-1 0 0,1 0 0,-1 0 0,0 0 0,0-1 0,-1 0 0,1 0 0,-1 0 0,0-1 0,-1 1 0,1-1 0,4-12 0,-3 7 0,-1 0 0,0 0 0,0-1 0,-2 1 0,1-1 0,-1 1 0,-1-1 0,0 0 0,-1 0 0,0 0 0,-1 1 0,0-1 0,-6-23 0,3 22 0,-1-1 0,-1 1 0,-7-14 0,11 23 0,0 0 0,0 0 0,-1 1 0,1 0 0,-1-1 0,0 1 0,0 0 0,0 0 0,0 0 0,0 1 0,-1-1 0,1 1 0,-1 0 0,-7-4 0,10 6-47,0 0 0,1 0 0,-1-1 0,0 1 0,0 0 0,1 0 0,-1 0 0,0 0 0,0 0-1,0 0 1,1 0 0,-1 0 0,0 0 0,0 0 0,0 1 0,1-1 0,-1 0 0,0 0 0,0 1 0,1-1 0,-1 1 0,0-1-1,1 1 1,-1-1 0,0 1 0,1-1 0,-1 1 0,0 0 0,-3 8-6779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7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2 215 24575,'-1'-23'0,"1"-30"0,0 50 0,1 1 0,-1-1 0,0 1 0,1-1 0,0 1 0,0-1 0,0 1 0,0-1 0,0 1 0,0 0 0,0 0 0,1 0 0,-1-1 0,1 1 0,-1 1 0,4-4 0,-3 4 0,-1 0 0,1 1 0,-1-1 0,1 1 0,-1-1 0,1 1 0,0-1 0,-1 1 0,1 0 0,0 0 0,-1 0 0,1 0 0,0 0 0,-1 0 0,1 1 0,0-1 0,-1 1 0,1-1 0,0 1 0,-1-1 0,1 1 0,-1 0 0,1 0 0,-1-1 0,0 1 0,1 0 0,-1 0 0,0 1 0,2 1 0,5 5 0,0 0 0,-1 0 0,8 10 0,-15-17 0,14 17 0,-2 1 0,0 0 0,-1 1 0,-1 0 0,-1 0 0,-1 1 0,0 0 0,-2 1 0,-1 0 0,4 24 0,-9-45 0,0 0 0,0-1 0,1 1 0,-1 0 0,0 0 0,0 0 0,0 0 0,0 0 0,0 0 0,0 0 0,0 0 0,-1 0 0,1 0 0,0 0 0,0 0 0,-1 0 0,1 0 0,-1-1 0,1 1 0,-1 0 0,1 0 0,-1 0 0,1-1 0,-2 2 0,1-2 0,0 0 0,0 0 0,0-1 0,1 1 0,-1 0 0,0-1 0,0 1 0,0-1 0,1 1 0,-1-1 0,0 1 0,0-1 0,1 0 0,-1 1 0,1-1 0,-1 0 0,0 1 0,1-1 0,0 0 0,-1 0 0,1 0 0,-1 0 0,1 1 0,0-1 0,-1-1 0,-5-13-59,-1 0 0,2-1-1,0 0 1,1 0-1,1 0 1,0 0 0,1 0-1,1 0 1,1-1 0,0 1-1,1-1 1,1 1 0,0 0-1,1 0 1,1 0-1,0 0 1,1 0 0,1 1-1,1 0 1,0 0 0,1 1-1,10-16 1,3 4-6767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7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77 143 24575,'-1'17'0,"-5"32"0,-1 12 0,7-60 0,0 1 0,0-1 0,0 0 0,0 1 0,0-1 0,0 0 0,0 1 0,1-1 0,-1 0 0,0 1 0,1-1 0,-1 0 0,1 0 0,-1 1 0,1-1 0,0 0 0,0 0 0,-1 0 0,1 0 0,0 0 0,1 1 0,-1-1 0,1-1 0,-1 1 0,0-1 0,0 0 0,0 1 0,1-1 0,-1 0 0,0 0 0,1 0 0,-1 0 0,0 0 0,0 0 0,1 0 0,-1 0 0,0 0 0,0 0 0,3-2 0,1 0 0,1 0 0,-1 0 0,0-1 0,0 0 0,0 0 0,0-1 0,0 1 0,5-6 0,-4 1 0,0-1 0,0 1 0,0-1 0,-1 0 0,0 0 0,-1-1 0,0 1 0,0-1 0,-1 0 0,-1 0 0,0 0 0,2-18 0,-3 21 0,-1 1 0,0 0 0,-1-1 0,1 1 0,-1 0 0,0-1 0,-1 1 0,0 0 0,-4-11 0,4 14 0,0-1 0,0 0 0,0 1 0,-1 0 0,1-1 0,-1 1 0,0 0 0,0 0 0,0 1 0,0-1 0,-1 1 0,1-1 0,-1 1 0,0 0 0,1 0 0,-5-1 0,5 2 0,0 0 0,0 0 0,0 0 0,0 1 0,0-1 0,0 1 0,-1 0 0,1-1 0,0 2 0,0-1 0,0 0 0,0 0 0,0 1 0,0 0 0,-1 0 0,1 0 0,-5 2 0,4 0 0,-1 0 0,1 0 0,0 0 0,1 0 0,-1 0 0,1 1 0,-1 0 0,1 0 0,0 0 0,-3 7 0,0-1 0,1 0 0,0 1 0,1 0 0,0 0 0,1 0 0,1 1 0,-1-1 0,2 1 0,-1 12 0,2-13 0,0 0 0,1-1 0,1 1 0,-1 0 0,2-1 0,-1 0 0,2 1 0,-1-1 0,1 0 0,1-1 0,0 1 0,0-1 0,12 16 0,-12-19 0,1 0 0,-1 0 0,1-1 0,0 0 0,1 0 0,-1-1 0,1 0 0,0 0 0,0 0 0,0-1 0,0 0 0,1 0 0,-1-1 0,1 0 0,0-1 0,-1 1 0,1-1 0,0-1 0,12 0 0,26-5-1365,-4-5-5461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7.8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65 69 24575,'-8'-19'0,"7"16"0,1 0 0,-2 0 0,1-1 0,0 1 0,-1 1 0,1-1 0,-1 0 0,0 0 0,0 0 0,0 1 0,0-1 0,0 1 0,-1 0 0,1 0 0,-1 0 0,-5-4 0,8 6 0,-1 0 0,1 0 0,-1 0 0,1 0 0,0-1 0,-1 1 0,1 0 0,-1 0 0,1 0 0,-1 0 0,1 0 0,0 0 0,-1 0 0,1 1 0,-1-1 0,1 0 0,0 0 0,-1 0 0,1 0 0,-1 0 0,1 1 0,0-1 0,-1 0 0,1 0 0,0 1 0,-1-1 0,1 0 0,0 1 0,-1-1 0,-5 16 0,4 19 0,4-11 0,1-1 0,1 0 0,2 1 0,0-2 0,1 1 0,13 26 0,6 6 0,41 64 0,-52-94-227,1-2-1,1 0 1,1 0-1,1-2 1,28 25-1,-19-23-6598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8.2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78 271 24575,'-9'-10'0,"-1"-1"0,2 0 0,0 0 0,-14-25 0,19 30 0,0 0 0,0-1 0,1 0 0,-1 0 0,1 0 0,1 0 0,-1 0 0,1 0 0,1 0 0,-1 0 0,1-9 0,0 14 0,0 1 0,0 0 0,1-1 0,-1 1 0,0 0 0,0-1 0,1 1 0,-1 0 0,1 0 0,-1-1 0,1 1 0,-1 0 0,1 0 0,0 0 0,0 0 0,-1 0 0,1 0 0,0 0 0,0 0 0,0 0 0,0 0 0,0 1 0,0-1 0,0 0 0,1 0 0,-1 1 0,0-1 0,2 0 0,-2 1 0,1 0 0,0 1 0,-1-1 0,1 0 0,0 0 0,-1 1 0,1-1 0,0 1 0,-1-1 0,1 1 0,-1 0 0,1 0 0,-1-1 0,1 1 0,-1 0 0,0 1 0,1-1 0,-1 0 0,0 0 0,2 3 0,7 8 0,-1 1 0,-1 0 0,0 1 0,0 0 0,-2 0 0,0 0 0,6 22 0,21 107 0,-31-125 0,-4-28 0,-6-28 0,6 9 0,2 0 0,0 0 0,7-44 0,-5 61 0,0-1 0,1 1 0,0 0 0,1 0 0,0 0 0,1 0 0,1 1 0,0-1 0,0 1 0,12-15 0,-16 24 0,0 0 0,-1 0 0,1 0 0,0 0 0,0 1 0,0-1 0,1 1 0,-1-1 0,0 1 0,0 0 0,1-1 0,-1 1 0,1 1 0,-1-1 0,1 0 0,0 0 0,-1 1 0,1 0 0,-1-1 0,5 1 0,-3 1 0,0 0 0,0 0 0,0 0 0,-1 1 0,1-1 0,0 1 0,-1 0 0,1 0 0,-1 0 0,0 0 0,0 0 0,4 4 0,7 8 0,-1 1 0,-1-1 0,-1 2 0,14 23 0,52 94-1365,-62-109-5461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8.5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11 173 24575,'1'-19'0,"-1"13"0,1 0 0,-1 0 0,0 0 0,-1 0 0,0 0 0,-2-9 0,-1 10 0,2 12 0,0 12 0,6-3 0,0 0 0,1 0 0,0 0 0,1-1 0,1 0 0,10 16 0,-1-4 0,1-1 0,28 32 0,-37-50 0,-1 1 0,2-1 0,-1 0 0,1-1 0,18 12 0,-25-17 0,0-1 0,0 0 0,0 0 0,0 0 0,1 0 0,-1 0 0,0 0 0,1-1 0,-1 1 0,0-1 0,1 0 0,-1 0 0,1 0 0,-1 0 0,1 0 0,-1 0 0,0 0 0,1-1 0,-1 1 0,1-1 0,-1 0 0,0 0 0,0 0 0,1 0 0,-1 0 0,0 0 0,0-1 0,0 1 0,0-1 0,0 1 0,-1-1 0,1 0 0,2-3 0,4-5 0,-1-1 0,-1 0 0,1-1 0,-2 0 0,0 0 0,0 0 0,-1 0 0,-1-1 0,0 0 0,0 1 0,0-23 0,-1 15 0,-2 1 0,-1-1 0,0 0 0,-2 0 0,0 0 0,-11-37 0,11 50-227,1 0-1,-1 0 1,-1 0-1,1 0 1,-7-8-1,-3 0-6598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9.1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0 138 24575,'0'-39'0,"2"40"0,0 1 0,0-1 0,0 1 0,0 0 0,0-1 0,-1 1 0,1 0 0,-1 0 0,2 4 0,121 191 0,-111-172 0,-11-20 0,0-1 0,0 1 0,1-1 0,-1 1 0,1-1 0,0 0 0,1 0 0,4 5 0,-8-9 0,0 0 0,0 0 0,1 0 0,-1 0 0,0 0 0,0 0 0,0 1 0,0-1 0,0 0 0,0 0 0,1 0 0,-1 0 0,0 0 0,0 0 0,0 0 0,0 0 0,0 0 0,0 0 0,1 0 0,-1 0 0,0 0 0,0 0 0,0 0 0,0 0 0,0 0 0,1 0 0,-1 0 0,0 0 0,0 0 0,0 0 0,0-1 0,0 1 0,0 0 0,0 0 0,1 0 0,-1 0 0,0 0 0,0 0 0,0 0 0,0 0 0,0 0 0,0-1 0,0 1 0,0 0 0,0 0 0,0 0 0,0 0 0,1 0 0,0-11 0,-4-12 0,3 22 0,-5-26 0,2-1 0,0 1 0,2 0 0,1-1 0,2 1 0,0-1 0,2 1 0,1 0 0,12-39 0,-16 63 0,0 0 0,0 0 0,1 0 0,-1 1 0,1-1 0,-1 0 0,1 1 0,0 0 0,0-1 0,0 1 0,0 0 0,3-2 0,-5 3 0,1 1 0,0 0 0,-1-1 0,1 1 0,0 0 0,-1 0 0,1-1 0,0 1 0,-1 0 0,1 0 0,0 0 0,-1 0 0,1 0 0,0 0 0,0 0 0,-1 0 0,1 0 0,0 1 0,-1-1 0,2 0 0,0 1 0,-1 0 0,1 0 0,-1 0 0,0 1 0,1-1 0,-1 0 0,0 0 0,0 1 0,0-1 0,0 0 0,2 4 0,9 20 0,0 1 0,-2 1 0,13 48 0,-12-34 0,-4-11 0,-5-23 0,-1 1 0,1-1 0,0 0 0,0 0 0,1 0 0,0 0 0,5 8 0,-8-15 0,0 0 0,0 1 0,0-1 0,0 0 0,0 0 0,0 0 0,0 0 0,0 0 0,0 0 0,0 0 0,1 0 0,-1 0 0,0 0 0,0 0 0,0 0 0,0 0 0,0 0 0,0 0 0,0 1 0,0-1 0,0 0 0,1 0 0,-1 0 0,0 0 0,0 0 0,0 0 0,0 0 0,0 0 0,0 0 0,0 0 0,0 0 0,0 0 0,1 0 0,-1-1 0,0 1 0,0 0 0,0 0 0,0 0 0,0 0 0,0 0 0,0 0 0,0 0 0,0 0 0,0 0 0,1 0 0,-1 0 0,0 0 0,0 0 0,0 0 0,0 0 0,0-1 0,0 1 0,0 0 0,0 0 0,0 0 0,3-9 0,-1-11 0,-1-11 0,1 1 0,2-1 0,1 1 0,1 0 0,13-39 0,-17 65 0,-1 0 0,1 1 0,-1-1 0,1 1 0,0 0 0,1 0 0,-1-1 0,0 1 0,1 1 0,0-1 0,0 0 0,0 1 0,0-1 0,0 1 0,4-2 0,-5 3 0,0 0 0,0 1 0,1-1 0,-1 1 0,0-1 0,1 1 0,-1 0 0,1 0 0,-1 0 0,0 0 0,1 1 0,-1-1 0,0 1 0,1-1 0,-1 1 0,0 0 0,0 0 0,1 0 0,-1 0 0,0 0 0,0 0 0,0 0 0,0 1 0,-1-1 0,4 4 0,5 5 50,0 0 0,0 1-1,-1 0 1,0 0 0,8 17-1,33 68-435,-24-43-891,-7-17-5549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8:59:59.3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64 24575,'-2'-5'0,"0"0"0,1-1 0,-1 0 0,1 1 0,1-1 0,-1 0 0,1 1 0,0-10 0,0 15 0,0 0 0,0-1 0,0 1 0,0 0 0,0 0 0,0 0 0,0 0 0,0-1 0,0 1 0,0 0 0,0 0 0,0 0 0,1 0 0,-1-1 0,0 1 0,0 0 0,0 0 0,0 0 0,0 0 0,0 0 0,1 0 0,-1-1 0,0 1 0,0 0 0,0 0 0,0 0 0,0 0 0,1 0 0,-1 0 0,0 0 0,0 0 0,0 0 0,0 0 0,1 0 0,-1 0 0,0 0 0,0 0 0,0 0 0,0 0 0,1 0 0,-1 0 0,0 0 0,0 0 0,0 0 0,1 0 0,9 7 0,8 15 0,-17-21 0,34 47 0,-3 2 0,-1 1 0,-3 2 0,-2 1 0,-2 0 0,-3 2 0,15 63 0,-31-96 0,0 0 0,-2 0 0,0 0 0,-2 39 0,-2-50 0,0 0 0,0-1 0,-1 1 0,-1 0 0,0-1 0,-1 1 0,0-1 0,-1 0 0,0-1 0,-13 21 0,9-19-455,-1 0 0,-18 18 0,-23 12-6371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1.6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28 948 24575,'4'0'0,"-1"0"0,1 1 0,-1 0 0,1-1 0,0 1 0,-1 1 0,1-1 0,-1 0 0,0 1 0,1 0 0,-1 0 0,0 0 0,0 0 0,0 0 0,0 0 0,-1 1 0,1 0 0,-1-1 0,1 1 0,-1 0 0,0 0 0,0 0 0,0 1 0,-1-1 0,3 6 0,3 9 0,0 1 0,-2 0 0,6 34 0,-7-29 0,50 351-695,-26 5 1,-29 889 694,-4-1169-28,-2 262-252,8-344 277,1-1 0,0 0 0,1 0 0,1 0 1,1 0-1,7 18 0,-8-27 22,0 1 0,1-1 0,0 1 0,0-1 0,1-1 0,0 1 0,0-1 0,1 0 0,0-1 1,0 1-1,1-1 0,13 8 0,-2-5 134,0 0 0,0-1 1,1-1-1,0 0 0,0-2 0,1 0 1,36 2-1,155-1-390,-197-7 245,789-50-2383,-508 26 1159,1348-80-1797,5 28-823,-719 35 2988,141-16 423,-8-30 90,-1046 86 334,373-43 533,-11-22 1368,-373 66-1778,40-9 1272,65-25 1,-100 31-1098,0 0 0,-1-1 1,1 0-1,-1-1 0,-1 0 1,1-1-1,-1 0 0,0-1 1,-1 1-1,0-2 0,11-12 1,-15 14-109,0 0 1,-1 0 0,0 1-1,-1-2 1,0 1 0,0 0-1,0 0 1,-1-1 0,0 1-1,0-1 1,-1 1 0,0-1-1,0 1 1,-1-1 0,-2-11-1,-3-10-15,-2 0 0,-17-43 0,21 61-152,-48-123 3,-68-194-10,85 217-19,-21-117 0,37 110-55,5-1-1,5 0 0,6-1 1,5 1-1,20-146 1,4 99-31,7 3 1,6 0-1,72-183 1,-93 300 141,25-80 341,-39 112-354,-1 0-1,0 0 1,-1-1 0,-1 1-1,0-1 1,-2-26-1,0 36-38,0-1 0,0 1 0,-1-1 0,0 1 0,0 0 0,0 0 0,0 0 0,-1 0 0,1 0 0,-1 0 0,-1 1 0,1-1 0,-6-4 0,2 3 0,1 0 0,-1 1 0,-1 0 0,1 0 0,-1 0 0,0 1 0,-14-5 0,-7 0 0,-2 2 0,1 0 0,-54-3 0,76 9 0,-380-11-321,-2 34-441,287-15 525,-3114 299-6850,1547-83 6628,4 27 34,1590-238 430,-470 61 1489,0-47 5304,500-28-6300,29 0-436,0 1 0,0 1 0,0 0 0,0 2 0,1 0 0,-1 0 0,-16 6 0,-134 42-62,167-50 1,0 0 0,1 0 0,-1 0 0,0 0 0,0 0 0,0 0 0,0 0 0,0 0 0,0 0 0,0 0 0,0 0 0,1 0 0,-1 0-1,0 0 1,0 0 0,0 0 0,0 0 0,0 0 0,0 0 0,0 0 0,0 0 0,0 0 0,1 0 0,-1 0 0,0 1 0,0-1 0,0 0 0,0 0 0,0 0 0,0 0 0,0 0 0,0 0-1,0 0 1,0 0 0,0 0 0,0 0 0,0 1 0,0-1 0,0 0 0,0 0 0,0 0 0,0 0 0,0 0 0,0 0 0,0 0 0,0 0 0,0 1 0,0-1 0,0 0 0,0 0-1,0 0 1,0 0 0,0 0 0,0 0 0,0 0 0,0 0 0,0 0 0,0 1 0,0-1 0,0 0 0,0 0 0,0 0 0,-1 0 0,1 0 0,0 0 0,0 0 0,12 5-615,-10-5-201,8 4-6011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2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0 24575,'-1'0'0,"-1"1"0,0-1 0,0 0 0,1 0 0,-1 1 0,0-1 0,0 1 0,1 0 0,-1-1 0,1 1 0,-1 0 0,1 0 0,-1 0 0,1 0 0,-1 0 0,1 1 0,0-1 0,0 0 0,-1 0 0,1 1 0,0-1 0,0 1 0,0-1 0,1 1 0,-1 0 0,0-1 0,1 1 0,-1 0 0,0 1 0,-1 7 0,0-1 0,0 1 0,1 0 0,0 10 0,1-16 0,-1 52 14,2 0 0,14 85-1,34 112-127,-36-189 16,146 616-830,-32-141 1025,-22 5-173,-64-215-136,-20-154 164,-18-149 160,10 62 691,-11-80-955,0 0 0,0 0 0,1 0 0,0 0 0,1 0 0,-1-1 0,10 13 0,0-7-6400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2.4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7 24575,'1'-1'0,"-1"1"0,0 0 0,0 0 0,0 0 0,0 0 0,0-1 0,0 1 0,0 0 0,0 0 0,0 0 0,0-1 0,0 1 0,0 0 0,0 0 0,0 0 0,0 0 0,0-1 0,0 1 0,-1 0 0,1 0 0,0 0 0,0 0 0,0 0 0,0-1 0,0 1 0,0 0 0,0 0 0,0 0 0,-1 0 0,1 0 0,0 0 0,0-1 0,0 1 0,0 0 0,0 0 0,-1 0 0,1 0 0,0 0 0,0 0 0,0 0 0,0 0 0,-1 0 0,1 0 0,0 0 0,0 0 0,0 0 0,0 0 0,-1 0 0,1 0 0,0 0 0,0 0 0,0 0 0,0 0 0,-1 0 0,1 0 0,0 0 0,0 0 0,0 0 0,0 0 0,-1 1 0,1-1 0,0 0 0,0 0 0,0 0 0,0 0 0,0 0 0,-1 1 0,-8 9 0,7-4 0,0 0 0,0 0 0,1 0 0,-1 1 0,2-1 0,-1 0 0,0 0 0,1 9 0,6 55 0,-3-51 0,96 571-910,-69-431 791,174 840-1433,72-17 648,-185-745 1149,-70-192 318,1-1 0,3-1 0,32 44 0,-46-73-312,1 1 1,0-2 0,20 17 0,-26-24-390,1-1-1,0 0 1,0-1-1,1 0 1,-1 0 0,1 0-1,0-1 1,0 0-1,12 2 1,4-1-6688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2.8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1 24575,'-14'62'0,"-9"117"0,14 65 0,8-221 0,1 330-281,16-1 0,15 0 0,115 522-1,-95-655 241,10-2-1,111 259 0,-158-443-536,21 34-1,-20-45-5205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3.6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369 60 24575,'1'-1'0,"-1"-1"0,1 1 0,-1-1 0,1 0 0,0 1 0,0 0 0,0-1 0,0 1 0,0-1 0,0 1 0,0 0 0,0 0 0,0-1 0,0 1 0,1 0 0,-1 0 0,1 0 0,-1 0 0,0 1 0,3-2 0,-2 1 0,0 0 0,-1 0 0,1 0 0,0 0 0,-1-1 0,1 1 0,-1-1 0,1 1 0,-1-1 0,1 0 0,-1 1 0,2-4 0,-3 5 0,0-1 0,0 1 0,0 0 0,0-1 0,0 1 0,0-1 0,0 1 0,0 0 0,0-1 0,0 1 0,0-1 0,0 1 0,-1 0 0,1-1 0,0 1 0,0 0 0,0-1 0,0 1 0,-1 0 0,1-1 0,0 1 0,0 0 0,-1-1 0,1 1 0,0 0 0,-1 0 0,1-1 0,0 1 0,-1 0 0,1 0 0,0-1 0,-1 1 0,1 0 0,0 0 0,-1 0 0,1 0 0,-1 0 0,1 0 0,0 0 0,-1 0 0,1 0 0,-1 0 0,-18-1 0,2 4 0,1 0 0,0 1 0,-1 1 0,2 0 0,-1 1 0,1 1 0,-27 15 0,17-6 0,1 1 0,0 1 0,-33 33 0,46-40 0,1 0 0,0 1 0,1 0 0,1 0 0,0 1 0,1 0 0,0 1 0,0 0 0,2 0 0,0 0 0,-6 27 0,10-33 0,0 0 0,0 0 0,0 0 0,1 0 0,1 0 0,-1 0 0,1 1 0,1-1 0,-1-1 0,1 1 0,1 0 0,-1 0 0,1-1 0,1 1 0,-1-1 0,1 0 0,1 0 0,-1 0 0,1-1 0,0 0 0,1 0 0,-1 0 0,11 8 0,-3-5 31,1 0 0,0-1 0,0 0 0,0-1 0,1 0 0,1-2 0,-1 0 0,1 0 1,-1-1-1,22 1 0,-4-1-373,0-2 1,-1-2 0,1-1-1,34-5 1,-5-4-6485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4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332 120 24575,'0'-6'0,"0"1"0,0-1 0,-1 1 0,0 0 0,0-1 0,0 1 0,-1 0 0,0 0 0,0 0 0,0 0 0,-1 0 0,1 0 0,-1 1 0,0-1 0,-1 1 0,1 0 0,-8-7 0,8 8 0,-1 0 0,1 1 0,-1 0 0,0 0 0,0 0 0,0 0 0,0 0 0,-1 1 0,1 0 0,0 0 0,0 0 0,-1 0 0,1 1 0,-1-1 0,1 1 0,-1 0 0,1 1 0,0-1 0,-1 1 0,1 0 0,0 0 0,-5 2 0,-3 1 0,1 1 0,0 0 0,1 1 0,-1 0 0,1 1 0,1 0 0,-1 1 0,1 0 0,0 0 0,1 1 0,0 0 0,0 0 0,1 1 0,0 0 0,1 1 0,0-1 0,-5 16 0,5-14 0,2 1 0,0-1 0,0 1 0,1 0 0,0 0 0,2 0 0,-1 0 0,2 0 0,-1 1 0,2-1 0,0 0 0,0 0 0,2 0 0,-1 0 0,8 21 0,-4-21-44,0-1 0,1 1 0,1-1 0,0-1 0,0 1 0,2-1 0,-1-1 0,1 0 0,0 0 0,1-1 0,0 0 0,1-1 0,0 0 0,0-1 0,1 0 0,-1-1 0,1 0 0,1-1-1,-1-1 1,1 0 0,0-1 0,0 0 0,0-1 0,0-1 0,0 0 0,0-1 0,0-1 0,1 0 0,-1-1 0,15-3 0,10-6-6782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6.7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19 407 24575,'12'-34'0,"-4"9"0,-8 25 0,0 0 0,0 0 0,0-1 0,0 1 0,0 0 0,0 0 0,0 0 0,0-1 0,0 1 0,1 0 0,-1 0 0,0 0 0,0 0 0,0-1 0,0 1 0,1 0 0,-1 0 0,0 0 0,0 0 0,0 0 0,1 0 0,-1-1 0,0 1 0,0 0 0,0 0 0,1 0 0,-1 0 0,0 0 0,0 0 0,0 0 0,1 0 0,-1 0 0,7 12 0,57 227 0,-47-187 0,-5-21 0,-3 0 0,9 44 0,-18-75 0,1 1 0,-1-1 0,0 0 0,0 1 0,0-1 0,1 1 0,-1-1 0,0 1 0,0-1 0,0 1 0,0-1 0,0 1 0,0-1 0,0 1 0,0-1 0,0 0 0,0 1 0,0-1 0,0 1 0,-1-1 0,1 1 0,0-1 0,0 1 0,0-1 0,0 0 0,-1 1 0,1-1 0,0 1 0,-1-1 0,1 0 0,0 1 0,-1 0 0,-11-13 0,-11-25 0,0-11 0,2-1 0,2-1 0,2 0 0,2-2 0,3 0 0,2 0 0,2-1 0,3 0 0,1-73 0,4 122 0,1-19 0,3-32 0,-3 49 0,0 1 0,0-1 0,0 1 0,1-1 0,0 1 0,0 0 0,0 0 0,1 0 0,0 0 0,0 0 0,5-6 0,-7 10 0,1-1 0,-1 1 0,1 0 0,-1 0 0,1 0 0,0 0 0,-1 0 0,1 0 0,0 0 0,0 1 0,0-1 0,0 1 0,0-1 0,-1 1 0,1 0 0,0 0 0,0 0 0,0 0 0,0 0 0,0 0 0,0 0 0,0 1 0,0-1 0,0 1 0,0-1 0,-1 1 0,1 0 0,0-1 0,0 1 0,-1 0 0,1 0 0,0 1 0,-1-1 0,1 0 0,1 2 0,4 4 0,1 0 0,-1 0 0,0 0 0,-1 1 0,8 12 0,-2-1 0,-1 0 0,-1 0 0,-1 1 0,0 0 0,-2 0 0,0 1 0,5 31 0,-10-41 0,-1-1 0,0 1 0,-1 0 0,0 0 0,0 0 0,-1-1 0,-1 1 0,0 0 0,0-1 0,-1 0 0,0 1 0,-1-1 0,0 0 0,-1-1 0,0 1 0,-12 16 0,8-14-124,-1-2 0,0 1 0,-1-1 0,0-1 0,0 0 0,-1 0-1,0-1 1,0-1 0,-1 0 0,-26 10 0,16-10-6702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7.1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84 133 24575,'0'0'0,"1"0"0,-1 0 0,1 0 0,-1 0 0,1 0 0,-1-1 0,1 1 0,-1 0 0,1 0 0,-1-1 0,1 1 0,-1 0 0,1-1 0,-1 1 0,0 0 0,1-1 0,-1 1 0,0-1 0,1 1 0,-1-1 0,0 1 0,1-1 0,-1 1 0,0-1 0,0 1 0,0-1 0,1 1 0,-1-1 0,0 1 0,0-1 0,0 1 0,0-1 0,0 1 0,0-1 0,0 1 0,0-1 0,0 0 0,0 1 0,-1-1 0,1 1 0,0-1 0,0 1 0,0-1 0,-1 1 0,1-1 0,0 1 0,-1-1 0,-11-25 0,2 7 0,-12-21 0,20 38 0,0-1 0,0 0 0,0 1 0,0 0 0,0-1 0,0 1 0,-1 0 0,1 0 0,-1 0 0,-3-2 0,5 4 0,1 0 0,-1 0 0,1 0 0,-1 0 0,1 0 0,-1-1 0,1 1 0,-1 0 0,1 1 0,-1-1 0,1 0 0,-1 0 0,1 0 0,-1 0 0,1 0 0,-1 0 0,1 1 0,0-1 0,-1 0 0,1 0 0,-1 1 0,1-1 0,0 0 0,-1 0 0,1 1 0,0-1 0,-1 0 0,1 1 0,0-1 0,-1 1 0,1-1 0,0 0 0,0 1 0,-1-1 0,1 1 0,0-1 0,0 1 0,0-1 0,0 1 0,0-1 0,0 1 0,0-1 0,0 1 0,-3 26 0,3-24 0,-1 18 0,1 0 0,1 1 0,1-1 0,10 41 0,-10-53 0,1-1 0,-1 1 0,2-1 0,-1 0 0,1 0 0,1-1 0,-1 1 0,1-1 0,0 0 0,1 0 0,0-1 0,0 1 0,0-1 0,14 10 0,-17-15 0,-1 1 0,1 0 0,0-1 0,-1 1 0,1-1 0,0 0 0,0 0 0,0 0 0,0 0 0,0-1 0,0 1 0,0-1 0,0 0 0,0 0 0,0 0 0,0 0 0,0 0 0,0-1 0,0 1 0,0-1 0,0 0 0,0 0 0,-1 0 0,1 0 0,0 0 0,0-1 0,-1 1 0,1-1 0,-1 0 0,1 0 0,2-2 0,-1-1 0,0 0 0,0 0 0,0 0 0,-1 0 0,0-1 0,0 1 0,0-1 0,-1 0 0,1 0 0,-1 0 0,-1 0 0,1 0 0,-1 0 0,0-7 0,0-82 0,1 94 0,3 7 0,5 14 0,-7-16 0,8 16-1365,0-1-5461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7.4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26 183 24575,'-4'-8'0,"0"0"0,1 0 0,0 0 0,0 0 0,1-1 0,0 1 0,0-1 0,1 0 0,0-9 0,1 18 0,0-1 0,0 0 0,0 1 0,0-1 0,0 0 0,0 1 0,0-1 0,0 0 0,0 1 0,0-1 0,0 0 0,1 1 0,-1-1 0,0 0 0,1 1 0,-1-1 0,0 1 0,1-1 0,-1 1 0,0-1 0,1 1 0,-1-1 0,1 1 0,-1-1 0,1 1 0,-1-1 0,1 1 0,0 0 0,0-1 0,1 1 0,-1 0 0,0 0 0,0 1 0,0-1 0,0 0 0,1 1 0,-1-1 0,0 1 0,0-1 0,0 1 0,0-1 0,0 1 0,0 0 0,0-1 0,1 2 0,31 34 0,-9-1 0,-1 1 0,26 55 0,-15-25 0,-31-62 0,-1-5 0,-3-14 0,-6-33 0,5 38 0,-5-29-273,3-1 0,1-1 0,2 1 0,5-47 0,-1 59-6553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7.6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23 24575,'-3'-2'0,"-1"-5"0,-2-2 0,0 4 0,3 10 0,3 11 0,3 14 0,5 14 0,6 12 0,3 10 0,2 11 0,0 3 0,0 1 0,-1-1 0,-3-7 0,-2-10 0,-3-16-8191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07.8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11 198 24575,'-3'-6'0,"-1"-9"0,1-8 0,6-6 0,5 0 0,6 1 0,8 6 0,4 5 0,6 4 0,6 4 0,3 5 0,-2 2 0,0 2 0,-3 0 0,-7 1-8191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0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238 199 24575,'4'-44'0,"-3"36"0,0 0 0,0 0 0,0 0 0,-1 0 0,-1 1 0,-1-16 0,0 17 0,1 0 0,-1 1 0,0-1 0,-1 0 0,1 1 0,-1 0 0,0-1 0,0 1 0,-1 1 0,-7-10 0,10 13 0,-1-1 0,0 0 0,0 1 0,0 0 0,-1-1 0,1 1 0,0 0 0,0 0 0,-1 0 0,1 0 0,0 1 0,-1-1 0,1 1 0,-1-1 0,1 1 0,-1 0 0,1 0 0,-1 0 0,1 0 0,-1 0 0,1 1 0,0-1 0,-1 1 0,1 0 0,-1-1 0,1 1 0,0 0 0,-4 3 0,-2 0 0,1 1 0,0 1 0,1-1 0,-1 1 0,1 0 0,0 1 0,0-1 0,1 1 0,0 0 0,0 1 0,1-1 0,-5 11 0,-1 4 0,2 0 0,0 1 0,-6 28 0,9-28 34,1-1 1,1 1-1,1 0 0,1 0 0,1 0 0,1 0 0,1 0 0,1 0 0,10 38 1,-9-46-142,1-1 0,1 0 1,0 0-1,1-1 0,1 1 1,0-2-1,0 1 0,1-1 1,1 0-1,0-1 0,1 0 1,0-1-1,0 0 0,1-1 1,22 14-1,7-2-6719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1.1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174 655 24575,'-1'-39'0,"-1"0"0,-9-41 0,7 59 0,0 1 0,-2-1 0,0 1 0,-2 1 0,-13-28 0,20 45 0,0 1 0,0-1 0,0 0 0,0 1 0,0-1 0,0 1 0,0-1 0,-1 1 0,1-1 0,-1 1 0,1 0 0,-1 0 0,1 0 0,-1 0 0,0 0 0,1 0 0,-1 0 0,0 0 0,-3 0 0,3 1 0,1 0 0,-1 0 0,1 1 0,-1-1 0,1 1 0,-1-1 0,1 1 0,-1-1 0,1 1 0,0 0 0,-1-1 0,1 1 0,0 0 0,-1 0 0,1 0 0,0 0 0,0 1 0,0-1 0,0 0 0,0 0 0,0 0 0,1 1 0,-1-1 0,-1 3 0,-5 11 0,0 1 0,1-1 0,1 1 0,1 0 0,-5 27 0,5-11 0,-1 63 0,5-83 0,1-1 0,0 1 0,0 0 0,2-1 0,-1 0 0,1 1 0,10 20 0,-12-29 0,0 0 0,1 0 0,-1-1 0,1 1 0,0 0 0,0-1 0,0 0 0,0 1 0,0-1 0,0 0 0,1 0 0,-1 0 0,1 0 0,0-1 0,-1 1 0,1-1 0,0 1 0,0-1 0,0 0 0,0 0 0,0 0 0,0-1 0,0 1 0,0-1 0,0 0 0,0 0 0,1 0 0,-1 0 0,0 0 0,0 0 0,0-1 0,0 0 0,0 0 0,4-1 0,2-1 0,-1-1 0,0 0 0,0-1 0,0 0 0,0 0 0,-1 0 0,0-1 0,0 0 0,0-1 0,-1 0 0,0 0 0,0 0 0,-1 0 0,0-1 0,0 0 0,0 0 0,-1 0 0,3-10 0,3-10 0,-1-1 0,-2 1 0,-1-1 0,4-37 0,-4 91 0,2 0 0,1 0 0,17 32 0,-22-49 0,2 0 0,-1 0 0,1 0 0,0-1 0,0 0 0,1 0 0,0 0 0,0-1 0,1 0 0,-1-1 0,15 8 0,-18-11 0,0 0 0,0 0 0,1-1 0,-1 0 0,1 1 0,-1-1 0,1-1 0,0 1 0,-1-1 0,1 0 0,-1 0 0,1 0 0,0 0 0,-1-1 0,1 0 0,0 0 0,-1 0 0,0-1 0,1 1 0,-1-1 0,0 0 0,0 0 0,1-1 0,-2 1 0,6-5 0,-2 1 0,0-1 0,-1 0 0,0 0 0,-1 0 0,0-1 0,0 0 0,0 0 0,-1 0 0,0-1 0,-1 1 0,0-1 0,0 0 0,2-15 0,1-7 0,-3-1 0,1-50 0,-5 35 0,-10-82 0,7 105 0,-1 1 0,-1 1 0,0-1 0,-2 1 0,-16-31 0,23 50 0,-1 0 0,0 0 0,0 0 0,0 0 0,0 1 0,0-1 0,-1 0 0,1 1 0,-1 0 0,-4-4 0,6 6 0,0 0 0,1-1 0,-1 1 0,0 0 0,1 0 0,-1-1 0,0 1 0,1 0 0,-1 0 0,0 0 0,0 0 0,1 0 0,-1 0 0,0 0 0,1 0 0,-1 0 0,0 1 0,0-1 0,1 0 0,-1 0 0,0 1 0,0 0 0,-1 0 0,1 0 0,0 0 0,0 0 0,0 0 0,0 0 0,0 0 0,1 1 0,-1-1 0,0 0 0,1 1 0,-1-1 0,1 0 0,-1 3 0,-3 10 0,0 1 0,2 0 0,0-1 0,1 1 0,0 0 0,3 29 0,2-6 0,14 57 0,-9-58-195,2-1 0,1 0 0,2-1 0,1-1 0,2 0 0,32 48 0,-23-48-6631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1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21 132 24575,'-3'-3'0,"-4"-3"0,0-4 0,4 0 0,7-1 0,9 1 0,8 3 0,8-1 0,7-1 0,9 1 0,5-2 0,-1-1 0,0 1 0,-6 0 0,-10 1-8191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3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0 320 24575,'3'-4'0,"-1"1"0,0 0 0,0-1 0,0 0 0,-1 1 0,1-1 0,-1 0 0,2-6 0,4-13 0,-5 19 0,0 0 0,0 0 0,0 0 0,0 1 0,1-1 0,0 1 0,-1-1 0,6-3 0,-7 6 0,-1 1 0,1-1 0,0 1 0,-1 0 0,1-1 0,0 1 0,0 0 0,0-1 0,-1 1 0,1 0 0,0 0 0,0 0 0,0 0 0,-1 0 0,1 0 0,0 0 0,0 0 0,0 0 0,1 0 0,-1 1 0,1 0 0,-1-1 0,0 1 0,1 0 0,-1 0 0,0 0 0,1 0 0,-1 0 0,0 0 0,0 0 0,0 1 0,0-1 0,1 3 0,15 23 0,-2 1 0,17 41 0,-8-15 0,10 27 0,-22-50 0,1-1 0,1-1 0,30 47 0,-43-75 0,-1 0 0,1 0 0,0 0 0,-1 0 0,1 0 0,0-1 0,0 1 0,-1 0 0,1 0 0,0 0 0,0-1 0,0 1 0,0 0 0,0-1 0,0 1 0,0-1 0,2 1 0,-3-1 0,1-1 0,-1 1 0,0 0 0,1-1 0,-1 1 0,0 0 0,1-1 0,-1 1 0,0 0 0,0-1 0,1 1 0,-1-1 0,0 1 0,0-1 0,0 1 0,0-1 0,0 1 0,1 0 0,-1-1 0,0 1 0,0-1 0,0 1 0,0-1 0,0 1 0,0-1 0,-1 0 0,-5-45 0,6 44 0,-17-74 0,7 38 0,2 0 0,2-1 0,-2-62 0,8 98 0,0-1 0,1 1 0,-1 0 0,1-1 0,0 1 0,0 0 0,0 0 0,0-1 0,1 1 0,-1 0 0,1 0 0,0 0 0,0 1 0,2-4 0,-3 5 0,0 0 0,-1 1 0,1-1 0,0 1 0,-1-1 0,1 1 0,0-1 0,0 1 0,0-1 0,-1 1 0,1 0 0,0-1 0,0 1 0,0 0 0,0 0 0,0 0 0,0 0 0,-1 0 0,1 0 0,0 0 0,1 0 0,0 0 0,-1 1 0,1 0 0,-1 0 0,0-1 0,1 1 0,-1 0 0,0 0 0,0 0 0,0 0 0,1 0 0,-1 0 0,0 1 0,-1-1 0,1 0 0,0 1 0,1 1 0,-2-3 0,0 0 0,0 1 0,0-1 0,0 0 0,0 0 0,0 0 0,0 0 0,1 0 0,-1 0 0,0 1 0,0-1 0,0 0 0,0 0 0,0 0 0,0 0 0,0 0 0,0 1 0,-1-1 0,1 0 0,0 0 0,0 0 0,0 0 0,0 0 0,0 0 0,0 1 0,0-1 0,0 0 0,0 0 0,0 0 0,0 0 0,0 0 0,0 0 0,-1 0 0,1 0 0,0 1 0,0-1 0,0 0 0,0 0 0,0 0 0,0 0 0,-1 0 0,1 0 0,0 0 0,0 0 0,0 0 0,0 0 0,-1 0 0,-10 1 0,-11-4 0,20 1 0,-1 1 0,1-1 0,0 0 0,0 0 0,0 0 0,0 0 0,1-1 0,-1 1 0,0 0 0,1-1 0,0 1 0,-1-1 0,1 0 0,0 1 0,0-1 0,1 0 0,-2-4 0,-6-49 0,8 55 0,0-8 0,-1-1 0,2 1 0,0 0 0,0-1 0,0 1 0,1 0 0,1 0 0,0 0 0,0 0 0,0 1 0,1-1 0,9-14 0,-10 19 0,-1 1 0,1-1 0,0 1 0,0-1 0,0 1 0,0 0 0,1 0 0,-1 0 0,1 1 0,0-1 0,-1 1 0,1 0 0,0 0 0,1 0 0,-1 1 0,0-1 0,0 1 0,1 0 0,-1 0 0,1 1 0,-1-1 0,1 1 0,-1 0 0,1 0 0,-1 0 0,0 1 0,1 0 0,6 1 0,-4 1 0,1 0 0,-1 0 0,0 1 0,0 0 0,-1 0 0,1 1 0,-1 0 0,0 0 0,0 0 0,0 1 0,-1 0 0,5 6 0,3 5 0,-1 2 0,0-1 0,9 24 0,-5-6 86,-1 2-1,-2 0 0,8 41 1,15 120-1793,-28-145-5119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3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32 606 24575,'-10'-17'0,"7"11"0,-1 1 0,1-1 0,0 0 0,1-1 0,-3-7 0,5 13 0,-1-1 0,1 1 0,0 0 0,0-1 0,0 1 0,0-1 0,0 1 0,0-1 0,0 1 0,1 0 0,-1-1 0,0 1 0,1-1 0,-1 1 0,1 0 0,-1 0 0,1-1 0,0 1 0,0 0 0,-1 0 0,1 0 0,0-1 0,0 1 0,0 0 0,0 0 0,0 1 0,1-1 0,-1 0 0,2-1 0,10-3 0,-1 1 0,1 0 0,0 0 0,0 2 0,0-1 0,0 2 0,16-1 0,-10 1 0,36-6 0,-33 4 0,0 0 0,0 1 0,42 3 0,-57-1 0,-1 1 0,0 1 0,0-1 0,0 1 0,0 0 0,-1 0 0,1 0 0,0 1 0,-1 0 0,0 0 0,0 0 0,0 1 0,0 0 0,0 0 0,-1 0 0,1 0 0,-1 1 0,6 9 0,-2 1 0,0 0 0,-1 1 0,-1-1 0,0 2 0,-1-1 0,-1 1 0,3 28 0,3 7 0,14-171 0,-15 83 0,2 1 0,1 1 0,2 0 0,1 0 0,2 2 0,26-41 0,-40 69 0,1 0 0,-1 0 0,0 1 0,1-1 0,8-5 0,-12 8 0,1 1 0,0-1 0,0 1 0,-1-1 0,1 1 0,0 0 0,0-1 0,-1 1 0,1 0 0,0 0 0,0-1 0,0 1 0,0 0 0,-1 0 0,1 0 0,0 0 0,0 0 0,0 0 0,0 0 0,-1 0 0,1 1 0,0-1 0,0 0 0,0 0 0,0 1 0,-1-1 0,1 0 0,0 1 0,0-1 0,-1 1 0,1-1 0,0 1 0,-1-1 0,1 1 0,-1 0 0,1-1 0,0 1 0,-1 0 0,0-1 0,1 1 0,-1 0 0,1 1 0,4 12 0,0 1 0,-1 0 0,-1 0 0,-1 0 0,0 0 0,-1 0 0,0 19 0,0-12 0,-1 12 0,-1-23 0,1-1 0,0 1 0,1-1 0,0 1 0,0-1 0,1 1 0,1-1 0,4 13 0,-7-22 0,1-1 0,-1 1 0,0 0 0,1 0 0,-1 0 0,0-1 0,1 1 0,-1 0 0,1-1 0,0 1 0,-1 0 0,1-1 0,-1 1 0,1-1 0,0 1 0,0-1 0,-1 1 0,1-1 0,0 1 0,0-1 0,-1 0 0,1 1 0,0-1 0,0 0 0,0 0 0,0 0 0,0 0 0,-1 0 0,1 0 0,0 0 0,0 0 0,0 0 0,0 0 0,0 0 0,-1 0 0,1-1 0,0 1 0,0 0 0,0 0 0,-1-1 0,1 1 0,0-1 0,0 1 0,-1-1 0,1 1 0,0-1 0,-1 1 0,2-2 0,3-3 0,1-1 0,-1 0 0,0-1 0,6-8 0,-6 7 0,17-26 0,27-54 0,-22 35 0,-24 48 0,0-1 0,0 1 0,1 0 0,-1 0 0,1 1 0,5-6 0,-8 9 0,0 0 0,1 0 0,-1 0 0,0 0 0,1 1 0,-1-1 0,0 0 0,1 1 0,-1-1 0,1 1 0,-1-1 0,1 1 0,-1 0 0,1 0 0,0 0 0,-1-1 0,1 1 0,-1 1 0,1-1 0,-1 0 0,1 0 0,-1 1 0,1-1 0,-1 1 0,1-1 0,-1 1 0,1-1 0,-1 1 0,2 1 0,10 8 0,-1 0 0,0 1 0,-1 0 0,0 1 0,-1 0 0,11 16 0,-9-12 0,0 0 0,1-1 0,24 21 0,-32-32 0,0-1 0,0 1 0,0-1 0,1 0 0,-1 0 0,1-1 0,0 1 0,0-1 0,-1-1 0,2 1 0,-1-1 0,0 0 0,0 0 0,0-1 0,11 0 0,-12-1 0,-1 1 0,1-1 0,-1-1 0,1 1 0,-1-1 0,1 1 0,-1-1 0,0-1 0,0 1 0,0-1 0,0 1 0,0-1 0,0 0 0,-1 0 0,1-1 0,-1 1 0,0-1 0,0 0 0,-1 1 0,1-1 0,-1-1 0,1 1 0,-1 0 0,2-9 0,3-5 0,-2 0 0,0 0 0,-2 0 0,4-37 0,-5 25 0,-1-1 0,-1 1 0,-1 0 0,-2-1 0,-1 1 0,-2 0 0,-1 1 0,-20-56 0,26 81 0,-1 1 0,0-1 0,0 0 0,-1 1 0,1-1 0,-1 1 0,0 0 0,1-1 0,-6-3 0,7 6 0,0 1 0,0-1 0,0 1 0,0-1 0,0 1 0,0 0 0,0-1 0,0 1 0,0 0 0,-1 0 0,1 0 0,0-1 0,0 1 0,0 0 0,0 1 0,0-1 0,0 0 0,0 0 0,0 0 0,0 1 0,0-1 0,0 0 0,0 1 0,0-1 0,0 1 0,0-1 0,0 1 0,0 0 0,0-1 0,0 1 0,0 0 0,1 0 0,-1-1 0,0 1 0,0 0 0,1 0 0,-1 0 0,1 0 0,-1 2 0,-4 5 0,1 0 0,0 1 0,0-1 0,1 1 0,1 0 0,-1 0 0,1 1 0,1-1 0,0 0 0,0 0 0,1 14 0,2 10 0,9 61 0,-1-49-195,2 0 0,2 0 0,1-1 0,3-1 0,1-1 0,28 44 0,-28-54-6631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4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10 339 24575,'0'-5'0,"-2"-8"0,-2-10 0,1-5 0,3-8 0,7-2 0,8-1 0,9 2 0,12 1 0,8 6 0,8 7 0,5 6 0,1 6 0,-3 9 0,-11 3-8191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5.2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80 24575,'0'-80'0,"11"161"0,23 82 0,-22-109 0,25 71-1365,-28-100-5461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5.7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1 241 24575,'2'-41'0,"7"-44"0,-6 64 0,-12 98 0,4 1 0,5 90 0,3-147 0,2-16 0,2-12 0,1-13 0,0-1 0,-1 1 0,5-34 0,5-12 0,-5 23 0,-7 22 0,1 1 0,1 0 0,1 0 0,19-36 0,-27 55 0,1 0 0,-1 0 0,1-1 0,0 1 0,-1 0 0,1 0 0,0 0 0,0 0 0,0 0 0,0 1 0,0-1 0,0 0 0,0 0 0,0 1 0,0-1 0,0 0 0,0 1 0,1-1 0,-1 1 0,0 0 0,0-1 0,1 1 0,-1 0 0,0 0 0,0-1 0,1 1 0,-1 0 0,0 0 0,1 1 0,-1-1 0,0 0 0,0 0 0,1 1 0,-1-1 0,0 0 0,0 1 0,0 0 0,1-1 0,-1 1 0,0-1 0,0 1 0,0 0 0,1 1 0,5 5 0,0 0 0,-1 0 0,0 1 0,10 16 0,-3-6 0,4 4 0,1 0 0,24 21 0,-33-35 0,-1-1 0,1 0 0,1 0 0,-1-1 0,1-1 0,0 1 0,0-1 0,14 4 0,-22-8 0,1 0 0,-1-1 0,1 1 0,-1 0 0,1-1 0,-1 0 0,1 1 0,0-1 0,-1 0 0,1 0 0,0-1 0,-1 1 0,1-1 0,-1 1 0,1-1 0,-1 0 0,1 0 0,-1 0 0,1 0 0,-1 0 0,0 0 0,0-1 0,0 1 0,1-1 0,-1 1 0,2-4 0,-1 1 0,0-1 0,-1 1 0,1-1 0,-1 0 0,0 0 0,0 0 0,-1 0 0,1 0 0,-1 0 0,0 0 0,-1-1 0,1-5 0,0-5 69,-1 0-1,-1 1 0,0-1 0,-4-19 1,3 27-212,1 1 1,-1 0 0,-1-1 0,0 1-1,0 1 1,0-1 0,0 0 0,-1 1 0,-1-1-1,1 1 1,-6-6 0,-4 0-6684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5.9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10 24575,'0'-2'0,"-2"-2"0,-5 1 0,0 3 0,1 4 0,-2 4 0,2 7 0,0 6 0,2 7 0,2 5 0,1 2 0,3 1 0,2-1 0,3-3 0,2-5 0,0-6-8191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6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0 144 24575,'1'0'0,"0"0"0,0 1 0,-1-1 0,1 0 0,0 1 0,-1-1 0,1 1 0,0-1 0,-1 0 0,1 1 0,-1 0 0,1-1 0,-1 1 0,1-1 0,-1 1 0,1 0 0,-1-1 0,0 1 0,1 0 0,-1-1 0,0 1 0,0 0 0,1 0 0,-1-1 0,0 1 0,0 0 0,0 1 0,3 25 0,-3-24 0,10 159 0,-3-55 0,14-178 0,-10 28 0,13-44 0,-21 77 0,1 0 0,1 0 0,0 0 0,0 0 0,13-16 0,-17 24 0,1 0 0,-1 0 0,1 0 0,0 1 0,-1-1 0,1 0 0,0 1 0,0-1 0,0 1 0,1 0 0,-1 0 0,0 0 0,0 0 0,1 0 0,-1 0 0,0 1 0,1-1 0,-1 1 0,0-1 0,1 1 0,-1 0 0,1 0 0,-1 0 0,1 0 0,-1 1 0,1-1 0,-1 1 0,0-1 0,1 1 0,-1 0 0,0 0 0,0 0 0,1 0 0,-1 0 0,0 1 0,0-1 0,3 3 0,7 6 0,-1 1 0,0 0 0,-1 0 0,16 23 0,-21-28 0,4 6 0,-1 0 0,1-1 0,13 14 0,-20-23 0,0 0 0,0 0 0,-1-1 0,1 1 0,0-1 0,0 0 0,1 1 0,-1-1 0,0 0 0,0 0 0,0 0 0,1 0 0,-1-1 0,1 1 0,-1-1 0,0 1 0,1-1 0,-1 0 0,1 0 0,3 0 0,-4-1 0,0 0 0,-1 0 0,1 0 0,0 1 0,-1-2 0,1 1 0,-1 0 0,1 0 0,-1 0 0,1-1 0,-1 1 0,0-1 0,0 1 0,0-1 0,0 1 0,0-1 0,0 0 0,0 1 0,0-1 0,-1 0 0,1 0 0,-1 0 0,1-3 0,1-6 0,0 1 0,-1-22 0,-1 25 0,1-21 0,-1 0 0,-1 0 0,-1-1 0,-2 1 0,-1 0 0,-11-35 0,12 57 171,2 9 0,0 11-1878,1 4-5119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6.8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24 178 24575,'-1'0'0,"1"-1"0,0 0 0,0 0 0,-1 1 0,1-1 0,0 0 0,-1 1 0,1-1 0,0 0 0,-1 1 0,1-1 0,-1 0 0,1 1 0,-1-1 0,0 1 0,1-1 0,-1 1 0,1-1 0,-1 1 0,0 0 0,1-1 0,-1 1 0,0 0 0,0-1 0,1 1 0,-2 0 0,2 0 0,-1 0 0,1 0 0,0-1 0,0 1 0,-1 0 0,1 0 0,0 0 0,-1 0 0,1 0 0,0 0 0,-1 1 0,1-1 0,0 0 0,0 0 0,-1 0 0,1 0 0,0 0 0,0 0 0,-1 0 0,1 1 0,0-1 0,0 0 0,-1 0 0,1 0 0,0 0 0,0 1 0,-1-1 0,1 1 0,0 0 0,0-1 0,0 1 0,0 0 0,0 0 0,0-1 0,0 1 0,0 0 0,0-1 0,0 1 0,0 0 0,0-1 0,0 1 0,1 0 0,-1-1 0,0 1 0,1 1 0,3 8 0,1-1 0,0 1 0,1-1 0,0 0 0,0 0 0,1-1 0,0 0 0,0 0 0,1-1 0,11 9 0,-15-13 0,0 0 0,0-1 0,1 1 0,-1-1 0,0 0 0,1 0 0,-1-1 0,1 0 0,0 1 0,-1-2 0,1 1 0,0 0 0,0-1 0,-1 0 0,1 0 0,0 0 0,0-1 0,0 0 0,-1 0 0,1 0 0,0 0 0,-1-1 0,1 1 0,-1-1 0,5-3 0,-2 0 0,-1 1 0,0-1 0,-1 0 0,1-1 0,-1 1 0,0-1 0,0 0 0,-1 0 0,0-1 0,0 1 0,0-1 0,-1 0 0,0 0 0,0 0 0,-1-1 0,3-9 0,0-7 0,-1-1 0,0 0 0,-1-42 0,-3 64 53,0 1-128,1 1 0,-1-1 1,0 0-1,0 1 1,0-1-1,0 0 0,0 1 1,0-1-1,-1 0 1,1 1-1,-1-1 0,1 1 1,-1-1-1,1 1 0,-1-1 1,0 1-1,0-1 1,-1-2-1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7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66 24575,'1'0'0,"0"0"0,-1 0 0,1 0 0,-1-1 0,1 1 0,0 0 0,-1 0 0,1-1 0,-1 1 0,1 0 0,-1-1 0,1 1 0,-1-1 0,1 1 0,-1-1 0,1 1 0,-1-1 0,0 1 0,1-1 0,-1 1 0,0-1 0,1 0 0,-1 1 0,0-1 0,0 1 0,0-1 0,0 0 0,1 1 0,-1-1 0,0 0 0,0 1 0,0-1 0,0 0 0,0 1 0,-1-1 0,1 0 0,0-1 0,0 0 0,0 0 0,0 0 0,-1 0 0,1 0 0,-1 0 0,1 0 0,-1 0 0,0 0 0,-1-3 0,0 3 0,-1 0 0,1 0 0,-1 0 0,0 0 0,0 0 0,1 0 0,-1 1 0,0-1 0,0 1 0,0 0 0,-1 0 0,1 0 0,0 1 0,0-1 0,0 1 0,-1-1 0,1 1 0,0 0 0,-1 0 0,1 1 0,0-1 0,0 1 0,-1-1 0,1 1 0,-4 2 0,-2-1 0,0 2 0,0-1 0,0 1 0,0 1 0,1-1 0,0 2 0,-11 7 0,17-11 0,0-1 0,-1 1 0,1 0 0,0 1 0,0-1 0,0 0 0,1 0 0,-1 1 0,0-1 0,1 1 0,0 0 0,0-1 0,0 1 0,0 0 0,0 0 0,0-1 0,0 1 0,1 0 0,0 0 0,0 0 0,-1 0 0,2 0 0,-1 4 0,2-2 0,-1 0 0,1-1 0,0 1 0,0 0 0,0-1 0,1 1 0,0-1 0,0 0 0,0 0 0,0 0 0,1 0 0,6 5 0,13 10 0,1-1 0,1-2 0,45 23 0,6 4 0,-71-40 0,1 1 0,-1 0 0,0 0 0,0 0 0,8 9 0,-12-11 0,0-1 0,0 0 0,0 0 0,0 1 0,-1-1 0,1 1 0,0-1 0,-1 1 0,1-1 0,-1 1 0,1-1 0,-1 1 0,0-1 0,0 1 0,1-1 0,-1 1 0,0 0 0,-1-1 0,1 1 0,0-1 0,0 1 0,-1-1 0,1 1 0,-1-1 0,1 1 0,-1-1 0,1 1 0,-1-1 0,-1 2 0,-15 17-1365,-3-2-5461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7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1 187 24575,'0'-28'0,"0"25"0,0 19 0,0-16 0,-1 16 0,1 0 0,1 0 0,1-1 0,6 29 0,-7-40 0,1 0 0,-1 0 0,1-1 0,-1 1 0,1 0 0,0-1 0,1 0 0,-1 1 0,0-1 0,1 0 0,0 0 0,0 0 0,0 0 0,0-1 0,0 1 0,1-1 0,-1 0 0,1 0 0,-1 0 0,1 0 0,0-1 0,-1 0 0,1 1 0,6 0 0,-3-1 0,0 0 0,1 0 0,-1-1 0,1 0 0,-1 0 0,0 0 0,1-1 0,-1-1 0,0 1 0,1-1 0,-1 0 0,0-1 0,0 1 0,-1-1 0,1-1 0,0 1 0,-1-1 0,0 0 0,0-1 0,0 0 0,-1 0 0,1 0 0,-1 0 0,0-1 0,-1 0 0,1 0 0,-1 0 0,-1 0 0,1-1 0,-1 0 0,0 0 0,0 1 0,-1-2 0,0 1 0,2-12 0,-2 4 69,-1 0-1,0-1 0,-1 1 0,-3-22 1,2 28-240,-1 0 0,0 1 1,0-1-1,0 1 0,-1-1 1,-1 1-1,0 0 0,0 0 1,-5-7-1,-3 0-6655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7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169 78 24575,'0'-3'0,"-1"-1"0,1 0 0,0 0 0,-1 0 0,0 0 0,0 1 0,0-1 0,0 0 0,-1 1 0,1-1 0,-1 1 0,0-1 0,0 1 0,0 0 0,-3-4 0,3 5 0,0 1 0,0-1 0,0 1 0,0 0 0,1-1 0,-2 1 0,1 0 0,0 0 0,0 0 0,0 0 0,0 1 0,-1-1 0,1 1 0,0-1 0,-1 1 0,1 0 0,0 0 0,-1 0 0,1 0 0,0 0 0,-1 1 0,1-1 0,0 1 0,0-1 0,-1 1 0,-2 1 0,0 0 0,-1 1 0,1-1 0,0 1 0,1 0 0,-1 0 0,0 1 0,1 0 0,0-1 0,0 1 0,0 1 0,0-1 0,1 0 0,-1 1 0,1 0 0,0 0 0,1 0 0,-1 0 0,1 0 0,0 1 0,0-1 0,1 1 0,-1-1 0,1 1 0,1-1 0,-1 1 0,1 0 0,0 0 0,0-1 0,1 1 0,-1 0 0,1-1 0,0 1 0,1-1 0,0 1 0,-1-1 0,2 0 0,-1 1 0,1-1 0,-1 0 0,2 0 0,-1-1 0,7 8 0,4 1 0,0-1 0,1 0 0,1-2 0,0 1 0,31 13 0,29 19 0,-75-42 0,1 0 0,-1 0 0,1 0 0,-1 0 0,0 0 0,0 0 0,1 0 0,-1 1 0,0-1 0,0 0 0,0 1 0,0-1 0,0 1 0,0-1 0,-1 1 0,1 0 0,0-1 0,-1 1 0,1 2 0,-1-3 0,-1 1 0,1-1 0,-1 0 0,1 0 0,-1 1 0,1-1 0,-1 0 0,0 0 0,1 0 0,-1 0 0,0 0 0,0 0 0,0 0 0,0 0 0,0 0 0,0 0 0,0 0 0,0-1 0,-1 1 0,1 0 0,0-1 0,0 1 0,-1-1 0,1 1 0,-3-1 0,-13 6-160,-1-2 1,-1-1-1,1 0 0,-33 1 0,40-4-406,-40 3-6260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8.5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 24575,'0'2'0,"-3"2"0,-1 2 0,1 6 0,3 4 0,2 4 0,3 4 0,0 4 0,3 2 0,3 2 0,-2 1 0,2 0 0,1-3 0,1-3 0,-1-7-8191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9.0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148 134 24575,'0'-10'0,"0"0"0,-1 0 0,0 0 0,-1 0 0,-3-11 0,5 19 0,-1 1 0,1-1 0,0 1 0,-1 0 0,1-1 0,-1 1 0,0 0 0,1-1 0,-1 1 0,0 0 0,0 0 0,0 0 0,0-1 0,0 1 0,0 0 0,0 0 0,0 1 0,0-1 0,0 0 0,-1 0 0,1 0 0,0 1 0,-1-1 0,1 1 0,0-1 0,-1 1 0,1-1 0,-1 1 0,1 0 0,0 0 0,-1 0 0,1 0 0,-1 0 0,1 0 0,-1 0 0,1 0 0,-1 0 0,1 1 0,0-1 0,-1 1 0,1-1 0,-1 1 0,1 0 0,0-1 0,-2 2 0,-4 3 0,1-1 0,0 1 0,1 0 0,-1 0 0,1 1 0,0 0 0,0 0 0,0 0 0,1 0 0,0 1 0,0 0 0,1-1 0,0 1 0,0 1 0,-2 9 0,3-11 0,0 1 0,0 0 0,1 0 0,0 0 0,0 0 0,1 0 0,0 0 0,0 0 0,1 0 0,0 0 0,0 0 0,0 0 0,1 0 0,0-1 0,0 1 0,1 0 0,3 5 0,-4-9 0,0 0 0,0 0 0,0 0 0,1-1 0,-1 1 0,1-1 0,-1 1 0,1-1 0,0 0 0,0 0 0,0-1 0,0 1 0,0 0 0,0-1 0,1 0 0,-1 0 0,0 0 0,1 0 0,-1 0 0,1-1 0,-1 1 0,1-1 0,-1 0 0,1 0 0,-1-1 0,1 1 0,-1-1 0,1 1 0,-1-1 0,0 0 0,7-3 0,-3 1 0,0-1 0,1 1 0,-1-1 0,-1-1 0,1 0 0,-1 1 0,1-2 0,-1 1 0,-1-1 0,1 0 0,-1 0 0,8-13 0,-8 10 0,-1 1 0,0-1 0,-1 0 0,0 0 0,0 0 0,-1-1 0,0 1 0,0-1 0,0-14 0,-2 17 0,-1 0 0,1 0 0,-1 0 0,0 0 0,-1 0 0,0 0 0,0 0 0,0 0 0,-1 1 0,0-1 0,0 1 0,0-1 0,-7-6 0,3 0 0,10 6 0,22 5 0,-22 2 0,73 1 0,-41-2 0,0 1 0,1 2 0,-1 2 0,35 8 0,-67-12 0,1 1 0,-1 0 0,0 0 0,0 0 0,0 1 0,0-1 0,0 1 0,0-1 0,-1 1 0,1 0 0,0 0 0,-1 0 0,1 1 0,-1-1 0,0 0 0,0 1 0,0 0 0,0-1 0,0 1 0,-1 0 0,1 0 0,-1 0 0,0 0 0,0 0 0,0 0 0,0 1 0,0-1 0,-1 0 0,1 0 0,-1 1 0,0-1 0,0 0 0,0 0 0,-1 1 0,1-1 0,-1 0 0,0 0 0,-2 7 0,-6 14 0,6-20 0,1 2 0,0-1 0,0 0 0,0 0 0,1 1 0,0-1 0,0 1 0,0-1 0,0 1 0,1 8 0,1-13 0,-1 1 0,1-1 0,0 0 0,0 1 0,0-1 0,-1 0 0,1 0 0,0 0 0,0 0 0,0 0 0,1 0 0,-1 0 0,0 0 0,0 0 0,1 0 0,-1 0 0,0-1 0,1 1 0,-1-1 0,0 1 0,1-1 0,-1 1 0,1-1 0,-1 0 0,1 0 0,-1 0 0,1 0 0,-1 0 0,1 0 0,-1 0 0,4-1 0,4 0 0,1 0 0,-1-1 0,15-4 0,-11 1 0,0 0 0,0 0 0,-1-1 0,0-1 0,15-10 0,-24 15 0,1-1 0,0 0 0,-1 1 0,1-1 0,-1-1 0,0 1 0,0 0 0,0-1 0,-1 0 0,1 1 0,-1-1 0,0 0 0,0 0 0,0-1 0,-1 1 0,1 0 0,-1 0 0,0-1 0,0 1 0,0-6 0,-2 8 12,1-1 0,-1 1 1,1 0-1,-1-1 0,0 1 0,0-1 0,0 1 0,0 0 0,-1 0 0,1 0 0,-1 0 0,1 0 1,-1 0-1,0 0 0,1 0 0,-1 0 0,0 1 0,0-1 0,0 1 0,-1-1 0,1 1 0,0 0 1,0 0-1,-1 0 0,1 0 0,-1 1 0,-4-2 0,-8-2-342,0 2 1,1-1-1,-22 1 0,30 1-55,-38-1-6441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9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7 24575,'0'-3'0,"-3"0"0,0 2 0,-1 7 0,1 9 0,1 6 0,1 5 0,1 7 0,-1 6 0,1 2 0,3 1 0,1 0 0,2-2 0,1-5 0,-2-8-8191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19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149 191 24575,'0'-5'0,"0"0"0,-1 1 0,1-1 0,-1 0 0,-1 0 0,1 1 0,0-1 0,-1 1 0,0-1 0,0 1 0,-1 0 0,1 0 0,-1 0 0,0 0 0,-5-6 0,6 8 0,0 0 0,-1 0 0,1 0 0,0 1 0,-1-1 0,1 1 0,-1-1 0,1 1 0,-1 0 0,0 0 0,0 0 0,0 1 0,1-1 0,-1 0 0,0 1 0,0 0 0,0 0 0,0 0 0,0 0 0,0 0 0,0 0 0,1 1 0,-1 0 0,0-1 0,0 1 0,0 0 0,-2 2 0,2-2 0,0 1 0,1 0 0,-1 0 0,0 0 0,1 0 0,-1 1 0,1-1 0,0 1 0,0 0 0,0-1 0,0 1 0,1 0 0,-1 0 0,1 0 0,-1 0 0,1 0 0,0 0 0,0 1 0,1-1 0,-1 0 0,1 1 0,-1-1 0,1 0 0,0 1 0,1 3 0,-1 0 0,1 0 0,-1-1 0,1 1 0,1 0 0,0-1 0,-1 1 0,2-1 0,-1 0 0,1 1 0,0-1 0,6 9 0,-4-9 0,0-1 0,1 0 0,-1 0 0,1 0 0,0-1 0,0 0 0,1 0 0,-1 0 0,1-1 0,0 0 0,10 3 0,-12-4 0,1-1 0,-1 1 0,1-1 0,-1 0 0,1-1 0,-1 1 0,1-1 0,-1-1 0,1 1 0,-1-1 0,1 1 0,-1-2 0,1 1 0,-1 0 0,0-1 0,6-3 0,-8 4 0,-1-1 0,1 0 0,-1 0 0,1 0 0,-1 0 0,1-1 0,-1 1 0,0-1 0,0 1 0,0-1 0,-1 0 0,1 1 0,-1-1 0,1 0 0,-1 0 0,0 0 0,0 0 0,0-1 0,-1 1 0,1 0 0,-1 0 0,1 0 0,-1-1 0,0 1 0,-1 0 0,1 0 0,0-1 0,-2-3 0,-2-11 0,-1 1 0,0 0 0,-1 0 0,-9-16 0,3 6 0,11 25 0,0 0 0,0-1 0,0 1 0,0-1 0,1 0 0,-1 1 0,1-1 0,-1 1 0,1-1 0,0 0 0,0 1 0,0-1 0,1 0 0,-1 1 0,0-1 0,1 1 0,1-4 0,-1 4 0,1 0 0,-1 0 0,1 0 0,0 0 0,0 0 0,0 0 0,0 1 0,0-1 0,0 0 0,0 1 0,0 0 0,0 0 0,1 0 0,-1 0 0,1 0 0,-1 0 0,1 0 0,2 0 0,14-3 0,0 1 0,0 0 0,38 0 0,-45 3 0,1 1 0,-1 0 0,0 1 0,1 1 0,-1-1 0,0 2 0,14 5 0,-23-7 0,1-1 0,-1 1 0,0-1 0,0 1 0,0 0 0,0 0 0,0 0 0,-1 1 0,1-1 0,-1 1 0,1 0 0,-1-1 0,0 1 0,0 0 0,0 0 0,0 0 0,-1 1 0,1-1 0,-1 0 0,0 1 0,0-1 0,0 0 0,0 1 0,-1-1 0,1 7 0,-2 3 0,0-1 0,-1 1 0,-1 0 0,0-1 0,-8 22 0,-2 10 0,12-42 0,1 0 0,-1 1 0,1-1 0,-1 1 0,1-1 0,0 0 0,0 1 0,0-1 0,0 0 0,1 1 0,-1-1 0,0 1 0,1-1 0,0 0 0,0 0 0,-1 1 0,1-1 0,2 3 0,-1-3 0,-1-1 0,1 1 0,0-1 0,-1 1 0,1-1 0,0 0 0,0 0 0,0 1 0,0-1 0,0-1 0,0 1 0,0 0 0,1 0 0,-1-1 0,4 1 0,4 0 0,0-1 0,-1 0 0,1-1 0,0 0 0,0 0 0,-1-1 0,16-5 0,-11 2 0,1 0 0,-1-1 0,0-1 0,-1 0 0,1-1 0,-1 0 0,-1-1 0,20-18 0,-28 23 0,0 0 0,0 0 0,0-1 0,0 0 0,-1 1 0,0-1 0,0-1 0,0 1 0,-1 0 0,0-1 0,0 1 0,0-1 0,0 0 0,-1 0 0,0 1 0,0-1 0,-1 0 0,0 0 0,0 0 0,0 0 0,0 0 0,-1 0 0,0 0 0,-1 1 0,-2-9 0,3 10 16,-1 0-1,0-1 1,-1 1-1,1 0 1,-1 1-1,1-1 1,-1 0-1,0 1 1,-1-1-1,1 1 1,0 0-1,-1 0 1,0 0-1,0 1 1,0-1-1,0 1 1,0 0 0,0 0-1,-1 0 1,1 1-1,-9-2 1,4 1-187,-1 1 0,1 0 1,-1 0-1,0 1 0,1 1 1,-1 0-1,1 0 0,-1 1 1,-14 4-1,-16 8-6655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0.3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1 238 24575,'0'-20'0,"0"-1"0,2 0 0,0 1 0,5-21 0,-5 35 0,-1 0 0,1 0 0,1 1 0,-1-1 0,1 1 0,0-1 0,0 1 0,1 0 0,-1 0 0,1 0 0,0 1 0,0 0 0,1-1 0,0 1 0,-1 1 0,1-1 0,0 1 0,7-4 0,-4 4 0,0-1 0,0 1 0,1 1 0,-1 0 0,1 0 0,0 0 0,0 1 0,-1 0 0,1 1 0,0 0 0,0 0 0,13 3 0,-18-2 0,0 0 0,-1 0 0,1 0 0,0 0 0,-1 0 0,1 1 0,-1 0 0,1-1 0,-1 1 0,0 1 0,1-1 0,-1 0 0,-1 1 0,1 0 0,0-1 0,-1 1 0,1 0 0,-1 1 0,0-1 0,0 0 0,0 0 0,0 1 0,-1 0 0,1-1 0,-1 1 0,0 0 0,0-1 0,0 1 0,-1 0 0,1 7 0,-1-2 0,-1 1 0,0-1 0,-1 1 0,0-1 0,0 1 0,-1-1 0,-1 0 0,1 0 0,-1 0 0,-1-1 0,1 0 0,-2 1 0,1-2 0,-1 1 0,0 0 0,-11 9 0,-9 8 0,-2 0 0,-55 37 0,75-55 0,17-8 0,26-11 0,-29 10 0,131-45-1365,-91 32-5461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0.9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203 177 24575,'0'-2'0,"-1"0"0,1 0 0,-1 1 0,1-1 0,-1 0 0,0 0 0,1 1 0,-1-1 0,0 1 0,0-1 0,0 1 0,-1-1 0,1 1 0,-3-3 0,-22-17 0,21 17 0,2 1 0,0 1 0,0 0 0,-1-1 0,1 1 0,0 1 0,-1-1 0,1 0 0,-1 1 0,0 0 0,0 0 0,1 0 0,-1 0 0,0 1 0,0-1 0,0 1 0,-4 0 0,4 1 0,0 0 0,1 0 0,-1 0 0,1 1 0,-1-1 0,1 1 0,0 0 0,0 0 0,0 0 0,0 0 0,0 1 0,0-1 0,0 1 0,1 0 0,-1 0 0,-3 5 0,2-2 0,0 0 0,0 0 0,1 0 0,-1 0 0,1 1 0,1 0 0,-1 0 0,1-1 0,0 1 0,1 1 0,-1 10 0,1-15 0,1 0 0,1 1 0,-1-1 0,0 0 0,1 1 0,0-1 0,0 0 0,0 1 0,0-1 0,0 0 0,1 0 0,-1 0 0,1 0 0,0 0 0,0 0 0,0-1 0,0 1 0,1-1 0,-1 1 0,1-1 0,-1 0 0,1 0 0,0 0 0,0 0 0,0-1 0,3 2 0,2 1 0,1-1 0,0 0 0,0-1 0,0 0 0,0 0 0,0-1 0,1 0 0,-1-1 0,0 0 0,0 0 0,15-3 0,-19 2 0,0 0 0,0 0 0,-1 0 0,1 0 0,0-1 0,-1 0 0,1 1 0,-1-2 0,0 1 0,0 0 0,0-1 0,0 0 0,0 0 0,0 0 0,-1-1 0,1 1 0,-1-1 0,0 1 0,0-1 0,-1 0 0,1-1 0,-1 1 0,3-7 0,-4 8 0,-1 1 0,1-1 0,-1 0 0,1 0 0,-1 1 0,0-1 0,0 0 0,-1 0 0,1 1 0,0-1 0,-1 0 0,0 0 0,1 1 0,-1-1 0,0 1 0,-1-1 0,1 1 0,0-1 0,-1 1 0,1-1 0,-1 1 0,-3-3 0,-4-4 0,0 0 0,-1 1 0,-20-13 0,-9-8 0,38 28 0,0 0 0,0 1 0,1-1 0,-1 0 0,0 0 0,0 0 0,1 0 0,-1 0 0,0 0 0,1 0 0,-1 0 0,1 0 0,-1 0 0,1 0 0,-1 0 0,1 0 0,0 0 0,0 0 0,0-1 0,0 1 0,-1 0 0,1 0 0,1 0 0,-1 0 0,0-1 0,0 0 0,1 0 0,0 1 0,0-1 0,1 1 0,-1-1 0,0 1 0,0-1 0,1 1 0,-1 0 0,1 0 0,-1 0 0,1 0 0,0 0 0,-1 0 0,4-1 0,7-3 0,1 1 0,0 1 0,20-4 0,-29 6 0,86-10 0,-79 10 0,-1 1 0,1 0 0,0 1 0,0 0 0,-1 1 0,15 4 0,-22-5 0,-1 0 0,1 0 0,0 0 0,-1 0 0,1 1 0,-1-1 0,1 1 0,-1 0 0,0 0 0,0 0 0,0 0 0,0 0 0,0 0 0,0 1 0,0-1 0,-1 0 0,1 1 0,-1 0 0,0-1 0,0 1 0,0 0 0,0-1 0,0 1 0,0 4 0,0 7 0,0-1 0,-1 0 0,0 0 0,-3 19 0,1-21 0,1-1 0,0 1 0,1-1 0,0 1 0,3 15 0,-3-25 0,1 1 0,-1 0 0,1 0 0,0-1 0,0 1 0,0 0 0,0-1 0,0 1 0,0-1 0,0 1 0,0-1 0,0 0 0,1 1 0,-1-1 0,1 0 0,-1 0 0,1 0 0,-1 0 0,1 0 0,0 0 0,-1 0 0,1-1 0,0 1 0,0-1 0,-1 1 0,1-1 0,0 1 0,0-1 0,0 0 0,0 0 0,0 0 0,-1 0 0,1 0 0,0-1 0,0 1 0,0-1 0,2 0 0,7-2 0,-1 0 0,0-1 0,0 0 0,-1-1 0,11-6 0,0-1 0,-1-1 0,-1 0 0,24-23 0,-34 28 0,-1 0 0,1-1 0,-1 0 0,0 0 0,-1 0 0,0-1 0,-1 0 0,8-19 0,-12 27 0,0-1 0,-1 1 0,1-1 0,0 1 0,-1-1 0,0 0 0,1 1 0,-1-1 0,0 0 0,0 1 0,-1-1 0,1 1 0,-1-1 0,1 0 0,-1 1 0,0-1 0,0 1 0,0-1 0,0 1 0,0 0 0,-3-4 0,2 3 0,-1 1 0,1 0 0,-1 0 0,1 0 0,-1 0 0,0 0 0,0 1 0,0-1 0,0 1 0,0 0 0,0 0 0,-1 0 0,1 0 0,0 0 0,0 1 0,-7-1 0,-3 1 49,1 1 0,-1-1 0,0 2-1,1 0 1,-1 0 0,-12 5 0,-1 2-903,-42 20 1,18-3-5973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1.4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11 213 24575,'-2'-2'0,"1"0"0,0 0 0,0 0 0,0 0 0,0 0 0,0 0 0,1 0 0,-1 0 0,1 0 0,-1 0 0,1 0 0,0-1 0,-1 1 0,1 0 0,0 0 0,1 0 0,-1 0 0,0-1 0,1 1 0,-1 0 0,1 0 0,0 0 0,-1 0 0,1 0 0,0 0 0,0 0 0,2-2 0,1-4 0,1 0 0,0 1 0,0 0 0,1-1 0,8-6 0,-2 3 0,0 2 0,1-1 0,0 2 0,1 0 0,-1 0 0,2 1 0,-1 1 0,1 1 0,21-6 0,-15 6 0,0 1 0,0 0 0,0 2 0,1 0 0,0 2 0,27 2 0,-43-1 0,-1-1 0,0 1 0,1 1 0,-1-1 0,0 1 0,0 0 0,0 0 0,0 0 0,7 5 0,-10-6 0,-1 0 0,1 1 0,-1-1 0,1 1 0,-1-1 0,0 1 0,0-1 0,0 1 0,0-1 0,0 1 0,0 0 0,0 0 0,0-1 0,-1 1 0,1 0 0,-1 0 0,1 0 0,-1 0 0,0 0 0,0 0 0,0 0 0,0 0 0,0 0 0,0 0 0,0 0 0,-1 0 0,1-1 0,-1 1 0,0 3 0,-2 1 0,0 1 0,0 0 0,-1-1 0,0 0 0,0 0 0,0 0 0,-1 0 0,0-1 0,-7 7 0,-8 6 0,-27 17 0,8-6 0,38-28 0,0-1 0,1 0 0,-1 1 0,0-1 0,1 1 0,-1-1 0,1 1 0,-1-1 0,1 1 0,-1-1 0,1 1 0,0 0 0,-1-1 0,1 1 0,0-1 0,-1 1 0,1 0 0,0-1 0,0 1 0,-1 0 0,1 0 0,0 0 0,1-1 0,-1 1 0,1-1 0,-1 0 0,0 0 0,1 1 0,-1-1 0,1 0 0,-1 1 0,1-1 0,-1 0 0,1 0 0,-1 0 0,0 0 0,1 0 0,-1 1 0,1-1 0,-1 0 0,1 0 0,0 0 0,-1 0 0,1-1 0,41-3 0,-33 3 0,5-1 0,0 1 0,0 0 0,24 3 0,-34-2 0,0 1 0,-1-1 0,1 1 0,0 0 0,0 0 0,-1 0 0,1 1 0,-1-1 0,1 1 0,-1 0 0,0 0 0,0 0 0,1 1 0,-1-1 0,-1 1 0,1-1 0,0 1 0,4 5 0,-6-6 0,-1 0 0,1 1 0,0-1 0,0 0 0,-1 0 0,1 0 0,-1 0 0,0 0 0,0 1 0,0-1 0,0 0 0,0 0 0,0 0 0,0 1 0,-1-1 0,1 0 0,-1 0 0,0 0 0,1 0 0,-1 0 0,0 0 0,0 0 0,0 0 0,-1 0 0,1 0 0,0-1 0,-1 1 0,1-1 0,-1 1 0,-2 2 0,-4 2 0,1 1 0,-1-1 0,-1-1 0,1 1 0,-14 5 0,2-2 0,-2 0 0,-32 8 0,44-15 0,0 1 0,-1-2 0,1 1 0,-1-2 0,1 1 0,-1-1 0,-17-3 0,11-3-1365,6-1-5461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2.0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77 184 24575,'25'-9'0,"-24"9"0,0-1 0,0 1 0,0 0 0,0-1 0,0 1 0,0 0 0,0 0 0,0 0 0,0 0 0,1 0 0,-1 0 0,0 0 0,0 0 0,0 0 0,0 1 0,0-1 0,0 0 0,0 1 0,0-1 0,1 1 0,-3 1 0,0 1 0,-1-1 0,1 0 0,-1 0 0,1-1 0,-1 1 0,1 0 0,-1-1 0,0 1 0,0 0 0,-4 1 0,5-2 0,-13 10 0,2-3 0,1 1 0,0 0 0,0 1 0,-17 20 0,27-29 0,-1 1 0,1-1 0,0 1 0,0 0 0,0 0 0,0 0 0,0 0 0,0 0 0,0 0 0,0 0 0,1 0 0,-1 0 0,1 0 0,0 0 0,0 1 0,-1-1 0,1 0 0,1 0 0,-1 0 0,0 0 0,0 0 0,1 1 0,-1-1 0,1 0 0,0 0 0,0 0 0,0 0 0,0 0 0,0 0 0,0-1 0,0 1 0,0 0 0,1 0 0,-1-1 0,1 1 0,-1-1 0,1 0 0,0 1 0,3 1 0,0 0 0,0 0 0,0 0 0,1 0 0,-1-1 0,1 0 0,-1 0 0,1 0 0,0-1 0,0 0 0,0 0 0,-1 0 0,1-1 0,0 0 0,0 0 0,0 0 0,0-1 0,0 0 0,0 0 0,0 0 0,-1-1 0,11-4 0,-12 4 0,0 0 0,0 0 0,-1 0 0,1 0 0,-1-1 0,0 0 0,0 1 0,0-1 0,0 0 0,0 0 0,-1-1 0,1 1 0,-1 0 0,0-1 0,0 0 0,0 1 0,0-1 0,-1 0 0,1 0 0,-1 0 0,0 0 0,-1 0 0,1 0 0,0 0 0,-1-1 0,0 1 0,0 0 0,-1 0 0,1 0 0,-1 0 0,-1-7 0,-2 0 0,1 0 0,-1 1 0,-1 0 0,0 0 0,0 0 0,-1 0 0,0 1 0,-1 0 0,0 0 0,-1 1 0,1 0 0,-2 0 0,-12-10 0,27 20 0,0 0 0,1-1 0,-1 1 0,1-2 0,-1 1 0,1-1 0,9 0 0,-7-1 0,19 0 0,0-2 0,0-1 0,32-9 0,-24 4 0,38-3 0,-73 12 0,1 0 0,0-1 0,0 1 0,0 0 0,0 0 0,0 0 0,0 0 0,0 1 0,0-1 0,0 1 0,0-1 0,-1 1 0,1-1 0,0 1 0,0 0 0,0 0 0,-1 0 0,1 0 0,0 0 0,-1 0 0,1 0 0,-1 1 0,0-1 0,1 1 0,0 1 0,0 0 0,-1 0 0,0 0 0,0 0 0,0 0 0,-1 1 0,1-1 0,-1 0 0,0 0 0,0 0 0,0 1 0,0-1 0,0 0 0,-1 0 0,-1 5 0,-7 28 0,5-25 0,1 0 0,0 0 0,1 1 0,-2 14 0,4-23 0,0 0 0,0 0 0,1 0 0,-1 0 0,1 0 0,-1 0 0,1-1 0,0 1 0,0 0 0,0 0 0,0 0 0,1-1 0,-1 1 0,1-1 0,-1 1 0,1-1 0,0 1 0,0-1 0,0 0 0,0 0 0,4 2 0,3 2 0,0-2 0,0 1 0,0-1 0,1 0 0,-1-1 0,1 0 0,0-1 0,0 0 0,0 0 0,0-1 0,16 0 0,-9-1 0,-1-1 0,1-1 0,0 0 0,0-1 0,-1-1 0,19-6 0,-30 8 0,0 0 0,0 0 0,0 0 0,-1 0 0,0-1 0,1 0 0,-1 0 0,0 0 0,0-1 0,0 1 0,-1-1 0,0 0 0,1 0 0,-1 0 0,0-1 0,-1 1 0,1 0 0,2-9 0,-3 7 0,-1 1 0,0-1 0,0 0 0,0 1 0,-1-1 0,0 0 0,0 0 0,0 1 0,-1-1 0,0 0 0,0 1 0,-1-1 0,1 1 0,-1-1 0,0 1 0,-5-9 0,1 4 23,0 0 0,0 1 0,-1 0-1,0 1 1,-1-1 0,0 1 0,0 1-1,-1-1 1,0 1 0,0 1 0,0 0-1,-1 0 1,0 1 0,-16-6 0,5 3-267,0 2 0,-1 0 0,0 2 0,1 0 1,-1 2-1,-31-1 0,-20 4-6582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6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1322 81 24575,'-8'-7'0,"-1"-1"0,0 2 0,-1-1 0,0 2 0,0-1 0,0 1 0,0 1 0,-1-1 0,-16-3 0,2 2 0,-1 1 0,1 1 0,-30 0 0,23 4 0,0 1 0,0 2 0,0 1 0,0 2 0,-56 17 0,20 1 0,-97 48 0,123-50 0,1 2 0,2 2 0,1 1 0,0 2 0,3 1 0,0 2 0,2 2 0,2 0 0,1 3 0,1 0 0,2 2 0,2 1 0,2 1 0,2 1 0,1 0 0,2 2 0,3 0 0,1 1 0,2 1 0,2 0 0,2 0 0,-3 70 0,10-54 0,2 1 0,19 119 0,-15-154 0,2-1 0,0 1 0,2-1 0,1-1 0,1 1 0,1-2 0,2 0 0,28 42 0,-29-51 0,1 0 0,0-2 0,2 0 0,-1 0 0,1-1 0,1-1 0,0-1 0,20 10 0,-10-9 0,0 0 0,0-2 0,1-1 0,0-1 0,32 4 0,1-5 0,0-3 0,0-2 0,1-3 0,110-16 0,611-145 0,-739 151 0,-1-2 0,0-2 0,63-31 0,-92 38 0,-1 0 0,0-1 0,0 0 0,0-1 0,-1 0 0,-1-1 0,0-1 0,0 1 0,-1-2 0,0 1 0,-2-2 0,1 1 0,10-26 0,-3-2 0,-2-1 0,-2 0 0,10-71 0,3-134 0,-22 197 0,-5-87 0,0 118 0,0 0 0,-2 0 0,0 0 0,-1 0 0,-1 1 0,-1 0 0,-15-29 0,-1 9 0,-2 2 0,-2 1 0,-1 1 0,-1 1 0,-2 2 0,-1 1 0,-1 1 0,-2 2 0,-46-27 0,61 42 0,-1 0 0,0 2 0,-1 1 0,0 1 0,-1 0 0,1 2 0,-42-6 0,32 9 0,0 1 0,0 1 0,0 2 0,0 1 0,-37 7 0,-200 31 0,255-38-1365,4 2-5461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6.9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0 576 24575,'1'7'0,"-1"1"0,1-1 0,1 0 0,-1 1 0,2-1 0,-1 0 0,0 0 0,1 0 0,1-1 0,-1 1 0,6 7 0,-8-12 0,0 0 0,1 0 0,-1 0 0,1 0 0,-1 0 0,1-1 0,0 1 0,0 0 0,0-1 0,0 1 0,0-1 0,0 0 0,0 0 0,0 0 0,1 0 0,-1 0 0,0 0 0,1 0 0,-1-1 0,0 1 0,1-1 0,-1 0 0,1 0 0,-1 0 0,1 0 0,-1 0 0,1 0 0,-1-1 0,1 1 0,-1-1 0,0 1 0,1-1 0,-1 0 0,0 0 0,0 0 0,3-2 0,3-3 0,0 0 0,-1-1 0,0 0 0,0 0 0,-1 0 0,0-1 0,0 0 0,-1 0 0,0-1 0,0 0 0,-1 0 0,0 0 0,-1 0 0,0 0 0,3-13 0,1-15 0,0 1 0,1-62 0,-8 36 0,-2 1 0,-3-1 0,-15-68 0,19 122 0,-1 1 0,0-1 0,0 1 0,-5-11 0,7 17 0,0 0 0,-1 0 0,1 1 0,0-1 0,-1 0 0,1 1 0,-1-1 0,1 0 0,-1 1 0,1-1 0,-1 0 0,1 1 0,-1-1 0,0 1 0,1-1 0,-1 1 0,0-1 0,0 1 0,1 0 0,-1-1 0,0 1 0,0 0 0,1 0 0,-1-1 0,0 1 0,0 0 0,0 0 0,1 0 0,-1 0 0,0 0 0,0 0 0,0 0 0,1 0 0,-1 1 0,0-1 0,0 0 0,0 0 0,1 1 0,-1-1 0,0 0 0,0 1 0,1-1 0,-1 1 0,0-1 0,1 1 0,-1-1 0,1 1 0,-1-1 0,1 1 0,-1 0 0,1-1 0,-1 1 0,1 0 0,-1 0 0,-8 12-1365,3 0-5461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7.2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83 237 24575,'-2'0'0,"0"0"0,0 1 0,0-1 0,0 1 0,1 0 0,-1 0 0,0-1 0,0 1 0,1 0 0,-1 0 0,1 1 0,-1-1 0,-2 2 0,-20 23 0,16-16 0,-7 1 0,15-11 0,0 0 0,0 0 0,-1 0 0,1 0 0,0 0 0,0 0 0,-1 0 0,1 0 0,0 0 0,0 0 0,-1 0 0,1 0 0,0-1 0,0 1 0,-1 0 0,1 0 0,0 0 0,0 0 0,0 0 0,-1 0 0,1-1 0,0 1 0,0 0 0,0 0 0,-1 0 0,1-1 0,0 1 0,0 0 0,0 0 0,0 0 0,0-1 0,0 1 0,-1 0 0,1-1 0,0-3 0,-1 0 0,0 0 0,1 0 0,0 0 0,1-9 0,1-9 0,0 0 0,2-1 0,0 1 0,2 1 0,0-1 0,2 1 0,15-32 0,-21 50 0,0-1 0,0 0 0,1 1 0,-1 0 0,1-1 0,0 1 0,0 0 0,0 0 0,0 1 0,0-1 0,1 1 0,-1-1 0,1 1 0,0 0 0,-1 1 0,1-1 0,0 1 0,5-2 0,-4 2 0,0 1 0,-1 0 0,1 0 0,0 0 0,-1 0 0,1 1 0,-1 0 0,1 0 0,-1 0 0,1 1 0,-1-1 0,0 1 0,0 0 0,1 0 0,-1 0 0,6 5 0,11 10-107,-1 1-1,-1 1 0,30 36 1,-33-36-828,27 31-5891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7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69 633 24575,'-5'-3'0,"0"0"0,0 0 0,0 0 0,0-1 0,1 1 0,-1-1 0,1 0 0,0 0 0,0-1 0,1 1 0,-7-11 0,9 12 0,-1 0 0,1 0 0,0 0 0,0-1 0,0 1 0,0 0 0,0-1 0,1 1 0,0-1 0,0 1 0,0 0 0,0-1 0,0 1 0,1-1 0,-1 1 0,1 0 0,0-1 0,0 1 0,0 0 0,0 0 0,3-5 0,2-2 0,0 1 0,1 0 0,0 0 0,1 1 0,0 0 0,0 0 0,17-12 0,2 1 0,44-22 0,18-4-137,2 5 0,176-52-1,203-13-274,-130 51 412,-227 41 0,115 3 0,-210 10-1228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8.3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272 254 24575,'3'-4'0,"0"1"0,-1-1 0,1 0 0,-1 0 0,0-1 0,0 1 0,0 0 0,0-1 0,-1 1 0,0-1 0,1-6 0,4-56 0,-5 53 0,-1 6 0,1-1 0,-2 1 0,1 0 0,-1-1 0,0 1 0,-1 0 0,-2-9 0,3 14 0,0 1 0,0 0 0,0-1 0,-1 1 0,1 0 0,0 0 0,-1 0 0,0 0 0,1 0 0,-1 0 0,0 0 0,0 0 0,0 1 0,0-1 0,0 1 0,-1 0 0,1-1 0,0 1 0,-1 0 0,1 0 0,-1 1 0,1-1 0,-1 0 0,1 1 0,-1 0 0,1-1 0,-4 1 0,-3 1 0,0-1 0,0 2 0,0-1 0,0 1 0,0 1 0,1-1 0,-1 2 0,1-1 0,0 1 0,0 0 0,0 1 0,0 0 0,-13 11 0,10-7 0,1 0 0,0 1 0,1 0 0,0 0 0,1 1 0,0 0 0,1 0 0,-11 22 0,15-27 0,1 0 0,0 1 0,-1-1 0,2 1 0,-1-1 0,1 1 0,0 0 0,0-1 0,1 1 0,0 0 0,0 0 0,1 0 0,0-1 0,0 1 0,0 0 0,1-1 0,0 1 0,1-1 0,-1 0 0,1 0 0,0 0 0,0 0 0,1 0 0,0 0 0,0-1 0,0 0 0,1 0 0,5 5 0,4 2 0,0 0 0,1-1 0,0-1 0,1-1 0,30 14 0,88 25 0,-88-33 0,54 24 0,-97-38 0,1 1 0,-1 0 0,0 0 0,1 0 0,-1 0 0,0 1 0,0-1 0,-1 1 0,5 4 0,-6-6 0,-1 0 0,1 0 0,-1 0 0,1 0 0,-1 0 0,0 0 0,0 0 0,1 0 0,-1 1 0,0-1 0,0 0 0,0 0 0,0 0 0,0 0 0,0 0 0,-1 0 0,1 0 0,0 0 0,0 0 0,-1 0 0,1 0 0,-1 0 0,1 0 0,-1 0 0,1 0 0,-1 0 0,0 0 0,1 0 0,-1 0 0,0-1 0,0 1 0,1 0 0,-1 0 0,0-1 0,0 1 0,-1 0 0,-7 5 0,-1 0 0,1-1 0,-1 0 0,0-1 0,0 0 0,0 0 0,-20 4 0,-4-2 0,-40 3 0,47-7 171,-28-1 0,48-1-361,0-1 0,0 0 1,0 0-1,-1 0 0,1-1 1,0 0-1,1-1 1,-14-5-1,3-5-6636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8.6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17 208 24575,'9'-11'0,"-8"10"0,-6 7 0,3-2 0,-1 0 0,0 0 0,1 0 0,0 1 0,0-1 0,1 1 0,-1 0 0,1-1 0,0 1 0,0 0 0,0 0 0,1 0 0,0-1 0,0 1 0,0 0 0,1 0 0,1 7 0,0 2 0,1 0 0,1 1 0,1-1 0,9 20 0,-9-23 0,1-1 0,0 1 0,1-1 0,0-1 0,0 1 0,1-1 0,0-1 0,1 1 0,0-2 0,12 10 0,-17-14 0,1-1 0,-1 1 0,1-1 0,-1 0 0,1 0 0,0 0 0,0 0 0,0-1 0,0 0 0,0 0 0,0 0 0,0-1 0,0 0 0,0 0 0,0 0 0,0 0 0,1-1 0,-1 0 0,0 0 0,0 0 0,-1-1 0,1 0 0,0 0 0,0 0 0,-1 0 0,6-4 0,-3 1 0,-1-1 0,1 0 0,-1 0 0,-1 0 0,1-1 0,-1 0 0,0 0 0,-1 0 0,0-1 0,0 1 0,0-1 0,-1 0 0,0 0 0,-1 0 0,0 0 0,0-1 0,1-11 0,-1-4 0,-1 0 0,0 0 0,-2 1 0,-1-1 0,-5-25 0,1 18-341,-2 0 0,-1 0-1,-17-39 1,15 46-6485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29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1 307 24575,'5'-5'0,"0"-1"0,-1 0 0,8-14 0,-10 17 0,0-1 0,0 1 0,0-1 0,0 1 0,0 0 0,1 0 0,-1 0 0,1 0 0,0 0 0,0 1 0,0-1 0,0 1 0,0 0 0,1 0 0,-1 0 0,1 0 0,-1 0 0,8-1 0,-7 2 0,0 0 0,0 1 0,-1-1 0,1 1 0,0 0 0,0 1 0,0-1 0,-1 0 0,1 1 0,0 0 0,0 0 0,-1 0 0,1 0 0,4 3 0,-3-1 0,1 0 0,-1 1 0,1 0 0,-1 0 0,0 0 0,-1 1 0,8 8 0,-1 2 0,-1 0 0,-1 0 0,0 1 0,-1 0 0,6 19 0,-12-30 0,22 67 0,-22-65 0,0 1 0,-1-1 0,0 1 0,0-1 0,0 1 0,-1-1 0,-2 15 0,2-21 0,0 0 0,0 0 0,0 0 0,-1 0 0,1-1 0,0 1 0,0 0 0,-1 0 0,1 0 0,-1 0 0,1-1 0,-1 1 0,1 0 0,-1 0 0,1-1 0,-1 1 0,0 0 0,1-1 0,-2 2 0,1-2 0,0 0 0,1 0 0,-1 0 0,1 0 0,-1 0 0,0 0 0,1 0 0,-1 0 0,1 0 0,-1 0 0,0 0 0,1 0 0,-1-1 0,0 1 0,1 0 0,-1 0 0,1-1 0,-1 1 0,1 0 0,-1-1 0,0 0 0,-3-2 0,1 0 0,-1-1 0,1 0 0,0 0 0,-4-7 0,-3-6 0,1 0 0,1-1 0,1 0 0,0 0 0,2-1 0,0 0 0,1 0 0,1-1 0,0 1 0,2 0 0,0-1 0,1 0 0,1 1 0,4-20 0,-4 32 0,1 1 0,0-1 0,0 1 0,1-1 0,-1 1 0,1 0 0,1 0 0,-1 0 0,1 1 0,6-8 0,-8 11 0,0 0 0,0 0 0,0 0 0,1 0 0,-1 0 0,1 1 0,-1-1 0,1 1 0,0 0 0,-1-1 0,1 1 0,0 1 0,0-1 0,0 0 0,0 1 0,0-1 0,0 1 0,0 0 0,0 0 0,0 0 0,-1 0 0,1 1 0,0-1 0,0 1 0,5 1 0,1 2 0,-1-1 0,1 2 0,-1-1 0,-1 1 0,1 0 0,-1 1 0,0-1 0,0 1 0,0 1 0,-1 0 0,10 13 0,2 6 0,-2 1 0,14 30 0,-26-49 0,8 8 0,-12-16 0,0 0 0,1 1 0,-1-1 0,0 0 0,0 0 0,0 0 0,1 0 0,-1 0 0,0 0 0,0 0 0,0 0 0,1 0 0,-1 0 0,0 0 0,0 0 0,0 0 0,1 0 0,-1 0 0,0-1 0,0 1 0,0 0 0,0 0 0,1 0 0,-1 0 0,0 0 0,0 0 0,0 0 0,0-1 0,1 1 0,-1 0 0,0 0 0,0 0 0,0 0 0,0-1 0,0 1 0,0 0 0,0 0 0,0 0 0,1 0 0,-1-1 0,0 1 0,0 0 0,0-1 0,4-35 0,-4 30 0,2-20 0,1-1 0,1 0 0,8-26 0,-8 41 0,-1 0 0,1 1 0,1-1 0,0 1 0,1 0 0,0 1 0,1-1 0,15-17 0,-20 25 0,1 0 0,0 0 0,0 1 0,1-1 0,-1 1 0,1 0 0,-1 0 0,1 0 0,-1 0 0,1 1 0,0-1 0,0 1 0,5-1 0,-7 2 0,0 0 0,0 0 0,1 0 0,-1 0 0,0 0 0,0 0 0,0 1 0,0-1 0,1 1 0,-1 0 0,0 0 0,0-1 0,0 1 0,0 0 0,0 1 0,-1-1 0,1 0 0,0 0 0,0 1 0,-1-1 0,1 1 0,-1 0 0,1-1 0,-1 1 0,2 3 0,4 8 0,0 1 0,0 1 0,-1-1 0,-1 1 0,-1 0 0,0 0 0,-1 0 0,2 20 0,1 129 0,-6-145 0,-2 87 0,1-103 278,-1-10-480,1 2-1239,-2-6-5385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38.1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2123 262 24575,'0'-5'0,"-1"1"0,0-1 0,0 0 0,0 0 0,-1 1 0,0-1 0,0 1 0,0-1 0,0 1 0,-1 0 0,1 0 0,-1 0 0,0 0 0,0 0 0,-1 1 0,-6-6 0,0 0 0,-1 0 0,-1 1 0,1 0 0,-22-9 0,6 5 0,-1 1 0,-1 2 0,0 1 0,0 1 0,-59-5 0,-151 6 0,88 13 0,-1 7 0,-280 63 0,359-58 0,0 2 0,-108 49 0,145-53 0,0 2 0,1 1 0,2 2 0,0 1 0,1 2 0,-44 44 0,51-43 0,2 1 0,0 1 0,2 0 0,1 2 0,-19 37 0,32-53 0,1 1 0,0 0 0,1 0 0,1 0 0,0 1 0,1-1 0,1 1 0,0 0 0,1-1 0,1 1 0,0 0 0,1 0 0,1 0 0,4 17 0,0-12 0,1 0 0,1 0 0,1 0 0,1-1 0,0 0 0,2-1 0,0 0 0,1-1 0,1-1 0,1 0 0,0-1 0,1 0 0,1-1 0,21 15 0,-11-12 0,0-1 0,1-1 0,1-2 0,1 0 0,0-2 0,0-2 0,1 0 0,0-2 0,41 5 0,5-6 0,-1-2 0,1-4 0,100-12 0,226-55 0,59-59 0,-398 102 0,-1-3 0,-2-3 0,-1-2 0,-1-3 0,57-43 0,-91 58 0,-2-1 0,0-2 0,-2 0 0,0-1 0,-1-1 0,-1-1 0,-2-1 0,-1 0 0,0-1 0,-2-1 0,13-37 0,-20 44 0,-1-1 0,0 0 0,-1 0 0,-2-1 0,0 1 0,-2-1 0,0 0 0,-1 1 0,-2-1 0,0 0 0,-1 1 0,-2 0 0,0-1 0,-1 2 0,-1-1 0,-11-21 0,11 29 0,0 1 0,-1 0 0,0 0 0,-1 1 0,-1 0 0,0 1 0,0 0 0,-1 0 0,0 1 0,-1 1 0,0 0 0,-15-9 0,9 9 0,1 1 0,-1 0 0,-1 1 0,0 1 0,0 1 0,0 1 0,0 0 0,-38-1 0,51 4 6,-12 0 106,0 1-1,-30 3 0,44-3-192,1 1 0,-1-1-1,1 1 1,-1 0 0,1 0 0,0 0 0,-1 0-1,1 1 1,0-1 0,0 1 0,0 0 0,0 0-1,0 0 1,0 0 0,0 0 0,1 1 0,-1-1 0,1 1-1,0-1 1,-4 7 0,3 1-6745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38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1143 24575,'0'-9'0,"0"0"0,-1 1 0,2-1 0,-1 1 0,1-1 0,0 1 0,1 0 0,0-1 0,0 1 0,0 0 0,8-14 0,23-32 0,3 1 0,2 1 0,2 3 0,3 1 0,77-68 0,-40 49 0,4 4 0,149-87 0,-134 98-66,2 3 1,2 6-1,2 3 0,115-26 0,-54 28-98,338-33 0,-194 54-143,591 47 1,299 150-306,-785-88 469,-292-58 72,157 64 0,-229-75 287,-2 1 1,0 2 0,-2 3 0,82 64-1,-96-63-61,0 0 0,-2 2 0,-2 2 0,-1 1 0,-1 0-1,32 60 1,39 97-155,-26-50 0,-70-137 54,13 20 216,-15-24-328,0 0 0,0-1-1,1 1 1,-1 0 0,1-1 0,-1 1-1,1-1 1,-1 1 0,0-1 0,1 1-1,0-1 1,-1 1 0,1-1 0,-1 1-1,1-1 1,0 1 0,-1-1 0,1 0-1,0 0 1,-1 1 0,1-1 0,0 0-1,-1 0 1,1 0 0,0 0 0,0 0-1,-1 0 1,2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39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11 24575,'0'0'0,"0"0"0,0 0 0,0 0 0,-1 0 0,1 0 0,0 0 0,0 1 0,0-1 0,0 0 0,0 0 0,0 0 0,-1 0 0,1 0 0,0 0 0,0 0 0,0 0 0,0 0 0,0 0 0,0 0 0,-1 0 0,1 1 0,0-1 0,0 0 0,0 0 0,0 0 0,0 0 0,0 0 0,0 0 0,0 1 0,0-1 0,0 0 0,0 0 0,0 0 0,0 0 0,0 0 0,0 1 0,-1-1 0,1 0 0,0 0 0,1 0 0,-1 0 0,0 0 0,0 1 0,0-1 0,0 0 0,0 0 0,0 0 0,0 0 0,0 1 0,6 10 0,10 9 0,0-4 0,0-1 0,1-1 0,1-1 0,0 0 0,34 17 0,-38-23 0,1-1 0,-1 0 0,1-1 0,0-1 0,1 0 0,-1-1 0,1-1 0,28 1 0,-41-3 0,-1 0 0,0 0 0,0 0 0,0 0 0,0 0 0,0 0 0,0-1 0,0 1 0,0-1 0,0 1 0,0-1 0,0 0 0,-1 0 0,1 0 0,0 0 0,0 0 0,-1 0 0,1-1 0,-1 1 0,1-1 0,-1 1 0,1-1 0,-1 1 0,0-1 0,0 0 0,0 1 0,0-1 0,0 0 0,0 0 0,0 0 0,-1 0 0,1 0 0,-1 0 0,1 0 0,-1 0 0,0 0 0,1 0 0,-1 0 0,0 0 0,-1-3 0,-1-8 0,0-1 0,0 1 0,-2 0 0,-9-25 0,9 25 0,-9-14 0,13 27 0,0 0 0,0-1 0,0 1 0,0 0 0,0 0 0,0 0 0,-1-1 0,1 1 0,0 0 0,0 0 0,0 0 0,0 0 0,-1-1 0,1 1 0,0 0 0,0 0 0,0 0 0,-1 0 0,1 0 0,0 0 0,0 0 0,0 0 0,-1-1 0,1 1 0,0 0 0,0 0 0,-1 0 0,1 0 0,0 0 0,0 0 0,0 0 0,-1 0 0,1 1 0,0-1 0,-5 15 0,4 3-1365,0 2-5461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1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242 250 24575,'5'-5'0,"-1"0"0,0 0 0,0-1 0,-1 0 0,0 0 0,0 0 0,0 0 0,2-8 0,-1 0 0,-1 1 0,4-28 0,-6 36 0,-1 0 0,0 0 0,0 0 0,-1 0 0,1 0 0,-1 0 0,0 1 0,-1-1 0,1 0 0,-1 0 0,0 1 0,0-1 0,0 1 0,0-1 0,-1 1 0,0 0 0,0 0 0,0 0 0,-1 0 0,-6-5 0,7 6 0,0 1 0,-1 0 0,1 0 0,-1 0 0,0 0 0,0 0 0,0 1 0,1 0 0,-1 0 0,-1 0 0,1 0 0,0 0 0,0 1 0,0 0 0,0 0 0,0 0 0,0 0 0,0 1 0,-1 0 0,1 0 0,0 0 0,0 0 0,1 0 0,-1 1 0,-6 3 0,1 1 0,-1 0 0,1 1 0,0 0 0,1 1 0,0 0 0,0 0 0,0 1 0,1 0 0,1 1 0,-1-1 0,2 1 0,-1 0 0,-4 13 0,4-9 0,1 1 0,0 0 0,1 0 0,0 1 0,1 0 0,1-1 0,1 1 0,0 0 0,1 16 0,1-25 0,0 0 0,1 0 0,-1-1 0,1 1 0,1 0 0,-1-1 0,1 1 0,0-1 0,0 0 0,1 0 0,0 0 0,0 0 0,5 5 0,-6-9 0,-1 1 0,0-1 0,1 0 0,-1 0 0,1-1 0,0 1 0,-1 0 0,1-1 0,0 0 0,0 1 0,0-1 0,0 0 0,0-1 0,0 1 0,1 0 0,-1-1 0,0 0 0,0 0 0,0 0 0,1 0 0,-1 0 0,0-1 0,0 1 0,0-1 0,0 0 0,0 0 0,0 0 0,0 0 0,0-1 0,5-2 0,-1-2 0,1 1 0,-1-1 0,0 0 0,-1-1 0,1 0 0,-1 0 0,-1 0 0,1-1 0,-1 0 0,-1 0 0,1 0 0,4-13 0,2-9 0,0-2 0,6-34 0,-3-9 0,1 123 0,-10-26-151,1 0-1,1-1 0,0 0 0,2 0 1,1-1-1,0 0 0,1 0 1,26 32-1,-13-27-6674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1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41 175 24575,'-1'-3'0,"-8"-12"0,2 0 0,0-1 0,1 0 0,-4-19 0,11 34 0,5 6 0,5 11 0,9 17 0,-1 0 0,-2 1 0,-2 0 0,-1 1 0,-1 1 0,9 46 0,-25-122 0,3 0 0,4-47 0,-4 85 0,11-96 0,-9 87 0,0 1 0,1 0 0,0 0 0,0 0 0,2 0 0,-1 1 0,8-12 0,-11 19 0,0 0 0,0 1 0,0-1 0,0 1 0,0-1 0,0 1 0,1 0 0,-1-1 0,0 1 0,1 0 0,-1 0 0,1 0 0,0 0 0,-1 0 0,1 0 0,0 1 0,0-1 0,3 0 0,-4 1 0,0 0 0,1 0 0,-1 0 0,1 1 0,-1-1 0,0 0 0,1 1 0,-1 0 0,0-1 0,0 1 0,1 0 0,-1-1 0,0 1 0,0 0 0,0 0 0,0 0 0,0 0 0,0 0 0,1 1 0,3 6 0,0 0 0,0 1 0,0-1 0,-1 1 0,4 15 0,24 91 296,-25-83-711,1 0 0,2-1-1,23 54 1,-19-62-6411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1.8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15 158 24575,'0'0'0,"0"0"0,0-1 0,0 1 0,0 0 0,0 0 0,0 0 0,0 0 0,0-1 0,0 1 0,0 0 0,0 0 0,1 0 0,-1 0 0,0-1 0,0 1 0,-1 0 0,1 0 0,0 0 0,0 0 0,0-1 0,0 1 0,0 0 0,0 0 0,0 0 0,0 0 0,0 0 0,0-1 0,0 1 0,0 0 0,0 0 0,-1 0 0,1 0 0,0 0 0,0 0 0,0-1 0,0 1 0,0 0 0,-1 0 0,1 0 0,0 0 0,0 0 0,0 0 0,0 0 0,0 0 0,-1 0 0,1 0 0,0 0 0,0 0 0,0 0 0,0 0 0,-1 0 0,1 0 0,0 0 0,0 0 0,0 0 0,0 0 0,-1 0 0,1 0 0,0 0 0,0 0 0,0 0 0,0 0 0,-1 1 0,-6 9 0,7-5 0,-1 0 0,1 0 0,0 1 0,0-1 0,1 0 0,-1 0 0,1 0 0,1 1 0,-1-1 0,3 7 0,24 48 0,-19-43 0,2 0 0,0-1 0,1 0 0,1 0 0,0-1 0,1-1 0,1-1 0,0 0 0,0 0 0,22 11 0,-34-22 0,0 0 0,0-1 0,1 1 0,-1-1 0,0 0 0,1 0 0,-1 0 0,1 0 0,-1-1 0,0 1 0,1-1 0,0 0 0,-1 0 0,1 0 0,-1-1 0,1 1 0,-1-1 0,4-1 0,-4 1 0,0-1 0,0 1 0,0-1 0,-1 0 0,1 0 0,-1 0 0,1 0 0,-1-1 0,0 1 0,0-1 0,0 1 0,0-1 0,0 0 0,-1 0 0,1 0 0,-1 0 0,0 0 0,0 0 0,1-5 0,2-10 0,-1 1 0,-1 0 0,-1-1 0,0 1 0,-1-1 0,-1 1 0,-1-1 0,-1 1 0,-4-19 0,-3 0 0,-1 0 0,-1 0 0,-21-39 0,20 51-1365,2 8-5461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2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92 24575,'-6'-37'0,"4"33"0,1 1 0,0-1 0,0 0 0,1 0 0,-1 0 0,1 0 0,0 0 0,0 0 0,0 0 0,1-7 0,-1 11 0,0 0 0,0 0 0,1-1 0,-1 1 0,0 0 0,0 0 0,0-1 0,0 1 0,1 0 0,-1 0 0,0-1 0,0 1 0,1 0 0,-1 0 0,0 0 0,0-1 0,1 1 0,-1 0 0,0 0 0,0 0 0,1 0 0,-1 0 0,0 0 0,1 0 0,-1 0 0,0 0 0,1 0 0,-1 0 0,0 0 0,0 0 0,1 0 0,-1 0 0,0 0 0,1 0 0,-1 0 0,0 0 0,1 0 0,-1 0 0,0 0 0,0 1 0,1-1 0,-1 0 0,0 0 0,0 0 0,1 0 0,-1 1 0,0-1 0,0 0 0,0 0 0,1 1 0,-1-1 0,0 0 0,0 0 0,0 1 0,0-1 0,0 0 0,1 1 0,11 16 0,20 46 0,-3 2 0,36 122 0,-48-135 0,-9-27 0,6 20 0,30 64 0,-33-95 0,-11-14 0,0 0 0,0 0 0,1 0 0,-1 0 0,0 0 0,0 0 0,0 0 0,1 0 0,-1 0 0,0 0 0,0 0 0,1 0 0,-1 0 0,0 0 0,0 0 0,0 0 0,0 0 0,1 0 0,-1 0 0,0-1 0,0 1 0,0 0 0,0 0 0,1 0 0,-1 0 0,0 0 0,0-1 0,0 1 0,0 0 0,0 0 0,0 0 0,1-1 0,-1 1 0,0 0 0,0 0 0,0 0 0,0-1 0,0 1 0,4-32 0,-6-55 0,1 53 0,0 0 0,2 0 0,12-66 0,-13 97 0,1 0 0,0-1 0,0 1 0,0 0 0,1 0 0,-1-1 0,1 1 0,0 0 0,4-4 0,-6 6 0,1 1 0,0-1 0,-1 1 0,1-1 0,0 1 0,0-1 0,0 1 0,-1 0 0,1-1 0,0 1 0,0 0 0,0 0 0,0-1 0,0 1 0,0 0 0,-1 0 0,1 0 0,0 0 0,0 0 0,0 0 0,0 1 0,0-1 0,0 0 0,0 0 0,-1 1 0,1-1 0,0 0 0,0 1 0,0-1 0,-1 1 0,1-1 0,0 1 0,0-1 0,-1 1 0,1 0 0,-1-1 0,1 1 0,0 0 0,-1-1 0,1 2 0,5 5 0,0 1 0,0 0 0,-1 0 0,0 1 0,-1-1 0,0 1 0,0 0 0,2 11 0,-1-2 0,0 0 0,-2 0 0,2 25 0,-4-39 0,-1 0 0,0 0 0,0 1 0,0-1 0,-1 0 0,1 0 0,-1 0 0,0 0 0,0 0 0,-1 0 0,1 0 0,-1 0 0,0 0 0,0 0 0,0-1 0,0 1 0,-1-1 0,-4 6 0,4-7 0,0 0 0,0 0 0,0 0 0,0-1 0,0 1 0,0-1 0,0 0 0,0 0 0,-1 0 0,1 0 0,0 0 0,-1-1 0,1 1 0,-1-1 0,1 0 0,0 0 0,-1-1 0,1 1 0,-1-1 0,1 1 0,0-1 0,-1 0 0,-2-2 0,-2 0-136,0 0-1,0-1 1,1 0-1,0 0 1,0-1-1,0 0 1,0 0-1,1 0 0,-11-13 1,-2-5-6690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2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70 24575,'7'-7'0,"-3"3"0,0 1 0,0-1 0,-1 0 0,1 0 0,-1-1 0,0 1 0,0-1 0,-1 1 0,1-1 0,2-8 0,-5 13 0,0 0 0,0-1 0,0 1 0,0 0 0,0 0 0,0-1 0,0 1 0,0 0 0,0-1 0,0 1 0,0 0 0,0 0 0,1-1 0,-1 1 0,0 0 0,0-1 0,0 1 0,0 0 0,1 0 0,-1 0 0,0-1 0,0 1 0,0 0 0,1 0 0,-1 0 0,0-1 0,0 1 0,1 0 0,-1 0 0,0 0 0,0 0 0,1 0 0,-1 0 0,0-1 0,1 1 0,-1 0 0,0 0 0,0 0 0,1 0 0,-1 0 0,0 0 0,1 0 0,-1 0 0,1 1 0,9 13 0,7 37 0,-14-43 0,91 329 0,-75-264 0,-19-72 0,2 5 0,-1 0 0,1 0 0,0 0 0,1 0 0,-1 0 0,7 9 0,-9-15 0,0 0 0,0 1 0,0-1 0,1 0 0,-1 0 0,0 1 0,0-1 0,0 0 0,1 0 0,-1 1 0,0-1 0,0 0 0,1 0 0,-1 0 0,0 1 0,0-1 0,1 0 0,-1 0 0,0 0 0,1 0 0,-1 0 0,0 0 0,0 0 0,1 0 0,-1 0 0,0 0 0,1 0 0,-1 0 0,0 0 0,1 0 0,-1 0 0,0 0 0,1 0 0,-1 0 0,0 0 0,1 0 0,-1 0 0,1-1 0,6-13 0,1-26 0,-7 37 0,7-62 0,-6 35 0,2 1 0,1-1 0,1 1 0,16-45 0,-21 72 0,0-1 0,1 1 0,-1 0 0,0-1 0,1 1 0,-1 0 0,1 0 0,0 0 0,0 0 0,-1 0 0,1 0 0,5-2 0,-6 3 0,0 1 0,0 0 0,0-1 0,0 1 0,-1 0 0,1 0 0,0 0 0,0 0 0,0 0 0,0 0 0,0 0 0,0 0 0,0 1 0,0-1 0,0 0 0,0 0 0,0 1 0,0-1 0,0 1 0,0-1 0,0 1 0,0-1 0,-1 1 0,1 0 0,0-1 0,0 1 0,-1 0 0,1-1 0,0 1 0,-1 0 0,1 0 0,-1 0 0,1 0 0,-1 0 0,1 1 0,12 22 0,20 50 0,-1 2 0,-24-61-455,1 1 0,15 18 0,-5-11-6371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3.3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129 452 24575,'5'-22'0,"-1"-1"0,-1 0 0,0 0 0,-2 0 0,-2-30 0,1 37 0,0-3 0,-1-1 0,-1 1 0,-6-23 0,7 37 0,0 0 0,0-1 0,-1 1 0,0 0 0,0 0 0,-1 0 0,1 0 0,-1 0 0,0 0 0,0 1 0,-1-1 0,0 1 0,1 0 0,-1 0 0,-8-5 0,11 8 0,0 1 0,0-1 0,0 1 0,-1-1 0,1 1 0,0 0 0,0 0 0,-1-1 0,1 1 0,0 0 0,0 0 0,-1 0 0,1 0 0,0 1 0,0-1 0,-1 0 0,1 0 0,0 1 0,0-1 0,0 1 0,-1-1 0,1 1 0,0-1 0,0 1 0,0 0 0,0-1 0,0 1 0,0 0 0,0 0 0,0 0 0,0 0 0,1 0 0,-1 0 0,0 0 0,1 0 0,-2 2 0,-2 4 0,0 0 0,0 1 0,1-1 0,-3 12 0,0 0 0,2 0 0,0 0 0,1 0 0,0 31 0,3-36 0,0-1 0,1 0 0,1 1 0,0-1 0,1 0 0,0 0 0,9 20 0,-12-31 0,1 0 0,0 0 0,0 0 0,-1 0 0,1 0 0,1-1 0,-1 1 0,0 0 0,0 0 0,1-1 0,-1 1 0,1-1 0,-1 1 0,1-1 0,-1 0 0,1 0 0,0 0 0,0 0 0,0 0 0,0 0 0,0 0 0,-1 0 0,2-1 0,-1 1 0,0-1 0,0 1 0,0-1 0,0 0 0,0 0 0,3 0 0,-1-1 0,-1 0 0,1-1 0,-1 1 0,1-1 0,-1 0 0,1 0 0,-1 0 0,0 0 0,0 0 0,0-1 0,0 1 0,0-1 0,-1 0 0,1 0 0,3-5 0,1-5 0,1 1 0,-1-1 0,-1 0 0,8-24 0,11-60 0,-13 51 0,0 111 0,-11-56 0,0 5 0,1-1 0,6 27 0,-8-38 0,1 1 0,0-1 0,0 1 0,0-1 0,0 0 0,0 1 0,0-1 0,1 0 0,-1 0 0,1 0 0,0 0 0,-1 0 0,1 0 0,0 0 0,0 0 0,0-1 0,0 1 0,0-1 0,1 0 0,-1 1 0,0-1 0,4 1 0,-4-2 0,-1 1 0,1-1 0,-1 0 0,1 0 0,-1 0 0,1 0 0,-1 0 0,1 0 0,-1-1 0,1 1 0,-1 0 0,1-1 0,-1 1 0,1-1 0,-1 1 0,0-1 0,1 0 0,-1 0 0,3-1 0,-2 0 0,0-1 0,0 1 0,0-1 0,0 1 0,0-1 0,0 0 0,-1 1 0,1-1 0,0-4 0,2-3 0,-1-1 0,0 0 0,-1 1 0,1-17 0,-1-86 0,-2 112 0,0 0 0,0 0 0,0 0 0,0 0 0,0 0 0,0-1 0,0 1 0,1 0 0,-1 0 0,0 0 0,1 0 0,-1 0 0,1 0 0,-1 0 0,1 0 0,0-1 0,0 2 0,-1 0 0,0 0 0,1 0 0,-1 0 0,1 0 0,-1 0 0,0 0 0,1 0 0,-1 0 0,1 0 0,-1 0 0,0 0 0,1 1 0,-1-1 0,0 0 0,1 0 0,-1 1 0,0-1 0,1 0 0,-1 0 0,0 1 0,1-1 0,-1 0 0,0 1 0,0-1 0,0 0 0,1 1 0,-1 0 0,19 35 0,-16-30 0,12 31 0,36 59 0,-46-87 0,0-1 0,1 0 0,0 0 0,1 0 0,-1-1 0,1 0 0,1 0 0,-1-1 0,1 0 0,1 0 0,-1-1 0,16 7 0,-20-10 0,0 0 0,1-1 0,-1 0 0,1 0 0,-1-1 0,1 1 0,-1-1 0,1 0 0,-1 0 0,1 0 0,-1-1 0,1 1 0,-1-1 0,0 0 0,1-1 0,4-1 0,-3 0 0,-1 0 0,1-1 0,-1 1 0,1-1 0,-1 0 0,0-1 0,-1 1 0,1-1 0,-1 0 0,4-6 0,2-4 0,-2 0 0,0 0 0,0-1 0,-2 0 0,0 0 0,-1 0 0,5-28 0,-7 27 0,-1 0 0,0 0 0,-2-22 0,0 33 0,-1 0 0,1 0 0,-1 0 0,-1 0 0,1 0 0,-1 0 0,0 1 0,0-1 0,0 0 0,-1 1 0,0 0 0,-7-10 0,8 13-50,1 1-1,0 0 1,-1-1-1,1 1 0,-1 0 1,0 0-1,1 0 1,-1 0-1,0 0 1,0 0-1,1 1 0,-1-1 1,0 1-1,0-1 1,0 1-1,0-1 1,0 1-1,0 0 0,0 0 1,0 0-1,0 0 1,0 1-1,0-1 1,0 0-1,0 1 1,-3 1-1,-13 4-6775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4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153 406 24575,'36'-69'0,"26"-57"0,-55 109 0,-1 0 0,-1 0 0,-1-1 0,0 0 0,2-32 0,-6 46 0,0 1 0,0-1 0,0 1 0,-1-1 0,1 1 0,-1-1 0,0 1 0,0 0 0,0-1 0,0 1 0,0 0 0,-1 0 0,0 0 0,-3-5 0,4 6 0,-1 1 0,0-1 0,0 0 0,0 1 0,0 0 0,0-1 0,0 1 0,0 0 0,0 0 0,0 0 0,-1 0 0,1 1 0,0-1 0,-1 0 0,1 1 0,0 0 0,-1 0 0,1-1 0,-1 1 0,1 1 0,0-1 0,-4 1 0,-6 1 0,-1 2 0,1-1 0,0 2 0,0 0 0,0 0 0,1 1 0,-1 0 0,1 1 0,1 0 0,-1 1 0,2 0 0,-1 1 0,1 0 0,0 0 0,1 1 0,0 0 0,-12 22 0,18-29 0,0 1 0,0 0 0,1 0 0,0 0 0,0 0 0,0 0 0,0 0 0,0 1 0,1-1 0,0 0 0,0 0 0,0 0 0,1 1 0,-1-1 0,3 7 0,-1-5 0,0-1 0,0 0 0,1 0 0,0 0 0,0 0 0,1-1 0,-1 1 0,1-1 0,0 0 0,6 6 0,8 4 0,2-1 0,-1-1 0,2 0 0,33 13 0,-40-18 0,63 23 0,-54-22 0,0 1 0,0 0 0,27 18 0,-49-27 0,0 1 0,0-1 0,-1 1 0,1-1 0,0 1 0,0-1 0,0 1 0,-1 0 0,1-1 0,0 1 0,-1 0 0,1-1 0,-1 1 0,1 0 0,-1 0 0,1 0 0,-1 0 0,0-1 0,1 1 0,-1 0 0,0 0 0,0 0 0,1 0 0,-1 2 0,-1-2 0,1 0 0,-1 0 0,1 0 0,-1 0 0,1 0 0,-1 0 0,0 0 0,0 0 0,1 0 0,-1 0 0,0-1 0,0 1 0,0 0 0,0 0 0,0-1 0,-2 2 0,-5 2 0,-1 0 0,0-1 0,-15 4 0,24-6 0,-26 5 0,0-1 0,-42 3 0,52-7 0,0-1 0,0 0 0,1-1 0,-1-1 0,-26-6 0,15-4-1365,8-1-5461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4.2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92 24575,'13'-5'0,"0"0"0,23-13 0,-32 16 0,-1 1 0,0-2 0,0 1 0,0 0 0,0 0 0,0-1 0,-1 0 0,1 0 0,-1 1 0,1-1 0,-1-1 0,0 1 0,0 0 0,0 0 0,1-5 0,-3 8 0,-1 0 0,1 0 0,0 0 0,0 0 0,0 1 0,0-1 0,-1 0 0,1 0 0,0 0 0,0 0 0,0 0 0,-1 0 0,1 0 0,0 0 0,0 0 0,-1 0 0,1 0 0,0 0 0,0 0 0,0 0 0,-1 0 0,1 0 0,0-1 0,0 1 0,0 0 0,0 0 0,-1 0 0,1 0 0,0 0 0,0 0 0,0 0 0,0-1 0,-1 1 0,1 0 0,0 0 0,0 0 0,0 0 0,0-1 0,0 1 0,0 0 0,0 0 0,-1 0 0,1-1 0,0 1 0,0 0 0,0 0 0,0 0 0,0-1 0,0 1 0,0 0 0,0 0 0,0 0 0,0-1 0,-14 17 0,11-6 0,-1 0 0,1 0 0,1 1 0,0-1 0,0 1 0,1-1 0,0 1 0,1-1 0,0 1 0,1 0 0,0-1 0,1 1 0,0-1 0,1 0 0,3 11 0,-3-12 0,0 0 0,1 0 0,-1-1 0,2 0 0,-1 1 0,1-2 0,0 1 0,1 0 0,0-1 0,0 0 0,1-1 0,0 1 0,0-1 0,0-1 0,1 1 0,-1-1 0,14 6 0,-17-9 0,0-1 0,0 1 0,1-1 0,-1 0 0,1 0 0,-1 0 0,1-1 0,-1 0 0,1 0 0,-1 0 0,1 0 0,-1-1 0,1 1 0,-1-1 0,1 0 0,-1-1 0,0 1 0,0-1 0,1 0 0,-1 0 0,5-3 0,-4 1 0,0 0 0,-1-1 0,1 1 0,-1-1 0,0 0 0,0 0 0,-1 0 0,0-1 0,1 1 0,-2-1 0,1 1 0,-1-1 0,0 0 0,0 0 0,1-7 0,0-1 49,-2 0 0,1 0 0,-1 0-1,-1-1 1,-1 1 0,-3-19 0,3 23-220,-1 0 0,-1 0 1,1 1-1,-2-1 0,1 1 1,-1-1-1,-1 1 0,0 1 1,-10-15-1,2 8-6655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4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0 253 24575,'5'-6'0,"-1"0"0,0 1 0,-1-1 0,1-1 0,-1 1 0,0 0 0,3-12 0,-2 8 0,-1 1 0,1 0 0,6-10 0,-8 17 0,0-1 0,0 1 0,0-1 0,0 1 0,1 0 0,-1 0 0,0 0 0,1 0 0,0 0 0,-1 0 0,1 1 0,0-1 0,6-1 0,-7 2 0,1 1 0,-1 0 0,1-1 0,-1 1 0,1 1 0,-1-1 0,1 0 0,0 0 0,-1 1 0,0 0 0,1-1 0,-1 1 0,1 0 0,-1 0 0,0 0 0,1 1 0,-1-1 0,0 0 0,0 1 0,0 0 0,0-1 0,0 1 0,-1 0 0,4 3 0,4 7 0,0 0 0,15 25 0,-19-28 0,9 12 0,-1 2 0,-2-1 0,0 2 0,-1-1 0,-2 1 0,7 28 0,-15-49 0,-1-3 0,-4-10 0,-6-17 0,4 0 0,1 0 0,1-1 0,2 0 0,0 0 0,2-32 0,2 55 0,-1 0 0,1 0 0,0 0 0,0 0 0,3-8 0,-4 13 0,0-1 0,0 0 0,0 1 0,1-1 0,-1 1 0,0-1 0,0 0 0,1 1 0,-1-1 0,0 1 0,1-1 0,-1 1 0,1-1 0,-1 1 0,1-1 0,-1 1 0,1 0 0,-1-1 0,1 1 0,-1 0 0,1-1 0,0 1 0,-1 0 0,1 0 0,-1-1 0,1 1 0,0 0 0,-1 0 0,1 0 0,0 0 0,-1 0 0,1 0 0,0 0 0,-1 0 0,1 0 0,0 0 0,-1 0 0,1 0 0,-1 1 0,1-1 0,0 0 0,-1 0 0,1 1 0,-1-1 0,1 0 0,-1 1 0,1-1 0,-1 1 0,1-1 0,-1 1 0,1-1 0,0 1 0,10 10 0,-7-7 0,0 0 0,1 0 0,0 0 0,0 0 0,8 4 0,-12-8 0,0 1 0,1 0 0,-1-1 0,1 0 0,-1 1 0,1-1 0,-1 0 0,1 0 0,0 1 0,-1-1 0,1-1 0,-1 1 0,1 0 0,-1 0 0,1 0 0,-1-1 0,1 1 0,-1-1 0,1 1 0,-1-1 0,1 0 0,-1 1 0,0-1 0,1 0 0,-1 0 0,0 0 0,1-1 0,9-9 0,-1 0 0,-1-1 0,12-17 0,-16 20 0,1 1 0,-1-1 0,1 1 0,1 1 0,0-1 0,0 1 0,0 1 0,1-1 0,0 1 0,11-6 0,-18 11 0,0 1 0,0-1 0,1 1 0,-1 0 0,0-1 0,1 1 0,-1 0 0,1 0 0,-1 0 0,0 0 0,1 0 0,-1 0 0,1 0 0,-1 0 0,0 1 0,1-1 0,-1 0 0,0 1 0,0-1 0,1 1 0,-1 0 0,0-1 0,0 1 0,0 0 0,1 0 0,-1 0 0,0 0 0,0 0 0,0 0 0,-1 0 0,1 0 0,0 0 0,0 0 0,-1 0 0,1 1 0,0-1 0,-1 0 0,1 3 0,3 4 0,-1 1 0,-1-1 0,0 1 0,2 14 0,1 156 0,-5-164 0,0-38-682,6-45-1,-2 48-6143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5.4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172 31 24575,'1'-1'0,"-1"-1"0,0 1 0,0 0 0,0-1 0,0 1 0,0 0 0,0 0 0,0-1 0,-1 1 0,1 0 0,0 0 0,-1-1 0,1 1 0,-1 0 0,1 0 0,-1 0 0,0 0 0,0 0 0,1 0 0,-1 0 0,0 0 0,0 0 0,0 0 0,-2-2 0,2 3 0,-1 0 0,1 0 0,-1 0 0,0 0 0,1 1 0,-1-1 0,1 0 0,-1 0 0,1 1 0,-1-1 0,1 1 0,0 0 0,-1-1 0,1 1 0,-1 0 0,1 0 0,0 0 0,0 0 0,0 0 0,-1 0 0,0 2 0,-9 7 0,1 1 0,1 0 0,0 1 0,0 0 0,2 0 0,-1 1 0,1 0 0,-6 16 0,4-4 0,0 1 0,2-1 0,-7 46 0,11-46 0,1 1 0,2-1 0,0 1 0,2 0 0,0-1 0,10 39 0,-8-48 0,1 1 0,0-1 0,1 0 0,1 0 0,1-1 0,0 0 0,1 0 0,0-1 0,1 0 0,21 22 0,-25-31-91,0 0 0,0 0 0,1 0 0,0-1 0,-1 0 0,2 0 0,-1-1 0,0 0 0,1 0 0,-1-1 0,1 1 0,0-2 0,-1 1 0,11 0 0,17-2-6735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7.1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1 193 24575,'-1'0'0,"1"-1"0,0 1 0,0-1 0,0 1 0,0-1 0,0 1 0,0-1 0,0 1 0,0-1 0,0 1 0,1-1 0,-1 1 0,0-1 0,0 0 0,0 1 0,1 0 0,-1-1 0,0 1 0,0-1 0,1 1 0,-1-1 0,0 1 0,1-1 0,7 6 0,8 20 0,-11-10 0,-1 0 0,0 0 0,-1 1 0,0-1 0,0 17 0,-2 83 0,-2-72 0,-1 6 0,1-32 0,0 1 0,1-1 0,1 0 0,4 26 0,-5-43 0,0 0 0,0 0 0,0 0 0,0 0 0,0 0 0,0 0 0,0-1 0,0 1 0,0 0 0,0 0 0,1 0 0,-1 0 0,0 0 0,0 0 0,0 0 0,0 0 0,0 0 0,0 0 0,0 0 0,0 0 0,0 0 0,1 0 0,-1 0 0,0 0 0,0 0 0,0 0 0,0 0 0,0 0 0,0 0 0,0 0 0,0 0 0,0 0 0,1 0 0,-1 0 0,0 0 0,0 0 0,0 0 0,0 0 0,0 0 0,0 0 0,0 0 0,0 0 0,0 0 0,0 0 0,0 0 0,1 1 0,-1-1 0,0 0 0,0 0 0,0 0 0,0 0 0,0 0 0,0 0 0,0 0 0,0 0 0,0 0 0,0 0 0,0 1 0,0-1 0,0 0 0,0 0 0,0 0 0,0 0 0,0 0 0,0 0 0,0 0 0,0 1 0,5-14 0,4-17 0,8-126 0,0 8 0,-11 108 0,15-81 0,-18 108 0,1-1 0,1 1 0,0 0 0,1 0 0,0 1 0,11-18 0,-16 29 0,0-1 0,0 0 0,0 1 0,1-1 0,-1 1 0,0-1 0,1 1 0,-1 0 0,1 0 0,-1 0 0,1-1 0,-1 1 0,1 1 0,0-1 0,-1 0 0,1 0 0,0 1 0,0-1 0,0 1 0,0-1 0,3 1 0,-3 0 0,0 1 0,0-1 0,0 1 0,1 0 0,-1-1 0,0 1 0,-1 0 0,1 0 0,0 1 0,0-1 0,0 0 0,-1 1 0,1-1 0,0 1 0,2 3 0,4 5 0,-1 1 0,0 1 0,-1-1 0,10 24 0,103 334-606,-106-324-153,-6-18-6067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8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76 621 24575,'-31'-23'0,"26"20"0,1 0 0,-1-1 0,1 1 0,-1-1 0,1 0 0,-4-5 0,7 7 0,-1 0 0,1 0 0,0 0 0,0 0 0,1-1 0,-1 1 0,0 0 0,1 0 0,-1-1 0,1 1 0,0 0 0,0 0 0,0-1 0,0 1 0,0 0 0,0-1 0,1 1 0,-1 0 0,2-5 0,1 0 0,0 0 0,0 0 0,1 1 0,0-1 0,0 1 0,1 0 0,0 0 0,0 0 0,0 0 0,1 1 0,-1 0 0,1 0 0,9-5 0,6-3 0,1 1 0,40-17 0,-57 26 0,12-4 0,1 0 0,0 1 0,0 0 0,26-4 0,-40 10 0,0-1 0,-1 1 0,1 0 0,0-1 0,0 2 0,-1-1 0,1 0 0,0 1 0,0-1 0,-1 1 0,1 0 0,-1 1 0,1-1 0,-1 1 0,1-1 0,-1 1 0,0 0 0,0 0 0,0 0 0,0 1 0,0-1 0,0 1 0,0-1 0,-1 1 0,0 0 0,1 0 0,-1 0 0,0 1 0,1 2 0,3 11 0,0 0 0,-2 0 0,0 1 0,-1-1 0,2 28 0,4 25 0,0-21 0,-9-102 0,1 17 0,-3-18 0,1 23 0,1-1 0,6-49 0,-6 78 0,1 0 0,-1 0 0,1 0 0,0 1 0,0-1 0,1 0 0,-1 1 0,0-1 0,1 1 0,0-1 0,-1 1 0,1-1 0,2-1 0,-3 4 0,-1-1 0,1 1 0,-1 0 0,1-1 0,-1 1 0,1 0 0,0 0 0,-1-1 0,1 1 0,-1 0 0,1 0 0,-1 0 0,1 0 0,0 0 0,-1-1 0,1 1 0,-1 0 0,1 0 0,0 1 0,-1-1 0,1 0 0,-1 0 0,1 0 0,0 1 0,1-1 0,-1 1 0,0 0 0,0 0 0,0 0 0,1 1 0,-1-1 0,0 0 0,-1 0 0,1 0 0,0 1 0,0-1 0,0 0 0,-1 1 0,1 1 0,10 43 0,-10-41 0,-1 1 0,1 0 0,0-1 0,0 1 0,1-1 0,0 0 0,0 1 0,0-1 0,1 0 0,-1 0 0,1 0 0,6 7 0,-8-11 0,0-1 0,0 1 0,0-1 0,0 1 0,0-1 0,0 0 0,0 1 0,0-1 0,0 0 0,0 0 0,0 0 0,0 0 0,0 0 0,0 0 0,0 0 0,0 0 0,0 0 0,0 0 0,0-1 0,0 1 0,0 0 0,0-1 0,0 1 0,0-1 0,-1 1 0,1-1 0,0 1 0,0-1 0,0 0 0,0 1 0,-1-1 0,2-1 0,27-31 0,-21 24 0,10-13 0,-13 15 0,0 0 0,0 0 0,1 1 0,0 0 0,0 0 0,13-8 0,-18 13 0,1 0 0,-1 1 0,1-1 0,0 1 0,-1-1 0,1 1 0,-1 0 0,1 0 0,-1 0 0,1 0 0,0 0 0,-1 0 0,1 0 0,-1 0 0,1 1 0,-1-1 0,1 1 0,-1-1 0,1 1 0,-1-1 0,1 1 0,-1 0 0,1 0 0,-1 0 0,0 0 0,3 2 0,2 3 0,0 0 0,0 1 0,9 13 0,-4-6 0,-4-6 0,0 0 0,1 0 0,0-1 0,1 0 0,0 0 0,0-1 0,17 10 0,-23-15 0,-1 0 0,1 1 0,-1-1 0,1 0 0,0 0 0,0-1 0,-1 1 0,1-1 0,0 1 0,0-1 0,0 0 0,-1 0 0,1 0 0,0 0 0,0-1 0,0 1 0,0-1 0,-1 0 0,1 1 0,0-1 0,-1 0 0,1-1 0,-1 1 0,1 0 0,-1-1 0,1 0 0,-1 1 0,0-1 0,0 0 0,0 0 0,0 0 0,0 0 0,0-1 0,-1 1 0,2-3 0,3-7 0,0 1 0,-1-1 0,-1 0 0,0 0 0,-1 0 0,0-1 0,-1 1 0,1-15 0,0-103 0,-3 129 0,-2-56 0,-11-59 0,13 174 0,8 13 0,4-1 0,2 0 0,3-1 0,28 70 0,-44-139 0,-1 1 0,1 0 0,-1 0 0,1 0 0,-1 0 0,0 0 0,1 0 0,-1 0 0,0 0 0,0 0 0,0 0 0,0 0 0,0 0 0,0 0 0,0 0 0,0 1 0,-10-8 0,-14-24 0,5 5 0,-31-45 0,45 62 0,0 0 0,1 0 0,1-1 0,-1 1 0,1-1 0,1 0 0,-2-10 0,3 17-97,1 0-1,0 0 1,0 0-1,0 0 1,0 0-1,0 0 1,1 0-1,-1-1 1,1 1-1,-1 1 1,1-1-1,0 0 0,1-2 1,4-7-6729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8.2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1 138 24575,'1'-10'0,"0"-1"0,0 0 0,1 0 0,1 1 0,0-1 0,0 1 0,1 0 0,1 0 0,6-13 0,-10 22 0,0-1 0,0 1 0,-1 0 0,1-1 0,0 1 0,0 0 0,0 0 0,1 0 0,-1 0 0,0 0 0,0 0 0,1 0 0,-1 0 0,0 0 0,1 1 0,-1-1 0,1 0 0,-1 1 0,1-1 0,-1 1 0,1 0 0,-1-1 0,1 1 0,0 0 0,-1 0 0,1 0 0,-1 0 0,1 0 0,-1 1 0,1-1 0,0 0 0,-1 1 0,1-1 0,-1 1 0,0-1 0,1 1 0,-1 0 0,1 0 0,-1-1 0,0 1 0,1 0 0,-1 0 0,0 0 0,2 3 0,4 3 0,0 0 0,0 1 0,-1 1 0,0-1 0,8 15 0,3 9 0,-2 0 0,-1 2 0,-2-1 0,-1 2 0,-1-1 0,-2 1 0,-2 1 0,-1-1 0,-2 1 0,-1 56 0,-3-77-76,-1 1 1,-1-1-1,0 0 0,-1 0 0,-1 0 0,0-1 0,-1 1 0,0-1 1,-1-1-1,-1 1 0,0-1 0,-1 0 0,0-1 0,-1 0 1,0-1-1,-1 0 0,-20 16 0,-25 14-6750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49.6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2362 24575,'-3'0'0,"1"0"0,-1 0 0,1 0 0,-1-1 0,0 1 0,1 0 0,-1-1 0,1 0 0,-1 0 0,1 0 0,-1 0 0,1 0 0,0 0 0,0-1 0,-1 1 0,1-1 0,0 1 0,-3-4 0,4 3 0,0 1 0,1-1 0,-1 1 0,1-1 0,-1 0 0,1 1 0,-1-1 0,1 0 0,0 1 0,0-1 0,0 0 0,0 0 0,0 1 0,0-1 0,0 0 0,1 1 0,-1-1 0,0 0 0,1 1 0,0-1 0,-1 1 0,1-1 0,0 0 0,0 1 0,0 0 0,0-1 0,0 1 0,0 0 0,2-3 0,6-4 0,-1 0 0,2 0 0,-1 1 0,1 0 0,0 1 0,1 0 0,-1 0 0,1 1 0,13-4 0,-11 6 0,-1 0 0,1 1 0,0 0 0,22 0 0,4 0 0,842-65-915,0 26-1135,-6 1-80,-4-26 928,-424 11-139,-9-37 1530,-411 85-130,100-32 728,-115 34-402,0 0-1,0-1 0,-1 0 0,1-1 1,-1 0-1,-1-1 0,15-13 1,-23 19-313,0 1 0,-1-1 1,1 0-1,-1 1 0,1-1 1,-1 0-1,0 0 0,1 0 1,-1 0-1,0 0 0,-1 0 1,1 0-1,0-1 0,0 1 1,-1 0-1,0 0 0,1-1 1,-1 1-1,0 0 0,0 0 1,0-1-1,0 1 0,-1 0 1,1 0-1,0-1 0,-1 1 1,0 0-1,0-3 0,-2 0 71,-1 1 0,1-1 1,0 0-1,-1 1 0,0 0 0,0 0 0,-1 0 0,1 0 0,-9-5 0,12 9-143,-1-1 0,1 0 0,0 0 0,0 1 0,0-1 0,0 0 0,-1 0 0,1 0 0,1 0 0,-1 0 0,0 0 0,0-1 0,0 1 0,0 0 0,1 0 0,-1-1 0,1 1 0,-1 0 0,1-1 0,-1 1 0,1 0 0,0-1 0,0 1 0,0-1 0,0 1 0,0-1 0,0 1 0,0 0 0,0-1 0,0 1 0,1-3 0,1-11 0,-2-5 0,-1 0 0,-1-1 0,-5-25 0,-2-15 0,-75-575 0,61 508 0,-71-329 0,90 444 0,-23-75 0,24 81 0,0-1 0,-1 1 0,1 1 0,-1-1 0,-1 0 0,1 1 0,-1 0 0,0 0 0,-8-7 0,12 12 0,0 1 0,1-1 0,-1 0 0,0 1 0,1-1 0,-1 1 0,0-1 0,0 1 0,0 0 0,1-1 0,-1 1 0,0 0 0,0-1 0,0 1 0,0 0 0,0 0 0,0 0 0,0 0 0,1 0 0,-1 0 0,0 0 0,0 0 0,0 0 0,0 0 0,0 0 0,0 1 0,0-1 0,1 0 0,-1 1 0,0-1 0,0 1 0,0-1 0,1 1 0,-1-1 0,0 1 0,0-1 0,1 1 0,-1 0 0,1-1 0,-1 1 0,0 0 0,1 0 0,-1-1 0,1 1 0,0 0 0,-1 0 0,1 0 0,0 0 0,-1-1 0,1 2 0,-3 7 0,1-1 0,-1 0 0,2 1 0,-2 9 0,2-14 0,1-2 0,0-1 0,0 0 0,0 1 0,-1-1 0,1 0 0,-1 1 0,1-1 0,-1 0 0,1 0 0,-1 0 0,0 0 0,0 0 0,0 1 0,1-1 0,-1 0 0,0-1 0,0 1 0,0 0 0,0 0 0,-1 0 0,1-1 0,0 1 0,0 0 0,0-1 0,0 1 0,-1-1 0,1 0 0,-2 1 0,-4 0 0,1 0 0,-1-1 0,0 0 0,-11-2 0,-5 1 0,-240 22 0,150-8 0,-1362 125-956,838-62 947,9 54-94,593-120 281,-1 1 0,1 2 0,1 1 0,1 2 0,-48 29 0,66-35-1543,3-3-5461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50.3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17 585 24575,'-16'-1'0,"16"1"0,0 0 0,0 0 0,0 0 0,0 0 0,0 0 0,0 0 0,0 0 0,0 0 0,0 0 0,0 0 0,0 0 0,0 0 0,0 0 0,0 0 0,1 0 0,-1 0 0,0 0 0,0 0 0,0 0 0,0 0 0,0-1 0,0 1 0,0 0 0,0 0 0,0 0 0,0 0 0,0 0 0,0 0 0,0 0 0,0 0 0,0 0 0,0 0 0,0 0 0,0 0 0,0 0 0,0 0 0,0 0 0,0 0 0,0-1 0,0 1 0,0 0 0,0 0 0,0 0 0,0 0 0,0 0 0,0 0 0,0 0 0,0 0 0,-1 0 0,1 0 0,0 0 0,0 0 0,0 0 0,0 0 0,0 0 0,0 0 0,0 0 0,28-8 0,-19 6 0,1575-351-2771,-1137 258 2221,-274 60-106,185-44 1254,-341 74-152,-16 3-136,-9 0-433,-12 2-5322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52.1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22160 9054 24575,'-29'1'0,"18"0"0,1-1 0,0 0 0,-1 0 0,1-1 0,0 0 0,0-1 0,-1 0 0,-18-7 0,29 9 0,-1 0 0,0-1 0,0 1 0,1-1 0,-1 1 0,0-1 0,1 1 0,-1-1 0,0 0 0,1 1 0,-1-1 0,1 0 0,-1 1 0,1-1 0,-1 0 0,1 0 0,0 0 0,-1 1 0,1-1 0,0 0 0,0 0 0,-1 0 0,1 0 0,0 0 0,0 1 0,0-1 0,0 0 0,0 0 0,0 0 0,0 0 0,1 0 0,-1 0 0,0 1 0,0-1 0,1 0 0,-1 0 0,0 0 0,1 1 0,-1-1 0,1 0 0,-1 0 0,1 1 0,0-1 0,-1 0 0,2 0 0,3-5 0,1 0 0,-1 1 0,13-9 0,-17 12 0,81-57 0,43-36 0,-84 60 0,-2-1 0,-1-3 0,-2-1 0,-2-2 0,-2-1 0,-2-1 0,-1-2 0,22-50 0,-16 12 0,-4-1 0,-4-2 0,-3 0 0,16-118 0,-24 75 0,-6-1 0,-8-180 0,-7 227-29,-4 0-1,-4 0 1,-4 1 0,-3 0-1,-4 2 1,-48-112-1,28 99-46,-4 2-1,-4 1 1,-4 4-1,-125-151 1,51 95 11,-198-169 1,-175-98 85,279 232-31,-1228-874-1177,198 296-461,800 500 1648,-687-277 0,259 190 0,-149-59 0,880 341 0,-693-271 0,-18 47 0,-157 43 0,-12 48 0,248 50 0,-216-31 0,-8 59 0,-450 66 0,601 63-530,2 40 0,-842 149 530,-559 208-15,2152-386 165,-189 50 1276,212-50-783,-120 54-1,171-64-470,0 0 0,1 3 0,1 0 0,0 2 0,-35 32 0,50-40-116,1 0-1,1 1 1,0 1-1,0 0 1,1 0 0,1 1-1,0 0 1,1 0 0,0 1-1,2 0 1,-1 0 0,-5 30-1,-8 73-55,15-141-1365,0 10-5461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52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51 24575,'0'-24'0,"0"-2"0,-7 50 0,-22 88 0,17-73 0,2 1 0,-10 78 0,20-114 0,-1 1 0,1-1 0,0 1 0,1-1 0,-1 1 0,1-1 0,0 1 0,0-1 0,0 1 0,1-1 0,-1 0 0,1 0 0,0 0 0,0 0 0,1 0 0,3 5 0,-2-5 0,1 0 0,-1-1 0,0 1 0,1-1 0,0 0 0,-1-1 0,1 1 0,0-1 0,0 0 0,1 0 0,-1 0 0,0-1 0,8 1 0,22 3 104,0-1-1,70-3 0,73-15-640,-100 6-601,-3 1-5688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56.8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346 30 24575,'-1'-1'0,"1"0"0,0 0 0,-1 0 0,1 1 0,0-1 0,-1 0 0,1 0 0,-1 0 0,1 1 0,-1-1 0,0 0 0,1 0 0,-1 1 0,0-1 0,1 0 0,-1 1 0,0-1 0,0 1 0,0-1 0,0 1 0,1 0 0,-3-1 0,-20-7 0,12 6 0,0 0 0,0 1 0,0 0 0,0 1 0,1 0 0,-1 1 0,0 0 0,-21 6 0,8-1 0,-1 2 0,-39 19 0,59-25 0,-1 1 0,1 0 0,-1 0 0,1 1 0,0-1 0,1 1 0,-1 0 0,1 1 0,-1-1 0,1 1 0,0-1 0,-5 10 0,8-11 0,0-1 0,0 1 0,0 0 0,0 0 0,0 0 0,1 0 0,-1 0 0,1 0 0,0 1 0,0-1 0,0 0 0,0 0 0,1 0 0,-1 0 0,1 0 0,0 0 0,0 0 0,0 0 0,0 0 0,0-1 0,1 1 0,-1 0 0,1-1 0,-1 1 0,1-1 0,5 5 0,-1 0 31,1 0 0,0-1 0,0 0 0,1 0 0,-1-1 0,1 0 0,1 0 0,-1-1 1,1 0-1,17 5 0,-5-3-458,1-2 0,-1 0 1,35 2-1,-14-4-6399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57.5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56 149 24575,'-4'-5'0,"0"0"0,1-1 0,0 0 0,0 1 0,1-1 0,-1 0 0,1 0 0,0 0 0,-1-10 0,-3-8 0,2 12 0,-10-30 0,12 38 0,8 28 0,90 363-1365,-82-331-5461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57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27 298 24575,'-4'-9'0,"0"0"0,0 0 0,1 0 0,0-1 0,1 1 0,0-1 0,0 0 0,1 1 0,0-1 0,1 0 0,1-14 0,0 19 0,0-1 0,0 1 0,0 0 0,1 0 0,0 0 0,0 0 0,0 0 0,1 0 0,0 0 0,0 1 0,0-1 0,0 1 0,1 0 0,-1 0 0,1 0 0,0 0 0,0 1 0,1 0 0,-1 0 0,1 0 0,9-5 0,6 0 69,0 0-1,1 2 1,42-9-1,68-2-245,-28 6-1285,-78 6-5364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57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328 356 24575,'-43'-14'0,"1"-2"0,-48-27 0,76 36 0,1-1 0,0 0 0,1-1 0,0 0 0,0-1 0,1-1 0,1 0 0,-1 0 0,2-1 0,-11-16 0,18 25 0,0 0 0,0-1 0,0 0 0,1 1 0,-1-1 0,1 0 0,0 0 0,0 0 0,1 0 0,-1 0 0,1 0 0,0 0 0,0 0 0,0 0 0,0 0 0,1 0 0,-1 0 0,1 1 0,0-1 0,2-4 0,-1 4 0,1 0 0,-1 0 0,1 0 0,0 0 0,0 0 0,0 1 0,0 0 0,1 0 0,0 0 0,-1 0 0,1 0 0,0 0 0,0 1 0,1 0 0,-1 0 0,8-2 0,7-2-151,0 2-1,1 0 0,-1 1 0,1 2 1,0 0-1,-1 0 0,1 2 1,29 4-1,-1 3-6674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58.3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131 206 24575,'-8'-1'0,"0"0"0,0 0 0,0-1 0,-15-4 0,16 3 0,0 1 0,0 0 0,0 1 0,0 0 0,-12-1 0,18 2 0,0 0 0,0 1 0,0-1 0,0 0 0,0 1 0,0-1 0,0 1 0,0-1 0,0 1 0,0-1 0,0 1 0,0 0 0,0 0 0,1-1 0,-1 1 0,0 0 0,1 0 0,-1 0 0,0 0 0,1 0 0,-1 0 0,1 0 0,-1 0 0,1 0 0,0 0 0,-1 0 0,1 0 0,0 0 0,0 0 0,0 0 0,0 0 0,0 0 0,0 2 0,3 44 0,-2-39 0,9 72 0,23 97 0,-27-243 0,-1-19 0,-4 43 0,9-54 0,-9 93 0,-1 0 0,1 1 0,0-1 0,-1 0 0,2 0 0,-1 1 0,0-1 0,0 0 0,1 1 0,-1 0 0,1-1 0,0 1 0,3-4 0,-4 5 0,0 1 0,0-1 0,0 1 0,1-1 0,-1 1 0,0-1 0,0 1 0,0 0 0,1 0 0,-1-1 0,0 1 0,0 0 0,0 0 0,1 0 0,-1 0 0,0 0 0,0 1 0,1-1 0,-1 0 0,0 1 0,0-1 0,0 0 0,0 1 0,1 0 0,-1-1 0,0 1 0,0-1 0,0 1 0,0 0 0,0 0 0,-1 0 0,1 0 0,1 1 0,17 18 0,-1 1 0,-1 0 0,18 31 0,-21-30 0,1 0 0,1-1 0,35 35 0,-49-54 0,0 0 0,1 0 0,-1 0 0,1-1 0,-1 1 0,1 0 0,0-1 0,-1 0 0,1 0 0,0 0 0,0 0 0,0 0 0,0 0 0,0-1 0,0 1 0,0-1 0,0 0 0,0 0 0,0 0 0,0 0 0,1-1 0,2 0 0,-2-1 0,0 1 0,0-1 0,0 0 0,0-1 0,-1 1 0,1-1 0,0 1 0,-1-1 0,0 0 0,0-1 0,0 1 0,0 0 0,0-1 0,3-6 0,3-6 0,0 0 0,-2-1 0,0 0 0,-1-1 0,5-21 0,13-95 0,-16 86 0,-5 27 0,-3 13 0,1 1 0,0 0 0,1 0 0,-1 0 0,1-1 0,1 2 0,-1-1 0,6-10 0,-7 17-37,-1-1 0,0 0 1,1 1-1,-1-1 0,1 1 0,-1-1 0,1 1 0,-1-1 0,1 1 0,0 0 0,-1-1 0,1 1 1,0 0-1,-1-1 0,1 1 0,0 0 0,-1 0 0,1-1 0,0 1 0,-1 0 0,1 0 0,0 0 1,0 0-1,-1 0 0,1 0 0,0 0 0,0 0 0,-1 0 0,1 1 0,0-1 0,-1 0 0,1 0 1,0 1-1,-1-1 0,1 0 0,0 1 0,12 8-6789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59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64 73 24575,'-4'-3'0,"1"-1"0,-1 1 0,0 0 0,1 0 0,-1 0 0,0 1 0,-1-1 0,1 1 0,0 0 0,-10-3 0,14 5 0,-1 1 0,0-1 0,1 0 0,-1 0 0,1 0 0,-1 1 0,1-1 0,-1 0 0,1 0 0,-1 1 0,1-1 0,0 0 0,-1 1 0,1-1 0,-1 1 0,1-1 0,0 1 0,-1-1 0,1 1 0,0-1 0,0 1 0,-1-1 0,1 1 0,0-1 0,0 1 0,0-1 0,0 1 0,-1-1 0,1 1 0,0-1 0,0 1 0,0 0 0,0 0 0,1 20 0,4 6 0,0-1 0,2-1 0,1 1 0,1-2 0,1 1 0,1-1 0,1 0 0,1-1 0,1-1 0,24 29 0,-32-44 0,0-1 0,0 0 0,1 0 0,0 0 0,0-1 0,0 0 0,1 0 0,0-1 0,0 0 0,0 0 0,17 5 0,-19-8 0,0 0 0,1 0 0,-1 0 0,1-1 0,-1 0 0,1 0 0,-1-1 0,1 1 0,-1-1 0,0-1 0,1 1 0,-1-1 0,0 0 0,0-1 0,0 0 0,0 0 0,5-3 0,0-2 0,0-1 0,0 0 0,-1-1 0,0 0 0,0 0 0,-2-1 0,1 0 0,-1-1 0,-1 0 0,12-25 0,-10 17 0,-1-1 0,-1-1 0,-1 1 0,-1-1 0,0 0 0,1-25 0,-6 39 57,1 1 0,-2-1 0,1 0 0,-1 1 0,-3-16 0,4 21-132,-1-1 1,0 1 0,0 0 0,0-1 0,0 1-1,0 0 1,0 0 0,0 0 0,-1 0 0,1 0-1,-1 0 1,0 1 0,1-1 0,-1 0 0,0 1-1,0-1 1,0 1 0,0 0 0,0 0 0,0 0-1,-1 0 1,-3-2 0,-8 1-6752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0:59.3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266 149 24575,'2'-4'0,"0"1"0,-1-1 0,0 0 0,1 1 0,-1-1 0,-1 0 0,1 0 0,-1 0 0,1 0 0,-1 0 0,0 0 0,0 0 0,-1 0 0,1 0 0,-1 0 0,0 1 0,0-1 0,0 0 0,-1 0 0,1 1 0,-1-1 0,0 1 0,0-1 0,0 1 0,0 0 0,-1 0 0,1 0 0,-1 0 0,-6-5 0,4 4 0,1 0 0,-1 1 0,-1 0 0,1 0 0,0 0 0,-1 0 0,1 1 0,-1 0 0,0 0 0,0 1 0,1-1 0,-1 1 0,0 0 0,0 1 0,0 0 0,0 0 0,-1 0 0,1 1 0,-7 1 0,12-2 0,-1 0 0,0 1 0,0-1 0,1 1 0,-1 0 0,0-1 0,1 1 0,-1 0 0,0 0 0,1 0 0,-1 0 0,1 0 0,0 0 0,-1 1 0,1-1 0,0 0 0,0 1 0,0-1 0,0 1 0,0-1 0,0 1 0,-1 2 0,2-1 0,-1-1 0,1 1 0,-1 0 0,1 0 0,0 0 0,0 0 0,1-1 0,-1 1 0,0 0 0,1 0 0,0 0 0,2 4 0,1 4 0,1-1 0,1 0 0,-1 0 0,2 0 0,13 16 0,56 49 0,-49-50 0,45 52 0,-70-73 0,1-1 0,0 1 0,-1 0 0,0 0 0,0 0 0,0 0 0,0 0 0,-1 0 0,0 0 0,0 1 0,0-1 0,0 0 0,0 1 0,-1 6 0,0-7 0,-1-1 0,0 1 0,0-1 0,0 1 0,0-1 0,0 0 0,-1 1 0,0-1 0,1 0 0,-1 0 0,0 0 0,-1 0 0,1-1 0,0 1 0,-1 0 0,0-1 0,1 0 0,-7 4 0,-4 3 68,-1-1 0,0-1 0,0 0 0,-29 9 0,-63 12-1477,98-27 1113,-80 18-6530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1:03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386 4972 24575,'0'0'0,"0"0"0,0 0 0,0 0 0,0 1 0,0-1 0,0 0 0,0 0 0,0 1 0,0-1 0,0 0 0,0 0 0,0 0 0,0 1 0,-1-1 0,1 0 0,0 0 0,0 0 0,0 0 0,0 1 0,0-1 0,0 0 0,0 0 0,-1 0 0,1 0 0,0 1 0,0-1 0,0 0 0,0 0 0,-1 0 0,1 0 0,0 0 0,0 0 0,0 0 0,-1 0 0,1 0 0,0 0 0,0 1 0,0-1 0,-1 0 0,1 0 0,0-1 0,0 1 0,0 0 0,-1 0 0,1-1 0,0 1 0,0 0 0,0 0 0,0-1 0,0 1 0,0 0 0,0-1 0,0 1 0,0 0 0,0 0 0,0-1 0,0 1 0,0 0 0,0 0 0,0-1 0,0 1 0,0 0 0,1-1 0,-1 1 0,0 0 0,0 0 0,0 0 0,0-1 0,0 1 0,1 0 0,-1 0 0,0-1 0,0 1 0,0 0 0,1 0 0,-1 0 0,0 0 0,0 0 0,1-1 0,-1 1 0,5-4 0,0 0 0,-1-1 0,0 0 0,0 0 0,0 0 0,-1 0 0,0 0 0,0-1 0,0 1 0,0-1 0,-1 0 0,0 0 0,0 0 0,-1 0 0,1 0 0,-1 0 0,0-12 0,-3-232 0,2-90 0,6 270 0,21-96 0,-1 7 0,-23 124 0,-1 0 0,-3-57 0,-40-287 0,-13-245 0,16 168 0,-37 5 0,-6-56 0,36 208 0,30 212 0,-43-131 0,49 183 0,2 0 0,1-1 0,-2-54 0,-5-37 0,-32-63 0,45 188 0,-1-1 0,1 0 0,0 0 0,-1 0 0,1 0 0,1 0 0,-1 0 0,0 0 0,1 0 0,1-6 0,-1 8 0,0-1 0,0 1 0,0-1 0,0 1 0,0-1 0,0 1 0,1 0 0,-1 0 0,0-1 0,1 1 0,-1 0 0,1 1 0,-1-1 0,1 0 0,0 0 0,-1 0 0,1 1 0,0-1 0,3 0 0,45-8 0,0 2 0,87-2 0,-57 5 0,610-60 0,-528 41 0,-161 22 0,0 1 0,1 0 0,-1-1 0,1 1 0,-1 0 0,1 0 0,-1 0 0,1 1 0,-1-1 0,1 0 0,-1 0 0,1 1 0,-1-1 0,1 1 0,-1-1 0,0 1 0,1 0 0,-1-1 0,0 1 0,0 0 0,0 0 0,1 0 0,-1 0 0,0 0 0,0 0 0,0 0 0,0 1 0,-1-1 0,2 2 0,0 2 0,0 1 0,0 0 0,0-1 0,-1 1 0,0 0 0,0 7 0,2 8 0,56 253 0,-9-46 0,101 488 0,-30-148 0,-87-403 0,76 405 0,-54-146 0,-3-19 0,36 92 0,-61-347 0,-22-118 0,-2-13 0,-1 0 0,2 29 0,-3-20 0,2 1 0,0-1 0,10 31 0,-6-31 0,-2 0 0,-2 1 0,2 31 0,-4-3 0,3-1 0,14 71 0,6 2 0,-24-126 0,0 1 0,0 0 0,1-1 0,-1 1 0,1-1 0,3 6 0,-5-8 0,1-1 0,-1 1 0,0-1 0,1 1 0,-1-1 0,0 1 0,1-1 0,-1 0 0,1 1 0,-1-1 0,1 0 0,-1 1 0,1-1 0,0 0 0,-1 0 0,1 1 0,-1-1 0,1 0 0,-1 0 0,1 0 0,0 0 0,-1 0 0,1 0 0,0 0 0,-1 0 0,1 0 0,-1 0 0,1 0 0,0 0 0,-1 0 0,1 0 0,-1-1 0,1 1 0,-1 0 0,1 0 0,-1-1 0,1 1 0,-1 0 0,1-1 0,-1 1 0,1-1 0,-1 1 0,1-1 0,-1 1 0,0-1 0,1 1 0,-1-1 0,0 1 0,1-1 0,-1 0 0,3-2-227,0-1-1,-1 0 1,1 0-1,-1 0 1,3-8-1,-2 0-6598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5T09:01:05.1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1232 6845 24575,'-1'1'0,"0"0"0,0 0 0,0 0 0,0 0 0,0-1 0,0 1 0,0 0 0,0 0 0,0-1 0,0 1 0,0-1 0,0 1 0,-1-1 0,1 0 0,0 1 0,0-1 0,-1 0 0,-1 0 0,2 0 0,0 0 0,0 0 0,0-1 0,0 1 0,0-1 0,0 1 0,1 0 0,-1-1 0,0 0 0,0 1 0,1-1 0,-1 0 0,0 1 0,1-1 0,-1 0 0,0 1 0,1-1 0,-1 0 0,0-1 0,-1-2 0,0-1 0,1 1 0,-1-1 0,1 0 0,0 0 0,0 1 0,0-1 0,1-5 0,-1-128 0,-6-109 0,-17 74-153,-61-226-1,-80-163-523,116 405 468,-2-10 22,-158-530-614,23-7 402,-85-912-546,252 1440 1090,-43-401 1537,21 1-356,39 358-963,2 189-354,-5-3-9,4 28 0,0 0 0,0-1 0,0 1 0,1-1 0,-1 1 0,1-1 0,1-4 0,-1 8 0,1 0 0,-1 0 0,1 0 0,-1 0 0,1 0 0,-1 1 0,1-1 0,0 0 0,-1 0 0,1 1 0,0-1 0,0 1 0,-1-1 0,1 0 0,0 1 0,0-1 0,0 1 0,0 0 0,0-1 0,0 1 0,0 0 0,0 0 0,0-1 0,0 1 0,0 0 0,0 0 0,0 0 0,1 0 0,37 2 0,-27-1 0,60 3 0,483 8 0,-65-48-432,538-110 1,-573 42 431,-449 103 8,-2 0 50,0 0-1,0 0 1,0 0 0,0 0-1,0 1 1,0-1 0,5 2-1,-8-1-45,0 0-1,0 1 0,0-1 0,0 0 1,0 1-1,0-1 0,0 1 0,0-1 1,-1 1-1,1 0 0,0-1 0,0 1 1,-1 0-1,1 0 0,-1-1 0,1 1 1,0 0-1,-1 0 0,1 0 0,-1 0 1,0 0-1,1 0 0,-1 0 0,0 0 1,0 0-1,1 0 0,-1 0 0,0 0 1,0 0-1,0 0 0,0 0 0,0 0 1,-1 0-1,1 1 0,-1 27-11,-5 314 0,23 0 0,160 766-449,84-16 1,5 243 167,-216-570 1459,-43-560-1178,1 137 0,-7-291 0,3-1 0,2 1 0,20 81 0,-5-37 0,20 72 0,-17-104 0,-13-38 0,13 50 0,-9-9 0,6 75 0,-21-137-195,0 0 0,1 1 0,0-1 0,0 0 0,1 1 0,3 8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8F16C-22A0-5813-51A9-80149BC3B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D56CF-66EB-4D1F-2653-D3896AC38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3F9835-055C-97B1-C006-028CAF4D1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59727-95A4-3C6E-6A0B-6762C7439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30909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38ABE-9C9C-29A2-5364-8D8A873F6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5B02E-A148-EF1C-ECD0-54FE7743B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80411C-8553-E0CC-708C-81E9122626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868699-EA56-E2F4-C9C3-DA235AF33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7238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ED8BA-B94B-AE6F-51A4-4B1A6CB4B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B5F055-C2FC-BD0D-546F-7EF4F02FC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CFF906-C0CE-E6A6-8939-7359E1345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DF5B8-4CE6-E343-358A-0BAB2D885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6431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9F45E-D159-5C6D-5493-6AD89CFE2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6B4D26-2364-170A-AADA-ACEB0155F1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7296D-779E-E304-DB36-EA6929FF19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78D30D-CDD3-2C8F-DF14-0DFA85B752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18086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71EA3-45BE-2612-C0F5-B76F79447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27A52-D68A-6309-2553-938A5A30B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B33CF-6362-F807-CACA-A23C6AB39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6312EB-A368-050B-FEA8-BE59DCA8C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3503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2B915-DE23-6A13-28EC-3483E0659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D48F4F-751F-223E-FE96-348E8D073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EE284F-DA17-94EA-9040-8CE318CF7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7130B5-EB7D-C339-B42C-8B7C65F13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9178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868F8-B0D6-348D-BF11-D63ADEEB2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142CF-DBC3-0F38-CE1C-950833FEB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223019-7B9F-8753-C739-FDB88A111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D5443B-1000-ADA5-1F65-10A5C96741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195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D4C1-C206-9885-4C68-B63D1D658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AAC44E-5759-8EE0-281B-58F44FB61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C6C9AE-6ABE-EBB8-3E8E-5AD19A513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F340E-CD29-CAD4-C06C-C649DFEE49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89580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F75E-08D1-EBCB-F7A4-59CDC7911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E407CD-142E-2E64-A076-446F333C8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1A583C-603E-3D44-64B4-359F8CF4E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2C04BD-FF53-7CB4-0952-0F6AB0935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37806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F7747-A743-FF8D-4D47-1B81D1678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155B06-065F-951D-02F2-43CF1FEC3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8172AB-A18E-C448-4135-7E58C6A639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BFE938-5666-11B1-314D-5794F1B55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70456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71396-899F-5D59-DE43-962EA8068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FD3D80-5402-0C2B-6A2A-D3174CC97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264E61-7F34-5D1A-2CD3-C6A1EAE11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342ED-7B21-6AD0-B1E7-66C14D748D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598690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58D90-8703-7F5B-1F2D-19E45F2FF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305C5-C660-CFB0-D73B-55BC7B4E3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2910A-5BBC-A91E-3491-EFF277D373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DA740-1B7A-2DB8-EBED-E5E8BC12B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46062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9295D-C332-5793-512D-6F0DC841A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6CBF5D-E7C3-7E39-1B36-8EF14EE6B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2BB7C-9FE6-FDF3-12C0-1EED4D8641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C1C52-6FD9-7EE6-19F5-1F1C415F48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14759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9DA44-25CE-C96B-9E71-CAF78A65C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B2B14C-877C-3F20-E766-44E9390CE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01D994-D972-9A0C-26AF-C5703C290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B092B-FCB5-DABF-5E43-8E6034C589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71527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F76EA-A9B7-0DDA-8F03-A2A2F6BD2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02E9E-BAC7-AB10-178F-E92E0A952F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942628-8A43-77A0-A9F8-9F81125632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9D412-267B-B38D-DCFB-E42EE884CD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22203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B8D726-D0BC-B240-A677-46F99704B744}" type="slidenum">
              <a:rPr lang="en-US" smtClean="0"/>
              <a:pPr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roup 522">
            <a:extLst>
              <a:ext uri="{FF2B5EF4-FFF2-40B4-BE49-F238E27FC236}">
                <a16:creationId xmlns:a16="http://schemas.microsoft.com/office/drawing/2014/main" id="{2DB38A0F-0598-4BC1-A4B5-6E4C7D1AE1FD}"/>
              </a:ext>
            </a:extLst>
          </p:cNvPr>
          <p:cNvGrpSpPr/>
          <p:nvPr userDrawn="1"/>
        </p:nvGrpSpPr>
        <p:grpSpPr>
          <a:xfrm>
            <a:off x="354110" y="326571"/>
            <a:ext cx="11480605" cy="6204858"/>
            <a:chOff x="354110" y="326571"/>
            <a:chExt cx="11480605" cy="6204858"/>
          </a:xfrm>
          <a:solidFill>
            <a:schemeClr val="accent1">
              <a:lumMod val="90000"/>
              <a:lumOff val="10000"/>
            </a:schemeClr>
          </a:solidFill>
        </p:grpSpPr>
        <p:sp>
          <p:nvSpPr>
            <p:cNvPr id="524" name="Rectangle 5">
              <a:extLst>
                <a:ext uri="{FF2B5EF4-FFF2-40B4-BE49-F238E27FC236}">
                  <a16:creationId xmlns:a16="http://schemas.microsoft.com/office/drawing/2014/main" id="{D0391FF9-0338-4933-99EA-0BC7224F4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26571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5" name="Rectangle 6">
              <a:extLst>
                <a:ext uri="{FF2B5EF4-FFF2-40B4-BE49-F238E27FC236}">
                  <a16:creationId xmlns:a16="http://schemas.microsoft.com/office/drawing/2014/main" id="{68848005-FF97-4886-AB70-BEAC78E6A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6" name="Rectangle 7">
              <a:extLst>
                <a:ext uri="{FF2B5EF4-FFF2-40B4-BE49-F238E27FC236}">
                  <a16:creationId xmlns:a16="http://schemas.microsoft.com/office/drawing/2014/main" id="{A371799C-C91D-4388-B84A-3FB831416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7" name="Rectangle 8">
              <a:extLst>
                <a:ext uri="{FF2B5EF4-FFF2-40B4-BE49-F238E27FC236}">
                  <a16:creationId xmlns:a16="http://schemas.microsoft.com/office/drawing/2014/main" id="{C722B8FD-8C0E-4B48-8849-E0D3A2C9E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26571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8" name="Rectangle 9">
              <a:extLst>
                <a:ext uri="{FF2B5EF4-FFF2-40B4-BE49-F238E27FC236}">
                  <a16:creationId xmlns:a16="http://schemas.microsoft.com/office/drawing/2014/main" id="{F690EF81-637B-45E9-B2E4-F6466D3CE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9" name="Rectangle 10">
              <a:extLst>
                <a:ext uri="{FF2B5EF4-FFF2-40B4-BE49-F238E27FC236}">
                  <a16:creationId xmlns:a16="http://schemas.microsoft.com/office/drawing/2014/main" id="{93D434AE-D8E1-4B73-97E9-104904735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0" name="Rectangle 11">
              <a:extLst>
                <a:ext uri="{FF2B5EF4-FFF2-40B4-BE49-F238E27FC236}">
                  <a16:creationId xmlns:a16="http://schemas.microsoft.com/office/drawing/2014/main" id="{38DB79DD-18E2-4E0B-8C6B-B3170D9E6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1" name="Rectangle 12">
              <a:extLst>
                <a:ext uri="{FF2B5EF4-FFF2-40B4-BE49-F238E27FC236}">
                  <a16:creationId xmlns:a16="http://schemas.microsoft.com/office/drawing/2014/main" id="{AA24A7B5-1047-4ED2-8394-1F64840CD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2" name="Rectangle 13">
              <a:extLst>
                <a:ext uri="{FF2B5EF4-FFF2-40B4-BE49-F238E27FC236}">
                  <a16:creationId xmlns:a16="http://schemas.microsoft.com/office/drawing/2014/main" id="{1BF3D7A2-914A-406C-85FE-78F492E20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3" name="Rectangle 14">
              <a:extLst>
                <a:ext uri="{FF2B5EF4-FFF2-40B4-BE49-F238E27FC236}">
                  <a16:creationId xmlns:a16="http://schemas.microsoft.com/office/drawing/2014/main" id="{EFE4A65D-7D8E-481F-9FD2-EC0C85742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4" name="Rectangle 15">
              <a:extLst>
                <a:ext uri="{FF2B5EF4-FFF2-40B4-BE49-F238E27FC236}">
                  <a16:creationId xmlns:a16="http://schemas.microsoft.com/office/drawing/2014/main" id="{6D829585-3C10-4E29-9D87-5A5437E00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5" name="Rectangle 16">
              <a:extLst>
                <a:ext uri="{FF2B5EF4-FFF2-40B4-BE49-F238E27FC236}">
                  <a16:creationId xmlns:a16="http://schemas.microsoft.com/office/drawing/2014/main" id="{2B70A9B8-A62A-4C92-8175-AAC487F5F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6" name="Rectangle 17">
              <a:extLst>
                <a:ext uri="{FF2B5EF4-FFF2-40B4-BE49-F238E27FC236}">
                  <a16:creationId xmlns:a16="http://schemas.microsoft.com/office/drawing/2014/main" id="{62925939-9955-4AB6-8B7B-2F98C58A94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7" name="Rectangle 18">
              <a:extLst>
                <a:ext uri="{FF2B5EF4-FFF2-40B4-BE49-F238E27FC236}">
                  <a16:creationId xmlns:a16="http://schemas.microsoft.com/office/drawing/2014/main" id="{658B8514-8D6B-4F5F-AE70-55B9F4C5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8" name="Rectangle 19">
              <a:extLst>
                <a:ext uri="{FF2B5EF4-FFF2-40B4-BE49-F238E27FC236}">
                  <a16:creationId xmlns:a16="http://schemas.microsoft.com/office/drawing/2014/main" id="{D6780382-758A-41C1-83C0-EB51E004E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9" name="Rectangle 20">
              <a:extLst>
                <a:ext uri="{FF2B5EF4-FFF2-40B4-BE49-F238E27FC236}">
                  <a16:creationId xmlns:a16="http://schemas.microsoft.com/office/drawing/2014/main" id="{9357623D-6D19-46DA-B792-E1A2F32F8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0" name="Rectangle 21">
              <a:extLst>
                <a:ext uri="{FF2B5EF4-FFF2-40B4-BE49-F238E27FC236}">
                  <a16:creationId xmlns:a16="http://schemas.microsoft.com/office/drawing/2014/main" id="{2F00DFB8-11D0-4DF8-A3AD-197C3F307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1" name="Rectangle 22">
              <a:extLst>
                <a:ext uri="{FF2B5EF4-FFF2-40B4-BE49-F238E27FC236}">
                  <a16:creationId xmlns:a16="http://schemas.microsoft.com/office/drawing/2014/main" id="{57F57754-D964-4CFA-BC83-9AFD46DA5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2" name="Rectangle 23">
              <a:extLst>
                <a:ext uri="{FF2B5EF4-FFF2-40B4-BE49-F238E27FC236}">
                  <a16:creationId xmlns:a16="http://schemas.microsoft.com/office/drawing/2014/main" id="{CAC9FBA4-D9FC-44DC-9CBC-4AA56F87E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3" name="Rectangle 24">
              <a:extLst>
                <a:ext uri="{FF2B5EF4-FFF2-40B4-BE49-F238E27FC236}">
                  <a16:creationId xmlns:a16="http://schemas.microsoft.com/office/drawing/2014/main" id="{6B5BF42C-E1FB-4B04-8861-8F6834EC8B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4" name="Rectangle 25">
              <a:extLst>
                <a:ext uri="{FF2B5EF4-FFF2-40B4-BE49-F238E27FC236}">
                  <a16:creationId xmlns:a16="http://schemas.microsoft.com/office/drawing/2014/main" id="{BECAB5D5-0B99-4F52-BDEC-9DEE44451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5" name="Rectangle 26">
              <a:extLst>
                <a:ext uri="{FF2B5EF4-FFF2-40B4-BE49-F238E27FC236}">
                  <a16:creationId xmlns:a16="http://schemas.microsoft.com/office/drawing/2014/main" id="{7F2A058E-DD90-4B9A-BCA3-AAB1E88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6" name="Rectangle 27">
              <a:extLst>
                <a:ext uri="{FF2B5EF4-FFF2-40B4-BE49-F238E27FC236}">
                  <a16:creationId xmlns:a16="http://schemas.microsoft.com/office/drawing/2014/main" id="{5A511A58-4543-4023-AD40-17185DD31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7" name="Rectangle 28">
              <a:extLst>
                <a:ext uri="{FF2B5EF4-FFF2-40B4-BE49-F238E27FC236}">
                  <a16:creationId xmlns:a16="http://schemas.microsoft.com/office/drawing/2014/main" id="{4FB2F5FA-9E29-4BF4-A565-01F562351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8" name="Rectangle 29">
              <a:extLst>
                <a:ext uri="{FF2B5EF4-FFF2-40B4-BE49-F238E27FC236}">
                  <a16:creationId xmlns:a16="http://schemas.microsoft.com/office/drawing/2014/main" id="{79033138-2B37-4A7A-BB10-95ED1BC4CE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9" name="Rectangle 30">
              <a:extLst>
                <a:ext uri="{FF2B5EF4-FFF2-40B4-BE49-F238E27FC236}">
                  <a16:creationId xmlns:a16="http://schemas.microsoft.com/office/drawing/2014/main" id="{79753DF4-5F75-4419-909E-7C6C91243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0" name="Rectangle 32">
              <a:extLst>
                <a:ext uri="{FF2B5EF4-FFF2-40B4-BE49-F238E27FC236}">
                  <a16:creationId xmlns:a16="http://schemas.microsoft.com/office/drawing/2014/main" id="{855DF40C-B6BB-4565-917B-0D68E9A99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834963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1" name="Rectangle 33">
              <a:extLst>
                <a:ext uri="{FF2B5EF4-FFF2-40B4-BE49-F238E27FC236}">
                  <a16:creationId xmlns:a16="http://schemas.microsoft.com/office/drawing/2014/main" id="{4A966D73-83CF-49BC-B17D-814D08E7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2" name="Rectangle 34">
              <a:extLst>
                <a:ext uri="{FF2B5EF4-FFF2-40B4-BE49-F238E27FC236}">
                  <a16:creationId xmlns:a16="http://schemas.microsoft.com/office/drawing/2014/main" id="{C4D3FEF6-5168-4033-87C1-4DE8C0B10D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3" name="Rectangle 35">
              <a:extLst>
                <a:ext uri="{FF2B5EF4-FFF2-40B4-BE49-F238E27FC236}">
                  <a16:creationId xmlns:a16="http://schemas.microsoft.com/office/drawing/2014/main" id="{8196550C-9075-450D-8381-757B57ACF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4" name="Rectangle 36">
              <a:extLst>
                <a:ext uri="{FF2B5EF4-FFF2-40B4-BE49-F238E27FC236}">
                  <a16:creationId xmlns:a16="http://schemas.microsoft.com/office/drawing/2014/main" id="{9DDF2589-A917-47E1-86F2-E9E9D0311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5" name="Rectangle 37">
              <a:extLst>
                <a:ext uri="{FF2B5EF4-FFF2-40B4-BE49-F238E27FC236}">
                  <a16:creationId xmlns:a16="http://schemas.microsoft.com/office/drawing/2014/main" id="{19AA832E-82CD-495F-9759-311D5CF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6" name="Rectangle 38">
              <a:extLst>
                <a:ext uri="{FF2B5EF4-FFF2-40B4-BE49-F238E27FC236}">
                  <a16:creationId xmlns:a16="http://schemas.microsoft.com/office/drawing/2014/main" id="{E321B9D6-F4D4-4E72-B642-4A20A028D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7" name="Rectangle 39">
              <a:extLst>
                <a:ext uri="{FF2B5EF4-FFF2-40B4-BE49-F238E27FC236}">
                  <a16:creationId xmlns:a16="http://schemas.microsoft.com/office/drawing/2014/main" id="{67D8E47E-A97F-495B-9D93-E77F5D991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8" name="Rectangle 40">
              <a:extLst>
                <a:ext uri="{FF2B5EF4-FFF2-40B4-BE49-F238E27FC236}">
                  <a16:creationId xmlns:a16="http://schemas.microsoft.com/office/drawing/2014/main" id="{A3102978-9FB6-414A-87A2-7447231B7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9" name="Rectangle 41">
              <a:extLst>
                <a:ext uri="{FF2B5EF4-FFF2-40B4-BE49-F238E27FC236}">
                  <a16:creationId xmlns:a16="http://schemas.microsoft.com/office/drawing/2014/main" id="{52AB6645-416B-4B1A-BDD5-25D20B3DD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0" name="Rectangle 42">
              <a:extLst>
                <a:ext uri="{FF2B5EF4-FFF2-40B4-BE49-F238E27FC236}">
                  <a16:creationId xmlns:a16="http://schemas.microsoft.com/office/drawing/2014/main" id="{6FC3BBB2-F5AD-4180-9804-3EA9F90C2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1" name="Rectangle 43">
              <a:extLst>
                <a:ext uri="{FF2B5EF4-FFF2-40B4-BE49-F238E27FC236}">
                  <a16:creationId xmlns:a16="http://schemas.microsoft.com/office/drawing/2014/main" id="{422DB3ED-2BEF-4ED1-BC1B-08CB86C00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2" name="Rectangle 44">
              <a:extLst>
                <a:ext uri="{FF2B5EF4-FFF2-40B4-BE49-F238E27FC236}">
                  <a16:creationId xmlns:a16="http://schemas.microsoft.com/office/drawing/2014/main" id="{98D97055-E2FD-4FF0-90DB-E94B1920C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3" name="Rectangle 45">
              <a:extLst>
                <a:ext uri="{FF2B5EF4-FFF2-40B4-BE49-F238E27FC236}">
                  <a16:creationId xmlns:a16="http://schemas.microsoft.com/office/drawing/2014/main" id="{DE4F8DEE-2AD7-48B0-86FE-2FB6CF6E0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4" name="Rectangle 46">
              <a:extLst>
                <a:ext uri="{FF2B5EF4-FFF2-40B4-BE49-F238E27FC236}">
                  <a16:creationId xmlns:a16="http://schemas.microsoft.com/office/drawing/2014/main" id="{ABD952AD-A59A-4124-AAA4-9E35E9D1D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5" name="Rectangle 47">
              <a:extLst>
                <a:ext uri="{FF2B5EF4-FFF2-40B4-BE49-F238E27FC236}">
                  <a16:creationId xmlns:a16="http://schemas.microsoft.com/office/drawing/2014/main" id="{09F53A53-235E-4905-B7A1-4C2487531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6" name="Rectangle 48">
              <a:extLst>
                <a:ext uri="{FF2B5EF4-FFF2-40B4-BE49-F238E27FC236}">
                  <a16:creationId xmlns:a16="http://schemas.microsoft.com/office/drawing/2014/main" id="{E7B8F62B-F26F-4F16-83DE-DE88E2AC2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7" name="Rectangle 49">
              <a:extLst>
                <a:ext uri="{FF2B5EF4-FFF2-40B4-BE49-F238E27FC236}">
                  <a16:creationId xmlns:a16="http://schemas.microsoft.com/office/drawing/2014/main" id="{5A3F2E03-9197-4D87-AEBD-53681C71A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8" name="Rectangle 50">
              <a:extLst>
                <a:ext uri="{FF2B5EF4-FFF2-40B4-BE49-F238E27FC236}">
                  <a16:creationId xmlns:a16="http://schemas.microsoft.com/office/drawing/2014/main" id="{AC48136C-038A-4E15-A432-82CDA3580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9" name="Rectangle 51">
              <a:extLst>
                <a:ext uri="{FF2B5EF4-FFF2-40B4-BE49-F238E27FC236}">
                  <a16:creationId xmlns:a16="http://schemas.microsoft.com/office/drawing/2014/main" id="{A03DB8D5-6A83-4A84-AB18-203060958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0" name="Rectangle 52">
              <a:extLst>
                <a:ext uri="{FF2B5EF4-FFF2-40B4-BE49-F238E27FC236}">
                  <a16:creationId xmlns:a16="http://schemas.microsoft.com/office/drawing/2014/main" id="{CB4B691A-151E-4AA1-86FD-1DF590C8A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1" name="Rectangle 53">
              <a:extLst>
                <a:ext uri="{FF2B5EF4-FFF2-40B4-BE49-F238E27FC236}">
                  <a16:creationId xmlns:a16="http://schemas.microsoft.com/office/drawing/2014/main" id="{8DE17CF6-249D-4F7B-83E2-FD452FE77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2" name="Rectangle 54">
              <a:extLst>
                <a:ext uri="{FF2B5EF4-FFF2-40B4-BE49-F238E27FC236}">
                  <a16:creationId xmlns:a16="http://schemas.microsoft.com/office/drawing/2014/main" id="{8AFBC693-95B4-46BF-8458-36EE0C805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3" name="Rectangle 55">
              <a:extLst>
                <a:ext uri="{FF2B5EF4-FFF2-40B4-BE49-F238E27FC236}">
                  <a16:creationId xmlns:a16="http://schemas.microsoft.com/office/drawing/2014/main" id="{1B7936E4-C86A-4ECF-9DAA-DD45C61C9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4" name="Rectangle 56">
              <a:extLst>
                <a:ext uri="{FF2B5EF4-FFF2-40B4-BE49-F238E27FC236}">
                  <a16:creationId xmlns:a16="http://schemas.microsoft.com/office/drawing/2014/main" id="{07B705CC-7C23-4703-BFCD-DEBFDF5A7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5" name="Rectangle 57">
              <a:extLst>
                <a:ext uri="{FF2B5EF4-FFF2-40B4-BE49-F238E27FC236}">
                  <a16:creationId xmlns:a16="http://schemas.microsoft.com/office/drawing/2014/main" id="{021EAEDF-4795-47A7-9CDF-29BDE7EB4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6" name="Rectangle 59">
              <a:extLst>
                <a:ext uri="{FF2B5EF4-FFF2-40B4-BE49-F238E27FC236}">
                  <a16:creationId xmlns:a16="http://schemas.microsoft.com/office/drawing/2014/main" id="{C8E25685-5F7D-4F4C-ABCD-4A625A28D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342187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7" name="Rectangle 60">
              <a:extLst>
                <a:ext uri="{FF2B5EF4-FFF2-40B4-BE49-F238E27FC236}">
                  <a16:creationId xmlns:a16="http://schemas.microsoft.com/office/drawing/2014/main" id="{F86C1915-F185-4F6E-BC9A-70ED68733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8" name="Rectangle 61">
              <a:extLst>
                <a:ext uri="{FF2B5EF4-FFF2-40B4-BE49-F238E27FC236}">
                  <a16:creationId xmlns:a16="http://schemas.microsoft.com/office/drawing/2014/main" id="{0A676732-8A69-4B25-9573-F6F90E1CB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9" name="Rectangle 62">
              <a:extLst>
                <a:ext uri="{FF2B5EF4-FFF2-40B4-BE49-F238E27FC236}">
                  <a16:creationId xmlns:a16="http://schemas.microsoft.com/office/drawing/2014/main" id="{D4F1F03D-E1AA-4194-B592-BA6FFEF4B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0" name="Rectangle 63">
              <a:extLst>
                <a:ext uri="{FF2B5EF4-FFF2-40B4-BE49-F238E27FC236}">
                  <a16:creationId xmlns:a16="http://schemas.microsoft.com/office/drawing/2014/main" id="{3E19A2DA-16F0-4B64-9855-639F78BF9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1" name="Rectangle 64">
              <a:extLst>
                <a:ext uri="{FF2B5EF4-FFF2-40B4-BE49-F238E27FC236}">
                  <a16:creationId xmlns:a16="http://schemas.microsoft.com/office/drawing/2014/main" id="{21AA4D67-978D-46FA-9138-C5EF347A0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2" name="Rectangle 65">
              <a:extLst>
                <a:ext uri="{FF2B5EF4-FFF2-40B4-BE49-F238E27FC236}">
                  <a16:creationId xmlns:a16="http://schemas.microsoft.com/office/drawing/2014/main" id="{DF7FABC9-0AE5-498D-9DCD-2D0A69DD4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3" name="Rectangle 66">
              <a:extLst>
                <a:ext uri="{FF2B5EF4-FFF2-40B4-BE49-F238E27FC236}">
                  <a16:creationId xmlns:a16="http://schemas.microsoft.com/office/drawing/2014/main" id="{3B4259AB-BB5C-471B-8BFD-2464967E0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4" name="Rectangle 67">
              <a:extLst>
                <a:ext uri="{FF2B5EF4-FFF2-40B4-BE49-F238E27FC236}">
                  <a16:creationId xmlns:a16="http://schemas.microsoft.com/office/drawing/2014/main" id="{4A71AFC4-8245-4F87-8986-BFA7163794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5" name="Rectangle 68">
              <a:extLst>
                <a:ext uri="{FF2B5EF4-FFF2-40B4-BE49-F238E27FC236}">
                  <a16:creationId xmlns:a16="http://schemas.microsoft.com/office/drawing/2014/main" id="{AA4DB81E-6CDA-4C15-A84C-6764CA845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6" name="Rectangle 69">
              <a:extLst>
                <a:ext uri="{FF2B5EF4-FFF2-40B4-BE49-F238E27FC236}">
                  <a16:creationId xmlns:a16="http://schemas.microsoft.com/office/drawing/2014/main" id="{E6B3071E-6076-4B7A-83B7-92D6A1653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7" name="Rectangle 70">
              <a:extLst>
                <a:ext uri="{FF2B5EF4-FFF2-40B4-BE49-F238E27FC236}">
                  <a16:creationId xmlns:a16="http://schemas.microsoft.com/office/drawing/2014/main" id="{E8543DB1-652E-4988-9780-2A2133D41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8" name="Rectangle 71">
              <a:extLst>
                <a:ext uri="{FF2B5EF4-FFF2-40B4-BE49-F238E27FC236}">
                  <a16:creationId xmlns:a16="http://schemas.microsoft.com/office/drawing/2014/main" id="{42F0AA6A-4C74-462E-8B1B-F39A0F70F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9" name="Rectangle 72">
              <a:extLst>
                <a:ext uri="{FF2B5EF4-FFF2-40B4-BE49-F238E27FC236}">
                  <a16:creationId xmlns:a16="http://schemas.microsoft.com/office/drawing/2014/main" id="{B33C0D7F-04E1-4844-B90C-3FBE5EEF3A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0" name="Rectangle 73">
              <a:extLst>
                <a:ext uri="{FF2B5EF4-FFF2-40B4-BE49-F238E27FC236}">
                  <a16:creationId xmlns:a16="http://schemas.microsoft.com/office/drawing/2014/main" id="{F49B085D-B4DD-458A-826A-3DA24029B8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1" name="Rectangle 74">
              <a:extLst>
                <a:ext uri="{FF2B5EF4-FFF2-40B4-BE49-F238E27FC236}">
                  <a16:creationId xmlns:a16="http://schemas.microsoft.com/office/drawing/2014/main" id="{A32F9E5F-5111-453D-A333-FB4E1A186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2" name="Rectangle 75">
              <a:extLst>
                <a:ext uri="{FF2B5EF4-FFF2-40B4-BE49-F238E27FC236}">
                  <a16:creationId xmlns:a16="http://schemas.microsoft.com/office/drawing/2014/main" id="{47E4D8BD-DEA3-4D27-98E4-F4E701617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3" name="Rectangle 76">
              <a:extLst>
                <a:ext uri="{FF2B5EF4-FFF2-40B4-BE49-F238E27FC236}">
                  <a16:creationId xmlns:a16="http://schemas.microsoft.com/office/drawing/2014/main" id="{BBF03BDD-5E4F-4125-8BBA-793FC2C13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4" name="Rectangle 77">
              <a:extLst>
                <a:ext uri="{FF2B5EF4-FFF2-40B4-BE49-F238E27FC236}">
                  <a16:creationId xmlns:a16="http://schemas.microsoft.com/office/drawing/2014/main" id="{F3B4C098-EB45-4815-8269-996D7522E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5" name="Rectangle 78">
              <a:extLst>
                <a:ext uri="{FF2B5EF4-FFF2-40B4-BE49-F238E27FC236}">
                  <a16:creationId xmlns:a16="http://schemas.microsoft.com/office/drawing/2014/main" id="{B59927F3-4B4B-42A6-8B08-08A49631D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6" name="Rectangle 79">
              <a:extLst>
                <a:ext uri="{FF2B5EF4-FFF2-40B4-BE49-F238E27FC236}">
                  <a16:creationId xmlns:a16="http://schemas.microsoft.com/office/drawing/2014/main" id="{A3EF2292-28DC-48A4-AF27-649B5C4586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7" name="Rectangle 80">
              <a:extLst>
                <a:ext uri="{FF2B5EF4-FFF2-40B4-BE49-F238E27FC236}">
                  <a16:creationId xmlns:a16="http://schemas.microsoft.com/office/drawing/2014/main" id="{248C3F59-9E32-45A2-A3CC-2CB702255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8" name="Rectangle 81">
              <a:extLst>
                <a:ext uri="{FF2B5EF4-FFF2-40B4-BE49-F238E27FC236}">
                  <a16:creationId xmlns:a16="http://schemas.microsoft.com/office/drawing/2014/main" id="{8E4ACB8A-43E4-4093-AE56-AA241704B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9" name="Rectangle 82">
              <a:extLst>
                <a:ext uri="{FF2B5EF4-FFF2-40B4-BE49-F238E27FC236}">
                  <a16:creationId xmlns:a16="http://schemas.microsoft.com/office/drawing/2014/main" id="{D14F99BB-28D1-464F-BB16-2F2623BBC5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0" name="Rectangle 83">
              <a:extLst>
                <a:ext uri="{FF2B5EF4-FFF2-40B4-BE49-F238E27FC236}">
                  <a16:creationId xmlns:a16="http://schemas.microsoft.com/office/drawing/2014/main" id="{A95FA675-3755-4391-B726-68B8FF23A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1" name="Rectangle 84">
              <a:extLst>
                <a:ext uri="{FF2B5EF4-FFF2-40B4-BE49-F238E27FC236}">
                  <a16:creationId xmlns:a16="http://schemas.microsoft.com/office/drawing/2014/main" id="{49925855-02BD-4CA2-9D33-00CA85C3A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2" name="Rectangle 86">
              <a:extLst>
                <a:ext uri="{FF2B5EF4-FFF2-40B4-BE49-F238E27FC236}">
                  <a16:creationId xmlns:a16="http://schemas.microsoft.com/office/drawing/2014/main" id="{29A0B59B-FDB1-4852-BA6C-06E6417E8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3" name="Rectangle 87">
              <a:extLst>
                <a:ext uri="{FF2B5EF4-FFF2-40B4-BE49-F238E27FC236}">
                  <a16:creationId xmlns:a16="http://schemas.microsoft.com/office/drawing/2014/main" id="{F2291FF5-CA54-458E-8BD1-99B816F40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4" name="Rectangle 88">
              <a:extLst>
                <a:ext uri="{FF2B5EF4-FFF2-40B4-BE49-F238E27FC236}">
                  <a16:creationId xmlns:a16="http://schemas.microsoft.com/office/drawing/2014/main" id="{97EB7D42-19E8-41E2-B5B0-791AA24B5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5" name="Rectangle 89">
              <a:extLst>
                <a:ext uri="{FF2B5EF4-FFF2-40B4-BE49-F238E27FC236}">
                  <a16:creationId xmlns:a16="http://schemas.microsoft.com/office/drawing/2014/main" id="{F11528A1-D5A5-47C3-A78A-BDF885ECD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8505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6" name="Rectangle 90">
              <a:extLst>
                <a:ext uri="{FF2B5EF4-FFF2-40B4-BE49-F238E27FC236}">
                  <a16:creationId xmlns:a16="http://schemas.microsoft.com/office/drawing/2014/main" id="{382D90AE-FED6-4FCA-B477-13F5EC154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7" name="Rectangle 91">
              <a:extLst>
                <a:ext uri="{FF2B5EF4-FFF2-40B4-BE49-F238E27FC236}">
                  <a16:creationId xmlns:a16="http://schemas.microsoft.com/office/drawing/2014/main" id="{32C9B838-AD97-41C2-B167-E2ED06D30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8" name="Rectangle 92">
              <a:extLst>
                <a:ext uri="{FF2B5EF4-FFF2-40B4-BE49-F238E27FC236}">
                  <a16:creationId xmlns:a16="http://schemas.microsoft.com/office/drawing/2014/main" id="{17A1E437-F28C-4912-A416-147E734D2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9" name="Rectangle 105">
              <a:extLst>
                <a:ext uri="{FF2B5EF4-FFF2-40B4-BE49-F238E27FC236}">
                  <a16:creationId xmlns:a16="http://schemas.microsoft.com/office/drawing/2014/main" id="{DEAE7685-4A38-4785-9605-B19161F69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0" name="Rectangle 106">
              <a:extLst>
                <a:ext uri="{FF2B5EF4-FFF2-40B4-BE49-F238E27FC236}">
                  <a16:creationId xmlns:a16="http://schemas.microsoft.com/office/drawing/2014/main" id="{D8D5236E-C6F3-4C15-B112-50979E39B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1" name="Rectangle 107">
              <a:extLst>
                <a:ext uri="{FF2B5EF4-FFF2-40B4-BE49-F238E27FC236}">
                  <a16:creationId xmlns:a16="http://schemas.microsoft.com/office/drawing/2014/main" id="{EAC78FE3-C094-437A-B445-4F7837802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2" name="Rectangle 108">
              <a:extLst>
                <a:ext uri="{FF2B5EF4-FFF2-40B4-BE49-F238E27FC236}">
                  <a16:creationId xmlns:a16="http://schemas.microsoft.com/office/drawing/2014/main" id="{E515352F-F56E-4A5E-A366-80D13565A1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3" name="Rectangle 109">
              <a:extLst>
                <a:ext uri="{FF2B5EF4-FFF2-40B4-BE49-F238E27FC236}">
                  <a16:creationId xmlns:a16="http://schemas.microsoft.com/office/drawing/2014/main" id="{082593FC-9A99-4046-9873-3F17F576F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4" name="Rectangle 110">
              <a:extLst>
                <a:ext uri="{FF2B5EF4-FFF2-40B4-BE49-F238E27FC236}">
                  <a16:creationId xmlns:a16="http://schemas.microsoft.com/office/drawing/2014/main" id="{7BE87C29-956D-4731-9DEF-2472E21D89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5" name="Rectangle 111">
              <a:extLst>
                <a:ext uri="{FF2B5EF4-FFF2-40B4-BE49-F238E27FC236}">
                  <a16:creationId xmlns:a16="http://schemas.microsoft.com/office/drawing/2014/main" id="{A3B07365-8B76-4AFB-ABA7-8DD8B6C91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6" name="Rectangle 113">
              <a:extLst>
                <a:ext uri="{FF2B5EF4-FFF2-40B4-BE49-F238E27FC236}">
                  <a16:creationId xmlns:a16="http://schemas.microsoft.com/office/drawing/2014/main" id="{DC607E7A-BE56-4471-A732-571BF19E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7" name="Rectangle 114">
              <a:extLst>
                <a:ext uri="{FF2B5EF4-FFF2-40B4-BE49-F238E27FC236}">
                  <a16:creationId xmlns:a16="http://schemas.microsoft.com/office/drawing/2014/main" id="{AC622CDC-661A-4504-B509-39988A379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8" name="Rectangle 115">
              <a:extLst>
                <a:ext uri="{FF2B5EF4-FFF2-40B4-BE49-F238E27FC236}">
                  <a16:creationId xmlns:a16="http://schemas.microsoft.com/office/drawing/2014/main" id="{62946A9D-9192-4CAD-8F76-974C5FE2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358971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9" name="Rectangle 116">
              <a:extLst>
                <a:ext uri="{FF2B5EF4-FFF2-40B4-BE49-F238E27FC236}">
                  <a16:creationId xmlns:a16="http://schemas.microsoft.com/office/drawing/2014/main" id="{98A87D74-26D6-44DE-B8E3-3F1228E83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117">
              <a:extLst>
                <a:ext uri="{FF2B5EF4-FFF2-40B4-BE49-F238E27FC236}">
                  <a16:creationId xmlns:a16="http://schemas.microsoft.com/office/drawing/2014/main" id="{305F2911-EBBC-4A1F-9F27-F5A4D6683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358971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118">
              <a:extLst>
                <a:ext uri="{FF2B5EF4-FFF2-40B4-BE49-F238E27FC236}">
                  <a16:creationId xmlns:a16="http://schemas.microsoft.com/office/drawing/2014/main" id="{E3017ED1-C3DB-468D-917A-7D055013E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119">
              <a:extLst>
                <a:ext uri="{FF2B5EF4-FFF2-40B4-BE49-F238E27FC236}">
                  <a16:creationId xmlns:a16="http://schemas.microsoft.com/office/drawing/2014/main" id="{364A9FBD-1DB7-46D2-80AE-1EF6158FE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132">
              <a:extLst>
                <a:ext uri="{FF2B5EF4-FFF2-40B4-BE49-F238E27FC236}">
                  <a16:creationId xmlns:a16="http://schemas.microsoft.com/office/drawing/2014/main" id="{5B8F5DA7-A3AB-48C2-A0AA-06DFF2510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133">
              <a:extLst>
                <a:ext uri="{FF2B5EF4-FFF2-40B4-BE49-F238E27FC236}">
                  <a16:creationId xmlns:a16="http://schemas.microsoft.com/office/drawing/2014/main" id="{B4EEDB8D-D8C1-42F7-816B-88E1F6AC5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134">
              <a:extLst>
                <a:ext uri="{FF2B5EF4-FFF2-40B4-BE49-F238E27FC236}">
                  <a16:creationId xmlns:a16="http://schemas.microsoft.com/office/drawing/2014/main" id="{E15F1A2D-8731-4042-A5CD-84E3C2F44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135">
              <a:extLst>
                <a:ext uri="{FF2B5EF4-FFF2-40B4-BE49-F238E27FC236}">
                  <a16:creationId xmlns:a16="http://schemas.microsoft.com/office/drawing/2014/main" id="{866AE8F6-A982-4075-88C6-096E183A6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136">
              <a:extLst>
                <a:ext uri="{FF2B5EF4-FFF2-40B4-BE49-F238E27FC236}">
                  <a16:creationId xmlns:a16="http://schemas.microsoft.com/office/drawing/2014/main" id="{4E9E8D66-CB5B-45DA-86A6-555048971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137">
              <a:extLst>
                <a:ext uri="{FF2B5EF4-FFF2-40B4-BE49-F238E27FC236}">
                  <a16:creationId xmlns:a16="http://schemas.microsoft.com/office/drawing/2014/main" id="{A22DE3BE-D7D7-4570-BD5B-578C0D546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138">
              <a:extLst>
                <a:ext uri="{FF2B5EF4-FFF2-40B4-BE49-F238E27FC236}">
                  <a16:creationId xmlns:a16="http://schemas.microsoft.com/office/drawing/2014/main" id="{7A6BABE8-DBE8-441A-87BB-BA336C02D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140">
              <a:extLst>
                <a:ext uri="{FF2B5EF4-FFF2-40B4-BE49-F238E27FC236}">
                  <a16:creationId xmlns:a16="http://schemas.microsoft.com/office/drawing/2014/main" id="{E3D2014F-A2E0-433E-904B-8B6961F86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8661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141">
              <a:extLst>
                <a:ext uri="{FF2B5EF4-FFF2-40B4-BE49-F238E27FC236}">
                  <a16:creationId xmlns:a16="http://schemas.microsoft.com/office/drawing/2014/main" id="{69E93948-9F67-4652-940D-D296937F9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8661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142">
              <a:extLst>
                <a:ext uri="{FF2B5EF4-FFF2-40B4-BE49-F238E27FC236}">
                  <a16:creationId xmlns:a16="http://schemas.microsoft.com/office/drawing/2014/main" id="{DF77B519-E891-4382-8E18-46FCB0F8C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143">
              <a:extLst>
                <a:ext uri="{FF2B5EF4-FFF2-40B4-BE49-F238E27FC236}">
                  <a16:creationId xmlns:a16="http://schemas.microsoft.com/office/drawing/2014/main" id="{D5D17266-EBAA-471D-8E73-01469C471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144">
              <a:extLst>
                <a:ext uri="{FF2B5EF4-FFF2-40B4-BE49-F238E27FC236}">
                  <a16:creationId xmlns:a16="http://schemas.microsoft.com/office/drawing/2014/main" id="{D44C52C9-4A4D-4A1A-8A29-69726A6A3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145">
              <a:extLst>
                <a:ext uri="{FF2B5EF4-FFF2-40B4-BE49-F238E27FC236}">
                  <a16:creationId xmlns:a16="http://schemas.microsoft.com/office/drawing/2014/main" id="{FA87CB27-8CDF-4677-9DF5-DFB94C701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146">
              <a:extLst>
                <a:ext uri="{FF2B5EF4-FFF2-40B4-BE49-F238E27FC236}">
                  <a16:creationId xmlns:a16="http://schemas.microsoft.com/office/drawing/2014/main" id="{4AADF530-084D-4ABD-9074-C7575F810C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159">
              <a:extLst>
                <a:ext uri="{FF2B5EF4-FFF2-40B4-BE49-F238E27FC236}">
                  <a16:creationId xmlns:a16="http://schemas.microsoft.com/office/drawing/2014/main" id="{C322B879-3988-4E94-A06A-2E2974CE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160">
              <a:extLst>
                <a:ext uri="{FF2B5EF4-FFF2-40B4-BE49-F238E27FC236}">
                  <a16:creationId xmlns:a16="http://schemas.microsoft.com/office/drawing/2014/main" id="{1FB2D558-1E2B-4728-B37A-424934B7A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161">
              <a:extLst>
                <a:ext uri="{FF2B5EF4-FFF2-40B4-BE49-F238E27FC236}">
                  <a16:creationId xmlns:a16="http://schemas.microsoft.com/office/drawing/2014/main" id="{0A804D08-6835-454A-A817-80AFAFA2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162">
              <a:extLst>
                <a:ext uri="{FF2B5EF4-FFF2-40B4-BE49-F238E27FC236}">
                  <a16:creationId xmlns:a16="http://schemas.microsoft.com/office/drawing/2014/main" id="{088B375A-8C1A-4982-9F8E-9B47B9FDC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163">
              <a:extLst>
                <a:ext uri="{FF2B5EF4-FFF2-40B4-BE49-F238E27FC236}">
                  <a16:creationId xmlns:a16="http://schemas.microsoft.com/office/drawing/2014/main" id="{7FDDF96D-95E0-4634-92CA-2BD5749E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164">
              <a:extLst>
                <a:ext uri="{FF2B5EF4-FFF2-40B4-BE49-F238E27FC236}">
                  <a16:creationId xmlns:a16="http://schemas.microsoft.com/office/drawing/2014/main" id="{FFAB5B60-AC73-4661-9026-4738F218A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165">
              <a:extLst>
                <a:ext uri="{FF2B5EF4-FFF2-40B4-BE49-F238E27FC236}">
                  <a16:creationId xmlns:a16="http://schemas.microsoft.com/office/drawing/2014/main" id="{55977D1F-AEBB-4C53-9386-D84525085B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167">
              <a:extLst>
                <a:ext uri="{FF2B5EF4-FFF2-40B4-BE49-F238E27FC236}">
                  <a16:creationId xmlns:a16="http://schemas.microsoft.com/office/drawing/2014/main" id="{1DC84208-E766-4580-A861-C3CFC0E37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5" name="Rectangle 168">
              <a:extLst>
                <a:ext uri="{FF2B5EF4-FFF2-40B4-BE49-F238E27FC236}">
                  <a16:creationId xmlns:a16="http://schemas.microsoft.com/office/drawing/2014/main" id="{2325F7E8-2FD3-4BEC-A7B6-AD4FD4B1F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6" name="Rectangle 169">
              <a:extLst>
                <a:ext uri="{FF2B5EF4-FFF2-40B4-BE49-F238E27FC236}">
                  <a16:creationId xmlns:a16="http://schemas.microsoft.com/office/drawing/2014/main" id="{E25EE725-3FFE-489B-90BB-54AF710679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7" name="Rectangle 170">
              <a:extLst>
                <a:ext uri="{FF2B5EF4-FFF2-40B4-BE49-F238E27FC236}">
                  <a16:creationId xmlns:a16="http://schemas.microsoft.com/office/drawing/2014/main" id="{5FF69CBE-D1C4-47E2-B021-1A16583B8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8" name="Rectangle 171">
              <a:extLst>
                <a:ext uri="{FF2B5EF4-FFF2-40B4-BE49-F238E27FC236}">
                  <a16:creationId xmlns:a16="http://schemas.microsoft.com/office/drawing/2014/main" id="{2FD7DC93-4697-49F2-9683-A519993F3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9" name="Rectangle 172">
              <a:extLst>
                <a:ext uri="{FF2B5EF4-FFF2-40B4-BE49-F238E27FC236}">
                  <a16:creationId xmlns:a16="http://schemas.microsoft.com/office/drawing/2014/main" id="{F078C2FC-1AFA-4F34-AEB1-722384C0D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0" name="Rectangle 173">
              <a:extLst>
                <a:ext uri="{FF2B5EF4-FFF2-40B4-BE49-F238E27FC236}">
                  <a16:creationId xmlns:a16="http://schemas.microsoft.com/office/drawing/2014/main" id="{B4CD4DEB-6026-4ACE-9EF8-D5BB38BCD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1" name="Rectangle 186">
              <a:extLst>
                <a:ext uri="{FF2B5EF4-FFF2-40B4-BE49-F238E27FC236}">
                  <a16:creationId xmlns:a16="http://schemas.microsoft.com/office/drawing/2014/main" id="{7BFD734A-1348-4955-827A-416C4FCDC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2" name="Rectangle 187">
              <a:extLst>
                <a:ext uri="{FF2B5EF4-FFF2-40B4-BE49-F238E27FC236}">
                  <a16:creationId xmlns:a16="http://schemas.microsoft.com/office/drawing/2014/main" id="{639C0A45-AA0E-4799-9B48-D56FD46E7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3" name="Rectangle 188">
              <a:extLst>
                <a:ext uri="{FF2B5EF4-FFF2-40B4-BE49-F238E27FC236}">
                  <a16:creationId xmlns:a16="http://schemas.microsoft.com/office/drawing/2014/main" id="{27B6305A-BDDA-4961-B3ED-4CDE68C9B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4" name="Rectangle 189">
              <a:extLst>
                <a:ext uri="{FF2B5EF4-FFF2-40B4-BE49-F238E27FC236}">
                  <a16:creationId xmlns:a16="http://schemas.microsoft.com/office/drawing/2014/main" id="{DD6CA54E-582F-4C37-9D3A-BFA3E45D2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5" name="Rectangle 190">
              <a:extLst>
                <a:ext uri="{FF2B5EF4-FFF2-40B4-BE49-F238E27FC236}">
                  <a16:creationId xmlns:a16="http://schemas.microsoft.com/office/drawing/2014/main" id="{14E6965D-E230-4479-A391-3BCD5A2BB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6" name="Rectangle 191">
              <a:extLst>
                <a:ext uri="{FF2B5EF4-FFF2-40B4-BE49-F238E27FC236}">
                  <a16:creationId xmlns:a16="http://schemas.microsoft.com/office/drawing/2014/main" id="{363FE856-8F60-49E3-9E59-695D571F0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7" name="Rectangle 192">
              <a:extLst>
                <a:ext uri="{FF2B5EF4-FFF2-40B4-BE49-F238E27FC236}">
                  <a16:creationId xmlns:a16="http://schemas.microsoft.com/office/drawing/2014/main" id="{2FB0342C-B7FA-47B4-B1FF-6954791F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3745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8" name="Rectangle 194">
              <a:extLst>
                <a:ext uri="{FF2B5EF4-FFF2-40B4-BE49-F238E27FC236}">
                  <a16:creationId xmlns:a16="http://schemas.microsoft.com/office/drawing/2014/main" id="{1122B8B2-F8E5-4A2E-A416-E53AAE197A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9" name="Rectangle 195">
              <a:extLst>
                <a:ext uri="{FF2B5EF4-FFF2-40B4-BE49-F238E27FC236}">
                  <a16:creationId xmlns:a16="http://schemas.microsoft.com/office/drawing/2014/main" id="{4B87FC86-0D1F-4F15-9C22-AA0B2E2E1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8829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0" name="Rectangle 196">
              <a:extLst>
                <a:ext uri="{FF2B5EF4-FFF2-40B4-BE49-F238E27FC236}">
                  <a16:creationId xmlns:a16="http://schemas.microsoft.com/office/drawing/2014/main" id="{F8DDBB36-03C4-472F-9030-50E6B3212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1" name="Rectangle 197">
              <a:extLst>
                <a:ext uri="{FF2B5EF4-FFF2-40B4-BE49-F238E27FC236}">
                  <a16:creationId xmlns:a16="http://schemas.microsoft.com/office/drawing/2014/main" id="{E84F816D-E7F7-4FC6-9198-C7A278EDB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2" name="Rectangle 198">
              <a:extLst>
                <a:ext uri="{FF2B5EF4-FFF2-40B4-BE49-F238E27FC236}">
                  <a16:creationId xmlns:a16="http://schemas.microsoft.com/office/drawing/2014/main" id="{8C5E4DCC-4206-42A4-BE08-8E415FF60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3" name="Rectangle 199">
              <a:extLst>
                <a:ext uri="{FF2B5EF4-FFF2-40B4-BE49-F238E27FC236}">
                  <a16:creationId xmlns:a16="http://schemas.microsoft.com/office/drawing/2014/main" id="{3EE8B95F-3C8D-4F9E-84E8-BEA48106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4" name="Rectangle 200">
              <a:extLst>
                <a:ext uri="{FF2B5EF4-FFF2-40B4-BE49-F238E27FC236}">
                  <a16:creationId xmlns:a16="http://schemas.microsoft.com/office/drawing/2014/main" id="{5E59882C-157C-443F-9111-16EC7661D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5" name="Rectangle 214">
              <a:extLst>
                <a:ext uri="{FF2B5EF4-FFF2-40B4-BE49-F238E27FC236}">
                  <a16:creationId xmlns:a16="http://schemas.microsoft.com/office/drawing/2014/main" id="{779BE661-91DF-4B4E-8AF9-45D24F4AD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6" name="Rectangle 215">
              <a:extLst>
                <a:ext uri="{FF2B5EF4-FFF2-40B4-BE49-F238E27FC236}">
                  <a16:creationId xmlns:a16="http://schemas.microsoft.com/office/drawing/2014/main" id="{91810401-B6D2-4EA1-B203-697A04323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7" name="Rectangle 216">
              <a:extLst>
                <a:ext uri="{FF2B5EF4-FFF2-40B4-BE49-F238E27FC236}">
                  <a16:creationId xmlns:a16="http://schemas.microsoft.com/office/drawing/2014/main" id="{CC3BED62-8CA0-4375-AB0A-72617711B0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8" name="Rectangle 217">
              <a:extLst>
                <a:ext uri="{FF2B5EF4-FFF2-40B4-BE49-F238E27FC236}">
                  <a16:creationId xmlns:a16="http://schemas.microsoft.com/office/drawing/2014/main" id="{64B31A64-91AE-4DF4-8D81-94752C787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9" name="Rectangle 218">
              <a:extLst>
                <a:ext uri="{FF2B5EF4-FFF2-40B4-BE49-F238E27FC236}">
                  <a16:creationId xmlns:a16="http://schemas.microsoft.com/office/drawing/2014/main" id="{9ECDDCA8-99C7-4E2C-A3DA-6A39A5461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0" name="Rectangle 219">
              <a:extLst>
                <a:ext uri="{FF2B5EF4-FFF2-40B4-BE49-F238E27FC236}">
                  <a16:creationId xmlns:a16="http://schemas.microsoft.com/office/drawing/2014/main" id="{9E610FA0-F583-4C87-9186-97DA3A3F50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8829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1" name="Rectangle 220">
              <a:extLst>
                <a:ext uri="{FF2B5EF4-FFF2-40B4-BE49-F238E27FC236}">
                  <a16:creationId xmlns:a16="http://schemas.microsoft.com/office/drawing/2014/main" id="{C0181C2A-AC28-493E-9832-9D5782282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2" name="Rectangle 222">
              <a:extLst>
                <a:ext uri="{FF2B5EF4-FFF2-40B4-BE49-F238E27FC236}">
                  <a16:creationId xmlns:a16="http://schemas.microsoft.com/office/drawing/2014/main" id="{3A65CCD8-DA6B-47D9-BE08-9831358B7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3" name="Rectangle 223">
              <a:extLst>
                <a:ext uri="{FF2B5EF4-FFF2-40B4-BE49-F238E27FC236}">
                  <a16:creationId xmlns:a16="http://schemas.microsoft.com/office/drawing/2014/main" id="{432DF8DB-2535-4604-A56C-4F411A13A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4" name="Rectangle 224">
              <a:extLst>
                <a:ext uri="{FF2B5EF4-FFF2-40B4-BE49-F238E27FC236}">
                  <a16:creationId xmlns:a16="http://schemas.microsoft.com/office/drawing/2014/main" id="{B585B91F-5190-4F14-B1D1-F49E48A0D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5" name="Rectangle 225">
              <a:extLst>
                <a:ext uri="{FF2B5EF4-FFF2-40B4-BE49-F238E27FC236}">
                  <a16:creationId xmlns:a16="http://schemas.microsoft.com/office/drawing/2014/main" id="{49F28844-8AC8-4173-B5BB-9FF425A50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6" name="Rectangle 226">
              <a:extLst>
                <a:ext uri="{FF2B5EF4-FFF2-40B4-BE49-F238E27FC236}">
                  <a16:creationId xmlns:a16="http://schemas.microsoft.com/office/drawing/2014/main" id="{E750B745-BCDB-4D34-BBB4-107F54941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7" name="Rectangle 227">
              <a:extLst>
                <a:ext uri="{FF2B5EF4-FFF2-40B4-BE49-F238E27FC236}">
                  <a16:creationId xmlns:a16="http://schemas.microsoft.com/office/drawing/2014/main" id="{CB843387-A206-4CDB-845C-87952DF4F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8" name="Rectangle 228">
              <a:extLst>
                <a:ext uri="{FF2B5EF4-FFF2-40B4-BE49-F238E27FC236}">
                  <a16:creationId xmlns:a16="http://schemas.microsoft.com/office/drawing/2014/main" id="{F7012F48-14EA-4A10-B23B-D2DD376FD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9" name="Rectangle 241">
              <a:extLst>
                <a:ext uri="{FF2B5EF4-FFF2-40B4-BE49-F238E27FC236}">
                  <a16:creationId xmlns:a16="http://schemas.microsoft.com/office/drawing/2014/main" id="{9071865C-5264-4C64-86F2-5F136CDB3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0" name="Rectangle 242">
              <a:extLst>
                <a:ext uri="{FF2B5EF4-FFF2-40B4-BE49-F238E27FC236}">
                  <a16:creationId xmlns:a16="http://schemas.microsoft.com/office/drawing/2014/main" id="{5FC89895-3E12-4B31-8AC4-F2C571271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1" name="Rectangle 243">
              <a:extLst>
                <a:ext uri="{FF2B5EF4-FFF2-40B4-BE49-F238E27FC236}">
                  <a16:creationId xmlns:a16="http://schemas.microsoft.com/office/drawing/2014/main" id="{822714A3-365A-4F69-84FD-C7A6C113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2" name="Rectangle 244">
              <a:extLst>
                <a:ext uri="{FF2B5EF4-FFF2-40B4-BE49-F238E27FC236}">
                  <a16:creationId xmlns:a16="http://schemas.microsoft.com/office/drawing/2014/main" id="{E831580F-B4FA-4FC0-94FF-AD9DB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3" name="Rectangle 245">
              <a:extLst>
                <a:ext uri="{FF2B5EF4-FFF2-40B4-BE49-F238E27FC236}">
                  <a16:creationId xmlns:a16="http://schemas.microsoft.com/office/drawing/2014/main" id="{6FC45DDA-F270-4338-BB79-E4F603065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4" name="Rectangle 246">
              <a:extLst>
                <a:ext uri="{FF2B5EF4-FFF2-40B4-BE49-F238E27FC236}">
                  <a16:creationId xmlns:a16="http://schemas.microsoft.com/office/drawing/2014/main" id="{DF6A400A-8A10-49DE-A315-385C4794A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5" name="Rectangle 247">
              <a:extLst>
                <a:ext uri="{FF2B5EF4-FFF2-40B4-BE49-F238E27FC236}">
                  <a16:creationId xmlns:a16="http://schemas.microsoft.com/office/drawing/2014/main" id="{2EA6C4C3-FE6D-4C45-9F6E-327D1D563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6" name="Rectangle 249">
              <a:extLst>
                <a:ext uri="{FF2B5EF4-FFF2-40B4-BE49-F238E27FC236}">
                  <a16:creationId xmlns:a16="http://schemas.microsoft.com/office/drawing/2014/main" id="{9164A3A4-A0CB-4566-AFBE-563D91A10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7" name="Rectangle 250">
              <a:extLst>
                <a:ext uri="{FF2B5EF4-FFF2-40B4-BE49-F238E27FC236}">
                  <a16:creationId xmlns:a16="http://schemas.microsoft.com/office/drawing/2014/main" id="{FC689E73-96C3-4DFF-ABAC-A63C4BB15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8" name="Rectangle 251">
              <a:extLst>
                <a:ext uri="{FF2B5EF4-FFF2-40B4-BE49-F238E27FC236}">
                  <a16:creationId xmlns:a16="http://schemas.microsoft.com/office/drawing/2014/main" id="{49DC827D-FB7B-4DC2-A762-F5F17F148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9" name="Rectangle 252">
              <a:extLst>
                <a:ext uri="{FF2B5EF4-FFF2-40B4-BE49-F238E27FC236}">
                  <a16:creationId xmlns:a16="http://schemas.microsoft.com/office/drawing/2014/main" id="{C228A320-DB20-438B-A918-A580ACBFC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0" name="Rectangle 253">
              <a:extLst>
                <a:ext uri="{FF2B5EF4-FFF2-40B4-BE49-F238E27FC236}">
                  <a16:creationId xmlns:a16="http://schemas.microsoft.com/office/drawing/2014/main" id="{9897219B-EBD5-4581-8A2F-89939367A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1" name="Rectangle 254">
              <a:extLst>
                <a:ext uri="{FF2B5EF4-FFF2-40B4-BE49-F238E27FC236}">
                  <a16:creationId xmlns:a16="http://schemas.microsoft.com/office/drawing/2014/main" id="{B8DDB46C-98EC-4AA3-8DC6-3C1937629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2" name="Rectangle 255">
              <a:extLst>
                <a:ext uri="{FF2B5EF4-FFF2-40B4-BE49-F238E27FC236}">
                  <a16:creationId xmlns:a16="http://schemas.microsoft.com/office/drawing/2014/main" id="{808B3D4B-87CC-405D-9F91-FF03DD240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3" name="Rectangle 268">
              <a:extLst>
                <a:ext uri="{FF2B5EF4-FFF2-40B4-BE49-F238E27FC236}">
                  <a16:creationId xmlns:a16="http://schemas.microsoft.com/office/drawing/2014/main" id="{368C3B92-A8BF-48DA-A49B-DEEB8B156B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4" name="Rectangle 269">
              <a:extLst>
                <a:ext uri="{FF2B5EF4-FFF2-40B4-BE49-F238E27FC236}">
                  <a16:creationId xmlns:a16="http://schemas.microsoft.com/office/drawing/2014/main" id="{C6AE408F-F0A6-4B28-9BE9-0FACFB243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5" name="Rectangle 270">
              <a:extLst>
                <a:ext uri="{FF2B5EF4-FFF2-40B4-BE49-F238E27FC236}">
                  <a16:creationId xmlns:a16="http://schemas.microsoft.com/office/drawing/2014/main" id="{78937A9C-A111-49DA-A588-1C93AD60FC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6" name="Rectangle 271">
              <a:extLst>
                <a:ext uri="{FF2B5EF4-FFF2-40B4-BE49-F238E27FC236}">
                  <a16:creationId xmlns:a16="http://schemas.microsoft.com/office/drawing/2014/main" id="{89501F7C-3060-4F40-952B-8BEDDCE50C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7" name="Rectangle 272">
              <a:extLst>
                <a:ext uri="{FF2B5EF4-FFF2-40B4-BE49-F238E27FC236}">
                  <a16:creationId xmlns:a16="http://schemas.microsoft.com/office/drawing/2014/main" id="{C12674AC-F8DE-4BF0-B819-9E2A2AF2FE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8985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8" name="Rectangle 273">
              <a:extLst>
                <a:ext uri="{FF2B5EF4-FFF2-40B4-BE49-F238E27FC236}">
                  <a16:creationId xmlns:a16="http://schemas.microsoft.com/office/drawing/2014/main" id="{B7785334-7690-4CF7-9269-7772426EDD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8985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9" name="Rectangle 274">
              <a:extLst>
                <a:ext uri="{FF2B5EF4-FFF2-40B4-BE49-F238E27FC236}">
                  <a16:creationId xmlns:a16="http://schemas.microsoft.com/office/drawing/2014/main" id="{1D74AEA1-716D-444E-9FA0-111672E59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898595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0" name="Rectangle 276">
              <a:extLst>
                <a:ext uri="{FF2B5EF4-FFF2-40B4-BE49-F238E27FC236}">
                  <a16:creationId xmlns:a16="http://schemas.microsoft.com/office/drawing/2014/main" id="{3438C147-B1A7-4B1E-AE39-DA7715FBB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1" name="Rectangle 277">
              <a:extLst>
                <a:ext uri="{FF2B5EF4-FFF2-40B4-BE49-F238E27FC236}">
                  <a16:creationId xmlns:a16="http://schemas.microsoft.com/office/drawing/2014/main" id="{84AA6B27-1DF9-4C1A-8EB8-285EAD775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2" name="Rectangle 278">
              <a:extLst>
                <a:ext uri="{FF2B5EF4-FFF2-40B4-BE49-F238E27FC236}">
                  <a16:creationId xmlns:a16="http://schemas.microsoft.com/office/drawing/2014/main" id="{EC4CD7F9-CEBB-45D2-BC0F-696E95FC1E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3" name="Rectangle 279">
              <a:extLst>
                <a:ext uri="{FF2B5EF4-FFF2-40B4-BE49-F238E27FC236}">
                  <a16:creationId xmlns:a16="http://schemas.microsoft.com/office/drawing/2014/main" id="{25CE44E3-3ADD-478D-A105-8FBE0876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4" name="Rectangle 280">
              <a:extLst>
                <a:ext uri="{FF2B5EF4-FFF2-40B4-BE49-F238E27FC236}">
                  <a16:creationId xmlns:a16="http://schemas.microsoft.com/office/drawing/2014/main" id="{A8F0BFFE-3D79-4101-821A-4AF5607EC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5" name="Rectangle 281">
              <a:extLst>
                <a:ext uri="{FF2B5EF4-FFF2-40B4-BE49-F238E27FC236}">
                  <a16:creationId xmlns:a16="http://schemas.microsoft.com/office/drawing/2014/main" id="{84D419AF-8225-41B8-86F5-75B9A63B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6" name="Rectangle 282">
              <a:extLst>
                <a:ext uri="{FF2B5EF4-FFF2-40B4-BE49-F238E27FC236}">
                  <a16:creationId xmlns:a16="http://schemas.microsoft.com/office/drawing/2014/main" id="{4E58BD16-2A71-4755-BC85-16C8F3739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7" name="Rectangle 283">
              <a:extLst>
                <a:ext uri="{FF2B5EF4-FFF2-40B4-BE49-F238E27FC236}">
                  <a16:creationId xmlns:a16="http://schemas.microsoft.com/office/drawing/2014/main" id="{F56B1EBF-9ACC-4EEA-9794-00E325DCA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8" name="Rectangle 284">
              <a:extLst>
                <a:ext uri="{FF2B5EF4-FFF2-40B4-BE49-F238E27FC236}">
                  <a16:creationId xmlns:a16="http://schemas.microsoft.com/office/drawing/2014/main" id="{CCFE505E-DEE7-4620-81F5-36AFA872F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9" name="Rectangle 285">
              <a:extLst>
                <a:ext uri="{FF2B5EF4-FFF2-40B4-BE49-F238E27FC236}">
                  <a16:creationId xmlns:a16="http://schemas.microsoft.com/office/drawing/2014/main" id="{30C4E4C1-9D8B-44EC-8D99-2E618636E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0" name="Rectangle 286">
              <a:extLst>
                <a:ext uri="{FF2B5EF4-FFF2-40B4-BE49-F238E27FC236}">
                  <a16:creationId xmlns:a16="http://schemas.microsoft.com/office/drawing/2014/main" id="{775CBB56-B210-43F2-87E2-DE5A0CA40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1" name="Rectangle 287">
              <a:extLst>
                <a:ext uri="{FF2B5EF4-FFF2-40B4-BE49-F238E27FC236}">
                  <a16:creationId xmlns:a16="http://schemas.microsoft.com/office/drawing/2014/main" id="{6667B41B-9A3E-4667-A1C7-B7369F0101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2" name="Rectangle 288">
              <a:extLst>
                <a:ext uri="{FF2B5EF4-FFF2-40B4-BE49-F238E27FC236}">
                  <a16:creationId xmlns:a16="http://schemas.microsoft.com/office/drawing/2014/main" id="{796F6F02-6043-46B6-ACB2-F0D85A865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3" name="Rectangle 289">
              <a:extLst>
                <a:ext uri="{FF2B5EF4-FFF2-40B4-BE49-F238E27FC236}">
                  <a16:creationId xmlns:a16="http://schemas.microsoft.com/office/drawing/2014/main" id="{929725D4-ED31-40E2-8AB3-47D0FD5D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4" name="Rectangle 290">
              <a:extLst>
                <a:ext uri="{FF2B5EF4-FFF2-40B4-BE49-F238E27FC236}">
                  <a16:creationId xmlns:a16="http://schemas.microsoft.com/office/drawing/2014/main" id="{6E0AE0BD-ECE4-468E-A5C9-0DE456154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5" name="Rectangle 291">
              <a:extLst>
                <a:ext uri="{FF2B5EF4-FFF2-40B4-BE49-F238E27FC236}">
                  <a16:creationId xmlns:a16="http://schemas.microsoft.com/office/drawing/2014/main" id="{4400955C-33E1-4C75-9F63-728D8665A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6" name="Rectangle 292">
              <a:extLst>
                <a:ext uri="{FF2B5EF4-FFF2-40B4-BE49-F238E27FC236}">
                  <a16:creationId xmlns:a16="http://schemas.microsoft.com/office/drawing/2014/main" id="{D961C0B6-3B1B-4839-857B-114099F3F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7" name="Rectangle 293">
              <a:extLst>
                <a:ext uri="{FF2B5EF4-FFF2-40B4-BE49-F238E27FC236}">
                  <a16:creationId xmlns:a16="http://schemas.microsoft.com/office/drawing/2014/main" id="{DF5F8018-F3F9-4B6A-961C-FDE42B1ACF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8" name="Rectangle 294">
              <a:extLst>
                <a:ext uri="{FF2B5EF4-FFF2-40B4-BE49-F238E27FC236}">
                  <a16:creationId xmlns:a16="http://schemas.microsoft.com/office/drawing/2014/main" id="{F9B0F8D9-7724-4ACF-BA7F-110AA4FF0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9" name="Rectangle 295">
              <a:extLst>
                <a:ext uri="{FF2B5EF4-FFF2-40B4-BE49-F238E27FC236}">
                  <a16:creationId xmlns:a16="http://schemas.microsoft.com/office/drawing/2014/main" id="{1D3659AF-0565-450F-85E1-3D9707E72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0" name="Rectangle 296">
              <a:extLst>
                <a:ext uri="{FF2B5EF4-FFF2-40B4-BE49-F238E27FC236}">
                  <a16:creationId xmlns:a16="http://schemas.microsoft.com/office/drawing/2014/main" id="{5FE90139-0B55-4644-A3B5-120193B9A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1" name="Rectangle 297">
              <a:extLst>
                <a:ext uri="{FF2B5EF4-FFF2-40B4-BE49-F238E27FC236}">
                  <a16:creationId xmlns:a16="http://schemas.microsoft.com/office/drawing/2014/main" id="{5C52DEE4-F75A-448E-AC22-D4A8424D6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4069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2" name="Rectangle 298">
              <a:extLst>
                <a:ext uri="{FF2B5EF4-FFF2-40B4-BE49-F238E27FC236}">
                  <a16:creationId xmlns:a16="http://schemas.microsoft.com/office/drawing/2014/main" id="{0FAA6019-458E-49C0-82BF-4DA9376EF5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3" name="Rectangle 299">
              <a:extLst>
                <a:ext uri="{FF2B5EF4-FFF2-40B4-BE49-F238E27FC236}">
                  <a16:creationId xmlns:a16="http://schemas.microsoft.com/office/drawing/2014/main" id="{A10BEF18-4D65-4ECD-AD29-9B429488E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406987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4" name="Rectangle 300">
              <a:extLst>
                <a:ext uri="{FF2B5EF4-FFF2-40B4-BE49-F238E27FC236}">
                  <a16:creationId xmlns:a16="http://schemas.microsoft.com/office/drawing/2014/main" id="{B5150899-574E-4361-8BD8-908931E2F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5" name="Rectangle 301">
              <a:extLst>
                <a:ext uri="{FF2B5EF4-FFF2-40B4-BE49-F238E27FC236}">
                  <a16:creationId xmlns:a16="http://schemas.microsoft.com/office/drawing/2014/main" id="{BEA711FE-B1AF-4B37-81CB-C560FA27C3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6" name="Rectangle 303">
              <a:extLst>
                <a:ext uri="{FF2B5EF4-FFF2-40B4-BE49-F238E27FC236}">
                  <a16:creationId xmlns:a16="http://schemas.microsoft.com/office/drawing/2014/main" id="{80E4ED87-41E6-49B3-91BA-686B2B81B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7" name="Rectangle 304">
              <a:extLst>
                <a:ext uri="{FF2B5EF4-FFF2-40B4-BE49-F238E27FC236}">
                  <a16:creationId xmlns:a16="http://schemas.microsoft.com/office/drawing/2014/main" id="{4E9BE40A-EE42-4123-8BA0-FF7F0385F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8" name="Rectangle 305">
              <a:extLst>
                <a:ext uri="{FF2B5EF4-FFF2-40B4-BE49-F238E27FC236}">
                  <a16:creationId xmlns:a16="http://schemas.microsoft.com/office/drawing/2014/main" id="{B611F1C1-8FC2-46A0-9BD2-C302F7B52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9" name="Rectangle 306">
              <a:extLst>
                <a:ext uri="{FF2B5EF4-FFF2-40B4-BE49-F238E27FC236}">
                  <a16:creationId xmlns:a16="http://schemas.microsoft.com/office/drawing/2014/main" id="{930B6D85-2884-41AB-BDBA-4E324F36B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0" name="Rectangle 307">
              <a:extLst>
                <a:ext uri="{FF2B5EF4-FFF2-40B4-BE49-F238E27FC236}">
                  <a16:creationId xmlns:a16="http://schemas.microsoft.com/office/drawing/2014/main" id="{7F9C1F3D-FD52-424C-9FF6-C48477A4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1" name="Rectangle 308">
              <a:extLst>
                <a:ext uri="{FF2B5EF4-FFF2-40B4-BE49-F238E27FC236}">
                  <a16:creationId xmlns:a16="http://schemas.microsoft.com/office/drawing/2014/main" id="{E7486E9D-3A69-4A97-AA5C-AF76EF8F5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2" name="Rectangle 309">
              <a:extLst>
                <a:ext uri="{FF2B5EF4-FFF2-40B4-BE49-F238E27FC236}">
                  <a16:creationId xmlns:a16="http://schemas.microsoft.com/office/drawing/2014/main" id="{0AA7E796-96DA-498C-93D9-136DDFB2F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3" name="Rectangle 310">
              <a:extLst>
                <a:ext uri="{FF2B5EF4-FFF2-40B4-BE49-F238E27FC236}">
                  <a16:creationId xmlns:a16="http://schemas.microsoft.com/office/drawing/2014/main" id="{A66B0CB8-31EE-439B-AC73-841AF9BC5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4" name="Rectangle 311">
              <a:extLst>
                <a:ext uri="{FF2B5EF4-FFF2-40B4-BE49-F238E27FC236}">
                  <a16:creationId xmlns:a16="http://schemas.microsoft.com/office/drawing/2014/main" id="{3369CA06-5E6E-4F9E-A1F5-CDE82955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5" name="Rectangle 312">
              <a:extLst>
                <a:ext uri="{FF2B5EF4-FFF2-40B4-BE49-F238E27FC236}">
                  <a16:creationId xmlns:a16="http://schemas.microsoft.com/office/drawing/2014/main" id="{E99CE921-0DE8-4AB7-AC5C-1424E0C19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6" name="Rectangle 313">
              <a:extLst>
                <a:ext uri="{FF2B5EF4-FFF2-40B4-BE49-F238E27FC236}">
                  <a16:creationId xmlns:a16="http://schemas.microsoft.com/office/drawing/2014/main" id="{44B0D7FC-1229-4D80-AFFC-1892AC41B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7" name="Rectangle 314">
              <a:extLst>
                <a:ext uri="{FF2B5EF4-FFF2-40B4-BE49-F238E27FC236}">
                  <a16:creationId xmlns:a16="http://schemas.microsoft.com/office/drawing/2014/main" id="{9CC127BC-9564-47FC-B62B-448598DBA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8" name="Rectangle 315">
              <a:extLst>
                <a:ext uri="{FF2B5EF4-FFF2-40B4-BE49-F238E27FC236}">
                  <a16:creationId xmlns:a16="http://schemas.microsoft.com/office/drawing/2014/main" id="{B9AB1F98-2ED9-4FA8-B563-43ABB5173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9" name="Rectangle 316">
              <a:extLst>
                <a:ext uri="{FF2B5EF4-FFF2-40B4-BE49-F238E27FC236}">
                  <a16:creationId xmlns:a16="http://schemas.microsoft.com/office/drawing/2014/main" id="{A6DA074F-063A-4813-AE3D-039A5CEC3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0" name="Rectangle 317">
              <a:extLst>
                <a:ext uri="{FF2B5EF4-FFF2-40B4-BE49-F238E27FC236}">
                  <a16:creationId xmlns:a16="http://schemas.microsoft.com/office/drawing/2014/main" id="{E2D48949-643D-4CD5-94F2-5B81BCC4A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1" name="Rectangle 318">
              <a:extLst>
                <a:ext uri="{FF2B5EF4-FFF2-40B4-BE49-F238E27FC236}">
                  <a16:creationId xmlns:a16="http://schemas.microsoft.com/office/drawing/2014/main" id="{00728DC9-776B-49FA-ABFC-CE0772CDA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2" name="Rectangle 319">
              <a:extLst>
                <a:ext uri="{FF2B5EF4-FFF2-40B4-BE49-F238E27FC236}">
                  <a16:creationId xmlns:a16="http://schemas.microsoft.com/office/drawing/2014/main" id="{F940E1FC-5AC7-4790-9F31-160A605071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3" name="Rectangle 320">
              <a:extLst>
                <a:ext uri="{FF2B5EF4-FFF2-40B4-BE49-F238E27FC236}">
                  <a16:creationId xmlns:a16="http://schemas.microsoft.com/office/drawing/2014/main" id="{9A9BC016-C68C-4EA0-9BAE-277C05D16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4" name="Rectangle 321">
              <a:extLst>
                <a:ext uri="{FF2B5EF4-FFF2-40B4-BE49-F238E27FC236}">
                  <a16:creationId xmlns:a16="http://schemas.microsoft.com/office/drawing/2014/main" id="{85D72911-CD6D-4223-B9B7-AF8B7667D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5" name="Rectangle 322">
              <a:extLst>
                <a:ext uri="{FF2B5EF4-FFF2-40B4-BE49-F238E27FC236}">
                  <a16:creationId xmlns:a16="http://schemas.microsoft.com/office/drawing/2014/main" id="{44F55F88-B6F7-42F9-A7A0-92FA35616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6" name="Rectangle 323">
              <a:extLst>
                <a:ext uri="{FF2B5EF4-FFF2-40B4-BE49-F238E27FC236}">
                  <a16:creationId xmlns:a16="http://schemas.microsoft.com/office/drawing/2014/main" id="{1FAEF597-1324-4785-A2F5-812B9B7E3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7" name="Rectangle 324">
              <a:extLst>
                <a:ext uri="{FF2B5EF4-FFF2-40B4-BE49-F238E27FC236}">
                  <a16:creationId xmlns:a16="http://schemas.microsoft.com/office/drawing/2014/main" id="{547E500B-89FF-4790-A774-7467AA539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8" name="Rectangle 325">
              <a:extLst>
                <a:ext uri="{FF2B5EF4-FFF2-40B4-BE49-F238E27FC236}">
                  <a16:creationId xmlns:a16="http://schemas.microsoft.com/office/drawing/2014/main" id="{BDE832F9-2CD6-4DA9-8C6D-29D6EF4A6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9" name="Rectangle 326">
              <a:extLst>
                <a:ext uri="{FF2B5EF4-FFF2-40B4-BE49-F238E27FC236}">
                  <a16:creationId xmlns:a16="http://schemas.microsoft.com/office/drawing/2014/main" id="{8F14BE8F-17A2-48D9-99B9-13D9B36CF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0" name="Rectangle 327">
              <a:extLst>
                <a:ext uri="{FF2B5EF4-FFF2-40B4-BE49-F238E27FC236}">
                  <a16:creationId xmlns:a16="http://schemas.microsoft.com/office/drawing/2014/main" id="{2CA28AB2-A869-47B1-9798-9E8733980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1" name="Rectangle 328">
              <a:extLst>
                <a:ext uri="{FF2B5EF4-FFF2-40B4-BE49-F238E27FC236}">
                  <a16:creationId xmlns:a16="http://schemas.microsoft.com/office/drawing/2014/main" id="{FA45DCC4-369F-4348-B31A-DDD34207D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915379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2" name="Rectangle 303">
              <a:extLst>
                <a:ext uri="{FF2B5EF4-FFF2-40B4-BE49-F238E27FC236}">
                  <a16:creationId xmlns:a16="http://schemas.microsoft.com/office/drawing/2014/main" id="{5246F475-6CE9-44EF-B241-5C98A3993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3" name="Rectangle 304">
              <a:extLst>
                <a:ext uri="{FF2B5EF4-FFF2-40B4-BE49-F238E27FC236}">
                  <a16:creationId xmlns:a16="http://schemas.microsoft.com/office/drawing/2014/main" id="{0212C143-6DDE-4AC2-94C2-CCD6202BF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4" name="Rectangle 305">
              <a:extLst>
                <a:ext uri="{FF2B5EF4-FFF2-40B4-BE49-F238E27FC236}">
                  <a16:creationId xmlns:a16="http://schemas.microsoft.com/office/drawing/2014/main" id="{DC9D434B-9E3A-4EBA-8C92-28B96B398B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5" name="Rectangle 306">
              <a:extLst>
                <a:ext uri="{FF2B5EF4-FFF2-40B4-BE49-F238E27FC236}">
                  <a16:creationId xmlns:a16="http://schemas.microsoft.com/office/drawing/2014/main" id="{C336F0B6-E934-4035-96C1-1890FAB7F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6" name="Rectangle 307">
              <a:extLst>
                <a:ext uri="{FF2B5EF4-FFF2-40B4-BE49-F238E27FC236}">
                  <a16:creationId xmlns:a16="http://schemas.microsoft.com/office/drawing/2014/main" id="{449858E0-3129-497A-A76F-A7B8CCC41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7" name="Rectangle 308">
              <a:extLst>
                <a:ext uri="{FF2B5EF4-FFF2-40B4-BE49-F238E27FC236}">
                  <a16:creationId xmlns:a16="http://schemas.microsoft.com/office/drawing/2014/main" id="{5E5A0525-E0F7-473B-BF1D-921297C34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8" name="Rectangle 309">
              <a:extLst>
                <a:ext uri="{FF2B5EF4-FFF2-40B4-BE49-F238E27FC236}">
                  <a16:creationId xmlns:a16="http://schemas.microsoft.com/office/drawing/2014/main" id="{40BA3401-B130-4070-8812-6D1E64DFC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9" name="Rectangle 310">
              <a:extLst>
                <a:ext uri="{FF2B5EF4-FFF2-40B4-BE49-F238E27FC236}">
                  <a16:creationId xmlns:a16="http://schemas.microsoft.com/office/drawing/2014/main" id="{43428A0F-0399-49CB-B65B-308D79902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0" name="Rectangle 311">
              <a:extLst>
                <a:ext uri="{FF2B5EF4-FFF2-40B4-BE49-F238E27FC236}">
                  <a16:creationId xmlns:a16="http://schemas.microsoft.com/office/drawing/2014/main" id="{03BCC0FA-5699-431F-8C8A-B7CFDACB8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1" name="Rectangle 312">
              <a:extLst>
                <a:ext uri="{FF2B5EF4-FFF2-40B4-BE49-F238E27FC236}">
                  <a16:creationId xmlns:a16="http://schemas.microsoft.com/office/drawing/2014/main" id="{556516AA-1DCD-4F78-A473-1DD49BC9A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2" name="Rectangle 313">
              <a:extLst>
                <a:ext uri="{FF2B5EF4-FFF2-40B4-BE49-F238E27FC236}">
                  <a16:creationId xmlns:a16="http://schemas.microsoft.com/office/drawing/2014/main" id="{CA00595A-8F2B-4D73-846B-3B7A9C584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3" name="Rectangle 314">
              <a:extLst>
                <a:ext uri="{FF2B5EF4-FFF2-40B4-BE49-F238E27FC236}">
                  <a16:creationId xmlns:a16="http://schemas.microsoft.com/office/drawing/2014/main" id="{76207ABA-2173-41C4-88F3-C94E5346C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4" name="Rectangle 315">
              <a:extLst>
                <a:ext uri="{FF2B5EF4-FFF2-40B4-BE49-F238E27FC236}">
                  <a16:creationId xmlns:a16="http://schemas.microsoft.com/office/drawing/2014/main" id="{22D2EBC9-8BFC-4568-9B2E-776424248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5" name="Rectangle 316">
              <a:extLst>
                <a:ext uri="{FF2B5EF4-FFF2-40B4-BE49-F238E27FC236}">
                  <a16:creationId xmlns:a16="http://schemas.microsoft.com/office/drawing/2014/main" id="{BCF3A8ED-BBBB-4991-AF9D-6BECE831C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6" name="Rectangle 317">
              <a:extLst>
                <a:ext uri="{FF2B5EF4-FFF2-40B4-BE49-F238E27FC236}">
                  <a16:creationId xmlns:a16="http://schemas.microsoft.com/office/drawing/2014/main" id="{2C735C09-F863-40CC-B903-4E8394118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7" name="Rectangle 318">
              <a:extLst>
                <a:ext uri="{FF2B5EF4-FFF2-40B4-BE49-F238E27FC236}">
                  <a16:creationId xmlns:a16="http://schemas.microsoft.com/office/drawing/2014/main" id="{5B9A0F98-970C-4A0E-A6C7-B55BCE0CE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8" name="Rectangle 319">
              <a:extLst>
                <a:ext uri="{FF2B5EF4-FFF2-40B4-BE49-F238E27FC236}">
                  <a16:creationId xmlns:a16="http://schemas.microsoft.com/office/drawing/2014/main" id="{19BA8D7A-9A73-4E82-8C3D-2920BAD2FB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9" name="Rectangle 320">
              <a:extLst>
                <a:ext uri="{FF2B5EF4-FFF2-40B4-BE49-F238E27FC236}">
                  <a16:creationId xmlns:a16="http://schemas.microsoft.com/office/drawing/2014/main" id="{15718E9B-0168-4026-9DA9-25FB77F48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0" name="Rectangle 321">
              <a:extLst>
                <a:ext uri="{FF2B5EF4-FFF2-40B4-BE49-F238E27FC236}">
                  <a16:creationId xmlns:a16="http://schemas.microsoft.com/office/drawing/2014/main" id="{66E782F6-03F2-4976-9939-4FFC8A6D9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1" name="Rectangle 322">
              <a:extLst>
                <a:ext uri="{FF2B5EF4-FFF2-40B4-BE49-F238E27FC236}">
                  <a16:creationId xmlns:a16="http://schemas.microsoft.com/office/drawing/2014/main" id="{0EFF48D8-9A72-4410-B099-6490C0479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2" name="Rectangle 323">
              <a:extLst>
                <a:ext uri="{FF2B5EF4-FFF2-40B4-BE49-F238E27FC236}">
                  <a16:creationId xmlns:a16="http://schemas.microsoft.com/office/drawing/2014/main" id="{8C821438-F658-42B0-81BE-28EF12CD7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22607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3" name="Rectangle 324">
              <a:extLst>
                <a:ext uri="{FF2B5EF4-FFF2-40B4-BE49-F238E27FC236}">
                  <a16:creationId xmlns:a16="http://schemas.microsoft.com/office/drawing/2014/main" id="{280043D3-9357-4611-AA94-C9B58CB0E6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4" name="Rectangle 325">
              <a:extLst>
                <a:ext uri="{FF2B5EF4-FFF2-40B4-BE49-F238E27FC236}">
                  <a16:creationId xmlns:a16="http://schemas.microsoft.com/office/drawing/2014/main" id="{D7287905-0D7C-4A58-ABD6-A6554D176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5" name="Rectangle 326">
              <a:extLst>
                <a:ext uri="{FF2B5EF4-FFF2-40B4-BE49-F238E27FC236}">
                  <a16:creationId xmlns:a16="http://schemas.microsoft.com/office/drawing/2014/main" id="{1D0E79F1-1AC9-47BF-B7F0-F709B8B44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22607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6" name="Rectangle 327">
              <a:extLst>
                <a:ext uri="{FF2B5EF4-FFF2-40B4-BE49-F238E27FC236}">
                  <a16:creationId xmlns:a16="http://schemas.microsoft.com/office/drawing/2014/main" id="{83AB9594-60A2-4730-A801-A458EEE55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7" name="Rectangle 328">
              <a:extLst>
                <a:ext uri="{FF2B5EF4-FFF2-40B4-BE49-F238E27FC236}">
                  <a16:creationId xmlns:a16="http://schemas.microsoft.com/office/drawing/2014/main" id="{62B13014-86D5-44D0-A96C-D2A34A6B60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0893" y="2165593"/>
            <a:ext cx="5086633" cy="1943114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lang="en-US" sz="6000" b="1" kern="1200" smtClean="0">
                <a:solidFill>
                  <a:schemeClr val="bg1"/>
                </a:solidFill>
                <a:latin typeface="+mn-lt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0893" y="4593057"/>
            <a:ext cx="5086633" cy="531269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2F3DD772-972B-4AAC-A0E6-89474032E07C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1938989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4DEFF758-3B08-4F1C-869F-4C6B6755CFC3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4382337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F84C837-9DCF-4D09-8477-144AEA6C872E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7704B4-D820-4D37-AD30-8A5EB8A7D887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1" name="Rectangle 5">
                <a:extLst>
                  <a:ext uri="{FF2B5EF4-FFF2-40B4-BE49-F238E27FC236}">
                    <a16:creationId xmlns:a16="http://schemas.microsoft.com/office/drawing/2014/main" id="{A5DE7724-0266-4B26-B3E0-F4A53755E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6">
                <a:extLst>
                  <a:ext uri="{FF2B5EF4-FFF2-40B4-BE49-F238E27FC236}">
                    <a16:creationId xmlns:a16="http://schemas.microsoft.com/office/drawing/2014/main" id="{92B81F68-69F1-412A-BA88-7CA31ABBD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7">
                <a:extLst>
                  <a:ext uri="{FF2B5EF4-FFF2-40B4-BE49-F238E27FC236}">
                    <a16:creationId xmlns:a16="http://schemas.microsoft.com/office/drawing/2014/main" id="{0DDE4945-C355-486A-AC39-DC1CBDD53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8">
                <a:extLst>
                  <a:ext uri="{FF2B5EF4-FFF2-40B4-BE49-F238E27FC236}">
                    <a16:creationId xmlns:a16="http://schemas.microsoft.com/office/drawing/2014/main" id="{17174557-3DA8-460E-9EA2-59F750420C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9">
                <a:extLst>
                  <a:ext uri="{FF2B5EF4-FFF2-40B4-BE49-F238E27FC236}">
                    <a16:creationId xmlns:a16="http://schemas.microsoft.com/office/drawing/2014/main" id="{911127AB-1DEB-4137-A7FC-F7DE99395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10">
                <a:extLst>
                  <a:ext uri="{FF2B5EF4-FFF2-40B4-BE49-F238E27FC236}">
                    <a16:creationId xmlns:a16="http://schemas.microsoft.com/office/drawing/2014/main" id="{4E17A780-BA9E-4864-B26E-9C35A8E06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Rectangle 11">
                <a:extLst>
                  <a:ext uri="{FF2B5EF4-FFF2-40B4-BE49-F238E27FC236}">
                    <a16:creationId xmlns:a16="http://schemas.microsoft.com/office/drawing/2014/main" id="{314C61F4-16FA-4712-81C9-E6993CF2E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12">
                <a:extLst>
                  <a:ext uri="{FF2B5EF4-FFF2-40B4-BE49-F238E27FC236}">
                    <a16:creationId xmlns:a16="http://schemas.microsoft.com/office/drawing/2014/main" id="{9B524249-3869-485B-86A9-F6134949E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13">
                <a:extLst>
                  <a:ext uri="{FF2B5EF4-FFF2-40B4-BE49-F238E27FC236}">
                    <a16:creationId xmlns:a16="http://schemas.microsoft.com/office/drawing/2014/main" id="{DAAD3B7E-EB92-41AE-846B-19E6FD8D8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14">
                <a:extLst>
                  <a:ext uri="{FF2B5EF4-FFF2-40B4-BE49-F238E27FC236}">
                    <a16:creationId xmlns:a16="http://schemas.microsoft.com/office/drawing/2014/main" id="{7F852861-98F4-44DF-AF49-726C8F94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15">
                <a:extLst>
                  <a:ext uri="{FF2B5EF4-FFF2-40B4-BE49-F238E27FC236}">
                    <a16:creationId xmlns:a16="http://schemas.microsoft.com/office/drawing/2014/main" id="{0569D434-561F-415D-ADEF-1C97BBF45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6">
                <a:extLst>
                  <a:ext uri="{FF2B5EF4-FFF2-40B4-BE49-F238E27FC236}">
                    <a16:creationId xmlns:a16="http://schemas.microsoft.com/office/drawing/2014/main" id="{E51E1051-20E9-499B-9F47-D453C9C4A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7">
                <a:extLst>
                  <a:ext uri="{FF2B5EF4-FFF2-40B4-BE49-F238E27FC236}">
                    <a16:creationId xmlns:a16="http://schemas.microsoft.com/office/drawing/2014/main" id="{0A15F00D-D432-491D-BD07-4D98418B47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8">
                <a:extLst>
                  <a:ext uri="{FF2B5EF4-FFF2-40B4-BE49-F238E27FC236}">
                    <a16:creationId xmlns:a16="http://schemas.microsoft.com/office/drawing/2014/main" id="{E5C71B9E-2FEA-4B4A-9DAF-57371D0345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9">
                <a:extLst>
                  <a:ext uri="{FF2B5EF4-FFF2-40B4-BE49-F238E27FC236}">
                    <a16:creationId xmlns:a16="http://schemas.microsoft.com/office/drawing/2014/main" id="{0837AE5A-71E5-461E-86F8-382E419F4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20">
                <a:extLst>
                  <a:ext uri="{FF2B5EF4-FFF2-40B4-BE49-F238E27FC236}">
                    <a16:creationId xmlns:a16="http://schemas.microsoft.com/office/drawing/2014/main" id="{226E3A9F-A5DF-4BD9-8BF9-BD63B178B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21">
                <a:extLst>
                  <a:ext uri="{FF2B5EF4-FFF2-40B4-BE49-F238E27FC236}">
                    <a16:creationId xmlns:a16="http://schemas.microsoft.com/office/drawing/2014/main" id="{0E15EBF9-0C38-49EB-BCE1-F087FE7B1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22">
                <a:extLst>
                  <a:ext uri="{FF2B5EF4-FFF2-40B4-BE49-F238E27FC236}">
                    <a16:creationId xmlns:a16="http://schemas.microsoft.com/office/drawing/2014/main" id="{CC706D37-6C28-4D62-837A-3DCE52AF5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23">
                <a:extLst>
                  <a:ext uri="{FF2B5EF4-FFF2-40B4-BE49-F238E27FC236}">
                    <a16:creationId xmlns:a16="http://schemas.microsoft.com/office/drawing/2014/main" id="{322A967E-C401-4E57-A3E0-032F5B3EE8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24">
                <a:extLst>
                  <a:ext uri="{FF2B5EF4-FFF2-40B4-BE49-F238E27FC236}">
                    <a16:creationId xmlns:a16="http://schemas.microsoft.com/office/drawing/2014/main" id="{4E47C428-6492-4775-B7F6-D97F4C21E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25">
                <a:extLst>
                  <a:ext uri="{FF2B5EF4-FFF2-40B4-BE49-F238E27FC236}">
                    <a16:creationId xmlns:a16="http://schemas.microsoft.com/office/drawing/2014/main" id="{4FFE08B7-F49D-4351-AE15-CBCE567292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6">
                <a:extLst>
                  <a:ext uri="{FF2B5EF4-FFF2-40B4-BE49-F238E27FC236}">
                    <a16:creationId xmlns:a16="http://schemas.microsoft.com/office/drawing/2014/main" id="{6ACFDA49-281E-4897-9BD4-34DD13A79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7">
                <a:extLst>
                  <a:ext uri="{FF2B5EF4-FFF2-40B4-BE49-F238E27FC236}">
                    <a16:creationId xmlns:a16="http://schemas.microsoft.com/office/drawing/2014/main" id="{575841DC-16E8-4CB3-B2BC-119E646F2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8">
                <a:extLst>
                  <a:ext uri="{FF2B5EF4-FFF2-40B4-BE49-F238E27FC236}">
                    <a16:creationId xmlns:a16="http://schemas.microsoft.com/office/drawing/2014/main" id="{E1ED8453-673F-4AFA-BA06-84041597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9">
                <a:extLst>
                  <a:ext uri="{FF2B5EF4-FFF2-40B4-BE49-F238E27FC236}">
                    <a16:creationId xmlns:a16="http://schemas.microsoft.com/office/drawing/2014/main" id="{DC901148-F99B-414C-A333-EA3FE0A59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30">
                <a:extLst>
                  <a:ext uri="{FF2B5EF4-FFF2-40B4-BE49-F238E27FC236}">
                    <a16:creationId xmlns:a16="http://schemas.microsoft.com/office/drawing/2014/main" id="{D5A0830B-E1AB-410A-8A04-76CEB6D7E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40C2EB-8720-4F5C-8F92-8632FE72EE8A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05" name="Rectangle 32">
                <a:extLst>
                  <a:ext uri="{FF2B5EF4-FFF2-40B4-BE49-F238E27FC236}">
                    <a16:creationId xmlns:a16="http://schemas.microsoft.com/office/drawing/2014/main" id="{EF02C6FC-5D3B-435D-860D-5BB6346A1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33">
                <a:extLst>
                  <a:ext uri="{FF2B5EF4-FFF2-40B4-BE49-F238E27FC236}">
                    <a16:creationId xmlns:a16="http://schemas.microsoft.com/office/drawing/2014/main" id="{BC57A1E8-0766-4B17-941D-E18BE4B6C2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34">
                <a:extLst>
                  <a:ext uri="{FF2B5EF4-FFF2-40B4-BE49-F238E27FC236}">
                    <a16:creationId xmlns:a16="http://schemas.microsoft.com/office/drawing/2014/main" id="{21113A2C-E54A-447E-8F53-B5082437A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35">
                <a:extLst>
                  <a:ext uri="{FF2B5EF4-FFF2-40B4-BE49-F238E27FC236}">
                    <a16:creationId xmlns:a16="http://schemas.microsoft.com/office/drawing/2014/main" id="{6F7DC80F-E11F-4661-A499-8EDA910AA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36">
                <a:extLst>
                  <a:ext uri="{FF2B5EF4-FFF2-40B4-BE49-F238E27FC236}">
                    <a16:creationId xmlns:a16="http://schemas.microsoft.com/office/drawing/2014/main" id="{8CD34363-9B07-446F-99AC-0743548944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37">
                <a:extLst>
                  <a:ext uri="{FF2B5EF4-FFF2-40B4-BE49-F238E27FC236}">
                    <a16:creationId xmlns:a16="http://schemas.microsoft.com/office/drawing/2014/main" id="{77985A41-F2CB-46B1-8553-15C2148C40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1" name="Rectangle 38">
                <a:extLst>
                  <a:ext uri="{FF2B5EF4-FFF2-40B4-BE49-F238E27FC236}">
                    <a16:creationId xmlns:a16="http://schemas.microsoft.com/office/drawing/2014/main" id="{90E6D67E-F055-4BC9-BE22-0DBDC394D9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9">
                <a:extLst>
                  <a:ext uri="{FF2B5EF4-FFF2-40B4-BE49-F238E27FC236}">
                    <a16:creationId xmlns:a16="http://schemas.microsoft.com/office/drawing/2014/main" id="{0228932B-BBDB-40C1-A9A1-395D14495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40">
                <a:extLst>
                  <a:ext uri="{FF2B5EF4-FFF2-40B4-BE49-F238E27FC236}">
                    <a16:creationId xmlns:a16="http://schemas.microsoft.com/office/drawing/2014/main" id="{B5CE198A-88BB-4A73-AC8E-4EBF9A34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41">
                <a:extLst>
                  <a:ext uri="{FF2B5EF4-FFF2-40B4-BE49-F238E27FC236}">
                    <a16:creationId xmlns:a16="http://schemas.microsoft.com/office/drawing/2014/main" id="{8B97A0DC-41F9-44D7-B0F6-04A2CDE90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42">
                <a:extLst>
                  <a:ext uri="{FF2B5EF4-FFF2-40B4-BE49-F238E27FC236}">
                    <a16:creationId xmlns:a16="http://schemas.microsoft.com/office/drawing/2014/main" id="{BD4550CC-C766-4008-A027-D4AD0A7C2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43">
                <a:extLst>
                  <a:ext uri="{FF2B5EF4-FFF2-40B4-BE49-F238E27FC236}">
                    <a16:creationId xmlns:a16="http://schemas.microsoft.com/office/drawing/2014/main" id="{5AEFD14B-8AC0-49F9-8636-E561501389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44">
                <a:extLst>
                  <a:ext uri="{FF2B5EF4-FFF2-40B4-BE49-F238E27FC236}">
                    <a16:creationId xmlns:a16="http://schemas.microsoft.com/office/drawing/2014/main" id="{F5728382-2E4A-44CB-B18D-09E383210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45">
                <a:extLst>
                  <a:ext uri="{FF2B5EF4-FFF2-40B4-BE49-F238E27FC236}">
                    <a16:creationId xmlns:a16="http://schemas.microsoft.com/office/drawing/2014/main" id="{A37A49D1-6574-424E-A93E-54D01DF37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6">
                <a:extLst>
                  <a:ext uri="{FF2B5EF4-FFF2-40B4-BE49-F238E27FC236}">
                    <a16:creationId xmlns:a16="http://schemas.microsoft.com/office/drawing/2014/main" id="{20D0DBF2-AF64-41DB-8881-E697C0FB2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7">
                <a:extLst>
                  <a:ext uri="{FF2B5EF4-FFF2-40B4-BE49-F238E27FC236}">
                    <a16:creationId xmlns:a16="http://schemas.microsoft.com/office/drawing/2014/main" id="{16993E22-9E00-4371-97E9-BC2FEC290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8">
                <a:extLst>
                  <a:ext uri="{FF2B5EF4-FFF2-40B4-BE49-F238E27FC236}">
                    <a16:creationId xmlns:a16="http://schemas.microsoft.com/office/drawing/2014/main" id="{3179D9A5-A656-445A-AEB3-41E85991FE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9">
                <a:extLst>
                  <a:ext uri="{FF2B5EF4-FFF2-40B4-BE49-F238E27FC236}">
                    <a16:creationId xmlns:a16="http://schemas.microsoft.com/office/drawing/2014/main" id="{FC5854E8-7F75-4352-B984-69A65031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50">
                <a:extLst>
                  <a:ext uri="{FF2B5EF4-FFF2-40B4-BE49-F238E27FC236}">
                    <a16:creationId xmlns:a16="http://schemas.microsoft.com/office/drawing/2014/main" id="{AF0E170F-2C99-4781-9DAD-76DB2ECCB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51">
                <a:extLst>
                  <a:ext uri="{FF2B5EF4-FFF2-40B4-BE49-F238E27FC236}">
                    <a16:creationId xmlns:a16="http://schemas.microsoft.com/office/drawing/2014/main" id="{28A11474-FB86-497C-99B9-4844B293C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52">
                <a:extLst>
                  <a:ext uri="{FF2B5EF4-FFF2-40B4-BE49-F238E27FC236}">
                    <a16:creationId xmlns:a16="http://schemas.microsoft.com/office/drawing/2014/main" id="{05C3E46C-5F7E-4619-BF04-C2ADA9C98E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53">
                <a:extLst>
                  <a:ext uri="{FF2B5EF4-FFF2-40B4-BE49-F238E27FC236}">
                    <a16:creationId xmlns:a16="http://schemas.microsoft.com/office/drawing/2014/main" id="{9C1B1068-38BC-4829-B1BD-84365C3B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54">
                <a:extLst>
                  <a:ext uri="{FF2B5EF4-FFF2-40B4-BE49-F238E27FC236}">
                    <a16:creationId xmlns:a16="http://schemas.microsoft.com/office/drawing/2014/main" id="{86E8EEE5-A3C1-475B-B8D0-270016066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55">
                <a:extLst>
                  <a:ext uri="{FF2B5EF4-FFF2-40B4-BE49-F238E27FC236}">
                    <a16:creationId xmlns:a16="http://schemas.microsoft.com/office/drawing/2014/main" id="{746D302C-49CD-4082-A33B-0C8A909D3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6">
                <a:extLst>
                  <a:ext uri="{FF2B5EF4-FFF2-40B4-BE49-F238E27FC236}">
                    <a16:creationId xmlns:a16="http://schemas.microsoft.com/office/drawing/2014/main" id="{4BBCB6AB-A251-4BF9-9D8C-3C637CBB18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7">
                <a:extLst>
                  <a:ext uri="{FF2B5EF4-FFF2-40B4-BE49-F238E27FC236}">
                    <a16:creationId xmlns:a16="http://schemas.microsoft.com/office/drawing/2014/main" id="{62940D8C-E4DD-44D0-B41A-E71282E21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DB7BC43-BB8B-4C07-9AD5-56CA6D4AF9C1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79" name="Rectangle 59">
                <a:extLst>
                  <a:ext uri="{FF2B5EF4-FFF2-40B4-BE49-F238E27FC236}">
                    <a16:creationId xmlns:a16="http://schemas.microsoft.com/office/drawing/2014/main" id="{13ADCA1F-7FF7-48B7-ADB4-DFA0248FF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60">
                <a:extLst>
                  <a:ext uri="{FF2B5EF4-FFF2-40B4-BE49-F238E27FC236}">
                    <a16:creationId xmlns:a16="http://schemas.microsoft.com/office/drawing/2014/main" id="{5AD937D1-C68B-4F0D-ADEA-F3D1DE5947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61">
                <a:extLst>
                  <a:ext uri="{FF2B5EF4-FFF2-40B4-BE49-F238E27FC236}">
                    <a16:creationId xmlns:a16="http://schemas.microsoft.com/office/drawing/2014/main" id="{23E5266C-E488-4F40-B9BF-394BA98F3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62">
                <a:extLst>
                  <a:ext uri="{FF2B5EF4-FFF2-40B4-BE49-F238E27FC236}">
                    <a16:creationId xmlns:a16="http://schemas.microsoft.com/office/drawing/2014/main" id="{4F7FCCF1-F609-49F4-B325-65797AA4C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63">
                <a:extLst>
                  <a:ext uri="{FF2B5EF4-FFF2-40B4-BE49-F238E27FC236}">
                    <a16:creationId xmlns:a16="http://schemas.microsoft.com/office/drawing/2014/main" id="{2E25BA80-BA5B-4875-AC25-EC30179E5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64">
                <a:extLst>
                  <a:ext uri="{FF2B5EF4-FFF2-40B4-BE49-F238E27FC236}">
                    <a16:creationId xmlns:a16="http://schemas.microsoft.com/office/drawing/2014/main" id="{09628177-D54C-4C14-BD67-B47A10B54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5" name="Rectangle 65">
                <a:extLst>
                  <a:ext uri="{FF2B5EF4-FFF2-40B4-BE49-F238E27FC236}">
                    <a16:creationId xmlns:a16="http://schemas.microsoft.com/office/drawing/2014/main" id="{BD99C527-73CA-4724-A08D-E49D7BA2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6">
                <a:extLst>
                  <a:ext uri="{FF2B5EF4-FFF2-40B4-BE49-F238E27FC236}">
                    <a16:creationId xmlns:a16="http://schemas.microsoft.com/office/drawing/2014/main" id="{9A4D76E3-5CA7-46C2-930A-CF883079E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7">
                <a:extLst>
                  <a:ext uri="{FF2B5EF4-FFF2-40B4-BE49-F238E27FC236}">
                    <a16:creationId xmlns:a16="http://schemas.microsoft.com/office/drawing/2014/main" id="{1B09DF21-850D-4386-91AE-BE671CF2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8">
                <a:extLst>
                  <a:ext uri="{FF2B5EF4-FFF2-40B4-BE49-F238E27FC236}">
                    <a16:creationId xmlns:a16="http://schemas.microsoft.com/office/drawing/2014/main" id="{6A750E47-CA9C-435F-AEEE-64AF6CF50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9">
                <a:extLst>
                  <a:ext uri="{FF2B5EF4-FFF2-40B4-BE49-F238E27FC236}">
                    <a16:creationId xmlns:a16="http://schemas.microsoft.com/office/drawing/2014/main" id="{7F2F089C-B349-4F50-9EB2-5363F2E4F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70">
                <a:extLst>
                  <a:ext uri="{FF2B5EF4-FFF2-40B4-BE49-F238E27FC236}">
                    <a16:creationId xmlns:a16="http://schemas.microsoft.com/office/drawing/2014/main" id="{B28AEF5D-9175-4653-BB17-DF5DBF17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71">
                <a:extLst>
                  <a:ext uri="{FF2B5EF4-FFF2-40B4-BE49-F238E27FC236}">
                    <a16:creationId xmlns:a16="http://schemas.microsoft.com/office/drawing/2014/main" id="{09A5F7BF-091E-4363-BE84-44E8866B5D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72">
                <a:extLst>
                  <a:ext uri="{FF2B5EF4-FFF2-40B4-BE49-F238E27FC236}">
                    <a16:creationId xmlns:a16="http://schemas.microsoft.com/office/drawing/2014/main" id="{A2CCAB8E-B14D-4F5A-9CC9-0C5F45258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73">
                <a:extLst>
                  <a:ext uri="{FF2B5EF4-FFF2-40B4-BE49-F238E27FC236}">
                    <a16:creationId xmlns:a16="http://schemas.microsoft.com/office/drawing/2014/main" id="{922E39AA-A68F-4377-A1FB-723E4B73E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74">
                <a:extLst>
                  <a:ext uri="{FF2B5EF4-FFF2-40B4-BE49-F238E27FC236}">
                    <a16:creationId xmlns:a16="http://schemas.microsoft.com/office/drawing/2014/main" id="{FD7E9F67-D814-430E-86B6-A7F91CDEC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75">
                <a:extLst>
                  <a:ext uri="{FF2B5EF4-FFF2-40B4-BE49-F238E27FC236}">
                    <a16:creationId xmlns:a16="http://schemas.microsoft.com/office/drawing/2014/main" id="{FBF10FF0-2477-44F4-AD26-A9B7175BBF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6">
                <a:extLst>
                  <a:ext uri="{FF2B5EF4-FFF2-40B4-BE49-F238E27FC236}">
                    <a16:creationId xmlns:a16="http://schemas.microsoft.com/office/drawing/2014/main" id="{A84D6BBF-5B9E-41F6-B5A3-2066E037B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7">
                <a:extLst>
                  <a:ext uri="{FF2B5EF4-FFF2-40B4-BE49-F238E27FC236}">
                    <a16:creationId xmlns:a16="http://schemas.microsoft.com/office/drawing/2014/main" id="{BD98A702-4AE2-405F-BB4F-7E119FFDC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8">
                <a:extLst>
                  <a:ext uri="{FF2B5EF4-FFF2-40B4-BE49-F238E27FC236}">
                    <a16:creationId xmlns:a16="http://schemas.microsoft.com/office/drawing/2014/main" id="{66B0FD6C-084A-4D89-95E7-D5CAC5EA2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9">
                <a:extLst>
                  <a:ext uri="{FF2B5EF4-FFF2-40B4-BE49-F238E27FC236}">
                    <a16:creationId xmlns:a16="http://schemas.microsoft.com/office/drawing/2014/main" id="{C70441D6-82B8-4CC6-8746-DD03CBEE89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80">
                <a:extLst>
                  <a:ext uri="{FF2B5EF4-FFF2-40B4-BE49-F238E27FC236}">
                    <a16:creationId xmlns:a16="http://schemas.microsoft.com/office/drawing/2014/main" id="{9FC2715B-1BF3-4105-B102-F53753596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81">
                <a:extLst>
                  <a:ext uri="{FF2B5EF4-FFF2-40B4-BE49-F238E27FC236}">
                    <a16:creationId xmlns:a16="http://schemas.microsoft.com/office/drawing/2014/main" id="{A884CBD3-DC33-4DDA-B61D-48269A49E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82">
                <a:extLst>
                  <a:ext uri="{FF2B5EF4-FFF2-40B4-BE49-F238E27FC236}">
                    <a16:creationId xmlns:a16="http://schemas.microsoft.com/office/drawing/2014/main" id="{0211EF6E-ADB1-494B-9458-F01F26D9EC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83">
                <a:extLst>
                  <a:ext uri="{FF2B5EF4-FFF2-40B4-BE49-F238E27FC236}">
                    <a16:creationId xmlns:a16="http://schemas.microsoft.com/office/drawing/2014/main" id="{A0953B59-9108-4E9A-8D43-2D1964873D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84">
                <a:extLst>
                  <a:ext uri="{FF2B5EF4-FFF2-40B4-BE49-F238E27FC236}">
                    <a16:creationId xmlns:a16="http://schemas.microsoft.com/office/drawing/2014/main" id="{09D35A91-41F9-4DF2-9E43-8A679A8AE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EB3C98D-2192-438D-A8F2-467C07BB00E4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3" name="Rectangle 5">
                <a:extLst>
                  <a:ext uri="{FF2B5EF4-FFF2-40B4-BE49-F238E27FC236}">
                    <a16:creationId xmlns:a16="http://schemas.microsoft.com/office/drawing/2014/main" id="{F4F5A9CA-F0B3-4B27-88DB-29279CA138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6">
                <a:extLst>
                  <a:ext uri="{FF2B5EF4-FFF2-40B4-BE49-F238E27FC236}">
                    <a16:creationId xmlns:a16="http://schemas.microsoft.com/office/drawing/2014/main" id="{6B00101B-EA50-41D8-AD9E-90E5E3011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7">
                <a:extLst>
                  <a:ext uri="{FF2B5EF4-FFF2-40B4-BE49-F238E27FC236}">
                    <a16:creationId xmlns:a16="http://schemas.microsoft.com/office/drawing/2014/main" id="{5B915499-1768-4511-8756-ED4DBF54E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8">
                <a:extLst>
                  <a:ext uri="{FF2B5EF4-FFF2-40B4-BE49-F238E27FC236}">
                    <a16:creationId xmlns:a16="http://schemas.microsoft.com/office/drawing/2014/main" id="{A51912B5-2E84-4F86-9590-C8D76F5F6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9">
                <a:extLst>
                  <a:ext uri="{FF2B5EF4-FFF2-40B4-BE49-F238E27FC236}">
                    <a16:creationId xmlns:a16="http://schemas.microsoft.com/office/drawing/2014/main" id="{8F0AB2A0-4FC0-47E9-B72D-78C5C79D4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10">
                <a:extLst>
                  <a:ext uri="{FF2B5EF4-FFF2-40B4-BE49-F238E27FC236}">
                    <a16:creationId xmlns:a16="http://schemas.microsoft.com/office/drawing/2014/main" id="{0288265D-6218-4AC1-8DA4-7C99A21FE3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9" name="Rectangle 11">
                <a:extLst>
                  <a:ext uri="{FF2B5EF4-FFF2-40B4-BE49-F238E27FC236}">
                    <a16:creationId xmlns:a16="http://schemas.microsoft.com/office/drawing/2014/main" id="{F6012ABB-E61A-44C5-B13C-723E2B94D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12">
                <a:extLst>
                  <a:ext uri="{FF2B5EF4-FFF2-40B4-BE49-F238E27FC236}">
                    <a16:creationId xmlns:a16="http://schemas.microsoft.com/office/drawing/2014/main" id="{BE5ABB41-A5A7-4870-8D57-99A1B0351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13">
                <a:extLst>
                  <a:ext uri="{FF2B5EF4-FFF2-40B4-BE49-F238E27FC236}">
                    <a16:creationId xmlns:a16="http://schemas.microsoft.com/office/drawing/2014/main" id="{71CE02BC-F6C4-4AAA-85EE-CA1DC4C91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14">
                <a:extLst>
                  <a:ext uri="{FF2B5EF4-FFF2-40B4-BE49-F238E27FC236}">
                    <a16:creationId xmlns:a16="http://schemas.microsoft.com/office/drawing/2014/main" id="{B7FCF17E-80E5-4C42-982A-B0F7CB2860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15">
                <a:extLst>
                  <a:ext uri="{FF2B5EF4-FFF2-40B4-BE49-F238E27FC236}">
                    <a16:creationId xmlns:a16="http://schemas.microsoft.com/office/drawing/2014/main" id="{65887776-E441-4EC4-AD20-CF8E477AB6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6">
                <a:extLst>
                  <a:ext uri="{FF2B5EF4-FFF2-40B4-BE49-F238E27FC236}">
                    <a16:creationId xmlns:a16="http://schemas.microsoft.com/office/drawing/2014/main" id="{11D5F8BF-1FDC-441B-91C4-E2448245E0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7">
                <a:extLst>
                  <a:ext uri="{FF2B5EF4-FFF2-40B4-BE49-F238E27FC236}">
                    <a16:creationId xmlns:a16="http://schemas.microsoft.com/office/drawing/2014/main" id="{542342B8-4278-4527-BC1D-7340DBBAD7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8">
                <a:extLst>
                  <a:ext uri="{FF2B5EF4-FFF2-40B4-BE49-F238E27FC236}">
                    <a16:creationId xmlns:a16="http://schemas.microsoft.com/office/drawing/2014/main" id="{BA68B377-C604-4E24-AB51-317F3403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9">
                <a:extLst>
                  <a:ext uri="{FF2B5EF4-FFF2-40B4-BE49-F238E27FC236}">
                    <a16:creationId xmlns:a16="http://schemas.microsoft.com/office/drawing/2014/main" id="{826C09D4-4426-4EF1-9ECE-95EF5A1F4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20">
                <a:extLst>
                  <a:ext uri="{FF2B5EF4-FFF2-40B4-BE49-F238E27FC236}">
                    <a16:creationId xmlns:a16="http://schemas.microsoft.com/office/drawing/2014/main" id="{0450D0CD-0889-47F9-B308-AE91FF0E69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21">
                <a:extLst>
                  <a:ext uri="{FF2B5EF4-FFF2-40B4-BE49-F238E27FC236}">
                    <a16:creationId xmlns:a16="http://schemas.microsoft.com/office/drawing/2014/main" id="{D678AB17-E6DC-4FED-B940-2BA86FB46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22">
                <a:extLst>
                  <a:ext uri="{FF2B5EF4-FFF2-40B4-BE49-F238E27FC236}">
                    <a16:creationId xmlns:a16="http://schemas.microsoft.com/office/drawing/2014/main" id="{8B5BEF55-677A-4EB2-A06C-CC0C269C2F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23">
                <a:extLst>
                  <a:ext uri="{FF2B5EF4-FFF2-40B4-BE49-F238E27FC236}">
                    <a16:creationId xmlns:a16="http://schemas.microsoft.com/office/drawing/2014/main" id="{7A560A20-EDE2-4276-B3A9-A1DB921EB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24">
                <a:extLst>
                  <a:ext uri="{FF2B5EF4-FFF2-40B4-BE49-F238E27FC236}">
                    <a16:creationId xmlns:a16="http://schemas.microsoft.com/office/drawing/2014/main" id="{8BEEAB2A-47D8-4D4E-B157-9D1337AC7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25">
                <a:extLst>
                  <a:ext uri="{FF2B5EF4-FFF2-40B4-BE49-F238E27FC236}">
                    <a16:creationId xmlns:a16="http://schemas.microsoft.com/office/drawing/2014/main" id="{F9737555-61BD-4619-9BAB-2BC15EDBA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6">
                <a:extLst>
                  <a:ext uri="{FF2B5EF4-FFF2-40B4-BE49-F238E27FC236}">
                    <a16:creationId xmlns:a16="http://schemas.microsoft.com/office/drawing/2014/main" id="{D8D44D5F-E679-4796-ACA6-4ADB68B94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7">
                <a:extLst>
                  <a:ext uri="{FF2B5EF4-FFF2-40B4-BE49-F238E27FC236}">
                    <a16:creationId xmlns:a16="http://schemas.microsoft.com/office/drawing/2014/main" id="{140EB7C4-6BBE-4D3F-AF7D-B22AA3DD2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8">
                <a:extLst>
                  <a:ext uri="{FF2B5EF4-FFF2-40B4-BE49-F238E27FC236}">
                    <a16:creationId xmlns:a16="http://schemas.microsoft.com/office/drawing/2014/main" id="{C56E1FAA-3AE1-45F3-8397-D07C42643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9">
                <a:extLst>
                  <a:ext uri="{FF2B5EF4-FFF2-40B4-BE49-F238E27FC236}">
                    <a16:creationId xmlns:a16="http://schemas.microsoft.com/office/drawing/2014/main" id="{2F9A90DC-89AE-4C3E-8A65-C52AB581B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30">
                <a:extLst>
                  <a:ext uri="{FF2B5EF4-FFF2-40B4-BE49-F238E27FC236}">
                    <a16:creationId xmlns:a16="http://schemas.microsoft.com/office/drawing/2014/main" id="{600ADA2C-2F1D-47C5-8870-1B9E6C8A3F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1DA9E6-94F5-437E-8B7B-A56561BB4A1A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27" name="Rectangle 32">
                <a:extLst>
                  <a:ext uri="{FF2B5EF4-FFF2-40B4-BE49-F238E27FC236}">
                    <a16:creationId xmlns:a16="http://schemas.microsoft.com/office/drawing/2014/main" id="{8CDFED4E-F4A6-4874-8B65-398D610F1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33">
                <a:extLst>
                  <a:ext uri="{FF2B5EF4-FFF2-40B4-BE49-F238E27FC236}">
                    <a16:creationId xmlns:a16="http://schemas.microsoft.com/office/drawing/2014/main" id="{8FCE50F7-C3D1-4B83-A0D8-CE83B0777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34">
                <a:extLst>
                  <a:ext uri="{FF2B5EF4-FFF2-40B4-BE49-F238E27FC236}">
                    <a16:creationId xmlns:a16="http://schemas.microsoft.com/office/drawing/2014/main" id="{422101F3-5770-4041-BA3E-C5275D0F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35">
                <a:extLst>
                  <a:ext uri="{FF2B5EF4-FFF2-40B4-BE49-F238E27FC236}">
                    <a16:creationId xmlns:a16="http://schemas.microsoft.com/office/drawing/2014/main" id="{4D8FEC62-30CA-4E87-A592-AA45C61EAA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36">
                <a:extLst>
                  <a:ext uri="{FF2B5EF4-FFF2-40B4-BE49-F238E27FC236}">
                    <a16:creationId xmlns:a16="http://schemas.microsoft.com/office/drawing/2014/main" id="{52E99015-D9DC-40AE-91AD-5D24574CE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37">
                <a:extLst>
                  <a:ext uri="{FF2B5EF4-FFF2-40B4-BE49-F238E27FC236}">
                    <a16:creationId xmlns:a16="http://schemas.microsoft.com/office/drawing/2014/main" id="{24DFE9E4-5C75-4EF9-AB54-F00FA9D9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3" name="Rectangle 38">
                <a:extLst>
                  <a:ext uri="{FF2B5EF4-FFF2-40B4-BE49-F238E27FC236}">
                    <a16:creationId xmlns:a16="http://schemas.microsoft.com/office/drawing/2014/main" id="{2BBEC44B-F424-4C00-AF4A-8EEEDA8AA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9">
                <a:extLst>
                  <a:ext uri="{FF2B5EF4-FFF2-40B4-BE49-F238E27FC236}">
                    <a16:creationId xmlns:a16="http://schemas.microsoft.com/office/drawing/2014/main" id="{68F30D9A-CF13-4E29-967E-63B3AF05C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40">
                <a:extLst>
                  <a:ext uri="{FF2B5EF4-FFF2-40B4-BE49-F238E27FC236}">
                    <a16:creationId xmlns:a16="http://schemas.microsoft.com/office/drawing/2014/main" id="{F7A8E062-ADFC-457E-ADD6-02843928F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41">
                <a:extLst>
                  <a:ext uri="{FF2B5EF4-FFF2-40B4-BE49-F238E27FC236}">
                    <a16:creationId xmlns:a16="http://schemas.microsoft.com/office/drawing/2014/main" id="{E046A9D0-D179-44F9-86D3-9BF139B68B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42">
                <a:extLst>
                  <a:ext uri="{FF2B5EF4-FFF2-40B4-BE49-F238E27FC236}">
                    <a16:creationId xmlns:a16="http://schemas.microsoft.com/office/drawing/2014/main" id="{CC517B0B-1BF2-473B-ABB9-1553D01B1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43">
                <a:extLst>
                  <a:ext uri="{FF2B5EF4-FFF2-40B4-BE49-F238E27FC236}">
                    <a16:creationId xmlns:a16="http://schemas.microsoft.com/office/drawing/2014/main" id="{5EE71ED6-EA45-4940-B212-163ED3D1C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44">
                <a:extLst>
                  <a:ext uri="{FF2B5EF4-FFF2-40B4-BE49-F238E27FC236}">
                    <a16:creationId xmlns:a16="http://schemas.microsoft.com/office/drawing/2014/main" id="{664318EC-EADE-4667-92A4-B3E5DB2A11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45">
                <a:extLst>
                  <a:ext uri="{FF2B5EF4-FFF2-40B4-BE49-F238E27FC236}">
                    <a16:creationId xmlns:a16="http://schemas.microsoft.com/office/drawing/2014/main" id="{17B37ABD-81DA-4624-808B-EF4BC0B42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6">
                <a:extLst>
                  <a:ext uri="{FF2B5EF4-FFF2-40B4-BE49-F238E27FC236}">
                    <a16:creationId xmlns:a16="http://schemas.microsoft.com/office/drawing/2014/main" id="{B1F30DC8-DD07-48C5-9D6C-FB85552792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7">
                <a:extLst>
                  <a:ext uri="{FF2B5EF4-FFF2-40B4-BE49-F238E27FC236}">
                    <a16:creationId xmlns:a16="http://schemas.microsoft.com/office/drawing/2014/main" id="{DFCE3AE1-313F-441F-8384-63A6EC165E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8">
                <a:extLst>
                  <a:ext uri="{FF2B5EF4-FFF2-40B4-BE49-F238E27FC236}">
                    <a16:creationId xmlns:a16="http://schemas.microsoft.com/office/drawing/2014/main" id="{2E331B42-AC28-4642-91F9-2F5BBFEC6A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9">
                <a:extLst>
                  <a:ext uri="{FF2B5EF4-FFF2-40B4-BE49-F238E27FC236}">
                    <a16:creationId xmlns:a16="http://schemas.microsoft.com/office/drawing/2014/main" id="{9F4D84A8-36FE-4CE0-8B9F-BAC2BA8A8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50">
                <a:extLst>
                  <a:ext uri="{FF2B5EF4-FFF2-40B4-BE49-F238E27FC236}">
                    <a16:creationId xmlns:a16="http://schemas.microsoft.com/office/drawing/2014/main" id="{41E2C310-8272-48CF-BD5B-A99A2C7B3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51">
                <a:extLst>
                  <a:ext uri="{FF2B5EF4-FFF2-40B4-BE49-F238E27FC236}">
                    <a16:creationId xmlns:a16="http://schemas.microsoft.com/office/drawing/2014/main" id="{EFD4A3C6-7551-4DD0-AA1A-F932D7061D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52">
                <a:extLst>
                  <a:ext uri="{FF2B5EF4-FFF2-40B4-BE49-F238E27FC236}">
                    <a16:creationId xmlns:a16="http://schemas.microsoft.com/office/drawing/2014/main" id="{01F299DF-D3FF-4439-8EC7-B5A34146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53">
                <a:extLst>
                  <a:ext uri="{FF2B5EF4-FFF2-40B4-BE49-F238E27FC236}">
                    <a16:creationId xmlns:a16="http://schemas.microsoft.com/office/drawing/2014/main" id="{086FB16A-99D0-4DB0-9B38-CF351B5DF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54">
                <a:extLst>
                  <a:ext uri="{FF2B5EF4-FFF2-40B4-BE49-F238E27FC236}">
                    <a16:creationId xmlns:a16="http://schemas.microsoft.com/office/drawing/2014/main" id="{126BCD40-1D3C-4937-A15E-AD2E9671B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55">
                <a:extLst>
                  <a:ext uri="{FF2B5EF4-FFF2-40B4-BE49-F238E27FC236}">
                    <a16:creationId xmlns:a16="http://schemas.microsoft.com/office/drawing/2014/main" id="{03E4C7B0-DDFC-433A-A8E5-2315FA6EF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6">
                <a:extLst>
                  <a:ext uri="{FF2B5EF4-FFF2-40B4-BE49-F238E27FC236}">
                    <a16:creationId xmlns:a16="http://schemas.microsoft.com/office/drawing/2014/main" id="{7237BB88-10E9-454D-9D13-48878C421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7">
                <a:extLst>
                  <a:ext uri="{FF2B5EF4-FFF2-40B4-BE49-F238E27FC236}">
                    <a16:creationId xmlns:a16="http://schemas.microsoft.com/office/drawing/2014/main" id="{515F18F4-5E57-4249-AB0A-24943778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AB7310-F80F-4091-8BFE-CE8C71666A9B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1" name="Rectangle 59">
                <a:extLst>
                  <a:ext uri="{FF2B5EF4-FFF2-40B4-BE49-F238E27FC236}">
                    <a16:creationId xmlns:a16="http://schemas.microsoft.com/office/drawing/2014/main" id="{9E50B916-ECC1-4F73-8059-F029E65813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60">
                <a:extLst>
                  <a:ext uri="{FF2B5EF4-FFF2-40B4-BE49-F238E27FC236}">
                    <a16:creationId xmlns:a16="http://schemas.microsoft.com/office/drawing/2014/main" id="{A8DD1ADE-2032-47AE-B88E-78E0F1B01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61">
                <a:extLst>
                  <a:ext uri="{FF2B5EF4-FFF2-40B4-BE49-F238E27FC236}">
                    <a16:creationId xmlns:a16="http://schemas.microsoft.com/office/drawing/2014/main" id="{9A6D6E1F-6E00-44C8-ADD2-06A738E75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62">
                <a:extLst>
                  <a:ext uri="{FF2B5EF4-FFF2-40B4-BE49-F238E27FC236}">
                    <a16:creationId xmlns:a16="http://schemas.microsoft.com/office/drawing/2014/main" id="{84FC7274-3463-4889-8E62-B693D50AE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63">
                <a:extLst>
                  <a:ext uri="{FF2B5EF4-FFF2-40B4-BE49-F238E27FC236}">
                    <a16:creationId xmlns:a16="http://schemas.microsoft.com/office/drawing/2014/main" id="{E4E1A84A-DCAC-483B-BC08-579BF10B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64">
                <a:extLst>
                  <a:ext uri="{FF2B5EF4-FFF2-40B4-BE49-F238E27FC236}">
                    <a16:creationId xmlns:a16="http://schemas.microsoft.com/office/drawing/2014/main" id="{F14EE80D-C3D2-4E22-93C5-CDD090421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7" name="Rectangle 65">
                <a:extLst>
                  <a:ext uri="{FF2B5EF4-FFF2-40B4-BE49-F238E27FC236}">
                    <a16:creationId xmlns:a16="http://schemas.microsoft.com/office/drawing/2014/main" id="{FB8FBFAE-E2E1-41A6-987B-CEFBAC180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6">
                <a:extLst>
                  <a:ext uri="{FF2B5EF4-FFF2-40B4-BE49-F238E27FC236}">
                    <a16:creationId xmlns:a16="http://schemas.microsoft.com/office/drawing/2014/main" id="{138AF1CB-7808-4C24-B76D-AB9F6A450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7">
                <a:extLst>
                  <a:ext uri="{FF2B5EF4-FFF2-40B4-BE49-F238E27FC236}">
                    <a16:creationId xmlns:a16="http://schemas.microsoft.com/office/drawing/2014/main" id="{F5E88013-D7CE-4120-B4BB-C894EC19C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8">
                <a:extLst>
                  <a:ext uri="{FF2B5EF4-FFF2-40B4-BE49-F238E27FC236}">
                    <a16:creationId xmlns:a16="http://schemas.microsoft.com/office/drawing/2014/main" id="{B6FC4D89-F7B1-46F5-9502-62F41E89D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9">
                <a:extLst>
                  <a:ext uri="{FF2B5EF4-FFF2-40B4-BE49-F238E27FC236}">
                    <a16:creationId xmlns:a16="http://schemas.microsoft.com/office/drawing/2014/main" id="{64C81BD0-C449-4A1B-8492-204301960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70">
                <a:extLst>
                  <a:ext uri="{FF2B5EF4-FFF2-40B4-BE49-F238E27FC236}">
                    <a16:creationId xmlns:a16="http://schemas.microsoft.com/office/drawing/2014/main" id="{5F91B7CB-59D7-4965-B754-71C102E4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71">
                <a:extLst>
                  <a:ext uri="{FF2B5EF4-FFF2-40B4-BE49-F238E27FC236}">
                    <a16:creationId xmlns:a16="http://schemas.microsoft.com/office/drawing/2014/main" id="{677F7EA6-E57D-4E12-A4A5-AAFDCA8AA1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72">
                <a:extLst>
                  <a:ext uri="{FF2B5EF4-FFF2-40B4-BE49-F238E27FC236}">
                    <a16:creationId xmlns:a16="http://schemas.microsoft.com/office/drawing/2014/main" id="{56B270F4-040D-43EF-974A-3598BC687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73">
                <a:extLst>
                  <a:ext uri="{FF2B5EF4-FFF2-40B4-BE49-F238E27FC236}">
                    <a16:creationId xmlns:a16="http://schemas.microsoft.com/office/drawing/2014/main" id="{EA8C5736-4550-4B46-8B52-247CF04D7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74">
                <a:extLst>
                  <a:ext uri="{FF2B5EF4-FFF2-40B4-BE49-F238E27FC236}">
                    <a16:creationId xmlns:a16="http://schemas.microsoft.com/office/drawing/2014/main" id="{F42B7DAA-E3F5-4B02-B786-473C7605B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75">
                <a:extLst>
                  <a:ext uri="{FF2B5EF4-FFF2-40B4-BE49-F238E27FC236}">
                    <a16:creationId xmlns:a16="http://schemas.microsoft.com/office/drawing/2014/main" id="{D850716E-F966-418B-A415-5B6E0F8A1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6">
                <a:extLst>
                  <a:ext uri="{FF2B5EF4-FFF2-40B4-BE49-F238E27FC236}">
                    <a16:creationId xmlns:a16="http://schemas.microsoft.com/office/drawing/2014/main" id="{B6DAAC97-C425-42B4-9405-AC447E2E0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7">
                <a:extLst>
                  <a:ext uri="{FF2B5EF4-FFF2-40B4-BE49-F238E27FC236}">
                    <a16:creationId xmlns:a16="http://schemas.microsoft.com/office/drawing/2014/main" id="{42D8FACA-2CB3-400B-9610-94CBA7A3E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8">
                <a:extLst>
                  <a:ext uri="{FF2B5EF4-FFF2-40B4-BE49-F238E27FC236}">
                    <a16:creationId xmlns:a16="http://schemas.microsoft.com/office/drawing/2014/main" id="{22200CE3-AD18-4A71-BA64-E2F227C44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9">
                <a:extLst>
                  <a:ext uri="{FF2B5EF4-FFF2-40B4-BE49-F238E27FC236}">
                    <a16:creationId xmlns:a16="http://schemas.microsoft.com/office/drawing/2014/main" id="{475F60A0-5B50-42FC-8C11-E137E7C56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80">
                <a:extLst>
                  <a:ext uri="{FF2B5EF4-FFF2-40B4-BE49-F238E27FC236}">
                    <a16:creationId xmlns:a16="http://schemas.microsoft.com/office/drawing/2014/main" id="{CAA2354D-703C-4594-B119-475938CFD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81">
                <a:extLst>
                  <a:ext uri="{FF2B5EF4-FFF2-40B4-BE49-F238E27FC236}">
                    <a16:creationId xmlns:a16="http://schemas.microsoft.com/office/drawing/2014/main" id="{F8619CF6-1E39-4CF1-AEF0-BE5A67EB6F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82">
                <a:extLst>
                  <a:ext uri="{FF2B5EF4-FFF2-40B4-BE49-F238E27FC236}">
                    <a16:creationId xmlns:a16="http://schemas.microsoft.com/office/drawing/2014/main" id="{354E893E-B006-4B22-BBCB-52A79A5461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83">
                <a:extLst>
                  <a:ext uri="{FF2B5EF4-FFF2-40B4-BE49-F238E27FC236}">
                    <a16:creationId xmlns:a16="http://schemas.microsoft.com/office/drawing/2014/main" id="{0D56028C-9156-43E8-B855-AF135DD7E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84">
                <a:extLst>
                  <a:ext uri="{FF2B5EF4-FFF2-40B4-BE49-F238E27FC236}">
                    <a16:creationId xmlns:a16="http://schemas.microsoft.com/office/drawing/2014/main" id="{950FA1E9-CD04-4DB1-B523-ABF2C1B6E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AA6044-FF9C-4224-BBD4-786BCC486D91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75" name="Rectangle 5">
                <a:extLst>
                  <a:ext uri="{FF2B5EF4-FFF2-40B4-BE49-F238E27FC236}">
                    <a16:creationId xmlns:a16="http://schemas.microsoft.com/office/drawing/2014/main" id="{CEC88F9D-6CCB-4C48-AB60-4743F3C98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6">
                <a:extLst>
                  <a:ext uri="{FF2B5EF4-FFF2-40B4-BE49-F238E27FC236}">
                    <a16:creationId xmlns:a16="http://schemas.microsoft.com/office/drawing/2014/main" id="{BC4930EB-874F-4D2B-94B1-FF1459F4A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7">
                <a:extLst>
                  <a:ext uri="{FF2B5EF4-FFF2-40B4-BE49-F238E27FC236}">
                    <a16:creationId xmlns:a16="http://schemas.microsoft.com/office/drawing/2014/main" id="{66BB2441-7C95-4A21-B558-2971312D5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8">
                <a:extLst>
                  <a:ext uri="{FF2B5EF4-FFF2-40B4-BE49-F238E27FC236}">
                    <a16:creationId xmlns:a16="http://schemas.microsoft.com/office/drawing/2014/main" id="{B2A1B236-8D43-4B78-90F2-27A974E1FE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9">
                <a:extLst>
                  <a:ext uri="{FF2B5EF4-FFF2-40B4-BE49-F238E27FC236}">
                    <a16:creationId xmlns:a16="http://schemas.microsoft.com/office/drawing/2014/main" id="{E0526BF0-467E-421F-870A-02C866AC0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10">
                <a:extLst>
                  <a:ext uri="{FF2B5EF4-FFF2-40B4-BE49-F238E27FC236}">
                    <a16:creationId xmlns:a16="http://schemas.microsoft.com/office/drawing/2014/main" id="{79ACA6FA-E263-441B-B650-DEE2A495E1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1" name="Rectangle 11">
                <a:extLst>
                  <a:ext uri="{FF2B5EF4-FFF2-40B4-BE49-F238E27FC236}">
                    <a16:creationId xmlns:a16="http://schemas.microsoft.com/office/drawing/2014/main" id="{DA7F6558-782C-4107-91F4-AF8E5136C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12">
                <a:extLst>
                  <a:ext uri="{FF2B5EF4-FFF2-40B4-BE49-F238E27FC236}">
                    <a16:creationId xmlns:a16="http://schemas.microsoft.com/office/drawing/2014/main" id="{E575740C-61C5-4D08-9803-25E05FA3F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13">
                <a:extLst>
                  <a:ext uri="{FF2B5EF4-FFF2-40B4-BE49-F238E27FC236}">
                    <a16:creationId xmlns:a16="http://schemas.microsoft.com/office/drawing/2014/main" id="{D4CCCBBA-5E32-47C6-B40B-3E2155E3F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14">
                <a:extLst>
                  <a:ext uri="{FF2B5EF4-FFF2-40B4-BE49-F238E27FC236}">
                    <a16:creationId xmlns:a16="http://schemas.microsoft.com/office/drawing/2014/main" id="{FC65131F-93B3-419C-B068-14D36AAC3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15">
                <a:extLst>
                  <a:ext uri="{FF2B5EF4-FFF2-40B4-BE49-F238E27FC236}">
                    <a16:creationId xmlns:a16="http://schemas.microsoft.com/office/drawing/2014/main" id="{469B75D4-B4A8-4C2E-8EBB-E95FAB7C5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6">
                <a:extLst>
                  <a:ext uri="{FF2B5EF4-FFF2-40B4-BE49-F238E27FC236}">
                    <a16:creationId xmlns:a16="http://schemas.microsoft.com/office/drawing/2014/main" id="{6C8F3B5D-1D93-4D85-8639-75B5E46EC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7">
                <a:extLst>
                  <a:ext uri="{FF2B5EF4-FFF2-40B4-BE49-F238E27FC236}">
                    <a16:creationId xmlns:a16="http://schemas.microsoft.com/office/drawing/2014/main" id="{DCCEB301-1F26-43A3-8B34-DBAFC32B3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8">
                <a:extLst>
                  <a:ext uri="{FF2B5EF4-FFF2-40B4-BE49-F238E27FC236}">
                    <a16:creationId xmlns:a16="http://schemas.microsoft.com/office/drawing/2014/main" id="{DD08B69C-E406-41F3-856E-A8C150CB6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9">
                <a:extLst>
                  <a:ext uri="{FF2B5EF4-FFF2-40B4-BE49-F238E27FC236}">
                    <a16:creationId xmlns:a16="http://schemas.microsoft.com/office/drawing/2014/main" id="{A1A90F4B-6060-4BA1-8AF2-FAFFAA04A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20">
                <a:extLst>
                  <a:ext uri="{FF2B5EF4-FFF2-40B4-BE49-F238E27FC236}">
                    <a16:creationId xmlns:a16="http://schemas.microsoft.com/office/drawing/2014/main" id="{B1F471FD-A187-4EE2-9D21-E0A637683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21">
                <a:extLst>
                  <a:ext uri="{FF2B5EF4-FFF2-40B4-BE49-F238E27FC236}">
                    <a16:creationId xmlns:a16="http://schemas.microsoft.com/office/drawing/2014/main" id="{68DAAA74-257B-4E75-A315-6B710A314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22">
                <a:extLst>
                  <a:ext uri="{FF2B5EF4-FFF2-40B4-BE49-F238E27FC236}">
                    <a16:creationId xmlns:a16="http://schemas.microsoft.com/office/drawing/2014/main" id="{63000D52-BDE3-430B-8243-08564FFE9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23">
                <a:extLst>
                  <a:ext uri="{FF2B5EF4-FFF2-40B4-BE49-F238E27FC236}">
                    <a16:creationId xmlns:a16="http://schemas.microsoft.com/office/drawing/2014/main" id="{F6BDC60F-B33E-4AD8-9807-B2C1A4C2C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24">
                <a:extLst>
                  <a:ext uri="{FF2B5EF4-FFF2-40B4-BE49-F238E27FC236}">
                    <a16:creationId xmlns:a16="http://schemas.microsoft.com/office/drawing/2014/main" id="{F1DB5734-0088-4CC2-9415-998F19416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25">
                <a:extLst>
                  <a:ext uri="{FF2B5EF4-FFF2-40B4-BE49-F238E27FC236}">
                    <a16:creationId xmlns:a16="http://schemas.microsoft.com/office/drawing/2014/main" id="{1C679BCE-F04D-48E0-8E2B-0174E8E97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6">
                <a:extLst>
                  <a:ext uri="{FF2B5EF4-FFF2-40B4-BE49-F238E27FC236}">
                    <a16:creationId xmlns:a16="http://schemas.microsoft.com/office/drawing/2014/main" id="{EA8ABD89-DF79-45A9-9CDB-0E871222D5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7">
                <a:extLst>
                  <a:ext uri="{FF2B5EF4-FFF2-40B4-BE49-F238E27FC236}">
                    <a16:creationId xmlns:a16="http://schemas.microsoft.com/office/drawing/2014/main" id="{C1A57486-D9A6-4CD5-878E-093E44A760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8">
                <a:extLst>
                  <a:ext uri="{FF2B5EF4-FFF2-40B4-BE49-F238E27FC236}">
                    <a16:creationId xmlns:a16="http://schemas.microsoft.com/office/drawing/2014/main" id="{B6582662-B56F-42F6-A821-B5F52FB84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9">
                <a:extLst>
                  <a:ext uri="{FF2B5EF4-FFF2-40B4-BE49-F238E27FC236}">
                    <a16:creationId xmlns:a16="http://schemas.microsoft.com/office/drawing/2014/main" id="{1105049D-68B2-4636-9C28-7B8C2177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30">
                <a:extLst>
                  <a:ext uri="{FF2B5EF4-FFF2-40B4-BE49-F238E27FC236}">
                    <a16:creationId xmlns:a16="http://schemas.microsoft.com/office/drawing/2014/main" id="{E0F75D5D-3B9C-40B7-AF8E-4C4322B6C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F6A935-DCBA-461C-832C-A343F475413E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49" name="Rectangle 32">
                <a:extLst>
                  <a:ext uri="{FF2B5EF4-FFF2-40B4-BE49-F238E27FC236}">
                    <a16:creationId xmlns:a16="http://schemas.microsoft.com/office/drawing/2014/main" id="{67654A26-DC7F-47CD-8FF8-BC012501C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33">
                <a:extLst>
                  <a:ext uri="{FF2B5EF4-FFF2-40B4-BE49-F238E27FC236}">
                    <a16:creationId xmlns:a16="http://schemas.microsoft.com/office/drawing/2014/main" id="{9949B927-96E9-4F44-9050-A81CD79D7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34">
                <a:extLst>
                  <a:ext uri="{FF2B5EF4-FFF2-40B4-BE49-F238E27FC236}">
                    <a16:creationId xmlns:a16="http://schemas.microsoft.com/office/drawing/2014/main" id="{3B5D9536-992F-4F39-93BC-BB2533D785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35">
                <a:extLst>
                  <a:ext uri="{FF2B5EF4-FFF2-40B4-BE49-F238E27FC236}">
                    <a16:creationId xmlns:a16="http://schemas.microsoft.com/office/drawing/2014/main" id="{F1FA2A7F-208B-4450-9E7E-F29BB3925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36">
                <a:extLst>
                  <a:ext uri="{FF2B5EF4-FFF2-40B4-BE49-F238E27FC236}">
                    <a16:creationId xmlns:a16="http://schemas.microsoft.com/office/drawing/2014/main" id="{EF607D70-7F21-4A9F-A183-730E45EF3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37">
                <a:extLst>
                  <a:ext uri="{FF2B5EF4-FFF2-40B4-BE49-F238E27FC236}">
                    <a16:creationId xmlns:a16="http://schemas.microsoft.com/office/drawing/2014/main" id="{4ECF017A-32D9-44C4-837F-2C37B7B9F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5" name="Rectangle 38">
                <a:extLst>
                  <a:ext uri="{FF2B5EF4-FFF2-40B4-BE49-F238E27FC236}">
                    <a16:creationId xmlns:a16="http://schemas.microsoft.com/office/drawing/2014/main" id="{34B3B9C3-9513-414E-B30D-F7CFC02E0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9">
                <a:extLst>
                  <a:ext uri="{FF2B5EF4-FFF2-40B4-BE49-F238E27FC236}">
                    <a16:creationId xmlns:a16="http://schemas.microsoft.com/office/drawing/2014/main" id="{E6A1B5D1-A0C1-47E7-A068-C05A44F3D7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40">
                <a:extLst>
                  <a:ext uri="{FF2B5EF4-FFF2-40B4-BE49-F238E27FC236}">
                    <a16:creationId xmlns:a16="http://schemas.microsoft.com/office/drawing/2014/main" id="{96D2BA52-50C4-45BF-B115-62AE7F01B0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41">
                <a:extLst>
                  <a:ext uri="{FF2B5EF4-FFF2-40B4-BE49-F238E27FC236}">
                    <a16:creationId xmlns:a16="http://schemas.microsoft.com/office/drawing/2014/main" id="{9DCC33D9-FAF4-4D54-A2F1-85D656FB9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42">
                <a:extLst>
                  <a:ext uri="{FF2B5EF4-FFF2-40B4-BE49-F238E27FC236}">
                    <a16:creationId xmlns:a16="http://schemas.microsoft.com/office/drawing/2014/main" id="{8DD0B56F-45FF-4041-A939-24B54541A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43">
                <a:extLst>
                  <a:ext uri="{FF2B5EF4-FFF2-40B4-BE49-F238E27FC236}">
                    <a16:creationId xmlns:a16="http://schemas.microsoft.com/office/drawing/2014/main" id="{96AB8477-5546-4080-8BC1-02BF0BB8F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44">
                <a:extLst>
                  <a:ext uri="{FF2B5EF4-FFF2-40B4-BE49-F238E27FC236}">
                    <a16:creationId xmlns:a16="http://schemas.microsoft.com/office/drawing/2014/main" id="{4E453DC0-BE05-4525-866A-335CE37B00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45">
                <a:extLst>
                  <a:ext uri="{FF2B5EF4-FFF2-40B4-BE49-F238E27FC236}">
                    <a16:creationId xmlns:a16="http://schemas.microsoft.com/office/drawing/2014/main" id="{DE66478E-4EC6-4BE6-B27E-C0C0531CC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6">
                <a:extLst>
                  <a:ext uri="{FF2B5EF4-FFF2-40B4-BE49-F238E27FC236}">
                    <a16:creationId xmlns:a16="http://schemas.microsoft.com/office/drawing/2014/main" id="{698E3192-E8A7-4BE3-A213-C67294E39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7">
                <a:extLst>
                  <a:ext uri="{FF2B5EF4-FFF2-40B4-BE49-F238E27FC236}">
                    <a16:creationId xmlns:a16="http://schemas.microsoft.com/office/drawing/2014/main" id="{73311133-150A-4295-BA6B-AE591A758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8">
                <a:extLst>
                  <a:ext uri="{FF2B5EF4-FFF2-40B4-BE49-F238E27FC236}">
                    <a16:creationId xmlns:a16="http://schemas.microsoft.com/office/drawing/2014/main" id="{01A2298C-D71C-4EE8-97EC-882AE8FE2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9">
                <a:extLst>
                  <a:ext uri="{FF2B5EF4-FFF2-40B4-BE49-F238E27FC236}">
                    <a16:creationId xmlns:a16="http://schemas.microsoft.com/office/drawing/2014/main" id="{4A510FF8-75EB-4CBF-8672-72CB0674B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50">
                <a:extLst>
                  <a:ext uri="{FF2B5EF4-FFF2-40B4-BE49-F238E27FC236}">
                    <a16:creationId xmlns:a16="http://schemas.microsoft.com/office/drawing/2014/main" id="{1A2C9E47-1571-4FD2-8B6B-C7B564E89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51">
                <a:extLst>
                  <a:ext uri="{FF2B5EF4-FFF2-40B4-BE49-F238E27FC236}">
                    <a16:creationId xmlns:a16="http://schemas.microsoft.com/office/drawing/2014/main" id="{86EF56B1-DD4A-4A19-A43F-347855BF84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52">
                <a:extLst>
                  <a:ext uri="{FF2B5EF4-FFF2-40B4-BE49-F238E27FC236}">
                    <a16:creationId xmlns:a16="http://schemas.microsoft.com/office/drawing/2014/main" id="{593C0948-4102-4E67-9CCD-6F94446F7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53">
                <a:extLst>
                  <a:ext uri="{FF2B5EF4-FFF2-40B4-BE49-F238E27FC236}">
                    <a16:creationId xmlns:a16="http://schemas.microsoft.com/office/drawing/2014/main" id="{ACB6589F-762B-4CA7-8D92-92E5FB76F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54">
                <a:extLst>
                  <a:ext uri="{FF2B5EF4-FFF2-40B4-BE49-F238E27FC236}">
                    <a16:creationId xmlns:a16="http://schemas.microsoft.com/office/drawing/2014/main" id="{9992ACB2-51DA-4341-842A-58050D15CC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55">
                <a:extLst>
                  <a:ext uri="{FF2B5EF4-FFF2-40B4-BE49-F238E27FC236}">
                    <a16:creationId xmlns:a16="http://schemas.microsoft.com/office/drawing/2014/main" id="{D9C60E55-0956-424D-8C75-2976AC3B6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6">
                <a:extLst>
                  <a:ext uri="{FF2B5EF4-FFF2-40B4-BE49-F238E27FC236}">
                    <a16:creationId xmlns:a16="http://schemas.microsoft.com/office/drawing/2014/main" id="{BE0FF237-544C-4EAB-ABB0-731D5FA88D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7">
                <a:extLst>
                  <a:ext uri="{FF2B5EF4-FFF2-40B4-BE49-F238E27FC236}">
                    <a16:creationId xmlns:a16="http://schemas.microsoft.com/office/drawing/2014/main" id="{D1E0212C-F045-489C-9689-7C49F762CC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90BB14-74DB-4A2D-847B-7D160CCB7907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3" name="Rectangle 59">
                <a:extLst>
                  <a:ext uri="{FF2B5EF4-FFF2-40B4-BE49-F238E27FC236}">
                    <a16:creationId xmlns:a16="http://schemas.microsoft.com/office/drawing/2014/main" id="{99D447A1-2220-4498-AEF5-6E3E1E6E7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60">
                <a:extLst>
                  <a:ext uri="{FF2B5EF4-FFF2-40B4-BE49-F238E27FC236}">
                    <a16:creationId xmlns:a16="http://schemas.microsoft.com/office/drawing/2014/main" id="{7C3A93F4-91DD-433B-968A-852BE617B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61">
                <a:extLst>
                  <a:ext uri="{FF2B5EF4-FFF2-40B4-BE49-F238E27FC236}">
                    <a16:creationId xmlns:a16="http://schemas.microsoft.com/office/drawing/2014/main" id="{1C73CE31-214B-4439-A783-35C6A8ED7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62">
                <a:extLst>
                  <a:ext uri="{FF2B5EF4-FFF2-40B4-BE49-F238E27FC236}">
                    <a16:creationId xmlns:a16="http://schemas.microsoft.com/office/drawing/2014/main" id="{36D68C3F-8E09-4424-AE30-DC0EA8A4B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63">
                <a:extLst>
                  <a:ext uri="{FF2B5EF4-FFF2-40B4-BE49-F238E27FC236}">
                    <a16:creationId xmlns:a16="http://schemas.microsoft.com/office/drawing/2014/main" id="{D77BDB0F-9FB9-4B1E-8B4A-1E2673E90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64">
                <a:extLst>
                  <a:ext uri="{FF2B5EF4-FFF2-40B4-BE49-F238E27FC236}">
                    <a16:creationId xmlns:a16="http://schemas.microsoft.com/office/drawing/2014/main" id="{11FC8FC1-3854-4435-94FA-7C19C8CF4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9" name="Rectangle 65">
                <a:extLst>
                  <a:ext uri="{FF2B5EF4-FFF2-40B4-BE49-F238E27FC236}">
                    <a16:creationId xmlns:a16="http://schemas.microsoft.com/office/drawing/2014/main" id="{CD7A3181-77BB-4B10-BAE0-192A2D4C54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6">
                <a:extLst>
                  <a:ext uri="{FF2B5EF4-FFF2-40B4-BE49-F238E27FC236}">
                    <a16:creationId xmlns:a16="http://schemas.microsoft.com/office/drawing/2014/main" id="{34704098-6430-4842-A78C-8EA208FF5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7">
                <a:extLst>
                  <a:ext uri="{FF2B5EF4-FFF2-40B4-BE49-F238E27FC236}">
                    <a16:creationId xmlns:a16="http://schemas.microsoft.com/office/drawing/2014/main" id="{821A9373-4697-4443-B247-58130E1D4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8">
                <a:extLst>
                  <a:ext uri="{FF2B5EF4-FFF2-40B4-BE49-F238E27FC236}">
                    <a16:creationId xmlns:a16="http://schemas.microsoft.com/office/drawing/2014/main" id="{BE59B0E9-E64A-4252-ABFF-7D0CCECB5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9">
                <a:extLst>
                  <a:ext uri="{FF2B5EF4-FFF2-40B4-BE49-F238E27FC236}">
                    <a16:creationId xmlns:a16="http://schemas.microsoft.com/office/drawing/2014/main" id="{066F8BCA-C3C4-48C8-9103-65FC2FFF6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70">
                <a:extLst>
                  <a:ext uri="{FF2B5EF4-FFF2-40B4-BE49-F238E27FC236}">
                    <a16:creationId xmlns:a16="http://schemas.microsoft.com/office/drawing/2014/main" id="{68B69181-5D7D-4EFF-9724-B2BDD62DB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71">
                <a:extLst>
                  <a:ext uri="{FF2B5EF4-FFF2-40B4-BE49-F238E27FC236}">
                    <a16:creationId xmlns:a16="http://schemas.microsoft.com/office/drawing/2014/main" id="{996BC465-13D7-4B01-81BD-88E7BAA5A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72">
                <a:extLst>
                  <a:ext uri="{FF2B5EF4-FFF2-40B4-BE49-F238E27FC236}">
                    <a16:creationId xmlns:a16="http://schemas.microsoft.com/office/drawing/2014/main" id="{61C9420C-6853-4164-9D24-98349CD58C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73">
                <a:extLst>
                  <a:ext uri="{FF2B5EF4-FFF2-40B4-BE49-F238E27FC236}">
                    <a16:creationId xmlns:a16="http://schemas.microsoft.com/office/drawing/2014/main" id="{EF04FF35-9797-4571-BCFF-435C37D2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74">
                <a:extLst>
                  <a:ext uri="{FF2B5EF4-FFF2-40B4-BE49-F238E27FC236}">
                    <a16:creationId xmlns:a16="http://schemas.microsoft.com/office/drawing/2014/main" id="{78C68F3A-1768-4D3F-8ABF-D899CEF5D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75">
                <a:extLst>
                  <a:ext uri="{FF2B5EF4-FFF2-40B4-BE49-F238E27FC236}">
                    <a16:creationId xmlns:a16="http://schemas.microsoft.com/office/drawing/2014/main" id="{A69F85D7-2261-4042-B85B-C3FABE4A08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6">
                <a:extLst>
                  <a:ext uri="{FF2B5EF4-FFF2-40B4-BE49-F238E27FC236}">
                    <a16:creationId xmlns:a16="http://schemas.microsoft.com/office/drawing/2014/main" id="{31444D56-FEBA-4CC9-B179-200833A9B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7">
                <a:extLst>
                  <a:ext uri="{FF2B5EF4-FFF2-40B4-BE49-F238E27FC236}">
                    <a16:creationId xmlns:a16="http://schemas.microsoft.com/office/drawing/2014/main" id="{A7678401-8C3E-4FAF-A888-70B49C91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8">
                <a:extLst>
                  <a:ext uri="{FF2B5EF4-FFF2-40B4-BE49-F238E27FC236}">
                    <a16:creationId xmlns:a16="http://schemas.microsoft.com/office/drawing/2014/main" id="{618CC429-D47D-440E-9695-6E61D60960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9">
                <a:extLst>
                  <a:ext uri="{FF2B5EF4-FFF2-40B4-BE49-F238E27FC236}">
                    <a16:creationId xmlns:a16="http://schemas.microsoft.com/office/drawing/2014/main" id="{F2B544AE-5CC8-4A61-BBDF-82DA13A5F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80">
                <a:extLst>
                  <a:ext uri="{FF2B5EF4-FFF2-40B4-BE49-F238E27FC236}">
                    <a16:creationId xmlns:a16="http://schemas.microsoft.com/office/drawing/2014/main" id="{46B39C8E-D445-41B8-8B42-2DE170717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81">
                <a:extLst>
                  <a:ext uri="{FF2B5EF4-FFF2-40B4-BE49-F238E27FC236}">
                    <a16:creationId xmlns:a16="http://schemas.microsoft.com/office/drawing/2014/main" id="{38E7AB8E-5E17-460F-8595-4178AF462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82">
                <a:extLst>
                  <a:ext uri="{FF2B5EF4-FFF2-40B4-BE49-F238E27FC236}">
                    <a16:creationId xmlns:a16="http://schemas.microsoft.com/office/drawing/2014/main" id="{B1EBA00C-8D23-4B8D-996F-763D44718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A74D84D5-1D5F-4261-AC8E-F836107F1A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84">
                <a:extLst>
                  <a:ext uri="{FF2B5EF4-FFF2-40B4-BE49-F238E27FC236}">
                    <a16:creationId xmlns:a16="http://schemas.microsoft.com/office/drawing/2014/main" id="{FAE1892A-CE1C-4062-87F1-490874F36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802612C-7EF5-4229-B874-804F63CA5157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97" name="Rectangle 5">
                <a:extLst>
                  <a:ext uri="{FF2B5EF4-FFF2-40B4-BE49-F238E27FC236}">
                    <a16:creationId xmlns:a16="http://schemas.microsoft.com/office/drawing/2014/main" id="{79ECF9B6-3DAB-4C5C-B34E-D0A7F38B7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6">
                <a:extLst>
                  <a:ext uri="{FF2B5EF4-FFF2-40B4-BE49-F238E27FC236}">
                    <a16:creationId xmlns:a16="http://schemas.microsoft.com/office/drawing/2014/main" id="{35C9E271-FB6D-4F58-AC40-C72BEAE8A2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7">
                <a:extLst>
                  <a:ext uri="{FF2B5EF4-FFF2-40B4-BE49-F238E27FC236}">
                    <a16:creationId xmlns:a16="http://schemas.microsoft.com/office/drawing/2014/main" id="{6C77D497-A891-4E55-B019-C188318C9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8">
                <a:extLst>
                  <a:ext uri="{FF2B5EF4-FFF2-40B4-BE49-F238E27FC236}">
                    <a16:creationId xmlns:a16="http://schemas.microsoft.com/office/drawing/2014/main" id="{789A10D5-86A9-4355-A65E-55E0070B0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9">
                <a:extLst>
                  <a:ext uri="{FF2B5EF4-FFF2-40B4-BE49-F238E27FC236}">
                    <a16:creationId xmlns:a16="http://schemas.microsoft.com/office/drawing/2014/main" id="{190FC9CA-1CD6-4748-9D13-6C41111A1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10">
                <a:extLst>
                  <a:ext uri="{FF2B5EF4-FFF2-40B4-BE49-F238E27FC236}">
                    <a16:creationId xmlns:a16="http://schemas.microsoft.com/office/drawing/2014/main" id="{C8822FE6-6227-48F7-AA73-92699ABEA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3" name="Rectangle 11">
                <a:extLst>
                  <a:ext uri="{FF2B5EF4-FFF2-40B4-BE49-F238E27FC236}">
                    <a16:creationId xmlns:a16="http://schemas.microsoft.com/office/drawing/2014/main" id="{E5E1E87B-24C4-475C-8A8F-5B997B2D07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12">
                <a:extLst>
                  <a:ext uri="{FF2B5EF4-FFF2-40B4-BE49-F238E27FC236}">
                    <a16:creationId xmlns:a16="http://schemas.microsoft.com/office/drawing/2014/main" id="{A10C8796-2AC4-44B9-947C-67EA0E966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13">
                <a:extLst>
                  <a:ext uri="{FF2B5EF4-FFF2-40B4-BE49-F238E27FC236}">
                    <a16:creationId xmlns:a16="http://schemas.microsoft.com/office/drawing/2014/main" id="{9C3B2967-6FE1-42A9-8AA6-D88F39ED2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14">
                <a:extLst>
                  <a:ext uri="{FF2B5EF4-FFF2-40B4-BE49-F238E27FC236}">
                    <a16:creationId xmlns:a16="http://schemas.microsoft.com/office/drawing/2014/main" id="{D65A60F3-B8CA-4A07-BA50-4382410F7D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15">
                <a:extLst>
                  <a:ext uri="{FF2B5EF4-FFF2-40B4-BE49-F238E27FC236}">
                    <a16:creationId xmlns:a16="http://schemas.microsoft.com/office/drawing/2014/main" id="{CE9D0345-78D9-481A-97CD-9F4F5005DC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6">
                <a:extLst>
                  <a:ext uri="{FF2B5EF4-FFF2-40B4-BE49-F238E27FC236}">
                    <a16:creationId xmlns:a16="http://schemas.microsoft.com/office/drawing/2014/main" id="{335FF664-C997-40CD-A253-17AE029463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7">
                <a:extLst>
                  <a:ext uri="{FF2B5EF4-FFF2-40B4-BE49-F238E27FC236}">
                    <a16:creationId xmlns:a16="http://schemas.microsoft.com/office/drawing/2014/main" id="{9CC2681F-B216-40D9-B5A0-F02DCEABDF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8">
                <a:extLst>
                  <a:ext uri="{FF2B5EF4-FFF2-40B4-BE49-F238E27FC236}">
                    <a16:creationId xmlns:a16="http://schemas.microsoft.com/office/drawing/2014/main" id="{A3004976-7D17-4D1E-8C1B-307A36D4D3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9">
                <a:extLst>
                  <a:ext uri="{FF2B5EF4-FFF2-40B4-BE49-F238E27FC236}">
                    <a16:creationId xmlns:a16="http://schemas.microsoft.com/office/drawing/2014/main" id="{2441E1C0-EA8F-4829-96F9-79E4F9F9B8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20">
                <a:extLst>
                  <a:ext uri="{FF2B5EF4-FFF2-40B4-BE49-F238E27FC236}">
                    <a16:creationId xmlns:a16="http://schemas.microsoft.com/office/drawing/2014/main" id="{44BC57F8-5DE7-403F-B665-F6F2827D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21">
                <a:extLst>
                  <a:ext uri="{FF2B5EF4-FFF2-40B4-BE49-F238E27FC236}">
                    <a16:creationId xmlns:a16="http://schemas.microsoft.com/office/drawing/2014/main" id="{B34B239C-EECF-4F26-A48A-B0CC0F65B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9761DB51-CFA3-48D3-A481-6AAF4370D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23">
                <a:extLst>
                  <a:ext uri="{FF2B5EF4-FFF2-40B4-BE49-F238E27FC236}">
                    <a16:creationId xmlns:a16="http://schemas.microsoft.com/office/drawing/2014/main" id="{8BF8C0DC-CA13-4B3A-9B31-81AD0D5A3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24">
                <a:extLst>
                  <a:ext uri="{FF2B5EF4-FFF2-40B4-BE49-F238E27FC236}">
                    <a16:creationId xmlns:a16="http://schemas.microsoft.com/office/drawing/2014/main" id="{3B5D9432-1B5F-4352-8E2D-A4C9BA278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25">
                <a:extLst>
                  <a:ext uri="{FF2B5EF4-FFF2-40B4-BE49-F238E27FC236}">
                    <a16:creationId xmlns:a16="http://schemas.microsoft.com/office/drawing/2014/main" id="{A72578CA-857C-4FF3-99D2-2409F1404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6">
                <a:extLst>
                  <a:ext uri="{FF2B5EF4-FFF2-40B4-BE49-F238E27FC236}">
                    <a16:creationId xmlns:a16="http://schemas.microsoft.com/office/drawing/2014/main" id="{CAD4F8AF-D5EE-4F50-B004-20393F40DD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7">
                <a:extLst>
                  <a:ext uri="{FF2B5EF4-FFF2-40B4-BE49-F238E27FC236}">
                    <a16:creationId xmlns:a16="http://schemas.microsoft.com/office/drawing/2014/main" id="{8A57F274-20A6-4680-B7C0-AD8EA5A0B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8">
                <a:extLst>
                  <a:ext uri="{FF2B5EF4-FFF2-40B4-BE49-F238E27FC236}">
                    <a16:creationId xmlns:a16="http://schemas.microsoft.com/office/drawing/2014/main" id="{0F14F482-588A-4EEB-8243-0F8DF0EBF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9">
                <a:extLst>
                  <a:ext uri="{FF2B5EF4-FFF2-40B4-BE49-F238E27FC236}">
                    <a16:creationId xmlns:a16="http://schemas.microsoft.com/office/drawing/2014/main" id="{DBE68752-D099-4312-A230-0F3B7131B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30">
                <a:extLst>
                  <a:ext uri="{FF2B5EF4-FFF2-40B4-BE49-F238E27FC236}">
                    <a16:creationId xmlns:a16="http://schemas.microsoft.com/office/drawing/2014/main" id="{405BD9F5-ECE9-4C54-B627-8C58DFD735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BDD497-9AE8-4EFE-A518-EB1944C837FD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1" name="Rectangle 32">
                <a:extLst>
                  <a:ext uri="{FF2B5EF4-FFF2-40B4-BE49-F238E27FC236}">
                    <a16:creationId xmlns:a16="http://schemas.microsoft.com/office/drawing/2014/main" id="{46DE1FDE-4944-42F3-AB62-2DB5477E3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33">
                <a:extLst>
                  <a:ext uri="{FF2B5EF4-FFF2-40B4-BE49-F238E27FC236}">
                    <a16:creationId xmlns:a16="http://schemas.microsoft.com/office/drawing/2014/main" id="{06FCE84A-9F7C-4DFE-8CA9-5982F096E6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34">
                <a:extLst>
                  <a:ext uri="{FF2B5EF4-FFF2-40B4-BE49-F238E27FC236}">
                    <a16:creationId xmlns:a16="http://schemas.microsoft.com/office/drawing/2014/main" id="{DD56D081-1AAA-49A3-ABDB-5C753E6AB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35">
                <a:extLst>
                  <a:ext uri="{FF2B5EF4-FFF2-40B4-BE49-F238E27FC236}">
                    <a16:creationId xmlns:a16="http://schemas.microsoft.com/office/drawing/2014/main" id="{BD4D92B3-9AE0-48B8-959E-07EA7AB29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36">
                <a:extLst>
                  <a:ext uri="{FF2B5EF4-FFF2-40B4-BE49-F238E27FC236}">
                    <a16:creationId xmlns:a16="http://schemas.microsoft.com/office/drawing/2014/main" id="{3DD3026A-6FE6-4FA7-90F4-6DE1E8898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37">
                <a:extLst>
                  <a:ext uri="{FF2B5EF4-FFF2-40B4-BE49-F238E27FC236}">
                    <a16:creationId xmlns:a16="http://schemas.microsoft.com/office/drawing/2014/main" id="{AC970942-28D3-4460-85B7-BD20B0D76A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7" name="Rectangle 38">
                <a:extLst>
                  <a:ext uri="{FF2B5EF4-FFF2-40B4-BE49-F238E27FC236}">
                    <a16:creationId xmlns:a16="http://schemas.microsoft.com/office/drawing/2014/main" id="{03D96458-7899-4A24-B66B-461086FAA1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9">
                <a:extLst>
                  <a:ext uri="{FF2B5EF4-FFF2-40B4-BE49-F238E27FC236}">
                    <a16:creationId xmlns:a16="http://schemas.microsoft.com/office/drawing/2014/main" id="{C8A769BE-C8A3-44B6-A98B-9A0CA8C8C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40">
                <a:extLst>
                  <a:ext uri="{FF2B5EF4-FFF2-40B4-BE49-F238E27FC236}">
                    <a16:creationId xmlns:a16="http://schemas.microsoft.com/office/drawing/2014/main" id="{42866ABD-1FE3-40D1-8819-FC2FC19B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41">
                <a:extLst>
                  <a:ext uri="{FF2B5EF4-FFF2-40B4-BE49-F238E27FC236}">
                    <a16:creationId xmlns:a16="http://schemas.microsoft.com/office/drawing/2014/main" id="{0DA7C80D-458F-4BCF-9DF9-4EA5C63B6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42">
                <a:extLst>
                  <a:ext uri="{FF2B5EF4-FFF2-40B4-BE49-F238E27FC236}">
                    <a16:creationId xmlns:a16="http://schemas.microsoft.com/office/drawing/2014/main" id="{0BDDAC83-E0E2-46D1-BE39-29D715978A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43">
                <a:extLst>
                  <a:ext uri="{FF2B5EF4-FFF2-40B4-BE49-F238E27FC236}">
                    <a16:creationId xmlns:a16="http://schemas.microsoft.com/office/drawing/2014/main" id="{778B5BE3-4E1C-4C31-8E26-1435B98AA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44">
                <a:extLst>
                  <a:ext uri="{FF2B5EF4-FFF2-40B4-BE49-F238E27FC236}">
                    <a16:creationId xmlns:a16="http://schemas.microsoft.com/office/drawing/2014/main" id="{12D1914C-8D7D-4C81-BF2A-CC415E7FE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45">
                <a:extLst>
                  <a:ext uri="{FF2B5EF4-FFF2-40B4-BE49-F238E27FC236}">
                    <a16:creationId xmlns:a16="http://schemas.microsoft.com/office/drawing/2014/main" id="{3F7280B3-7FC7-46CC-B0AA-9279C8F01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6">
                <a:extLst>
                  <a:ext uri="{FF2B5EF4-FFF2-40B4-BE49-F238E27FC236}">
                    <a16:creationId xmlns:a16="http://schemas.microsoft.com/office/drawing/2014/main" id="{8518DB40-11B0-4C34-8085-E25C7CCE9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7">
                <a:extLst>
                  <a:ext uri="{FF2B5EF4-FFF2-40B4-BE49-F238E27FC236}">
                    <a16:creationId xmlns:a16="http://schemas.microsoft.com/office/drawing/2014/main" id="{A0A4571B-8522-4F7C-A623-D22275A4BA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8">
                <a:extLst>
                  <a:ext uri="{FF2B5EF4-FFF2-40B4-BE49-F238E27FC236}">
                    <a16:creationId xmlns:a16="http://schemas.microsoft.com/office/drawing/2014/main" id="{0058B0EA-93A6-4250-B9BB-2189D860E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9">
                <a:extLst>
                  <a:ext uri="{FF2B5EF4-FFF2-40B4-BE49-F238E27FC236}">
                    <a16:creationId xmlns:a16="http://schemas.microsoft.com/office/drawing/2014/main" id="{AD35427D-2F04-45B3-A5EA-4C931023E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50">
                <a:extLst>
                  <a:ext uri="{FF2B5EF4-FFF2-40B4-BE49-F238E27FC236}">
                    <a16:creationId xmlns:a16="http://schemas.microsoft.com/office/drawing/2014/main" id="{C9AE1296-0B65-425E-B952-6EA87FD8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51">
                <a:extLst>
                  <a:ext uri="{FF2B5EF4-FFF2-40B4-BE49-F238E27FC236}">
                    <a16:creationId xmlns:a16="http://schemas.microsoft.com/office/drawing/2014/main" id="{7A1EA1D6-A2F2-45C1-B37A-53504239C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52">
                <a:extLst>
                  <a:ext uri="{FF2B5EF4-FFF2-40B4-BE49-F238E27FC236}">
                    <a16:creationId xmlns:a16="http://schemas.microsoft.com/office/drawing/2014/main" id="{505AF1AD-40CE-4BC2-AC86-033E06E7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53">
                <a:extLst>
                  <a:ext uri="{FF2B5EF4-FFF2-40B4-BE49-F238E27FC236}">
                    <a16:creationId xmlns:a16="http://schemas.microsoft.com/office/drawing/2014/main" id="{4E83FA98-5620-4FBC-83BE-A15F94C83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54">
                <a:extLst>
                  <a:ext uri="{FF2B5EF4-FFF2-40B4-BE49-F238E27FC236}">
                    <a16:creationId xmlns:a16="http://schemas.microsoft.com/office/drawing/2014/main" id="{994A88E7-EC98-4704-B017-A2BEA7AB4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55">
                <a:extLst>
                  <a:ext uri="{FF2B5EF4-FFF2-40B4-BE49-F238E27FC236}">
                    <a16:creationId xmlns:a16="http://schemas.microsoft.com/office/drawing/2014/main" id="{44F8541E-6BEB-4522-8934-CDC85C95B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6">
                <a:extLst>
                  <a:ext uri="{FF2B5EF4-FFF2-40B4-BE49-F238E27FC236}">
                    <a16:creationId xmlns:a16="http://schemas.microsoft.com/office/drawing/2014/main" id="{41BE143F-1045-43B6-9112-9CA42EAB9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7">
                <a:extLst>
                  <a:ext uri="{FF2B5EF4-FFF2-40B4-BE49-F238E27FC236}">
                    <a16:creationId xmlns:a16="http://schemas.microsoft.com/office/drawing/2014/main" id="{15B3273B-882C-4741-AFCB-88C00782C0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D156E4-2FEE-41D1-B234-92FA676F4D8E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45" name="Rectangle 59">
                <a:extLst>
                  <a:ext uri="{FF2B5EF4-FFF2-40B4-BE49-F238E27FC236}">
                    <a16:creationId xmlns:a16="http://schemas.microsoft.com/office/drawing/2014/main" id="{1282A854-928F-4C4C-AF50-E805B6E24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60">
                <a:extLst>
                  <a:ext uri="{FF2B5EF4-FFF2-40B4-BE49-F238E27FC236}">
                    <a16:creationId xmlns:a16="http://schemas.microsoft.com/office/drawing/2014/main" id="{BF09B981-640A-4B56-97EF-77A7674F2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61">
                <a:extLst>
                  <a:ext uri="{FF2B5EF4-FFF2-40B4-BE49-F238E27FC236}">
                    <a16:creationId xmlns:a16="http://schemas.microsoft.com/office/drawing/2014/main" id="{0E3D84C4-7127-44E3-9D80-DD4C9DF86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62">
                <a:extLst>
                  <a:ext uri="{FF2B5EF4-FFF2-40B4-BE49-F238E27FC236}">
                    <a16:creationId xmlns:a16="http://schemas.microsoft.com/office/drawing/2014/main" id="{3C0ED1F5-7157-4C03-AF23-63AA54E2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63">
                <a:extLst>
                  <a:ext uri="{FF2B5EF4-FFF2-40B4-BE49-F238E27FC236}">
                    <a16:creationId xmlns:a16="http://schemas.microsoft.com/office/drawing/2014/main" id="{DA4CC94A-11EC-484D-93A8-A6BA55C9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64">
                <a:extLst>
                  <a:ext uri="{FF2B5EF4-FFF2-40B4-BE49-F238E27FC236}">
                    <a16:creationId xmlns:a16="http://schemas.microsoft.com/office/drawing/2014/main" id="{F3F8546E-5077-4146-94A8-9C4CC244E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1" name="Rectangle 65">
                <a:extLst>
                  <a:ext uri="{FF2B5EF4-FFF2-40B4-BE49-F238E27FC236}">
                    <a16:creationId xmlns:a16="http://schemas.microsoft.com/office/drawing/2014/main" id="{931F67C4-9C1D-4588-A8E6-3E99D64C70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6">
                <a:extLst>
                  <a:ext uri="{FF2B5EF4-FFF2-40B4-BE49-F238E27FC236}">
                    <a16:creationId xmlns:a16="http://schemas.microsoft.com/office/drawing/2014/main" id="{EB21CB79-3CB2-4077-A9B9-C45985197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7">
                <a:extLst>
                  <a:ext uri="{FF2B5EF4-FFF2-40B4-BE49-F238E27FC236}">
                    <a16:creationId xmlns:a16="http://schemas.microsoft.com/office/drawing/2014/main" id="{DD611496-16E5-4416-B1A2-02348ABD3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8">
                <a:extLst>
                  <a:ext uri="{FF2B5EF4-FFF2-40B4-BE49-F238E27FC236}">
                    <a16:creationId xmlns:a16="http://schemas.microsoft.com/office/drawing/2014/main" id="{EF4511E4-6AE1-4AD2-9E94-8DFEBF58B1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9">
                <a:extLst>
                  <a:ext uri="{FF2B5EF4-FFF2-40B4-BE49-F238E27FC236}">
                    <a16:creationId xmlns:a16="http://schemas.microsoft.com/office/drawing/2014/main" id="{5A9F5148-2BFE-49A2-882C-9C270DAC2D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70">
                <a:extLst>
                  <a:ext uri="{FF2B5EF4-FFF2-40B4-BE49-F238E27FC236}">
                    <a16:creationId xmlns:a16="http://schemas.microsoft.com/office/drawing/2014/main" id="{17978533-954B-41FA-ACA1-BB2EAC45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71">
                <a:extLst>
                  <a:ext uri="{FF2B5EF4-FFF2-40B4-BE49-F238E27FC236}">
                    <a16:creationId xmlns:a16="http://schemas.microsoft.com/office/drawing/2014/main" id="{9926B974-3B58-43BE-A627-034A472C6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72">
                <a:extLst>
                  <a:ext uri="{FF2B5EF4-FFF2-40B4-BE49-F238E27FC236}">
                    <a16:creationId xmlns:a16="http://schemas.microsoft.com/office/drawing/2014/main" id="{E88CA7B8-FC95-4FE1-9B97-D5EF9F942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73">
                <a:extLst>
                  <a:ext uri="{FF2B5EF4-FFF2-40B4-BE49-F238E27FC236}">
                    <a16:creationId xmlns:a16="http://schemas.microsoft.com/office/drawing/2014/main" id="{A92934FD-C410-4C84-A5E1-081E7B422A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74">
                <a:extLst>
                  <a:ext uri="{FF2B5EF4-FFF2-40B4-BE49-F238E27FC236}">
                    <a16:creationId xmlns:a16="http://schemas.microsoft.com/office/drawing/2014/main" id="{2DA33973-6FE4-4D86-BBFB-90D490929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75">
                <a:extLst>
                  <a:ext uri="{FF2B5EF4-FFF2-40B4-BE49-F238E27FC236}">
                    <a16:creationId xmlns:a16="http://schemas.microsoft.com/office/drawing/2014/main" id="{94818BD6-2B6E-47BE-B503-E9E8E6375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6">
                <a:extLst>
                  <a:ext uri="{FF2B5EF4-FFF2-40B4-BE49-F238E27FC236}">
                    <a16:creationId xmlns:a16="http://schemas.microsoft.com/office/drawing/2014/main" id="{F051DFF7-292C-4CA6-B811-8790171A2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7">
                <a:extLst>
                  <a:ext uri="{FF2B5EF4-FFF2-40B4-BE49-F238E27FC236}">
                    <a16:creationId xmlns:a16="http://schemas.microsoft.com/office/drawing/2014/main" id="{728FA892-539E-4633-A6ED-61FF464A5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8">
                <a:extLst>
                  <a:ext uri="{FF2B5EF4-FFF2-40B4-BE49-F238E27FC236}">
                    <a16:creationId xmlns:a16="http://schemas.microsoft.com/office/drawing/2014/main" id="{FE6AF4DA-E293-4A89-BE4C-DD3E6BDB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9">
                <a:extLst>
                  <a:ext uri="{FF2B5EF4-FFF2-40B4-BE49-F238E27FC236}">
                    <a16:creationId xmlns:a16="http://schemas.microsoft.com/office/drawing/2014/main" id="{11BA7696-6E60-4A76-8A02-38F11535F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80">
                <a:extLst>
                  <a:ext uri="{FF2B5EF4-FFF2-40B4-BE49-F238E27FC236}">
                    <a16:creationId xmlns:a16="http://schemas.microsoft.com/office/drawing/2014/main" id="{EBA43DA8-F00F-4803-9505-8D973D07B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81">
                <a:extLst>
                  <a:ext uri="{FF2B5EF4-FFF2-40B4-BE49-F238E27FC236}">
                    <a16:creationId xmlns:a16="http://schemas.microsoft.com/office/drawing/2014/main" id="{5996994C-303B-47AD-B7A1-EB4C4801F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82">
                <a:extLst>
                  <a:ext uri="{FF2B5EF4-FFF2-40B4-BE49-F238E27FC236}">
                    <a16:creationId xmlns:a16="http://schemas.microsoft.com/office/drawing/2014/main" id="{AC9DA622-9D85-4CCD-AC5B-C16EC91F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83">
                <a:extLst>
                  <a:ext uri="{FF2B5EF4-FFF2-40B4-BE49-F238E27FC236}">
                    <a16:creationId xmlns:a16="http://schemas.microsoft.com/office/drawing/2014/main" id="{74795EEC-C77C-457E-8ED2-A2565D98D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84">
                <a:extLst>
                  <a:ext uri="{FF2B5EF4-FFF2-40B4-BE49-F238E27FC236}">
                    <a16:creationId xmlns:a16="http://schemas.microsoft.com/office/drawing/2014/main" id="{E7A6C9D7-E009-43E7-83C2-4012ED6CC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6EC6267-892C-414C-9F90-78AE254ABFE9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19" name="Rectangle 59">
                <a:extLst>
                  <a:ext uri="{FF2B5EF4-FFF2-40B4-BE49-F238E27FC236}">
                    <a16:creationId xmlns:a16="http://schemas.microsoft.com/office/drawing/2014/main" id="{3E75128E-3C74-4C95-89B7-CB30EBD0D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" name="Rectangle 60">
                <a:extLst>
                  <a:ext uri="{FF2B5EF4-FFF2-40B4-BE49-F238E27FC236}">
                    <a16:creationId xmlns:a16="http://schemas.microsoft.com/office/drawing/2014/main" id="{5123F894-661A-41E9-A3C4-D65153785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" name="Rectangle 61">
                <a:extLst>
                  <a:ext uri="{FF2B5EF4-FFF2-40B4-BE49-F238E27FC236}">
                    <a16:creationId xmlns:a16="http://schemas.microsoft.com/office/drawing/2014/main" id="{6DE83EB5-D56C-4E03-AFAA-ABFCDBF526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" name="Rectangle 62">
                <a:extLst>
                  <a:ext uri="{FF2B5EF4-FFF2-40B4-BE49-F238E27FC236}">
                    <a16:creationId xmlns:a16="http://schemas.microsoft.com/office/drawing/2014/main" id="{A7150839-4B6F-48D6-8DC1-234F92C99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F57DE175-BDB3-46EA-A233-0D1C4BC62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" name="Rectangle 64">
                <a:extLst>
                  <a:ext uri="{FF2B5EF4-FFF2-40B4-BE49-F238E27FC236}">
                    <a16:creationId xmlns:a16="http://schemas.microsoft.com/office/drawing/2014/main" id="{E0DC63F5-28E3-423C-884B-60E11C90C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" name="Rectangle 65">
                <a:extLst>
                  <a:ext uri="{FF2B5EF4-FFF2-40B4-BE49-F238E27FC236}">
                    <a16:creationId xmlns:a16="http://schemas.microsoft.com/office/drawing/2014/main" id="{1B8EDB48-7E1A-4E8D-8DD6-E2E9045E5C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6">
                <a:extLst>
                  <a:ext uri="{FF2B5EF4-FFF2-40B4-BE49-F238E27FC236}">
                    <a16:creationId xmlns:a16="http://schemas.microsoft.com/office/drawing/2014/main" id="{7B2F1A3E-E3C9-4E74-A8BB-5D7489CCC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7">
                <a:extLst>
                  <a:ext uri="{FF2B5EF4-FFF2-40B4-BE49-F238E27FC236}">
                    <a16:creationId xmlns:a16="http://schemas.microsoft.com/office/drawing/2014/main" id="{986E435A-5565-453A-9521-30F8988F1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8">
                <a:extLst>
                  <a:ext uri="{FF2B5EF4-FFF2-40B4-BE49-F238E27FC236}">
                    <a16:creationId xmlns:a16="http://schemas.microsoft.com/office/drawing/2014/main" id="{1B037B73-2947-4134-8DBF-86815CE18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9">
                <a:extLst>
                  <a:ext uri="{FF2B5EF4-FFF2-40B4-BE49-F238E27FC236}">
                    <a16:creationId xmlns:a16="http://schemas.microsoft.com/office/drawing/2014/main" id="{59E3FCFD-4BC9-4154-9F9A-FEDADE6AF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70">
                <a:extLst>
                  <a:ext uri="{FF2B5EF4-FFF2-40B4-BE49-F238E27FC236}">
                    <a16:creationId xmlns:a16="http://schemas.microsoft.com/office/drawing/2014/main" id="{75B4E090-E69E-4E1B-9D47-2E7610643E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71">
                <a:extLst>
                  <a:ext uri="{FF2B5EF4-FFF2-40B4-BE49-F238E27FC236}">
                    <a16:creationId xmlns:a16="http://schemas.microsoft.com/office/drawing/2014/main" id="{3E8EF4EA-870F-4671-9D93-BBDD11E3A6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72">
                <a:extLst>
                  <a:ext uri="{FF2B5EF4-FFF2-40B4-BE49-F238E27FC236}">
                    <a16:creationId xmlns:a16="http://schemas.microsoft.com/office/drawing/2014/main" id="{381F046F-5BF7-4214-B4FB-EEBE29F7CA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73">
                <a:extLst>
                  <a:ext uri="{FF2B5EF4-FFF2-40B4-BE49-F238E27FC236}">
                    <a16:creationId xmlns:a16="http://schemas.microsoft.com/office/drawing/2014/main" id="{836148AC-AF61-43A3-A1B1-BB54CE216A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74">
                <a:extLst>
                  <a:ext uri="{FF2B5EF4-FFF2-40B4-BE49-F238E27FC236}">
                    <a16:creationId xmlns:a16="http://schemas.microsoft.com/office/drawing/2014/main" id="{B1DE9085-D5E0-4B83-BB80-E434D7DDD1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75">
                <a:extLst>
                  <a:ext uri="{FF2B5EF4-FFF2-40B4-BE49-F238E27FC236}">
                    <a16:creationId xmlns:a16="http://schemas.microsoft.com/office/drawing/2014/main" id="{317373CF-A0A3-4A1C-88A0-683C2A8DF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6">
                <a:extLst>
                  <a:ext uri="{FF2B5EF4-FFF2-40B4-BE49-F238E27FC236}">
                    <a16:creationId xmlns:a16="http://schemas.microsoft.com/office/drawing/2014/main" id="{4347A2CA-AF14-4C9E-BBAB-D90DBAA96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7">
                <a:extLst>
                  <a:ext uri="{FF2B5EF4-FFF2-40B4-BE49-F238E27FC236}">
                    <a16:creationId xmlns:a16="http://schemas.microsoft.com/office/drawing/2014/main" id="{B9A6E2C3-57A3-42A9-A83E-18CDCD7C69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8">
                <a:extLst>
                  <a:ext uri="{FF2B5EF4-FFF2-40B4-BE49-F238E27FC236}">
                    <a16:creationId xmlns:a16="http://schemas.microsoft.com/office/drawing/2014/main" id="{66345FAF-D8B3-4589-B236-9592A4B2E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9">
                <a:extLst>
                  <a:ext uri="{FF2B5EF4-FFF2-40B4-BE49-F238E27FC236}">
                    <a16:creationId xmlns:a16="http://schemas.microsoft.com/office/drawing/2014/main" id="{B6D66C40-7B12-4FAE-BA0D-F11071E94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80">
                <a:extLst>
                  <a:ext uri="{FF2B5EF4-FFF2-40B4-BE49-F238E27FC236}">
                    <a16:creationId xmlns:a16="http://schemas.microsoft.com/office/drawing/2014/main" id="{88E16CD4-DE64-472C-92F2-04F69839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81">
                <a:extLst>
                  <a:ext uri="{FF2B5EF4-FFF2-40B4-BE49-F238E27FC236}">
                    <a16:creationId xmlns:a16="http://schemas.microsoft.com/office/drawing/2014/main" id="{D595AF87-0CEC-4595-A702-E82EE7CB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82">
                <a:extLst>
                  <a:ext uri="{FF2B5EF4-FFF2-40B4-BE49-F238E27FC236}">
                    <a16:creationId xmlns:a16="http://schemas.microsoft.com/office/drawing/2014/main" id="{61ED73B8-7315-4650-922A-B9670ED5F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83">
                <a:extLst>
                  <a:ext uri="{FF2B5EF4-FFF2-40B4-BE49-F238E27FC236}">
                    <a16:creationId xmlns:a16="http://schemas.microsoft.com/office/drawing/2014/main" id="{78E5D2BE-A2AA-4686-881A-1AAC20E769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84">
                <a:extLst>
                  <a:ext uri="{FF2B5EF4-FFF2-40B4-BE49-F238E27FC236}">
                    <a16:creationId xmlns:a16="http://schemas.microsoft.com/office/drawing/2014/main" id="{6983C63B-88C2-4A51-9595-E3C3B3B91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7" name="Title 1">
            <a:extLst>
              <a:ext uri="{FF2B5EF4-FFF2-40B4-BE49-F238E27FC236}">
                <a16:creationId xmlns:a16="http://schemas.microsoft.com/office/drawing/2014/main" id="{854A438C-BC9A-4A4F-ABD3-80A84279E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73844"/>
            <a:ext cx="10969943" cy="711081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0383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8ACDF83-3992-49FB-93C3-FD7BBB55C9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931" y="607234"/>
            <a:ext cx="6932127" cy="4386230"/>
          </a:xfrm>
          <a:custGeom>
            <a:avLst/>
            <a:gdLst>
              <a:gd name="connsiteX0" fmla="*/ 387523 w 6932127"/>
              <a:gd name="connsiteY0" fmla="*/ 0 h 4386230"/>
              <a:gd name="connsiteX1" fmla="*/ 6544604 w 6932127"/>
              <a:gd name="connsiteY1" fmla="*/ 0 h 4386230"/>
              <a:gd name="connsiteX2" fmla="*/ 6932127 w 6932127"/>
              <a:gd name="connsiteY2" fmla="*/ 387523 h 4386230"/>
              <a:gd name="connsiteX3" fmla="*/ 6932127 w 6932127"/>
              <a:gd name="connsiteY3" fmla="*/ 3998707 h 4386230"/>
              <a:gd name="connsiteX4" fmla="*/ 6544604 w 6932127"/>
              <a:gd name="connsiteY4" fmla="*/ 4386230 h 4386230"/>
              <a:gd name="connsiteX5" fmla="*/ 387523 w 6932127"/>
              <a:gd name="connsiteY5" fmla="*/ 4386230 h 4386230"/>
              <a:gd name="connsiteX6" fmla="*/ 0 w 6932127"/>
              <a:gd name="connsiteY6" fmla="*/ 3998707 h 4386230"/>
              <a:gd name="connsiteX7" fmla="*/ 0 w 6932127"/>
              <a:gd name="connsiteY7" fmla="*/ 387523 h 4386230"/>
              <a:gd name="connsiteX8" fmla="*/ 387523 w 6932127"/>
              <a:gd name="connsiteY8" fmla="*/ 0 h 4386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32127" h="4386230">
                <a:moveTo>
                  <a:pt x="387523" y="0"/>
                </a:moveTo>
                <a:lnTo>
                  <a:pt x="6544604" y="0"/>
                </a:lnTo>
                <a:cubicBezTo>
                  <a:pt x="6758627" y="0"/>
                  <a:pt x="6932127" y="173500"/>
                  <a:pt x="6932127" y="387523"/>
                </a:cubicBezTo>
                <a:lnTo>
                  <a:pt x="6932127" y="3998707"/>
                </a:lnTo>
                <a:cubicBezTo>
                  <a:pt x="6932127" y="4212730"/>
                  <a:pt x="6758627" y="4386230"/>
                  <a:pt x="6544604" y="4386230"/>
                </a:cubicBezTo>
                <a:lnTo>
                  <a:pt x="387523" y="4386230"/>
                </a:lnTo>
                <a:cubicBezTo>
                  <a:pt x="173500" y="4386230"/>
                  <a:pt x="0" y="4212730"/>
                  <a:pt x="0" y="3998707"/>
                </a:cubicBezTo>
                <a:lnTo>
                  <a:pt x="0" y="387523"/>
                </a:lnTo>
                <a:cubicBezTo>
                  <a:pt x="0" y="173500"/>
                  <a:pt x="173500" y="0"/>
                  <a:pt x="387523" y="0"/>
                </a:cubicBezTo>
                <a:close/>
              </a:path>
            </a:pathLst>
          </a:custGeom>
          <a:solidFill>
            <a:schemeClr val="accent3"/>
          </a:solidFill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090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364" name="Picture Placeholder 2">
            <a:extLst>
              <a:ext uri="{FF2B5EF4-FFF2-40B4-BE49-F238E27FC236}">
                <a16:creationId xmlns:a16="http://schemas.microsoft.com/office/drawing/2014/main" id="{251EF59E-16AF-4781-8288-EC19B9762C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0540" y="-11151"/>
            <a:ext cx="6784876" cy="5685522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  <a:solidFill>
            <a:schemeClr val="accent3"/>
          </a:solidFill>
          <a:effectLst>
            <a:outerShdw blurRad="635000" dist="825500" dir="21540000" algn="l" rotWithShape="0">
              <a:prstClr val="black">
                <a:alpha val="2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3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  <a:p>
            <a:endParaRPr lang="en-US" dirty="0"/>
          </a:p>
        </p:txBody>
      </p:sp>
      <p:sp>
        <p:nvSpPr>
          <p:cNvPr id="363" name="Picture Placeholder 13">
            <a:extLst>
              <a:ext uri="{FF2B5EF4-FFF2-40B4-BE49-F238E27FC236}">
                <a16:creationId xmlns:a16="http://schemas.microsoft.com/office/drawing/2014/main" id="{AF7BEAA2-6D2C-4224-A195-391044C69E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6125" y="2297680"/>
            <a:ext cx="1728788" cy="172878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5" name="Picture Placeholder 13">
            <a:extLst>
              <a:ext uri="{FF2B5EF4-FFF2-40B4-BE49-F238E27FC236}">
                <a16:creationId xmlns:a16="http://schemas.microsoft.com/office/drawing/2014/main" id="{23BFF80F-B426-466E-B0BF-CF7C190E492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2310" y="1412776"/>
            <a:ext cx="1681778" cy="168177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6" name="Picture Placeholder 13">
            <a:extLst>
              <a:ext uri="{FF2B5EF4-FFF2-40B4-BE49-F238E27FC236}">
                <a16:creationId xmlns:a16="http://schemas.microsoft.com/office/drawing/2014/main" id="{41BD29D0-2556-4715-91D8-E02770D6F8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22663" y="3342563"/>
            <a:ext cx="1302826" cy="130282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7" name="Picture Placeholder 13">
            <a:extLst>
              <a:ext uri="{FF2B5EF4-FFF2-40B4-BE49-F238E27FC236}">
                <a16:creationId xmlns:a16="http://schemas.microsoft.com/office/drawing/2014/main" id="{4B3928D8-3106-4129-84DA-31AD6A29256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03405" y="3537009"/>
            <a:ext cx="2012950" cy="201294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80" name="Title 1">
            <a:extLst>
              <a:ext uri="{FF2B5EF4-FFF2-40B4-BE49-F238E27FC236}">
                <a16:creationId xmlns:a16="http://schemas.microsoft.com/office/drawing/2014/main" id="{FEE9D826-2462-4D57-A5DD-57BFA6D5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</p:spPr>
        <p:txBody>
          <a:bodyPr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9249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Mocku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1" name="Freeform: Shape 380">
            <a:extLst>
              <a:ext uri="{FF2B5EF4-FFF2-40B4-BE49-F238E27FC236}">
                <a16:creationId xmlns:a16="http://schemas.microsoft.com/office/drawing/2014/main" id="{AE984D29-61FE-4C99-9687-A51CC7822CA6}"/>
              </a:ext>
            </a:extLst>
          </p:cNvPr>
          <p:cNvSpPr/>
          <p:nvPr userDrawn="1"/>
        </p:nvSpPr>
        <p:spPr>
          <a:xfrm>
            <a:off x="5662364" y="1569860"/>
            <a:ext cx="6526461" cy="5288141"/>
          </a:xfrm>
          <a:custGeom>
            <a:avLst/>
            <a:gdLst>
              <a:gd name="connsiteX0" fmla="*/ 393743 w 6526461"/>
              <a:gd name="connsiteY0" fmla="*/ 0 h 5288141"/>
              <a:gd name="connsiteX1" fmla="*/ 6526461 w 6526461"/>
              <a:gd name="connsiteY1" fmla="*/ 0 h 5288141"/>
              <a:gd name="connsiteX2" fmla="*/ 6526461 w 6526461"/>
              <a:gd name="connsiteY2" fmla="*/ 5288141 h 5288141"/>
              <a:gd name="connsiteX3" fmla="*/ 0 w 6526461"/>
              <a:gd name="connsiteY3" fmla="*/ 5288141 h 5288141"/>
              <a:gd name="connsiteX4" fmla="*/ 0 w 6526461"/>
              <a:gd name="connsiteY4" fmla="*/ 393743 h 5288141"/>
              <a:gd name="connsiteX5" fmla="*/ 393743 w 6526461"/>
              <a:gd name="connsiteY5" fmla="*/ 0 h 528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26461" h="5288141">
                <a:moveTo>
                  <a:pt x="393743" y="0"/>
                </a:moveTo>
                <a:lnTo>
                  <a:pt x="6526461" y="0"/>
                </a:lnTo>
                <a:lnTo>
                  <a:pt x="6526461" y="5288141"/>
                </a:lnTo>
                <a:lnTo>
                  <a:pt x="0" y="5288141"/>
                </a:lnTo>
                <a:lnTo>
                  <a:pt x="0" y="393743"/>
                </a:lnTo>
                <a:cubicBezTo>
                  <a:pt x="0" y="176285"/>
                  <a:pt x="176285" y="0"/>
                  <a:pt x="39374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2" name="Picture Placeholder 381">
            <a:extLst>
              <a:ext uri="{FF2B5EF4-FFF2-40B4-BE49-F238E27FC236}">
                <a16:creationId xmlns:a16="http://schemas.microsoft.com/office/drawing/2014/main" id="{8F59953D-8D34-4876-B098-4D1DAD1918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6549" y="2111829"/>
            <a:ext cx="5922276" cy="4746172"/>
          </a:xfrm>
          <a:custGeom>
            <a:avLst/>
            <a:gdLst>
              <a:gd name="connsiteX0" fmla="*/ 0 w 5922276"/>
              <a:gd name="connsiteY0" fmla="*/ 0 h 4746172"/>
              <a:gd name="connsiteX1" fmla="*/ 5922276 w 5922276"/>
              <a:gd name="connsiteY1" fmla="*/ 0 h 4746172"/>
              <a:gd name="connsiteX2" fmla="*/ 5922276 w 5922276"/>
              <a:gd name="connsiteY2" fmla="*/ 4746172 h 4746172"/>
              <a:gd name="connsiteX3" fmla="*/ 0 w 5922276"/>
              <a:gd name="connsiteY3" fmla="*/ 4746172 h 4746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22276" h="4746172">
                <a:moveTo>
                  <a:pt x="0" y="0"/>
                </a:moveTo>
                <a:lnTo>
                  <a:pt x="5922276" y="0"/>
                </a:lnTo>
                <a:lnTo>
                  <a:pt x="5922276" y="4746172"/>
                </a:lnTo>
                <a:lnTo>
                  <a:pt x="0" y="4746172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042361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4" name="Rectangle 5">
            <a:extLst>
              <a:ext uri="{FF2B5EF4-FFF2-40B4-BE49-F238E27FC236}">
                <a16:creationId xmlns:a16="http://schemas.microsoft.com/office/drawing/2014/main" id="{1D5D3984-7DC7-4194-AD39-51045112A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5" name="Rectangle 6">
            <a:extLst>
              <a:ext uri="{FF2B5EF4-FFF2-40B4-BE49-F238E27FC236}">
                <a16:creationId xmlns:a16="http://schemas.microsoft.com/office/drawing/2014/main" id="{C4A1AA13-BC36-4E79-B4E8-CBD99F7B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6" name="Rectangle 7">
            <a:extLst>
              <a:ext uri="{FF2B5EF4-FFF2-40B4-BE49-F238E27FC236}">
                <a16:creationId xmlns:a16="http://schemas.microsoft.com/office/drawing/2014/main" id="{064FA383-421A-4408-B960-0EEA4EA6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7" name="Rectangle 8">
            <a:extLst>
              <a:ext uri="{FF2B5EF4-FFF2-40B4-BE49-F238E27FC236}">
                <a16:creationId xmlns:a16="http://schemas.microsoft.com/office/drawing/2014/main" id="{A749CDFB-EE99-4334-8923-0D518C5B2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8" name="Rectangle 9">
            <a:extLst>
              <a:ext uri="{FF2B5EF4-FFF2-40B4-BE49-F238E27FC236}">
                <a16:creationId xmlns:a16="http://schemas.microsoft.com/office/drawing/2014/main" id="{6E9A5901-7AB9-4355-8A8C-EDEDF74E0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9" name="Rectangle 10">
            <a:extLst>
              <a:ext uri="{FF2B5EF4-FFF2-40B4-BE49-F238E27FC236}">
                <a16:creationId xmlns:a16="http://schemas.microsoft.com/office/drawing/2014/main" id="{719A89F7-F1DD-434B-B30D-4B32BEF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0" name="Rectangle 11">
            <a:extLst>
              <a:ext uri="{FF2B5EF4-FFF2-40B4-BE49-F238E27FC236}">
                <a16:creationId xmlns:a16="http://schemas.microsoft.com/office/drawing/2014/main" id="{E2F34566-8F29-46BF-862B-492CFB9F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1" name="Rectangle 12">
            <a:extLst>
              <a:ext uri="{FF2B5EF4-FFF2-40B4-BE49-F238E27FC236}">
                <a16:creationId xmlns:a16="http://schemas.microsoft.com/office/drawing/2014/main" id="{13B17D5B-B8E7-479A-9557-1DE1F3355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2" name="Rectangle 13">
            <a:extLst>
              <a:ext uri="{FF2B5EF4-FFF2-40B4-BE49-F238E27FC236}">
                <a16:creationId xmlns:a16="http://schemas.microsoft.com/office/drawing/2014/main" id="{648B9A6E-E46B-4E77-8AFC-175F26F71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3" name="Rectangle 14">
            <a:extLst>
              <a:ext uri="{FF2B5EF4-FFF2-40B4-BE49-F238E27FC236}">
                <a16:creationId xmlns:a16="http://schemas.microsoft.com/office/drawing/2014/main" id="{66ED677A-B450-444C-8C05-6164CEFBB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4" name="Rectangle 15">
            <a:extLst>
              <a:ext uri="{FF2B5EF4-FFF2-40B4-BE49-F238E27FC236}">
                <a16:creationId xmlns:a16="http://schemas.microsoft.com/office/drawing/2014/main" id="{6B37F876-20AD-4B0B-B794-D98057E31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5" name="Rectangle 16">
            <a:extLst>
              <a:ext uri="{FF2B5EF4-FFF2-40B4-BE49-F238E27FC236}">
                <a16:creationId xmlns:a16="http://schemas.microsoft.com/office/drawing/2014/main" id="{9EED317B-A291-4834-AF57-5CB5972CF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6" name="Rectangle 17">
            <a:extLst>
              <a:ext uri="{FF2B5EF4-FFF2-40B4-BE49-F238E27FC236}">
                <a16:creationId xmlns:a16="http://schemas.microsoft.com/office/drawing/2014/main" id="{6F10DAB5-CF53-4900-8A89-3398C2031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7" name="Rectangle 18">
            <a:extLst>
              <a:ext uri="{FF2B5EF4-FFF2-40B4-BE49-F238E27FC236}">
                <a16:creationId xmlns:a16="http://schemas.microsoft.com/office/drawing/2014/main" id="{F5888EEF-E323-44C5-9096-B1D8A26B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8" name="Rectangle 19">
            <a:extLst>
              <a:ext uri="{FF2B5EF4-FFF2-40B4-BE49-F238E27FC236}">
                <a16:creationId xmlns:a16="http://schemas.microsoft.com/office/drawing/2014/main" id="{9825D3DA-CFCD-4B62-AA3E-6B6A3F6A4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9" name="Rectangle 20">
            <a:extLst>
              <a:ext uri="{FF2B5EF4-FFF2-40B4-BE49-F238E27FC236}">
                <a16:creationId xmlns:a16="http://schemas.microsoft.com/office/drawing/2014/main" id="{485F1DFD-B6E0-4E81-9E5D-A16F629BF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0" name="Rectangle 21">
            <a:extLst>
              <a:ext uri="{FF2B5EF4-FFF2-40B4-BE49-F238E27FC236}">
                <a16:creationId xmlns:a16="http://schemas.microsoft.com/office/drawing/2014/main" id="{22C892AF-FE66-492B-8360-9F3902E2D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1" name="Rectangle 22">
            <a:extLst>
              <a:ext uri="{FF2B5EF4-FFF2-40B4-BE49-F238E27FC236}">
                <a16:creationId xmlns:a16="http://schemas.microsoft.com/office/drawing/2014/main" id="{BF8787BC-8DED-4E08-BA9C-0F363C018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2" name="Rectangle 23">
            <a:extLst>
              <a:ext uri="{FF2B5EF4-FFF2-40B4-BE49-F238E27FC236}">
                <a16:creationId xmlns:a16="http://schemas.microsoft.com/office/drawing/2014/main" id="{ECC6E2E7-5D4C-494A-9957-C74873D73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3" name="Rectangle 24">
            <a:extLst>
              <a:ext uri="{FF2B5EF4-FFF2-40B4-BE49-F238E27FC236}">
                <a16:creationId xmlns:a16="http://schemas.microsoft.com/office/drawing/2014/main" id="{619B2CB8-4BD4-49C4-99C7-1EDC4DE98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4" name="Rectangle 25">
            <a:extLst>
              <a:ext uri="{FF2B5EF4-FFF2-40B4-BE49-F238E27FC236}">
                <a16:creationId xmlns:a16="http://schemas.microsoft.com/office/drawing/2014/main" id="{2BD052E5-B9B7-4DDC-921A-0BA5DC53A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5" name="Rectangle 26">
            <a:extLst>
              <a:ext uri="{FF2B5EF4-FFF2-40B4-BE49-F238E27FC236}">
                <a16:creationId xmlns:a16="http://schemas.microsoft.com/office/drawing/2014/main" id="{854CCDB5-6DB3-4877-AAD4-2D60BD904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6" name="Rectangle 27">
            <a:extLst>
              <a:ext uri="{FF2B5EF4-FFF2-40B4-BE49-F238E27FC236}">
                <a16:creationId xmlns:a16="http://schemas.microsoft.com/office/drawing/2014/main" id="{E3701413-7CE4-4A3C-88EA-C6C0B42E4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7" name="Rectangle 28">
            <a:extLst>
              <a:ext uri="{FF2B5EF4-FFF2-40B4-BE49-F238E27FC236}">
                <a16:creationId xmlns:a16="http://schemas.microsoft.com/office/drawing/2014/main" id="{BA36D018-6320-417B-8F9E-55683DDC9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8" name="Rectangle 29">
            <a:extLst>
              <a:ext uri="{FF2B5EF4-FFF2-40B4-BE49-F238E27FC236}">
                <a16:creationId xmlns:a16="http://schemas.microsoft.com/office/drawing/2014/main" id="{2B1F5663-A83E-4D95-BDF4-EBB44F3CC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9" name="Rectangle 30">
            <a:extLst>
              <a:ext uri="{FF2B5EF4-FFF2-40B4-BE49-F238E27FC236}">
                <a16:creationId xmlns:a16="http://schemas.microsoft.com/office/drawing/2014/main" id="{462D901F-2505-492E-B20E-7B4077FF6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0" name="Rectangle 32">
            <a:extLst>
              <a:ext uri="{FF2B5EF4-FFF2-40B4-BE49-F238E27FC236}">
                <a16:creationId xmlns:a16="http://schemas.microsoft.com/office/drawing/2014/main" id="{FDEA931C-C5A4-4A39-893A-F9D600DAA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4963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1" name="Rectangle 33">
            <a:extLst>
              <a:ext uri="{FF2B5EF4-FFF2-40B4-BE49-F238E27FC236}">
                <a16:creationId xmlns:a16="http://schemas.microsoft.com/office/drawing/2014/main" id="{53FAB04F-C814-4903-887C-6B8749BF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2" name="Rectangle 34">
            <a:extLst>
              <a:ext uri="{FF2B5EF4-FFF2-40B4-BE49-F238E27FC236}">
                <a16:creationId xmlns:a16="http://schemas.microsoft.com/office/drawing/2014/main" id="{E80BB6CA-5007-43DC-9106-9AC1FD8F5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3" name="Rectangle 35">
            <a:extLst>
              <a:ext uri="{FF2B5EF4-FFF2-40B4-BE49-F238E27FC236}">
                <a16:creationId xmlns:a16="http://schemas.microsoft.com/office/drawing/2014/main" id="{3E18C2F1-101D-4393-9918-DE77B3379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4" name="Rectangle 36">
            <a:extLst>
              <a:ext uri="{FF2B5EF4-FFF2-40B4-BE49-F238E27FC236}">
                <a16:creationId xmlns:a16="http://schemas.microsoft.com/office/drawing/2014/main" id="{2EA02F2D-5F5D-4284-953F-D92F8BA89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5" name="Rectangle 37">
            <a:extLst>
              <a:ext uri="{FF2B5EF4-FFF2-40B4-BE49-F238E27FC236}">
                <a16:creationId xmlns:a16="http://schemas.microsoft.com/office/drawing/2014/main" id="{B5280DAC-9E73-48E4-A0C0-043ACF981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6" name="Rectangle 38">
            <a:extLst>
              <a:ext uri="{FF2B5EF4-FFF2-40B4-BE49-F238E27FC236}">
                <a16:creationId xmlns:a16="http://schemas.microsoft.com/office/drawing/2014/main" id="{60B1EDB9-9DC9-475A-BEBF-49644F4E1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7" name="Rectangle 39">
            <a:extLst>
              <a:ext uri="{FF2B5EF4-FFF2-40B4-BE49-F238E27FC236}">
                <a16:creationId xmlns:a16="http://schemas.microsoft.com/office/drawing/2014/main" id="{820A7A5C-FCE4-4A98-ABAF-F0127EC7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8" name="Rectangle 40">
            <a:extLst>
              <a:ext uri="{FF2B5EF4-FFF2-40B4-BE49-F238E27FC236}">
                <a16:creationId xmlns:a16="http://schemas.microsoft.com/office/drawing/2014/main" id="{7A431B81-7C7C-42A1-8E97-0E59A743E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9" name="Rectangle 41">
            <a:extLst>
              <a:ext uri="{FF2B5EF4-FFF2-40B4-BE49-F238E27FC236}">
                <a16:creationId xmlns:a16="http://schemas.microsoft.com/office/drawing/2014/main" id="{F7C18536-4714-447C-B2CD-5CCE34FE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0" name="Rectangle 42">
            <a:extLst>
              <a:ext uri="{FF2B5EF4-FFF2-40B4-BE49-F238E27FC236}">
                <a16:creationId xmlns:a16="http://schemas.microsoft.com/office/drawing/2014/main" id="{A5220EB9-CFCA-4E11-B625-CBA6910ED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1" name="Rectangle 43">
            <a:extLst>
              <a:ext uri="{FF2B5EF4-FFF2-40B4-BE49-F238E27FC236}">
                <a16:creationId xmlns:a16="http://schemas.microsoft.com/office/drawing/2014/main" id="{C9AB4232-42B9-4172-8F6B-0CCF9E84F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2" name="Rectangle 44">
            <a:extLst>
              <a:ext uri="{FF2B5EF4-FFF2-40B4-BE49-F238E27FC236}">
                <a16:creationId xmlns:a16="http://schemas.microsoft.com/office/drawing/2014/main" id="{77D0A2B3-F2AF-45C0-BC1A-629B0AF4C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3" name="Rectangle 45">
            <a:extLst>
              <a:ext uri="{FF2B5EF4-FFF2-40B4-BE49-F238E27FC236}">
                <a16:creationId xmlns:a16="http://schemas.microsoft.com/office/drawing/2014/main" id="{C2A2BCF5-ACB6-4194-9DE7-BE45865F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4" name="Rectangle 46">
            <a:extLst>
              <a:ext uri="{FF2B5EF4-FFF2-40B4-BE49-F238E27FC236}">
                <a16:creationId xmlns:a16="http://schemas.microsoft.com/office/drawing/2014/main" id="{E5AE97FB-206B-4E16-BB3C-161246A67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5" name="Rectangle 47">
            <a:extLst>
              <a:ext uri="{FF2B5EF4-FFF2-40B4-BE49-F238E27FC236}">
                <a16:creationId xmlns:a16="http://schemas.microsoft.com/office/drawing/2014/main" id="{E2148554-6A62-41A8-B70A-3265589BB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6" name="Rectangle 48">
            <a:extLst>
              <a:ext uri="{FF2B5EF4-FFF2-40B4-BE49-F238E27FC236}">
                <a16:creationId xmlns:a16="http://schemas.microsoft.com/office/drawing/2014/main" id="{1F2DBB84-56F7-4574-B1C3-59A49824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7" name="Rectangle 49">
            <a:extLst>
              <a:ext uri="{FF2B5EF4-FFF2-40B4-BE49-F238E27FC236}">
                <a16:creationId xmlns:a16="http://schemas.microsoft.com/office/drawing/2014/main" id="{3803743A-8621-4AD5-9BEE-D1FBC8D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8" name="Rectangle 50">
            <a:extLst>
              <a:ext uri="{FF2B5EF4-FFF2-40B4-BE49-F238E27FC236}">
                <a16:creationId xmlns:a16="http://schemas.microsoft.com/office/drawing/2014/main" id="{2940D20D-CE5D-4F7F-87D5-4081213E1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9" name="Rectangle 51">
            <a:extLst>
              <a:ext uri="{FF2B5EF4-FFF2-40B4-BE49-F238E27FC236}">
                <a16:creationId xmlns:a16="http://schemas.microsoft.com/office/drawing/2014/main" id="{F24365F1-8EF6-4443-AB20-203041B14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0" name="Rectangle 52">
            <a:extLst>
              <a:ext uri="{FF2B5EF4-FFF2-40B4-BE49-F238E27FC236}">
                <a16:creationId xmlns:a16="http://schemas.microsoft.com/office/drawing/2014/main" id="{43BD6223-42F5-4EA4-BED3-40CDDED810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1" name="Rectangle 53">
            <a:extLst>
              <a:ext uri="{FF2B5EF4-FFF2-40B4-BE49-F238E27FC236}">
                <a16:creationId xmlns:a16="http://schemas.microsoft.com/office/drawing/2014/main" id="{C44C46DF-3231-4732-836F-60E5D9F3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2" name="Rectangle 54">
            <a:extLst>
              <a:ext uri="{FF2B5EF4-FFF2-40B4-BE49-F238E27FC236}">
                <a16:creationId xmlns:a16="http://schemas.microsoft.com/office/drawing/2014/main" id="{19478349-0B6B-45A3-A8D0-F9FFADAB4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3" name="Rectangle 55">
            <a:extLst>
              <a:ext uri="{FF2B5EF4-FFF2-40B4-BE49-F238E27FC236}">
                <a16:creationId xmlns:a16="http://schemas.microsoft.com/office/drawing/2014/main" id="{AECC5927-A5DD-4BD3-91EB-7B58FC036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4" name="Rectangle 56">
            <a:extLst>
              <a:ext uri="{FF2B5EF4-FFF2-40B4-BE49-F238E27FC236}">
                <a16:creationId xmlns:a16="http://schemas.microsoft.com/office/drawing/2014/main" id="{2592B56B-0EE5-44E3-8D4E-C3315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5" name="Rectangle 57">
            <a:extLst>
              <a:ext uri="{FF2B5EF4-FFF2-40B4-BE49-F238E27FC236}">
                <a16:creationId xmlns:a16="http://schemas.microsoft.com/office/drawing/2014/main" id="{E5B2E8AF-A971-4061-B059-E39A6A858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6" name="Rectangle 59">
            <a:extLst>
              <a:ext uri="{FF2B5EF4-FFF2-40B4-BE49-F238E27FC236}">
                <a16:creationId xmlns:a16="http://schemas.microsoft.com/office/drawing/2014/main" id="{63258960-6D1D-4D67-AFE7-6C7417FA7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42187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7" name="Rectangle 60">
            <a:extLst>
              <a:ext uri="{FF2B5EF4-FFF2-40B4-BE49-F238E27FC236}">
                <a16:creationId xmlns:a16="http://schemas.microsoft.com/office/drawing/2014/main" id="{CF3B53C2-CA07-4D06-8438-0D7F9828A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8" name="Rectangle 61">
            <a:extLst>
              <a:ext uri="{FF2B5EF4-FFF2-40B4-BE49-F238E27FC236}">
                <a16:creationId xmlns:a16="http://schemas.microsoft.com/office/drawing/2014/main" id="{D0868746-D1A0-47AC-9F34-0192B3B37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9" name="Rectangle 62">
            <a:extLst>
              <a:ext uri="{FF2B5EF4-FFF2-40B4-BE49-F238E27FC236}">
                <a16:creationId xmlns:a16="http://schemas.microsoft.com/office/drawing/2014/main" id="{009DD5A6-ADDF-48C9-BC16-9426AEC40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0" name="Rectangle 63">
            <a:extLst>
              <a:ext uri="{FF2B5EF4-FFF2-40B4-BE49-F238E27FC236}">
                <a16:creationId xmlns:a16="http://schemas.microsoft.com/office/drawing/2014/main" id="{2285F7C8-078E-440F-95B4-A367E03B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1" name="Rectangle 64">
            <a:extLst>
              <a:ext uri="{FF2B5EF4-FFF2-40B4-BE49-F238E27FC236}">
                <a16:creationId xmlns:a16="http://schemas.microsoft.com/office/drawing/2014/main" id="{26CCF678-B825-4A9D-AF59-68723A333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2" name="Rectangle 65">
            <a:extLst>
              <a:ext uri="{FF2B5EF4-FFF2-40B4-BE49-F238E27FC236}">
                <a16:creationId xmlns:a16="http://schemas.microsoft.com/office/drawing/2014/main" id="{ECE3A29D-36C2-447D-BAC8-F721C873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3" name="Rectangle 66">
            <a:extLst>
              <a:ext uri="{FF2B5EF4-FFF2-40B4-BE49-F238E27FC236}">
                <a16:creationId xmlns:a16="http://schemas.microsoft.com/office/drawing/2014/main" id="{3EAFBB34-6EA0-4152-8AD7-5299E7456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4" name="Rectangle 67">
            <a:extLst>
              <a:ext uri="{FF2B5EF4-FFF2-40B4-BE49-F238E27FC236}">
                <a16:creationId xmlns:a16="http://schemas.microsoft.com/office/drawing/2014/main" id="{2F86D70C-2640-4E78-9AC8-499F31B082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5" name="Rectangle 68">
            <a:extLst>
              <a:ext uri="{FF2B5EF4-FFF2-40B4-BE49-F238E27FC236}">
                <a16:creationId xmlns:a16="http://schemas.microsoft.com/office/drawing/2014/main" id="{A275C0EA-73CC-4699-B3C9-4A3708797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6" name="Rectangle 69">
            <a:extLst>
              <a:ext uri="{FF2B5EF4-FFF2-40B4-BE49-F238E27FC236}">
                <a16:creationId xmlns:a16="http://schemas.microsoft.com/office/drawing/2014/main" id="{F86BBF02-3C76-4314-A0E0-F7356FA34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7" name="Rectangle 70">
            <a:extLst>
              <a:ext uri="{FF2B5EF4-FFF2-40B4-BE49-F238E27FC236}">
                <a16:creationId xmlns:a16="http://schemas.microsoft.com/office/drawing/2014/main" id="{F2323DB0-CBBB-4827-9FCF-88B352492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8" name="Rectangle 71">
            <a:extLst>
              <a:ext uri="{FF2B5EF4-FFF2-40B4-BE49-F238E27FC236}">
                <a16:creationId xmlns:a16="http://schemas.microsoft.com/office/drawing/2014/main" id="{6C55D080-856F-44CE-A0EC-C7625E2A2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9" name="Rectangle 72">
            <a:extLst>
              <a:ext uri="{FF2B5EF4-FFF2-40B4-BE49-F238E27FC236}">
                <a16:creationId xmlns:a16="http://schemas.microsoft.com/office/drawing/2014/main" id="{8BF6FDB3-DFE2-48BE-8E96-9C26D4FD9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0" name="Rectangle 73">
            <a:extLst>
              <a:ext uri="{FF2B5EF4-FFF2-40B4-BE49-F238E27FC236}">
                <a16:creationId xmlns:a16="http://schemas.microsoft.com/office/drawing/2014/main" id="{D430B815-9711-421A-B4EE-DC1E51BD0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1" name="Rectangle 74">
            <a:extLst>
              <a:ext uri="{FF2B5EF4-FFF2-40B4-BE49-F238E27FC236}">
                <a16:creationId xmlns:a16="http://schemas.microsoft.com/office/drawing/2014/main" id="{B8A5CB15-B1A9-4CE5-AD04-579255B67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2" name="Rectangle 75">
            <a:extLst>
              <a:ext uri="{FF2B5EF4-FFF2-40B4-BE49-F238E27FC236}">
                <a16:creationId xmlns:a16="http://schemas.microsoft.com/office/drawing/2014/main" id="{6F6AC38A-D3A1-44B2-8398-DA1775028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3" name="Rectangle 76">
            <a:extLst>
              <a:ext uri="{FF2B5EF4-FFF2-40B4-BE49-F238E27FC236}">
                <a16:creationId xmlns:a16="http://schemas.microsoft.com/office/drawing/2014/main" id="{6A4C12CD-07BF-46EB-AC44-6B119866C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4" name="Rectangle 77">
            <a:extLst>
              <a:ext uri="{FF2B5EF4-FFF2-40B4-BE49-F238E27FC236}">
                <a16:creationId xmlns:a16="http://schemas.microsoft.com/office/drawing/2014/main" id="{5C4A1230-B968-451A-B024-8739FD0C1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5" name="Rectangle 78">
            <a:extLst>
              <a:ext uri="{FF2B5EF4-FFF2-40B4-BE49-F238E27FC236}">
                <a16:creationId xmlns:a16="http://schemas.microsoft.com/office/drawing/2014/main" id="{D75AC3CE-9734-481C-9D3F-2AF13116E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6" name="Rectangle 79">
            <a:extLst>
              <a:ext uri="{FF2B5EF4-FFF2-40B4-BE49-F238E27FC236}">
                <a16:creationId xmlns:a16="http://schemas.microsoft.com/office/drawing/2014/main" id="{69A12AE9-4D1E-4F86-ABCC-DC9AA3068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7" name="Rectangle 80">
            <a:extLst>
              <a:ext uri="{FF2B5EF4-FFF2-40B4-BE49-F238E27FC236}">
                <a16:creationId xmlns:a16="http://schemas.microsoft.com/office/drawing/2014/main" id="{30C6E2D2-A01B-4BF9-9EAF-4F62A9AF7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8" name="Rectangle 81">
            <a:extLst>
              <a:ext uri="{FF2B5EF4-FFF2-40B4-BE49-F238E27FC236}">
                <a16:creationId xmlns:a16="http://schemas.microsoft.com/office/drawing/2014/main" id="{C9F10DE1-A75B-4DA6-AACE-23581D8E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9" name="Rectangle 82">
            <a:extLst>
              <a:ext uri="{FF2B5EF4-FFF2-40B4-BE49-F238E27FC236}">
                <a16:creationId xmlns:a16="http://schemas.microsoft.com/office/drawing/2014/main" id="{0A775802-DD96-46A9-9F60-3C0D0736E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0" name="Rectangle 83">
            <a:extLst>
              <a:ext uri="{FF2B5EF4-FFF2-40B4-BE49-F238E27FC236}">
                <a16:creationId xmlns:a16="http://schemas.microsoft.com/office/drawing/2014/main" id="{D665EA6F-14AA-4648-AB60-F7117F986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1" name="Rectangle 84">
            <a:extLst>
              <a:ext uri="{FF2B5EF4-FFF2-40B4-BE49-F238E27FC236}">
                <a16:creationId xmlns:a16="http://schemas.microsoft.com/office/drawing/2014/main" id="{ACB843B8-638E-4047-9D91-8223083C0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2" name="Rectangle 86">
            <a:extLst>
              <a:ext uri="{FF2B5EF4-FFF2-40B4-BE49-F238E27FC236}">
                <a16:creationId xmlns:a16="http://schemas.microsoft.com/office/drawing/2014/main" id="{B7163B2C-02BA-42E9-BFC1-6A12FD59E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3" name="Rectangle 87">
            <a:extLst>
              <a:ext uri="{FF2B5EF4-FFF2-40B4-BE49-F238E27FC236}">
                <a16:creationId xmlns:a16="http://schemas.microsoft.com/office/drawing/2014/main" id="{0B2288ED-33E4-4DE9-A750-24B68416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4" name="Rectangle 88">
            <a:extLst>
              <a:ext uri="{FF2B5EF4-FFF2-40B4-BE49-F238E27FC236}">
                <a16:creationId xmlns:a16="http://schemas.microsoft.com/office/drawing/2014/main" id="{69096790-3EDA-447C-B893-B58EB2311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5" name="Rectangle 89">
            <a:extLst>
              <a:ext uri="{FF2B5EF4-FFF2-40B4-BE49-F238E27FC236}">
                <a16:creationId xmlns:a16="http://schemas.microsoft.com/office/drawing/2014/main" id="{CE854A02-0132-4C04-ADC5-9E062CF2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505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6" name="Rectangle 90">
            <a:extLst>
              <a:ext uri="{FF2B5EF4-FFF2-40B4-BE49-F238E27FC236}">
                <a16:creationId xmlns:a16="http://schemas.microsoft.com/office/drawing/2014/main" id="{E95D99AF-99D5-475B-AE63-90F7E8CC6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7" name="Rectangle 91">
            <a:extLst>
              <a:ext uri="{FF2B5EF4-FFF2-40B4-BE49-F238E27FC236}">
                <a16:creationId xmlns:a16="http://schemas.microsoft.com/office/drawing/2014/main" id="{A34BE509-D4BA-40A3-A4CD-3DF07B9E1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8" name="Rectangle 92">
            <a:extLst>
              <a:ext uri="{FF2B5EF4-FFF2-40B4-BE49-F238E27FC236}">
                <a16:creationId xmlns:a16="http://schemas.microsoft.com/office/drawing/2014/main" id="{A37FB970-0E25-4676-BC34-1A82728AF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9" name="Rectangle 105">
            <a:extLst>
              <a:ext uri="{FF2B5EF4-FFF2-40B4-BE49-F238E27FC236}">
                <a16:creationId xmlns:a16="http://schemas.microsoft.com/office/drawing/2014/main" id="{970F9FCF-AA68-4E8F-8EA5-AAC4C5810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0" name="Rectangle 106">
            <a:extLst>
              <a:ext uri="{FF2B5EF4-FFF2-40B4-BE49-F238E27FC236}">
                <a16:creationId xmlns:a16="http://schemas.microsoft.com/office/drawing/2014/main" id="{9D296959-779A-4776-ABF7-2FF2A73C8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1" name="Rectangle 107">
            <a:extLst>
              <a:ext uri="{FF2B5EF4-FFF2-40B4-BE49-F238E27FC236}">
                <a16:creationId xmlns:a16="http://schemas.microsoft.com/office/drawing/2014/main" id="{59855A4C-2548-423F-B57F-42922BC9B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2" name="Rectangle 108">
            <a:extLst>
              <a:ext uri="{FF2B5EF4-FFF2-40B4-BE49-F238E27FC236}">
                <a16:creationId xmlns:a16="http://schemas.microsoft.com/office/drawing/2014/main" id="{54509127-BDD5-48E1-BE65-947CAC6B0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3" name="Rectangle 109">
            <a:extLst>
              <a:ext uri="{FF2B5EF4-FFF2-40B4-BE49-F238E27FC236}">
                <a16:creationId xmlns:a16="http://schemas.microsoft.com/office/drawing/2014/main" id="{58C13B87-F971-4720-889B-EE6DE93E6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4" name="Rectangle 110">
            <a:extLst>
              <a:ext uri="{FF2B5EF4-FFF2-40B4-BE49-F238E27FC236}">
                <a16:creationId xmlns:a16="http://schemas.microsoft.com/office/drawing/2014/main" id="{681AD0E1-0BA7-4208-8DF7-EAB9E75AE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5" name="Rectangle 111">
            <a:extLst>
              <a:ext uri="{FF2B5EF4-FFF2-40B4-BE49-F238E27FC236}">
                <a16:creationId xmlns:a16="http://schemas.microsoft.com/office/drawing/2014/main" id="{FCBB3D30-B78E-44FC-8174-C95F9A164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6" name="Rectangle 113">
            <a:extLst>
              <a:ext uri="{FF2B5EF4-FFF2-40B4-BE49-F238E27FC236}">
                <a16:creationId xmlns:a16="http://schemas.microsoft.com/office/drawing/2014/main" id="{699FABD8-D290-42AB-87FC-C9A58ADC7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7" name="Rectangle 114">
            <a:extLst>
              <a:ext uri="{FF2B5EF4-FFF2-40B4-BE49-F238E27FC236}">
                <a16:creationId xmlns:a16="http://schemas.microsoft.com/office/drawing/2014/main" id="{0B4D148D-F129-4DB7-88C2-471CB37E2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8" name="Rectangle 115">
            <a:extLst>
              <a:ext uri="{FF2B5EF4-FFF2-40B4-BE49-F238E27FC236}">
                <a16:creationId xmlns:a16="http://schemas.microsoft.com/office/drawing/2014/main" id="{6DF2FDEE-C085-4999-B8E9-1B5D1D8FD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897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9" name="Rectangle 116">
            <a:extLst>
              <a:ext uri="{FF2B5EF4-FFF2-40B4-BE49-F238E27FC236}">
                <a16:creationId xmlns:a16="http://schemas.microsoft.com/office/drawing/2014/main" id="{2F001154-22EC-4762-9895-75CD714E3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0" name="Rectangle 117">
            <a:extLst>
              <a:ext uri="{FF2B5EF4-FFF2-40B4-BE49-F238E27FC236}">
                <a16:creationId xmlns:a16="http://schemas.microsoft.com/office/drawing/2014/main" id="{8CB1148A-8A8E-4217-B7AD-E1D5D2B0D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8971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1" name="Rectangle 118">
            <a:extLst>
              <a:ext uri="{FF2B5EF4-FFF2-40B4-BE49-F238E27FC236}">
                <a16:creationId xmlns:a16="http://schemas.microsoft.com/office/drawing/2014/main" id="{20FE1950-CE5A-4D2F-96A0-94186638C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2" name="Rectangle 119">
            <a:extLst>
              <a:ext uri="{FF2B5EF4-FFF2-40B4-BE49-F238E27FC236}">
                <a16:creationId xmlns:a16="http://schemas.microsoft.com/office/drawing/2014/main" id="{83A14354-B3F5-4073-AA5C-F099A82F6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3" name="Rectangle 132">
            <a:extLst>
              <a:ext uri="{FF2B5EF4-FFF2-40B4-BE49-F238E27FC236}">
                <a16:creationId xmlns:a16="http://schemas.microsoft.com/office/drawing/2014/main" id="{76AA0892-AC62-4F6F-833D-458C99E0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4" name="Rectangle 133">
            <a:extLst>
              <a:ext uri="{FF2B5EF4-FFF2-40B4-BE49-F238E27FC236}">
                <a16:creationId xmlns:a16="http://schemas.microsoft.com/office/drawing/2014/main" id="{A9C2DB91-40AA-4597-9B38-C5864CB8F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5" name="Rectangle 134">
            <a:extLst>
              <a:ext uri="{FF2B5EF4-FFF2-40B4-BE49-F238E27FC236}">
                <a16:creationId xmlns:a16="http://schemas.microsoft.com/office/drawing/2014/main" id="{4C7BF4BD-0F20-4B33-94A1-72CA3EDF2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6" name="Rectangle 135">
            <a:extLst>
              <a:ext uri="{FF2B5EF4-FFF2-40B4-BE49-F238E27FC236}">
                <a16:creationId xmlns:a16="http://schemas.microsoft.com/office/drawing/2014/main" id="{06A886E0-5EF6-4EF7-A054-B2E0B10B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7" name="Rectangle 136">
            <a:extLst>
              <a:ext uri="{FF2B5EF4-FFF2-40B4-BE49-F238E27FC236}">
                <a16:creationId xmlns:a16="http://schemas.microsoft.com/office/drawing/2014/main" id="{15585719-9169-4D98-80F3-2CB8A58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8" name="Rectangle 137">
            <a:extLst>
              <a:ext uri="{FF2B5EF4-FFF2-40B4-BE49-F238E27FC236}">
                <a16:creationId xmlns:a16="http://schemas.microsoft.com/office/drawing/2014/main" id="{1528ECA1-B6B5-4F12-B518-F98298404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9" name="Rectangle 138">
            <a:extLst>
              <a:ext uri="{FF2B5EF4-FFF2-40B4-BE49-F238E27FC236}">
                <a16:creationId xmlns:a16="http://schemas.microsoft.com/office/drawing/2014/main" id="{A5E04FCD-9144-4125-B905-01BA90E87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0" name="Rectangle 140">
            <a:extLst>
              <a:ext uri="{FF2B5EF4-FFF2-40B4-BE49-F238E27FC236}">
                <a16:creationId xmlns:a16="http://schemas.microsoft.com/office/drawing/2014/main" id="{A3A97D31-5EE8-448D-8A5F-2BFCFB9E7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661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1" name="Rectangle 141">
            <a:extLst>
              <a:ext uri="{FF2B5EF4-FFF2-40B4-BE49-F238E27FC236}">
                <a16:creationId xmlns:a16="http://schemas.microsoft.com/office/drawing/2014/main" id="{D5A6A0D9-0DCB-4C02-B821-ECBB42E71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661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2" name="Rectangle 142">
            <a:extLst>
              <a:ext uri="{FF2B5EF4-FFF2-40B4-BE49-F238E27FC236}">
                <a16:creationId xmlns:a16="http://schemas.microsoft.com/office/drawing/2014/main" id="{E4CFE5B5-7797-4C7B-B3D9-787A3D923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3" name="Rectangle 143">
            <a:extLst>
              <a:ext uri="{FF2B5EF4-FFF2-40B4-BE49-F238E27FC236}">
                <a16:creationId xmlns:a16="http://schemas.microsoft.com/office/drawing/2014/main" id="{16868543-F08E-4EF2-A138-A5D60AD4C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4" name="Rectangle 144">
            <a:extLst>
              <a:ext uri="{FF2B5EF4-FFF2-40B4-BE49-F238E27FC236}">
                <a16:creationId xmlns:a16="http://schemas.microsoft.com/office/drawing/2014/main" id="{7AA615AC-F660-426D-A925-78A832B1F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5" name="Rectangle 145">
            <a:extLst>
              <a:ext uri="{FF2B5EF4-FFF2-40B4-BE49-F238E27FC236}">
                <a16:creationId xmlns:a16="http://schemas.microsoft.com/office/drawing/2014/main" id="{DA02DEE7-518D-4550-A98E-419A429F2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6" name="Rectangle 146">
            <a:extLst>
              <a:ext uri="{FF2B5EF4-FFF2-40B4-BE49-F238E27FC236}">
                <a16:creationId xmlns:a16="http://schemas.microsoft.com/office/drawing/2014/main" id="{CF13D66E-ABF4-4967-B8B3-F517D9B3C4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7" name="Rectangle 159">
            <a:extLst>
              <a:ext uri="{FF2B5EF4-FFF2-40B4-BE49-F238E27FC236}">
                <a16:creationId xmlns:a16="http://schemas.microsoft.com/office/drawing/2014/main" id="{7B7E4AC4-5592-4DE6-AD9F-62E8E5E7C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8" name="Rectangle 160">
            <a:extLst>
              <a:ext uri="{FF2B5EF4-FFF2-40B4-BE49-F238E27FC236}">
                <a16:creationId xmlns:a16="http://schemas.microsoft.com/office/drawing/2014/main" id="{64C2F106-22BF-42DB-B523-838D791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9" name="Rectangle 161">
            <a:extLst>
              <a:ext uri="{FF2B5EF4-FFF2-40B4-BE49-F238E27FC236}">
                <a16:creationId xmlns:a16="http://schemas.microsoft.com/office/drawing/2014/main" id="{476760DC-3414-46D3-8ED3-E57574242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0" name="Rectangle 162">
            <a:extLst>
              <a:ext uri="{FF2B5EF4-FFF2-40B4-BE49-F238E27FC236}">
                <a16:creationId xmlns:a16="http://schemas.microsoft.com/office/drawing/2014/main" id="{35BC5B5E-6559-46F0-8351-DB26B2068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1" name="Rectangle 163">
            <a:extLst>
              <a:ext uri="{FF2B5EF4-FFF2-40B4-BE49-F238E27FC236}">
                <a16:creationId xmlns:a16="http://schemas.microsoft.com/office/drawing/2014/main" id="{524E5712-0FF8-47E1-B2AE-812F34F65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2" name="Rectangle 164">
            <a:extLst>
              <a:ext uri="{FF2B5EF4-FFF2-40B4-BE49-F238E27FC236}">
                <a16:creationId xmlns:a16="http://schemas.microsoft.com/office/drawing/2014/main" id="{617C8CE6-515E-494D-A867-E140F467B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3" name="Rectangle 165">
            <a:extLst>
              <a:ext uri="{FF2B5EF4-FFF2-40B4-BE49-F238E27FC236}">
                <a16:creationId xmlns:a16="http://schemas.microsoft.com/office/drawing/2014/main" id="{D8599EDD-A959-45FB-8FD2-64277464E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4" name="Rectangle 167">
            <a:extLst>
              <a:ext uri="{FF2B5EF4-FFF2-40B4-BE49-F238E27FC236}">
                <a16:creationId xmlns:a16="http://schemas.microsoft.com/office/drawing/2014/main" id="{0603D8C1-859C-43D4-B068-9EB9FBCE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5" name="Rectangle 168">
            <a:extLst>
              <a:ext uri="{FF2B5EF4-FFF2-40B4-BE49-F238E27FC236}">
                <a16:creationId xmlns:a16="http://schemas.microsoft.com/office/drawing/2014/main" id="{B93977AF-46E4-45C2-8A01-209FA245E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6" name="Rectangle 169">
            <a:extLst>
              <a:ext uri="{FF2B5EF4-FFF2-40B4-BE49-F238E27FC236}">
                <a16:creationId xmlns:a16="http://schemas.microsoft.com/office/drawing/2014/main" id="{50A4256E-5C7A-4A2F-AB2B-C8EFA8529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7" name="Rectangle 170">
            <a:extLst>
              <a:ext uri="{FF2B5EF4-FFF2-40B4-BE49-F238E27FC236}">
                <a16:creationId xmlns:a16="http://schemas.microsoft.com/office/drawing/2014/main" id="{59DD1AC1-2925-4164-9326-E23F394AF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8" name="Rectangle 171">
            <a:extLst>
              <a:ext uri="{FF2B5EF4-FFF2-40B4-BE49-F238E27FC236}">
                <a16:creationId xmlns:a16="http://schemas.microsoft.com/office/drawing/2014/main" id="{D9BD2BBC-9899-4590-8E1D-9C58972E5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9" name="Rectangle 172">
            <a:extLst>
              <a:ext uri="{FF2B5EF4-FFF2-40B4-BE49-F238E27FC236}">
                <a16:creationId xmlns:a16="http://schemas.microsoft.com/office/drawing/2014/main" id="{A93CAC56-6630-4410-BA23-589CFEF93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0" name="Rectangle 173">
            <a:extLst>
              <a:ext uri="{FF2B5EF4-FFF2-40B4-BE49-F238E27FC236}">
                <a16:creationId xmlns:a16="http://schemas.microsoft.com/office/drawing/2014/main" id="{721D7B09-2669-42D7-A71A-2581A0113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1" name="Rectangle 186">
            <a:extLst>
              <a:ext uri="{FF2B5EF4-FFF2-40B4-BE49-F238E27FC236}">
                <a16:creationId xmlns:a16="http://schemas.microsoft.com/office/drawing/2014/main" id="{A024ED31-769A-4A0C-A18B-E09709B47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2" name="Rectangle 187">
            <a:extLst>
              <a:ext uri="{FF2B5EF4-FFF2-40B4-BE49-F238E27FC236}">
                <a16:creationId xmlns:a16="http://schemas.microsoft.com/office/drawing/2014/main" id="{5D25C9B2-51EB-439E-B42C-8439DBE38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3" name="Rectangle 188">
            <a:extLst>
              <a:ext uri="{FF2B5EF4-FFF2-40B4-BE49-F238E27FC236}">
                <a16:creationId xmlns:a16="http://schemas.microsoft.com/office/drawing/2014/main" id="{CB51A720-AF45-41F9-BAA4-2D2D9B1A8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4" name="Rectangle 189">
            <a:extLst>
              <a:ext uri="{FF2B5EF4-FFF2-40B4-BE49-F238E27FC236}">
                <a16:creationId xmlns:a16="http://schemas.microsoft.com/office/drawing/2014/main" id="{C79495A3-835C-4974-A319-4B7063E8D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5" name="Rectangle 190">
            <a:extLst>
              <a:ext uri="{FF2B5EF4-FFF2-40B4-BE49-F238E27FC236}">
                <a16:creationId xmlns:a16="http://schemas.microsoft.com/office/drawing/2014/main" id="{A635A506-51C2-4991-9EE9-6D4F58B2A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6" name="Rectangle 191">
            <a:extLst>
              <a:ext uri="{FF2B5EF4-FFF2-40B4-BE49-F238E27FC236}">
                <a16:creationId xmlns:a16="http://schemas.microsoft.com/office/drawing/2014/main" id="{08D7A92B-AB5F-4B0A-887C-7D9EBE4B1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7" name="Rectangle 192">
            <a:extLst>
              <a:ext uri="{FF2B5EF4-FFF2-40B4-BE49-F238E27FC236}">
                <a16:creationId xmlns:a16="http://schemas.microsoft.com/office/drawing/2014/main" id="{35958760-CFAF-4281-9A3D-2676F1188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745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8" name="Rectangle 194">
            <a:extLst>
              <a:ext uri="{FF2B5EF4-FFF2-40B4-BE49-F238E27FC236}">
                <a16:creationId xmlns:a16="http://schemas.microsoft.com/office/drawing/2014/main" id="{92029F51-881A-43F7-9AA5-93A2ED11C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9" name="Rectangle 195">
            <a:extLst>
              <a:ext uri="{FF2B5EF4-FFF2-40B4-BE49-F238E27FC236}">
                <a16:creationId xmlns:a16="http://schemas.microsoft.com/office/drawing/2014/main" id="{42A3ED3D-6F9D-4F03-B4CA-936ED0F20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829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0" name="Rectangle 196">
            <a:extLst>
              <a:ext uri="{FF2B5EF4-FFF2-40B4-BE49-F238E27FC236}">
                <a16:creationId xmlns:a16="http://schemas.microsoft.com/office/drawing/2014/main" id="{AC2A2B9C-988E-4A8C-8FAE-5034533F2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1" name="Rectangle 197">
            <a:extLst>
              <a:ext uri="{FF2B5EF4-FFF2-40B4-BE49-F238E27FC236}">
                <a16:creationId xmlns:a16="http://schemas.microsoft.com/office/drawing/2014/main" id="{E2C4B438-1F77-4FA1-8C82-F295DAA97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2" name="Rectangle 198">
            <a:extLst>
              <a:ext uri="{FF2B5EF4-FFF2-40B4-BE49-F238E27FC236}">
                <a16:creationId xmlns:a16="http://schemas.microsoft.com/office/drawing/2014/main" id="{79DC185F-3902-41A7-806F-A84ACBB11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3" name="Rectangle 199">
            <a:extLst>
              <a:ext uri="{FF2B5EF4-FFF2-40B4-BE49-F238E27FC236}">
                <a16:creationId xmlns:a16="http://schemas.microsoft.com/office/drawing/2014/main" id="{C6E21298-E9AA-4E0A-BD16-901A320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4" name="Rectangle 200">
            <a:extLst>
              <a:ext uri="{FF2B5EF4-FFF2-40B4-BE49-F238E27FC236}">
                <a16:creationId xmlns:a16="http://schemas.microsoft.com/office/drawing/2014/main" id="{71546F84-807D-4F8E-A64C-9BFECFED6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5" name="Rectangle 214">
            <a:extLst>
              <a:ext uri="{FF2B5EF4-FFF2-40B4-BE49-F238E27FC236}">
                <a16:creationId xmlns:a16="http://schemas.microsoft.com/office/drawing/2014/main" id="{CFB4EA3C-FFA6-432E-9174-8C7700EBF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6" name="Rectangle 215">
            <a:extLst>
              <a:ext uri="{FF2B5EF4-FFF2-40B4-BE49-F238E27FC236}">
                <a16:creationId xmlns:a16="http://schemas.microsoft.com/office/drawing/2014/main" id="{F8864E38-6F87-4A94-998C-DA1B4D050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7" name="Rectangle 216">
            <a:extLst>
              <a:ext uri="{FF2B5EF4-FFF2-40B4-BE49-F238E27FC236}">
                <a16:creationId xmlns:a16="http://schemas.microsoft.com/office/drawing/2014/main" id="{CE27A9F8-9958-4033-AB44-66F20B12E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8" name="Rectangle 217">
            <a:extLst>
              <a:ext uri="{FF2B5EF4-FFF2-40B4-BE49-F238E27FC236}">
                <a16:creationId xmlns:a16="http://schemas.microsoft.com/office/drawing/2014/main" id="{4B9DD88C-AAF5-42E9-B1D0-E407BBE2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9" name="Rectangle 218">
            <a:extLst>
              <a:ext uri="{FF2B5EF4-FFF2-40B4-BE49-F238E27FC236}">
                <a16:creationId xmlns:a16="http://schemas.microsoft.com/office/drawing/2014/main" id="{19811468-3F50-46A5-9FCC-E142EB047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0" name="Rectangle 219">
            <a:extLst>
              <a:ext uri="{FF2B5EF4-FFF2-40B4-BE49-F238E27FC236}">
                <a16:creationId xmlns:a16="http://schemas.microsoft.com/office/drawing/2014/main" id="{8B7D78B3-2097-4A23-9C3F-1125A2912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829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1" name="Rectangle 220">
            <a:extLst>
              <a:ext uri="{FF2B5EF4-FFF2-40B4-BE49-F238E27FC236}">
                <a16:creationId xmlns:a16="http://schemas.microsoft.com/office/drawing/2014/main" id="{DBB4AA29-F514-41F3-B6B4-9610813E1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2" name="Rectangle 222">
            <a:extLst>
              <a:ext uri="{FF2B5EF4-FFF2-40B4-BE49-F238E27FC236}">
                <a16:creationId xmlns:a16="http://schemas.microsoft.com/office/drawing/2014/main" id="{287D0D65-4B00-4631-B5FC-94D7E43E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3" name="Rectangle 223">
            <a:extLst>
              <a:ext uri="{FF2B5EF4-FFF2-40B4-BE49-F238E27FC236}">
                <a16:creationId xmlns:a16="http://schemas.microsoft.com/office/drawing/2014/main" id="{FBB8768D-6FD5-4CB0-A06E-CF3727089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4" name="Rectangle 224">
            <a:extLst>
              <a:ext uri="{FF2B5EF4-FFF2-40B4-BE49-F238E27FC236}">
                <a16:creationId xmlns:a16="http://schemas.microsoft.com/office/drawing/2014/main" id="{281CA9FD-C68E-46EE-A725-A9F8AA1B8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5" name="Rectangle 225">
            <a:extLst>
              <a:ext uri="{FF2B5EF4-FFF2-40B4-BE49-F238E27FC236}">
                <a16:creationId xmlns:a16="http://schemas.microsoft.com/office/drawing/2014/main" id="{2C929F36-95D0-44EF-A29A-4917FCAA9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6" name="Rectangle 226">
            <a:extLst>
              <a:ext uri="{FF2B5EF4-FFF2-40B4-BE49-F238E27FC236}">
                <a16:creationId xmlns:a16="http://schemas.microsoft.com/office/drawing/2014/main" id="{358BC528-6DA1-42F6-96D0-4B4BA226A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7" name="Rectangle 227">
            <a:extLst>
              <a:ext uri="{FF2B5EF4-FFF2-40B4-BE49-F238E27FC236}">
                <a16:creationId xmlns:a16="http://schemas.microsoft.com/office/drawing/2014/main" id="{70AA7180-339A-4FFD-AF13-4DDD53BCB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8" name="Rectangle 228">
            <a:extLst>
              <a:ext uri="{FF2B5EF4-FFF2-40B4-BE49-F238E27FC236}">
                <a16:creationId xmlns:a16="http://schemas.microsoft.com/office/drawing/2014/main" id="{29F2CEBB-46BC-4448-9E54-C7750D8C8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9" name="Rectangle 241">
            <a:extLst>
              <a:ext uri="{FF2B5EF4-FFF2-40B4-BE49-F238E27FC236}">
                <a16:creationId xmlns:a16="http://schemas.microsoft.com/office/drawing/2014/main" id="{728033F9-6F38-4655-93DC-83583534C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0" name="Rectangle 242">
            <a:extLst>
              <a:ext uri="{FF2B5EF4-FFF2-40B4-BE49-F238E27FC236}">
                <a16:creationId xmlns:a16="http://schemas.microsoft.com/office/drawing/2014/main" id="{31C757BD-CB68-4FDF-94B8-7CD58F1FB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1" name="Rectangle 243">
            <a:extLst>
              <a:ext uri="{FF2B5EF4-FFF2-40B4-BE49-F238E27FC236}">
                <a16:creationId xmlns:a16="http://schemas.microsoft.com/office/drawing/2014/main" id="{9B0E4C87-6738-405B-883B-AAE740C4C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2" name="Rectangle 244">
            <a:extLst>
              <a:ext uri="{FF2B5EF4-FFF2-40B4-BE49-F238E27FC236}">
                <a16:creationId xmlns:a16="http://schemas.microsoft.com/office/drawing/2014/main" id="{DA32B563-8524-4670-AB69-252BDC26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3" name="Rectangle 245">
            <a:extLst>
              <a:ext uri="{FF2B5EF4-FFF2-40B4-BE49-F238E27FC236}">
                <a16:creationId xmlns:a16="http://schemas.microsoft.com/office/drawing/2014/main" id="{6EC4888D-ACC8-4037-B218-9E9421F8C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4" name="Rectangle 246">
            <a:extLst>
              <a:ext uri="{FF2B5EF4-FFF2-40B4-BE49-F238E27FC236}">
                <a16:creationId xmlns:a16="http://schemas.microsoft.com/office/drawing/2014/main" id="{E79B4470-BBFB-4BE1-89AB-C7574F8C4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5" name="Rectangle 247">
            <a:extLst>
              <a:ext uri="{FF2B5EF4-FFF2-40B4-BE49-F238E27FC236}">
                <a16:creationId xmlns:a16="http://schemas.microsoft.com/office/drawing/2014/main" id="{2E2BFF5D-548A-437A-838D-19C1F071E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6" name="Rectangle 249">
            <a:extLst>
              <a:ext uri="{FF2B5EF4-FFF2-40B4-BE49-F238E27FC236}">
                <a16:creationId xmlns:a16="http://schemas.microsoft.com/office/drawing/2014/main" id="{FFCA5316-A321-453C-8CE2-53AF93643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7" name="Rectangle 250">
            <a:extLst>
              <a:ext uri="{FF2B5EF4-FFF2-40B4-BE49-F238E27FC236}">
                <a16:creationId xmlns:a16="http://schemas.microsoft.com/office/drawing/2014/main" id="{AA681E6A-C814-482F-A76C-24B20AD9D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8" name="Rectangle 251">
            <a:extLst>
              <a:ext uri="{FF2B5EF4-FFF2-40B4-BE49-F238E27FC236}">
                <a16:creationId xmlns:a16="http://schemas.microsoft.com/office/drawing/2014/main" id="{301C7270-7CAD-49F2-B66B-B28D94E0EF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9" name="Rectangle 252">
            <a:extLst>
              <a:ext uri="{FF2B5EF4-FFF2-40B4-BE49-F238E27FC236}">
                <a16:creationId xmlns:a16="http://schemas.microsoft.com/office/drawing/2014/main" id="{979CEB10-3E83-4407-BEDC-D49144AA1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0" name="Rectangle 253">
            <a:extLst>
              <a:ext uri="{FF2B5EF4-FFF2-40B4-BE49-F238E27FC236}">
                <a16:creationId xmlns:a16="http://schemas.microsoft.com/office/drawing/2014/main" id="{2F6B505E-6719-4385-8C9E-80108E1D7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1" name="Rectangle 254">
            <a:extLst>
              <a:ext uri="{FF2B5EF4-FFF2-40B4-BE49-F238E27FC236}">
                <a16:creationId xmlns:a16="http://schemas.microsoft.com/office/drawing/2014/main" id="{032E3D58-EF2F-47C1-84FC-FFC2C3C6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2" name="Rectangle 255">
            <a:extLst>
              <a:ext uri="{FF2B5EF4-FFF2-40B4-BE49-F238E27FC236}">
                <a16:creationId xmlns:a16="http://schemas.microsoft.com/office/drawing/2014/main" id="{AE4B524B-159B-4639-80B1-B1298E934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3" name="Rectangle 268">
            <a:extLst>
              <a:ext uri="{FF2B5EF4-FFF2-40B4-BE49-F238E27FC236}">
                <a16:creationId xmlns:a16="http://schemas.microsoft.com/office/drawing/2014/main" id="{F44A1C49-7120-46FC-ADFE-3126D15DC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4" name="Rectangle 269">
            <a:extLst>
              <a:ext uri="{FF2B5EF4-FFF2-40B4-BE49-F238E27FC236}">
                <a16:creationId xmlns:a16="http://schemas.microsoft.com/office/drawing/2014/main" id="{E81048C2-AD36-49EE-9F83-DE219A886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5" name="Rectangle 270">
            <a:extLst>
              <a:ext uri="{FF2B5EF4-FFF2-40B4-BE49-F238E27FC236}">
                <a16:creationId xmlns:a16="http://schemas.microsoft.com/office/drawing/2014/main" id="{1C51B872-4D89-44AD-BEC3-889DD8594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6" name="Rectangle 271">
            <a:extLst>
              <a:ext uri="{FF2B5EF4-FFF2-40B4-BE49-F238E27FC236}">
                <a16:creationId xmlns:a16="http://schemas.microsoft.com/office/drawing/2014/main" id="{9DA5806A-0222-4504-B311-47FFFE9AE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7" name="Rectangle 272">
            <a:extLst>
              <a:ext uri="{FF2B5EF4-FFF2-40B4-BE49-F238E27FC236}">
                <a16:creationId xmlns:a16="http://schemas.microsoft.com/office/drawing/2014/main" id="{6B98E2B9-61AD-4E8B-8BCB-EB7830DF0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985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8" name="Rectangle 273">
            <a:extLst>
              <a:ext uri="{FF2B5EF4-FFF2-40B4-BE49-F238E27FC236}">
                <a16:creationId xmlns:a16="http://schemas.microsoft.com/office/drawing/2014/main" id="{4B0DA759-2C7B-4700-8A97-72281E91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985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9" name="Rectangle 274">
            <a:extLst>
              <a:ext uri="{FF2B5EF4-FFF2-40B4-BE49-F238E27FC236}">
                <a16:creationId xmlns:a16="http://schemas.microsoft.com/office/drawing/2014/main" id="{908809DC-2628-4896-B87F-004226030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8985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0" name="Rectangle 276">
            <a:extLst>
              <a:ext uri="{FF2B5EF4-FFF2-40B4-BE49-F238E27FC236}">
                <a16:creationId xmlns:a16="http://schemas.microsoft.com/office/drawing/2014/main" id="{623F1777-4E55-4093-B250-548D46D62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1" name="Rectangle 277">
            <a:extLst>
              <a:ext uri="{FF2B5EF4-FFF2-40B4-BE49-F238E27FC236}">
                <a16:creationId xmlns:a16="http://schemas.microsoft.com/office/drawing/2014/main" id="{2515C3B5-603D-401D-A531-447BA1E7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2" name="Rectangle 278">
            <a:extLst>
              <a:ext uri="{FF2B5EF4-FFF2-40B4-BE49-F238E27FC236}">
                <a16:creationId xmlns:a16="http://schemas.microsoft.com/office/drawing/2014/main" id="{DE5E7D55-A437-437C-A5CD-CE16F8BDC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3" name="Rectangle 279">
            <a:extLst>
              <a:ext uri="{FF2B5EF4-FFF2-40B4-BE49-F238E27FC236}">
                <a16:creationId xmlns:a16="http://schemas.microsoft.com/office/drawing/2014/main" id="{6867695A-35E0-4E03-955E-5542EBF02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4" name="Rectangle 280">
            <a:extLst>
              <a:ext uri="{FF2B5EF4-FFF2-40B4-BE49-F238E27FC236}">
                <a16:creationId xmlns:a16="http://schemas.microsoft.com/office/drawing/2014/main" id="{4E871617-5158-41C5-BB14-EBADA1396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5" name="Rectangle 281">
            <a:extLst>
              <a:ext uri="{FF2B5EF4-FFF2-40B4-BE49-F238E27FC236}">
                <a16:creationId xmlns:a16="http://schemas.microsoft.com/office/drawing/2014/main" id="{4E2D5191-ECDB-4D1B-A3F5-436A79475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6" name="Rectangle 282">
            <a:extLst>
              <a:ext uri="{FF2B5EF4-FFF2-40B4-BE49-F238E27FC236}">
                <a16:creationId xmlns:a16="http://schemas.microsoft.com/office/drawing/2014/main" id="{71BE142B-C02B-4FD1-A332-6902B7131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7" name="Rectangle 283">
            <a:extLst>
              <a:ext uri="{FF2B5EF4-FFF2-40B4-BE49-F238E27FC236}">
                <a16:creationId xmlns:a16="http://schemas.microsoft.com/office/drawing/2014/main" id="{1C1A90F5-08ED-4AB6-9F35-63A88660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8" name="Rectangle 284">
            <a:extLst>
              <a:ext uri="{FF2B5EF4-FFF2-40B4-BE49-F238E27FC236}">
                <a16:creationId xmlns:a16="http://schemas.microsoft.com/office/drawing/2014/main" id="{163D79BB-8C1C-4D0D-AFDD-A8EEE07F4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9" name="Rectangle 285">
            <a:extLst>
              <a:ext uri="{FF2B5EF4-FFF2-40B4-BE49-F238E27FC236}">
                <a16:creationId xmlns:a16="http://schemas.microsoft.com/office/drawing/2014/main" id="{1B2DF357-EFD3-403D-A136-E53ACA5182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0" name="Rectangle 286">
            <a:extLst>
              <a:ext uri="{FF2B5EF4-FFF2-40B4-BE49-F238E27FC236}">
                <a16:creationId xmlns:a16="http://schemas.microsoft.com/office/drawing/2014/main" id="{99BE0D0E-EECE-441B-9B0B-10138A8DC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1" name="Rectangle 287">
            <a:extLst>
              <a:ext uri="{FF2B5EF4-FFF2-40B4-BE49-F238E27FC236}">
                <a16:creationId xmlns:a16="http://schemas.microsoft.com/office/drawing/2014/main" id="{5F8922A9-01DD-4E8E-A435-E9368C30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2" name="Rectangle 288">
            <a:extLst>
              <a:ext uri="{FF2B5EF4-FFF2-40B4-BE49-F238E27FC236}">
                <a16:creationId xmlns:a16="http://schemas.microsoft.com/office/drawing/2014/main" id="{BE148054-6735-4808-92F8-53F3E0FF2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3" name="Rectangle 289">
            <a:extLst>
              <a:ext uri="{FF2B5EF4-FFF2-40B4-BE49-F238E27FC236}">
                <a16:creationId xmlns:a16="http://schemas.microsoft.com/office/drawing/2014/main" id="{83EF7D19-EE81-4C8B-BB74-1EBFE79A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4" name="Rectangle 290">
            <a:extLst>
              <a:ext uri="{FF2B5EF4-FFF2-40B4-BE49-F238E27FC236}">
                <a16:creationId xmlns:a16="http://schemas.microsoft.com/office/drawing/2014/main" id="{4F511F31-AAA8-4436-8486-592CB8944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5" name="Rectangle 291">
            <a:extLst>
              <a:ext uri="{FF2B5EF4-FFF2-40B4-BE49-F238E27FC236}">
                <a16:creationId xmlns:a16="http://schemas.microsoft.com/office/drawing/2014/main" id="{369EBF34-9826-4B91-A306-5839D20C4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6" name="Rectangle 292">
            <a:extLst>
              <a:ext uri="{FF2B5EF4-FFF2-40B4-BE49-F238E27FC236}">
                <a16:creationId xmlns:a16="http://schemas.microsoft.com/office/drawing/2014/main" id="{859A171A-D946-4682-BEB2-E7822CAF9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7" name="Rectangle 293">
            <a:extLst>
              <a:ext uri="{FF2B5EF4-FFF2-40B4-BE49-F238E27FC236}">
                <a16:creationId xmlns:a16="http://schemas.microsoft.com/office/drawing/2014/main" id="{AF93A40B-14CA-4CA7-9133-C7B48DAC4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8" name="Rectangle 294">
            <a:extLst>
              <a:ext uri="{FF2B5EF4-FFF2-40B4-BE49-F238E27FC236}">
                <a16:creationId xmlns:a16="http://schemas.microsoft.com/office/drawing/2014/main" id="{30BB7367-2D64-40A9-8FC2-6664A0872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9" name="Rectangle 295">
            <a:extLst>
              <a:ext uri="{FF2B5EF4-FFF2-40B4-BE49-F238E27FC236}">
                <a16:creationId xmlns:a16="http://schemas.microsoft.com/office/drawing/2014/main" id="{14A42AB5-CCB0-416F-85D7-152BACA42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0" name="Rectangle 296">
            <a:extLst>
              <a:ext uri="{FF2B5EF4-FFF2-40B4-BE49-F238E27FC236}">
                <a16:creationId xmlns:a16="http://schemas.microsoft.com/office/drawing/2014/main" id="{31700671-BD7D-40A1-81C9-CF9CE4C2A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1" name="Rectangle 297">
            <a:extLst>
              <a:ext uri="{FF2B5EF4-FFF2-40B4-BE49-F238E27FC236}">
                <a16:creationId xmlns:a16="http://schemas.microsoft.com/office/drawing/2014/main" id="{1C490051-C4F6-4F21-9CBD-DFB84514A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4069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2" name="Rectangle 298">
            <a:extLst>
              <a:ext uri="{FF2B5EF4-FFF2-40B4-BE49-F238E27FC236}">
                <a16:creationId xmlns:a16="http://schemas.microsoft.com/office/drawing/2014/main" id="{14B47FB0-304B-408C-AA3F-0F5BB6A5A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3" name="Rectangle 299">
            <a:extLst>
              <a:ext uri="{FF2B5EF4-FFF2-40B4-BE49-F238E27FC236}">
                <a16:creationId xmlns:a16="http://schemas.microsoft.com/office/drawing/2014/main" id="{9AE02871-B6BC-490F-A388-280843B2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406987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4" name="Rectangle 300">
            <a:extLst>
              <a:ext uri="{FF2B5EF4-FFF2-40B4-BE49-F238E27FC236}">
                <a16:creationId xmlns:a16="http://schemas.microsoft.com/office/drawing/2014/main" id="{BCA5BD2F-9032-4907-8901-2774F8E56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5" name="Rectangle 301">
            <a:extLst>
              <a:ext uri="{FF2B5EF4-FFF2-40B4-BE49-F238E27FC236}">
                <a16:creationId xmlns:a16="http://schemas.microsoft.com/office/drawing/2014/main" id="{36189607-33CC-47D6-88FA-F4CD1D7D1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6" name="Rectangle 303">
            <a:extLst>
              <a:ext uri="{FF2B5EF4-FFF2-40B4-BE49-F238E27FC236}">
                <a16:creationId xmlns:a16="http://schemas.microsoft.com/office/drawing/2014/main" id="{7926FB0B-1EC7-42B6-A9AF-4F352A02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7" name="Rectangle 304">
            <a:extLst>
              <a:ext uri="{FF2B5EF4-FFF2-40B4-BE49-F238E27FC236}">
                <a16:creationId xmlns:a16="http://schemas.microsoft.com/office/drawing/2014/main" id="{C6CE7582-1C15-40D6-A04B-3AB4A11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8" name="Rectangle 305">
            <a:extLst>
              <a:ext uri="{FF2B5EF4-FFF2-40B4-BE49-F238E27FC236}">
                <a16:creationId xmlns:a16="http://schemas.microsoft.com/office/drawing/2014/main" id="{1A4C7EDE-CAE5-4A0E-A085-D115521E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9" name="Rectangle 306">
            <a:extLst>
              <a:ext uri="{FF2B5EF4-FFF2-40B4-BE49-F238E27FC236}">
                <a16:creationId xmlns:a16="http://schemas.microsoft.com/office/drawing/2014/main" id="{A45537C6-B529-4B21-AD2D-EF53D7A3A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0" name="Rectangle 307">
            <a:extLst>
              <a:ext uri="{FF2B5EF4-FFF2-40B4-BE49-F238E27FC236}">
                <a16:creationId xmlns:a16="http://schemas.microsoft.com/office/drawing/2014/main" id="{BD7156AF-407F-4067-A722-2F7D5A6CB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1" name="Rectangle 308">
            <a:extLst>
              <a:ext uri="{FF2B5EF4-FFF2-40B4-BE49-F238E27FC236}">
                <a16:creationId xmlns:a16="http://schemas.microsoft.com/office/drawing/2014/main" id="{DB5E4949-C1A1-462A-A907-81360D68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2" name="Rectangle 309">
            <a:extLst>
              <a:ext uri="{FF2B5EF4-FFF2-40B4-BE49-F238E27FC236}">
                <a16:creationId xmlns:a16="http://schemas.microsoft.com/office/drawing/2014/main" id="{FAD5200A-AC76-4A0D-9277-A1C8E4D69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3" name="Rectangle 310">
            <a:extLst>
              <a:ext uri="{FF2B5EF4-FFF2-40B4-BE49-F238E27FC236}">
                <a16:creationId xmlns:a16="http://schemas.microsoft.com/office/drawing/2014/main" id="{B10E8F52-7FCD-4B17-964A-1A97E2CB0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4" name="Rectangle 311">
            <a:extLst>
              <a:ext uri="{FF2B5EF4-FFF2-40B4-BE49-F238E27FC236}">
                <a16:creationId xmlns:a16="http://schemas.microsoft.com/office/drawing/2014/main" id="{199F53BC-5327-4C34-A560-B7D93F5F9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5" name="Rectangle 312">
            <a:extLst>
              <a:ext uri="{FF2B5EF4-FFF2-40B4-BE49-F238E27FC236}">
                <a16:creationId xmlns:a16="http://schemas.microsoft.com/office/drawing/2014/main" id="{2FC7F96E-2AA5-4430-8933-303E0E254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6" name="Rectangle 313">
            <a:extLst>
              <a:ext uri="{FF2B5EF4-FFF2-40B4-BE49-F238E27FC236}">
                <a16:creationId xmlns:a16="http://schemas.microsoft.com/office/drawing/2014/main" id="{6F48430D-4266-4379-B0B9-939C11A82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7" name="Rectangle 314">
            <a:extLst>
              <a:ext uri="{FF2B5EF4-FFF2-40B4-BE49-F238E27FC236}">
                <a16:creationId xmlns:a16="http://schemas.microsoft.com/office/drawing/2014/main" id="{E96290E6-15F2-4B8D-BD72-D47344F70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8" name="Rectangle 315">
            <a:extLst>
              <a:ext uri="{FF2B5EF4-FFF2-40B4-BE49-F238E27FC236}">
                <a16:creationId xmlns:a16="http://schemas.microsoft.com/office/drawing/2014/main" id="{FBC8EBAB-9D6C-48D6-BE00-C2F53C03F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9" name="Rectangle 316">
            <a:extLst>
              <a:ext uri="{FF2B5EF4-FFF2-40B4-BE49-F238E27FC236}">
                <a16:creationId xmlns:a16="http://schemas.microsoft.com/office/drawing/2014/main" id="{2E89C0F2-BC8E-4CA4-A11F-96B5B0E77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0" name="Rectangle 317">
            <a:extLst>
              <a:ext uri="{FF2B5EF4-FFF2-40B4-BE49-F238E27FC236}">
                <a16:creationId xmlns:a16="http://schemas.microsoft.com/office/drawing/2014/main" id="{ABB2F2E5-0B78-4924-8C02-91133456E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1" name="Rectangle 318">
            <a:extLst>
              <a:ext uri="{FF2B5EF4-FFF2-40B4-BE49-F238E27FC236}">
                <a16:creationId xmlns:a16="http://schemas.microsoft.com/office/drawing/2014/main" id="{8A77E39A-3439-42E5-864E-07050A9B94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2" name="Rectangle 319">
            <a:extLst>
              <a:ext uri="{FF2B5EF4-FFF2-40B4-BE49-F238E27FC236}">
                <a16:creationId xmlns:a16="http://schemas.microsoft.com/office/drawing/2014/main" id="{25EAA1C5-3174-4F4B-BFF3-90C5CCB90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3" name="Rectangle 320">
            <a:extLst>
              <a:ext uri="{FF2B5EF4-FFF2-40B4-BE49-F238E27FC236}">
                <a16:creationId xmlns:a16="http://schemas.microsoft.com/office/drawing/2014/main" id="{1F2DB9F1-C65F-4052-A053-3F8F3AF0F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4" name="Rectangle 321">
            <a:extLst>
              <a:ext uri="{FF2B5EF4-FFF2-40B4-BE49-F238E27FC236}">
                <a16:creationId xmlns:a16="http://schemas.microsoft.com/office/drawing/2014/main" id="{AFFB727D-B40C-4F86-915F-7329F0283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5" name="Rectangle 322">
            <a:extLst>
              <a:ext uri="{FF2B5EF4-FFF2-40B4-BE49-F238E27FC236}">
                <a16:creationId xmlns:a16="http://schemas.microsoft.com/office/drawing/2014/main" id="{584872F2-AD23-451B-B00B-D48843FDC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6" name="Rectangle 323">
            <a:extLst>
              <a:ext uri="{FF2B5EF4-FFF2-40B4-BE49-F238E27FC236}">
                <a16:creationId xmlns:a16="http://schemas.microsoft.com/office/drawing/2014/main" id="{59E7ABF1-EA01-439C-89DC-4066F7684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7" name="Rectangle 324">
            <a:extLst>
              <a:ext uri="{FF2B5EF4-FFF2-40B4-BE49-F238E27FC236}">
                <a16:creationId xmlns:a16="http://schemas.microsoft.com/office/drawing/2014/main" id="{F5673CC4-BA29-4135-9BA9-AED7EAA77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8" name="Rectangle 325">
            <a:extLst>
              <a:ext uri="{FF2B5EF4-FFF2-40B4-BE49-F238E27FC236}">
                <a16:creationId xmlns:a16="http://schemas.microsoft.com/office/drawing/2014/main" id="{06B3D335-F1DF-4E26-A5A1-31E9CD91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9" name="Rectangle 326">
            <a:extLst>
              <a:ext uri="{FF2B5EF4-FFF2-40B4-BE49-F238E27FC236}">
                <a16:creationId xmlns:a16="http://schemas.microsoft.com/office/drawing/2014/main" id="{834239CB-0B66-488B-B963-CD4BC4A66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0" name="Rectangle 327">
            <a:extLst>
              <a:ext uri="{FF2B5EF4-FFF2-40B4-BE49-F238E27FC236}">
                <a16:creationId xmlns:a16="http://schemas.microsoft.com/office/drawing/2014/main" id="{5DF8D3AD-C701-45DA-A09C-0B72B8B4D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1" name="Rectangle 328">
            <a:extLst>
              <a:ext uri="{FF2B5EF4-FFF2-40B4-BE49-F238E27FC236}">
                <a16:creationId xmlns:a16="http://schemas.microsoft.com/office/drawing/2014/main" id="{4A5BD061-AFE7-47F7-A037-4635A171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915379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2" name="Rectangle 303">
            <a:extLst>
              <a:ext uri="{FF2B5EF4-FFF2-40B4-BE49-F238E27FC236}">
                <a16:creationId xmlns:a16="http://schemas.microsoft.com/office/drawing/2014/main" id="{72E47367-DB80-4AEF-B453-F2874E29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3" name="Rectangle 304">
            <a:extLst>
              <a:ext uri="{FF2B5EF4-FFF2-40B4-BE49-F238E27FC236}">
                <a16:creationId xmlns:a16="http://schemas.microsoft.com/office/drawing/2014/main" id="{A5D11ACD-18C7-4BD8-97B9-7564D82EE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4" name="Rectangle 305">
            <a:extLst>
              <a:ext uri="{FF2B5EF4-FFF2-40B4-BE49-F238E27FC236}">
                <a16:creationId xmlns:a16="http://schemas.microsoft.com/office/drawing/2014/main" id="{7304767C-0411-429C-B5FC-DE14E770D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5" name="Rectangle 306">
            <a:extLst>
              <a:ext uri="{FF2B5EF4-FFF2-40B4-BE49-F238E27FC236}">
                <a16:creationId xmlns:a16="http://schemas.microsoft.com/office/drawing/2014/main" id="{D74BCE79-1C15-40ED-A6B2-30D89DC1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6" name="Rectangle 307">
            <a:extLst>
              <a:ext uri="{FF2B5EF4-FFF2-40B4-BE49-F238E27FC236}">
                <a16:creationId xmlns:a16="http://schemas.microsoft.com/office/drawing/2014/main" id="{4966B602-0BC1-433A-A6DC-60644E5D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7" name="Rectangle 308">
            <a:extLst>
              <a:ext uri="{FF2B5EF4-FFF2-40B4-BE49-F238E27FC236}">
                <a16:creationId xmlns:a16="http://schemas.microsoft.com/office/drawing/2014/main" id="{5FA73E87-F9E1-4922-AB56-257040A0C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8" name="Rectangle 309">
            <a:extLst>
              <a:ext uri="{FF2B5EF4-FFF2-40B4-BE49-F238E27FC236}">
                <a16:creationId xmlns:a16="http://schemas.microsoft.com/office/drawing/2014/main" id="{3523D0D6-BF5C-4992-89BC-D80F4B65D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9" name="Rectangle 310">
            <a:extLst>
              <a:ext uri="{FF2B5EF4-FFF2-40B4-BE49-F238E27FC236}">
                <a16:creationId xmlns:a16="http://schemas.microsoft.com/office/drawing/2014/main" id="{5D76C7BC-28B0-4D32-B952-79C61B962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0" name="Rectangle 311">
            <a:extLst>
              <a:ext uri="{FF2B5EF4-FFF2-40B4-BE49-F238E27FC236}">
                <a16:creationId xmlns:a16="http://schemas.microsoft.com/office/drawing/2014/main" id="{02B04400-D266-4DBE-913D-B08E3CF68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1" name="Rectangle 312">
            <a:extLst>
              <a:ext uri="{FF2B5EF4-FFF2-40B4-BE49-F238E27FC236}">
                <a16:creationId xmlns:a16="http://schemas.microsoft.com/office/drawing/2014/main" id="{7B93B4CC-C4D7-437E-A267-7391A762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2" name="Rectangle 313">
            <a:extLst>
              <a:ext uri="{FF2B5EF4-FFF2-40B4-BE49-F238E27FC236}">
                <a16:creationId xmlns:a16="http://schemas.microsoft.com/office/drawing/2014/main" id="{4B2581D9-C04D-4A48-A51B-2934BA88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3" name="Rectangle 314">
            <a:extLst>
              <a:ext uri="{FF2B5EF4-FFF2-40B4-BE49-F238E27FC236}">
                <a16:creationId xmlns:a16="http://schemas.microsoft.com/office/drawing/2014/main" id="{6F9A094D-9E36-418E-BD81-0BED0CA3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4" name="Rectangle 315">
            <a:extLst>
              <a:ext uri="{FF2B5EF4-FFF2-40B4-BE49-F238E27FC236}">
                <a16:creationId xmlns:a16="http://schemas.microsoft.com/office/drawing/2014/main" id="{99CE1A4E-E309-4173-B637-E7FA8780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5" name="Rectangle 316">
            <a:extLst>
              <a:ext uri="{FF2B5EF4-FFF2-40B4-BE49-F238E27FC236}">
                <a16:creationId xmlns:a16="http://schemas.microsoft.com/office/drawing/2014/main" id="{35908A89-8ABE-4EA6-AB07-7C6C07508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6" name="Rectangle 317">
            <a:extLst>
              <a:ext uri="{FF2B5EF4-FFF2-40B4-BE49-F238E27FC236}">
                <a16:creationId xmlns:a16="http://schemas.microsoft.com/office/drawing/2014/main" id="{52D7FC56-1108-4D22-9631-D0A08F954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7" name="Rectangle 318">
            <a:extLst>
              <a:ext uri="{FF2B5EF4-FFF2-40B4-BE49-F238E27FC236}">
                <a16:creationId xmlns:a16="http://schemas.microsoft.com/office/drawing/2014/main" id="{E6B3457F-C39E-40F4-B8B4-741981759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8" name="Rectangle 319">
            <a:extLst>
              <a:ext uri="{FF2B5EF4-FFF2-40B4-BE49-F238E27FC236}">
                <a16:creationId xmlns:a16="http://schemas.microsoft.com/office/drawing/2014/main" id="{08E774A7-E1DE-46A1-A6F9-D13721437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9" name="Rectangle 320">
            <a:extLst>
              <a:ext uri="{FF2B5EF4-FFF2-40B4-BE49-F238E27FC236}">
                <a16:creationId xmlns:a16="http://schemas.microsoft.com/office/drawing/2014/main" id="{7B8BB479-CE5F-4C3D-9C65-414F6B72D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0" name="Rectangle 321">
            <a:extLst>
              <a:ext uri="{FF2B5EF4-FFF2-40B4-BE49-F238E27FC236}">
                <a16:creationId xmlns:a16="http://schemas.microsoft.com/office/drawing/2014/main" id="{2E97BD59-5139-4C10-8550-C855D2D1F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1" name="Rectangle 322">
            <a:extLst>
              <a:ext uri="{FF2B5EF4-FFF2-40B4-BE49-F238E27FC236}">
                <a16:creationId xmlns:a16="http://schemas.microsoft.com/office/drawing/2014/main" id="{3AA2DF57-9830-4A49-9748-4ADE27F4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2" name="Rectangle 323">
            <a:extLst>
              <a:ext uri="{FF2B5EF4-FFF2-40B4-BE49-F238E27FC236}">
                <a16:creationId xmlns:a16="http://schemas.microsoft.com/office/drawing/2014/main" id="{01A36D7F-15E1-44B8-9B0F-4F2DAABB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6422607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3" name="Rectangle 324">
            <a:extLst>
              <a:ext uri="{FF2B5EF4-FFF2-40B4-BE49-F238E27FC236}">
                <a16:creationId xmlns:a16="http://schemas.microsoft.com/office/drawing/2014/main" id="{716C32D4-81F1-4B63-9A1A-241362493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4" name="Rectangle 325">
            <a:extLst>
              <a:ext uri="{FF2B5EF4-FFF2-40B4-BE49-F238E27FC236}">
                <a16:creationId xmlns:a16="http://schemas.microsoft.com/office/drawing/2014/main" id="{6341F2A0-638B-4AEC-A1C2-759E1F2E1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5" name="Rectangle 326">
            <a:extLst>
              <a:ext uri="{FF2B5EF4-FFF2-40B4-BE49-F238E27FC236}">
                <a16:creationId xmlns:a16="http://schemas.microsoft.com/office/drawing/2014/main" id="{AC3BBC0F-0B8D-458F-94A7-D77F591B6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6422607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6" name="Rectangle 327">
            <a:extLst>
              <a:ext uri="{FF2B5EF4-FFF2-40B4-BE49-F238E27FC236}">
                <a16:creationId xmlns:a16="http://schemas.microsoft.com/office/drawing/2014/main" id="{2BCB09AE-15F7-4D67-9547-C60DDCB0C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7" name="Rectangle 328">
            <a:extLst>
              <a:ext uri="{FF2B5EF4-FFF2-40B4-BE49-F238E27FC236}">
                <a16:creationId xmlns:a16="http://schemas.microsoft.com/office/drawing/2014/main" id="{19811182-AAD5-444A-AEBF-DA447479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8" name="Rectangle 91">
            <a:extLst>
              <a:ext uri="{FF2B5EF4-FFF2-40B4-BE49-F238E27FC236}">
                <a16:creationId xmlns:a16="http://schemas.microsoft.com/office/drawing/2014/main" id="{F5F1C36C-3F5F-453A-8021-577AF8102B7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18627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9" name="Rectangle 92">
            <a:extLst>
              <a:ext uri="{FF2B5EF4-FFF2-40B4-BE49-F238E27FC236}">
                <a16:creationId xmlns:a16="http://schemas.microsoft.com/office/drawing/2014/main" id="{B68E0835-F6A9-4C24-80BC-2C4982644A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18627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0" name="Rectangle 118">
            <a:extLst>
              <a:ext uri="{FF2B5EF4-FFF2-40B4-BE49-F238E27FC236}">
                <a16:creationId xmlns:a16="http://schemas.microsoft.com/office/drawing/2014/main" id="{C7E8024E-9FFB-4AFF-946C-F325043577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3711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1" name="Rectangle 119">
            <a:extLst>
              <a:ext uri="{FF2B5EF4-FFF2-40B4-BE49-F238E27FC236}">
                <a16:creationId xmlns:a16="http://schemas.microsoft.com/office/drawing/2014/main" id="{542FA810-66E0-4E5C-A29B-2F35550C8B0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3711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2" name="Rectangle 145">
            <a:extLst>
              <a:ext uri="{FF2B5EF4-FFF2-40B4-BE49-F238E27FC236}">
                <a16:creationId xmlns:a16="http://schemas.microsoft.com/office/drawing/2014/main" id="{E3ADD3A0-60F3-4CCF-A787-C83FEFD745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8783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3" name="Rectangle 146">
            <a:extLst>
              <a:ext uri="{FF2B5EF4-FFF2-40B4-BE49-F238E27FC236}">
                <a16:creationId xmlns:a16="http://schemas.microsoft.com/office/drawing/2014/main" id="{03B5D2C0-D46F-4CA6-BB0C-7E966C3AB9D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8783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4" name="Rectangle 172">
            <a:extLst>
              <a:ext uri="{FF2B5EF4-FFF2-40B4-BE49-F238E27FC236}">
                <a16:creationId xmlns:a16="http://schemas.microsoft.com/office/drawing/2014/main" id="{A5A79340-EBE4-4E04-AF35-EAB781F1CA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38679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5" name="Rectangle 173">
            <a:extLst>
              <a:ext uri="{FF2B5EF4-FFF2-40B4-BE49-F238E27FC236}">
                <a16:creationId xmlns:a16="http://schemas.microsoft.com/office/drawing/2014/main" id="{A3D2A4FF-3DD1-4D92-A192-6C0C4D3672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38679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6" name="Rectangle 199">
            <a:extLst>
              <a:ext uri="{FF2B5EF4-FFF2-40B4-BE49-F238E27FC236}">
                <a16:creationId xmlns:a16="http://schemas.microsoft.com/office/drawing/2014/main" id="{F8123DF8-9385-4180-994E-0FB3C83AB0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8951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7" name="Rectangle 200">
            <a:extLst>
              <a:ext uri="{FF2B5EF4-FFF2-40B4-BE49-F238E27FC236}">
                <a16:creationId xmlns:a16="http://schemas.microsoft.com/office/drawing/2014/main" id="{35B83622-CCF4-4468-AC64-CB14900282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8951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8" name="Rectangle 227">
            <a:extLst>
              <a:ext uri="{FF2B5EF4-FFF2-40B4-BE49-F238E27FC236}">
                <a16:creationId xmlns:a16="http://schemas.microsoft.com/office/drawing/2014/main" id="{BFBE24A8-7F94-482E-85C3-410179531E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4035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9" name="Rectangle 228">
            <a:extLst>
              <a:ext uri="{FF2B5EF4-FFF2-40B4-BE49-F238E27FC236}">
                <a16:creationId xmlns:a16="http://schemas.microsoft.com/office/drawing/2014/main" id="{7BB41F2F-EDE1-4BB3-B582-2B31560A4B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4035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0" name="Rectangle 254">
            <a:extLst>
              <a:ext uri="{FF2B5EF4-FFF2-40B4-BE49-F238E27FC236}">
                <a16:creationId xmlns:a16="http://schemas.microsoft.com/office/drawing/2014/main" id="{B7B10579-D69C-4FCC-AF11-0E5789DC7B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9107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1" name="Rectangle 255">
            <a:extLst>
              <a:ext uri="{FF2B5EF4-FFF2-40B4-BE49-F238E27FC236}">
                <a16:creationId xmlns:a16="http://schemas.microsoft.com/office/drawing/2014/main" id="{A4A3592F-5BAF-4960-8617-39A5A4418C4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9107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2" name="Rectangle 91">
            <a:extLst>
              <a:ext uri="{FF2B5EF4-FFF2-40B4-BE49-F238E27FC236}">
                <a16:creationId xmlns:a16="http://schemas.microsoft.com/office/drawing/2014/main" id="{D185731F-D098-4E64-B7BB-077680516C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18548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3" name="Rectangle 92">
            <a:extLst>
              <a:ext uri="{FF2B5EF4-FFF2-40B4-BE49-F238E27FC236}">
                <a16:creationId xmlns:a16="http://schemas.microsoft.com/office/drawing/2014/main" id="{C9CCA8BE-3357-4F70-B832-4B61283439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18548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4" name="Rectangle 118">
            <a:extLst>
              <a:ext uri="{FF2B5EF4-FFF2-40B4-BE49-F238E27FC236}">
                <a16:creationId xmlns:a16="http://schemas.microsoft.com/office/drawing/2014/main" id="{E455E6B1-820F-4874-9998-3F33FDF676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3632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5" name="Rectangle 119">
            <a:extLst>
              <a:ext uri="{FF2B5EF4-FFF2-40B4-BE49-F238E27FC236}">
                <a16:creationId xmlns:a16="http://schemas.microsoft.com/office/drawing/2014/main" id="{A5878F30-11F9-4620-BB7C-A20308D54D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3632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6" name="Rectangle 145">
            <a:extLst>
              <a:ext uri="{FF2B5EF4-FFF2-40B4-BE49-F238E27FC236}">
                <a16:creationId xmlns:a16="http://schemas.microsoft.com/office/drawing/2014/main" id="{282B328E-96DE-404A-8A33-DD08463AA1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8704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7" name="Rectangle 146">
            <a:extLst>
              <a:ext uri="{FF2B5EF4-FFF2-40B4-BE49-F238E27FC236}">
                <a16:creationId xmlns:a16="http://schemas.microsoft.com/office/drawing/2014/main" id="{6B4AC90D-580B-4B11-8435-170433BF37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8704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8" name="Rectangle 172">
            <a:extLst>
              <a:ext uri="{FF2B5EF4-FFF2-40B4-BE49-F238E27FC236}">
                <a16:creationId xmlns:a16="http://schemas.microsoft.com/office/drawing/2014/main" id="{9FF1A1F4-2E5F-4786-B499-D60DC75B21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37886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9" name="Rectangle 173">
            <a:extLst>
              <a:ext uri="{FF2B5EF4-FFF2-40B4-BE49-F238E27FC236}">
                <a16:creationId xmlns:a16="http://schemas.microsoft.com/office/drawing/2014/main" id="{0F1C8560-0B43-4D98-ADB6-195504D71D3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37886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0" name="Rectangle 199">
            <a:extLst>
              <a:ext uri="{FF2B5EF4-FFF2-40B4-BE49-F238E27FC236}">
                <a16:creationId xmlns:a16="http://schemas.microsoft.com/office/drawing/2014/main" id="{A4D091FA-192E-4111-9D0A-1154813D1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8872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1" name="Rectangle 200">
            <a:extLst>
              <a:ext uri="{FF2B5EF4-FFF2-40B4-BE49-F238E27FC236}">
                <a16:creationId xmlns:a16="http://schemas.microsoft.com/office/drawing/2014/main" id="{2456DB9E-FD91-4F1E-8D75-71C5A435799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8872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2" name="Rectangle 227">
            <a:extLst>
              <a:ext uri="{FF2B5EF4-FFF2-40B4-BE49-F238E27FC236}">
                <a16:creationId xmlns:a16="http://schemas.microsoft.com/office/drawing/2014/main" id="{82ADDEB8-4944-41EC-9927-6FCED6B44E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3956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3" name="Rectangle 228">
            <a:extLst>
              <a:ext uri="{FF2B5EF4-FFF2-40B4-BE49-F238E27FC236}">
                <a16:creationId xmlns:a16="http://schemas.microsoft.com/office/drawing/2014/main" id="{3E7F6ABB-32D8-4D9F-8019-5A6F217042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3956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4" name="Rectangle 254">
            <a:extLst>
              <a:ext uri="{FF2B5EF4-FFF2-40B4-BE49-F238E27FC236}">
                <a16:creationId xmlns:a16="http://schemas.microsoft.com/office/drawing/2014/main" id="{FF3C13CA-9CE5-4787-9D9F-6F33F6D721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9028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5" name="Rectangle 255">
            <a:extLst>
              <a:ext uri="{FF2B5EF4-FFF2-40B4-BE49-F238E27FC236}">
                <a16:creationId xmlns:a16="http://schemas.microsoft.com/office/drawing/2014/main" id="{F45F3084-D5DF-4E2A-9FD2-8FADA756F9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9028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6" name="Rectangle 91">
            <a:extLst>
              <a:ext uri="{FF2B5EF4-FFF2-40B4-BE49-F238E27FC236}">
                <a16:creationId xmlns:a16="http://schemas.microsoft.com/office/drawing/2014/main" id="{C8C188D8-825C-491C-B927-12A86B68F9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18304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7" name="Rectangle 92">
            <a:extLst>
              <a:ext uri="{FF2B5EF4-FFF2-40B4-BE49-F238E27FC236}">
                <a16:creationId xmlns:a16="http://schemas.microsoft.com/office/drawing/2014/main" id="{F1A1CAD1-7E2F-491A-A2F7-752577008BA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18304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8" name="Rectangle 118">
            <a:extLst>
              <a:ext uri="{FF2B5EF4-FFF2-40B4-BE49-F238E27FC236}">
                <a16:creationId xmlns:a16="http://schemas.microsoft.com/office/drawing/2014/main" id="{C9F7170B-09CB-4F23-B86C-E3C5A5A952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3388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9" name="Rectangle 119">
            <a:extLst>
              <a:ext uri="{FF2B5EF4-FFF2-40B4-BE49-F238E27FC236}">
                <a16:creationId xmlns:a16="http://schemas.microsoft.com/office/drawing/2014/main" id="{91FF46E2-A356-45DF-9FE0-6D68E8BBB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3388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0" name="Rectangle 145">
            <a:extLst>
              <a:ext uri="{FF2B5EF4-FFF2-40B4-BE49-F238E27FC236}">
                <a16:creationId xmlns:a16="http://schemas.microsoft.com/office/drawing/2014/main" id="{233DF4C6-7DB2-4DEC-965E-4E0FD1AE2F7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8460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1" name="Rectangle 146">
            <a:extLst>
              <a:ext uri="{FF2B5EF4-FFF2-40B4-BE49-F238E27FC236}">
                <a16:creationId xmlns:a16="http://schemas.microsoft.com/office/drawing/2014/main" id="{BA0EBE02-0FF5-4E5F-B07E-C74F70CB3B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8460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2" name="Rectangle 172">
            <a:extLst>
              <a:ext uri="{FF2B5EF4-FFF2-40B4-BE49-F238E27FC236}">
                <a16:creationId xmlns:a16="http://schemas.microsoft.com/office/drawing/2014/main" id="{C1FFCEB5-7D01-4DF1-AE5C-13AA614FBB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35444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3" name="Rectangle 173">
            <a:extLst>
              <a:ext uri="{FF2B5EF4-FFF2-40B4-BE49-F238E27FC236}">
                <a16:creationId xmlns:a16="http://schemas.microsoft.com/office/drawing/2014/main" id="{4E743A8D-CDF1-43FE-9A64-273018A788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35444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4" name="Rectangle 199">
            <a:extLst>
              <a:ext uri="{FF2B5EF4-FFF2-40B4-BE49-F238E27FC236}">
                <a16:creationId xmlns:a16="http://schemas.microsoft.com/office/drawing/2014/main" id="{5816494B-7CF7-4661-9520-ECF2157C30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8628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5" name="Rectangle 200">
            <a:extLst>
              <a:ext uri="{FF2B5EF4-FFF2-40B4-BE49-F238E27FC236}">
                <a16:creationId xmlns:a16="http://schemas.microsoft.com/office/drawing/2014/main" id="{D5F4C1D4-E8FC-483F-82E0-C314B4887C0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8628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6" name="Rectangle 227">
            <a:extLst>
              <a:ext uri="{FF2B5EF4-FFF2-40B4-BE49-F238E27FC236}">
                <a16:creationId xmlns:a16="http://schemas.microsoft.com/office/drawing/2014/main" id="{1DE23893-72CE-44E4-9514-E4A35927AD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3712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7" name="Rectangle 228">
            <a:extLst>
              <a:ext uri="{FF2B5EF4-FFF2-40B4-BE49-F238E27FC236}">
                <a16:creationId xmlns:a16="http://schemas.microsoft.com/office/drawing/2014/main" id="{FDAE80AB-A18F-4777-8A7E-3AF3817C00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3712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8" name="Rectangle 254">
            <a:extLst>
              <a:ext uri="{FF2B5EF4-FFF2-40B4-BE49-F238E27FC236}">
                <a16:creationId xmlns:a16="http://schemas.microsoft.com/office/drawing/2014/main" id="{057CEA97-FB2D-4753-85A3-0C33E822D3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8784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9" name="Rectangle 255">
            <a:extLst>
              <a:ext uri="{FF2B5EF4-FFF2-40B4-BE49-F238E27FC236}">
                <a16:creationId xmlns:a16="http://schemas.microsoft.com/office/drawing/2014/main" id="{79420A4A-5528-4EC0-987F-DF7C0EEB41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8784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0" name="Rectangle 91">
            <a:extLst>
              <a:ext uri="{FF2B5EF4-FFF2-40B4-BE49-F238E27FC236}">
                <a16:creationId xmlns:a16="http://schemas.microsoft.com/office/drawing/2014/main" id="{DBC80B5A-0476-410E-B60C-6450F79B3E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18429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1" name="Rectangle 92">
            <a:extLst>
              <a:ext uri="{FF2B5EF4-FFF2-40B4-BE49-F238E27FC236}">
                <a16:creationId xmlns:a16="http://schemas.microsoft.com/office/drawing/2014/main" id="{65FABB81-DBF4-42B4-8D90-A98EC802144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18429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2" name="Rectangle 118">
            <a:extLst>
              <a:ext uri="{FF2B5EF4-FFF2-40B4-BE49-F238E27FC236}">
                <a16:creationId xmlns:a16="http://schemas.microsoft.com/office/drawing/2014/main" id="{A6202184-9808-4043-9640-D0544AB5D4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3513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3" name="Rectangle 119">
            <a:extLst>
              <a:ext uri="{FF2B5EF4-FFF2-40B4-BE49-F238E27FC236}">
                <a16:creationId xmlns:a16="http://schemas.microsoft.com/office/drawing/2014/main" id="{FEED1DE3-7FCB-412B-AD9F-396C8AFC0B4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3513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4" name="Rectangle 145">
            <a:extLst>
              <a:ext uri="{FF2B5EF4-FFF2-40B4-BE49-F238E27FC236}">
                <a16:creationId xmlns:a16="http://schemas.microsoft.com/office/drawing/2014/main" id="{E3D106F5-B3BA-48C7-BB89-5F7A7B3FD3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8585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5" name="Rectangle 146">
            <a:extLst>
              <a:ext uri="{FF2B5EF4-FFF2-40B4-BE49-F238E27FC236}">
                <a16:creationId xmlns:a16="http://schemas.microsoft.com/office/drawing/2014/main" id="{98A5D359-1B62-4D55-856B-6A4D9015C6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8585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6" name="Rectangle 172">
            <a:extLst>
              <a:ext uri="{FF2B5EF4-FFF2-40B4-BE49-F238E27FC236}">
                <a16:creationId xmlns:a16="http://schemas.microsoft.com/office/drawing/2014/main" id="{8AEB6855-7DCA-4BAB-B081-5EAFB10145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366974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7" name="Rectangle 173">
            <a:extLst>
              <a:ext uri="{FF2B5EF4-FFF2-40B4-BE49-F238E27FC236}">
                <a16:creationId xmlns:a16="http://schemas.microsoft.com/office/drawing/2014/main" id="{18A0DCB0-4E9E-42D7-ABF1-2CB0A069240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366974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8" name="Rectangle 199">
            <a:extLst>
              <a:ext uri="{FF2B5EF4-FFF2-40B4-BE49-F238E27FC236}">
                <a16:creationId xmlns:a16="http://schemas.microsoft.com/office/drawing/2014/main" id="{C94A534B-EDB6-41CC-BFD6-C8E5C64E30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8753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9" name="Rectangle 200">
            <a:extLst>
              <a:ext uri="{FF2B5EF4-FFF2-40B4-BE49-F238E27FC236}">
                <a16:creationId xmlns:a16="http://schemas.microsoft.com/office/drawing/2014/main" id="{D3305D9B-7E5D-4A06-B20C-705E7AADA0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8753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0" name="Rectangle 227">
            <a:extLst>
              <a:ext uri="{FF2B5EF4-FFF2-40B4-BE49-F238E27FC236}">
                <a16:creationId xmlns:a16="http://schemas.microsoft.com/office/drawing/2014/main" id="{10DC9989-B0C3-40E8-9A23-4DD46B61F1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3837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1" name="Rectangle 228">
            <a:extLst>
              <a:ext uri="{FF2B5EF4-FFF2-40B4-BE49-F238E27FC236}">
                <a16:creationId xmlns:a16="http://schemas.microsoft.com/office/drawing/2014/main" id="{802DD19F-ACAF-462C-9EF0-03BED7E8C2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3837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2" name="Rectangle 254">
            <a:extLst>
              <a:ext uri="{FF2B5EF4-FFF2-40B4-BE49-F238E27FC236}">
                <a16:creationId xmlns:a16="http://schemas.microsoft.com/office/drawing/2014/main" id="{B675BA60-6E6B-4897-B172-3FEB85B0A6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8909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3" name="Rectangle 255">
            <a:extLst>
              <a:ext uri="{FF2B5EF4-FFF2-40B4-BE49-F238E27FC236}">
                <a16:creationId xmlns:a16="http://schemas.microsoft.com/office/drawing/2014/main" id="{90EC0740-4B58-4786-864F-D6202316E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8909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4" name="Rectangle 91">
            <a:extLst>
              <a:ext uri="{FF2B5EF4-FFF2-40B4-BE49-F238E27FC236}">
                <a16:creationId xmlns:a16="http://schemas.microsoft.com/office/drawing/2014/main" id="{6F4C6DA5-9C32-43AB-9B2B-D5F64DCD5B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5" name="Rectangle 92">
            <a:extLst>
              <a:ext uri="{FF2B5EF4-FFF2-40B4-BE49-F238E27FC236}">
                <a16:creationId xmlns:a16="http://schemas.microsoft.com/office/drawing/2014/main" id="{2E98FFFB-1367-4885-A347-2B10A92AF7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6" name="Rectangle 118">
            <a:extLst>
              <a:ext uri="{FF2B5EF4-FFF2-40B4-BE49-F238E27FC236}">
                <a16:creationId xmlns:a16="http://schemas.microsoft.com/office/drawing/2014/main" id="{B0EE3A07-2F28-4D28-AD64-4E71640B18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7" name="Rectangle 119">
            <a:extLst>
              <a:ext uri="{FF2B5EF4-FFF2-40B4-BE49-F238E27FC236}">
                <a16:creationId xmlns:a16="http://schemas.microsoft.com/office/drawing/2014/main" id="{CCE2A03B-C80B-42F1-9230-C10251D123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8" name="Rectangle 145">
            <a:extLst>
              <a:ext uri="{FF2B5EF4-FFF2-40B4-BE49-F238E27FC236}">
                <a16:creationId xmlns:a16="http://schemas.microsoft.com/office/drawing/2014/main" id="{87375277-0EF5-4601-B688-CC287F3E6A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9" name="Rectangle 146">
            <a:extLst>
              <a:ext uri="{FF2B5EF4-FFF2-40B4-BE49-F238E27FC236}">
                <a16:creationId xmlns:a16="http://schemas.microsoft.com/office/drawing/2014/main" id="{19099545-7878-4215-9ADA-69237497B88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0" name="Rectangle 172">
            <a:extLst>
              <a:ext uri="{FF2B5EF4-FFF2-40B4-BE49-F238E27FC236}">
                <a16:creationId xmlns:a16="http://schemas.microsoft.com/office/drawing/2014/main" id="{13AB64CA-71E8-4F3D-8A8F-48ADB8EE76D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1" name="Rectangle 173">
            <a:extLst>
              <a:ext uri="{FF2B5EF4-FFF2-40B4-BE49-F238E27FC236}">
                <a16:creationId xmlns:a16="http://schemas.microsoft.com/office/drawing/2014/main" id="{E6E68EB4-8B4F-4659-85F0-F33EB0681E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2" name="Rectangle 199">
            <a:extLst>
              <a:ext uri="{FF2B5EF4-FFF2-40B4-BE49-F238E27FC236}">
                <a16:creationId xmlns:a16="http://schemas.microsoft.com/office/drawing/2014/main" id="{FD5D2EFE-78D7-47A0-B41B-A6D123F332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3" name="Rectangle 200">
            <a:extLst>
              <a:ext uri="{FF2B5EF4-FFF2-40B4-BE49-F238E27FC236}">
                <a16:creationId xmlns:a16="http://schemas.microsoft.com/office/drawing/2014/main" id="{43DD1F99-EF92-4FA7-A688-DFB8CA0428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4" name="Rectangle 227">
            <a:extLst>
              <a:ext uri="{FF2B5EF4-FFF2-40B4-BE49-F238E27FC236}">
                <a16:creationId xmlns:a16="http://schemas.microsoft.com/office/drawing/2014/main" id="{61B66908-9A89-4CAA-82BB-1B0CBBA712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5" name="Rectangle 228">
            <a:extLst>
              <a:ext uri="{FF2B5EF4-FFF2-40B4-BE49-F238E27FC236}">
                <a16:creationId xmlns:a16="http://schemas.microsoft.com/office/drawing/2014/main" id="{A25ADF27-53D5-47C3-A679-6359C6A587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6" name="Rectangle 254">
            <a:extLst>
              <a:ext uri="{FF2B5EF4-FFF2-40B4-BE49-F238E27FC236}">
                <a16:creationId xmlns:a16="http://schemas.microsoft.com/office/drawing/2014/main" id="{3571E780-2740-4415-A8FC-0A7B700326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7" name="Rectangle 255">
            <a:extLst>
              <a:ext uri="{FF2B5EF4-FFF2-40B4-BE49-F238E27FC236}">
                <a16:creationId xmlns:a16="http://schemas.microsoft.com/office/drawing/2014/main" id="{D4DFF327-57BB-4D9E-A2B7-F0DD5B9497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5" name="Rectangle 91">
            <a:extLst>
              <a:ext uri="{FF2B5EF4-FFF2-40B4-BE49-F238E27FC236}">
                <a16:creationId xmlns:a16="http://schemas.microsoft.com/office/drawing/2014/main" id="{8A3B7425-E369-4F53-BA6F-5242DA61BF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6" name="Rectangle 92">
            <a:extLst>
              <a:ext uri="{FF2B5EF4-FFF2-40B4-BE49-F238E27FC236}">
                <a16:creationId xmlns:a16="http://schemas.microsoft.com/office/drawing/2014/main" id="{4E6A839F-6FCF-4E31-8BD0-E16864EEE0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7" name="Rectangle 118">
            <a:extLst>
              <a:ext uri="{FF2B5EF4-FFF2-40B4-BE49-F238E27FC236}">
                <a16:creationId xmlns:a16="http://schemas.microsoft.com/office/drawing/2014/main" id="{E30405E0-3BAF-415C-962D-57EEE5D590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8" name="Rectangle 119">
            <a:extLst>
              <a:ext uri="{FF2B5EF4-FFF2-40B4-BE49-F238E27FC236}">
                <a16:creationId xmlns:a16="http://schemas.microsoft.com/office/drawing/2014/main" id="{2F0D6E87-BA13-4616-837F-44E6418D2BE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9" name="Rectangle 145">
            <a:extLst>
              <a:ext uri="{FF2B5EF4-FFF2-40B4-BE49-F238E27FC236}">
                <a16:creationId xmlns:a16="http://schemas.microsoft.com/office/drawing/2014/main" id="{6E4DC2C7-60E2-4E39-A040-33E1148C84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0" name="Rectangle 146">
            <a:extLst>
              <a:ext uri="{FF2B5EF4-FFF2-40B4-BE49-F238E27FC236}">
                <a16:creationId xmlns:a16="http://schemas.microsoft.com/office/drawing/2014/main" id="{966097DC-FD1B-4AB8-9270-D63BF4F1A3C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1" name="Rectangle 172">
            <a:extLst>
              <a:ext uri="{FF2B5EF4-FFF2-40B4-BE49-F238E27FC236}">
                <a16:creationId xmlns:a16="http://schemas.microsoft.com/office/drawing/2014/main" id="{F9963C2C-FE13-4B53-9E0A-33833EBFF4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2" name="Rectangle 173">
            <a:extLst>
              <a:ext uri="{FF2B5EF4-FFF2-40B4-BE49-F238E27FC236}">
                <a16:creationId xmlns:a16="http://schemas.microsoft.com/office/drawing/2014/main" id="{E25FDE01-0116-404D-AED3-856484360C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3" name="Rectangle 199">
            <a:extLst>
              <a:ext uri="{FF2B5EF4-FFF2-40B4-BE49-F238E27FC236}">
                <a16:creationId xmlns:a16="http://schemas.microsoft.com/office/drawing/2014/main" id="{6301786C-8F5C-45F8-9EBB-5C24E924F8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4" name="Rectangle 200">
            <a:extLst>
              <a:ext uri="{FF2B5EF4-FFF2-40B4-BE49-F238E27FC236}">
                <a16:creationId xmlns:a16="http://schemas.microsoft.com/office/drawing/2014/main" id="{5F732FBA-FE3A-4BD8-BBC1-9C523E6253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5" name="Rectangle 227">
            <a:extLst>
              <a:ext uri="{FF2B5EF4-FFF2-40B4-BE49-F238E27FC236}">
                <a16:creationId xmlns:a16="http://schemas.microsoft.com/office/drawing/2014/main" id="{C637BBAC-97AA-4D18-AA59-2A7536613F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6" name="Rectangle 228">
            <a:extLst>
              <a:ext uri="{FF2B5EF4-FFF2-40B4-BE49-F238E27FC236}">
                <a16:creationId xmlns:a16="http://schemas.microsoft.com/office/drawing/2014/main" id="{6065E043-00A0-4681-9A2D-6DCA1E6EF9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7" name="Rectangle 254">
            <a:extLst>
              <a:ext uri="{FF2B5EF4-FFF2-40B4-BE49-F238E27FC236}">
                <a16:creationId xmlns:a16="http://schemas.microsoft.com/office/drawing/2014/main" id="{CE169FB0-5491-4F5D-BC9E-C9846ADDC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8" name="Rectangle 255">
            <a:extLst>
              <a:ext uri="{FF2B5EF4-FFF2-40B4-BE49-F238E27FC236}">
                <a16:creationId xmlns:a16="http://schemas.microsoft.com/office/drawing/2014/main" id="{2057D317-5E06-487E-8C29-ACF2FBFDAD7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285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5">
            <a:extLst>
              <a:ext uri="{FF2B5EF4-FFF2-40B4-BE49-F238E27FC236}">
                <a16:creationId xmlns:a16="http://schemas.microsoft.com/office/drawing/2014/main" id="{85C298FF-97F9-4147-B827-D8E5136C2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8" name="Rectangle 6">
            <a:extLst>
              <a:ext uri="{FF2B5EF4-FFF2-40B4-BE49-F238E27FC236}">
                <a16:creationId xmlns:a16="http://schemas.microsoft.com/office/drawing/2014/main" id="{9408EFDD-1492-4223-8E65-A093D2F1B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9" name="Rectangle 7">
            <a:extLst>
              <a:ext uri="{FF2B5EF4-FFF2-40B4-BE49-F238E27FC236}">
                <a16:creationId xmlns:a16="http://schemas.microsoft.com/office/drawing/2014/main" id="{F894E7F8-7101-42ED-9EE3-85F58C6EF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0" name="Rectangle 8">
            <a:extLst>
              <a:ext uri="{FF2B5EF4-FFF2-40B4-BE49-F238E27FC236}">
                <a16:creationId xmlns:a16="http://schemas.microsoft.com/office/drawing/2014/main" id="{877C8C7E-1793-4536-97A4-63A3591EF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1" name="Rectangle 9">
            <a:extLst>
              <a:ext uri="{FF2B5EF4-FFF2-40B4-BE49-F238E27FC236}">
                <a16:creationId xmlns:a16="http://schemas.microsoft.com/office/drawing/2014/main" id="{077D2BC4-41B3-4D98-84CA-A2503EF13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2" name="Rectangle 10">
            <a:extLst>
              <a:ext uri="{FF2B5EF4-FFF2-40B4-BE49-F238E27FC236}">
                <a16:creationId xmlns:a16="http://schemas.microsoft.com/office/drawing/2014/main" id="{DE4270DF-458E-4975-B86F-E605B966C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3" name="Rectangle 11">
            <a:extLst>
              <a:ext uri="{FF2B5EF4-FFF2-40B4-BE49-F238E27FC236}">
                <a16:creationId xmlns:a16="http://schemas.microsoft.com/office/drawing/2014/main" id="{5334B1DA-DE9D-46A4-B1CC-07D8B5B37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4" name="Rectangle 12">
            <a:extLst>
              <a:ext uri="{FF2B5EF4-FFF2-40B4-BE49-F238E27FC236}">
                <a16:creationId xmlns:a16="http://schemas.microsoft.com/office/drawing/2014/main" id="{1CF1EF4A-5FEC-4B62-A622-2DEE7B72C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5" name="Rectangle 13">
            <a:extLst>
              <a:ext uri="{FF2B5EF4-FFF2-40B4-BE49-F238E27FC236}">
                <a16:creationId xmlns:a16="http://schemas.microsoft.com/office/drawing/2014/main" id="{322BDF90-AD9B-4F68-8F1B-8AE6FD1E4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6" name="Rectangle 14">
            <a:extLst>
              <a:ext uri="{FF2B5EF4-FFF2-40B4-BE49-F238E27FC236}">
                <a16:creationId xmlns:a16="http://schemas.microsoft.com/office/drawing/2014/main" id="{93F9BC3E-2349-4557-A942-FF58D3497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7" name="Rectangle 15">
            <a:extLst>
              <a:ext uri="{FF2B5EF4-FFF2-40B4-BE49-F238E27FC236}">
                <a16:creationId xmlns:a16="http://schemas.microsoft.com/office/drawing/2014/main" id="{D4E479F8-DBB7-4E24-82DB-9187E1DA1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8" name="Rectangle 16">
            <a:extLst>
              <a:ext uri="{FF2B5EF4-FFF2-40B4-BE49-F238E27FC236}">
                <a16:creationId xmlns:a16="http://schemas.microsoft.com/office/drawing/2014/main" id="{88729413-47AC-4DEA-A613-0B6158FCB8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9" name="Rectangle 17">
            <a:extLst>
              <a:ext uri="{FF2B5EF4-FFF2-40B4-BE49-F238E27FC236}">
                <a16:creationId xmlns:a16="http://schemas.microsoft.com/office/drawing/2014/main" id="{20F824DD-152A-4F6D-952E-24ADD1A8C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0" name="Rectangle 18">
            <a:extLst>
              <a:ext uri="{FF2B5EF4-FFF2-40B4-BE49-F238E27FC236}">
                <a16:creationId xmlns:a16="http://schemas.microsoft.com/office/drawing/2014/main" id="{951C09E8-C755-4AEB-9C27-AE9621753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1" name="Rectangle 19">
            <a:extLst>
              <a:ext uri="{FF2B5EF4-FFF2-40B4-BE49-F238E27FC236}">
                <a16:creationId xmlns:a16="http://schemas.microsoft.com/office/drawing/2014/main" id="{32F64432-EE66-40C8-A67A-FA722F75D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2" name="Rectangle 20">
            <a:extLst>
              <a:ext uri="{FF2B5EF4-FFF2-40B4-BE49-F238E27FC236}">
                <a16:creationId xmlns:a16="http://schemas.microsoft.com/office/drawing/2014/main" id="{29005991-F871-4DFB-9517-DCB334B68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3" name="Rectangle 21">
            <a:extLst>
              <a:ext uri="{FF2B5EF4-FFF2-40B4-BE49-F238E27FC236}">
                <a16:creationId xmlns:a16="http://schemas.microsoft.com/office/drawing/2014/main" id="{1C601034-B07F-4FCA-B65F-4BA94F1FE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4" name="Rectangle 22">
            <a:extLst>
              <a:ext uri="{FF2B5EF4-FFF2-40B4-BE49-F238E27FC236}">
                <a16:creationId xmlns:a16="http://schemas.microsoft.com/office/drawing/2014/main" id="{A3C10F51-A92E-4F5D-841E-2495E85BD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5" name="Rectangle 23">
            <a:extLst>
              <a:ext uri="{FF2B5EF4-FFF2-40B4-BE49-F238E27FC236}">
                <a16:creationId xmlns:a16="http://schemas.microsoft.com/office/drawing/2014/main" id="{8656C742-4C71-41EC-9EED-8A0FF35A8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6" name="Rectangle 24">
            <a:extLst>
              <a:ext uri="{FF2B5EF4-FFF2-40B4-BE49-F238E27FC236}">
                <a16:creationId xmlns:a16="http://schemas.microsoft.com/office/drawing/2014/main" id="{DD7837C0-45DC-47B0-8EB6-E1AFA3DF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7" name="Rectangle 25">
            <a:extLst>
              <a:ext uri="{FF2B5EF4-FFF2-40B4-BE49-F238E27FC236}">
                <a16:creationId xmlns:a16="http://schemas.microsoft.com/office/drawing/2014/main" id="{C6C4A808-47AA-4933-B20F-A80BEEFBD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8" name="Rectangle 26">
            <a:extLst>
              <a:ext uri="{FF2B5EF4-FFF2-40B4-BE49-F238E27FC236}">
                <a16:creationId xmlns:a16="http://schemas.microsoft.com/office/drawing/2014/main" id="{1916F620-2E67-4716-A335-AA9D0F9A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9" name="Rectangle 27">
            <a:extLst>
              <a:ext uri="{FF2B5EF4-FFF2-40B4-BE49-F238E27FC236}">
                <a16:creationId xmlns:a16="http://schemas.microsoft.com/office/drawing/2014/main" id="{54529738-34CA-43C1-9448-C6D7594E3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0" name="Rectangle 28">
            <a:extLst>
              <a:ext uri="{FF2B5EF4-FFF2-40B4-BE49-F238E27FC236}">
                <a16:creationId xmlns:a16="http://schemas.microsoft.com/office/drawing/2014/main" id="{AB2B254B-6166-4F70-A263-5F5630C8A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1" name="Rectangle 29">
            <a:extLst>
              <a:ext uri="{FF2B5EF4-FFF2-40B4-BE49-F238E27FC236}">
                <a16:creationId xmlns:a16="http://schemas.microsoft.com/office/drawing/2014/main" id="{CC179163-7F45-4275-B900-184CA908E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2" name="Rectangle 30">
            <a:extLst>
              <a:ext uri="{FF2B5EF4-FFF2-40B4-BE49-F238E27FC236}">
                <a16:creationId xmlns:a16="http://schemas.microsoft.com/office/drawing/2014/main" id="{A16179B1-495E-40B6-BA3E-4FE45BD06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1" name="Rectangle 32">
            <a:extLst>
              <a:ext uri="{FF2B5EF4-FFF2-40B4-BE49-F238E27FC236}">
                <a16:creationId xmlns:a16="http://schemas.microsoft.com/office/drawing/2014/main" id="{E6CEC545-E6D9-4264-BEA6-119B54AE4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2" name="Rectangle 33">
            <a:extLst>
              <a:ext uri="{FF2B5EF4-FFF2-40B4-BE49-F238E27FC236}">
                <a16:creationId xmlns:a16="http://schemas.microsoft.com/office/drawing/2014/main" id="{60C7E7B9-97E8-4AE1-A9F0-162381B38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3" name="Rectangle 34">
            <a:extLst>
              <a:ext uri="{FF2B5EF4-FFF2-40B4-BE49-F238E27FC236}">
                <a16:creationId xmlns:a16="http://schemas.microsoft.com/office/drawing/2014/main" id="{BC9E105B-3AD3-4AC9-8C4E-3DABA3F82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4" name="Rectangle 35">
            <a:extLst>
              <a:ext uri="{FF2B5EF4-FFF2-40B4-BE49-F238E27FC236}">
                <a16:creationId xmlns:a16="http://schemas.microsoft.com/office/drawing/2014/main" id="{B10232F8-CE74-495F-B906-B4B223707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5" name="Rectangle 36">
            <a:extLst>
              <a:ext uri="{FF2B5EF4-FFF2-40B4-BE49-F238E27FC236}">
                <a16:creationId xmlns:a16="http://schemas.microsoft.com/office/drawing/2014/main" id="{377EBFB6-EE61-435B-A0EA-67D67D892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6" name="Rectangle 37">
            <a:extLst>
              <a:ext uri="{FF2B5EF4-FFF2-40B4-BE49-F238E27FC236}">
                <a16:creationId xmlns:a16="http://schemas.microsoft.com/office/drawing/2014/main" id="{7837C467-758B-463F-B551-93C783E12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7" name="Rectangle 38">
            <a:extLst>
              <a:ext uri="{FF2B5EF4-FFF2-40B4-BE49-F238E27FC236}">
                <a16:creationId xmlns:a16="http://schemas.microsoft.com/office/drawing/2014/main" id="{C77A01F7-C261-4381-86C3-4C89EE66C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8" name="Rectangle 39">
            <a:extLst>
              <a:ext uri="{FF2B5EF4-FFF2-40B4-BE49-F238E27FC236}">
                <a16:creationId xmlns:a16="http://schemas.microsoft.com/office/drawing/2014/main" id="{7477D541-DCD7-4A47-BAD6-421CE795D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9" name="Rectangle 40">
            <a:extLst>
              <a:ext uri="{FF2B5EF4-FFF2-40B4-BE49-F238E27FC236}">
                <a16:creationId xmlns:a16="http://schemas.microsoft.com/office/drawing/2014/main" id="{4E64ADB5-6C15-4DFA-A1D8-CCB52869E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0" name="Rectangle 41">
            <a:extLst>
              <a:ext uri="{FF2B5EF4-FFF2-40B4-BE49-F238E27FC236}">
                <a16:creationId xmlns:a16="http://schemas.microsoft.com/office/drawing/2014/main" id="{AC57F5E1-8997-4B18-B946-EC6DFA386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1" name="Rectangle 42">
            <a:extLst>
              <a:ext uri="{FF2B5EF4-FFF2-40B4-BE49-F238E27FC236}">
                <a16:creationId xmlns:a16="http://schemas.microsoft.com/office/drawing/2014/main" id="{AC1B45CA-8F96-41DA-A93A-FD14080BE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2" name="Rectangle 43">
            <a:extLst>
              <a:ext uri="{FF2B5EF4-FFF2-40B4-BE49-F238E27FC236}">
                <a16:creationId xmlns:a16="http://schemas.microsoft.com/office/drawing/2014/main" id="{703118E8-5E3B-4DFA-9921-369E22CA0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3" name="Rectangle 44">
            <a:extLst>
              <a:ext uri="{FF2B5EF4-FFF2-40B4-BE49-F238E27FC236}">
                <a16:creationId xmlns:a16="http://schemas.microsoft.com/office/drawing/2014/main" id="{ED301010-E5DC-4676-A476-7C14D84A5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4" name="Rectangle 45">
            <a:extLst>
              <a:ext uri="{FF2B5EF4-FFF2-40B4-BE49-F238E27FC236}">
                <a16:creationId xmlns:a16="http://schemas.microsoft.com/office/drawing/2014/main" id="{37F85CBA-9F8F-490A-A6C5-555D548FD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5" name="Rectangle 46">
            <a:extLst>
              <a:ext uri="{FF2B5EF4-FFF2-40B4-BE49-F238E27FC236}">
                <a16:creationId xmlns:a16="http://schemas.microsoft.com/office/drawing/2014/main" id="{4CDDB648-0406-4415-9B3A-F56F9D7B2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6" name="Rectangle 47">
            <a:extLst>
              <a:ext uri="{FF2B5EF4-FFF2-40B4-BE49-F238E27FC236}">
                <a16:creationId xmlns:a16="http://schemas.microsoft.com/office/drawing/2014/main" id="{9656844F-AFE3-4957-A69F-F4A848FEF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7" name="Rectangle 48">
            <a:extLst>
              <a:ext uri="{FF2B5EF4-FFF2-40B4-BE49-F238E27FC236}">
                <a16:creationId xmlns:a16="http://schemas.microsoft.com/office/drawing/2014/main" id="{5A3A99BA-4854-4231-B6BB-888D83A0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8" name="Rectangle 49">
            <a:extLst>
              <a:ext uri="{FF2B5EF4-FFF2-40B4-BE49-F238E27FC236}">
                <a16:creationId xmlns:a16="http://schemas.microsoft.com/office/drawing/2014/main" id="{22B51AD2-0C6E-467F-A47F-34DAB5BB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9" name="Rectangle 50">
            <a:extLst>
              <a:ext uri="{FF2B5EF4-FFF2-40B4-BE49-F238E27FC236}">
                <a16:creationId xmlns:a16="http://schemas.microsoft.com/office/drawing/2014/main" id="{EDE14BA8-EBD0-4206-8FB2-6B9E4AB28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0" name="Rectangle 51">
            <a:extLst>
              <a:ext uri="{FF2B5EF4-FFF2-40B4-BE49-F238E27FC236}">
                <a16:creationId xmlns:a16="http://schemas.microsoft.com/office/drawing/2014/main" id="{F2846FEF-2688-4964-A02B-231009108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1" name="Rectangle 52">
            <a:extLst>
              <a:ext uri="{FF2B5EF4-FFF2-40B4-BE49-F238E27FC236}">
                <a16:creationId xmlns:a16="http://schemas.microsoft.com/office/drawing/2014/main" id="{93E03F91-49D8-43EE-B637-0558AECB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2" name="Rectangle 53">
            <a:extLst>
              <a:ext uri="{FF2B5EF4-FFF2-40B4-BE49-F238E27FC236}">
                <a16:creationId xmlns:a16="http://schemas.microsoft.com/office/drawing/2014/main" id="{25EB1B6D-371C-4129-8792-C87711A4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3283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3" name="Rectangle 54">
            <a:extLst>
              <a:ext uri="{FF2B5EF4-FFF2-40B4-BE49-F238E27FC236}">
                <a16:creationId xmlns:a16="http://schemas.microsoft.com/office/drawing/2014/main" id="{F0762AD7-4B47-41B5-90EC-26D5248FC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4" name="Rectangle 55">
            <a:extLst>
              <a:ext uri="{FF2B5EF4-FFF2-40B4-BE49-F238E27FC236}">
                <a16:creationId xmlns:a16="http://schemas.microsoft.com/office/drawing/2014/main" id="{77F5372A-DF0C-4EB4-8383-88ACAFBC3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5" name="Rectangle 56">
            <a:extLst>
              <a:ext uri="{FF2B5EF4-FFF2-40B4-BE49-F238E27FC236}">
                <a16:creationId xmlns:a16="http://schemas.microsoft.com/office/drawing/2014/main" id="{E1647C36-4FD2-4648-B99F-D1A25055E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6" name="Rectangle 57">
            <a:extLst>
              <a:ext uri="{FF2B5EF4-FFF2-40B4-BE49-F238E27FC236}">
                <a16:creationId xmlns:a16="http://schemas.microsoft.com/office/drawing/2014/main" id="{ACEC7B34-ADAF-47D3-BF11-ED91BA7A1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5" name="Rectangle 59">
            <a:extLst>
              <a:ext uri="{FF2B5EF4-FFF2-40B4-BE49-F238E27FC236}">
                <a16:creationId xmlns:a16="http://schemas.microsoft.com/office/drawing/2014/main" id="{D5764D4B-1D40-4C27-A916-0AC8D929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6" name="Rectangle 60">
            <a:extLst>
              <a:ext uri="{FF2B5EF4-FFF2-40B4-BE49-F238E27FC236}">
                <a16:creationId xmlns:a16="http://schemas.microsoft.com/office/drawing/2014/main" id="{8D6FB00B-87D1-4116-9000-867A2BDD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7" name="Rectangle 61">
            <a:extLst>
              <a:ext uri="{FF2B5EF4-FFF2-40B4-BE49-F238E27FC236}">
                <a16:creationId xmlns:a16="http://schemas.microsoft.com/office/drawing/2014/main" id="{13141309-AB43-4A97-A80F-35655D9BF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8" name="Rectangle 62">
            <a:extLst>
              <a:ext uri="{FF2B5EF4-FFF2-40B4-BE49-F238E27FC236}">
                <a16:creationId xmlns:a16="http://schemas.microsoft.com/office/drawing/2014/main" id="{C9A0F710-6D9F-43AD-AC28-FF4E5216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9" name="Rectangle 63">
            <a:extLst>
              <a:ext uri="{FF2B5EF4-FFF2-40B4-BE49-F238E27FC236}">
                <a16:creationId xmlns:a16="http://schemas.microsoft.com/office/drawing/2014/main" id="{22D043F3-2F25-42E6-A0CC-C1417E8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0" name="Rectangle 64">
            <a:extLst>
              <a:ext uri="{FF2B5EF4-FFF2-40B4-BE49-F238E27FC236}">
                <a16:creationId xmlns:a16="http://schemas.microsoft.com/office/drawing/2014/main" id="{128AE702-54D4-4937-85C0-321F9B6D1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1" name="Rectangle 65">
            <a:extLst>
              <a:ext uri="{FF2B5EF4-FFF2-40B4-BE49-F238E27FC236}">
                <a16:creationId xmlns:a16="http://schemas.microsoft.com/office/drawing/2014/main" id="{495CD95D-8E09-4DE3-AD35-D07AE4DAC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2" name="Rectangle 66">
            <a:extLst>
              <a:ext uri="{FF2B5EF4-FFF2-40B4-BE49-F238E27FC236}">
                <a16:creationId xmlns:a16="http://schemas.microsoft.com/office/drawing/2014/main" id="{F9E349F8-478A-454D-B3EF-507AC5975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3" name="Rectangle 67">
            <a:extLst>
              <a:ext uri="{FF2B5EF4-FFF2-40B4-BE49-F238E27FC236}">
                <a16:creationId xmlns:a16="http://schemas.microsoft.com/office/drawing/2014/main" id="{038DA8FC-06DE-457C-A8EE-5A7FEC447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4" name="Rectangle 68">
            <a:extLst>
              <a:ext uri="{FF2B5EF4-FFF2-40B4-BE49-F238E27FC236}">
                <a16:creationId xmlns:a16="http://schemas.microsoft.com/office/drawing/2014/main" id="{37F3C727-E73B-4515-BA7B-40F081102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5" name="Rectangle 69">
            <a:extLst>
              <a:ext uri="{FF2B5EF4-FFF2-40B4-BE49-F238E27FC236}">
                <a16:creationId xmlns:a16="http://schemas.microsoft.com/office/drawing/2014/main" id="{7ACA813C-C067-4264-85A3-D6CC63AF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6" name="Rectangle 70">
            <a:extLst>
              <a:ext uri="{FF2B5EF4-FFF2-40B4-BE49-F238E27FC236}">
                <a16:creationId xmlns:a16="http://schemas.microsoft.com/office/drawing/2014/main" id="{7F1EFEF0-7477-4565-8B37-7950FACA6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7" name="Rectangle 71">
            <a:extLst>
              <a:ext uri="{FF2B5EF4-FFF2-40B4-BE49-F238E27FC236}">
                <a16:creationId xmlns:a16="http://schemas.microsoft.com/office/drawing/2014/main" id="{F425C54F-BDFC-4555-881A-B6F26762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8" name="Rectangle 72">
            <a:extLst>
              <a:ext uri="{FF2B5EF4-FFF2-40B4-BE49-F238E27FC236}">
                <a16:creationId xmlns:a16="http://schemas.microsoft.com/office/drawing/2014/main" id="{213AFED9-7175-4A0D-92DC-B39BAE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9" name="Rectangle 73">
            <a:extLst>
              <a:ext uri="{FF2B5EF4-FFF2-40B4-BE49-F238E27FC236}">
                <a16:creationId xmlns:a16="http://schemas.microsoft.com/office/drawing/2014/main" id="{9E4FCFC2-A1ED-453A-B612-E5E0B39C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Rectangle 74">
            <a:extLst>
              <a:ext uri="{FF2B5EF4-FFF2-40B4-BE49-F238E27FC236}">
                <a16:creationId xmlns:a16="http://schemas.microsoft.com/office/drawing/2014/main" id="{1C9D742B-9152-4EF7-A612-B519BF62C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Rectangle 75">
            <a:extLst>
              <a:ext uri="{FF2B5EF4-FFF2-40B4-BE49-F238E27FC236}">
                <a16:creationId xmlns:a16="http://schemas.microsoft.com/office/drawing/2014/main" id="{2149792F-282E-44D6-84AE-7D31FA24B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2" name="Rectangle 76">
            <a:extLst>
              <a:ext uri="{FF2B5EF4-FFF2-40B4-BE49-F238E27FC236}">
                <a16:creationId xmlns:a16="http://schemas.microsoft.com/office/drawing/2014/main" id="{BEAFEECA-B893-49C1-9039-812C4AF5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3" name="Rectangle 77">
            <a:extLst>
              <a:ext uri="{FF2B5EF4-FFF2-40B4-BE49-F238E27FC236}">
                <a16:creationId xmlns:a16="http://schemas.microsoft.com/office/drawing/2014/main" id="{122E4F71-6D60-47F1-8100-1C8190AAD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4" name="Rectangle 78">
            <a:extLst>
              <a:ext uri="{FF2B5EF4-FFF2-40B4-BE49-F238E27FC236}">
                <a16:creationId xmlns:a16="http://schemas.microsoft.com/office/drawing/2014/main" id="{E9A54785-45A1-4BC8-A85E-CA3EB19FF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5" name="Rectangle 79">
            <a:extLst>
              <a:ext uri="{FF2B5EF4-FFF2-40B4-BE49-F238E27FC236}">
                <a16:creationId xmlns:a16="http://schemas.microsoft.com/office/drawing/2014/main" id="{D765DC5F-87A3-4E46-88C5-F2101A29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6" name="Rectangle 80">
            <a:extLst>
              <a:ext uri="{FF2B5EF4-FFF2-40B4-BE49-F238E27FC236}">
                <a16:creationId xmlns:a16="http://schemas.microsoft.com/office/drawing/2014/main" id="{644B6B17-5BBC-4A03-8899-52E7DF7F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7" name="Rectangle 81">
            <a:extLst>
              <a:ext uri="{FF2B5EF4-FFF2-40B4-BE49-F238E27FC236}">
                <a16:creationId xmlns:a16="http://schemas.microsoft.com/office/drawing/2014/main" id="{987BE756-32EA-455B-8130-C8E83B1B3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8" name="Rectangle 82">
            <a:extLst>
              <a:ext uri="{FF2B5EF4-FFF2-40B4-BE49-F238E27FC236}">
                <a16:creationId xmlns:a16="http://schemas.microsoft.com/office/drawing/2014/main" id="{5C7821F2-B5EF-4833-B9B9-5AE62E011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9" name="Rectangle 83">
            <a:extLst>
              <a:ext uri="{FF2B5EF4-FFF2-40B4-BE49-F238E27FC236}">
                <a16:creationId xmlns:a16="http://schemas.microsoft.com/office/drawing/2014/main" id="{EDF1C499-3F66-4B42-92C0-855DDB14CD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0" name="Rectangle 84">
            <a:extLst>
              <a:ext uri="{FF2B5EF4-FFF2-40B4-BE49-F238E27FC236}">
                <a16:creationId xmlns:a16="http://schemas.microsoft.com/office/drawing/2014/main" id="{3A95874A-F523-4169-A3FB-782B25C88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3882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Rectangle 5">
            <a:extLst>
              <a:ext uri="{FF2B5EF4-FFF2-40B4-BE49-F238E27FC236}">
                <a16:creationId xmlns:a16="http://schemas.microsoft.com/office/drawing/2014/main" id="{6291B61F-460B-41F6-82CC-088066FD8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Rectangle 6">
            <a:extLst>
              <a:ext uri="{FF2B5EF4-FFF2-40B4-BE49-F238E27FC236}">
                <a16:creationId xmlns:a16="http://schemas.microsoft.com/office/drawing/2014/main" id="{C588270F-A3F7-4DD2-8B81-C30BA6412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Rectangle 7">
            <a:extLst>
              <a:ext uri="{FF2B5EF4-FFF2-40B4-BE49-F238E27FC236}">
                <a16:creationId xmlns:a16="http://schemas.microsoft.com/office/drawing/2014/main" id="{050F8909-1A69-4BF3-BC80-ECD1B486F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Rectangle 8">
            <a:extLst>
              <a:ext uri="{FF2B5EF4-FFF2-40B4-BE49-F238E27FC236}">
                <a16:creationId xmlns:a16="http://schemas.microsoft.com/office/drawing/2014/main" id="{995EC835-8CAE-48D8-ADF0-22B6D986B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Rectangle 9">
            <a:extLst>
              <a:ext uri="{FF2B5EF4-FFF2-40B4-BE49-F238E27FC236}">
                <a16:creationId xmlns:a16="http://schemas.microsoft.com/office/drawing/2014/main" id="{5076577D-01F8-484C-8AEB-1091039A6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Rectangle 10">
            <a:extLst>
              <a:ext uri="{FF2B5EF4-FFF2-40B4-BE49-F238E27FC236}">
                <a16:creationId xmlns:a16="http://schemas.microsoft.com/office/drawing/2014/main" id="{5FAA1557-63ED-4C2E-89BE-E827B69C4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Rectangle 11">
            <a:extLst>
              <a:ext uri="{FF2B5EF4-FFF2-40B4-BE49-F238E27FC236}">
                <a16:creationId xmlns:a16="http://schemas.microsoft.com/office/drawing/2014/main" id="{63D8B1EF-AF76-4A72-B4E3-FC4D1B4E7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Rectangle 12">
            <a:extLst>
              <a:ext uri="{FF2B5EF4-FFF2-40B4-BE49-F238E27FC236}">
                <a16:creationId xmlns:a16="http://schemas.microsoft.com/office/drawing/2014/main" id="{4DF3DA51-2B69-42BD-A6DE-6F85AA116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Rectangle 13">
            <a:extLst>
              <a:ext uri="{FF2B5EF4-FFF2-40B4-BE49-F238E27FC236}">
                <a16:creationId xmlns:a16="http://schemas.microsoft.com/office/drawing/2014/main" id="{464ECA3E-44D7-43DE-A35E-EADB2D8D7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Rectangle 14">
            <a:extLst>
              <a:ext uri="{FF2B5EF4-FFF2-40B4-BE49-F238E27FC236}">
                <a16:creationId xmlns:a16="http://schemas.microsoft.com/office/drawing/2014/main" id="{36E4F914-DFE7-4297-8E42-A27710155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Rectangle 15">
            <a:extLst>
              <a:ext uri="{FF2B5EF4-FFF2-40B4-BE49-F238E27FC236}">
                <a16:creationId xmlns:a16="http://schemas.microsoft.com/office/drawing/2014/main" id="{164AA26B-0915-4E61-AFF2-BDA8ED551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Rectangle 16">
            <a:extLst>
              <a:ext uri="{FF2B5EF4-FFF2-40B4-BE49-F238E27FC236}">
                <a16:creationId xmlns:a16="http://schemas.microsoft.com/office/drawing/2014/main" id="{D5AB2E4B-626F-4072-87E5-595D35EFA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Rectangle 17">
            <a:extLst>
              <a:ext uri="{FF2B5EF4-FFF2-40B4-BE49-F238E27FC236}">
                <a16:creationId xmlns:a16="http://schemas.microsoft.com/office/drawing/2014/main" id="{65DAB362-330B-46D1-BCA8-58DF84B02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2" name="Rectangle 18">
            <a:extLst>
              <a:ext uri="{FF2B5EF4-FFF2-40B4-BE49-F238E27FC236}">
                <a16:creationId xmlns:a16="http://schemas.microsoft.com/office/drawing/2014/main" id="{354D240F-C2AD-45B8-AC36-32AD2EAD6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3" name="Rectangle 19">
            <a:extLst>
              <a:ext uri="{FF2B5EF4-FFF2-40B4-BE49-F238E27FC236}">
                <a16:creationId xmlns:a16="http://schemas.microsoft.com/office/drawing/2014/main" id="{90E2C084-FE42-498D-9DD1-54C9F1833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4" name="Rectangle 20">
            <a:extLst>
              <a:ext uri="{FF2B5EF4-FFF2-40B4-BE49-F238E27FC236}">
                <a16:creationId xmlns:a16="http://schemas.microsoft.com/office/drawing/2014/main" id="{C350DA86-5C2C-4CB7-B1CC-4409FC689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5" name="Rectangle 21">
            <a:extLst>
              <a:ext uri="{FF2B5EF4-FFF2-40B4-BE49-F238E27FC236}">
                <a16:creationId xmlns:a16="http://schemas.microsoft.com/office/drawing/2014/main" id="{3476D016-BE0E-40FB-AE03-36C720631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6" name="Rectangle 22">
            <a:extLst>
              <a:ext uri="{FF2B5EF4-FFF2-40B4-BE49-F238E27FC236}">
                <a16:creationId xmlns:a16="http://schemas.microsoft.com/office/drawing/2014/main" id="{4207A264-69D9-418A-8329-92D261B9B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7" name="Rectangle 23">
            <a:extLst>
              <a:ext uri="{FF2B5EF4-FFF2-40B4-BE49-F238E27FC236}">
                <a16:creationId xmlns:a16="http://schemas.microsoft.com/office/drawing/2014/main" id="{A6B0A29B-A2CB-436D-9F5A-97AC9E9B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8" name="Rectangle 24">
            <a:extLst>
              <a:ext uri="{FF2B5EF4-FFF2-40B4-BE49-F238E27FC236}">
                <a16:creationId xmlns:a16="http://schemas.microsoft.com/office/drawing/2014/main" id="{E9855E46-BFAF-42D9-AC3D-C449C9315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9" name="Rectangle 25">
            <a:extLst>
              <a:ext uri="{FF2B5EF4-FFF2-40B4-BE49-F238E27FC236}">
                <a16:creationId xmlns:a16="http://schemas.microsoft.com/office/drawing/2014/main" id="{8A0832E2-B419-44F2-AA90-20EF152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0" name="Rectangle 26">
            <a:extLst>
              <a:ext uri="{FF2B5EF4-FFF2-40B4-BE49-F238E27FC236}">
                <a16:creationId xmlns:a16="http://schemas.microsoft.com/office/drawing/2014/main" id="{19E36BF2-3D4E-4C2B-8D4A-DCF9E92FA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4553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1" name="Rectangle 27">
            <a:extLst>
              <a:ext uri="{FF2B5EF4-FFF2-40B4-BE49-F238E27FC236}">
                <a16:creationId xmlns:a16="http://schemas.microsoft.com/office/drawing/2014/main" id="{038C7A5F-FE20-45D2-9A21-6F27B6DE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2" name="Rectangle 28">
            <a:extLst>
              <a:ext uri="{FF2B5EF4-FFF2-40B4-BE49-F238E27FC236}">
                <a16:creationId xmlns:a16="http://schemas.microsoft.com/office/drawing/2014/main" id="{E6296672-5055-43EF-8C50-F99741CCA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45539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3" name="Rectangle 29">
            <a:extLst>
              <a:ext uri="{FF2B5EF4-FFF2-40B4-BE49-F238E27FC236}">
                <a16:creationId xmlns:a16="http://schemas.microsoft.com/office/drawing/2014/main" id="{9F789C90-FBCD-48B5-800E-48295552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4" name="Rectangle 30">
            <a:extLst>
              <a:ext uri="{FF2B5EF4-FFF2-40B4-BE49-F238E27FC236}">
                <a16:creationId xmlns:a16="http://schemas.microsoft.com/office/drawing/2014/main" id="{DDF49BA7-3A02-4020-A1E4-11270C686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3" name="Rectangle 32">
            <a:extLst>
              <a:ext uri="{FF2B5EF4-FFF2-40B4-BE49-F238E27FC236}">
                <a16:creationId xmlns:a16="http://schemas.microsoft.com/office/drawing/2014/main" id="{B4B13D94-DCE1-468B-AF50-848FB46E4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Rectangle 33">
            <a:extLst>
              <a:ext uri="{FF2B5EF4-FFF2-40B4-BE49-F238E27FC236}">
                <a16:creationId xmlns:a16="http://schemas.microsoft.com/office/drawing/2014/main" id="{D42897BB-EFBB-4C3E-B7D8-39558C997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Rectangle 34">
            <a:extLst>
              <a:ext uri="{FF2B5EF4-FFF2-40B4-BE49-F238E27FC236}">
                <a16:creationId xmlns:a16="http://schemas.microsoft.com/office/drawing/2014/main" id="{4FAE9ED1-B75E-4074-8A29-538EBAC75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Rectangle 35">
            <a:extLst>
              <a:ext uri="{FF2B5EF4-FFF2-40B4-BE49-F238E27FC236}">
                <a16:creationId xmlns:a16="http://schemas.microsoft.com/office/drawing/2014/main" id="{04AF33C2-82DD-4449-B5ED-C6E11A91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Rectangle 36">
            <a:extLst>
              <a:ext uri="{FF2B5EF4-FFF2-40B4-BE49-F238E27FC236}">
                <a16:creationId xmlns:a16="http://schemas.microsoft.com/office/drawing/2014/main" id="{A402AA2F-3566-4F90-A3D7-2F6ACC059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8" name="Rectangle 37">
            <a:extLst>
              <a:ext uri="{FF2B5EF4-FFF2-40B4-BE49-F238E27FC236}">
                <a16:creationId xmlns:a16="http://schemas.microsoft.com/office/drawing/2014/main" id="{12257C74-8FE2-4A5A-AE7D-4253FD48B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9" name="Rectangle 38">
            <a:extLst>
              <a:ext uri="{FF2B5EF4-FFF2-40B4-BE49-F238E27FC236}">
                <a16:creationId xmlns:a16="http://schemas.microsoft.com/office/drawing/2014/main" id="{EDCCE78B-73E1-4347-A0AB-893F31DE0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0" name="Rectangle 39">
            <a:extLst>
              <a:ext uri="{FF2B5EF4-FFF2-40B4-BE49-F238E27FC236}">
                <a16:creationId xmlns:a16="http://schemas.microsoft.com/office/drawing/2014/main" id="{71A20C81-1914-4715-86F6-FC2A3887F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1" name="Rectangle 40">
            <a:extLst>
              <a:ext uri="{FF2B5EF4-FFF2-40B4-BE49-F238E27FC236}">
                <a16:creationId xmlns:a16="http://schemas.microsoft.com/office/drawing/2014/main" id="{30EB0F8B-2241-4BB6-B10C-10150726F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2" name="Rectangle 41">
            <a:extLst>
              <a:ext uri="{FF2B5EF4-FFF2-40B4-BE49-F238E27FC236}">
                <a16:creationId xmlns:a16="http://schemas.microsoft.com/office/drawing/2014/main" id="{93DC7C70-8C17-43A4-9F9B-0C24A1A88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3" name="Rectangle 42">
            <a:extLst>
              <a:ext uri="{FF2B5EF4-FFF2-40B4-BE49-F238E27FC236}">
                <a16:creationId xmlns:a16="http://schemas.microsoft.com/office/drawing/2014/main" id="{700DA9A2-C7ED-46FB-B7ED-912E60E91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4" name="Rectangle 43">
            <a:extLst>
              <a:ext uri="{FF2B5EF4-FFF2-40B4-BE49-F238E27FC236}">
                <a16:creationId xmlns:a16="http://schemas.microsoft.com/office/drawing/2014/main" id="{23993B3F-B1E2-4626-915E-30EA0C271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5" name="Rectangle 44">
            <a:extLst>
              <a:ext uri="{FF2B5EF4-FFF2-40B4-BE49-F238E27FC236}">
                <a16:creationId xmlns:a16="http://schemas.microsoft.com/office/drawing/2014/main" id="{70A847F2-326C-4A11-90C5-5A5E3BC00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6" name="Rectangle 45">
            <a:extLst>
              <a:ext uri="{FF2B5EF4-FFF2-40B4-BE49-F238E27FC236}">
                <a16:creationId xmlns:a16="http://schemas.microsoft.com/office/drawing/2014/main" id="{D050CF34-CB80-475B-86F9-30114A7E6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7" name="Rectangle 46">
            <a:extLst>
              <a:ext uri="{FF2B5EF4-FFF2-40B4-BE49-F238E27FC236}">
                <a16:creationId xmlns:a16="http://schemas.microsoft.com/office/drawing/2014/main" id="{72F7682D-8B8B-4827-9F84-5A883F2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8" name="Rectangle 47">
            <a:extLst>
              <a:ext uri="{FF2B5EF4-FFF2-40B4-BE49-F238E27FC236}">
                <a16:creationId xmlns:a16="http://schemas.microsoft.com/office/drawing/2014/main" id="{096B96DB-AD07-4F59-8D81-878896D60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9" name="Rectangle 48">
            <a:extLst>
              <a:ext uri="{FF2B5EF4-FFF2-40B4-BE49-F238E27FC236}">
                <a16:creationId xmlns:a16="http://schemas.microsoft.com/office/drawing/2014/main" id="{8B2388B0-7437-4F3C-B5AF-A99838656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0" name="Rectangle 49">
            <a:extLst>
              <a:ext uri="{FF2B5EF4-FFF2-40B4-BE49-F238E27FC236}">
                <a16:creationId xmlns:a16="http://schemas.microsoft.com/office/drawing/2014/main" id="{FBE62A09-5F6A-4BC0-9413-4B7222385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1" name="Rectangle 50">
            <a:extLst>
              <a:ext uri="{FF2B5EF4-FFF2-40B4-BE49-F238E27FC236}">
                <a16:creationId xmlns:a16="http://schemas.microsoft.com/office/drawing/2014/main" id="{FD4120A0-F176-4CF5-BD30-0A467CCD6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2" name="Rectangle 51">
            <a:extLst>
              <a:ext uri="{FF2B5EF4-FFF2-40B4-BE49-F238E27FC236}">
                <a16:creationId xmlns:a16="http://schemas.microsoft.com/office/drawing/2014/main" id="{8075DBF6-9812-49E0-8973-F29DF4621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3" name="Rectangle 52">
            <a:extLst>
              <a:ext uri="{FF2B5EF4-FFF2-40B4-BE49-F238E27FC236}">
                <a16:creationId xmlns:a16="http://schemas.microsoft.com/office/drawing/2014/main" id="{55CA37AD-A3E1-4489-9138-C3852B35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4" name="Rectangle 53">
            <a:extLst>
              <a:ext uri="{FF2B5EF4-FFF2-40B4-BE49-F238E27FC236}">
                <a16:creationId xmlns:a16="http://schemas.microsoft.com/office/drawing/2014/main" id="{C88268CA-A454-432A-BBC6-F3C2F2736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5" name="Rectangle 54">
            <a:extLst>
              <a:ext uri="{FF2B5EF4-FFF2-40B4-BE49-F238E27FC236}">
                <a16:creationId xmlns:a16="http://schemas.microsoft.com/office/drawing/2014/main" id="{3EA71045-4C26-49CD-944A-9D37A7B68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6" name="Rectangle 55">
            <a:extLst>
              <a:ext uri="{FF2B5EF4-FFF2-40B4-BE49-F238E27FC236}">
                <a16:creationId xmlns:a16="http://schemas.microsoft.com/office/drawing/2014/main" id="{4CA66C44-3E69-4CC0-BE3E-5099678F3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7" name="Rectangle 56">
            <a:extLst>
              <a:ext uri="{FF2B5EF4-FFF2-40B4-BE49-F238E27FC236}">
                <a16:creationId xmlns:a16="http://schemas.microsoft.com/office/drawing/2014/main" id="{DBCD939E-7346-4FE8-9A9E-3196A1634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225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Rectangle 57">
            <a:extLst>
              <a:ext uri="{FF2B5EF4-FFF2-40B4-BE49-F238E27FC236}">
                <a16:creationId xmlns:a16="http://schemas.microsoft.com/office/drawing/2014/main" id="{2048A8D9-1609-4979-9E04-CE3C74005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2251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7" name="Rectangle 59">
            <a:extLst>
              <a:ext uri="{FF2B5EF4-FFF2-40B4-BE49-F238E27FC236}">
                <a16:creationId xmlns:a16="http://schemas.microsoft.com/office/drawing/2014/main" id="{1CDD4CCD-B616-436B-A3FD-F9E6416D6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8" name="Rectangle 60">
            <a:extLst>
              <a:ext uri="{FF2B5EF4-FFF2-40B4-BE49-F238E27FC236}">
                <a16:creationId xmlns:a16="http://schemas.microsoft.com/office/drawing/2014/main" id="{C714A79D-593F-4D51-9527-0F7D44670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9" name="Rectangle 61">
            <a:extLst>
              <a:ext uri="{FF2B5EF4-FFF2-40B4-BE49-F238E27FC236}">
                <a16:creationId xmlns:a16="http://schemas.microsoft.com/office/drawing/2014/main" id="{E7C7988F-856E-46FD-8950-CCDDDA38C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0" name="Rectangle 62">
            <a:extLst>
              <a:ext uri="{FF2B5EF4-FFF2-40B4-BE49-F238E27FC236}">
                <a16:creationId xmlns:a16="http://schemas.microsoft.com/office/drawing/2014/main" id="{6A604DC1-6DD7-4A5F-939D-B7E3D6B44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1" name="Rectangle 63">
            <a:extLst>
              <a:ext uri="{FF2B5EF4-FFF2-40B4-BE49-F238E27FC236}">
                <a16:creationId xmlns:a16="http://schemas.microsoft.com/office/drawing/2014/main" id="{5E841B6F-400E-43A2-BA9E-713E1210E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2" name="Rectangle 64">
            <a:extLst>
              <a:ext uri="{FF2B5EF4-FFF2-40B4-BE49-F238E27FC236}">
                <a16:creationId xmlns:a16="http://schemas.microsoft.com/office/drawing/2014/main" id="{EB3556E4-BBFF-4497-86CB-E08210D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3" name="Rectangle 65">
            <a:extLst>
              <a:ext uri="{FF2B5EF4-FFF2-40B4-BE49-F238E27FC236}">
                <a16:creationId xmlns:a16="http://schemas.microsoft.com/office/drawing/2014/main" id="{4ED49176-4A95-47F2-9609-F517D91CE5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4" name="Rectangle 66">
            <a:extLst>
              <a:ext uri="{FF2B5EF4-FFF2-40B4-BE49-F238E27FC236}">
                <a16:creationId xmlns:a16="http://schemas.microsoft.com/office/drawing/2014/main" id="{C285A21A-D02C-4E2C-9129-0E4FD1439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5" name="Rectangle 67">
            <a:extLst>
              <a:ext uri="{FF2B5EF4-FFF2-40B4-BE49-F238E27FC236}">
                <a16:creationId xmlns:a16="http://schemas.microsoft.com/office/drawing/2014/main" id="{0FAC70C0-5E77-440D-AA2C-C5F3A3CEC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6" name="Rectangle 68">
            <a:extLst>
              <a:ext uri="{FF2B5EF4-FFF2-40B4-BE49-F238E27FC236}">
                <a16:creationId xmlns:a16="http://schemas.microsoft.com/office/drawing/2014/main" id="{5463B017-838F-413D-8764-821503622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7" name="Rectangle 69">
            <a:extLst>
              <a:ext uri="{FF2B5EF4-FFF2-40B4-BE49-F238E27FC236}">
                <a16:creationId xmlns:a16="http://schemas.microsoft.com/office/drawing/2014/main" id="{D1A17899-795E-470F-B52B-0EE1A5143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8" name="Rectangle 70">
            <a:extLst>
              <a:ext uri="{FF2B5EF4-FFF2-40B4-BE49-F238E27FC236}">
                <a16:creationId xmlns:a16="http://schemas.microsoft.com/office/drawing/2014/main" id="{BFA98CD7-C296-4FF8-AEA4-137B730DF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9" name="Rectangle 71">
            <a:extLst>
              <a:ext uri="{FF2B5EF4-FFF2-40B4-BE49-F238E27FC236}">
                <a16:creationId xmlns:a16="http://schemas.microsoft.com/office/drawing/2014/main" id="{9F11BA7F-A440-4A5A-9145-C2CBF5DAF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0" name="Rectangle 72">
            <a:extLst>
              <a:ext uri="{FF2B5EF4-FFF2-40B4-BE49-F238E27FC236}">
                <a16:creationId xmlns:a16="http://schemas.microsoft.com/office/drawing/2014/main" id="{D21FFF55-7EAD-40FA-9864-F5B8971D1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1" name="Rectangle 73">
            <a:extLst>
              <a:ext uri="{FF2B5EF4-FFF2-40B4-BE49-F238E27FC236}">
                <a16:creationId xmlns:a16="http://schemas.microsoft.com/office/drawing/2014/main" id="{30F55C85-4BDF-4A1A-A90A-C676A9117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2" name="Rectangle 74">
            <a:extLst>
              <a:ext uri="{FF2B5EF4-FFF2-40B4-BE49-F238E27FC236}">
                <a16:creationId xmlns:a16="http://schemas.microsoft.com/office/drawing/2014/main" id="{CD376222-CE2E-460E-A86D-CEEFFC77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3" name="Rectangle 75">
            <a:extLst>
              <a:ext uri="{FF2B5EF4-FFF2-40B4-BE49-F238E27FC236}">
                <a16:creationId xmlns:a16="http://schemas.microsoft.com/office/drawing/2014/main" id="{D9F6E244-E70D-4E98-BE65-616D29A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4" name="Rectangle 76">
            <a:extLst>
              <a:ext uri="{FF2B5EF4-FFF2-40B4-BE49-F238E27FC236}">
                <a16:creationId xmlns:a16="http://schemas.microsoft.com/office/drawing/2014/main" id="{E3B75F8F-57C0-4AD6-92A4-826B4281F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5" name="Rectangle 77">
            <a:extLst>
              <a:ext uri="{FF2B5EF4-FFF2-40B4-BE49-F238E27FC236}">
                <a16:creationId xmlns:a16="http://schemas.microsoft.com/office/drawing/2014/main" id="{A535E84C-3ECC-4B95-9FA9-A4AD23F2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6" name="Rectangle 78">
            <a:extLst>
              <a:ext uri="{FF2B5EF4-FFF2-40B4-BE49-F238E27FC236}">
                <a16:creationId xmlns:a16="http://schemas.microsoft.com/office/drawing/2014/main" id="{B36D8AB3-727A-44D7-B945-11021E7E5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7" name="Rectangle 79">
            <a:extLst>
              <a:ext uri="{FF2B5EF4-FFF2-40B4-BE49-F238E27FC236}">
                <a16:creationId xmlns:a16="http://schemas.microsoft.com/office/drawing/2014/main" id="{D97F58A0-5D6C-414B-81E1-932E36D87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8" name="Rectangle 80">
            <a:extLst>
              <a:ext uri="{FF2B5EF4-FFF2-40B4-BE49-F238E27FC236}">
                <a16:creationId xmlns:a16="http://schemas.microsoft.com/office/drawing/2014/main" id="{34645A3A-2DF2-467B-ADEC-66C268007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9" name="Rectangle 81">
            <a:extLst>
              <a:ext uri="{FF2B5EF4-FFF2-40B4-BE49-F238E27FC236}">
                <a16:creationId xmlns:a16="http://schemas.microsoft.com/office/drawing/2014/main" id="{2991A0D8-2D5D-4B08-9704-9BFB93B1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0" name="Rectangle 82">
            <a:extLst>
              <a:ext uri="{FF2B5EF4-FFF2-40B4-BE49-F238E27FC236}">
                <a16:creationId xmlns:a16="http://schemas.microsoft.com/office/drawing/2014/main" id="{7128A5D3-8A8E-4A5B-ACA1-5A01DEAE2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577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1" name="Rectangle 83">
            <a:extLst>
              <a:ext uri="{FF2B5EF4-FFF2-40B4-BE49-F238E27FC236}">
                <a16:creationId xmlns:a16="http://schemas.microsoft.com/office/drawing/2014/main" id="{D017036E-3A97-4D6A-AA9F-AA9B8E3E0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Rectangle 84">
            <a:extLst>
              <a:ext uri="{FF2B5EF4-FFF2-40B4-BE49-F238E27FC236}">
                <a16:creationId xmlns:a16="http://schemas.microsoft.com/office/drawing/2014/main" id="{5BCCE486-20E6-47E4-96AF-5AFB02173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AC28E286-CB3B-41B8-9829-2A09FD0F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Rectangle 6">
            <a:extLst>
              <a:ext uri="{FF2B5EF4-FFF2-40B4-BE49-F238E27FC236}">
                <a16:creationId xmlns:a16="http://schemas.microsoft.com/office/drawing/2014/main" id="{A6CBC9BD-AE25-437A-9246-679B5C4D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6" name="Rectangle 20">
            <a:extLst>
              <a:ext uri="{FF2B5EF4-FFF2-40B4-BE49-F238E27FC236}">
                <a16:creationId xmlns:a16="http://schemas.microsoft.com/office/drawing/2014/main" id="{0EDE0526-CBA2-4A01-9D59-24F0B138B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7" name="Rectangle 21">
            <a:extLst>
              <a:ext uri="{FF2B5EF4-FFF2-40B4-BE49-F238E27FC236}">
                <a16:creationId xmlns:a16="http://schemas.microsoft.com/office/drawing/2014/main" id="{5E66E413-A492-40ED-BCC5-F23480C01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8" name="Rectangle 22">
            <a:extLst>
              <a:ext uri="{FF2B5EF4-FFF2-40B4-BE49-F238E27FC236}">
                <a16:creationId xmlns:a16="http://schemas.microsoft.com/office/drawing/2014/main" id="{6FCFA5F2-AFE6-49D8-BE15-40E90D43F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9" name="Rectangle 23">
            <a:extLst>
              <a:ext uri="{FF2B5EF4-FFF2-40B4-BE49-F238E27FC236}">
                <a16:creationId xmlns:a16="http://schemas.microsoft.com/office/drawing/2014/main" id="{AD7A4E43-F44A-43CF-A9D7-BA4D8B2B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0" name="Rectangle 24">
            <a:extLst>
              <a:ext uri="{FF2B5EF4-FFF2-40B4-BE49-F238E27FC236}">
                <a16:creationId xmlns:a16="http://schemas.microsoft.com/office/drawing/2014/main" id="{FC2E67AB-58DA-4BCF-81D2-0040BBD96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1" name="Rectangle 25">
            <a:extLst>
              <a:ext uri="{FF2B5EF4-FFF2-40B4-BE49-F238E27FC236}">
                <a16:creationId xmlns:a16="http://schemas.microsoft.com/office/drawing/2014/main" id="{C99A6A98-815A-4877-8FE9-06C0CB7E1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2" name="Rectangle 26">
            <a:extLst>
              <a:ext uri="{FF2B5EF4-FFF2-40B4-BE49-F238E27FC236}">
                <a16:creationId xmlns:a16="http://schemas.microsoft.com/office/drawing/2014/main" id="{C64F5A0E-D9C8-4999-8349-EA4D5F6A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3" name="Rectangle 27">
            <a:extLst>
              <a:ext uri="{FF2B5EF4-FFF2-40B4-BE49-F238E27FC236}">
                <a16:creationId xmlns:a16="http://schemas.microsoft.com/office/drawing/2014/main" id="{6935F975-0CC7-414B-9F9C-44875EF3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4" name="Rectangle 28">
            <a:extLst>
              <a:ext uri="{FF2B5EF4-FFF2-40B4-BE49-F238E27FC236}">
                <a16:creationId xmlns:a16="http://schemas.microsoft.com/office/drawing/2014/main" id="{21DEE8DA-7AB4-4341-BEF7-E8343A7BD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5" name="Rectangle 29">
            <a:extLst>
              <a:ext uri="{FF2B5EF4-FFF2-40B4-BE49-F238E27FC236}">
                <a16:creationId xmlns:a16="http://schemas.microsoft.com/office/drawing/2014/main" id="{AF4FCF43-3009-4229-89F8-D62F91C9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6" name="Rectangle 30">
            <a:extLst>
              <a:ext uri="{FF2B5EF4-FFF2-40B4-BE49-F238E27FC236}">
                <a16:creationId xmlns:a16="http://schemas.microsoft.com/office/drawing/2014/main" id="{21EAAE8A-F99B-4A0B-8E7D-566273D5E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6450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5" name="Rectangle 32">
            <a:extLst>
              <a:ext uri="{FF2B5EF4-FFF2-40B4-BE49-F238E27FC236}">
                <a16:creationId xmlns:a16="http://schemas.microsoft.com/office/drawing/2014/main" id="{FD0840A3-FF5F-4E9F-AAB6-948A5E4E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6" name="Rectangle 33">
            <a:extLst>
              <a:ext uri="{FF2B5EF4-FFF2-40B4-BE49-F238E27FC236}">
                <a16:creationId xmlns:a16="http://schemas.microsoft.com/office/drawing/2014/main" id="{F50A1B14-0F67-4FC2-88F7-3BE9E0EB2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0" name="Rectangle 47">
            <a:extLst>
              <a:ext uri="{FF2B5EF4-FFF2-40B4-BE49-F238E27FC236}">
                <a16:creationId xmlns:a16="http://schemas.microsoft.com/office/drawing/2014/main" id="{C379EE06-9745-42DA-BBC1-A082CA50F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1" name="Rectangle 48">
            <a:extLst>
              <a:ext uri="{FF2B5EF4-FFF2-40B4-BE49-F238E27FC236}">
                <a16:creationId xmlns:a16="http://schemas.microsoft.com/office/drawing/2014/main" id="{06184212-6301-4320-A25C-8350DB257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2" name="Rectangle 49">
            <a:extLst>
              <a:ext uri="{FF2B5EF4-FFF2-40B4-BE49-F238E27FC236}">
                <a16:creationId xmlns:a16="http://schemas.microsoft.com/office/drawing/2014/main" id="{D81215A9-8DA9-436E-BFD3-672FD476B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3" name="Rectangle 50">
            <a:extLst>
              <a:ext uri="{FF2B5EF4-FFF2-40B4-BE49-F238E27FC236}">
                <a16:creationId xmlns:a16="http://schemas.microsoft.com/office/drawing/2014/main" id="{7F4705F9-3317-4397-B01E-644775B19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4" name="Rectangle 51">
            <a:extLst>
              <a:ext uri="{FF2B5EF4-FFF2-40B4-BE49-F238E27FC236}">
                <a16:creationId xmlns:a16="http://schemas.microsoft.com/office/drawing/2014/main" id="{2857C00E-FADC-42AA-AA16-38A83D5AF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5" name="Rectangle 52">
            <a:extLst>
              <a:ext uri="{FF2B5EF4-FFF2-40B4-BE49-F238E27FC236}">
                <a16:creationId xmlns:a16="http://schemas.microsoft.com/office/drawing/2014/main" id="{74EAC93D-EF3C-4092-B15E-15494A23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6" name="Rectangle 53">
            <a:extLst>
              <a:ext uri="{FF2B5EF4-FFF2-40B4-BE49-F238E27FC236}">
                <a16:creationId xmlns:a16="http://schemas.microsoft.com/office/drawing/2014/main" id="{5D3EEE91-37CE-4F2F-905E-D7AFCC6E4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7" name="Rectangle 54">
            <a:extLst>
              <a:ext uri="{FF2B5EF4-FFF2-40B4-BE49-F238E27FC236}">
                <a16:creationId xmlns:a16="http://schemas.microsoft.com/office/drawing/2014/main" id="{368F77C6-C453-499B-8B47-39BE1A310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8" name="Rectangle 55">
            <a:extLst>
              <a:ext uri="{FF2B5EF4-FFF2-40B4-BE49-F238E27FC236}">
                <a16:creationId xmlns:a16="http://schemas.microsoft.com/office/drawing/2014/main" id="{4EB7C421-E508-4232-A011-40643DB79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9" name="Rectangle 56">
            <a:extLst>
              <a:ext uri="{FF2B5EF4-FFF2-40B4-BE49-F238E27FC236}">
                <a16:creationId xmlns:a16="http://schemas.microsoft.com/office/drawing/2014/main" id="{B7A7C2F9-930E-4B50-9AA3-47FE15F43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0" name="Rectangle 57">
            <a:extLst>
              <a:ext uri="{FF2B5EF4-FFF2-40B4-BE49-F238E27FC236}">
                <a16:creationId xmlns:a16="http://schemas.microsoft.com/office/drawing/2014/main" id="{4ADCC0C0-6310-4ED1-A69B-CF3133EB5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9" name="Rectangle 59">
            <a:extLst>
              <a:ext uri="{FF2B5EF4-FFF2-40B4-BE49-F238E27FC236}">
                <a16:creationId xmlns:a16="http://schemas.microsoft.com/office/drawing/2014/main" id="{EFCB7559-FD17-472B-B7A1-3FFC63C8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0" name="Rectangle 60">
            <a:extLst>
              <a:ext uri="{FF2B5EF4-FFF2-40B4-BE49-F238E27FC236}">
                <a16:creationId xmlns:a16="http://schemas.microsoft.com/office/drawing/2014/main" id="{2DA5B014-05A6-4DC4-A1AF-6B4B38233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4" name="Rectangle 74">
            <a:extLst>
              <a:ext uri="{FF2B5EF4-FFF2-40B4-BE49-F238E27FC236}">
                <a16:creationId xmlns:a16="http://schemas.microsoft.com/office/drawing/2014/main" id="{8E63D1D1-CF92-468A-B012-24216CA08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5" name="Rectangle 75">
            <a:extLst>
              <a:ext uri="{FF2B5EF4-FFF2-40B4-BE49-F238E27FC236}">
                <a16:creationId xmlns:a16="http://schemas.microsoft.com/office/drawing/2014/main" id="{8FC2CD59-128D-4D06-937E-4505D57D1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6" name="Rectangle 76">
            <a:extLst>
              <a:ext uri="{FF2B5EF4-FFF2-40B4-BE49-F238E27FC236}">
                <a16:creationId xmlns:a16="http://schemas.microsoft.com/office/drawing/2014/main" id="{B9A7B9E1-4CEE-41C8-A799-EE4B9AFC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7" name="Rectangle 77">
            <a:extLst>
              <a:ext uri="{FF2B5EF4-FFF2-40B4-BE49-F238E27FC236}">
                <a16:creationId xmlns:a16="http://schemas.microsoft.com/office/drawing/2014/main" id="{3C824F84-B682-4EA2-AFC1-D56DF71A0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8" name="Rectangle 78">
            <a:extLst>
              <a:ext uri="{FF2B5EF4-FFF2-40B4-BE49-F238E27FC236}">
                <a16:creationId xmlns:a16="http://schemas.microsoft.com/office/drawing/2014/main" id="{154DDE76-05F9-405C-86DB-477B87DBB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9" name="Rectangle 79">
            <a:extLst>
              <a:ext uri="{FF2B5EF4-FFF2-40B4-BE49-F238E27FC236}">
                <a16:creationId xmlns:a16="http://schemas.microsoft.com/office/drawing/2014/main" id="{28217A81-8951-475F-9F90-88B99F13D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0" name="Rectangle 80">
            <a:extLst>
              <a:ext uri="{FF2B5EF4-FFF2-40B4-BE49-F238E27FC236}">
                <a16:creationId xmlns:a16="http://schemas.microsoft.com/office/drawing/2014/main" id="{DD226742-8914-401E-8D78-93F56B2E4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1" name="Rectangle 81">
            <a:extLst>
              <a:ext uri="{FF2B5EF4-FFF2-40B4-BE49-F238E27FC236}">
                <a16:creationId xmlns:a16="http://schemas.microsoft.com/office/drawing/2014/main" id="{B0E1AE86-33D6-4D1D-BC23-EA8A4AF1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2" name="Rectangle 82">
            <a:extLst>
              <a:ext uri="{FF2B5EF4-FFF2-40B4-BE49-F238E27FC236}">
                <a16:creationId xmlns:a16="http://schemas.microsoft.com/office/drawing/2014/main" id="{CCA69695-3790-4A9F-9CC1-5EBCB1C96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3" name="Rectangle 83">
            <a:extLst>
              <a:ext uri="{FF2B5EF4-FFF2-40B4-BE49-F238E27FC236}">
                <a16:creationId xmlns:a16="http://schemas.microsoft.com/office/drawing/2014/main" id="{E75DD56F-C446-4037-8A60-A6C1A44E8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4" name="Rectangle 84">
            <a:extLst>
              <a:ext uri="{FF2B5EF4-FFF2-40B4-BE49-F238E27FC236}">
                <a16:creationId xmlns:a16="http://schemas.microsoft.com/office/drawing/2014/main" id="{3658AAE9-4C55-47F2-9C83-497627EC2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376763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B16BA60-1923-4CB8-AC58-3FA97E978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4" name="Rectangle 6">
            <a:extLst>
              <a:ext uri="{FF2B5EF4-FFF2-40B4-BE49-F238E27FC236}">
                <a16:creationId xmlns:a16="http://schemas.microsoft.com/office/drawing/2014/main" id="{5472B612-6D9A-49B7-A1A5-EF7EBDCE0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8" name="Rectangle 20">
            <a:extLst>
              <a:ext uri="{FF2B5EF4-FFF2-40B4-BE49-F238E27FC236}">
                <a16:creationId xmlns:a16="http://schemas.microsoft.com/office/drawing/2014/main" id="{3C593FAE-CE47-48A5-AC85-6174EAC0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9" name="Rectangle 21">
            <a:extLst>
              <a:ext uri="{FF2B5EF4-FFF2-40B4-BE49-F238E27FC236}">
                <a16:creationId xmlns:a16="http://schemas.microsoft.com/office/drawing/2014/main" id="{E2228A57-948E-4482-9E06-D9E725176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0" name="Rectangle 22">
            <a:extLst>
              <a:ext uri="{FF2B5EF4-FFF2-40B4-BE49-F238E27FC236}">
                <a16:creationId xmlns:a16="http://schemas.microsoft.com/office/drawing/2014/main" id="{1EF13CFA-22CA-4C10-BE90-D5CC115A8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1" name="Rectangle 23">
            <a:extLst>
              <a:ext uri="{FF2B5EF4-FFF2-40B4-BE49-F238E27FC236}">
                <a16:creationId xmlns:a16="http://schemas.microsoft.com/office/drawing/2014/main" id="{0E8E90A3-1641-4E9B-A194-D5F117F9A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2" name="Rectangle 24">
            <a:extLst>
              <a:ext uri="{FF2B5EF4-FFF2-40B4-BE49-F238E27FC236}">
                <a16:creationId xmlns:a16="http://schemas.microsoft.com/office/drawing/2014/main" id="{A68EDFEF-E0D3-402A-9521-3DF38E4B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3" name="Rectangle 25">
            <a:extLst>
              <a:ext uri="{FF2B5EF4-FFF2-40B4-BE49-F238E27FC236}">
                <a16:creationId xmlns:a16="http://schemas.microsoft.com/office/drawing/2014/main" id="{CCF9D944-04E9-47A8-9177-AFC8A678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ABDECE26-FC06-416E-A783-A77B3FFA3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5" name="Rectangle 27">
            <a:extLst>
              <a:ext uri="{FF2B5EF4-FFF2-40B4-BE49-F238E27FC236}">
                <a16:creationId xmlns:a16="http://schemas.microsoft.com/office/drawing/2014/main" id="{1F81018F-D062-471E-8E4D-BF55555F5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6" name="Rectangle 28">
            <a:extLst>
              <a:ext uri="{FF2B5EF4-FFF2-40B4-BE49-F238E27FC236}">
                <a16:creationId xmlns:a16="http://schemas.microsoft.com/office/drawing/2014/main" id="{75BC1DFB-E2E0-44A2-8449-1511B5F4C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7" name="Rectangle 29">
            <a:extLst>
              <a:ext uri="{FF2B5EF4-FFF2-40B4-BE49-F238E27FC236}">
                <a16:creationId xmlns:a16="http://schemas.microsoft.com/office/drawing/2014/main" id="{FE671700-5C5E-4E82-8FDC-49E44FF73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367003AF-BC87-4F81-81EB-3D09A24C9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7" name="Rectangle 32">
            <a:extLst>
              <a:ext uri="{FF2B5EF4-FFF2-40B4-BE49-F238E27FC236}">
                <a16:creationId xmlns:a16="http://schemas.microsoft.com/office/drawing/2014/main" id="{8E8A1AC8-CA63-4F37-A8CF-FF832D8BE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8" name="Rectangle 33">
            <a:extLst>
              <a:ext uri="{FF2B5EF4-FFF2-40B4-BE49-F238E27FC236}">
                <a16:creationId xmlns:a16="http://schemas.microsoft.com/office/drawing/2014/main" id="{628E2734-FDDB-44A3-9AF2-039784296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2" name="Rectangle 47">
            <a:extLst>
              <a:ext uri="{FF2B5EF4-FFF2-40B4-BE49-F238E27FC236}">
                <a16:creationId xmlns:a16="http://schemas.microsoft.com/office/drawing/2014/main" id="{924E8ED7-0B54-488C-86FD-838BEC6C7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3" name="Rectangle 48">
            <a:extLst>
              <a:ext uri="{FF2B5EF4-FFF2-40B4-BE49-F238E27FC236}">
                <a16:creationId xmlns:a16="http://schemas.microsoft.com/office/drawing/2014/main" id="{5E731C89-5DF4-4419-9A67-52BAEC373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4" name="Rectangle 49">
            <a:extLst>
              <a:ext uri="{FF2B5EF4-FFF2-40B4-BE49-F238E27FC236}">
                <a16:creationId xmlns:a16="http://schemas.microsoft.com/office/drawing/2014/main" id="{D7B0E779-6D3D-4414-91BB-C1BBE6380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5" name="Rectangle 50">
            <a:extLst>
              <a:ext uri="{FF2B5EF4-FFF2-40B4-BE49-F238E27FC236}">
                <a16:creationId xmlns:a16="http://schemas.microsoft.com/office/drawing/2014/main" id="{E846AB63-6AAB-4E86-B4BA-7853BD60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Rectangle 51">
            <a:extLst>
              <a:ext uri="{FF2B5EF4-FFF2-40B4-BE49-F238E27FC236}">
                <a16:creationId xmlns:a16="http://schemas.microsoft.com/office/drawing/2014/main" id="{D05AC798-949B-4443-ADBB-917EF526F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Rectangle 52">
            <a:extLst>
              <a:ext uri="{FF2B5EF4-FFF2-40B4-BE49-F238E27FC236}">
                <a16:creationId xmlns:a16="http://schemas.microsoft.com/office/drawing/2014/main" id="{8B3E2107-60AF-4064-A551-A333E624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8" name="Rectangle 53">
            <a:extLst>
              <a:ext uri="{FF2B5EF4-FFF2-40B4-BE49-F238E27FC236}">
                <a16:creationId xmlns:a16="http://schemas.microsoft.com/office/drawing/2014/main" id="{055FD3E8-A340-4393-92E1-4FD68288F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9" name="Rectangle 54">
            <a:extLst>
              <a:ext uri="{FF2B5EF4-FFF2-40B4-BE49-F238E27FC236}">
                <a16:creationId xmlns:a16="http://schemas.microsoft.com/office/drawing/2014/main" id="{C18C5E0E-D82C-4F82-A0E3-6BE9AAF7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0" name="Rectangle 55">
            <a:extLst>
              <a:ext uri="{FF2B5EF4-FFF2-40B4-BE49-F238E27FC236}">
                <a16:creationId xmlns:a16="http://schemas.microsoft.com/office/drawing/2014/main" id="{677F5FC4-34F3-400A-9970-A7EA63DB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1" name="Rectangle 56">
            <a:extLst>
              <a:ext uri="{FF2B5EF4-FFF2-40B4-BE49-F238E27FC236}">
                <a16:creationId xmlns:a16="http://schemas.microsoft.com/office/drawing/2014/main" id="{2A4794CF-928E-4F8E-A532-7800E5996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2" name="Rectangle 57">
            <a:extLst>
              <a:ext uri="{FF2B5EF4-FFF2-40B4-BE49-F238E27FC236}">
                <a16:creationId xmlns:a16="http://schemas.microsoft.com/office/drawing/2014/main" id="{E4F63079-D99A-4ECA-AE8B-8E93D4295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7DA42D9-3528-406D-A6F9-46DF735F0B1B}"/>
              </a:ext>
            </a:extLst>
          </p:cNvPr>
          <p:cNvGrpSpPr/>
          <p:nvPr userDrawn="1"/>
        </p:nvGrpSpPr>
        <p:grpSpPr>
          <a:xfrm>
            <a:off x="354110" y="6402442"/>
            <a:ext cx="11480604" cy="109990"/>
            <a:chOff x="354110" y="6402442"/>
            <a:chExt cx="11480604" cy="109990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9006E5F9-87EA-4BFF-AC26-08D7B4E65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6" name="Rectangle 60">
              <a:extLst>
                <a:ext uri="{FF2B5EF4-FFF2-40B4-BE49-F238E27FC236}">
                  <a16:creationId xmlns:a16="http://schemas.microsoft.com/office/drawing/2014/main" id="{40F26277-619B-41A3-9D5F-A02E6914E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Rectangle 61">
              <a:extLst>
                <a:ext uri="{FF2B5EF4-FFF2-40B4-BE49-F238E27FC236}">
                  <a16:creationId xmlns:a16="http://schemas.microsoft.com/office/drawing/2014/main" id="{23DB5C85-827B-49AF-BC96-24E7ABDAD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62">
              <a:extLst>
                <a:ext uri="{FF2B5EF4-FFF2-40B4-BE49-F238E27FC236}">
                  <a16:creationId xmlns:a16="http://schemas.microsoft.com/office/drawing/2014/main" id="{847A0A99-2056-4E0E-8A5A-2CBCA33AFF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Rectangle 63">
              <a:extLst>
                <a:ext uri="{FF2B5EF4-FFF2-40B4-BE49-F238E27FC236}">
                  <a16:creationId xmlns:a16="http://schemas.microsoft.com/office/drawing/2014/main" id="{5474EE8D-D88A-47FF-9107-09082030E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" name="Rectangle 64">
              <a:extLst>
                <a:ext uri="{FF2B5EF4-FFF2-40B4-BE49-F238E27FC236}">
                  <a16:creationId xmlns:a16="http://schemas.microsoft.com/office/drawing/2014/main" id="{0EC4B1DB-FB22-4303-B2D7-5E60C557A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Rectangle 65">
              <a:extLst>
                <a:ext uri="{FF2B5EF4-FFF2-40B4-BE49-F238E27FC236}">
                  <a16:creationId xmlns:a16="http://schemas.microsoft.com/office/drawing/2014/main" id="{B5127279-9249-47F2-8A42-1F7F68517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4BE3E747-CD2D-4EA9-8A1C-AFC94F640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3" name="Rectangle 67">
              <a:extLst>
                <a:ext uri="{FF2B5EF4-FFF2-40B4-BE49-F238E27FC236}">
                  <a16:creationId xmlns:a16="http://schemas.microsoft.com/office/drawing/2014/main" id="{844450CC-44D2-4CFB-9D82-BA80F0CA0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Rectangle 68">
              <a:extLst>
                <a:ext uri="{FF2B5EF4-FFF2-40B4-BE49-F238E27FC236}">
                  <a16:creationId xmlns:a16="http://schemas.microsoft.com/office/drawing/2014/main" id="{56C9C6B8-074B-4807-A953-D5D69AEE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55A940DF-BE4B-4046-BF7D-7BBB8316F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70">
              <a:extLst>
                <a:ext uri="{FF2B5EF4-FFF2-40B4-BE49-F238E27FC236}">
                  <a16:creationId xmlns:a16="http://schemas.microsoft.com/office/drawing/2014/main" id="{79FECFE2-55AB-4195-B4F2-F1831B090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7" name="Rectangle 71">
              <a:extLst>
                <a:ext uri="{FF2B5EF4-FFF2-40B4-BE49-F238E27FC236}">
                  <a16:creationId xmlns:a16="http://schemas.microsoft.com/office/drawing/2014/main" id="{F78BF45E-3F1B-4CCF-AB55-6AACA1D79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8" name="Rectangle 72">
              <a:extLst>
                <a:ext uri="{FF2B5EF4-FFF2-40B4-BE49-F238E27FC236}">
                  <a16:creationId xmlns:a16="http://schemas.microsoft.com/office/drawing/2014/main" id="{CEAEA0D2-DAF5-42AD-824D-BF0A0786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9" name="Rectangle 73">
              <a:extLst>
                <a:ext uri="{FF2B5EF4-FFF2-40B4-BE49-F238E27FC236}">
                  <a16:creationId xmlns:a16="http://schemas.microsoft.com/office/drawing/2014/main" id="{2616B93B-15A3-4A25-B322-A4A334791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Rectangle 74">
              <a:extLst>
                <a:ext uri="{FF2B5EF4-FFF2-40B4-BE49-F238E27FC236}">
                  <a16:creationId xmlns:a16="http://schemas.microsoft.com/office/drawing/2014/main" id="{26C24972-CC21-4F79-908A-8F7EEF3C3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Rectangle 75">
              <a:extLst>
                <a:ext uri="{FF2B5EF4-FFF2-40B4-BE49-F238E27FC236}">
                  <a16:creationId xmlns:a16="http://schemas.microsoft.com/office/drawing/2014/main" id="{FD7C3FD5-0F89-4B6D-AC87-8001A0810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Rectangle 76">
              <a:extLst>
                <a:ext uri="{FF2B5EF4-FFF2-40B4-BE49-F238E27FC236}">
                  <a16:creationId xmlns:a16="http://schemas.microsoft.com/office/drawing/2014/main" id="{B03C108E-68F6-4221-BC40-C5E3C1904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77">
              <a:extLst>
                <a:ext uri="{FF2B5EF4-FFF2-40B4-BE49-F238E27FC236}">
                  <a16:creationId xmlns:a16="http://schemas.microsoft.com/office/drawing/2014/main" id="{AEE8C851-520C-4A98-839F-17DEECB4C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78">
              <a:extLst>
                <a:ext uri="{FF2B5EF4-FFF2-40B4-BE49-F238E27FC236}">
                  <a16:creationId xmlns:a16="http://schemas.microsoft.com/office/drawing/2014/main" id="{64CDD37E-8761-499B-B591-D1B68A0C6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Rectangle 79">
              <a:extLst>
                <a:ext uri="{FF2B5EF4-FFF2-40B4-BE49-F238E27FC236}">
                  <a16:creationId xmlns:a16="http://schemas.microsoft.com/office/drawing/2014/main" id="{CF1D9CFA-A92A-4012-8DBE-A1AFE416C0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Rectangle 80">
              <a:extLst>
                <a:ext uri="{FF2B5EF4-FFF2-40B4-BE49-F238E27FC236}">
                  <a16:creationId xmlns:a16="http://schemas.microsoft.com/office/drawing/2014/main" id="{5B28FF0B-0B00-4C89-9B32-5FCEE8CF7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81">
              <a:extLst>
                <a:ext uri="{FF2B5EF4-FFF2-40B4-BE49-F238E27FC236}">
                  <a16:creationId xmlns:a16="http://schemas.microsoft.com/office/drawing/2014/main" id="{3F39461F-D7C3-4741-A3BF-B2B81AC1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8" name="Rectangle 82">
              <a:extLst>
                <a:ext uri="{FF2B5EF4-FFF2-40B4-BE49-F238E27FC236}">
                  <a16:creationId xmlns:a16="http://schemas.microsoft.com/office/drawing/2014/main" id="{B209DBFB-FB6A-41D4-B8FD-371C1627C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9851ABD3-4B24-43E9-8246-B439DE289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Rectangle 84">
              <a:extLst>
                <a:ext uri="{FF2B5EF4-FFF2-40B4-BE49-F238E27FC236}">
                  <a16:creationId xmlns:a16="http://schemas.microsoft.com/office/drawing/2014/main" id="{C66181AB-B727-41A6-A789-CF6AAB689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Date Placeholder 1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B5B99429-15CB-4646-807F-6B01F4253B13}"/>
              </a:ext>
            </a:extLst>
          </p:cNvPr>
          <p:cNvGrpSpPr/>
          <p:nvPr userDrawn="1"/>
        </p:nvGrpSpPr>
        <p:grpSpPr>
          <a:xfrm>
            <a:off x="354110" y="5904602"/>
            <a:ext cx="11480604" cy="109990"/>
            <a:chOff x="354110" y="6402442"/>
            <a:chExt cx="11480604" cy="109990"/>
          </a:xfrm>
        </p:grpSpPr>
        <p:sp>
          <p:nvSpPr>
            <p:cNvPr id="619" name="Rectangle 59">
              <a:extLst>
                <a:ext uri="{FF2B5EF4-FFF2-40B4-BE49-F238E27FC236}">
                  <a16:creationId xmlns:a16="http://schemas.microsoft.com/office/drawing/2014/main" id="{624494D0-607C-4971-A357-ED99F45D7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60">
              <a:extLst>
                <a:ext uri="{FF2B5EF4-FFF2-40B4-BE49-F238E27FC236}">
                  <a16:creationId xmlns:a16="http://schemas.microsoft.com/office/drawing/2014/main" id="{22FD15BA-8E62-417D-8392-658E5E86C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61">
              <a:extLst>
                <a:ext uri="{FF2B5EF4-FFF2-40B4-BE49-F238E27FC236}">
                  <a16:creationId xmlns:a16="http://schemas.microsoft.com/office/drawing/2014/main" id="{C665A07F-2AFB-49CF-8EE0-C81377FC2A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62">
              <a:extLst>
                <a:ext uri="{FF2B5EF4-FFF2-40B4-BE49-F238E27FC236}">
                  <a16:creationId xmlns:a16="http://schemas.microsoft.com/office/drawing/2014/main" id="{74997C49-7ACC-4BCC-BC8D-58EBD77EE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63">
              <a:extLst>
                <a:ext uri="{FF2B5EF4-FFF2-40B4-BE49-F238E27FC236}">
                  <a16:creationId xmlns:a16="http://schemas.microsoft.com/office/drawing/2014/main" id="{E3CDD2FB-079B-43EA-89D5-5FD9D7644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64">
              <a:extLst>
                <a:ext uri="{FF2B5EF4-FFF2-40B4-BE49-F238E27FC236}">
                  <a16:creationId xmlns:a16="http://schemas.microsoft.com/office/drawing/2014/main" id="{9C1479D9-3647-44C4-99E1-C660E2C8E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65">
              <a:extLst>
                <a:ext uri="{FF2B5EF4-FFF2-40B4-BE49-F238E27FC236}">
                  <a16:creationId xmlns:a16="http://schemas.microsoft.com/office/drawing/2014/main" id="{AA8F3E10-CD9D-49C0-B0AE-24ABBF3BD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66">
              <a:extLst>
                <a:ext uri="{FF2B5EF4-FFF2-40B4-BE49-F238E27FC236}">
                  <a16:creationId xmlns:a16="http://schemas.microsoft.com/office/drawing/2014/main" id="{9C3B6F09-A4DD-4A26-B213-51E232054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67">
              <a:extLst>
                <a:ext uri="{FF2B5EF4-FFF2-40B4-BE49-F238E27FC236}">
                  <a16:creationId xmlns:a16="http://schemas.microsoft.com/office/drawing/2014/main" id="{2BA14941-5A2D-4CDB-9C2E-79C930D22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68">
              <a:extLst>
                <a:ext uri="{FF2B5EF4-FFF2-40B4-BE49-F238E27FC236}">
                  <a16:creationId xmlns:a16="http://schemas.microsoft.com/office/drawing/2014/main" id="{6C5B2E84-85D6-4DD5-88FE-F8495F5E3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69">
              <a:extLst>
                <a:ext uri="{FF2B5EF4-FFF2-40B4-BE49-F238E27FC236}">
                  <a16:creationId xmlns:a16="http://schemas.microsoft.com/office/drawing/2014/main" id="{1987B595-96EB-427F-8E00-533CBBEB5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70">
              <a:extLst>
                <a:ext uri="{FF2B5EF4-FFF2-40B4-BE49-F238E27FC236}">
                  <a16:creationId xmlns:a16="http://schemas.microsoft.com/office/drawing/2014/main" id="{99D33392-C824-498D-AF8A-7AF58A9F33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71">
              <a:extLst>
                <a:ext uri="{FF2B5EF4-FFF2-40B4-BE49-F238E27FC236}">
                  <a16:creationId xmlns:a16="http://schemas.microsoft.com/office/drawing/2014/main" id="{6D1CAD59-FE6E-48A2-AE71-1BB80553F2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72">
              <a:extLst>
                <a:ext uri="{FF2B5EF4-FFF2-40B4-BE49-F238E27FC236}">
                  <a16:creationId xmlns:a16="http://schemas.microsoft.com/office/drawing/2014/main" id="{BD936CE6-00F6-4CAF-A200-A693710C8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73">
              <a:extLst>
                <a:ext uri="{FF2B5EF4-FFF2-40B4-BE49-F238E27FC236}">
                  <a16:creationId xmlns:a16="http://schemas.microsoft.com/office/drawing/2014/main" id="{10329E52-6B3F-4897-BFBC-A6C4F2D26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74">
              <a:extLst>
                <a:ext uri="{FF2B5EF4-FFF2-40B4-BE49-F238E27FC236}">
                  <a16:creationId xmlns:a16="http://schemas.microsoft.com/office/drawing/2014/main" id="{B9A5FD8E-2005-457D-B36F-5BD162CB6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75">
              <a:extLst>
                <a:ext uri="{FF2B5EF4-FFF2-40B4-BE49-F238E27FC236}">
                  <a16:creationId xmlns:a16="http://schemas.microsoft.com/office/drawing/2014/main" id="{2C1FBF6B-A7C3-4F83-AD53-33D9E848D4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76">
              <a:extLst>
                <a:ext uri="{FF2B5EF4-FFF2-40B4-BE49-F238E27FC236}">
                  <a16:creationId xmlns:a16="http://schemas.microsoft.com/office/drawing/2014/main" id="{964A4B57-1B27-4010-9A9F-F2BCD2530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77">
              <a:extLst>
                <a:ext uri="{FF2B5EF4-FFF2-40B4-BE49-F238E27FC236}">
                  <a16:creationId xmlns:a16="http://schemas.microsoft.com/office/drawing/2014/main" id="{D961087D-A1D8-48DD-8BD9-550D63557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78">
              <a:extLst>
                <a:ext uri="{FF2B5EF4-FFF2-40B4-BE49-F238E27FC236}">
                  <a16:creationId xmlns:a16="http://schemas.microsoft.com/office/drawing/2014/main" id="{64FADA1C-663B-4FF6-8D80-B311B8ABC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79">
              <a:extLst>
                <a:ext uri="{FF2B5EF4-FFF2-40B4-BE49-F238E27FC236}">
                  <a16:creationId xmlns:a16="http://schemas.microsoft.com/office/drawing/2014/main" id="{E96330D1-4BBF-4D0A-B45F-77999C5C7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80">
              <a:extLst>
                <a:ext uri="{FF2B5EF4-FFF2-40B4-BE49-F238E27FC236}">
                  <a16:creationId xmlns:a16="http://schemas.microsoft.com/office/drawing/2014/main" id="{78AFE672-0739-4A26-8B51-D71BAD6A4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81">
              <a:extLst>
                <a:ext uri="{FF2B5EF4-FFF2-40B4-BE49-F238E27FC236}">
                  <a16:creationId xmlns:a16="http://schemas.microsoft.com/office/drawing/2014/main" id="{AA3E4254-137D-4797-BF52-FAB6866F0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82">
              <a:extLst>
                <a:ext uri="{FF2B5EF4-FFF2-40B4-BE49-F238E27FC236}">
                  <a16:creationId xmlns:a16="http://schemas.microsoft.com/office/drawing/2014/main" id="{81844ED9-0C33-41B9-8D6C-0C959F9E0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83">
              <a:extLst>
                <a:ext uri="{FF2B5EF4-FFF2-40B4-BE49-F238E27FC236}">
                  <a16:creationId xmlns:a16="http://schemas.microsoft.com/office/drawing/2014/main" id="{69541354-1FEF-4A05-8852-E0866C024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84">
              <a:extLst>
                <a:ext uri="{FF2B5EF4-FFF2-40B4-BE49-F238E27FC236}">
                  <a16:creationId xmlns:a16="http://schemas.microsoft.com/office/drawing/2014/main" id="{22323587-A6E2-4D2C-9D71-B6D0B4DAF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002194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84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88825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7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128" y="0"/>
            <a:ext cx="9733444" cy="71108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>
                <a:solidFill>
                  <a:schemeClr val="accent6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C5638B-B677-974A-A667-0478687C5541}"/>
              </a:ext>
            </a:extLst>
          </p:cNvPr>
          <p:cNvSpPr txBox="1"/>
          <p:nvPr userDrawn="1"/>
        </p:nvSpPr>
        <p:spPr>
          <a:xfrm>
            <a:off x="8974732" y="6381328"/>
            <a:ext cx="30963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5">
                    <a:lumMod val="75000"/>
                  </a:schemeClr>
                </a:solidFill>
              </a:rPr>
              <a:t>www.anubhavtrainings.com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050B-06DD-6B9B-5D4B-52C80C0910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9108" y="40947"/>
            <a:ext cx="801948" cy="792088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</p:pic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863B6F30-DCC2-D394-EDCF-46E8F95750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8762" y="836712"/>
            <a:ext cx="11342274" cy="5616624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Amasis MT Pro" panose="02040504050005020304" pitchFamily="18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1009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441" y="6356351"/>
            <a:ext cx="2844059" cy="365125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09441" y="584201"/>
            <a:ext cx="10969943" cy="711201"/>
          </a:xfrm>
          <a:prstGeom prst="rect">
            <a:avLst/>
          </a:prstGeom>
        </p:spPr>
        <p:txBody>
          <a:bodyPr/>
          <a:lstStyle>
            <a:lvl1pPr>
              <a:defRPr sz="3732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E9035D6-1EB0-67FD-788E-258B941A5B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6238" y="177800"/>
            <a:ext cx="731437" cy="72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6712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itle 1"/>
          <p:cNvSpPr>
            <a:spLocks noGrp="1"/>
          </p:cNvSpPr>
          <p:nvPr>
            <p:ph type="ctrTitle"/>
          </p:nvPr>
        </p:nvSpPr>
        <p:spPr>
          <a:xfrm>
            <a:off x="765821" y="4172482"/>
            <a:ext cx="5256584" cy="1560774"/>
          </a:xfrm>
        </p:spPr>
        <p:txBody>
          <a:bodyPr anchor="t">
            <a:noAutofit/>
          </a:bodyPr>
          <a:lstStyle>
            <a:lvl1pPr algn="l">
              <a:defRPr lang="en-US" sz="4800" kern="1200" smtClean="0">
                <a:solidFill>
                  <a:schemeClr val="tx1">
                    <a:lumMod val="95000"/>
                    <a:lumOff val="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3210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787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2932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0080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128" y="0"/>
            <a:ext cx="9733444" cy="71108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3600" b="0">
                <a:solidFill>
                  <a:schemeClr val="accent6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C5638B-B677-974A-A667-0478687C5541}"/>
              </a:ext>
            </a:extLst>
          </p:cNvPr>
          <p:cNvSpPr txBox="1"/>
          <p:nvPr userDrawn="1"/>
        </p:nvSpPr>
        <p:spPr>
          <a:xfrm>
            <a:off x="8974732" y="6381328"/>
            <a:ext cx="30963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5">
                    <a:lumMod val="75000"/>
                  </a:schemeClr>
                </a:solidFill>
              </a:rPr>
              <a:t>www.anubhavtrainings.com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050B-06DD-6B9B-5D4B-52C80C0910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9108" y="40947"/>
            <a:ext cx="801948" cy="792088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</p:pic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863B6F30-DCC2-D394-EDCF-46E8F95750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8762" y="836712"/>
            <a:ext cx="11342274" cy="5616624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Amasis MT Pro" panose="02040504050005020304" pitchFamily="18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02590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13E3D308-5757-C0AB-DF1B-BAAA1120B8A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83825" y="1922288"/>
            <a:ext cx="3303993" cy="3304854"/>
          </a:xfrm>
          <a:custGeom>
            <a:avLst/>
            <a:gdLst>
              <a:gd name="connsiteX0" fmla="*/ 2110615 w 4221230"/>
              <a:gd name="connsiteY0" fmla="*/ 0 h 4062856"/>
              <a:gd name="connsiteX1" fmla="*/ 4221230 w 4221230"/>
              <a:gd name="connsiteY1" fmla="*/ 2031428 h 4062856"/>
              <a:gd name="connsiteX2" fmla="*/ 2110615 w 4221230"/>
              <a:gd name="connsiteY2" fmla="*/ 4062856 h 4062856"/>
              <a:gd name="connsiteX3" fmla="*/ 0 w 4221230"/>
              <a:gd name="connsiteY3" fmla="*/ 2031428 h 4062856"/>
              <a:gd name="connsiteX4" fmla="*/ 2110615 w 4221230"/>
              <a:gd name="connsiteY4" fmla="*/ 0 h 4062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21230" h="4062856">
                <a:moveTo>
                  <a:pt x="2110615" y="0"/>
                </a:moveTo>
                <a:cubicBezTo>
                  <a:pt x="3276275" y="0"/>
                  <a:pt x="4221230" y="909501"/>
                  <a:pt x="4221230" y="2031428"/>
                </a:cubicBezTo>
                <a:cubicBezTo>
                  <a:pt x="4221230" y="3153355"/>
                  <a:pt x="3276275" y="4062856"/>
                  <a:pt x="2110615" y="4062856"/>
                </a:cubicBezTo>
                <a:cubicBezTo>
                  <a:pt x="944955" y="4062856"/>
                  <a:pt x="0" y="3153355"/>
                  <a:pt x="0" y="2031428"/>
                </a:cubicBezTo>
                <a:cubicBezTo>
                  <a:pt x="0" y="909501"/>
                  <a:pt x="944955" y="0"/>
                  <a:pt x="21106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847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399925A-B7E0-BC1F-AE78-65034C6C65D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34518" y="1721219"/>
            <a:ext cx="3706027" cy="3706992"/>
          </a:xfrm>
          <a:custGeom>
            <a:avLst/>
            <a:gdLst>
              <a:gd name="connsiteX0" fmla="*/ 2110615 w 4221230"/>
              <a:gd name="connsiteY0" fmla="*/ 0 h 4062856"/>
              <a:gd name="connsiteX1" fmla="*/ 4221230 w 4221230"/>
              <a:gd name="connsiteY1" fmla="*/ 2031428 h 4062856"/>
              <a:gd name="connsiteX2" fmla="*/ 2110615 w 4221230"/>
              <a:gd name="connsiteY2" fmla="*/ 4062856 h 4062856"/>
              <a:gd name="connsiteX3" fmla="*/ 0 w 4221230"/>
              <a:gd name="connsiteY3" fmla="*/ 2031428 h 4062856"/>
              <a:gd name="connsiteX4" fmla="*/ 2110615 w 4221230"/>
              <a:gd name="connsiteY4" fmla="*/ 0 h 4062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21230" h="4062856">
                <a:moveTo>
                  <a:pt x="2110615" y="0"/>
                </a:moveTo>
                <a:cubicBezTo>
                  <a:pt x="3276275" y="0"/>
                  <a:pt x="4221230" y="909501"/>
                  <a:pt x="4221230" y="2031428"/>
                </a:cubicBezTo>
                <a:cubicBezTo>
                  <a:pt x="4221230" y="3153355"/>
                  <a:pt x="3276275" y="4062856"/>
                  <a:pt x="2110615" y="4062856"/>
                </a:cubicBezTo>
                <a:cubicBezTo>
                  <a:pt x="944955" y="4062856"/>
                  <a:pt x="0" y="3153355"/>
                  <a:pt x="0" y="2031428"/>
                </a:cubicBezTo>
                <a:cubicBezTo>
                  <a:pt x="0" y="909501"/>
                  <a:pt x="944955" y="0"/>
                  <a:pt x="21106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2344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63D206DC-21C0-5B91-F039-7C7253B525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803737" y="1748799"/>
            <a:ext cx="3247160" cy="3248006"/>
          </a:xfrm>
          <a:custGeom>
            <a:avLst/>
            <a:gdLst>
              <a:gd name="connsiteX0" fmla="*/ 2110615 w 4221230"/>
              <a:gd name="connsiteY0" fmla="*/ 0 h 4062856"/>
              <a:gd name="connsiteX1" fmla="*/ 4221230 w 4221230"/>
              <a:gd name="connsiteY1" fmla="*/ 2031428 h 4062856"/>
              <a:gd name="connsiteX2" fmla="*/ 2110615 w 4221230"/>
              <a:gd name="connsiteY2" fmla="*/ 4062856 h 4062856"/>
              <a:gd name="connsiteX3" fmla="*/ 0 w 4221230"/>
              <a:gd name="connsiteY3" fmla="*/ 2031428 h 4062856"/>
              <a:gd name="connsiteX4" fmla="*/ 2110615 w 4221230"/>
              <a:gd name="connsiteY4" fmla="*/ 0 h 4062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21230" h="4062856">
                <a:moveTo>
                  <a:pt x="2110615" y="0"/>
                </a:moveTo>
                <a:cubicBezTo>
                  <a:pt x="3276275" y="0"/>
                  <a:pt x="4221230" y="909501"/>
                  <a:pt x="4221230" y="2031428"/>
                </a:cubicBezTo>
                <a:cubicBezTo>
                  <a:pt x="4221230" y="3153355"/>
                  <a:pt x="3276275" y="4062856"/>
                  <a:pt x="2110615" y="4062856"/>
                </a:cubicBezTo>
                <a:cubicBezTo>
                  <a:pt x="944955" y="4062856"/>
                  <a:pt x="0" y="3153355"/>
                  <a:pt x="0" y="2031428"/>
                </a:cubicBezTo>
                <a:cubicBezTo>
                  <a:pt x="0" y="909501"/>
                  <a:pt x="944955" y="0"/>
                  <a:pt x="21106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2907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1683E417-1443-7CC4-BB89-9C4377324DF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27592" y="3020745"/>
            <a:ext cx="4715880" cy="2944148"/>
          </a:xfrm>
          <a:pattFill prst="pct10">
            <a:fgClr>
              <a:schemeClr val="accent1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6719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C12FA1C9-6FC3-FE26-77FF-BF6E982FDFC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794487" y="-644779"/>
            <a:ext cx="4505509" cy="4506683"/>
          </a:xfrm>
          <a:custGeom>
            <a:avLst/>
            <a:gdLst>
              <a:gd name="connsiteX0" fmla="*/ 2110615 w 4221230"/>
              <a:gd name="connsiteY0" fmla="*/ 0 h 4062856"/>
              <a:gd name="connsiteX1" fmla="*/ 4221230 w 4221230"/>
              <a:gd name="connsiteY1" fmla="*/ 2031428 h 4062856"/>
              <a:gd name="connsiteX2" fmla="*/ 2110615 w 4221230"/>
              <a:gd name="connsiteY2" fmla="*/ 4062856 h 4062856"/>
              <a:gd name="connsiteX3" fmla="*/ 0 w 4221230"/>
              <a:gd name="connsiteY3" fmla="*/ 2031428 h 4062856"/>
              <a:gd name="connsiteX4" fmla="*/ 2110615 w 4221230"/>
              <a:gd name="connsiteY4" fmla="*/ 0 h 4062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21230" h="4062856">
                <a:moveTo>
                  <a:pt x="2110615" y="0"/>
                </a:moveTo>
                <a:cubicBezTo>
                  <a:pt x="3276275" y="0"/>
                  <a:pt x="4221230" y="909501"/>
                  <a:pt x="4221230" y="2031428"/>
                </a:cubicBezTo>
                <a:cubicBezTo>
                  <a:pt x="4221230" y="3153355"/>
                  <a:pt x="3276275" y="4062856"/>
                  <a:pt x="2110615" y="4062856"/>
                </a:cubicBezTo>
                <a:cubicBezTo>
                  <a:pt x="944955" y="4062856"/>
                  <a:pt x="0" y="3153355"/>
                  <a:pt x="0" y="2031428"/>
                </a:cubicBezTo>
                <a:cubicBezTo>
                  <a:pt x="0" y="909501"/>
                  <a:pt x="944955" y="0"/>
                  <a:pt x="21106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4018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BA84E635-75CE-490A-A880-EFFBD03694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43" y="0"/>
            <a:ext cx="12186138" cy="6858000"/>
          </a:xfrm>
        </p:spPr>
        <p:txBody>
          <a:bodyPr anchor="t"/>
          <a:lstStyle>
            <a:lvl1pPr marL="0" indent="0" algn="ctr">
              <a:buFontTx/>
              <a:buNone/>
              <a:defRPr/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5905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www.anubhavtrainings.com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DEB2B14-6477-2927-E581-527B2BB61E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996" y="78420"/>
            <a:ext cx="652887" cy="64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3" r:id="rId3"/>
    <p:sldLayoutId id="2147483666" r:id="rId4"/>
    <p:sldLayoutId id="2147483668" r:id="rId5"/>
    <p:sldLayoutId id="2147483669" r:id="rId6"/>
    <p:sldLayoutId id="2147483667" r:id="rId7"/>
    <p:sldLayoutId id="2147483670" r:id="rId8"/>
    <p:sldLayoutId id="2147483665" r:id="rId9"/>
    <p:sldLayoutId id="2147483671" r:id="rId10"/>
    <p:sldLayoutId id="2147483672" r:id="rId11"/>
    <p:sldLayoutId id="2147483673" r:id="rId12"/>
    <p:sldLayoutId id="2147483674" r:id="rId13"/>
  </p:sldLayoutIdLst>
  <p:txStyles>
    <p:titleStyle>
      <a:lvl1pPr algn="l" defTabSz="1218987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6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jpeg"/><Relationship Id="rId5" Type="http://schemas.openxmlformats.org/officeDocument/2006/relationships/slide" Target="slide7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help.sap.com/docs/cloud-identity-services/cloud-identity-services/configure-idp-initiated-ss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elp.sap.com/docs/btp/sap-business-technology-platform/developing-with-sap-cloud-application-programming-model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ap.cloud.sap/docs/plugins/#attachmen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npmjs.com/package/@cap-js/attachments" TargetMode="Externa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1.png"/><Relationship Id="rId21" Type="http://schemas.openxmlformats.org/officeDocument/2006/relationships/customXml" Target="../ink/ink10.xml"/><Relationship Id="rId42" Type="http://schemas.openxmlformats.org/officeDocument/2006/relationships/image" Target="../media/image34.png"/><Relationship Id="rId63" Type="http://schemas.openxmlformats.org/officeDocument/2006/relationships/customXml" Target="../ink/ink31.xml"/><Relationship Id="rId84" Type="http://schemas.openxmlformats.org/officeDocument/2006/relationships/image" Target="../media/image55.png"/><Relationship Id="rId138" Type="http://schemas.openxmlformats.org/officeDocument/2006/relationships/customXml" Target="../ink/ink69.xml"/><Relationship Id="rId159" Type="http://schemas.openxmlformats.org/officeDocument/2006/relationships/image" Target="../media/image92.png"/><Relationship Id="rId170" Type="http://schemas.openxmlformats.org/officeDocument/2006/relationships/customXml" Target="../ink/ink85.xml"/><Relationship Id="rId191" Type="http://schemas.openxmlformats.org/officeDocument/2006/relationships/image" Target="../media/image108.png"/><Relationship Id="rId107" Type="http://schemas.openxmlformats.org/officeDocument/2006/relationships/image" Target="../media/image66.png"/><Relationship Id="rId11" Type="http://schemas.openxmlformats.org/officeDocument/2006/relationships/customXml" Target="../ink/ink5.xml"/><Relationship Id="rId32" Type="http://schemas.openxmlformats.org/officeDocument/2006/relationships/image" Target="../media/image29.png"/><Relationship Id="rId53" Type="http://schemas.openxmlformats.org/officeDocument/2006/relationships/customXml" Target="../ink/ink26.xml"/><Relationship Id="rId74" Type="http://schemas.openxmlformats.org/officeDocument/2006/relationships/image" Target="../media/image50.png"/><Relationship Id="rId128" Type="http://schemas.openxmlformats.org/officeDocument/2006/relationships/customXml" Target="../ink/ink64.xml"/><Relationship Id="rId149" Type="http://schemas.openxmlformats.org/officeDocument/2006/relationships/image" Target="../media/image87.png"/><Relationship Id="rId5" Type="http://schemas.openxmlformats.org/officeDocument/2006/relationships/customXml" Target="../ink/ink2.xml"/><Relationship Id="rId95" Type="http://schemas.openxmlformats.org/officeDocument/2006/relationships/image" Target="../media/image60.png"/><Relationship Id="rId160" Type="http://schemas.openxmlformats.org/officeDocument/2006/relationships/customXml" Target="../ink/ink80.xml"/><Relationship Id="rId181" Type="http://schemas.openxmlformats.org/officeDocument/2006/relationships/image" Target="../media/image103.png"/><Relationship Id="rId22" Type="http://schemas.openxmlformats.org/officeDocument/2006/relationships/image" Target="../media/image24.png"/><Relationship Id="rId43" Type="http://schemas.openxmlformats.org/officeDocument/2006/relationships/customXml" Target="../ink/ink21.xml"/><Relationship Id="rId64" Type="http://schemas.openxmlformats.org/officeDocument/2006/relationships/image" Target="../media/image45.png"/><Relationship Id="rId118" Type="http://schemas.openxmlformats.org/officeDocument/2006/relationships/customXml" Target="../ink/ink59.xml"/><Relationship Id="rId139" Type="http://schemas.openxmlformats.org/officeDocument/2006/relationships/image" Target="../media/image82.png"/><Relationship Id="rId85" Type="http://schemas.openxmlformats.org/officeDocument/2006/relationships/customXml" Target="../ink/ink42.xml"/><Relationship Id="rId150" Type="http://schemas.openxmlformats.org/officeDocument/2006/relationships/customXml" Target="../ink/ink75.xml"/><Relationship Id="rId171" Type="http://schemas.openxmlformats.org/officeDocument/2006/relationships/image" Target="../media/image98.png"/><Relationship Id="rId192" Type="http://schemas.openxmlformats.org/officeDocument/2006/relationships/customXml" Target="../ink/ink96.xml"/><Relationship Id="rId12" Type="http://schemas.openxmlformats.org/officeDocument/2006/relationships/image" Target="../media/image19.png"/><Relationship Id="rId33" Type="http://schemas.openxmlformats.org/officeDocument/2006/relationships/customXml" Target="../ink/ink16.xml"/><Relationship Id="rId108" Type="http://schemas.openxmlformats.org/officeDocument/2006/relationships/customXml" Target="../ink/ink54.xml"/><Relationship Id="rId129" Type="http://schemas.openxmlformats.org/officeDocument/2006/relationships/image" Target="../media/image77.png"/><Relationship Id="rId54" Type="http://schemas.openxmlformats.org/officeDocument/2006/relationships/image" Target="../media/image40.png"/><Relationship Id="rId75" Type="http://schemas.openxmlformats.org/officeDocument/2006/relationships/customXml" Target="../ink/ink37.xml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93.png"/><Relationship Id="rId182" Type="http://schemas.openxmlformats.org/officeDocument/2006/relationships/customXml" Target="../ink/ink91.xml"/><Relationship Id="rId6" Type="http://schemas.openxmlformats.org/officeDocument/2006/relationships/image" Target="../media/image16.png"/><Relationship Id="rId23" Type="http://schemas.openxmlformats.org/officeDocument/2006/relationships/customXml" Target="../ink/ink11.xml"/><Relationship Id="rId119" Type="http://schemas.openxmlformats.org/officeDocument/2006/relationships/image" Target="../media/image72.png"/><Relationship Id="rId44" Type="http://schemas.openxmlformats.org/officeDocument/2006/relationships/image" Target="../media/image35.png"/><Relationship Id="rId65" Type="http://schemas.openxmlformats.org/officeDocument/2006/relationships/customXml" Target="../ink/ink32.xml"/><Relationship Id="rId86" Type="http://schemas.openxmlformats.org/officeDocument/2006/relationships/image" Target="../media/image56.png"/><Relationship Id="rId130" Type="http://schemas.openxmlformats.org/officeDocument/2006/relationships/customXml" Target="../ink/ink65.xml"/><Relationship Id="rId151" Type="http://schemas.openxmlformats.org/officeDocument/2006/relationships/image" Target="../media/image88.png"/><Relationship Id="rId172" Type="http://schemas.openxmlformats.org/officeDocument/2006/relationships/customXml" Target="../ink/ink86.xml"/><Relationship Id="rId193" Type="http://schemas.openxmlformats.org/officeDocument/2006/relationships/image" Target="../media/image109.png"/><Relationship Id="rId13" Type="http://schemas.openxmlformats.org/officeDocument/2006/relationships/customXml" Target="../ink/ink6.xml"/><Relationship Id="rId109" Type="http://schemas.openxmlformats.org/officeDocument/2006/relationships/image" Target="../media/image67.png"/><Relationship Id="rId34" Type="http://schemas.openxmlformats.org/officeDocument/2006/relationships/image" Target="../media/image30.png"/><Relationship Id="rId50" Type="http://schemas.openxmlformats.org/officeDocument/2006/relationships/image" Target="../media/image38.png"/><Relationship Id="rId55" Type="http://schemas.openxmlformats.org/officeDocument/2006/relationships/customXml" Target="../ink/ink27.xml"/><Relationship Id="rId76" Type="http://schemas.openxmlformats.org/officeDocument/2006/relationships/image" Target="../media/image51.png"/><Relationship Id="rId97" Type="http://schemas.openxmlformats.org/officeDocument/2006/relationships/image" Target="../media/image61.png"/><Relationship Id="rId104" Type="http://schemas.openxmlformats.org/officeDocument/2006/relationships/customXml" Target="../ink/ink52.xml"/><Relationship Id="rId120" Type="http://schemas.openxmlformats.org/officeDocument/2006/relationships/customXml" Target="../ink/ink60.xml"/><Relationship Id="rId125" Type="http://schemas.openxmlformats.org/officeDocument/2006/relationships/image" Target="../media/image75.png"/><Relationship Id="rId141" Type="http://schemas.openxmlformats.org/officeDocument/2006/relationships/image" Target="../media/image83.png"/><Relationship Id="rId146" Type="http://schemas.openxmlformats.org/officeDocument/2006/relationships/customXml" Target="../ink/ink73.xml"/><Relationship Id="rId167" Type="http://schemas.openxmlformats.org/officeDocument/2006/relationships/image" Target="../media/image96.png"/><Relationship Id="rId188" Type="http://schemas.openxmlformats.org/officeDocument/2006/relationships/customXml" Target="../ink/ink94.xml"/><Relationship Id="rId7" Type="http://schemas.openxmlformats.org/officeDocument/2006/relationships/customXml" Target="../ink/ink3.xml"/><Relationship Id="rId71" Type="http://schemas.openxmlformats.org/officeDocument/2006/relationships/customXml" Target="../ink/ink35.xml"/><Relationship Id="rId92" Type="http://schemas.openxmlformats.org/officeDocument/2006/relationships/image" Target="../media/image59.png"/><Relationship Id="rId162" Type="http://schemas.openxmlformats.org/officeDocument/2006/relationships/customXml" Target="../ink/ink81.xml"/><Relationship Id="rId183" Type="http://schemas.openxmlformats.org/officeDocument/2006/relationships/image" Target="../media/image104.png"/><Relationship Id="rId2" Type="http://schemas.openxmlformats.org/officeDocument/2006/relationships/image" Target="../media/image14.png"/><Relationship Id="rId29" Type="http://schemas.openxmlformats.org/officeDocument/2006/relationships/customXml" Target="../ink/ink14.xml"/><Relationship Id="rId24" Type="http://schemas.openxmlformats.org/officeDocument/2006/relationships/image" Target="../media/image25.png"/><Relationship Id="rId40" Type="http://schemas.openxmlformats.org/officeDocument/2006/relationships/image" Target="../media/image33.png"/><Relationship Id="rId45" Type="http://schemas.openxmlformats.org/officeDocument/2006/relationships/customXml" Target="../ink/ink22.xml"/><Relationship Id="rId66" Type="http://schemas.openxmlformats.org/officeDocument/2006/relationships/image" Target="../media/image46.png"/><Relationship Id="rId87" Type="http://schemas.openxmlformats.org/officeDocument/2006/relationships/customXml" Target="../ink/ink43.xml"/><Relationship Id="rId110" Type="http://schemas.openxmlformats.org/officeDocument/2006/relationships/customXml" Target="../ink/ink55.xml"/><Relationship Id="rId115" Type="http://schemas.openxmlformats.org/officeDocument/2006/relationships/image" Target="../media/image70.png"/><Relationship Id="rId131" Type="http://schemas.openxmlformats.org/officeDocument/2006/relationships/image" Target="../media/image78.png"/><Relationship Id="rId136" Type="http://schemas.openxmlformats.org/officeDocument/2006/relationships/customXml" Target="../ink/ink68.xml"/><Relationship Id="rId157" Type="http://schemas.openxmlformats.org/officeDocument/2006/relationships/image" Target="../media/image91.png"/><Relationship Id="rId178" Type="http://schemas.openxmlformats.org/officeDocument/2006/relationships/customXml" Target="../ink/ink89.xml"/><Relationship Id="rId61" Type="http://schemas.openxmlformats.org/officeDocument/2006/relationships/customXml" Target="../ink/ink30.xml"/><Relationship Id="rId82" Type="http://schemas.openxmlformats.org/officeDocument/2006/relationships/image" Target="../media/image54.png"/><Relationship Id="rId152" Type="http://schemas.openxmlformats.org/officeDocument/2006/relationships/customXml" Target="../ink/ink76.xml"/><Relationship Id="rId173" Type="http://schemas.openxmlformats.org/officeDocument/2006/relationships/image" Target="../media/image99.png"/><Relationship Id="rId194" Type="http://schemas.openxmlformats.org/officeDocument/2006/relationships/customXml" Target="../ink/ink97.xml"/><Relationship Id="rId19" Type="http://schemas.openxmlformats.org/officeDocument/2006/relationships/customXml" Target="../ink/ink9.xml"/><Relationship Id="rId14" Type="http://schemas.openxmlformats.org/officeDocument/2006/relationships/image" Target="../media/image20.png"/><Relationship Id="rId30" Type="http://schemas.openxmlformats.org/officeDocument/2006/relationships/image" Target="../media/image28.png"/><Relationship Id="rId35" Type="http://schemas.openxmlformats.org/officeDocument/2006/relationships/customXml" Target="../ink/ink17.xml"/><Relationship Id="rId56" Type="http://schemas.openxmlformats.org/officeDocument/2006/relationships/image" Target="../media/image41.png"/><Relationship Id="rId77" Type="http://schemas.openxmlformats.org/officeDocument/2006/relationships/customXml" Target="../ink/ink38.xml"/><Relationship Id="rId100" Type="http://schemas.openxmlformats.org/officeDocument/2006/relationships/customXml" Target="../ink/ink50.xml"/><Relationship Id="rId105" Type="http://schemas.openxmlformats.org/officeDocument/2006/relationships/image" Target="../media/image65.png"/><Relationship Id="rId126" Type="http://schemas.openxmlformats.org/officeDocument/2006/relationships/customXml" Target="../ink/ink63.xml"/><Relationship Id="rId147" Type="http://schemas.openxmlformats.org/officeDocument/2006/relationships/image" Target="../media/image86.png"/><Relationship Id="rId168" Type="http://schemas.openxmlformats.org/officeDocument/2006/relationships/customXml" Target="../ink/ink84.xml"/><Relationship Id="rId8" Type="http://schemas.openxmlformats.org/officeDocument/2006/relationships/image" Target="../media/image17.png"/><Relationship Id="rId51" Type="http://schemas.openxmlformats.org/officeDocument/2006/relationships/customXml" Target="../ink/ink25.xml"/><Relationship Id="rId72" Type="http://schemas.openxmlformats.org/officeDocument/2006/relationships/image" Target="../media/image49.png"/><Relationship Id="rId93" Type="http://schemas.openxmlformats.org/officeDocument/2006/relationships/customXml" Target="../ink/ink46.xml"/><Relationship Id="rId98" Type="http://schemas.openxmlformats.org/officeDocument/2006/relationships/customXml" Target="../ink/ink49.xml"/><Relationship Id="rId121" Type="http://schemas.openxmlformats.org/officeDocument/2006/relationships/image" Target="../media/image73.png"/><Relationship Id="rId142" Type="http://schemas.openxmlformats.org/officeDocument/2006/relationships/customXml" Target="../ink/ink71.xml"/><Relationship Id="rId163" Type="http://schemas.openxmlformats.org/officeDocument/2006/relationships/image" Target="../media/image94.png"/><Relationship Id="rId184" Type="http://schemas.openxmlformats.org/officeDocument/2006/relationships/customXml" Target="../ink/ink92.xml"/><Relationship Id="rId189" Type="http://schemas.openxmlformats.org/officeDocument/2006/relationships/image" Target="../media/image107.png"/><Relationship Id="rId3" Type="http://schemas.openxmlformats.org/officeDocument/2006/relationships/customXml" Target="../ink/ink1.xml"/><Relationship Id="rId25" Type="http://schemas.openxmlformats.org/officeDocument/2006/relationships/customXml" Target="../ink/ink12.xml"/><Relationship Id="rId46" Type="http://schemas.openxmlformats.org/officeDocument/2006/relationships/image" Target="../media/image36.png"/><Relationship Id="rId67" Type="http://schemas.openxmlformats.org/officeDocument/2006/relationships/customXml" Target="../ink/ink33.xml"/><Relationship Id="rId116" Type="http://schemas.openxmlformats.org/officeDocument/2006/relationships/customXml" Target="../ink/ink58.xml"/><Relationship Id="rId137" Type="http://schemas.openxmlformats.org/officeDocument/2006/relationships/image" Target="../media/image81.png"/><Relationship Id="rId158" Type="http://schemas.openxmlformats.org/officeDocument/2006/relationships/customXml" Target="../ink/ink79.xml"/><Relationship Id="rId20" Type="http://schemas.openxmlformats.org/officeDocument/2006/relationships/image" Target="../media/image23.png"/><Relationship Id="rId41" Type="http://schemas.openxmlformats.org/officeDocument/2006/relationships/customXml" Target="../ink/ink20.xml"/><Relationship Id="rId62" Type="http://schemas.openxmlformats.org/officeDocument/2006/relationships/image" Target="../media/image44.png"/><Relationship Id="rId83" Type="http://schemas.openxmlformats.org/officeDocument/2006/relationships/customXml" Target="../ink/ink41.xml"/><Relationship Id="rId88" Type="http://schemas.openxmlformats.org/officeDocument/2006/relationships/image" Target="../media/image57.png"/><Relationship Id="rId111" Type="http://schemas.openxmlformats.org/officeDocument/2006/relationships/image" Target="../media/image68.png"/><Relationship Id="rId132" Type="http://schemas.openxmlformats.org/officeDocument/2006/relationships/customXml" Target="../ink/ink66.xml"/><Relationship Id="rId153" Type="http://schemas.openxmlformats.org/officeDocument/2006/relationships/image" Target="../media/image89.png"/><Relationship Id="rId174" Type="http://schemas.openxmlformats.org/officeDocument/2006/relationships/customXml" Target="../ink/ink87.xml"/><Relationship Id="rId179" Type="http://schemas.openxmlformats.org/officeDocument/2006/relationships/image" Target="../media/image102.png"/><Relationship Id="rId195" Type="http://schemas.openxmlformats.org/officeDocument/2006/relationships/image" Target="../media/image110.png"/><Relationship Id="rId190" Type="http://schemas.openxmlformats.org/officeDocument/2006/relationships/customXml" Target="../ink/ink95.xml"/><Relationship Id="rId15" Type="http://schemas.openxmlformats.org/officeDocument/2006/relationships/customXml" Target="../ink/ink7.xml"/><Relationship Id="rId36" Type="http://schemas.openxmlformats.org/officeDocument/2006/relationships/image" Target="../media/image31.png"/><Relationship Id="rId57" Type="http://schemas.openxmlformats.org/officeDocument/2006/relationships/customXml" Target="../ink/ink28.xml"/><Relationship Id="rId106" Type="http://schemas.openxmlformats.org/officeDocument/2006/relationships/customXml" Target="../ink/ink53.xml"/><Relationship Id="rId127" Type="http://schemas.openxmlformats.org/officeDocument/2006/relationships/image" Target="../media/image76.png"/><Relationship Id="rId10" Type="http://schemas.openxmlformats.org/officeDocument/2006/relationships/image" Target="../media/image18.png"/><Relationship Id="rId31" Type="http://schemas.openxmlformats.org/officeDocument/2006/relationships/customXml" Target="../ink/ink15.xml"/><Relationship Id="rId52" Type="http://schemas.openxmlformats.org/officeDocument/2006/relationships/image" Target="../media/image39.png"/><Relationship Id="rId73" Type="http://schemas.openxmlformats.org/officeDocument/2006/relationships/customXml" Target="../ink/ink36.xml"/><Relationship Id="rId78" Type="http://schemas.openxmlformats.org/officeDocument/2006/relationships/image" Target="../media/image52.png"/><Relationship Id="rId94" Type="http://schemas.openxmlformats.org/officeDocument/2006/relationships/customXml" Target="../ink/ink47.xml"/><Relationship Id="rId99" Type="http://schemas.openxmlformats.org/officeDocument/2006/relationships/image" Target="../media/image62.png"/><Relationship Id="rId101" Type="http://schemas.openxmlformats.org/officeDocument/2006/relationships/image" Target="../media/image63.png"/><Relationship Id="rId122" Type="http://schemas.openxmlformats.org/officeDocument/2006/relationships/customXml" Target="../ink/ink61.xml"/><Relationship Id="rId143" Type="http://schemas.openxmlformats.org/officeDocument/2006/relationships/image" Target="../media/image84.png"/><Relationship Id="rId148" Type="http://schemas.openxmlformats.org/officeDocument/2006/relationships/customXml" Target="../ink/ink74.xml"/><Relationship Id="rId164" Type="http://schemas.openxmlformats.org/officeDocument/2006/relationships/customXml" Target="../ink/ink82.xml"/><Relationship Id="rId169" Type="http://schemas.openxmlformats.org/officeDocument/2006/relationships/image" Target="../media/image97.png"/><Relationship Id="rId185" Type="http://schemas.openxmlformats.org/officeDocument/2006/relationships/image" Target="../media/image105.png"/><Relationship Id="rId4" Type="http://schemas.openxmlformats.org/officeDocument/2006/relationships/image" Target="../media/image15.png"/><Relationship Id="rId9" Type="http://schemas.openxmlformats.org/officeDocument/2006/relationships/customXml" Target="../ink/ink4.xml"/><Relationship Id="rId180" Type="http://schemas.openxmlformats.org/officeDocument/2006/relationships/customXml" Target="../ink/ink90.xml"/><Relationship Id="rId26" Type="http://schemas.openxmlformats.org/officeDocument/2006/relationships/image" Target="../media/image26.png"/><Relationship Id="rId47" Type="http://schemas.openxmlformats.org/officeDocument/2006/relationships/customXml" Target="../ink/ink23.xml"/><Relationship Id="rId68" Type="http://schemas.openxmlformats.org/officeDocument/2006/relationships/image" Target="../media/image47.png"/><Relationship Id="rId89" Type="http://schemas.openxmlformats.org/officeDocument/2006/relationships/customXml" Target="../ink/ink44.xml"/><Relationship Id="rId112" Type="http://schemas.openxmlformats.org/officeDocument/2006/relationships/customXml" Target="../ink/ink56.xml"/><Relationship Id="rId133" Type="http://schemas.openxmlformats.org/officeDocument/2006/relationships/image" Target="../media/image79.png"/><Relationship Id="rId154" Type="http://schemas.openxmlformats.org/officeDocument/2006/relationships/customXml" Target="../ink/ink77.xml"/><Relationship Id="rId175" Type="http://schemas.openxmlformats.org/officeDocument/2006/relationships/image" Target="../media/image100.png"/><Relationship Id="rId16" Type="http://schemas.openxmlformats.org/officeDocument/2006/relationships/image" Target="../media/image21.png"/><Relationship Id="rId37" Type="http://schemas.openxmlformats.org/officeDocument/2006/relationships/customXml" Target="../ink/ink18.xml"/><Relationship Id="rId58" Type="http://schemas.openxmlformats.org/officeDocument/2006/relationships/image" Target="../media/image42.png"/><Relationship Id="rId79" Type="http://schemas.openxmlformats.org/officeDocument/2006/relationships/customXml" Target="../ink/ink39.xml"/><Relationship Id="rId102" Type="http://schemas.openxmlformats.org/officeDocument/2006/relationships/customXml" Target="../ink/ink51.xml"/><Relationship Id="rId123" Type="http://schemas.openxmlformats.org/officeDocument/2006/relationships/image" Target="../media/image74.png"/><Relationship Id="rId144" Type="http://schemas.openxmlformats.org/officeDocument/2006/relationships/customXml" Target="../ink/ink72.xml"/><Relationship Id="rId90" Type="http://schemas.openxmlformats.org/officeDocument/2006/relationships/image" Target="../media/image58.png"/><Relationship Id="rId165" Type="http://schemas.openxmlformats.org/officeDocument/2006/relationships/image" Target="../media/image95.png"/><Relationship Id="rId186" Type="http://schemas.openxmlformats.org/officeDocument/2006/relationships/customXml" Target="../ink/ink93.xml"/><Relationship Id="rId27" Type="http://schemas.openxmlformats.org/officeDocument/2006/relationships/customXml" Target="../ink/ink13.xml"/><Relationship Id="rId48" Type="http://schemas.openxmlformats.org/officeDocument/2006/relationships/image" Target="../media/image37.png"/><Relationship Id="rId69" Type="http://schemas.openxmlformats.org/officeDocument/2006/relationships/customXml" Target="../ink/ink34.xml"/><Relationship Id="rId113" Type="http://schemas.openxmlformats.org/officeDocument/2006/relationships/image" Target="../media/image69.png"/><Relationship Id="rId134" Type="http://schemas.openxmlformats.org/officeDocument/2006/relationships/customXml" Target="../ink/ink67.xml"/><Relationship Id="rId80" Type="http://schemas.openxmlformats.org/officeDocument/2006/relationships/image" Target="../media/image53.png"/><Relationship Id="rId155" Type="http://schemas.openxmlformats.org/officeDocument/2006/relationships/image" Target="../media/image90.png"/><Relationship Id="rId176" Type="http://schemas.openxmlformats.org/officeDocument/2006/relationships/customXml" Target="../ink/ink88.xml"/><Relationship Id="rId17" Type="http://schemas.openxmlformats.org/officeDocument/2006/relationships/customXml" Target="../ink/ink8.xml"/><Relationship Id="rId38" Type="http://schemas.openxmlformats.org/officeDocument/2006/relationships/image" Target="../media/image32.png"/><Relationship Id="rId59" Type="http://schemas.openxmlformats.org/officeDocument/2006/relationships/customXml" Target="../ink/ink29.xml"/><Relationship Id="rId103" Type="http://schemas.openxmlformats.org/officeDocument/2006/relationships/image" Target="../media/image64.png"/><Relationship Id="rId124" Type="http://schemas.openxmlformats.org/officeDocument/2006/relationships/customXml" Target="../ink/ink62.xml"/><Relationship Id="rId70" Type="http://schemas.openxmlformats.org/officeDocument/2006/relationships/image" Target="../media/image48.png"/><Relationship Id="rId91" Type="http://schemas.openxmlformats.org/officeDocument/2006/relationships/customXml" Target="../ink/ink45.xml"/><Relationship Id="rId145" Type="http://schemas.openxmlformats.org/officeDocument/2006/relationships/image" Target="../media/image85.png"/><Relationship Id="rId166" Type="http://schemas.openxmlformats.org/officeDocument/2006/relationships/customXml" Target="../ink/ink83.xml"/><Relationship Id="rId187" Type="http://schemas.openxmlformats.org/officeDocument/2006/relationships/image" Target="../media/image106.png"/><Relationship Id="rId1" Type="http://schemas.openxmlformats.org/officeDocument/2006/relationships/slideLayout" Target="../slideLayouts/slideLayout15.xml"/><Relationship Id="rId28" Type="http://schemas.openxmlformats.org/officeDocument/2006/relationships/image" Target="../media/image27.png"/><Relationship Id="rId49" Type="http://schemas.openxmlformats.org/officeDocument/2006/relationships/customXml" Target="../ink/ink24.xml"/><Relationship Id="rId114" Type="http://schemas.openxmlformats.org/officeDocument/2006/relationships/customXml" Target="../ink/ink57.xml"/><Relationship Id="rId60" Type="http://schemas.openxmlformats.org/officeDocument/2006/relationships/image" Target="../media/image43.png"/><Relationship Id="rId81" Type="http://schemas.openxmlformats.org/officeDocument/2006/relationships/customXml" Target="../ink/ink40.xml"/><Relationship Id="rId135" Type="http://schemas.openxmlformats.org/officeDocument/2006/relationships/image" Target="../media/image80.png"/><Relationship Id="rId156" Type="http://schemas.openxmlformats.org/officeDocument/2006/relationships/customXml" Target="../ink/ink78.xml"/><Relationship Id="rId177" Type="http://schemas.openxmlformats.org/officeDocument/2006/relationships/image" Target="../media/image101.png"/><Relationship Id="rId18" Type="http://schemas.openxmlformats.org/officeDocument/2006/relationships/image" Target="../media/image22.png"/><Relationship Id="rId39" Type="http://schemas.openxmlformats.org/officeDocument/2006/relationships/customXml" Target="../ink/ink19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1" Type="http://schemas.openxmlformats.org/officeDocument/2006/relationships/image" Target="../media/image120.png"/><Relationship Id="rId42" Type="http://schemas.openxmlformats.org/officeDocument/2006/relationships/customXml" Target="../ink/ink118.xml"/><Relationship Id="rId63" Type="http://schemas.openxmlformats.org/officeDocument/2006/relationships/image" Target="../media/image141.png"/><Relationship Id="rId84" Type="http://schemas.openxmlformats.org/officeDocument/2006/relationships/customXml" Target="../ink/ink139.xml"/><Relationship Id="rId138" Type="http://schemas.openxmlformats.org/officeDocument/2006/relationships/customXml" Target="../ink/ink166.xml"/><Relationship Id="rId159" Type="http://schemas.openxmlformats.org/officeDocument/2006/relationships/image" Target="../media/image189.png"/><Relationship Id="rId170" Type="http://schemas.openxmlformats.org/officeDocument/2006/relationships/customXml" Target="../ink/ink182.xml"/><Relationship Id="rId107" Type="http://schemas.openxmlformats.org/officeDocument/2006/relationships/image" Target="../media/image163.png"/><Relationship Id="rId11" Type="http://schemas.openxmlformats.org/officeDocument/2006/relationships/image" Target="../media/image115.png"/><Relationship Id="rId32" Type="http://schemas.openxmlformats.org/officeDocument/2006/relationships/customXml" Target="../ink/ink113.xml"/><Relationship Id="rId53" Type="http://schemas.openxmlformats.org/officeDocument/2006/relationships/image" Target="../media/image136.png"/><Relationship Id="rId74" Type="http://schemas.openxmlformats.org/officeDocument/2006/relationships/customXml" Target="../ink/ink134.xml"/><Relationship Id="rId128" Type="http://schemas.openxmlformats.org/officeDocument/2006/relationships/customXml" Target="../ink/ink161.xml"/><Relationship Id="rId149" Type="http://schemas.openxmlformats.org/officeDocument/2006/relationships/image" Target="../media/image184.png"/><Relationship Id="rId5" Type="http://schemas.openxmlformats.org/officeDocument/2006/relationships/image" Target="../media/image112.png"/><Relationship Id="rId95" Type="http://schemas.openxmlformats.org/officeDocument/2006/relationships/image" Target="../media/image157.png"/><Relationship Id="rId160" Type="http://schemas.openxmlformats.org/officeDocument/2006/relationships/customXml" Target="../ink/ink177.xml"/><Relationship Id="rId181" Type="http://schemas.openxmlformats.org/officeDocument/2006/relationships/image" Target="../media/image200.png"/><Relationship Id="rId22" Type="http://schemas.openxmlformats.org/officeDocument/2006/relationships/customXml" Target="../ink/ink108.xml"/><Relationship Id="rId43" Type="http://schemas.openxmlformats.org/officeDocument/2006/relationships/image" Target="../media/image131.png"/><Relationship Id="rId64" Type="http://schemas.openxmlformats.org/officeDocument/2006/relationships/customXml" Target="../ink/ink129.xml"/><Relationship Id="rId118" Type="http://schemas.openxmlformats.org/officeDocument/2006/relationships/customXml" Target="../ink/ink156.xml"/><Relationship Id="rId139" Type="http://schemas.openxmlformats.org/officeDocument/2006/relationships/image" Target="../media/image179.png"/><Relationship Id="rId85" Type="http://schemas.openxmlformats.org/officeDocument/2006/relationships/image" Target="../media/image152.png"/><Relationship Id="rId150" Type="http://schemas.openxmlformats.org/officeDocument/2006/relationships/customXml" Target="../ink/ink172.xml"/><Relationship Id="rId171" Type="http://schemas.openxmlformats.org/officeDocument/2006/relationships/image" Target="../media/image195.png"/><Relationship Id="rId12" Type="http://schemas.openxmlformats.org/officeDocument/2006/relationships/customXml" Target="../ink/ink103.xml"/><Relationship Id="rId33" Type="http://schemas.openxmlformats.org/officeDocument/2006/relationships/image" Target="../media/image126.png"/><Relationship Id="rId108" Type="http://schemas.openxmlformats.org/officeDocument/2006/relationships/customXml" Target="../ink/ink151.xml"/><Relationship Id="rId129" Type="http://schemas.openxmlformats.org/officeDocument/2006/relationships/image" Target="../media/image174.png"/><Relationship Id="rId54" Type="http://schemas.openxmlformats.org/officeDocument/2006/relationships/customXml" Target="../ink/ink124.xml"/><Relationship Id="rId75" Type="http://schemas.openxmlformats.org/officeDocument/2006/relationships/image" Target="../media/image147.png"/><Relationship Id="rId96" Type="http://schemas.openxmlformats.org/officeDocument/2006/relationships/customXml" Target="../ink/ink145.xml"/><Relationship Id="rId140" Type="http://schemas.openxmlformats.org/officeDocument/2006/relationships/customXml" Target="../ink/ink167.xml"/><Relationship Id="rId161" Type="http://schemas.openxmlformats.org/officeDocument/2006/relationships/image" Target="../media/image190.png"/><Relationship Id="rId182" Type="http://schemas.openxmlformats.org/officeDocument/2006/relationships/customXml" Target="../ink/ink188.xml"/><Relationship Id="rId6" Type="http://schemas.openxmlformats.org/officeDocument/2006/relationships/customXml" Target="../ink/ink100.xml"/><Relationship Id="rId23" Type="http://schemas.openxmlformats.org/officeDocument/2006/relationships/image" Target="../media/image121.png"/><Relationship Id="rId119" Type="http://schemas.openxmlformats.org/officeDocument/2006/relationships/image" Target="../media/image169.png"/><Relationship Id="rId44" Type="http://schemas.openxmlformats.org/officeDocument/2006/relationships/customXml" Target="../ink/ink119.xml"/><Relationship Id="rId65" Type="http://schemas.openxmlformats.org/officeDocument/2006/relationships/image" Target="../media/image142.png"/><Relationship Id="rId86" Type="http://schemas.openxmlformats.org/officeDocument/2006/relationships/customXml" Target="../ink/ink140.xml"/><Relationship Id="rId130" Type="http://schemas.openxmlformats.org/officeDocument/2006/relationships/customXml" Target="../ink/ink162.xml"/><Relationship Id="rId151" Type="http://schemas.openxmlformats.org/officeDocument/2006/relationships/image" Target="../media/image185.png"/><Relationship Id="rId172" Type="http://schemas.openxmlformats.org/officeDocument/2006/relationships/customXml" Target="../ink/ink183.xml"/><Relationship Id="rId13" Type="http://schemas.openxmlformats.org/officeDocument/2006/relationships/image" Target="../media/image116.png"/><Relationship Id="rId18" Type="http://schemas.openxmlformats.org/officeDocument/2006/relationships/customXml" Target="../ink/ink106.xml"/><Relationship Id="rId39" Type="http://schemas.openxmlformats.org/officeDocument/2006/relationships/image" Target="../media/image129.png"/><Relationship Id="rId109" Type="http://schemas.openxmlformats.org/officeDocument/2006/relationships/image" Target="../media/image164.png"/><Relationship Id="rId34" Type="http://schemas.openxmlformats.org/officeDocument/2006/relationships/customXml" Target="../ink/ink114.xml"/><Relationship Id="rId50" Type="http://schemas.openxmlformats.org/officeDocument/2006/relationships/customXml" Target="../ink/ink122.xml"/><Relationship Id="rId55" Type="http://schemas.openxmlformats.org/officeDocument/2006/relationships/image" Target="../media/image137.png"/><Relationship Id="rId76" Type="http://schemas.openxmlformats.org/officeDocument/2006/relationships/customXml" Target="../ink/ink135.xml"/><Relationship Id="rId97" Type="http://schemas.openxmlformats.org/officeDocument/2006/relationships/image" Target="../media/image158.png"/><Relationship Id="rId104" Type="http://schemas.openxmlformats.org/officeDocument/2006/relationships/customXml" Target="../ink/ink149.xml"/><Relationship Id="rId120" Type="http://schemas.openxmlformats.org/officeDocument/2006/relationships/customXml" Target="../ink/ink157.xml"/><Relationship Id="rId125" Type="http://schemas.openxmlformats.org/officeDocument/2006/relationships/image" Target="../media/image172.png"/><Relationship Id="rId141" Type="http://schemas.openxmlformats.org/officeDocument/2006/relationships/image" Target="../media/image180.png"/><Relationship Id="rId146" Type="http://schemas.openxmlformats.org/officeDocument/2006/relationships/customXml" Target="../ink/ink170.xml"/><Relationship Id="rId167" Type="http://schemas.openxmlformats.org/officeDocument/2006/relationships/image" Target="../media/image193.png"/><Relationship Id="rId188" Type="http://schemas.openxmlformats.org/officeDocument/2006/relationships/customXml" Target="../ink/ink191.xml"/><Relationship Id="rId7" Type="http://schemas.openxmlformats.org/officeDocument/2006/relationships/image" Target="../media/image113.png"/><Relationship Id="rId71" Type="http://schemas.openxmlformats.org/officeDocument/2006/relationships/image" Target="../media/image145.png"/><Relationship Id="rId92" Type="http://schemas.openxmlformats.org/officeDocument/2006/relationships/customXml" Target="../ink/ink143.xml"/><Relationship Id="rId162" Type="http://schemas.openxmlformats.org/officeDocument/2006/relationships/customXml" Target="../ink/ink178.xml"/><Relationship Id="rId183" Type="http://schemas.openxmlformats.org/officeDocument/2006/relationships/image" Target="../media/image201.png"/><Relationship Id="rId2" Type="http://schemas.openxmlformats.org/officeDocument/2006/relationships/customXml" Target="../ink/ink98.xml"/><Relationship Id="rId29" Type="http://schemas.openxmlformats.org/officeDocument/2006/relationships/image" Target="../media/image124.png"/><Relationship Id="rId24" Type="http://schemas.openxmlformats.org/officeDocument/2006/relationships/customXml" Target="../ink/ink109.xml"/><Relationship Id="rId40" Type="http://schemas.openxmlformats.org/officeDocument/2006/relationships/customXml" Target="../ink/ink117.xml"/><Relationship Id="rId45" Type="http://schemas.openxmlformats.org/officeDocument/2006/relationships/image" Target="../media/image132.png"/><Relationship Id="rId66" Type="http://schemas.openxmlformats.org/officeDocument/2006/relationships/customXml" Target="../ink/ink130.xml"/><Relationship Id="rId87" Type="http://schemas.openxmlformats.org/officeDocument/2006/relationships/image" Target="../media/image153.png"/><Relationship Id="rId110" Type="http://schemas.openxmlformats.org/officeDocument/2006/relationships/customXml" Target="../ink/ink152.xml"/><Relationship Id="rId115" Type="http://schemas.openxmlformats.org/officeDocument/2006/relationships/image" Target="../media/image167.png"/><Relationship Id="rId131" Type="http://schemas.openxmlformats.org/officeDocument/2006/relationships/image" Target="../media/image175.png"/><Relationship Id="rId136" Type="http://schemas.openxmlformats.org/officeDocument/2006/relationships/customXml" Target="../ink/ink165.xml"/><Relationship Id="rId157" Type="http://schemas.openxmlformats.org/officeDocument/2006/relationships/image" Target="../media/image188.png"/><Relationship Id="rId178" Type="http://schemas.openxmlformats.org/officeDocument/2006/relationships/customXml" Target="../ink/ink186.xml"/><Relationship Id="rId61" Type="http://schemas.openxmlformats.org/officeDocument/2006/relationships/image" Target="../media/image140.png"/><Relationship Id="rId82" Type="http://schemas.openxmlformats.org/officeDocument/2006/relationships/customXml" Target="../ink/ink138.xml"/><Relationship Id="rId152" Type="http://schemas.openxmlformats.org/officeDocument/2006/relationships/customXml" Target="../ink/ink173.xml"/><Relationship Id="rId173" Type="http://schemas.openxmlformats.org/officeDocument/2006/relationships/image" Target="../media/image196.png"/><Relationship Id="rId19" Type="http://schemas.openxmlformats.org/officeDocument/2006/relationships/image" Target="../media/image119.png"/><Relationship Id="rId14" Type="http://schemas.openxmlformats.org/officeDocument/2006/relationships/customXml" Target="../ink/ink104.xml"/><Relationship Id="rId30" Type="http://schemas.openxmlformats.org/officeDocument/2006/relationships/customXml" Target="../ink/ink112.xml"/><Relationship Id="rId35" Type="http://schemas.openxmlformats.org/officeDocument/2006/relationships/image" Target="../media/image127.png"/><Relationship Id="rId56" Type="http://schemas.openxmlformats.org/officeDocument/2006/relationships/customXml" Target="../ink/ink125.xml"/><Relationship Id="rId77" Type="http://schemas.openxmlformats.org/officeDocument/2006/relationships/image" Target="../media/image148.png"/><Relationship Id="rId100" Type="http://schemas.openxmlformats.org/officeDocument/2006/relationships/customXml" Target="../ink/ink147.xml"/><Relationship Id="rId105" Type="http://schemas.openxmlformats.org/officeDocument/2006/relationships/image" Target="../media/image162.png"/><Relationship Id="rId126" Type="http://schemas.openxmlformats.org/officeDocument/2006/relationships/customXml" Target="../ink/ink160.xml"/><Relationship Id="rId147" Type="http://schemas.openxmlformats.org/officeDocument/2006/relationships/image" Target="../media/image183.png"/><Relationship Id="rId168" Type="http://schemas.openxmlformats.org/officeDocument/2006/relationships/customXml" Target="../ink/ink181.xml"/><Relationship Id="rId8" Type="http://schemas.openxmlformats.org/officeDocument/2006/relationships/customXml" Target="../ink/ink101.xml"/><Relationship Id="rId51" Type="http://schemas.openxmlformats.org/officeDocument/2006/relationships/image" Target="../media/image135.png"/><Relationship Id="rId72" Type="http://schemas.openxmlformats.org/officeDocument/2006/relationships/customXml" Target="../ink/ink133.xml"/><Relationship Id="rId93" Type="http://schemas.openxmlformats.org/officeDocument/2006/relationships/image" Target="../media/image156.png"/><Relationship Id="rId98" Type="http://schemas.openxmlformats.org/officeDocument/2006/relationships/customXml" Target="../ink/ink146.xml"/><Relationship Id="rId121" Type="http://schemas.openxmlformats.org/officeDocument/2006/relationships/image" Target="../media/image170.png"/><Relationship Id="rId142" Type="http://schemas.openxmlformats.org/officeDocument/2006/relationships/customXml" Target="../ink/ink168.xml"/><Relationship Id="rId163" Type="http://schemas.openxmlformats.org/officeDocument/2006/relationships/image" Target="../media/image191.png"/><Relationship Id="rId184" Type="http://schemas.openxmlformats.org/officeDocument/2006/relationships/customXml" Target="../ink/ink189.xml"/><Relationship Id="rId189" Type="http://schemas.openxmlformats.org/officeDocument/2006/relationships/image" Target="../media/image204.png"/><Relationship Id="rId3" Type="http://schemas.openxmlformats.org/officeDocument/2006/relationships/image" Target="../media/image111.png"/><Relationship Id="rId25" Type="http://schemas.openxmlformats.org/officeDocument/2006/relationships/image" Target="../media/image122.png"/><Relationship Id="rId46" Type="http://schemas.openxmlformats.org/officeDocument/2006/relationships/customXml" Target="../ink/ink120.xml"/><Relationship Id="rId67" Type="http://schemas.openxmlformats.org/officeDocument/2006/relationships/image" Target="../media/image143.png"/><Relationship Id="rId116" Type="http://schemas.openxmlformats.org/officeDocument/2006/relationships/customXml" Target="../ink/ink155.xml"/><Relationship Id="rId137" Type="http://schemas.openxmlformats.org/officeDocument/2006/relationships/image" Target="../media/image178.png"/><Relationship Id="rId158" Type="http://schemas.openxmlformats.org/officeDocument/2006/relationships/customXml" Target="../ink/ink176.xml"/><Relationship Id="rId20" Type="http://schemas.openxmlformats.org/officeDocument/2006/relationships/customXml" Target="../ink/ink107.xml"/><Relationship Id="rId41" Type="http://schemas.openxmlformats.org/officeDocument/2006/relationships/image" Target="../media/image130.png"/><Relationship Id="rId62" Type="http://schemas.openxmlformats.org/officeDocument/2006/relationships/customXml" Target="../ink/ink128.xml"/><Relationship Id="rId83" Type="http://schemas.openxmlformats.org/officeDocument/2006/relationships/image" Target="../media/image151.png"/><Relationship Id="rId88" Type="http://schemas.openxmlformats.org/officeDocument/2006/relationships/customXml" Target="../ink/ink141.xml"/><Relationship Id="rId111" Type="http://schemas.openxmlformats.org/officeDocument/2006/relationships/image" Target="../media/image165.png"/><Relationship Id="rId132" Type="http://schemas.openxmlformats.org/officeDocument/2006/relationships/customXml" Target="../ink/ink163.xml"/><Relationship Id="rId153" Type="http://schemas.openxmlformats.org/officeDocument/2006/relationships/image" Target="../media/image186.png"/><Relationship Id="rId174" Type="http://schemas.openxmlformats.org/officeDocument/2006/relationships/customXml" Target="../ink/ink184.xml"/><Relationship Id="rId179" Type="http://schemas.openxmlformats.org/officeDocument/2006/relationships/image" Target="../media/image199.png"/><Relationship Id="rId15" Type="http://schemas.openxmlformats.org/officeDocument/2006/relationships/image" Target="../media/image117.png"/><Relationship Id="rId36" Type="http://schemas.openxmlformats.org/officeDocument/2006/relationships/customXml" Target="../ink/ink115.xml"/><Relationship Id="rId57" Type="http://schemas.openxmlformats.org/officeDocument/2006/relationships/image" Target="../media/image138.png"/><Relationship Id="rId106" Type="http://schemas.openxmlformats.org/officeDocument/2006/relationships/customXml" Target="../ink/ink150.xml"/><Relationship Id="rId127" Type="http://schemas.openxmlformats.org/officeDocument/2006/relationships/image" Target="../media/image173.png"/><Relationship Id="rId10" Type="http://schemas.openxmlformats.org/officeDocument/2006/relationships/customXml" Target="../ink/ink102.xml"/><Relationship Id="rId31" Type="http://schemas.openxmlformats.org/officeDocument/2006/relationships/image" Target="../media/image125.png"/><Relationship Id="rId52" Type="http://schemas.openxmlformats.org/officeDocument/2006/relationships/customXml" Target="../ink/ink123.xml"/><Relationship Id="rId73" Type="http://schemas.openxmlformats.org/officeDocument/2006/relationships/image" Target="../media/image146.png"/><Relationship Id="rId78" Type="http://schemas.openxmlformats.org/officeDocument/2006/relationships/customXml" Target="../ink/ink136.xml"/><Relationship Id="rId94" Type="http://schemas.openxmlformats.org/officeDocument/2006/relationships/customXml" Target="../ink/ink144.xml"/><Relationship Id="rId99" Type="http://schemas.openxmlformats.org/officeDocument/2006/relationships/image" Target="../media/image159.png"/><Relationship Id="rId101" Type="http://schemas.openxmlformats.org/officeDocument/2006/relationships/image" Target="../media/image160.png"/><Relationship Id="rId122" Type="http://schemas.openxmlformats.org/officeDocument/2006/relationships/customXml" Target="../ink/ink158.xml"/><Relationship Id="rId143" Type="http://schemas.openxmlformats.org/officeDocument/2006/relationships/image" Target="../media/image181.png"/><Relationship Id="rId148" Type="http://schemas.openxmlformats.org/officeDocument/2006/relationships/customXml" Target="../ink/ink171.xml"/><Relationship Id="rId164" Type="http://schemas.openxmlformats.org/officeDocument/2006/relationships/customXml" Target="../ink/ink179.xml"/><Relationship Id="rId169" Type="http://schemas.openxmlformats.org/officeDocument/2006/relationships/image" Target="../media/image194.png"/><Relationship Id="rId185" Type="http://schemas.openxmlformats.org/officeDocument/2006/relationships/image" Target="../media/image202.png"/><Relationship Id="rId4" Type="http://schemas.openxmlformats.org/officeDocument/2006/relationships/customXml" Target="../ink/ink99.xml"/><Relationship Id="rId9" Type="http://schemas.openxmlformats.org/officeDocument/2006/relationships/image" Target="../media/image114.png"/><Relationship Id="rId180" Type="http://schemas.openxmlformats.org/officeDocument/2006/relationships/customXml" Target="../ink/ink187.xml"/><Relationship Id="rId26" Type="http://schemas.openxmlformats.org/officeDocument/2006/relationships/customXml" Target="../ink/ink110.xml"/><Relationship Id="rId47" Type="http://schemas.openxmlformats.org/officeDocument/2006/relationships/image" Target="../media/image133.png"/><Relationship Id="rId68" Type="http://schemas.openxmlformats.org/officeDocument/2006/relationships/customXml" Target="../ink/ink131.xml"/><Relationship Id="rId89" Type="http://schemas.openxmlformats.org/officeDocument/2006/relationships/image" Target="../media/image154.png"/><Relationship Id="rId112" Type="http://schemas.openxmlformats.org/officeDocument/2006/relationships/customXml" Target="../ink/ink153.xml"/><Relationship Id="rId133" Type="http://schemas.openxmlformats.org/officeDocument/2006/relationships/image" Target="../media/image176.png"/><Relationship Id="rId154" Type="http://schemas.openxmlformats.org/officeDocument/2006/relationships/customXml" Target="../ink/ink174.xml"/><Relationship Id="rId175" Type="http://schemas.openxmlformats.org/officeDocument/2006/relationships/image" Target="../media/image197.png"/><Relationship Id="rId16" Type="http://schemas.openxmlformats.org/officeDocument/2006/relationships/customXml" Target="../ink/ink105.xml"/><Relationship Id="rId37" Type="http://schemas.openxmlformats.org/officeDocument/2006/relationships/image" Target="../media/image128.png"/><Relationship Id="rId58" Type="http://schemas.openxmlformats.org/officeDocument/2006/relationships/customXml" Target="../ink/ink126.xml"/><Relationship Id="rId79" Type="http://schemas.openxmlformats.org/officeDocument/2006/relationships/image" Target="../media/image149.png"/><Relationship Id="rId102" Type="http://schemas.openxmlformats.org/officeDocument/2006/relationships/customXml" Target="../ink/ink148.xml"/><Relationship Id="rId123" Type="http://schemas.openxmlformats.org/officeDocument/2006/relationships/image" Target="../media/image171.png"/><Relationship Id="rId144" Type="http://schemas.openxmlformats.org/officeDocument/2006/relationships/customXml" Target="../ink/ink169.xml"/><Relationship Id="rId90" Type="http://schemas.openxmlformats.org/officeDocument/2006/relationships/customXml" Target="../ink/ink142.xml"/><Relationship Id="rId165" Type="http://schemas.openxmlformats.org/officeDocument/2006/relationships/image" Target="../media/image192.png"/><Relationship Id="rId186" Type="http://schemas.openxmlformats.org/officeDocument/2006/relationships/customXml" Target="../ink/ink190.xml"/><Relationship Id="rId27" Type="http://schemas.openxmlformats.org/officeDocument/2006/relationships/image" Target="../media/image123.png"/><Relationship Id="rId48" Type="http://schemas.openxmlformats.org/officeDocument/2006/relationships/customXml" Target="../ink/ink121.xml"/><Relationship Id="rId69" Type="http://schemas.openxmlformats.org/officeDocument/2006/relationships/image" Target="../media/image144.png"/><Relationship Id="rId113" Type="http://schemas.openxmlformats.org/officeDocument/2006/relationships/image" Target="../media/image166.png"/><Relationship Id="rId134" Type="http://schemas.openxmlformats.org/officeDocument/2006/relationships/customXml" Target="../ink/ink164.xml"/><Relationship Id="rId80" Type="http://schemas.openxmlformats.org/officeDocument/2006/relationships/customXml" Target="../ink/ink137.xml"/><Relationship Id="rId155" Type="http://schemas.openxmlformats.org/officeDocument/2006/relationships/image" Target="../media/image187.png"/><Relationship Id="rId176" Type="http://schemas.openxmlformats.org/officeDocument/2006/relationships/customXml" Target="../ink/ink185.xml"/><Relationship Id="rId17" Type="http://schemas.openxmlformats.org/officeDocument/2006/relationships/image" Target="../media/image118.png"/><Relationship Id="rId38" Type="http://schemas.openxmlformats.org/officeDocument/2006/relationships/customXml" Target="../ink/ink116.xml"/><Relationship Id="rId59" Type="http://schemas.openxmlformats.org/officeDocument/2006/relationships/image" Target="../media/image139.png"/><Relationship Id="rId103" Type="http://schemas.openxmlformats.org/officeDocument/2006/relationships/image" Target="../media/image161.png"/><Relationship Id="rId124" Type="http://schemas.openxmlformats.org/officeDocument/2006/relationships/customXml" Target="../ink/ink159.xml"/><Relationship Id="rId70" Type="http://schemas.openxmlformats.org/officeDocument/2006/relationships/customXml" Target="../ink/ink132.xml"/><Relationship Id="rId91" Type="http://schemas.openxmlformats.org/officeDocument/2006/relationships/image" Target="../media/image155.png"/><Relationship Id="rId145" Type="http://schemas.openxmlformats.org/officeDocument/2006/relationships/image" Target="../media/image182.png"/><Relationship Id="rId166" Type="http://schemas.openxmlformats.org/officeDocument/2006/relationships/customXml" Target="../ink/ink180.xml"/><Relationship Id="rId187" Type="http://schemas.openxmlformats.org/officeDocument/2006/relationships/image" Target="../media/image203.png"/><Relationship Id="rId1" Type="http://schemas.openxmlformats.org/officeDocument/2006/relationships/slideLayout" Target="../slideLayouts/slideLayout18.xml"/><Relationship Id="rId28" Type="http://schemas.openxmlformats.org/officeDocument/2006/relationships/customXml" Target="../ink/ink111.xml"/><Relationship Id="rId49" Type="http://schemas.openxmlformats.org/officeDocument/2006/relationships/image" Target="../media/image134.png"/><Relationship Id="rId114" Type="http://schemas.openxmlformats.org/officeDocument/2006/relationships/customXml" Target="../ink/ink154.xml"/><Relationship Id="rId60" Type="http://schemas.openxmlformats.org/officeDocument/2006/relationships/customXml" Target="../ink/ink127.xml"/><Relationship Id="rId81" Type="http://schemas.openxmlformats.org/officeDocument/2006/relationships/image" Target="../media/image150.png"/><Relationship Id="rId135" Type="http://schemas.openxmlformats.org/officeDocument/2006/relationships/image" Target="../media/image177.png"/><Relationship Id="rId156" Type="http://schemas.openxmlformats.org/officeDocument/2006/relationships/customXml" Target="../ink/ink175.xml"/><Relationship Id="rId177" Type="http://schemas.openxmlformats.org/officeDocument/2006/relationships/image" Target="../media/image19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7.jp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18.png"/><Relationship Id="rId4" Type="http://schemas.openxmlformats.org/officeDocument/2006/relationships/hyperlink" Target="http://www.dribbble.com/" TargetMode="Externa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4.jpeg"/><Relationship Id="rId3" Type="http://schemas.openxmlformats.org/officeDocument/2006/relationships/image" Target="../media/image219.jpeg"/><Relationship Id="rId7" Type="http://schemas.openxmlformats.org/officeDocument/2006/relationships/image" Target="../media/image223.tif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22.tiff"/><Relationship Id="rId5" Type="http://schemas.openxmlformats.org/officeDocument/2006/relationships/image" Target="../media/image221.tiff"/><Relationship Id="rId4" Type="http://schemas.openxmlformats.org/officeDocument/2006/relationships/image" Target="../media/image220.tiff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Title 735">
            <a:extLst>
              <a:ext uri="{FF2B5EF4-FFF2-40B4-BE49-F238E27FC236}">
                <a16:creationId xmlns:a16="http://schemas.microsoft.com/office/drawing/2014/main" id="{CE57EBF5-7CB4-4746-AB9E-3E8717897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0893" y="2601545"/>
            <a:ext cx="5086633" cy="827455"/>
          </a:xfrm>
        </p:spPr>
        <p:txBody>
          <a:bodyPr anchor="ctr"/>
          <a:lstStyle/>
          <a:p>
            <a:r>
              <a:rPr lang="en-US" sz="4800" dirty="0">
                <a:solidFill>
                  <a:schemeClr val="bg1"/>
                </a:solidFill>
                <a:latin typeface="Arial Black" panose="020B0A04020102020204" pitchFamily="34" charset="0"/>
              </a:rPr>
              <a:t>SAP BTP Extension Suite Training</a:t>
            </a:r>
            <a:endParaRPr lang="en-IN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37" name="Subtitle 736">
            <a:extLst>
              <a:ext uri="{FF2B5EF4-FFF2-40B4-BE49-F238E27FC236}">
                <a16:creationId xmlns:a16="http://schemas.microsoft.com/office/drawing/2014/main" id="{700EA347-9CC8-4879-9255-16687B0BE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pc="100" dirty="0">
                <a:latin typeface="Cooper Black" panose="0208090404030B020404" pitchFamily="18" charset="0"/>
              </a:rPr>
              <a:t>www.AnubhavTrainings.com</a:t>
            </a:r>
          </a:p>
        </p:txBody>
      </p:sp>
      <p:sp>
        <p:nvSpPr>
          <p:cNvPr id="4" name="Subtitle 736">
            <a:extLst>
              <a:ext uri="{FF2B5EF4-FFF2-40B4-BE49-F238E27FC236}">
                <a16:creationId xmlns:a16="http://schemas.microsoft.com/office/drawing/2014/main" id="{3F065217-DE63-4532-8B57-61ED049613CD}"/>
              </a:ext>
            </a:extLst>
          </p:cNvPr>
          <p:cNvSpPr txBox="1">
            <a:spLocks/>
          </p:cNvSpPr>
          <p:nvPr/>
        </p:nvSpPr>
        <p:spPr>
          <a:xfrm>
            <a:off x="3296764" y="3933056"/>
            <a:ext cx="5595296" cy="53126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>
            <a:lvl1pPr marL="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218936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82840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437872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304734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80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275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74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dirty="0">
                <a:solidFill>
                  <a:srgbClr val="00B0F0"/>
                </a:solidFill>
                <a:latin typeface="Amasis MT Pro Black" panose="02040A04050005020304" pitchFamily="18" charset="0"/>
              </a:rPr>
              <a:t>Anubhav Oberoy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65992-7E12-89E4-D7DB-B3B44A1FB17D}"/>
              </a:ext>
            </a:extLst>
          </p:cNvPr>
          <p:cNvSpPr txBox="1"/>
          <p:nvPr/>
        </p:nvSpPr>
        <p:spPr>
          <a:xfrm>
            <a:off x="5230316" y="4968381"/>
            <a:ext cx="3963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Follow excellence with sheer passion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BA527F-59AB-2E34-6331-8D67B5F5CA3E}"/>
              </a:ext>
            </a:extLst>
          </p:cNvPr>
          <p:cNvSpPr/>
          <p:nvPr/>
        </p:nvSpPr>
        <p:spPr>
          <a:xfrm>
            <a:off x="3530893" y="1196752"/>
            <a:ext cx="2059463" cy="648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>
                <a:solidFill>
                  <a:schemeClr val="accent2">
                    <a:lumMod val="50000"/>
                  </a:schemeClr>
                </a:solidFill>
              </a:rPr>
              <a:t>Day 17</a:t>
            </a:r>
            <a:endParaRPr lang="en-US" sz="36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1587" y="-13391"/>
            <a:ext cx="12185651" cy="758913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87" y="3190483"/>
            <a:ext cx="12185651" cy="250963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87" y="3362982"/>
            <a:ext cx="12185651" cy="212776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840714" y="3436579"/>
            <a:ext cx="4507397" cy="6461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35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3299" spc="150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442020" y="4059852"/>
            <a:ext cx="11304786" cy="12000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23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6940" y="0"/>
            <a:ext cx="1173316" cy="115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19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C261B0E4-159A-4067-AFE4-41EEF3B3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oper Black" panose="0208090404030B020404" pitchFamily="18" charset="0"/>
              </a:rPr>
              <a:t>Agenda – Day 17</a:t>
            </a:r>
            <a:endParaRPr lang="en-IN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E791A1-2958-78B0-ECDD-F89DDE02F4B6}"/>
              </a:ext>
            </a:extLst>
          </p:cNvPr>
          <p:cNvSpPr/>
          <p:nvPr/>
        </p:nvSpPr>
        <p:spPr>
          <a:xfrm>
            <a:off x="3453886" y="1313238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B89E801-E285-EBED-06F5-7E2B1B8E1E7A}"/>
              </a:ext>
            </a:extLst>
          </p:cNvPr>
          <p:cNvSpPr/>
          <p:nvPr/>
        </p:nvSpPr>
        <p:spPr>
          <a:xfrm>
            <a:off x="3453886" y="3068960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AB72EB-5FE6-B5CA-C654-D15CE54000E9}"/>
              </a:ext>
            </a:extLst>
          </p:cNvPr>
          <p:cNvSpPr/>
          <p:nvPr/>
        </p:nvSpPr>
        <p:spPr>
          <a:xfrm>
            <a:off x="3453886" y="4824683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A27EE0E-9853-D0E9-E5A8-87BE731920EA}"/>
              </a:ext>
            </a:extLst>
          </p:cNvPr>
          <p:cNvGrpSpPr/>
          <p:nvPr/>
        </p:nvGrpSpPr>
        <p:grpSpPr>
          <a:xfrm>
            <a:off x="4118571" y="1566251"/>
            <a:ext cx="4359562" cy="922336"/>
            <a:chOff x="1395616" y="871285"/>
            <a:chExt cx="3825734" cy="106413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429D3B-7C38-B33E-067B-835764291C87}"/>
                </a:ext>
              </a:extLst>
            </p:cNvPr>
            <p:cNvSpPr txBox="1"/>
            <p:nvPr/>
          </p:nvSpPr>
          <p:spPr>
            <a:xfrm>
              <a:off x="2984420" y="1243566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Build </a:t>
              </a:r>
              <a:r>
                <a:rPr lang="en-US" sz="1800" dirty="0" err="1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Workzone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C39A3-CA2B-146F-D772-D14998B4D672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01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7773B0C-4C36-F5CF-6049-15A22D3353B9}"/>
              </a:ext>
            </a:extLst>
          </p:cNvPr>
          <p:cNvGrpSpPr/>
          <p:nvPr/>
        </p:nvGrpSpPr>
        <p:grpSpPr>
          <a:xfrm>
            <a:off x="4118571" y="3321970"/>
            <a:ext cx="4431570" cy="922336"/>
            <a:chOff x="1395616" y="871285"/>
            <a:chExt cx="3825734" cy="106413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BB80F5-BF50-C0D2-25DF-59F695C70420}"/>
                </a:ext>
              </a:extLst>
            </p:cNvPr>
            <p:cNvSpPr txBox="1"/>
            <p:nvPr/>
          </p:nvSpPr>
          <p:spPr>
            <a:xfrm>
              <a:off x="2984420" y="1243562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Attachments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824D9CE-F522-A342-1387-CC55E9C4494E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02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1BD1B35-A18B-68D7-E07B-1A1A9AD2E859}"/>
              </a:ext>
            </a:extLst>
          </p:cNvPr>
          <p:cNvGrpSpPr/>
          <p:nvPr/>
        </p:nvGrpSpPr>
        <p:grpSpPr>
          <a:xfrm>
            <a:off x="4118571" y="5077693"/>
            <a:ext cx="4431570" cy="922336"/>
            <a:chOff x="1395616" y="871285"/>
            <a:chExt cx="4290329" cy="106413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BEC2032-A77D-A0B0-E149-A23467DC1CAA}"/>
                </a:ext>
              </a:extLst>
            </p:cNvPr>
            <p:cNvSpPr txBox="1"/>
            <p:nvPr/>
          </p:nvSpPr>
          <p:spPr>
            <a:xfrm>
              <a:off x="2984420" y="1243560"/>
              <a:ext cx="2701525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Multi tenancy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60195D9-2B81-A5CA-17AA-E418FAD1D320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03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619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77192-09C6-FA74-855F-3A3AE8444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1A302E-9B86-4630-28D7-7376FAF0F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08BA6A-AB3E-281D-F2A0-664633C7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03147" y="6374633"/>
            <a:ext cx="609441" cy="365030"/>
          </a:xfrm>
        </p:spPr>
        <p:txBody>
          <a:bodyPr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121889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2B93EF-AD27-E981-E7A1-10F7405B0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73" y="178647"/>
            <a:ext cx="10969943" cy="711016"/>
          </a:xfrm>
        </p:spPr>
        <p:txBody>
          <a:bodyPr/>
          <a:lstStyle/>
          <a:p>
            <a:r>
              <a:rPr lang="en-IN" sz="3333" dirty="0"/>
              <a:t>What is SAP Cloud Identity Service?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B54309-BE9F-BD69-388E-833149DEC776}"/>
              </a:ext>
            </a:extLst>
          </p:cNvPr>
          <p:cNvSpPr txBox="1"/>
          <p:nvPr/>
        </p:nvSpPr>
        <p:spPr>
          <a:xfrm>
            <a:off x="103005" y="980728"/>
            <a:ext cx="11680957" cy="2031472"/>
          </a:xfrm>
          <a:prstGeom prst="rect">
            <a:avLst/>
          </a:prstGeom>
        </p:spPr>
        <p:txBody>
          <a:bodyPr vert="horz" lIns="121888" tIns="60944" rIns="121888" bIns="60944" rtlCol="0">
            <a:normAutofit lnSpcReduction="10000"/>
          </a:bodyPr>
          <a:lstStyle/>
          <a:p>
            <a:pPr marL="0" marR="0" lvl="0" indent="0" algn="l" defTabSz="1218895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66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" panose="020B0503030000000003" pitchFamily="34" charset="0"/>
                <a:ea typeface="+mn-ea"/>
                <a:cs typeface="+mn-cs"/>
              </a:rPr>
              <a:t>SAP Cloud Identity Services are a group of services of SAP Business Technology Platform (SAP BTP), which enable you to integrate identity and access management between systems. The goal is to provide a seamless single sign-on experience across systems while ensuring that system and data access are secure. SAP Cloud Identity Services include Identity Authentication, Identity Provisioning, Identity Directory and Authorization Management.</a:t>
            </a:r>
          </a:p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66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AP-icons"/>
                <a:ea typeface="+mn-ea"/>
                <a:cs typeface="+mn-cs"/>
              </a:rPr>
            </a:br>
            <a:endParaRPr kumimoji="0" lang="en-US" sz="1866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EB9557B-998B-0E71-561C-6C8DC876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5176" y="2921132"/>
            <a:ext cx="8227457" cy="3129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8690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988236-86EB-B182-FA1F-EB4AD9DA9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www.anubhavtrainings.com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D17648-E4D0-C5AB-AED2-C2E40B35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12188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121889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6F601F-ECA0-565F-15BB-8ACFEDC85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Become Admin for your Identity Service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9993EA-C9BD-F6ED-1BC9-0BFF6E5DEF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868" y="1295956"/>
            <a:ext cx="8113978" cy="5124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025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8D077-6F83-0965-5026-23BC05185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68963-D4DC-28FA-F233-F6AA01B99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Persona</a:t>
            </a:r>
          </a:p>
        </p:txBody>
      </p:sp>
      <p:pic>
        <p:nvPicPr>
          <p:cNvPr id="2052" name="Picture 4" descr="Software engineer avatar Images - Free Download on Freepik">
            <a:extLst>
              <a:ext uri="{FF2B5EF4-FFF2-40B4-BE49-F238E27FC236}">
                <a16:creationId xmlns:a16="http://schemas.microsoft.com/office/drawing/2014/main" id="{453AADD2-EBDF-C003-5333-38152CAFD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96" y="701363"/>
            <a:ext cx="1700809" cy="1700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oftware developer avatar Vectors - Download Free High-Quality Vectors from  Freepik | Freepik">
            <a:extLst>
              <a:ext uri="{FF2B5EF4-FFF2-40B4-BE49-F238E27FC236}">
                <a16:creationId xmlns:a16="http://schemas.microsoft.com/office/drawing/2014/main" id="{B937F640-71E8-643D-3A3D-88FAD579E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0076" y="836712"/>
            <a:ext cx="2088232" cy="1394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37E77D-89D3-9F9A-9BBC-8F7E474CEE0E}"/>
              </a:ext>
            </a:extLst>
          </p:cNvPr>
          <p:cNvSpPr txBox="1"/>
          <p:nvPr/>
        </p:nvSpPr>
        <p:spPr>
          <a:xfrm>
            <a:off x="345105" y="2276872"/>
            <a:ext cx="27249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BTP Admin (Anubhav)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D34E9-9734-7B92-C17E-A1056232C9AE}"/>
              </a:ext>
            </a:extLst>
          </p:cNvPr>
          <p:cNvSpPr txBox="1"/>
          <p:nvPr/>
        </p:nvSpPr>
        <p:spPr>
          <a:xfrm>
            <a:off x="3142084" y="2247365"/>
            <a:ext cx="27249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BTP Developer (Anubhav)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8F9484-EE00-17D9-8A2C-2898F8AD44B6}"/>
              </a:ext>
            </a:extLst>
          </p:cNvPr>
          <p:cNvSpPr txBox="1"/>
          <p:nvPr/>
        </p:nvSpPr>
        <p:spPr>
          <a:xfrm>
            <a:off x="-23619" y="2550351"/>
            <a:ext cx="295232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Subscribe to different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Configure entitlements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Create Subscriptions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Create Roles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Manage Users in company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Manages environment, spaces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Create destinations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Configure Landscape in CTMS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200" b="1" dirty="0"/>
              <a:t>Configure SAP BTP Cloud Identity service and Appoints </a:t>
            </a:r>
            <a:r>
              <a:rPr lang="en-IN" sz="1200" b="1" dirty="0" err="1"/>
              <a:t>Subu</a:t>
            </a:r>
            <a:r>
              <a:rPr lang="en-IN" sz="1200" b="1" dirty="0"/>
              <a:t> as Application Admin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200" b="1" dirty="0"/>
              <a:t>Create Trust Relation between Cloud Identity Service and BTP Sub Account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200" b="1" dirty="0"/>
              <a:t>Subscribe to SAP Build </a:t>
            </a:r>
            <a:r>
              <a:rPr lang="en-IN" sz="1200" b="1" dirty="0" err="1"/>
              <a:t>Workzone</a:t>
            </a:r>
            <a:r>
              <a:rPr lang="en-IN" sz="1200" b="1" dirty="0"/>
              <a:t> and give access to developer and also to App Admin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200" b="1" dirty="0"/>
              <a:t>Send email to </a:t>
            </a:r>
            <a:r>
              <a:rPr lang="en-IN" sz="1200" b="1" dirty="0" err="1"/>
              <a:t>Subu</a:t>
            </a:r>
            <a:r>
              <a:rPr lang="en-IN" sz="1200" b="1" dirty="0"/>
              <a:t> for build </a:t>
            </a:r>
            <a:r>
              <a:rPr lang="en-IN" sz="1200" b="1" dirty="0" err="1"/>
              <a:t>workzone</a:t>
            </a:r>
            <a:endParaRPr lang="en-IN" sz="1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1BFF91-1E83-2286-2768-E89B2B7D927B}"/>
              </a:ext>
            </a:extLst>
          </p:cNvPr>
          <p:cNvSpPr txBox="1"/>
          <p:nvPr/>
        </p:nvSpPr>
        <p:spPr>
          <a:xfrm>
            <a:off x="3070076" y="2550351"/>
            <a:ext cx="295232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Use BAS tool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Create Fiori on Cloud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Create CAPM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Deploy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Push code to git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Configure Backing 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Testing and 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Manage Applications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Configure tiles for Build </a:t>
            </a:r>
            <a:r>
              <a:rPr lang="en-IN" sz="1400" dirty="0" err="1"/>
              <a:t>Workzone</a:t>
            </a:r>
            <a:endParaRPr lang="en-IN" sz="1400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1400" b="1" dirty="0"/>
              <a:t>Already created a Fiori on Cloud Application, Will deploy this app to BTP in HTML5 Repository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8D1487-C1D3-EC83-557B-6DDA052DBEBE}"/>
              </a:ext>
            </a:extLst>
          </p:cNvPr>
          <p:cNvSpPr txBox="1"/>
          <p:nvPr/>
        </p:nvSpPr>
        <p:spPr>
          <a:xfrm>
            <a:off x="6235779" y="2276210"/>
            <a:ext cx="30989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Application Admin (Subbu)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1C3465-791E-4C8E-8A9A-B1D3801A01C5}"/>
              </a:ext>
            </a:extLst>
          </p:cNvPr>
          <p:cNvSpPr txBox="1"/>
          <p:nvPr/>
        </p:nvSpPr>
        <p:spPr>
          <a:xfrm>
            <a:off x="6163771" y="2579196"/>
            <a:ext cx="309634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Admin for Business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Create Application role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Create Role Collections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Register business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Reset their passwords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Configure Company SSO with BTP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Grant Role Collections to business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Give access to Build </a:t>
            </a:r>
            <a:r>
              <a:rPr lang="en-IN" sz="1200" dirty="0" err="1"/>
              <a:t>workzone</a:t>
            </a:r>
            <a:r>
              <a:rPr lang="en-IN" sz="1200" dirty="0"/>
              <a:t> app to business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Grant Fiori App Access to business users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1200" b="1" dirty="0"/>
              <a:t>Receives email and access SAP Build Work zone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b="1" dirty="0"/>
              <a:t>Login to BWZ and configure a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b="1" dirty="0"/>
              <a:t>Fetch the apps deployed by deb to html5-repo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b="1" dirty="0">
                <a:hlinkClick r:id="rId5" action="ppaction://hlinksldjump"/>
              </a:rPr>
              <a:t>Check slide</a:t>
            </a:r>
            <a:endParaRPr lang="en-IN" sz="1200" b="1" dirty="0"/>
          </a:p>
        </p:txBody>
      </p:sp>
      <p:pic>
        <p:nvPicPr>
          <p:cNvPr id="2060" name="Picture 12" descr="Old Man Avatar Vector Art, Icons, and Graphics for Free Download">
            <a:extLst>
              <a:ext uri="{FF2B5EF4-FFF2-40B4-BE49-F238E27FC236}">
                <a16:creationId xmlns:a16="http://schemas.microsoft.com/office/drawing/2014/main" id="{51621704-7E1F-3E04-2761-5EF9CDFE1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8534" y="675304"/>
            <a:ext cx="1656184" cy="165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Multi Ethnic Avatar Collection: Over 552 Royalty-Free Licensable Stock  Illustrations &amp; Drawings | Shutterstock">
            <a:extLst>
              <a:ext uri="{FF2B5EF4-FFF2-40B4-BE49-F238E27FC236}">
                <a16:creationId xmlns:a16="http://schemas.microsoft.com/office/drawing/2014/main" id="{AB361495-BCB9-1FBA-BCD8-C7D7A220C6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177"/>
          <a:stretch>
            <a:fillRect/>
          </a:stretch>
        </p:blipFill>
        <p:spPr bwMode="auto">
          <a:xfrm>
            <a:off x="9334772" y="816296"/>
            <a:ext cx="2724325" cy="1483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386ECF8-1354-8545-3186-B054F91F593C}"/>
              </a:ext>
            </a:extLst>
          </p:cNvPr>
          <p:cNvSpPr txBox="1"/>
          <p:nvPr/>
        </p:nvSpPr>
        <p:spPr>
          <a:xfrm>
            <a:off x="9260115" y="2276210"/>
            <a:ext cx="30989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Business users (Raj, Sonia, Rob, Sajeev, Bhagya)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208EE4-0573-80A5-4732-3D12FEFFD811}"/>
              </a:ext>
            </a:extLst>
          </p:cNvPr>
          <p:cNvSpPr txBox="1"/>
          <p:nvPr/>
        </p:nvSpPr>
        <p:spPr>
          <a:xfrm>
            <a:off x="9188107" y="2979564"/>
            <a:ext cx="295232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They are using actual apps in their respective departments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Create Sales order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Create purchase order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Manage Service contract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2713269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0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1000" fill="hold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1000" fill="hold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10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1000" fill="hold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1000" fill="hold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10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1000" fill="hold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1000" fill="hold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1000"/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5" dur="1000" fill="hold"/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1000" fill="hold"/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1000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2" dur="1000" fill="hold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3" dur="1000" fill="hold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4" fill="hold">
                      <p:stCondLst>
                        <p:cond delay="indefinite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10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1000" fill="hold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1000" fill="hold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1000"/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1000" fill="hold"/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1000" fill="hold"/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1000"/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1000" fill="hold"/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1000" fill="hold"/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1000"/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1000" fill="hold"/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1000" fill="hold"/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8B43D-D00F-3073-A4B6-4AEE9CAE1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1FFCB-7022-9619-A353-2270C4EF5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How to configure Build </a:t>
            </a:r>
            <a:r>
              <a:rPr lang="en-US" dirty="0" err="1"/>
              <a:t>Workzone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D9FCB3-7084-C29B-5E9A-276CE31A66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Receives email and access SAP Build Work zone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Login to BWZ and configure a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Fetch the apps deployed by developer to html5-repo from the channel manager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Go to content explorer&gt;HTML5 Explorer&gt; Import the app for the user in the Content Manager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Import the app to the Content Explorer and the app is now available [</a:t>
            </a:r>
            <a:r>
              <a:rPr lang="en-IN" sz="1800" dirty="0" err="1"/>
              <a:t>ToDo</a:t>
            </a:r>
            <a:r>
              <a:rPr lang="en-IN" sz="1800" dirty="0"/>
              <a:t>: Next session Anubhav has to show our deployed html5 app instead the mock app]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Create a </a:t>
            </a:r>
            <a:r>
              <a:rPr lang="en-IN" sz="1800" dirty="0" err="1"/>
              <a:t>catalog</a:t>
            </a:r>
            <a:r>
              <a:rPr lang="en-IN" sz="1800" dirty="0"/>
              <a:t> – Collection of tiles, Add all apps to the </a:t>
            </a:r>
            <a:r>
              <a:rPr lang="en-IN" sz="1800" dirty="0" err="1"/>
              <a:t>catalog</a:t>
            </a:r>
            <a:r>
              <a:rPr lang="en-IN" sz="1800" dirty="0"/>
              <a:t> and save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Create a group – Providing meaningful grouping of apps for easy navigation e.g. Employee, Manager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Create a role – once granted to our business users they can access the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Open the site settings, and perform role assignment to the site</a:t>
            </a:r>
          </a:p>
          <a:p>
            <a:r>
              <a:rPr lang="en-IN" sz="1800" dirty="0"/>
              <a:t>----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Registers the business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[BU] Receives and email and activates his/her SAP account with SAP Custom </a:t>
            </a:r>
            <a:r>
              <a:rPr lang="en-IN" sz="1800" dirty="0" err="1"/>
              <a:t>Idp</a:t>
            </a:r>
            <a:r>
              <a:rPr lang="en-IN" sz="1800" dirty="0"/>
              <a:t> (Cloud Identity Service)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Grant the business user access to our Role and Launchpad external user role so they can access our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Share the link of the business site with the user which when they open, they can consume applications.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[BU] Goes and access the launchpad (site)</a:t>
            </a:r>
          </a:p>
          <a:p>
            <a:r>
              <a:rPr lang="en-IN" sz="1800" dirty="0">
                <a:hlinkClick r:id="rId3"/>
              </a:rPr>
              <a:t>https://help.sap.com/docs/cloud-identity-services/cloud-identity-services/configure-idp-initiated-sso</a:t>
            </a:r>
            <a:endParaRPr lang="en-IN" sz="1800" dirty="0"/>
          </a:p>
          <a:p>
            <a:r>
              <a:rPr lang="en-IN" sz="1800" dirty="0">
                <a:hlinkClick r:id="rId4"/>
              </a:rPr>
              <a:t>https://help.sap.com/docs/btp/sap-business-technology-platform/developing-with-sap-cloud-application-programming-model</a:t>
            </a:r>
            <a:endParaRPr lang="en-IN" sz="1800" dirty="0"/>
          </a:p>
          <a:p>
            <a:endParaRPr lang="en-IN" sz="1800" dirty="0"/>
          </a:p>
          <a:p>
            <a:endParaRPr lang="en-IN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69341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9C45-BE39-6D0D-142E-C9FC3E35E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862020-8D71-E31A-09C9-A2797DAF0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43734-243A-5AED-8E4D-06E1D66AF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03147" y="6374633"/>
            <a:ext cx="609441" cy="36503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B0E1C5-8A08-413F-8B09-C84C12CD5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73" y="178647"/>
            <a:ext cx="10969943" cy="711016"/>
          </a:xfrm>
        </p:spPr>
        <p:txBody>
          <a:bodyPr/>
          <a:lstStyle/>
          <a:p>
            <a:r>
              <a:rPr lang="en-IN" sz="3333" dirty="0"/>
              <a:t>SAP Build Work Zone?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69C4F-071B-E3C7-E6AB-76054C04A9E0}"/>
              </a:ext>
            </a:extLst>
          </p:cNvPr>
          <p:cNvSpPr txBox="1"/>
          <p:nvPr/>
        </p:nvSpPr>
        <p:spPr>
          <a:xfrm>
            <a:off x="207028" y="889663"/>
            <a:ext cx="116964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72" panose="020B0503030000000003" pitchFamily="34" charset="0"/>
              </a:rPr>
              <a:t>SAP Build Work Zone, is a powerful SAP Business Technology Platform service that consists of several components to integrate cloud and on-premise applications onto a single page including site designing capabilities.</a:t>
            </a:r>
          </a:p>
          <a:p>
            <a:endParaRPr lang="en-US" sz="1600" dirty="0">
              <a:solidFill>
                <a:schemeClr val="bg1"/>
              </a:solidFill>
              <a:latin typeface="72" panose="020B0503030000000003" pitchFamily="34" charset="0"/>
            </a:endParaRPr>
          </a:p>
          <a:p>
            <a:r>
              <a:rPr lang="en-US" sz="1600" dirty="0">
                <a:solidFill>
                  <a:schemeClr val="bg1"/>
                </a:solidFill>
                <a:latin typeface="72" panose="020B0503030000000003" pitchFamily="34" charset="0"/>
              </a:rPr>
              <a:t>SAP Launchpad Services is now called </a:t>
            </a:r>
            <a:r>
              <a:rPr lang="en-US" sz="1600" b="1" dirty="0">
                <a:solidFill>
                  <a:schemeClr val="bg1"/>
                </a:solidFill>
                <a:latin typeface="72" panose="020B0503030000000003" pitchFamily="34" charset="0"/>
              </a:rPr>
              <a:t>SAP Build Work Zone, Standard</a:t>
            </a:r>
            <a:endParaRPr lang="en-IN" sz="1600" dirty="0">
              <a:solidFill>
                <a:schemeClr val="bg1"/>
              </a:solidFill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14857FC-F584-21F5-8924-5FA2ED7AC7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347"/>
          <a:stretch/>
        </p:blipFill>
        <p:spPr bwMode="auto">
          <a:xfrm>
            <a:off x="914274" y="2548199"/>
            <a:ext cx="10243245" cy="3743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6278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person wearing virtual reality goggles&#10;&#10;Description automatically generated">
            <a:extLst>
              <a:ext uri="{FF2B5EF4-FFF2-40B4-BE49-F238E27FC236}">
                <a16:creationId xmlns:a16="http://schemas.microsoft.com/office/drawing/2014/main" id="{D3D90AE4-C3C7-D65D-106A-847A74202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950"/>
          <a:stretch/>
        </p:blipFill>
        <p:spPr bwMode="auto">
          <a:xfrm>
            <a:off x="609441" y="1295956"/>
            <a:ext cx="10969943" cy="4829506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6D9D8C3-B1AE-95E5-1A88-BBCFF4EEA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4515" y="6355588"/>
            <a:ext cx="3859795" cy="36503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800"/>
              </a:spcAft>
            </a:pPr>
            <a:r>
              <a:rPr lang="en-US"/>
              <a:t>www.anubhavtrainings.com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8571A3-C853-2F67-C770-C47B0ECA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441" y="6355588"/>
            <a:ext cx="2844059" cy="36503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800"/>
              </a:spcAft>
            </a:pPr>
            <a:fld id="{B6F15528-21DE-4FAA-801E-634DDDAF4B2B}" type="slidenum">
              <a:rPr lang="en-US" smtClean="0"/>
              <a:pPr>
                <a:lnSpc>
                  <a:spcPct val="90000"/>
                </a:lnSpc>
                <a:spcAft>
                  <a:spcPts val="800"/>
                </a:spcAft>
              </a:pPr>
              <a:t>9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8E42BD-A877-EC47-A511-B7A4C9991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584942"/>
            <a:ext cx="10969943" cy="711016"/>
          </a:xfrm>
        </p:spPr>
        <p:txBody>
          <a:bodyPr>
            <a:normAutofit/>
          </a:bodyPr>
          <a:lstStyle/>
          <a:p>
            <a:r>
              <a:rPr lang="en-IN" dirty="0">
                <a:latin typeface="Cooper Black" panose="0208090404030B020404" pitchFamily="18" charset="0"/>
              </a:rPr>
              <a:t>Hands-on Setting up Build Work Zone</a:t>
            </a:r>
          </a:p>
        </p:txBody>
      </p:sp>
    </p:spTree>
    <p:extLst>
      <p:ext uri="{BB962C8B-B14F-4D97-AF65-F5344CB8AC3E}">
        <p14:creationId xmlns:p14="http://schemas.microsoft.com/office/powerpoint/2010/main" val="2125680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6C665-29A5-6B44-70F0-F0FB1D6A7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4A1BB-299B-93EF-1F7A-E89165C3C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Support for attachments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36A4BE-CFC2-B550-C9FB-BEA565EBC4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Often we want to enable upload of documents and store in cloud with our CAP application. SAP already offer a attachment plugin which can be used.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It creates a database table called Attachment for you to store all attachments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When user uploads attachment, the plugin also does virus scan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Supports all kinds of attachments like pdf, images, word, ppt,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Little development effort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r>
              <a:rPr lang="en-US" sz="1800" dirty="0">
                <a:hlinkClick r:id="rId3"/>
              </a:rPr>
              <a:t>https://cap.cloud.sap/docs/plugins/#attachments</a:t>
            </a:r>
            <a:endParaRPr lang="en-US" sz="1800" dirty="0"/>
          </a:p>
          <a:p>
            <a:endParaRPr lang="en-US" sz="1800" dirty="0"/>
          </a:p>
          <a:p>
            <a:r>
              <a:rPr lang="en-US" sz="1800" dirty="0"/>
              <a:t>Requirement:</a:t>
            </a:r>
          </a:p>
          <a:p>
            <a:r>
              <a:rPr lang="en-US" sz="1800" dirty="0"/>
              <a:t>Along with PO, we want to enable user to upload multiple attachments. Like user can upload the reference quotation of vendor, additional documents, required approval screenshots of PO etc.</a:t>
            </a:r>
          </a:p>
          <a:p>
            <a:r>
              <a:rPr lang="en-US" sz="1800" dirty="0">
                <a:hlinkClick r:id="rId4"/>
              </a:rPr>
              <a:t>https://www.npmjs.com/package/@cap-js/attachments</a:t>
            </a:r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5883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reate an Analytical List Page using ABAP CDS view... - Page 2 - SAP  Community">
            <a:extLst>
              <a:ext uri="{FF2B5EF4-FFF2-40B4-BE49-F238E27FC236}">
                <a16:creationId xmlns:a16="http://schemas.microsoft.com/office/drawing/2014/main" id="{82A33069-DE4C-88B5-8A0B-6150ED7A8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25" y="68263"/>
            <a:ext cx="10222774" cy="6721475"/>
          </a:xfrm>
          <a:prstGeom prst="rect">
            <a:avLst/>
          </a:prstGeom>
          <a:noFill/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FB4D5F3-303D-DEC7-5C46-657462276198}"/>
              </a:ext>
            </a:extLst>
          </p:cNvPr>
          <p:cNvGrpSpPr/>
          <p:nvPr/>
        </p:nvGrpSpPr>
        <p:grpSpPr>
          <a:xfrm>
            <a:off x="931653" y="856281"/>
            <a:ext cx="600840" cy="1302480"/>
            <a:chOff x="931653" y="856281"/>
            <a:chExt cx="600840" cy="130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8C82AFF-E0E0-5688-B77E-0604AE1C32D4}"/>
                    </a:ext>
                  </a:extLst>
                </p14:cNvPr>
                <p14:cNvContentPartPr/>
                <p14:nvPr/>
              </p14:nvContentPartPr>
              <p14:xfrm>
                <a:off x="1184013" y="856281"/>
                <a:ext cx="348480" cy="1302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8C82AFF-E0E0-5688-B77E-0604AE1C32D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175373" y="847641"/>
                  <a:ext cx="366120" cy="13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AE926C5-2552-BF6E-97E5-A8E8D7B265A0}"/>
                    </a:ext>
                  </a:extLst>
                </p14:cNvPr>
                <p14:cNvContentPartPr/>
                <p14:nvPr/>
              </p14:nvContentPartPr>
              <p14:xfrm>
                <a:off x="931653" y="1548201"/>
                <a:ext cx="324000" cy="529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AE926C5-2552-BF6E-97E5-A8E8D7B265A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22653" y="1539561"/>
                  <a:ext cx="3416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EEE02CD-6F73-AD6A-9798-BC2BCE43ACC6}"/>
                    </a:ext>
                  </a:extLst>
                </p14:cNvPr>
                <p14:cNvContentPartPr/>
                <p14:nvPr/>
              </p14:nvContentPartPr>
              <p14:xfrm>
                <a:off x="1210653" y="1487001"/>
                <a:ext cx="46080" cy="1299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EEE02CD-6F73-AD6A-9798-BC2BCE43ACC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01653" y="1478361"/>
                  <a:ext cx="6372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990E636-A13A-59C4-245C-8C5AEA8210E2}"/>
              </a:ext>
            </a:extLst>
          </p:cNvPr>
          <p:cNvGrpSpPr/>
          <p:nvPr/>
        </p:nvGrpSpPr>
        <p:grpSpPr>
          <a:xfrm>
            <a:off x="9999333" y="33321"/>
            <a:ext cx="2201760" cy="976320"/>
            <a:chOff x="9999333" y="33321"/>
            <a:chExt cx="2201760" cy="97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5AD8386-6E25-A9FA-01E1-DA550BFFB034}"/>
                    </a:ext>
                  </a:extLst>
                </p14:cNvPr>
                <p14:cNvContentPartPr/>
                <p14:nvPr/>
              </p14:nvContentPartPr>
              <p14:xfrm>
                <a:off x="10215333" y="480081"/>
                <a:ext cx="892440" cy="410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5AD8386-6E25-A9FA-01E1-DA550BFFB03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206693" y="471441"/>
                  <a:ext cx="9100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669F6E3-4C21-E048-0DD4-91FE464D20B8}"/>
                    </a:ext>
                  </a:extLst>
                </p14:cNvPr>
                <p14:cNvContentPartPr/>
                <p14:nvPr/>
              </p14:nvContentPartPr>
              <p14:xfrm>
                <a:off x="10405413" y="362361"/>
                <a:ext cx="93960" cy="228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669F6E3-4C21-E048-0DD4-91FE464D20B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396413" y="353361"/>
                  <a:ext cx="1116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6DBCE39-B905-0E74-C927-CED17DC9D83C}"/>
                    </a:ext>
                  </a:extLst>
                </p14:cNvPr>
                <p14:cNvContentPartPr/>
                <p14:nvPr/>
              </p14:nvContentPartPr>
              <p14:xfrm>
                <a:off x="10411173" y="572601"/>
                <a:ext cx="74880" cy="38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6DBCE39-B905-0E74-C927-CED17DC9D83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402533" y="563961"/>
                  <a:ext cx="925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88EA6ED-4728-E050-BA35-EB4B5894DBEC}"/>
                    </a:ext>
                  </a:extLst>
                </p14:cNvPr>
                <p14:cNvContentPartPr/>
                <p14:nvPr/>
              </p14:nvContentPartPr>
              <p14:xfrm>
                <a:off x="10499013" y="556401"/>
                <a:ext cx="56160" cy="50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88EA6ED-4728-E050-BA35-EB4B5894DBE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490013" y="547401"/>
                  <a:ext cx="738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47ECBD9-8463-F0D7-45FC-772EDDE67215}"/>
                    </a:ext>
                  </a:extLst>
                </p14:cNvPr>
                <p14:cNvContentPartPr/>
                <p14:nvPr/>
              </p14:nvContentPartPr>
              <p14:xfrm>
                <a:off x="9999333" y="63561"/>
                <a:ext cx="157680" cy="255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47ECBD9-8463-F0D7-45FC-772EDDE6721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990693" y="54921"/>
                  <a:ext cx="1753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E955C6B-EE0A-592D-E23A-17E7C83D22F5}"/>
                    </a:ext>
                  </a:extLst>
                </p14:cNvPr>
                <p14:cNvContentPartPr/>
                <p14:nvPr/>
              </p14:nvContentPartPr>
              <p14:xfrm>
                <a:off x="10169253" y="141321"/>
                <a:ext cx="85680" cy="1612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E955C6B-EE0A-592D-E23A-17E7C83D22F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160253" y="132321"/>
                  <a:ext cx="103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832AC83-3374-4685-6737-3FC59C0DE1C2}"/>
                    </a:ext>
                  </a:extLst>
                </p14:cNvPr>
                <p14:cNvContentPartPr/>
                <p14:nvPr/>
              </p14:nvContentPartPr>
              <p14:xfrm>
                <a:off x="10260693" y="79401"/>
                <a:ext cx="33840" cy="197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832AC83-3374-4685-6737-3FC59C0DE1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252053" y="70761"/>
                  <a:ext cx="514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94B0ACD-A424-5C2B-A3A6-33BC82F52F53}"/>
                    </a:ext>
                  </a:extLst>
                </p14:cNvPr>
                <p14:cNvContentPartPr/>
                <p14:nvPr/>
              </p14:nvContentPartPr>
              <p14:xfrm>
                <a:off x="10336293" y="146361"/>
                <a:ext cx="64440" cy="138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94B0ACD-A424-5C2B-A3A6-33BC82F52F5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327653" y="137721"/>
                  <a:ext cx="820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8C14E9C-957D-A8F1-21E7-81BA844D98F5}"/>
                    </a:ext>
                  </a:extLst>
                </p14:cNvPr>
                <p14:cNvContentPartPr/>
                <p14:nvPr/>
              </p14:nvContentPartPr>
              <p14:xfrm>
                <a:off x="10452573" y="37281"/>
                <a:ext cx="150840" cy="2491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8C14E9C-957D-A8F1-21E7-81BA844D98F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443573" y="28641"/>
                  <a:ext cx="1684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BBAAE47-A934-F3AF-A308-557AB9A03E06}"/>
                    </a:ext>
                  </a:extLst>
                </p14:cNvPr>
                <p14:cNvContentPartPr/>
                <p14:nvPr/>
              </p14:nvContentPartPr>
              <p14:xfrm>
                <a:off x="10574973" y="140601"/>
                <a:ext cx="126720" cy="128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BBAAE47-A934-F3AF-A308-557AB9A03E0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566333" y="131601"/>
                  <a:ext cx="1443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9A0C789-F97E-C4C4-DB69-000B4B01E49C}"/>
                    </a:ext>
                  </a:extLst>
                </p14:cNvPr>
                <p14:cNvContentPartPr/>
                <p14:nvPr/>
              </p14:nvContentPartPr>
              <p14:xfrm>
                <a:off x="10711053" y="33321"/>
                <a:ext cx="12960" cy="75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9A0C789-F97E-C4C4-DB69-000B4B01E49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702413" y="24321"/>
                  <a:ext cx="306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38CD748-A935-CE74-AE32-E90DD7E33B3D}"/>
                    </a:ext>
                  </a:extLst>
                </p14:cNvPr>
                <p14:cNvContentPartPr/>
                <p14:nvPr/>
              </p14:nvContentPartPr>
              <p14:xfrm>
                <a:off x="10769373" y="120801"/>
                <a:ext cx="239760" cy="158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38CD748-A935-CE74-AE32-E90DD7E33B3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760733" y="112161"/>
                  <a:ext cx="2574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C018387-FCFA-A60F-4614-BBC1C7F449B2}"/>
                    </a:ext>
                  </a:extLst>
                </p14:cNvPr>
                <p14:cNvContentPartPr/>
                <p14:nvPr/>
              </p14:nvContentPartPr>
              <p14:xfrm>
                <a:off x="10817973" y="515001"/>
                <a:ext cx="151200" cy="1177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C018387-FCFA-A60F-4614-BBC1C7F449B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809333" y="506001"/>
                  <a:ext cx="1688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1336F89-369C-DFAC-0A05-59FA7E6A0CA1}"/>
                    </a:ext>
                  </a:extLst>
                </p14:cNvPr>
                <p14:cNvContentPartPr/>
                <p14:nvPr/>
              </p14:nvContentPartPr>
              <p14:xfrm>
                <a:off x="10859013" y="509601"/>
                <a:ext cx="483120" cy="75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1336F89-369C-DFAC-0A05-59FA7E6A0CA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850373" y="500601"/>
                  <a:ext cx="500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4EC944E-CE25-5C96-09D4-E76519D65E3A}"/>
                    </a:ext>
                  </a:extLst>
                </p14:cNvPr>
                <p14:cNvContentPartPr/>
                <p14:nvPr/>
              </p14:nvContentPartPr>
              <p14:xfrm>
                <a:off x="11412333" y="385041"/>
                <a:ext cx="149040" cy="1918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4EC944E-CE25-5C96-09D4-E76519D65E3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403693" y="376401"/>
                  <a:ext cx="1666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B70ED04-5582-889E-58B7-5D42CA37A2F7}"/>
                    </a:ext>
                  </a:extLst>
                </p14:cNvPr>
                <p14:cNvContentPartPr/>
                <p14:nvPr/>
              </p14:nvContentPartPr>
              <p14:xfrm>
                <a:off x="11626173" y="468561"/>
                <a:ext cx="13320" cy="96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B70ED04-5582-889E-58B7-5D42CA37A2F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617533" y="459921"/>
                  <a:ext cx="309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36E2C88-06BD-263F-5E9F-FC2BD844AA18}"/>
                    </a:ext>
                  </a:extLst>
                </p14:cNvPr>
                <p14:cNvContentPartPr/>
                <p14:nvPr/>
              </p14:nvContentPartPr>
              <p14:xfrm>
                <a:off x="11659293" y="385761"/>
                <a:ext cx="8280" cy="13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36E2C88-06BD-263F-5E9F-FC2BD844AA18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650293" y="377121"/>
                  <a:ext cx="259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5B070B3-7997-5C0B-FFB1-E6B45679FD4F}"/>
                    </a:ext>
                  </a:extLst>
                </p14:cNvPr>
                <p14:cNvContentPartPr/>
                <p14:nvPr/>
              </p14:nvContentPartPr>
              <p14:xfrm>
                <a:off x="11697813" y="446601"/>
                <a:ext cx="68040" cy="118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5B070B3-7997-5C0B-FFB1-E6B45679FD4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689173" y="437601"/>
                  <a:ext cx="856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16950A5-F153-05A9-FEAF-CE5C06D52C9C}"/>
                    </a:ext>
                  </a:extLst>
                </p14:cNvPr>
                <p14:cNvContentPartPr/>
                <p14:nvPr/>
              </p14:nvContentPartPr>
              <p14:xfrm>
                <a:off x="11822373" y="446601"/>
                <a:ext cx="124200" cy="1090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16950A5-F153-05A9-FEAF-CE5C06D52C9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813733" y="437961"/>
                  <a:ext cx="1418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8456123-4F45-409F-3C67-D1A53597E1E6}"/>
                    </a:ext>
                  </a:extLst>
                </p14:cNvPr>
                <p14:cNvContentPartPr/>
                <p14:nvPr/>
              </p14:nvContentPartPr>
              <p14:xfrm>
                <a:off x="11978613" y="284241"/>
                <a:ext cx="210960" cy="275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8456123-4F45-409F-3C67-D1A53597E1E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969973" y="275601"/>
                  <a:ext cx="22860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EAFD8E5-5AA1-8E16-7DD0-3AAE3C4D5E5F}"/>
                    </a:ext>
                  </a:extLst>
                </p14:cNvPr>
                <p14:cNvContentPartPr/>
                <p14:nvPr/>
              </p14:nvContentPartPr>
              <p14:xfrm>
                <a:off x="11557053" y="654681"/>
                <a:ext cx="81000" cy="354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AFD8E5-5AA1-8E16-7DD0-3AAE3C4D5E5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548053" y="646041"/>
                  <a:ext cx="9864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86E6B49-DE1D-E65E-6534-C2A958EBE88D}"/>
                    </a:ext>
                  </a:extLst>
                </p14:cNvPr>
                <p14:cNvContentPartPr/>
                <p14:nvPr/>
              </p14:nvContentPartPr>
              <p14:xfrm>
                <a:off x="11493333" y="829641"/>
                <a:ext cx="185040" cy="109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86E6B49-DE1D-E65E-6534-C2A958EBE88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484693" y="820641"/>
                  <a:ext cx="2026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8A2E0D2-9303-9031-8958-E35AD2B4721B}"/>
                    </a:ext>
                  </a:extLst>
                </p14:cNvPr>
                <p14:cNvContentPartPr/>
                <p14:nvPr/>
              </p14:nvContentPartPr>
              <p14:xfrm>
                <a:off x="11692773" y="743961"/>
                <a:ext cx="3600" cy="2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8A2E0D2-9303-9031-8958-E35AD2B4721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683773" y="735321"/>
                  <a:ext cx="212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C6EA3FA-00A9-EE8B-9D13-1AD00DE74CFC}"/>
                    </a:ext>
                  </a:extLst>
                </p14:cNvPr>
                <p14:cNvContentPartPr/>
                <p14:nvPr/>
              </p14:nvContentPartPr>
              <p14:xfrm>
                <a:off x="11748213" y="746481"/>
                <a:ext cx="6480" cy="167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C6EA3FA-00A9-EE8B-9D13-1AD00DE74CF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739213" y="737481"/>
                  <a:ext cx="241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EF50E3B-092F-640A-B732-E5135C253584}"/>
                    </a:ext>
                  </a:extLst>
                </p14:cNvPr>
                <p14:cNvContentPartPr/>
                <p14:nvPr/>
              </p14:nvContentPartPr>
              <p14:xfrm>
                <a:off x="11873853" y="742161"/>
                <a:ext cx="13320" cy="183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EF50E3B-092F-640A-B732-E5135C25358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865213" y="733161"/>
                  <a:ext cx="309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DB502A-B557-17C4-0631-25D03037FCA3}"/>
                    </a:ext>
                  </a:extLst>
                </p14:cNvPr>
                <p14:cNvContentPartPr/>
                <p14:nvPr/>
              </p14:nvContentPartPr>
              <p14:xfrm>
                <a:off x="11840733" y="766641"/>
                <a:ext cx="175680" cy="141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DB502A-B557-17C4-0631-25D03037FCA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831733" y="757641"/>
                  <a:ext cx="1933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7FA2F7D-7059-4C4A-0177-141875208191}"/>
                    </a:ext>
                  </a:extLst>
                </p14:cNvPr>
                <p14:cNvContentPartPr/>
                <p14:nvPr/>
              </p14:nvContentPartPr>
              <p14:xfrm>
                <a:off x="12066093" y="715881"/>
                <a:ext cx="135000" cy="180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7FA2F7D-7059-4C4A-0177-14187520819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2057093" y="707241"/>
                  <a:ext cx="1526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CC9139B-7759-D501-BA77-4DD22ACC4415}"/>
                    </a:ext>
                  </a:extLst>
                </p14:cNvPr>
                <p14:cNvContentPartPr/>
                <p14:nvPr/>
              </p14:nvContentPartPr>
              <p14:xfrm>
                <a:off x="10016253" y="303321"/>
                <a:ext cx="822240" cy="113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CC9139B-7759-D501-BA77-4DD22ACC441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07613" y="294321"/>
                  <a:ext cx="83988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3C4688B9-4537-491A-C952-85618938A788}"/>
              </a:ext>
            </a:extLst>
          </p:cNvPr>
          <p:cNvGrpSpPr/>
          <p:nvPr/>
        </p:nvGrpSpPr>
        <p:grpSpPr>
          <a:xfrm>
            <a:off x="188973" y="2500761"/>
            <a:ext cx="1352880" cy="2136960"/>
            <a:chOff x="188973" y="2500761"/>
            <a:chExt cx="1352880" cy="213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A5C0F7A-456C-C9ED-046D-5685DF9772E7}"/>
                    </a:ext>
                  </a:extLst>
                </p14:cNvPr>
                <p14:cNvContentPartPr/>
                <p14:nvPr/>
              </p14:nvContentPartPr>
              <p14:xfrm>
                <a:off x="1203453" y="2500761"/>
                <a:ext cx="338400" cy="2136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A5C0F7A-456C-C9ED-046D-5685DF9772E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94453" y="2491761"/>
                  <a:ext cx="356040" cy="21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5011DC-6D02-F652-1D63-ECEA5E2C8E8E}"/>
                    </a:ext>
                  </a:extLst>
                </p14:cNvPr>
                <p14:cNvContentPartPr/>
                <p14:nvPr/>
              </p14:nvContentPartPr>
              <p14:xfrm>
                <a:off x="988893" y="3659961"/>
                <a:ext cx="245520" cy="712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5011DC-6D02-F652-1D63-ECEA5E2C8E8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79893" y="3651321"/>
                  <a:ext cx="2631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A18F3DD-3B66-0A53-4BBB-C0280CFD5F08}"/>
                    </a:ext>
                  </a:extLst>
                </p14:cNvPr>
                <p14:cNvContentPartPr/>
                <p14:nvPr/>
              </p14:nvContentPartPr>
              <p14:xfrm>
                <a:off x="188973" y="3674361"/>
                <a:ext cx="290880" cy="3272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A18F3DD-3B66-0A53-4BBB-C0280CFD5F0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79973" y="3665361"/>
                  <a:ext cx="3085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D9FC832-C3C4-A830-40AB-86F84E85B63F}"/>
                    </a:ext>
                  </a:extLst>
                </p14:cNvPr>
                <p14:cNvContentPartPr/>
                <p14:nvPr/>
              </p14:nvContentPartPr>
              <p14:xfrm>
                <a:off x="478773" y="3757161"/>
                <a:ext cx="126360" cy="1216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D9FC832-C3C4-A830-40AB-86F84E85B63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70133" y="3748521"/>
                  <a:ext cx="1440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E8BBA3B-7E27-2B10-3718-AC6F37E43734}"/>
                    </a:ext>
                  </a:extLst>
                </p14:cNvPr>
                <p14:cNvContentPartPr/>
                <p14:nvPr/>
              </p14:nvContentPartPr>
              <p14:xfrm>
                <a:off x="586773" y="3685521"/>
                <a:ext cx="94680" cy="161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E8BBA3B-7E27-2B10-3718-AC6F37E4373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78133" y="3676881"/>
                  <a:ext cx="112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B98DE41-210A-6035-EE85-B796C79EA6E0}"/>
                    </a:ext>
                  </a:extLst>
                </p14:cNvPr>
                <p14:cNvContentPartPr/>
                <p14:nvPr/>
              </p14:nvContentPartPr>
              <p14:xfrm>
                <a:off x="708813" y="3569961"/>
                <a:ext cx="143280" cy="2494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B98DE41-210A-6035-EE85-B796C79EA6E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99813" y="3561321"/>
                  <a:ext cx="1609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8A43B22-1EAC-D44C-88EE-DC54EA87A6C0}"/>
                    </a:ext>
                  </a:extLst>
                </p14:cNvPr>
                <p14:cNvContentPartPr/>
                <p14:nvPr/>
              </p14:nvContentPartPr>
              <p14:xfrm>
                <a:off x="731853" y="3664281"/>
                <a:ext cx="72720" cy="39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8A43B22-1EAC-D44C-88EE-DC54EA87A6C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23213" y="3655641"/>
                  <a:ext cx="90360" cy="5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B78F2AD-63CA-5107-49FF-AE3584E4B827}"/>
              </a:ext>
            </a:extLst>
          </p:cNvPr>
          <p:cNvGrpSpPr/>
          <p:nvPr/>
        </p:nvGrpSpPr>
        <p:grpSpPr>
          <a:xfrm>
            <a:off x="6157413" y="4495881"/>
            <a:ext cx="3222000" cy="222480"/>
            <a:chOff x="6157413" y="4495881"/>
            <a:chExt cx="3222000" cy="22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5FE96A6-A58F-6433-9968-0292E9E810AD}"/>
                    </a:ext>
                  </a:extLst>
                </p14:cNvPr>
                <p14:cNvContentPartPr/>
                <p14:nvPr/>
              </p14:nvContentPartPr>
              <p14:xfrm>
                <a:off x="6157413" y="4594161"/>
                <a:ext cx="1099800" cy="99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5FE96A6-A58F-6433-9968-0292E9E810A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148773" y="4585161"/>
                  <a:ext cx="11174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D65D50F-AF1F-A7DE-0303-5FE52C8CAF7F}"/>
                    </a:ext>
                  </a:extLst>
                </p14:cNvPr>
                <p14:cNvContentPartPr/>
                <p14:nvPr/>
              </p14:nvContentPartPr>
              <p14:xfrm>
                <a:off x="7127613" y="4548801"/>
                <a:ext cx="199440" cy="150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D65D50F-AF1F-A7DE-0303-5FE52C8CAF7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118613" y="4539801"/>
                  <a:ext cx="2170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6AEB798-57EE-041C-1897-A00AAB57DE88}"/>
                    </a:ext>
                  </a:extLst>
                </p14:cNvPr>
                <p14:cNvContentPartPr/>
                <p14:nvPr/>
              </p14:nvContentPartPr>
              <p14:xfrm>
                <a:off x="7464933" y="4581921"/>
                <a:ext cx="214560" cy="892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6AEB798-57EE-041C-1897-A00AAB57DE8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456293" y="4573281"/>
                  <a:ext cx="2322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EA9FE05-4713-3751-21B3-A4A240B6F854}"/>
                    </a:ext>
                  </a:extLst>
                </p14:cNvPr>
                <p14:cNvContentPartPr/>
                <p14:nvPr/>
              </p14:nvContentPartPr>
              <p14:xfrm>
                <a:off x="7882173" y="4533321"/>
                <a:ext cx="53280" cy="182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EA9FE05-4713-3751-21B3-A4A240B6F85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873533" y="4524321"/>
                  <a:ext cx="709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F4153A7-AF94-9F89-54BE-A468D53DD1C4}"/>
                    </a:ext>
                  </a:extLst>
                </p14:cNvPr>
                <p14:cNvContentPartPr/>
                <p14:nvPr/>
              </p14:nvContentPartPr>
              <p14:xfrm>
                <a:off x="8048853" y="4558161"/>
                <a:ext cx="36000" cy="932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F4153A7-AF94-9F89-54BE-A468D53DD1C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040213" y="4549521"/>
                  <a:ext cx="536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3E2E1E1-496F-9289-67AA-FEBFBBA1E344}"/>
                    </a:ext>
                  </a:extLst>
                </p14:cNvPr>
                <p14:cNvContentPartPr/>
                <p14:nvPr/>
              </p14:nvContentPartPr>
              <p14:xfrm>
                <a:off x="8006733" y="4518561"/>
                <a:ext cx="200160" cy="168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3E2E1E1-496F-9289-67AA-FEBFBBA1E34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998093" y="4509921"/>
                  <a:ext cx="2178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5F9632F-1A6D-131D-7DD4-0D8849C5E8C6}"/>
                    </a:ext>
                  </a:extLst>
                </p14:cNvPr>
                <p14:cNvContentPartPr/>
                <p14:nvPr/>
              </p14:nvContentPartPr>
              <p14:xfrm>
                <a:off x="8327853" y="4566081"/>
                <a:ext cx="7200" cy="997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5F9632F-1A6D-131D-7DD4-0D8849C5E8C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318853" y="4557081"/>
                  <a:ext cx="248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7BF1CB3-0893-38CA-015B-8CBC124F4E6C}"/>
                    </a:ext>
                  </a:extLst>
                </p14:cNvPr>
                <p14:cNvContentPartPr/>
                <p14:nvPr/>
              </p14:nvContentPartPr>
              <p14:xfrm>
                <a:off x="8324613" y="4516401"/>
                <a:ext cx="3600" cy="36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7BF1CB3-0893-38CA-015B-8CBC124F4E6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315613" y="4507761"/>
                  <a:ext cx="212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9A8B18F-487E-44F7-AF7C-A522B48E2364}"/>
                    </a:ext>
                  </a:extLst>
                </p14:cNvPr>
                <p14:cNvContentPartPr/>
                <p14:nvPr/>
              </p14:nvContentPartPr>
              <p14:xfrm>
                <a:off x="8385813" y="4549521"/>
                <a:ext cx="384840" cy="124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9A8B18F-487E-44F7-AF7C-A522B48E236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376813" y="4540881"/>
                  <a:ext cx="402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5A223A1-0F81-B003-DF46-09E915EB2E33}"/>
                    </a:ext>
                  </a:extLst>
                </p14:cNvPr>
                <p14:cNvContentPartPr/>
                <p14:nvPr/>
              </p14:nvContentPartPr>
              <p14:xfrm>
                <a:off x="8804133" y="4530801"/>
                <a:ext cx="254160" cy="1350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5A223A1-0F81-B003-DF46-09E915EB2E3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95133" y="4522161"/>
                  <a:ext cx="2718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60B2FA0-7D6B-B564-2C86-E404FAD5F336}"/>
                    </a:ext>
                  </a:extLst>
                </p14:cNvPr>
                <p14:cNvContentPartPr/>
                <p14:nvPr/>
              </p14:nvContentPartPr>
              <p14:xfrm>
                <a:off x="9074493" y="4571841"/>
                <a:ext cx="24480" cy="856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60B2FA0-7D6B-B564-2C86-E404FAD5F33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65493" y="4562841"/>
                  <a:ext cx="421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B225E59-8330-0B03-D331-19A3A7841D8C}"/>
                    </a:ext>
                  </a:extLst>
                </p14:cNvPr>
                <p14:cNvContentPartPr/>
                <p14:nvPr/>
              </p14:nvContentPartPr>
              <p14:xfrm>
                <a:off x="9092853" y="4495881"/>
                <a:ext cx="10800" cy="126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B225E59-8330-0B03-D331-19A3A7841D8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083853" y="4486881"/>
                  <a:ext cx="284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756A8F7-10AE-32D8-5D49-FD612BBDE8A7}"/>
                    </a:ext>
                  </a:extLst>
                </p14:cNvPr>
                <p14:cNvContentPartPr/>
                <p14:nvPr/>
              </p14:nvContentPartPr>
              <p14:xfrm>
                <a:off x="9116973" y="4560681"/>
                <a:ext cx="201600" cy="116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756A8F7-10AE-32D8-5D49-FD612BBDE8A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108333" y="4551681"/>
                  <a:ext cx="2192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2B20B72-25F8-E288-8D36-CEC9A7BF09B7}"/>
                    </a:ext>
                  </a:extLst>
                </p14:cNvPr>
                <p14:cNvContentPartPr/>
                <p14:nvPr/>
              </p14:nvContentPartPr>
              <p14:xfrm>
                <a:off x="9331173" y="4531521"/>
                <a:ext cx="48240" cy="186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2B20B72-25F8-E288-8D36-CEC9A7BF09B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322533" y="4522521"/>
                  <a:ext cx="6588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D7FFE9A-8603-AB6D-1C8D-0E384C84BCAD}"/>
              </a:ext>
            </a:extLst>
          </p:cNvPr>
          <p:cNvGrpSpPr/>
          <p:nvPr/>
        </p:nvGrpSpPr>
        <p:grpSpPr>
          <a:xfrm>
            <a:off x="1852173" y="2999361"/>
            <a:ext cx="1859400" cy="1166400"/>
            <a:chOff x="1852173" y="2999361"/>
            <a:chExt cx="1859400" cy="116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7203FD5-2827-B0CF-60CF-5B76FEABB9CE}"/>
                    </a:ext>
                  </a:extLst>
                </p14:cNvPr>
                <p14:cNvContentPartPr/>
                <p14:nvPr/>
              </p14:nvContentPartPr>
              <p14:xfrm>
                <a:off x="1990773" y="3217521"/>
                <a:ext cx="153720" cy="9482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7203FD5-2827-B0CF-60CF-5B76FEABB9C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981773" y="3208881"/>
                  <a:ext cx="171360" cy="9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67D656A-A15E-B1DC-AE4A-A65FCEE4E2D2}"/>
                    </a:ext>
                  </a:extLst>
                </p14:cNvPr>
                <p14:cNvContentPartPr/>
                <p14:nvPr/>
              </p14:nvContentPartPr>
              <p14:xfrm>
                <a:off x="1852173" y="3186561"/>
                <a:ext cx="200520" cy="2073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67D656A-A15E-B1DC-AE4A-A65FCEE4E2D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843533" y="3177921"/>
                  <a:ext cx="2181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A388F47-C4F2-419B-3F94-4C4C127AAC86}"/>
                    </a:ext>
                  </a:extLst>
                </p14:cNvPr>
                <p14:cNvContentPartPr/>
                <p14:nvPr/>
              </p14:nvContentPartPr>
              <p14:xfrm>
                <a:off x="2233053" y="3315441"/>
                <a:ext cx="129240" cy="2606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A388F47-C4F2-419B-3F94-4C4C127AAC8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224053" y="3306441"/>
                  <a:ext cx="14688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7DEF68B-23E3-68D6-D7E1-2265708A9B8E}"/>
                    </a:ext>
                  </a:extLst>
                </p14:cNvPr>
                <p14:cNvContentPartPr/>
                <p14:nvPr/>
              </p14:nvContentPartPr>
              <p14:xfrm>
                <a:off x="2499093" y="3275841"/>
                <a:ext cx="62640" cy="1605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7DEF68B-23E3-68D6-D7E1-2265708A9B8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490453" y="3266841"/>
                  <a:ext cx="802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5FE79AC-ED42-E80E-E8A1-4187588BD63F}"/>
                    </a:ext>
                  </a:extLst>
                </p14:cNvPr>
                <p14:cNvContentPartPr/>
                <p14:nvPr/>
              </p14:nvContentPartPr>
              <p14:xfrm>
                <a:off x="2581533" y="3254961"/>
                <a:ext cx="227160" cy="153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5FE79AC-ED42-E80E-E8A1-4187588BD63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572893" y="3245961"/>
                  <a:ext cx="2448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E305741-BD94-1725-2286-19F19C86D4BB}"/>
                    </a:ext>
                  </a:extLst>
                </p14:cNvPr>
                <p14:cNvContentPartPr/>
                <p14:nvPr/>
              </p14:nvContentPartPr>
              <p14:xfrm>
                <a:off x="2843613" y="3148761"/>
                <a:ext cx="333360" cy="218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E305741-BD94-1725-2286-19F19C86D4B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834613" y="3140121"/>
                  <a:ext cx="3510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D6FF6C4-0FFA-8807-67C9-F8D800CE21C4}"/>
                    </a:ext>
                  </a:extLst>
                </p14:cNvPr>
                <p14:cNvContentPartPr/>
                <p14:nvPr/>
              </p14:nvContentPartPr>
              <p14:xfrm>
                <a:off x="3176973" y="3124281"/>
                <a:ext cx="141120" cy="156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D6FF6C4-0FFA-8807-67C9-F8D800CE21C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168333" y="3115281"/>
                  <a:ext cx="1587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4667655-10FC-D78A-9791-F442806CF72B}"/>
                    </a:ext>
                  </a:extLst>
                </p14:cNvPr>
                <p14:cNvContentPartPr/>
                <p14:nvPr/>
              </p14:nvContentPartPr>
              <p14:xfrm>
                <a:off x="3310173" y="3071721"/>
                <a:ext cx="132120" cy="1684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4667655-10FC-D78A-9791-F442806CF72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301533" y="3062721"/>
                  <a:ext cx="1497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E05A339-9037-5CE7-597C-1A30A63D02AD}"/>
                    </a:ext>
                  </a:extLst>
                </p14:cNvPr>
                <p14:cNvContentPartPr/>
                <p14:nvPr/>
              </p14:nvContentPartPr>
              <p14:xfrm>
                <a:off x="3468213" y="3073161"/>
                <a:ext cx="72360" cy="1468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E05A339-9037-5CE7-597C-1A30A63D02A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459573" y="3064521"/>
                  <a:ext cx="900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F5F677E-018D-467D-3CFB-6EB26A791015}"/>
                    </a:ext>
                  </a:extLst>
                </p14:cNvPr>
                <p14:cNvContentPartPr/>
                <p14:nvPr/>
              </p14:nvContentPartPr>
              <p14:xfrm>
                <a:off x="3591693" y="2999361"/>
                <a:ext cx="119880" cy="3013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F5F677E-018D-467D-3CFB-6EB26A79101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582693" y="2990361"/>
                  <a:ext cx="137520" cy="31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296C4DD-2111-87B7-5198-6F0EB100CBC5}"/>
              </a:ext>
            </a:extLst>
          </p:cNvPr>
          <p:cNvGrpSpPr/>
          <p:nvPr/>
        </p:nvGrpSpPr>
        <p:grpSpPr>
          <a:xfrm>
            <a:off x="10160667" y="2813961"/>
            <a:ext cx="2410560" cy="2988360"/>
            <a:chOff x="10160667" y="2813961"/>
            <a:chExt cx="2410560" cy="298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A948430-2239-9131-3FF5-4CAD69FFDA92}"/>
                    </a:ext>
                  </a:extLst>
                </p14:cNvPr>
                <p14:cNvContentPartPr/>
                <p14:nvPr/>
              </p14:nvContentPartPr>
              <p14:xfrm>
                <a:off x="10912653" y="3465561"/>
                <a:ext cx="762480" cy="3218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A948430-2239-9131-3FF5-4CAD69FFDA9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903653" y="3456921"/>
                  <a:ext cx="78012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0323DD7-2214-BDAE-CDB8-2177EF889768}"/>
                    </a:ext>
                  </a:extLst>
                </p14:cNvPr>
                <p14:cNvContentPartPr/>
                <p14:nvPr/>
              </p14:nvContentPartPr>
              <p14:xfrm>
                <a:off x="11562813" y="3692001"/>
                <a:ext cx="239400" cy="1281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0323DD7-2214-BDAE-CDB8-2177EF88976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554173" y="3683001"/>
                  <a:ext cx="2570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46A25B0-3CEB-4B46-E945-42821BE33157}"/>
                    </a:ext>
                  </a:extLst>
                </p14:cNvPr>
                <p14:cNvContentPartPr/>
                <p14:nvPr/>
              </p14:nvContentPartPr>
              <p14:xfrm>
                <a:off x="11302173" y="4050921"/>
                <a:ext cx="12600" cy="2127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46A25B0-3CEB-4B46-E945-42821BE3315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293533" y="4042281"/>
                  <a:ext cx="302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A2AE38D-F5D5-3332-FAF6-625730C46448}"/>
                    </a:ext>
                  </a:extLst>
                </p14:cNvPr>
                <p14:cNvContentPartPr/>
                <p14:nvPr/>
              </p14:nvContentPartPr>
              <p14:xfrm>
                <a:off x="11222253" y="3909801"/>
                <a:ext cx="167760" cy="224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A2AE38D-F5D5-3332-FAF6-625730C4644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213253" y="3900801"/>
                  <a:ext cx="1854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24E500B-1DE6-8929-0038-82B8E79BA79D}"/>
                    </a:ext>
                  </a:extLst>
                </p14:cNvPr>
                <p14:cNvContentPartPr/>
                <p14:nvPr/>
              </p14:nvContentPartPr>
              <p14:xfrm>
                <a:off x="11403333" y="4028241"/>
                <a:ext cx="128160" cy="1951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24E500B-1DE6-8929-0038-82B8E79BA79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394333" y="4019601"/>
                  <a:ext cx="1458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F148939-D297-20A3-4BE9-DDDEEDB430E3}"/>
                    </a:ext>
                  </a:extLst>
                </p14:cNvPr>
                <p14:cNvContentPartPr/>
                <p14:nvPr/>
              </p14:nvContentPartPr>
              <p14:xfrm>
                <a:off x="11130453" y="3962721"/>
                <a:ext cx="112680" cy="3952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F148939-D297-20A3-4BE9-DDDEEDB430E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21453" y="3954081"/>
                  <a:ext cx="13032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AB840A7-0035-D1D3-1193-0F0927323CDC}"/>
                    </a:ext>
                  </a:extLst>
                </p14:cNvPr>
                <p14:cNvContentPartPr/>
                <p14:nvPr/>
              </p14:nvContentPartPr>
              <p14:xfrm>
                <a:off x="11458413" y="4003401"/>
                <a:ext cx="111240" cy="281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AB840A7-0035-D1D3-1193-0F0927323CD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449773" y="3994761"/>
                  <a:ext cx="12888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D2BF9A-01BF-5BF4-793F-4A5E503FCBC2}"/>
                    </a:ext>
                  </a:extLst>
                </p14:cNvPr>
                <p14:cNvContentPartPr/>
                <p14:nvPr/>
              </p14:nvContentPartPr>
              <p14:xfrm>
                <a:off x="11348613" y="4305441"/>
                <a:ext cx="268560" cy="2800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D2BF9A-01BF-5BF4-793F-4A5E503FCBC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339613" y="4296801"/>
                  <a:ext cx="2862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80C7656-1241-FBD8-8A13-1E489704B30D}"/>
                    </a:ext>
                  </a:extLst>
                </p14:cNvPr>
                <p14:cNvContentPartPr/>
                <p14:nvPr/>
              </p14:nvContentPartPr>
              <p14:xfrm>
                <a:off x="11658933" y="4431441"/>
                <a:ext cx="194760" cy="2325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80C7656-1241-FBD8-8A13-1E489704B30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650293" y="4422441"/>
                  <a:ext cx="2124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787D21B-DCBA-948A-DDF3-F47FA6CFA9AF}"/>
                    </a:ext>
                  </a:extLst>
                </p14:cNvPr>
                <p14:cNvContentPartPr/>
                <p14:nvPr/>
              </p14:nvContentPartPr>
              <p14:xfrm>
                <a:off x="11898693" y="4525401"/>
                <a:ext cx="2520" cy="1494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787D21B-DCBA-948A-DDF3-F47FA6CFA9A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889693" y="4516761"/>
                  <a:ext cx="201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A5DCE48-37EB-7522-0B74-95F887DCE53D}"/>
                    </a:ext>
                  </a:extLst>
                </p14:cNvPr>
                <p14:cNvContentPartPr/>
                <p14:nvPr/>
              </p14:nvContentPartPr>
              <p14:xfrm>
                <a:off x="11942613" y="4441161"/>
                <a:ext cx="31320" cy="208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A5DCE48-37EB-7522-0B74-95F887DCE53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933973" y="4432521"/>
                  <a:ext cx="489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0EC053A-B288-A687-4FA4-D46E718D5D54}"/>
                    </a:ext>
                  </a:extLst>
                </p14:cNvPr>
                <p14:cNvContentPartPr/>
                <p14:nvPr/>
              </p14:nvContentPartPr>
              <p14:xfrm>
                <a:off x="11967093" y="4525761"/>
                <a:ext cx="91800" cy="1512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0EC053A-B288-A687-4FA4-D46E718D5D5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958453" y="4517121"/>
                  <a:ext cx="1094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AB8107C-A6A1-7F67-1CF6-D54631781D00}"/>
                    </a:ext>
                  </a:extLst>
                </p14:cNvPr>
                <p14:cNvContentPartPr/>
                <p14:nvPr/>
              </p14:nvContentPartPr>
              <p14:xfrm>
                <a:off x="12117213" y="4531161"/>
                <a:ext cx="112680" cy="1339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AB8107C-A6A1-7F67-1CF6-D54631781D0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2108213" y="4522521"/>
                  <a:ext cx="1303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DEEE3F6-4E42-D282-5DF7-7662396A1F74}"/>
                    </a:ext>
                  </a:extLst>
                </p14:cNvPr>
                <p14:cNvContentPartPr/>
                <p14:nvPr/>
              </p14:nvContentPartPr>
              <p14:xfrm>
                <a:off x="12257613" y="4453041"/>
                <a:ext cx="260640" cy="2023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DEEE3F6-4E42-D282-5DF7-7662396A1F7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2248613" y="4444401"/>
                  <a:ext cx="2782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B7AD874-7896-0E79-AF9B-97853C73E1AF}"/>
                    </a:ext>
                  </a:extLst>
                </p14:cNvPr>
                <p14:cNvContentPartPr/>
                <p14:nvPr/>
              </p14:nvContentPartPr>
              <p14:xfrm>
                <a:off x="12537693" y="4482561"/>
                <a:ext cx="9360" cy="43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B7AD874-7896-0E79-AF9B-97853C73E1A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2529053" y="4473561"/>
                  <a:ext cx="270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DC2784B-3A2D-7B0D-2860-A70BCF3B21FC}"/>
                    </a:ext>
                  </a:extLst>
                </p14:cNvPr>
                <p14:cNvContentPartPr/>
                <p14:nvPr/>
              </p14:nvContentPartPr>
              <p14:xfrm>
                <a:off x="12100347" y="4758321"/>
                <a:ext cx="18720" cy="3207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DC2784B-3A2D-7B0D-2860-A70BCF3B21F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2091707" y="4749681"/>
                  <a:ext cx="363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204AB02-C6A3-3E7C-604B-96E9962D4701}"/>
                    </a:ext>
                  </a:extLst>
                </p14:cNvPr>
                <p14:cNvContentPartPr/>
                <p14:nvPr/>
              </p14:nvContentPartPr>
              <p14:xfrm>
                <a:off x="12030867" y="4997361"/>
                <a:ext cx="140040" cy="860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204AB02-C6A3-3E7C-604B-96E9962D470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2021867" y="4988361"/>
                  <a:ext cx="1576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F4F8818-C6E6-251F-E779-90209DC238CF}"/>
                    </a:ext>
                  </a:extLst>
                </p14:cNvPr>
                <p14:cNvContentPartPr/>
                <p14:nvPr/>
              </p14:nvContentPartPr>
              <p14:xfrm>
                <a:off x="10160667" y="3037881"/>
                <a:ext cx="772200" cy="15656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F4F8818-C6E6-251F-E779-90209DC238C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151667" y="3028881"/>
                  <a:ext cx="789840" cy="15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9294AED-9E27-04AD-C1AB-9ED927759157}"/>
                    </a:ext>
                  </a:extLst>
                </p14:cNvPr>
                <p14:cNvContentPartPr/>
                <p14:nvPr/>
              </p14:nvContentPartPr>
              <p14:xfrm>
                <a:off x="10972467" y="2996841"/>
                <a:ext cx="151920" cy="2037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9294AED-9E27-04AD-C1AB-9ED92775915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963827" y="2987841"/>
                  <a:ext cx="1695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C5CC72D-69B7-99A3-18A6-8F1574DC2324}"/>
                    </a:ext>
                  </a:extLst>
                </p14:cNvPr>
                <p14:cNvContentPartPr/>
                <p14:nvPr/>
              </p14:nvContentPartPr>
              <p14:xfrm>
                <a:off x="11204307" y="2999001"/>
                <a:ext cx="37440" cy="1911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C5CC72D-69B7-99A3-18A6-8F1574DC232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195667" y="2990001"/>
                  <a:ext cx="550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9112B01-A4BF-850A-A8F1-8D2D22A4FF53}"/>
                    </a:ext>
                  </a:extLst>
                </p14:cNvPr>
                <p14:cNvContentPartPr/>
                <p14:nvPr/>
              </p14:nvContentPartPr>
              <p14:xfrm>
                <a:off x="11332827" y="3100881"/>
                <a:ext cx="10440" cy="1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9112B01-A4BF-850A-A8F1-8D2D22A4FF5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324187" y="3091881"/>
                  <a:ext cx="280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95DBFA2-DCAA-19A8-6528-943F2CD886DD}"/>
                    </a:ext>
                  </a:extLst>
                </p14:cNvPr>
                <p14:cNvContentPartPr/>
                <p14:nvPr/>
              </p14:nvContentPartPr>
              <p14:xfrm>
                <a:off x="11378187" y="2820801"/>
                <a:ext cx="317160" cy="2988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95DBFA2-DCAA-19A8-6528-943F2CD886D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369547" y="2811801"/>
                  <a:ext cx="3348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BA2BE4D-DC36-0CC2-61FB-68BECBFE7C7E}"/>
                    </a:ext>
                  </a:extLst>
                </p14:cNvPr>
                <p14:cNvContentPartPr/>
                <p14:nvPr/>
              </p14:nvContentPartPr>
              <p14:xfrm>
                <a:off x="11700387" y="2924481"/>
                <a:ext cx="134640" cy="1245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BA2BE4D-DC36-0CC2-61FB-68BECBFE7C7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691747" y="2915481"/>
                  <a:ext cx="1522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B42E491-0E07-32FA-9FFF-02EB7311B97F}"/>
                    </a:ext>
                  </a:extLst>
                </p14:cNvPr>
                <p14:cNvContentPartPr/>
                <p14:nvPr/>
              </p14:nvContentPartPr>
              <p14:xfrm>
                <a:off x="11854467" y="2880921"/>
                <a:ext cx="77760" cy="1728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B42E491-0E07-32FA-9FFF-02EB7311B97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845827" y="2872281"/>
                  <a:ext cx="954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13D7BA9-C4EE-7084-AA72-65A35CCEBB5B}"/>
                    </a:ext>
                  </a:extLst>
                </p14:cNvPr>
                <p14:cNvContentPartPr/>
                <p14:nvPr/>
              </p14:nvContentPartPr>
              <p14:xfrm>
                <a:off x="11975787" y="2813961"/>
                <a:ext cx="104400" cy="2480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13D7BA9-C4EE-7084-AA72-65A35CCEBB5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967147" y="2804961"/>
                  <a:ext cx="1220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94FB748-9314-F791-DD5A-8B8930F1464D}"/>
                    </a:ext>
                  </a:extLst>
                </p14:cNvPr>
                <p14:cNvContentPartPr/>
                <p14:nvPr/>
              </p14:nvContentPartPr>
              <p14:xfrm>
                <a:off x="11991987" y="2909721"/>
                <a:ext cx="88560" cy="882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94FB748-9314-F791-DD5A-8B8930F1464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982987" y="2900721"/>
                  <a:ext cx="1062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2B7E405-7056-6405-3B01-D47B57D8DBAD}"/>
                    </a:ext>
                  </a:extLst>
                </p14:cNvPr>
                <p14:cNvContentPartPr/>
                <p14:nvPr/>
              </p14:nvContentPartPr>
              <p14:xfrm>
                <a:off x="10965987" y="3228681"/>
                <a:ext cx="694440" cy="18910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2B7E405-7056-6405-3B01-D47B57D8DBA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957347" y="3219681"/>
                  <a:ext cx="712080" cy="19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D134059-E281-0B33-DB96-C8CFDFCDCC2C}"/>
                    </a:ext>
                  </a:extLst>
                </p14:cNvPr>
                <p14:cNvContentPartPr/>
                <p14:nvPr/>
              </p14:nvContentPartPr>
              <p14:xfrm>
                <a:off x="11537307" y="5020401"/>
                <a:ext cx="168840" cy="2109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D134059-E281-0B33-DB96-C8CFDFCDCC2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528307" y="5011401"/>
                  <a:ext cx="1864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132EA50-EB34-3B46-E5B4-D7A11E351F79}"/>
                    </a:ext>
                  </a:extLst>
                </p14:cNvPr>
                <p14:cNvContentPartPr/>
                <p14:nvPr/>
              </p14:nvContentPartPr>
              <p14:xfrm>
                <a:off x="11823867" y="5148921"/>
                <a:ext cx="217440" cy="3150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132EA50-EB34-3B46-E5B4-D7A11E351F7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815227" y="5139921"/>
                  <a:ext cx="23508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9F3A44B-7041-8900-35FD-87D8B1AC0C0D}"/>
                    </a:ext>
                  </a:extLst>
                </p14:cNvPr>
                <p14:cNvContentPartPr/>
                <p14:nvPr/>
              </p14:nvContentPartPr>
              <p14:xfrm>
                <a:off x="11767347" y="5574441"/>
                <a:ext cx="428400" cy="2246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9F3A44B-7041-8900-35FD-87D8B1AC0C0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758707" y="5565801"/>
                  <a:ext cx="4460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04C2294-841B-ABD1-8E23-C4401D037ABD}"/>
                    </a:ext>
                  </a:extLst>
                </p14:cNvPr>
                <p14:cNvContentPartPr/>
                <p14:nvPr/>
              </p14:nvContentPartPr>
              <p14:xfrm>
                <a:off x="12215907" y="5584521"/>
                <a:ext cx="141840" cy="1656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04C2294-841B-ABD1-8E23-C4401D037AB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2207267" y="5575881"/>
                  <a:ext cx="1594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396B3EF-AC24-2B3E-A25C-3A60E668C8BC}"/>
                    </a:ext>
                  </a:extLst>
                </p14:cNvPr>
                <p14:cNvContentPartPr/>
                <p14:nvPr/>
              </p14:nvContentPartPr>
              <p14:xfrm>
                <a:off x="12373227" y="5531241"/>
                <a:ext cx="24120" cy="2113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396B3EF-AC24-2B3E-A25C-3A60E668C8B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2364227" y="5522601"/>
                  <a:ext cx="417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644F55E-9108-AF66-7C95-9080800FABD7}"/>
                    </a:ext>
                  </a:extLst>
                </p14:cNvPr>
                <p14:cNvContentPartPr/>
                <p14:nvPr/>
              </p14:nvContentPartPr>
              <p14:xfrm>
                <a:off x="12363867" y="5643921"/>
                <a:ext cx="64800" cy="450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644F55E-9108-AF66-7C95-9080800FABD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2354867" y="5635281"/>
                  <a:ext cx="824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5FC6F2E-AC8A-237B-93F1-672BD51819A8}"/>
                    </a:ext>
                  </a:extLst>
                </p14:cNvPr>
                <p14:cNvContentPartPr/>
                <p14:nvPr/>
              </p14:nvContentPartPr>
              <p14:xfrm>
                <a:off x="12466107" y="5501001"/>
                <a:ext cx="45000" cy="3013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5FC6F2E-AC8A-237B-93F1-672BD51819A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2457467" y="5492361"/>
                  <a:ext cx="6264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5F1E0449-BBEC-EE28-CDD9-D0366C5C21B0}"/>
                    </a:ext>
                  </a:extLst>
                </p14:cNvPr>
                <p14:cNvContentPartPr/>
                <p14:nvPr/>
              </p14:nvContentPartPr>
              <p14:xfrm>
                <a:off x="11425347" y="4262241"/>
                <a:ext cx="1145880" cy="583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5F1E0449-BBEC-EE28-CDD9-D0366C5C21B0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416347" y="4253241"/>
                  <a:ext cx="1163520" cy="601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1843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75F96F3-04A8-C1ED-5D45-C24AD5C5CF4C}"/>
              </a:ext>
            </a:extLst>
          </p:cNvPr>
          <p:cNvGrpSpPr/>
          <p:nvPr/>
        </p:nvGrpSpPr>
        <p:grpSpPr>
          <a:xfrm>
            <a:off x="1035693" y="1314921"/>
            <a:ext cx="9855000" cy="5063040"/>
            <a:chOff x="1035693" y="1314921"/>
            <a:chExt cx="9855000" cy="506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D8B7CC3-B275-072C-027F-4B941E18B9AB}"/>
                    </a:ext>
                  </a:extLst>
                </p14:cNvPr>
                <p14:cNvContentPartPr/>
                <p14:nvPr/>
              </p14:nvContentPartPr>
              <p14:xfrm>
                <a:off x="2549853" y="1426881"/>
                <a:ext cx="222840" cy="298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D8B7CC3-B275-072C-027F-4B941E18B9A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541213" y="1418241"/>
                  <a:ext cx="24048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BBC24B4-F10A-E1B4-B4E8-C2EC988A2F40}"/>
                    </a:ext>
                  </a:extLst>
                </p14:cNvPr>
                <p14:cNvContentPartPr/>
                <p14:nvPr/>
              </p14:nvContentPartPr>
              <p14:xfrm>
                <a:off x="2652093" y="1445601"/>
                <a:ext cx="506880" cy="27428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BBC24B4-F10A-E1B4-B4E8-C2EC988A2F4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43093" y="1436601"/>
                  <a:ext cx="524520" cy="27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34F1237-BBE4-86D8-86D8-020AA0D460B8}"/>
                    </a:ext>
                  </a:extLst>
                </p14:cNvPr>
                <p14:cNvContentPartPr/>
                <p14:nvPr/>
              </p14:nvContentPartPr>
              <p14:xfrm>
                <a:off x="2462373" y="3598401"/>
                <a:ext cx="4300560" cy="365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34F1237-BBE4-86D8-86D8-020AA0D460B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53373" y="3589401"/>
                  <a:ext cx="43182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12F2F35-ABCE-C97C-F43D-0641462CDD1D}"/>
                    </a:ext>
                  </a:extLst>
                </p14:cNvPr>
                <p14:cNvContentPartPr/>
                <p14:nvPr/>
              </p14:nvContentPartPr>
              <p14:xfrm>
                <a:off x="6609213" y="3485361"/>
                <a:ext cx="267840" cy="1987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12F2F35-ABCE-C97C-F43D-0641462CDD1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600213" y="3476361"/>
                  <a:ext cx="2854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47096C6-CA3B-1145-2A8D-5399DEE6E556}"/>
                    </a:ext>
                  </a:extLst>
                </p14:cNvPr>
                <p14:cNvContentPartPr/>
                <p14:nvPr/>
              </p14:nvContentPartPr>
              <p14:xfrm>
                <a:off x="6018813" y="3951201"/>
                <a:ext cx="236160" cy="1857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47096C6-CA3B-1145-2A8D-5399DEE6E55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09813" y="3942201"/>
                  <a:ext cx="2538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C75D0BF-CFF6-A656-DF30-7DB407D70A26}"/>
                    </a:ext>
                  </a:extLst>
                </p14:cNvPr>
                <p14:cNvContentPartPr/>
                <p14:nvPr/>
              </p14:nvContentPartPr>
              <p14:xfrm>
                <a:off x="2123613" y="2874801"/>
                <a:ext cx="191160" cy="442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C75D0BF-CFF6-A656-DF30-7DB407D70A2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14973" y="2865801"/>
                  <a:ext cx="20880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6FE32FC-09C5-CF07-2AFB-74E774BF6D6B}"/>
                    </a:ext>
                  </a:extLst>
                </p14:cNvPr>
                <p14:cNvContentPartPr/>
                <p14:nvPr/>
              </p14:nvContentPartPr>
              <p14:xfrm>
                <a:off x="4421493" y="4313001"/>
                <a:ext cx="54000" cy="207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6FE32FC-09C5-CF07-2AFB-74E774BF6D6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412493" y="4304001"/>
                  <a:ext cx="716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D4DF7BD-DAFA-7C8F-8227-C3604E4D99AA}"/>
                    </a:ext>
                  </a:extLst>
                </p14:cNvPr>
                <p14:cNvContentPartPr/>
                <p14:nvPr/>
              </p14:nvContentPartPr>
              <p14:xfrm>
                <a:off x="4297293" y="4228761"/>
                <a:ext cx="311040" cy="313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D4DF7BD-DAFA-7C8F-8227-C3604E4D99A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88653" y="4219761"/>
                  <a:ext cx="3286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E56D3AF-F4F2-0472-02E4-7EDB16926C30}"/>
                    </a:ext>
                  </a:extLst>
                </p14:cNvPr>
                <p14:cNvContentPartPr/>
                <p14:nvPr/>
              </p14:nvContentPartPr>
              <p14:xfrm>
                <a:off x="4710573" y="4357641"/>
                <a:ext cx="45360" cy="108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E56D3AF-F4F2-0472-02E4-7EDB16926C3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01933" y="4349001"/>
                  <a:ext cx="630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8E24922-593D-F4E4-1C36-2D2DB722CB1F}"/>
                    </a:ext>
                  </a:extLst>
                </p14:cNvPr>
                <p14:cNvContentPartPr/>
                <p14:nvPr/>
              </p14:nvContentPartPr>
              <p14:xfrm>
                <a:off x="4696173" y="4202121"/>
                <a:ext cx="9000" cy="403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8E24922-593D-F4E4-1C36-2D2DB722CB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87173" y="4193121"/>
                  <a:ext cx="266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F6014B9-F824-8911-ADAA-ED7B5DE53CF1}"/>
                    </a:ext>
                  </a:extLst>
                </p14:cNvPr>
                <p14:cNvContentPartPr/>
                <p14:nvPr/>
              </p14:nvContentPartPr>
              <p14:xfrm>
                <a:off x="4739733" y="4254681"/>
                <a:ext cx="384120" cy="2242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F6014B9-F824-8911-ADAA-ED7B5DE53CF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730733" y="4245681"/>
                  <a:ext cx="4017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8010917-A9D4-3527-9717-D6A741DE1772}"/>
                    </a:ext>
                  </a:extLst>
                </p14:cNvPr>
                <p14:cNvContentPartPr/>
                <p14:nvPr/>
              </p14:nvContentPartPr>
              <p14:xfrm>
                <a:off x="5179653" y="4178721"/>
                <a:ext cx="321480" cy="207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8010917-A9D4-3527-9717-D6A741DE177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70653" y="4169721"/>
                  <a:ext cx="3391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7D5ABEC-32A8-8A27-C2E8-303CCC163E55}"/>
                    </a:ext>
                  </a:extLst>
                </p14:cNvPr>
                <p14:cNvContentPartPr/>
                <p14:nvPr/>
              </p14:nvContentPartPr>
              <p14:xfrm>
                <a:off x="5520933" y="4189881"/>
                <a:ext cx="6840" cy="158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7D5ABEC-32A8-8A27-C2E8-303CCC163E5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512293" y="4180881"/>
                  <a:ext cx="244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3C9FFF1-C729-A233-F779-BF3EC02FD6F8}"/>
                    </a:ext>
                  </a:extLst>
                </p14:cNvPr>
                <p14:cNvContentPartPr/>
                <p14:nvPr/>
              </p14:nvContentPartPr>
              <p14:xfrm>
                <a:off x="5501133" y="4076481"/>
                <a:ext cx="43200" cy="25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3C9FFF1-C729-A233-F779-BF3EC02FD6F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92133" y="4067481"/>
                  <a:ext cx="608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5EC73F9-8732-6EA6-CAA3-66338831A75D}"/>
                    </a:ext>
                  </a:extLst>
                </p14:cNvPr>
                <p14:cNvContentPartPr/>
                <p14:nvPr/>
              </p14:nvContentPartPr>
              <p14:xfrm>
                <a:off x="5607333" y="4167921"/>
                <a:ext cx="360720" cy="183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5EC73F9-8732-6EA6-CAA3-66338831A75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598333" y="4158921"/>
                  <a:ext cx="3783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5730FE-6A71-C76B-CEFD-D2EC962F1A3F}"/>
                    </a:ext>
                  </a:extLst>
                </p14:cNvPr>
                <p14:cNvContentPartPr/>
                <p14:nvPr/>
              </p14:nvContentPartPr>
              <p14:xfrm>
                <a:off x="1035693" y="2368281"/>
                <a:ext cx="258840" cy="367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5730FE-6A71-C76B-CEFD-D2EC962F1A3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27053" y="2359281"/>
                  <a:ext cx="27648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9D7FD78-D1F3-4B3E-5072-6D8FCDCC12EA}"/>
                    </a:ext>
                  </a:extLst>
                </p14:cNvPr>
                <p14:cNvContentPartPr/>
                <p14:nvPr/>
              </p14:nvContentPartPr>
              <p14:xfrm>
                <a:off x="1325133" y="2304561"/>
                <a:ext cx="364320" cy="2761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9D7FD78-D1F3-4B3E-5072-6D8FCDCC12E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316133" y="2295921"/>
                  <a:ext cx="3819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59D1DE8-0D9A-1021-0105-7267186B1B01}"/>
                    </a:ext>
                  </a:extLst>
                </p14:cNvPr>
                <p14:cNvContentPartPr/>
                <p14:nvPr/>
              </p14:nvContentPartPr>
              <p14:xfrm>
                <a:off x="1707093" y="2276481"/>
                <a:ext cx="119520" cy="143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59D1DE8-0D9A-1021-0105-7267186B1B0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698093" y="2267841"/>
                  <a:ext cx="137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4CCF481-340F-2FDE-70DD-FD9D942C5AD9}"/>
                    </a:ext>
                  </a:extLst>
                </p14:cNvPr>
                <p14:cNvContentPartPr/>
                <p14:nvPr/>
              </p14:nvContentPartPr>
              <p14:xfrm>
                <a:off x="1880253" y="2214561"/>
                <a:ext cx="86400" cy="151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4CCF481-340F-2FDE-70DD-FD9D942C5AD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871613" y="2205921"/>
                  <a:ext cx="1040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ADBD35B-961D-5D9B-501E-CC2F013FD52C}"/>
                    </a:ext>
                  </a:extLst>
                </p14:cNvPr>
                <p14:cNvContentPartPr/>
                <p14:nvPr/>
              </p14:nvContentPartPr>
              <p14:xfrm>
                <a:off x="2032533" y="2171001"/>
                <a:ext cx="104760" cy="1443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ADBD35B-961D-5D9B-501E-CC2F013FD52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023893" y="2162001"/>
                  <a:ext cx="1224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D8E947D-213A-DC54-2004-5C4A2D13F4E8}"/>
                    </a:ext>
                  </a:extLst>
                </p14:cNvPr>
                <p14:cNvContentPartPr/>
                <p14:nvPr/>
              </p14:nvContentPartPr>
              <p14:xfrm>
                <a:off x="1295973" y="1989201"/>
                <a:ext cx="109080" cy="216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D8E947D-213A-DC54-2004-5C4A2D13F4E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287333" y="1980201"/>
                  <a:ext cx="1267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70B6A78-CD20-2CCD-292C-692256F291A5}"/>
                    </a:ext>
                  </a:extLst>
                </p14:cNvPr>
                <p14:cNvContentPartPr/>
                <p14:nvPr/>
              </p14:nvContentPartPr>
              <p14:xfrm>
                <a:off x="1424493" y="2003241"/>
                <a:ext cx="173160" cy="136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70B6A78-CD20-2CCD-292C-692256F291A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415493" y="1994241"/>
                  <a:ext cx="1908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7106F9F-EE4B-5475-88FF-CA828C8B4609}"/>
                    </a:ext>
                  </a:extLst>
                </p14:cNvPr>
                <p14:cNvContentPartPr/>
                <p14:nvPr/>
              </p14:nvContentPartPr>
              <p14:xfrm>
                <a:off x="1610613" y="1963281"/>
                <a:ext cx="119880" cy="154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7106F9F-EE4B-5475-88FF-CA828C8B460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601613" y="1954281"/>
                  <a:ext cx="137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1B2E14C-686C-CC19-C1FB-6FD5A5044618}"/>
                    </a:ext>
                  </a:extLst>
                </p14:cNvPr>
                <p14:cNvContentPartPr/>
                <p14:nvPr/>
              </p14:nvContentPartPr>
              <p14:xfrm>
                <a:off x="1747773" y="1906401"/>
                <a:ext cx="241200" cy="1396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1B2E14C-686C-CC19-C1FB-6FD5A504461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38773" y="1897401"/>
                  <a:ext cx="2588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3DF6DC6-F74E-F415-FF7E-31E0D3F9C209}"/>
                    </a:ext>
                  </a:extLst>
                </p14:cNvPr>
                <p14:cNvContentPartPr/>
                <p14:nvPr/>
              </p14:nvContentPartPr>
              <p14:xfrm>
                <a:off x="1981413" y="1805601"/>
                <a:ext cx="102960" cy="328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3DF6DC6-F74E-F415-FF7E-31E0D3F9C20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972773" y="1796961"/>
                  <a:ext cx="12060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B089B90-FC95-24F2-7FB9-51177D21497F}"/>
                    </a:ext>
                  </a:extLst>
                </p14:cNvPr>
                <p14:cNvContentPartPr/>
                <p14:nvPr/>
              </p14:nvContentPartPr>
              <p14:xfrm>
                <a:off x="3705453" y="4948401"/>
                <a:ext cx="3350520" cy="1414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B089B90-FC95-24F2-7FB9-51177D21497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696453" y="4939401"/>
                  <a:ext cx="3368160" cy="14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EF7FC9D-0339-8578-A0FB-1D0CDE40AFAA}"/>
                    </a:ext>
                  </a:extLst>
                </p14:cNvPr>
                <p14:cNvContentPartPr/>
                <p14:nvPr/>
              </p14:nvContentPartPr>
              <p14:xfrm>
                <a:off x="4421133" y="5249001"/>
                <a:ext cx="213480" cy="11289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EF7FC9D-0339-8578-A0FB-1D0CDE40AF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412493" y="5240001"/>
                  <a:ext cx="231120" cy="11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5B026E3-228B-8BFB-C96B-277C34DD863A}"/>
                    </a:ext>
                  </a:extLst>
                </p14:cNvPr>
                <p14:cNvContentPartPr/>
                <p14:nvPr/>
              </p14:nvContentPartPr>
              <p14:xfrm>
                <a:off x="5123493" y="5032641"/>
                <a:ext cx="364320" cy="1249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5B026E3-228B-8BFB-C96B-277C34DD863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114493" y="5024001"/>
                  <a:ext cx="381960" cy="12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52347D7-FCDC-A0C6-1DF8-92DD7B1C5AF0}"/>
                    </a:ext>
                  </a:extLst>
                </p14:cNvPr>
                <p14:cNvContentPartPr/>
                <p14:nvPr/>
              </p14:nvContentPartPr>
              <p14:xfrm>
                <a:off x="6059853" y="4971081"/>
                <a:ext cx="195120" cy="1251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52347D7-FCDC-A0C6-1DF8-92DD7B1C5AF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050853" y="4962441"/>
                  <a:ext cx="212760" cy="12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3EF07D9-D08E-56FC-FF80-F425AF34D02E}"/>
                    </a:ext>
                  </a:extLst>
                </p14:cNvPr>
                <p14:cNvContentPartPr/>
                <p14:nvPr/>
              </p14:nvContentPartPr>
              <p14:xfrm>
                <a:off x="3773493" y="4932201"/>
                <a:ext cx="185760" cy="2167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3EF07D9-D08E-56FC-FF80-F425AF34D02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64493" y="4923201"/>
                  <a:ext cx="2034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F97C041-F74F-8F04-F207-96F38903B8F5}"/>
                    </a:ext>
                  </a:extLst>
                </p14:cNvPr>
                <p14:cNvContentPartPr/>
                <p14:nvPr/>
              </p14:nvContentPartPr>
              <p14:xfrm>
                <a:off x="4012533" y="4934001"/>
                <a:ext cx="155880" cy="212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F97C041-F74F-8F04-F207-96F38903B8F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003533" y="4925001"/>
                  <a:ext cx="1735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C59DBDB-AC45-B7EA-6C75-731B6B9A89C9}"/>
                    </a:ext>
                  </a:extLst>
                </p14:cNvPr>
                <p14:cNvContentPartPr/>
                <p14:nvPr/>
              </p14:nvContentPartPr>
              <p14:xfrm>
                <a:off x="4553613" y="4842201"/>
                <a:ext cx="82800" cy="287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C59DBDB-AC45-B7EA-6C75-731B6B9A89C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544613" y="4833561"/>
                  <a:ext cx="1004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CB7EFC1-AAE7-CA95-DB2A-8425766BC85F}"/>
                    </a:ext>
                  </a:extLst>
                </p14:cNvPr>
                <p14:cNvContentPartPr/>
                <p14:nvPr/>
              </p14:nvContentPartPr>
              <p14:xfrm>
                <a:off x="4663413" y="4975401"/>
                <a:ext cx="98280" cy="1170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CB7EFC1-AAE7-CA95-DB2A-8425766BC85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654773" y="4966401"/>
                  <a:ext cx="115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916624A-7370-3081-9A7C-5C27B08E95AA}"/>
                    </a:ext>
                  </a:extLst>
                </p14:cNvPr>
                <p14:cNvContentPartPr/>
                <p14:nvPr/>
              </p14:nvContentPartPr>
              <p14:xfrm>
                <a:off x="4776813" y="4940121"/>
                <a:ext cx="70920" cy="126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916624A-7370-3081-9A7C-5C27B08E95A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768173" y="4931121"/>
                  <a:ext cx="885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DB3410E-7799-FA6E-29D9-9939F7E2E2C7}"/>
                    </a:ext>
                  </a:extLst>
                </p14:cNvPr>
                <p14:cNvContentPartPr/>
                <p14:nvPr/>
              </p14:nvContentPartPr>
              <p14:xfrm>
                <a:off x="4911093" y="4795041"/>
                <a:ext cx="56520" cy="258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DB3410E-7799-FA6E-29D9-9939F7E2E2C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02453" y="4786041"/>
                  <a:ext cx="741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68D21A7-26E5-8302-2B55-08693085F38B}"/>
                    </a:ext>
                  </a:extLst>
                </p14:cNvPr>
                <p14:cNvContentPartPr/>
                <p14:nvPr/>
              </p14:nvContentPartPr>
              <p14:xfrm>
                <a:off x="4926933" y="4905921"/>
                <a:ext cx="118080" cy="71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68D21A7-26E5-8302-2B55-08693085F38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918293" y="4896921"/>
                  <a:ext cx="1357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BD2CC6D-B7DB-60B0-ACF5-FDE378BBF3AC}"/>
                    </a:ext>
                  </a:extLst>
                </p14:cNvPr>
                <p14:cNvContentPartPr/>
                <p14:nvPr/>
              </p14:nvContentPartPr>
              <p14:xfrm>
                <a:off x="5296653" y="4766601"/>
                <a:ext cx="88560" cy="257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BD2CC6D-B7DB-60B0-ACF5-FDE378BBF3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288013" y="4757961"/>
                  <a:ext cx="1062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691281D-3F0F-A484-27A4-2B793D40E1FD}"/>
                    </a:ext>
                  </a:extLst>
                </p14:cNvPr>
                <p14:cNvContentPartPr/>
                <p14:nvPr/>
              </p14:nvContentPartPr>
              <p14:xfrm>
                <a:off x="5470173" y="4718001"/>
                <a:ext cx="240480" cy="271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691281D-3F0F-A484-27A4-2B793D40E1F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461533" y="4709001"/>
                  <a:ext cx="2581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7B09128-5836-5209-E953-013C43FDD1A8}"/>
                    </a:ext>
                  </a:extLst>
                </p14:cNvPr>
                <p14:cNvContentPartPr/>
                <p14:nvPr/>
              </p14:nvContentPartPr>
              <p14:xfrm>
                <a:off x="5669973" y="4784961"/>
                <a:ext cx="134280" cy="47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7B09128-5836-5209-E953-013C43FDD1A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661333" y="4775961"/>
                  <a:ext cx="1519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A392B78-5543-CCB5-7477-EC9DAC89665A}"/>
                    </a:ext>
                  </a:extLst>
                </p14:cNvPr>
                <p14:cNvContentPartPr/>
                <p14:nvPr/>
              </p14:nvContentPartPr>
              <p14:xfrm>
                <a:off x="6186573" y="4624761"/>
                <a:ext cx="234720" cy="2422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A392B78-5543-CCB5-7477-EC9DAC89665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77573" y="4616121"/>
                  <a:ext cx="2523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1057072-ADD4-AE33-9721-EE7990EF2EF4}"/>
                    </a:ext>
                  </a:extLst>
                </p14:cNvPr>
                <p14:cNvContentPartPr/>
                <p14:nvPr/>
              </p14:nvContentPartPr>
              <p14:xfrm>
                <a:off x="6296733" y="4539081"/>
                <a:ext cx="507240" cy="266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1057072-ADD4-AE33-9721-EE7990EF2EF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288093" y="4530081"/>
                  <a:ext cx="5248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BC641CC-E51C-7A06-6326-B15075BCEB30}"/>
                    </a:ext>
                  </a:extLst>
                </p14:cNvPr>
                <p14:cNvContentPartPr/>
                <p14:nvPr/>
              </p14:nvContentPartPr>
              <p14:xfrm>
                <a:off x="6807933" y="4646721"/>
                <a:ext cx="141480" cy="1224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BC641CC-E51C-7A06-6326-B15075BCEB3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799293" y="4638081"/>
                  <a:ext cx="1591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A43C9CF-55E2-0043-A428-F47979BD37DC}"/>
                    </a:ext>
                  </a:extLst>
                </p14:cNvPr>
                <p14:cNvContentPartPr/>
                <p14:nvPr/>
              </p14:nvContentPartPr>
              <p14:xfrm>
                <a:off x="3998853" y="5422881"/>
                <a:ext cx="37800" cy="1616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A43C9CF-55E2-0043-A428-F47979BD37D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90213" y="5413881"/>
                  <a:ext cx="554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A3D9B06-11F1-98A9-4183-E9FF28A6D2ED}"/>
                    </a:ext>
                  </a:extLst>
                </p14:cNvPr>
                <p14:cNvContentPartPr/>
                <p14:nvPr/>
              </p14:nvContentPartPr>
              <p14:xfrm>
                <a:off x="4091373" y="5399481"/>
                <a:ext cx="181440" cy="1598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A3D9B06-11F1-98A9-4183-E9FF28A6D2E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082733" y="5390481"/>
                  <a:ext cx="1990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05A0475-D6E3-1DEA-D43E-97552C1A5D4B}"/>
                    </a:ext>
                  </a:extLst>
                </p14:cNvPr>
                <p14:cNvContentPartPr/>
                <p14:nvPr/>
              </p14:nvContentPartPr>
              <p14:xfrm>
                <a:off x="4120173" y="5708361"/>
                <a:ext cx="18000" cy="106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05A0475-D6E3-1DEA-D43E-97552C1A5D4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11173" y="5699721"/>
                  <a:ext cx="356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F86165E-304C-89FA-8D86-1E41C813FC66}"/>
                    </a:ext>
                  </a:extLst>
                </p14:cNvPr>
                <p14:cNvContentPartPr/>
                <p14:nvPr/>
              </p14:nvContentPartPr>
              <p14:xfrm>
                <a:off x="4218813" y="5614041"/>
                <a:ext cx="152280" cy="1656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F86165E-304C-89FA-8D86-1E41C813FC6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209813" y="5605401"/>
                  <a:ext cx="1699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28B7A8F-6777-BADB-EE1F-08C3DF8CCAE3}"/>
                    </a:ext>
                  </a:extLst>
                </p14:cNvPr>
                <p14:cNvContentPartPr/>
                <p14:nvPr/>
              </p14:nvContentPartPr>
              <p14:xfrm>
                <a:off x="4141053" y="5879361"/>
                <a:ext cx="108000" cy="1105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28B7A8F-6777-BADB-EE1F-08C3DF8CCAE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2413" y="5870361"/>
                  <a:ext cx="1256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7307B65-D3B9-EACD-8AAA-4056EB51C229}"/>
                    </a:ext>
                  </a:extLst>
                </p14:cNvPr>
                <p14:cNvContentPartPr/>
                <p14:nvPr/>
              </p14:nvContentPartPr>
              <p14:xfrm>
                <a:off x="4290813" y="5832921"/>
                <a:ext cx="110880" cy="153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7307B65-D3B9-EACD-8AAA-4056EB51C22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281813" y="5823921"/>
                  <a:ext cx="1285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FBE598B-42D0-722E-1FC5-1363F005999B}"/>
                    </a:ext>
                  </a:extLst>
                </p14:cNvPr>
                <p14:cNvContentPartPr/>
                <p14:nvPr/>
              </p14:nvContentPartPr>
              <p14:xfrm>
                <a:off x="4155093" y="6107601"/>
                <a:ext cx="106200" cy="1267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FBE598B-42D0-722E-1FC5-1363F005999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46093" y="6098601"/>
                  <a:ext cx="1238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C7819A1-3C6F-9F2A-05B7-801CA40F3ED5}"/>
                    </a:ext>
                  </a:extLst>
                </p14:cNvPr>
                <p14:cNvContentPartPr/>
                <p14:nvPr/>
              </p14:nvContentPartPr>
              <p14:xfrm>
                <a:off x="4320333" y="6071601"/>
                <a:ext cx="91800" cy="150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C7819A1-3C6F-9F2A-05B7-801CA40F3ED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311693" y="6062961"/>
                  <a:ext cx="1094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FDE0C57-68F2-CDC7-5139-3C4CD1A1EEB0}"/>
                    </a:ext>
                  </a:extLst>
                </p14:cNvPr>
                <p14:cNvContentPartPr/>
                <p14:nvPr/>
              </p14:nvContentPartPr>
              <p14:xfrm>
                <a:off x="6223293" y="5127321"/>
                <a:ext cx="32040" cy="1144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FDE0C57-68F2-CDC7-5139-3C4CD1A1EEB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214653" y="5118681"/>
                  <a:ext cx="496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62B8B18-1067-D087-7E6F-3D73FBDBF08B}"/>
                    </a:ext>
                  </a:extLst>
                </p14:cNvPr>
                <p14:cNvContentPartPr/>
                <p14:nvPr/>
              </p14:nvContentPartPr>
              <p14:xfrm>
                <a:off x="6295293" y="5102481"/>
                <a:ext cx="283680" cy="1134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62B8B18-1067-D087-7E6F-3D73FBDBF08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286653" y="5093841"/>
                  <a:ext cx="3013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F69D78E-A847-D2D2-1441-645144CD5017}"/>
                    </a:ext>
                  </a:extLst>
                </p14:cNvPr>
                <p14:cNvContentPartPr/>
                <p14:nvPr/>
              </p14:nvContentPartPr>
              <p14:xfrm>
                <a:off x="6238413" y="5391201"/>
                <a:ext cx="9360" cy="1324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F69D78E-A847-D2D2-1441-645144CD501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229413" y="5382201"/>
                  <a:ext cx="27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3E0C651-FA9A-0CB4-B7B7-61F3571ADCFC}"/>
                    </a:ext>
                  </a:extLst>
                </p14:cNvPr>
                <p14:cNvContentPartPr/>
                <p14:nvPr/>
              </p14:nvContentPartPr>
              <p14:xfrm>
                <a:off x="6289173" y="5377161"/>
                <a:ext cx="288720" cy="1173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3E0C651-FA9A-0CB4-B7B7-61F3571ADCF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280173" y="5368161"/>
                  <a:ext cx="3063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36B428C-B23F-4202-CF9A-C934EF7B18AC}"/>
                    </a:ext>
                  </a:extLst>
                </p14:cNvPr>
                <p14:cNvContentPartPr/>
                <p14:nvPr/>
              </p14:nvContentPartPr>
              <p14:xfrm>
                <a:off x="6267213" y="5690001"/>
                <a:ext cx="109800" cy="1328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36B428C-B23F-4202-CF9A-C934EF7B18A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258573" y="5681361"/>
                  <a:ext cx="1274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E94408C-0B3F-30C3-7229-0810BDD460AF}"/>
                    </a:ext>
                  </a:extLst>
                </p14:cNvPr>
                <p14:cNvContentPartPr/>
                <p14:nvPr/>
              </p14:nvContentPartPr>
              <p14:xfrm>
                <a:off x="6402933" y="5665881"/>
                <a:ext cx="274320" cy="1170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E94408C-0B3F-30C3-7229-0810BDD460A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393933" y="5656881"/>
                  <a:ext cx="2919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0B289CA-CAD0-F8FA-775B-C9E3CD171012}"/>
                    </a:ext>
                  </a:extLst>
                </p14:cNvPr>
                <p14:cNvContentPartPr/>
                <p14:nvPr/>
              </p14:nvContentPartPr>
              <p14:xfrm>
                <a:off x="6281253" y="5959641"/>
                <a:ext cx="183960" cy="1526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0B289CA-CAD0-F8FA-775B-C9E3CD17101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272253" y="5951001"/>
                  <a:ext cx="2016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E2874AD-73B2-2830-199D-141F32679AD4}"/>
                    </a:ext>
                  </a:extLst>
                </p14:cNvPr>
                <p14:cNvContentPartPr/>
                <p14:nvPr/>
              </p14:nvContentPartPr>
              <p14:xfrm>
                <a:off x="6477093" y="5923641"/>
                <a:ext cx="304200" cy="1368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E2874AD-73B2-2830-199D-141F32679AD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468093" y="5914641"/>
                  <a:ext cx="3218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CE68BF6-338D-3387-F301-E8A1D8AF8CFF}"/>
                    </a:ext>
                  </a:extLst>
                </p14:cNvPr>
                <p14:cNvContentPartPr/>
                <p14:nvPr/>
              </p14:nvContentPartPr>
              <p14:xfrm>
                <a:off x="6086853" y="4965321"/>
                <a:ext cx="788400" cy="666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CE68BF6-338D-3387-F301-E8A1D8AF8CF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077853" y="4956681"/>
                  <a:ext cx="806040" cy="68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25E8FC4-F0E8-7816-1F5E-E4EA7D13C749}"/>
                    </a:ext>
                  </a:extLst>
                </p14:cNvPr>
                <p14:cNvContentPartPr/>
                <p14:nvPr/>
              </p14:nvContentPartPr>
              <p14:xfrm>
                <a:off x="6557013" y="4775601"/>
                <a:ext cx="81000" cy="2512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25E8FC4-F0E8-7816-1F5E-E4EA7D13C74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548013" y="4766601"/>
                  <a:ext cx="9864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79B3F20-2185-D20A-8F06-7BD45A5ACE4A}"/>
                    </a:ext>
                  </a:extLst>
                </p14:cNvPr>
                <p14:cNvContentPartPr/>
                <p14:nvPr/>
              </p14:nvContentPartPr>
              <p14:xfrm>
                <a:off x="6579333" y="4735641"/>
                <a:ext cx="133560" cy="1069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79B3F20-2185-D20A-8F06-7BD45A5ACE4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70333" y="4727001"/>
                  <a:ext cx="1512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A27955C-BC8E-40FC-74BE-B31C074B26A9}"/>
                    </a:ext>
                  </a:extLst>
                </p14:cNvPr>
                <p14:cNvContentPartPr/>
                <p14:nvPr/>
              </p14:nvContentPartPr>
              <p14:xfrm>
                <a:off x="6833133" y="4963521"/>
                <a:ext cx="648000" cy="2278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A27955C-BC8E-40FC-74BE-B31C074B26A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824493" y="4954881"/>
                  <a:ext cx="6656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DCFD026-2F59-0D97-EBB2-9B5C1999DA71}"/>
                    </a:ext>
                  </a:extLst>
                </p14:cNvPr>
                <p14:cNvContentPartPr/>
                <p14:nvPr/>
              </p14:nvContentPartPr>
              <p14:xfrm>
                <a:off x="7564653" y="4752561"/>
                <a:ext cx="177480" cy="2354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DCFD026-2F59-0D97-EBB2-9B5C1999DA7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55653" y="4743561"/>
                  <a:ext cx="1951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93DCF4A-4597-C143-5461-403D052CE72F}"/>
                    </a:ext>
                  </a:extLst>
                </p14:cNvPr>
                <p14:cNvContentPartPr/>
                <p14:nvPr/>
              </p14:nvContentPartPr>
              <p14:xfrm>
                <a:off x="7772013" y="4751841"/>
                <a:ext cx="123480" cy="1861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93DCF4A-4597-C143-5461-403D052CE72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763373" y="4742841"/>
                  <a:ext cx="1411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F996EBC-D7E6-0E3C-440A-D43D151B48E4}"/>
                    </a:ext>
                  </a:extLst>
                </p14:cNvPr>
                <p14:cNvContentPartPr/>
                <p14:nvPr/>
              </p14:nvContentPartPr>
              <p14:xfrm>
                <a:off x="7910973" y="4675521"/>
                <a:ext cx="261720" cy="196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F996EBC-D7E6-0E3C-440A-D43D151B48E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02333" y="4666881"/>
                  <a:ext cx="2793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4EC16C3-A56B-399F-921D-401671CFA893}"/>
                    </a:ext>
                  </a:extLst>
                </p14:cNvPr>
                <p14:cNvContentPartPr/>
                <p14:nvPr/>
              </p14:nvContentPartPr>
              <p14:xfrm>
                <a:off x="6168933" y="4466001"/>
                <a:ext cx="905760" cy="4906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4EC16C3-A56B-399F-921D-401671CFA89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60293" y="4457001"/>
                  <a:ext cx="92340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FC2FF5C-AC47-9F31-CE66-AEE5BC29C0D9}"/>
                    </a:ext>
                  </a:extLst>
                </p14:cNvPr>
                <p14:cNvContentPartPr/>
                <p14:nvPr/>
              </p14:nvContentPartPr>
              <p14:xfrm>
                <a:off x="7106373" y="4137321"/>
                <a:ext cx="2169000" cy="4665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FC2FF5C-AC47-9F31-CE66-AEE5BC29C0D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097373" y="4128321"/>
                  <a:ext cx="218664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4836DB8-70B0-312E-5E22-189524A106F8}"/>
                    </a:ext>
                  </a:extLst>
                </p14:cNvPr>
                <p14:cNvContentPartPr/>
                <p14:nvPr/>
              </p14:nvContentPartPr>
              <p14:xfrm>
                <a:off x="9229293" y="4567881"/>
                <a:ext cx="136080" cy="68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4836DB8-70B0-312E-5E22-189524A106F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220293" y="4558881"/>
                  <a:ext cx="1537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9695E29-EBE8-FFB4-615C-1FE840A10FDD}"/>
                    </a:ext>
                  </a:extLst>
                </p14:cNvPr>
                <p14:cNvContentPartPr/>
                <p14:nvPr/>
              </p14:nvContentPartPr>
              <p14:xfrm>
                <a:off x="9160893" y="4852281"/>
                <a:ext cx="149400" cy="1558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9695E29-EBE8-FFB4-615C-1FE840A10FD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152253" y="4843641"/>
                  <a:ext cx="1670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B8C0DA0-9D95-1EC9-838E-34AAE2C2A9B0}"/>
                    </a:ext>
                  </a:extLst>
                </p14:cNvPr>
                <p14:cNvContentPartPr/>
                <p14:nvPr/>
              </p14:nvContentPartPr>
              <p14:xfrm>
                <a:off x="9326133" y="4821681"/>
                <a:ext cx="135360" cy="1436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B8C0DA0-9D95-1EC9-838E-34AAE2C2A9B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317493" y="4813041"/>
                  <a:ext cx="1530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A139339-7AAB-8949-00C9-3F2004C7B602}"/>
                    </a:ext>
                  </a:extLst>
                </p14:cNvPr>
                <p14:cNvContentPartPr/>
                <p14:nvPr/>
              </p14:nvContentPartPr>
              <p14:xfrm>
                <a:off x="9497493" y="4775601"/>
                <a:ext cx="116640" cy="1706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A139339-7AAB-8949-00C9-3F2004C7B60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488853" y="4766961"/>
                  <a:ext cx="134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B3C6859-FD6A-3B0E-93CE-9A96710625AC}"/>
                    </a:ext>
                  </a:extLst>
                </p14:cNvPr>
                <p14:cNvContentPartPr/>
                <p14:nvPr/>
              </p14:nvContentPartPr>
              <p14:xfrm>
                <a:off x="9608013" y="4724121"/>
                <a:ext cx="137880" cy="2102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B3C6859-FD6A-3B0E-93CE-9A96710625A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99373" y="4715481"/>
                  <a:ext cx="1555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EDA2FB6-E8A6-D18E-41F3-17ECAA4B747F}"/>
                    </a:ext>
                  </a:extLst>
                </p14:cNvPr>
                <p14:cNvContentPartPr/>
                <p14:nvPr/>
              </p14:nvContentPartPr>
              <p14:xfrm>
                <a:off x="9774693" y="4709001"/>
                <a:ext cx="174960" cy="1947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EDA2FB6-E8A6-D18E-41F3-17ECAA4B747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765693" y="4700001"/>
                  <a:ext cx="1926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F5E6F0F-8AE7-9C40-7332-CB812908CB2D}"/>
                    </a:ext>
                  </a:extLst>
                </p14:cNvPr>
                <p14:cNvContentPartPr/>
                <p14:nvPr/>
              </p14:nvContentPartPr>
              <p14:xfrm>
                <a:off x="9977373" y="4687041"/>
                <a:ext cx="272160" cy="1630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F5E6F0F-8AE7-9C40-7332-CB812908CB2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968733" y="4678041"/>
                  <a:ext cx="2898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BF2C663-710C-ECD8-87D9-B082EEC949E3}"/>
                    </a:ext>
                  </a:extLst>
                </p14:cNvPr>
                <p14:cNvContentPartPr/>
                <p14:nvPr/>
              </p14:nvContentPartPr>
              <p14:xfrm>
                <a:off x="9233613" y="5276721"/>
                <a:ext cx="144360" cy="1868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BF2C663-710C-ECD8-87D9-B082EEC949E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224973" y="5267721"/>
                  <a:ext cx="1620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1E2493E-5F2B-2E6A-1510-30185EB6BC42}"/>
                    </a:ext>
                  </a:extLst>
                </p14:cNvPr>
                <p14:cNvContentPartPr/>
                <p14:nvPr/>
              </p14:nvContentPartPr>
              <p14:xfrm>
                <a:off x="9392733" y="5320281"/>
                <a:ext cx="128520" cy="1260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1E2493E-5F2B-2E6A-1510-30185EB6BC4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383733" y="5311641"/>
                  <a:ext cx="1461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5595D29-B757-5055-24AC-D341F27496BB}"/>
                    </a:ext>
                  </a:extLst>
                </p14:cNvPr>
                <p14:cNvContentPartPr/>
                <p14:nvPr/>
              </p14:nvContentPartPr>
              <p14:xfrm>
                <a:off x="9531693" y="5256561"/>
                <a:ext cx="206280" cy="1447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5595D29-B757-5055-24AC-D341F27496B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522693" y="5247921"/>
                  <a:ext cx="2239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1D05FC4-6E82-6867-0DFD-D8FB0B9A34EE}"/>
                    </a:ext>
                  </a:extLst>
                </p14:cNvPr>
                <p14:cNvContentPartPr/>
                <p14:nvPr/>
              </p14:nvContentPartPr>
              <p14:xfrm>
                <a:off x="9944253" y="5128041"/>
                <a:ext cx="97200" cy="2674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1D05FC4-6E82-6867-0DFD-D8FB0B9A34E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935613" y="5119041"/>
                  <a:ext cx="1148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6F9107B-E4A8-0E82-B376-D8A18E91B5BF}"/>
                    </a:ext>
                  </a:extLst>
                </p14:cNvPr>
                <p14:cNvContentPartPr/>
                <p14:nvPr/>
              </p14:nvContentPartPr>
              <p14:xfrm>
                <a:off x="10098693" y="5104281"/>
                <a:ext cx="155160" cy="2304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6F9107B-E4A8-0E82-B376-D8A18E91B5B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089693" y="5095641"/>
                  <a:ext cx="1728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DA31CC3-E1BB-7085-E3EA-0F7705B323A1}"/>
                    </a:ext>
                  </a:extLst>
                </p14:cNvPr>
                <p14:cNvContentPartPr/>
                <p14:nvPr/>
              </p14:nvContentPartPr>
              <p14:xfrm>
                <a:off x="10146933" y="5031201"/>
                <a:ext cx="382320" cy="228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DA31CC3-E1BB-7085-E3EA-0F7705B323A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138293" y="5022561"/>
                  <a:ext cx="3999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900B479-208E-49C3-6DED-A710C54F9C45}"/>
                    </a:ext>
                  </a:extLst>
                </p14:cNvPr>
                <p14:cNvContentPartPr/>
                <p14:nvPr/>
              </p14:nvContentPartPr>
              <p14:xfrm>
                <a:off x="10584693" y="4979361"/>
                <a:ext cx="88920" cy="2923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900B479-208E-49C3-6DED-A710C54F9C4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576053" y="4970361"/>
                  <a:ext cx="10656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CAF975F-5FC0-BEFB-15FA-34A595E69DB8}"/>
                    </a:ext>
                  </a:extLst>
                </p14:cNvPr>
                <p14:cNvContentPartPr/>
                <p14:nvPr/>
              </p14:nvContentPartPr>
              <p14:xfrm>
                <a:off x="9118413" y="4890801"/>
                <a:ext cx="1772280" cy="8503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CAF975F-5FC0-BEFB-15FA-34A595E69DB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109773" y="4882161"/>
                  <a:ext cx="1789920" cy="86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3C78413-094D-7404-10D5-6466FACFF43C}"/>
                    </a:ext>
                  </a:extLst>
                </p14:cNvPr>
                <p14:cNvContentPartPr/>
                <p14:nvPr/>
              </p14:nvContentPartPr>
              <p14:xfrm>
                <a:off x="9190053" y="4876401"/>
                <a:ext cx="942480" cy="2106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3C78413-094D-7404-10D5-6466FACFF43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181413" y="4867761"/>
                  <a:ext cx="9601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F216066-A2F8-2EC5-AE48-A7D3000B8D6A}"/>
                    </a:ext>
                  </a:extLst>
                </p14:cNvPr>
                <p14:cNvContentPartPr/>
                <p14:nvPr/>
              </p14:nvContentPartPr>
              <p14:xfrm>
                <a:off x="2144493" y="1434081"/>
                <a:ext cx="8198280" cy="32605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F216066-A2F8-2EC5-AE48-A7D3000B8D6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135493" y="1425441"/>
                  <a:ext cx="8215920" cy="32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9316771-D3DF-94C6-A4EC-D3C6C116D2E5}"/>
                    </a:ext>
                  </a:extLst>
                </p14:cNvPr>
                <p14:cNvContentPartPr/>
                <p14:nvPr/>
              </p14:nvContentPartPr>
              <p14:xfrm>
                <a:off x="2078253" y="1798761"/>
                <a:ext cx="217800" cy="1656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9316771-D3DF-94C6-A4EC-D3C6C116D2E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069253" y="1790121"/>
                  <a:ext cx="2354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42354B9-0940-8145-11A0-D5CE2C5175BE}"/>
                    </a:ext>
                  </a:extLst>
                </p14:cNvPr>
                <p14:cNvContentPartPr/>
                <p14:nvPr/>
              </p14:nvContentPartPr>
              <p14:xfrm>
                <a:off x="3718413" y="4075041"/>
                <a:ext cx="124560" cy="993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42354B9-0940-8145-11A0-D5CE2C5175B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709773" y="4066041"/>
                  <a:ext cx="1422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24020D9-DBAD-42CC-3BFA-4CB4DBB972CD}"/>
                    </a:ext>
                  </a:extLst>
                </p14:cNvPr>
                <p14:cNvContentPartPr/>
                <p14:nvPr/>
              </p14:nvContentPartPr>
              <p14:xfrm>
                <a:off x="3770613" y="4032201"/>
                <a:ext cx="42120" cy="1684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24020D9-DBAD-42CC-3BFA-4CB4DBB972C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761973" y="4023201"/>
                  <a:ext cx="597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CDE8908-D6FD-6C53-7446-F1E8B8E779A8}"/>
                    </a:ext>
                  </a:extLst>
                </p14:cNvPr>
                <p14:cNvContentPartPr/>
                <p14:nvPr/>
              </p14:nvContentPartPr>
              <p14:xfrm>
                <a:off x="3728853" y="4111761"/>
                <a:ext cx="165240" cy="1076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CDE8908-D6FD-6C53-7446-F1E8B8E779A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720213" y="4102761"/>
                  <a:ext cx="1828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1995636-9E86-6E2C-FCE1-0EBCFABDB7B0}"/>
                    </a:ext>
                  </a:extLst>
                </p14:cNvPr>
                <p14:cNvContentPartPr/>
                <p14:nvPr/>
              </p14:nvContentPartPr>
              <p14:xfrm>
                <a:off x="3724893" y="3980721"/>
                <a:ext cx="118080" cy="1285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1995636-9E86-6E2C-FCE1-0EBCFABDB7B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716253" y="3971721"/>
                  <a:ext cx="1357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B8F0F10-7058-D985-F2A3-9D33B4FD94F7}"/>
                    </a:ext>
                  </a:extLst>
                </p14:cNvPr>
                <p14:cNvContentPartPr/>
                <p14:nvPr/>
              </p14:nvContentPartPr>
              <p14:xfrm>
                <a:off x="3894093" y="3930681"/>
                <a:ext cx="208080" cy="1886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B8F0F10-7058-D985-F2A3-9D33B4FD94F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885453" y="3922041"/>
                  <a:ext cx="2257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1A6386A-4532-3ED5-93FC-EC6E005EE7F7}"/>
                    </a:ext>
                  </a:extLst>
                </p14:cNvPr>
                <p14:cNvContentPartPr/>
                <p14:nvPr/>
              </p14:nvContentPartPr>
              <p14:xfrm>
                <a:off x="4965813" y="3833841"/>
                <a:ext cx="185400" cy="1598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1A6386A-4532-3ED5-93FC-EC6E005EE7F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956813" y="3825201"/>
                  <a:ext cx="2030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47924B7-7267-455C-2929-3AA9BF0D63B9}"/>
                    </a:ext>
                  </a:extLst>
                </p14:cNvPr>
                <p14:cNvContentPartPr/>
                <p14:nvPr/>
              </p14:nvContentPartPr>
              <p14:xfrm>
                <a:off x="5176413" y="3794961"/>
                <a:ext cx="122400" cy="1976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47924B7-7267-455C-2929-3AA9BF0D63B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167413" y="3786321"/>
                  <a:ext cx="1400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5A1C264-6F96-355B-D46D-5F1CB169F431}"/>
                    </a:ext>
                  </a:extLst>
                </p14:cNvPr>
                <p14:cNvContentPartPr/>
                <p14:nvPr/>
              </p14:nvContentPartPr>
              <p14:xfrm>
                <a:off x="3565053" y="2035641"/>
                <a:ext cx="786600" cy="17920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5A1C264-6F96-355B-D46D-5F1CB169F43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556053" y="2026641"/>
                  <a:ext cx="804240" cy="18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41F54CD-4915-D471-C86A-63590DB1988F}"/>
                    </a:ext>
                  </a:extLst>
                </p14:cNvPr>
                <p14:cNvContentPartPr/>
                <p14:nvPr/>
              </p14:nvContentPartPr>
              <p14:xfrm>
                <a:off x="4556853" y="1314921"/>
                <a:ext cx="1339200" cy="24685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41F54CD-4915-D471-C86A-63590DB1988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547853" y="1305921"/>
                  <a:ext cx="1356840" cy="2486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05308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7A46E6-B253-98B3-E51D-8AAD2C54B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EBCA-E81B-3041-1456-69E1F6B3C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Why Multi-tenant App?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99A5BB-F7A4-0AB6-C453-83FA240AB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2" y="1028700"/>
            <a:ext cx="120396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9843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14D95B-FE4A-2B2E-7B11-82AB104FB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DA5C5-DEC8-81E1-07BC-94FBEA1E4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Common Challenges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E56802-CB14-AD4C-FB6D-FE8B08EB0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484784"/>
            <a:ext cx="10369152" cy="4251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751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F39F4-9BEC-BC33-F0F8-A39246F09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5690F-E685-8D11-682C-AF935DA70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What is Multitenant - SaaS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D04E1E-24FA-CA35-9CB5-75ECF3A43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08" y="1196752"/>
            <a:ext cx="10873208" cy="482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7842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8CF427-3028-9800-C38E-6B6BBCFA3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3895B-551A-441B-C1A3-07D1E1D6A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Benefits of Multi tenant App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7F015A-7645-47A0-CB92-5A3F1047F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1052736"/>
            <a:ext cx="7776864" cy="524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386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18ED96-85B9-11B2-221B-EDBCB69AA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05293-1923-F96B-7C00-8E7BA746D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89E6F1-B8DF-A914-45D5-4653C514D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6711"/>
            <a:ext cx="9001000" cy="5368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240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00B1EA-BD56-E735-1F4C-31E867E31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7C503-F747-D767-81CC-A260114B4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How it works in BTP?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EAE792-BB77-7DA6-7431-A3438577A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1412776"/>
            <a:ext cx="11072014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6175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E9B9E5-B682-7E24-B6D6-C307807CD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FC999-2C3C-3A85-CE91-DC268FEB6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SAP Customer Perspective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5C72BA-4CA6-0540-B19E-B5C064E72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268760"/>
            <a:ext cx="10864272" cy="468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80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AC0E0-2444-1F8C-EFC2-885A8DB9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BB687-B4F3-B9F9-D21B-7A6534991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Multi-tenant App on BTP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67804A-43B7-B683-2050-25360D71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052735"/>
            <a:ext cx="10513168" cy="5162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985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FAA15-20C0-341F-38EA-676875E84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8B2F7-4528-B6CE-7054-6C5883767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Partner Solutions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0561A8-7F69-A6F6-CC0D-9845F3178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052736"/>
            <a:ext cx="10872436" cy="482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7111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EDF8CE-6D7C-D168-0AA9-5CE38A511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D910A-8E83-75C7-ACA6-A957B002E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Data Separation for Multi tenant Apps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E12FAD-284A-E251-7A73-A12BED1E3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1907833"/>
            <a:ext cx="10241139" cy="316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482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23329D-58A1-B439-E1DF-547E6ABDC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01A9-ADD7-F0B5-08D4-68D806D49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5" y="0"/>
            <a:ext cx="9733444" cy="711081"/>
          </a:xfrm>
        </p:spPr>
        <p:txBody>
          <a:bodyPr/>
          <a:lstStyle/>
          <a:p>
            <a:r>
              <a:rPr lang="en-US" dirty="0"/>
              <a:t>SAP BTP Offerings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C44D51-A2BC-B28A-E3A4-26DDB6F9A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876" y="1124744"/>
            <a:ext cx="10053424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327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F7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30201-527E-B3C5-0A52-F19DBD733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19DB6-47D6-B181-5A5A-1D44821FA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04" y="0"/>
            <a:ext cx="11005891" cy="711081"/>
          </a:xfrm>
        </p:spPr>
        <p:txBody>
          <a:bodyPr/>
          <a:lstStyle/>
          <a:p>
            <a:r>
              <a:rPr lang="en-US" dirty="0"/>
              <a:t>Multi Tenant App – Architecture with CAP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6A1616-4FA8-234E-AED1-CF22AACFF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8" y="980728"/>
            <a:ext cx="10081120" cy="500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7795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77D3C-10DB-8789-64D4-D5A4BB7D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A1264-F03D-7177-0F62-45022EE66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10908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64D82-70AA-2D55-B8BE-4C85B34A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AD693-4654-2F3D-E4B0-13F998871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4729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5984C-7FDF-0A54-F147-9C740DC5C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DA7F2-5068-B234-96CA-9AACF8FFA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85370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5" r="10185"/>
          <a:stretch>
            <a:fillRect/>
          </a:stretch>
        </p:blipFill>
        <p:spPr/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6065406" y="980728"/>
            <a:ext cx="5298342" cy="2776268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6641014" y="1389517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000" b="1" i="0" dirty="0">
                <a:solidFill>
                  <a:schemeClr val="accent3"/>
                </a:solidFill>
                <a:effectLst/>
              </a:rPr>
              <a:t>What We</a:t>
            </a:r>
            <a:r>
              <a:rPr lang="en-IN" sz="4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4000" b="1" i="0" dirty="0">
                <a:solidFill>
                  <a:schemeClr val="accent2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  <a:endParaRPr lang="en-IN" sz="4000" b="1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6641014" y="2147518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6664269" y="3161139"/>
            <a:ext cx="617354" cy="109990"/>
            <a:chOff x="6006451" y="5603130"/>
            <a:chExt cx="617354" cy="109990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77156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1260763" y="3440863"/>
            <a:ext cx="558338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6000" b="1" i="0" dirty="0">
                <a:solidFill>
                  <a:schemeClr val="bg1"/>
                </a:solidFill>
                <a:effectLst/>
              </a:rPr>
              <a:t>Thank</a:t>
            </a:r>
            <a:r>
              <a:rPr lang="en-IN" sz="6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6000" b="1" dirty="0">
                <a:solidFill>
                  <a:schemeClr val="accent2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You</a:t>
            </a:r>
            <a:endParaRPr lang="en-IN" sz="6000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1260763" y="4581128"/>
            <a:ext cx="5583381" cy="8309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kern="0" dirty="0">
                <a:solidFill>
                  <a:schemeClr val="accent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End of Day 17</a:t>
            </a:r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B110C8-9FFD-4804-BDCA-1C9EB581BD4D}"/>
              </a:ext>
            </a:extLst>
          </p:cNvPr>
          <p:cNvCxnSpPr>
            <a:cxnSpLocks/>
          </p:cNvCxnSpPr>
          <p:nvPr/>
        </p:nvCxnSpPr>
        <p:spPr>
          <a:xfrm flipV="1">
            <a:off x="1300694" y="-21772"/>
            <a:ext cx="0" cy="3284984"/>
          </a:xfrm>
          <a:prstGeom prst="line">
            <a:avLst/>
          </a:prstGeom>
          <a:ln w="63500" cap="rnd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1260763" y="5662865"/>
            <a:ext cx="1311594" cy="371301"/>
            <a:chOff x="1162522" y="5662865"/>
            <a:chExt cx="1311594" cy="37130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pic>
        <p:nvPicPr>
          <p:cNvPr id="16" name="Picture 2" descr="E:\cloud\drive\websites\slidemodel\logo\sebastian\slidemodel-logo-trans.png">
            <a:extLst>
              <a:ext uri="{FF2B5EF4-FFF2-40B4-BE49-F238E27FC236}">
                <a16:creationId xmlns:a16="http://schemas.microsoft.com/office/drawing/2014/main" id="{59E8070B-51C3-4A5F-B241-A7744B4F6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8418" y="6398156"/>
            <a:ext cx="1432658" cy="27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1300694" y="2272374"/>
            <a:ext cx="5297771" cy="986340"/>
          </a:xfrm>
          <a:prstGeom prst="rect">
            <a:avLst/>
          </a:prstGeom>
          <a:ln>
            <a:solidFill>
              <a:schemeClr val="accent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842044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29488" y="2339447"/>
            <a:ext cx="9159332" cy="4517660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892"/>
            <a:ext cx="12188825" cy="487666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6" y="892"/>
            <a:ext cx="12185652" cy="48766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5" y="-9395"/>
            <a:ext cx="12184064" cy="4886954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568" y="5992010"/>
            <a:ext cx="3553364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943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913943">
              <a:defRPr/>
            </a:pPr>
            <a:r>
              <a:rPr lang="en-US" sz="179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78219" y="2926031"/>
            <a:ext cx="3229442" cy="276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IN" sz="1200" spc="50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1200" spc="50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676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143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60,000+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5429" y="3111497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26000+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127" y="2279841"/>
            <a:ext cx="640059" cy="640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5530" y="2272765"/>
            <a:ext cx="671928" cy="67192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520" y="692233"/>
            <a:ext cx="6570959" cy="1138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799" b="1" dirty="0" err="1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FutureReady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569" y="4998498"/>
            <a:ext cx="3900557" cy="89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126">
              <a:defRPr/>
            </a:pPr>
            <a:r>
              <a:rPr lang="en-US" sz="1999" b="1" spc="100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914126">
              <a:defRPr/>
            </a:pPr>
            <a:r>
              <a:rPr lang="en-US" sz="16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1451" y="2194693"/>
            <a:ext cx="851865" cy="851865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7598" y="3369121"/>
            <a:ext cx="5611184" cy="3380860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2569" y="5574754"/>
            <a:ext cx="2196235" cy="5473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399734" y="5490332"/>
            <a:ext cx="2196235" cy="5473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2969" y="5590298"/>
            <a:ext cx="1466686" cy="36923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126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79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236" y="444130"/>
            <a:ext cx="2323495" cy="2294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57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61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51C2B"/>
      </a:accent1>
      <a:accent2>
        <a:srgbClr val="CAC4F7"/>
      </a:accent2>
      <a:accent3>
        <a:srgbClr val="1C21E4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3_Office Theme">
  <a:themeElements>
    <a:clrScheme name="Custom 927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FF4823"/>
      </a:accent1>
      <a:accent2>
        <a:srgbClr val="346CE8"/>
      </a:accent2>
      <a:accent3>
        <a:srgbClr val="8BB74C"/>
      </a:accent3>
      <a:accent4>
        <a:srgbClr val="D0AD49"/>
      </a:accent4>
      <a:accent5>
        <a:srgbClr val="5CEEA6"/>
      </a:accent5>
      <a:accent6>
        <a:srgbClr val="7740B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8259</TotalTime>
  <Words>987</Words>
  <Application>Microsoft Office PowerPoint</Application>
  <PresentationFormat>Custom</PresentationFormat>
  <Paragraphs>155</Paragraphs>
  <Slides>30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30</vt:i4>
      </vt:variant>
    </vt:vector>
  </HeadingPairs>
  <TitlesOfParts>
    <vt:vector size="44" baseType="lpstr">
      <vt:lpstr>72</vt:lpstr>
      <vt:lpstr>Amasis MT Pro</vt:lpstr>
      <vt:lpstr>Amasis MT Pro Black</vt:lpstr>
      <vt:lpstr>Arial</vt:lpstr>
      <vt:lpstr>Arial Black</vt:lpstr>
      <vt:lpstr>Calibri</vt:lpstr>
      <vt:lpstr>Cooper Black</vt:lpstr>
      <vt:lpstr>SAP-icons</vt:lpstr>
      <vt:lpstr>Segoe UI</vt:lpstr>
      <vt:lpstr>Segoe UI Black</vt:lpstr>
      <vt:lpstr>Segoe UI Light</vt:lpstr>
      <vt:lpstr>Wingdings</vt:lpstr>
      <vt:lpstr>Office Theme</vt:lpstr>
      <vt:lpstr>3_Office Theme</vt:lpstr>
      <vt:lpstr>SAP BTP Extension Suite Training</vt:lpstr>
      <vt:lpstr>PowerPoint Presentation</vt:lpstr>
      <vt:lpstr>Agenda – Day 17</vt:lpstr>
      <vt:lpstr>What is SAP Cloud Identity Service?</vt:lpstr>
      <vt:lpstr>Become Admin for your Identity Service</vt:lpstr>
      <vt:lpstr>Persona</vt:lpstr>
      <vt:lpstr>How to configure Build Workzone</vt:lpstr>
      <vt:lpstr>SAP Build Work Zone?</vt:lpstr>
      <vt:lpstr>Hands-on Setting up Build Work Zone</vt:lpstr>
      <vt:lpstr>Support for attachments</vt:lpstr>
      <vt:lpstr>PowerPoint Presentation</vt:lpstr>
      <vt:lpstr>PowerPoint Presentation</vt:lpstr>
      <vt:lpstr>Why Multi-tenant App?</vt:lpstr>
      <vt:lpstr>Common Challenges</vt:lpstr>
      <vt:lpstr>What is Multitenant - SaaS</vt:lpstr>
      <vt:lpstr>Benefits of Multi tenant App</vt:lpstr>
      <vt:lpstr>Challenges</vt:lpstr>
      <vt:lpstr>How it works in BTP?</vt:lpstr>
      <vt:lpstr>SAP Customer Perspective</vt:lpstr>
      <vt:lpstr>Multi-tenant App on BTP</vt:lpstr>
      <vt:lpstr>Partner Solutions</vt:lpstr>
      <vt:lpstr>Data Separation for Multi tenant Apps</vt:lpstr>
      <vt:lpstr>SAP BTP Offerings</vt:lpstr>
      <vt:lpstr>Multi Tenant App – Architecture with CAP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Julian</dc:creator>
  <cp:lastModifiedBy>Anubhav Oberoy</cp:lastModifiedBy>
  <cp:revision>315</cp:revision>
  <dcterms:created xsi:type="dcterms:W3CDTF">2013-09-12T13:05:01Z</dcterms:created>
  <dcterms:modified xsi:type="dcterms:W3CDTF">2026-08-05T10:11:05Z</dcterms:modified>
</cp:coreProperties>
</file>
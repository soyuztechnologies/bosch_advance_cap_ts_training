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notesMasterIdLst>
    <p:notesMasterId r:id="rId32"/>
  </p:notesMasterIdLst>
  <p:sldIdLst>
    <p:sldId id="276" r:id="rId3"/>
    <p:sldId id="4122" r:id="rId4"/>
    <p:sldId id="277" r:id="rId5"/>
    <p:sldId id="497" r:id="rId6"/>
    <p:sldId id="499" r:id="rId7"/>
    <p:sldId id="4804" r:id="rId8"/>
    <p:sldId id="4770" r:id="rId9"/>
    <p:sldId id="293" r:id="rId10"/>
    <p:sldId id="324" r:id="rId11"/>
    <p:sldId id="4773" r:id="rId12"/>
    <p:sldId id="4775" r:id="rId13"/>
    <p:sldId id="4792" r:id="rId14"/>
    <p:sldId id="4797" r:id="rId15"/>
    <p:sldId id="4796" r:id="rId16"/>
    <p:sldId id="4795" r:id="rId17"/>
    <p:sldId id="4805" r:id="rId18"/>
    <p:sldId id="4794" r:id="rId19"/>
    <p:sldId id="4793" r:id="rId20"/>
    <p:sldId id="4801" r:id="rId21"/>
    <p:sldId id="4800" r:id="rId22"/>
    <p:sldId id="4799" r:id="rId23"/>
    <p:sldId id="4798" r:id="rId24"/>
    <p:sldId id="4803" r:id="rId25"/>
    <p:sldId id="4786" r:id="rId26"/>
    <p:sldId id="4787" r:id="rId27"/>
    <p:sldId id="4788" r:id="rId28"/>
    <p:sldId id="282" r:id="rId29"/>
    <p:sldId id="280" r:id="rId30"/>
    <p:sldId id="4711" r:id="rId3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61 124 24575,'-60'-30'0,"60"30"0,0 0 0,0 0 0,0 0 0,0 0 0,0 0 0,0 0 0,0-1 0,0 1 0,0 0 0,0 0 0,0 0 0,0 0 0,0 0 0,0 0 0,0 0 0,0 0 0,0 0 0,0 0 0,0-1 0,0 1 0,0 0 0,0 0 0,0 0 0,0 0 0,0 0 0,0 0 0,0 0 0,0 0 0,0 0 0,0-1 0,0 1 0,0 0 0,0 0 0,0 0 0,0 0 0,0 0 0,0 0 0,0 0 0,0 0 0,0 0 0,0 0 0,1 0 0,-1 0 0,0 0 0,0 0 0,0 0 0,0 0 0,0-1 0,0 1 0,0 0 0,0 0 0,0 0 0,0 0 0,1 0 0,-1 0 0,0 0 0,0 0 0,0 0 0,0 0 0,0 0 0,0 0 0,0 0 0,0 1 0,0-1 0,1 0 0,-1 0 0,0 0 0,14-3 0,18-1 0,112-9 0,361-40 0,-464 46 0,-26 3 0,-21 0 0,-23 2 0,-144 9 0,136-3 0,0 1 0,-60 17 0,90-20 0,0 1 0,0-1 0,0 2 0,0-1 0,1 1 0,0-1 0,-1 2 0,1-1 0,-6 6 0,9-6 0,0 0 0,-1 0 0,2-1 0,-1 2 0,0-1 0,1 0 0,0 0 0,0 1 0,0-1 0,1 1 0,-1 0 0,1 0 0,0-1 0,0 1 0,1 5 0,-1 9 0,2 0 0,0 0 0,7 36 0,20 57 0,-14-60 0,94 395-1365,-92-379-5461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315 242 24575,'1'0'0,"1"0"0,0 0 0,-1-1 0,1 1 0,0-1 0,-1 1 0,1-1 0,0 0 0,-1 0 0,1 1 0,-1-1 0,1 0 0,-1 0 0,0 0 0,1-1 0,-1 1 0,0 0 0,0 0 0,0-1 0,0 1 0,0-1 0,0 1 0,0-1 0,0 1 0,-1-1 0,1 0 0,0-2 0,1 0 0,-1-1 0,0 1 0,-1-1 0,1 1 0,-1 0 0,1-1 0,-1 1 0,-1-1 0,0-6 0,-2-2 0,-1 0 0,-1 0 0,0 0 0,-12-20 0,14 26 0,-1 1 0,0 0 0,0 0 0,-1 0 0,0 1 0,0-1 0,0 1 0,0 0 0,-1 1 0,-9-6 0,13 8 0,-1 1 0,0 0 0,1 0 0,-1 0 0,0 0 0,0 1 0,0-1 0,0 1 0,0 0 0,0-1 0,0 1 0,0 1 0,0-1 0,0 0 0,-5 2 0,4 0 0,-1-1 0,0 1 0,1 1 0,0-1 0,-1 1 0,1-1 0,0 1 0,-6 6 0,-1 3 0,0 0 0,0 1 0,1 1 0,-11 21 0,-2 4 0,-20 49 0,36-73 0,2 0 0,0 0 0,0 1 0,2 0 0,0-1 0,-2 31 0,5-43 0,0 0 0,0 0 0,0 0 0,0 1 0,1-1 0,-1 0 0,1 0 0,0 0 0,0 0 0,0 0 0,1 0 0,-1-1 0,0 1 0,1 0 0,0 0 0,0-1 0,0 0 0,0 1 0,0-1 0,0 0 0,1 0 0,3 3 0,-2-3 0,0 0 0,-1-1 0,1 0 0,0 0 0,0 0 0,0 0 0,-1-1 0,1 1 0,0-1 0,0 0 0,0 0 0,0 0 0,0-1 0,0 1 0,0-1 0,0 0 0,6-3 0,2-1 0,-1 0 0,-1-1 0,1 0 0,-1 0 0,0-1 0,-1-1 0,0 0 0,0 0 0,0 0 0,7-11 0,10-14 0,31-54 0,-51 77 0,-5 8 0,0 1 0,-1 0 0,1 0 0,0-1 0,0 1 0,0 0 0,0 0 0,0 0 0,0 0 0,0 0 0,0 0 0,2 0 0,-3 1 0,1 0 0,-1 0 0,0 0 0,0 0 0,1 0 0,-1 0 0,0 0 0,0 0 0,1 0 0,-1 0 0,0 0 0,0 0 0,1 0 0,-1 1 0,0-1 0,0 0 0,0 0 0,1 0 0,-1 0 0,0 1 0,0-1 0,0 0 0,0 0 0,1 1 0,-1-1 0,0 0 0,0 0 0,0 0 0,0 1 0,0-1 0,0 0 0,0 0 0,0 1 0,0-1 0,0 0 0,0 1 0,2 38 0,-3-31 0,1 15 45,-1-1 49,1 0 0,4 36 0,-3-52-193,0-1-1,0 0 1,0 0-1,1 0 1,0 0-1,0-1 1,0 1-1,0 0 0,1-1 1,-1 1-1,1-1 1,0 0-1,1 0 1,-1 0-1,1-1 1,7 7-1,8 0-6726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109 118 24575,'-1'-6'0,"0"-1"0,0 0 0,0 1 0,0-1 0,-1 1 0,0-1 0,-1 1 0,-5-10 0,7 12 0,-2 0 0,1 1 0,0-1 0,-1 1 0,1-1 0,-1 1 0,0 0 0,0 0 0,0 0 0,-1 1 0,1-1 0,-1 1 0,1-1 0,-6-1 0,8 4 0,0-1 0,0 1 0,0 0 0,0 0 0,0 0 0,0 0 0,0 0 0,0 0 0,0 0 0,0 0 0,0 0 0,0 0 0,0 1 0,0-1 0,0 0 0,0 1 0,0-1 0,0 1 0,0-1 0,0 1 0,1-1 0,-1 1 0,0 0 0,0-1 0,1 1 0,-1 0 0,0 0 0,1-1 0,-1 1 0,0 0 0,1 0 0,-1 0 0,1 0 0,0 0 0,-1 0 0,1 0 0,0 0 0,-1 2 0,-1 5 0,0 0 0,1 0 0,-2 15 0,3-21 0,-1 38 0,1-1 0,1 0 0,10 51 0,31 116 0,-33-166 0,5 19-1365,-1-10-5461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2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42 300 24575,'-9'-16'0,"3"5"0,0 0 0,1 0 0,1 0 0,-6-19 0,10 28 0,-1-1 0,1 1 0,0-1 0,-1 1 0,1-1 0,0 1 0,0-1 0,1 1 0,-1-1 0,0 1 0,1-1 0,0 1 0,-1-1 0,1 1 0,0-1 0,0 1 0,0 0 0,1 0 0,-1 0 0,0-1 0,1 1 0,0 1 0,-1-1 0,1 0 0,0 0 0,0 1 0,4-3 0,3-2 0,1 1 0,0 1 0,0 0 0,0 0 0,1 1 0,16-3 0,71-7 0,-79 12 0,225-17 0,137-17 0,-378 35 0,2-1 0,0 1 0,-1-1 0,1 0 0,0 0 0,0-1 0,-1 1 0,1-1 0,-1 0 0,9-5 0,-13 7 0,0-1 0,1 1 0,-1 0 0,0 0 0,0 0 0,1-1 0,-1 1 0,0 0 0,0 0 0,0-1 0,1 1 0,-1 0 0,0 0 0,0-1 0,0 1 0,0 0 0,0 0 0,0-1 0,0 1 0,0 0 0,0-1 0,0 1 0,0 0 0,0-1 0,0 1 0,0 0 0,0 0 0,0-1 0,0 1 0,0 0 0,0-1 0,0 1 0,0 0 0,0-1 0,-11-6 0,-15 1 0,9 4 0,1 0 0,-1 2 0,1 0 0,-1 1 0,1 1 0,-1 0 0,1 1 0,0 1 0,-26 9 0,33-10 0,1 1 0,-1 0 0,1 0 0,0 0 0,1 1 0,-1 0 0,1 1 0,0-1 0,0 1 0,0 1 0,1 0 0,0-1 0,0 2 0,1-1 0,0 1 0,1 0 0,-1 0 0,1 0 0,-3 9 0,6-14 0,0 0 0,1 0 0,-1 0 0,0 1 0,1-1 0,0 0 0,0 0 0,0 0 0,0 1 0,0-1 0,0 0 0,1 0 0,0 0 0,0 1 0,0-1 0,0 0 0,0 0 0,0 0 0,1-1 0,0 1 0,-1 0 0,1 0 0,0-1 0,0 1 0,0-1 0,1 0 0,-1 0 0,1 0 0,-1 0 0,5 3 0,-2-3 0,0 1 0,0-1 0,1 0 0,-1 0 0,1-1 0,0 1 0,-1-1 0,1 0 0,0-1 0,0 0 0,-1 0 0,1 0 0,0 0 0,0-1 0,-1 0 0,9-2 0,4-4 0,0-1 0,-1-1 0,0-1 0,0 0 0,-1-1 0,0 0 0,23-24 0,14-8 0,-52 42 0,0 0 0,0 0 0,0 0 0,1 1 0,-1-1 0,0 0 0,0 1 0,0-1 0,1 1 0,-1-1 0,0 1 0,1-1 0,-1 1 0,1 0 0,-1 0 0,0 0 0,1 0 0,-1 0 0,1 0 0,1 0 0,-2 1 0,0-1 0,0 1 0,0 0 0,1 0 0,-1-1 0,0 1 0,0 0 0,0 0 0,-1 0 0,1 0 0,0 0 0,0 0 0,0 0 0,-1 1 0,1-1 0,-1 0 0,2 2 0,1 8 0,0-1 0,-1 1 0,0 0 0,0 14 0,0-6 0,3 11-341,1 0 0,2 0-1,19 48 1,-13-47-6485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2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155 164 24575,'-1'-3'0,"-1"-1"0,1 1 0,-1-1 0,1 1 0,-1 0 0,0-1 0,0 1 0,0 0 0,0 0 0,-1 1 0,0-1 0,-3-3 0,0-1 0,-4-3 0,-79-84 0,88 93 0,1 1 0,-1-1 0,0 0 0,1 1 0,-1-1 0,0 1 0,1-1 0,-1 1 0,0-1 0,0 1 0,0-1 0,1 1 0,-1 0 0,0-1 0,0 1 0,0 0 0,0 0 0,-1 0 0,1 0 0,1 0 0,0 1 0,-1-1 0,1 0 0,0 1 0,0-1 0,-1 0 0,1 1 0,0-1 0,0 1 0,0-1 0,-1 1 0,1-1 0,0 0 0,0 1 0,0-1 0,0 1 0,0-1 0,0 1 0,0-1 0,0 1 0,0-1 0,0 1 0,0-1 0,0 1 0,11 41 0,-9-36 0,73 337 342,-32 4-2049,-39-310-5119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81 129 24575,'-3'-3'0,"-8"-4"0,-3-4 0,-4 1 0,2-3 0,3 0 0,8 1 0,10 0 0,10 1 0,11 4 0,11-1 0,11 1 0,9 0 0,-5-1-8191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85 119 24575,'-21'-1'0,"16"1"0,0-1 0,0 1 0,0 0 0,0 0 0,0 0 0,-1 1 0,1 0 0,0 0 0,-7 2 0,12-3 0,0 0 0,-1 1 0,1-1 0,0 0 0,-1 0 0,1 0 0,0 1 0,-1-1 0,1 0 0,0 1 0,0-1 0,-1 0 0,1 1 0,0-1 0,0 0 0,0 1 0,-1-1 0,1 1 0,0-1 0,0 0 0,0 1 0,0-1 0,0 1 0,0-1 0,0 0 0,0 1 0,0-1 0,0 1 0,0-1 0,0 0 0,0 1 0,10 14 0,16 6 0,-5-7 0,-1-2 0,2 0 0,0-2 0,23 9 0,-32-15 0,-1 0 0,1-1 0,0 0 0,0-1 0,0 0 0,0-1 0,0 0 0,0-2 0,15-1 0,-24 2 0,-1 0 0,0-1 0,1 0 0,-1 0 0,0 0 0,1 0 0,-1 0 0,0 0 0,0-1 0,0 0 0,0 0 0,0 0 0,-1 0 0,1 0 0,-1 0 0,1 0 0,-1-1 0,0 0 0,0 1 0,0-1 0,0 0 0,0 0 0,0 0 0,-1 0 0,0 0 0,1 0 0,-1-1 0,0 1 0,-1 0 0,1-1 0,-1 1 0,1 0 0,-1-1 0,0 1 0,-1-7 0,0 2 0,0 0 0,-1 1 0,0-1 0,0 0 0,-1 1 0,0 0 0,0-1 0,-1 1 0,0 0 0,0 1 0,0-1 0,-1 1 0,0 0 0,-10-9 0,9 9 0,-1 1 0,1 0 0,-1 0 0,0 1 0,0 0 0,-1 1 0,1-1 0,-1 1 0,0 1 0,0-1 0,0 1 0,-9-1 0,12 3 0,1 0 0,-1 0 0,0 0 0,1 0 0,-1 1 0,1 0 0,-1 0 0,1 0 0,-1 1 0,1-1 0,0 1 0,0 0 0,-1 0 0,1 1 0,1-1 0,-1 1 0,0 0 0,1 0 0,-1 0 0,1 0 0,0 1 0,-5 6 0,1 1 0,0 0 0,2 0 0,-1 1 0,1-1 0,1 1 0,0 0 0,1 1 0,0-1 0,1 0 0,0 1 0,0 16 0,2-10 0,0 0 0,2 0 0,0 0 0,1 0 0,1 0 0,11 32 0,-12-42-76,0-1 1,1 0-1,0 0 0,1-1 0,0 1 0,0-1 0,0 0 0,1 0 1,0-1-1,0 0 0,1 0 0,0 0 0,0-1 0,0 0 1,1 0-1,-1-1 0,17 7 0,13 1-6750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3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177 323 24575,'9'-20'0,"-1"-1"0,0 0 0,-1-1 0,5-35 0,-9 42 0,-2 0 0,0 0 0,0 0 0,-1-1 0,-1 1 0,-1 0 0,-5-24 0,6 37 0,1 0 0,-1 0 0,1 0 0,-1 0 0,0 0 0,0 0 0,0 0 0,0 0 0,0 0 0,0 0 0,-1 1 0,1-1 0,0 0 0,-1 1 0,0-1 0,1 1 0,-1 0 0,-2-2 0,3 3 0,-1-1 0,0 1 0,1 0 0,-1 0 0,1 0 0,-1 0 0,0 0 0,1 0 0,-1 0 0,1 0 0,-1 1 0,0-1 0,1 0 0,-1 1 0,1 0 0,-1-1 0,1 1 0,0 0 0,-1 0 0,1 0 0,0 0 0,-1 0 0,1 0 0,-2 2 0,-7 7 0,-1 1 0,2 0 0,-1 1 0,1 0 0,1 1 0,1 0 0,-10 21 0,2 1 0,-18 65 0,31-94 0,-5 20 0,-7 45 0,14-64 0,-1-1 0,1 1 0,-1-1 0,2 0 0,-1 1 0,1-1 0,0 1 0,0-1 0,1 0 0,0 0 0,0 0 0,6 12 0,-7-16 0,0 0 0,0-1 0,1 1 0,-1 0 0,0-1 0,1 1 0,0-1 0,-1 1 0,1-1 0,0 0 0,0 1 0,0-1 0,0 0 0,0-1 0,0 1 0,0 0 0,0 0 0,3 0 0,-1-1 0,-1 0 0,1 0 0,0 0 0,-1 0 0,1-1 0,-1 1 0,1-1 0,0 0 0,-1 0 0,4-2 0,6-3 0,-1 0 0,-1-1 0,1 0 0,18-16 0,1-6 0,-1-1 0,-2-2 0,-1-1 0,25-39 0,-41 62 0,-11 10 0,1 0 0,-1 0 0,0 0 0,0 1 0,1-1 0,-1 0 0,0 0 0,0 0 0,0 1 0,0-1 0,1 0 0,-1 1 0,0-1 0,0 0 0,0 0 0,0 1 0,0-1 0,0 0 0,0 1 0,0-1 0,0 0 0,0 0 0,0 1 0,0-1 0,0 0 0,0 1 0,0-1 0,0 0 0,0 1 0,-6 38 0,3-25 0,1-5-97,1 0-1,0 1 1,0-1-1,1 1 1,1-1-1,-1 1 1,1-1-1,1 1 1,0-1-1,0 0 1,1 0-1,0 0 0,7 15 1,8 2-6729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5690 245 24575,'-16'-24'0,"13"21"0,1 0 0,0 1 0,0-1 0,0 0 0,0-1 0,1 1 0,-1 0 0,1 0 0,0-1 0,-1-4 0,2 7 0,0 0 0,0 1 0,0-1 0,0 0 0,0 0 0,0 0 0,1 1 0,-1-1 0,0 0 0,1 0 0,-1 0 0,1 1 0,-1-1 0,1 0 0,-1 1 0,1-1 0,-1 1 0,1-1 0,-1 0 0,1 1 0,0-1 0,-1 1 0,1-1 0,0 1 0,0 0 0,-1-1 0,1 1 0,0 0 0,0 0 0,0-1 0,0 1 0,32-5 0,-26 4 0,367-24 24,-216 18-329,1641-55-6697,3 48 4652,-1399 16 2220,715-9-492,-1045 5 888,37-1 1794,126-19-1,-208 15-1051,-28 7-968,-1 0-1,1 0 0,0 0 1,0 0-1,0 0 0,0 0 0,0 0 1,-1 0-1,1 0 0,0 0 0,0 0 1,0 0-1,0 0 0,0 0 0,0 0 1,-1 0-1,1 0 0,0 0 0,0 0 1,0 0-1,0-1 0,0 1 0,0 0 1,0 0-1,0 0 0,-1 0 1,1 0-1,0 0 0,0 0 0,0-1 1,0 1-1,0 0 0,0 0 0,0 0 1,0 0-1,0 0 0,0-1 0,0 1 1,0 0-1,0 0 0,0 0 0,0 0 1,0 0-1,0 0 0,0-1 0,0 1 1,0 0-1,0 0 0,0 0 1,0 0-1,0 0 0,1-1 0,-1 1 1,0 0-1,0 0 0,0 0 0,0 0 1,0 0-1,0 0 0,0 0 0,0 0 1,1 0-1,-1-1 0,-14-1 329,-6 1-220,0 1 1,0 1-1,0 1 0,1 1 1,-1 1-1,1 0 1,0 1-1,-35 15 1,45-16-111,0 1 1,0-1 0,0 1 0,1 1-1,0 0 1,0 0 0,0 0 0,1 1 0,0 0-1,0 1 1,1-1 0,0 1 0,0 1 0,1-1-1,0 1 1,0 0 0,1 0 0,1 0-1,-5 16 1,5-9-39,1 0 0,1 0 0,0 0 0,1 0 0,1 0 0,4 24 0,28 96 0,-26-112 0,75 259-74,87 378-374,-80 192 317,-93 5 158,-16-549-27,-6 190 0,26-455 125,2 1 0,2 0 1,2-1-1,19 71 0,-24-111-125,0-1 0,0 1 0,0 0 0,0 0 0,0 0 0,-1 0 0,0 6 0,0-9 0,0 0 0,0-1 0,0 1 0,-1 0 0,1 0 0,0 0 0,-1 0 0,1 0 0,-1-1 0,1 1 0,-1 0 0,1 0 0,-1-1 0,1 1 0,-1 0 0,0-1 0,1 1 0,-1 0 0,0-1 0,0 1 0,0-1 0,1 1 0,-1-1 0,0 0 0,0 1 0,0-1 0,0 0 0,0 0 0,0 1 0,1-1 0,-1 0 0,0 0 0,-1 0 0,-16 0 0,1-1 0,0-1 0,0 0 0,0-1 0,0-1 0,-16-5 0,-17-4 0,-525-73-601,-8 49 0,-1056 27-5270,-1 80 687,1425-60 4913,-534 29-347,-1814 74-384,2-119 2106,2059-19 772,1-9 3505,489 33-5320,6 1 406,0-1 0,0 1 0,0-1 0,1 0 0,-12-4 1,16 5-367,0-1 0,-1 0 0,1 1 0,0-1 1,0 0-1,0 0 0,0 0 0,-1 0 0,2 0 1,-1 0-1,0 0 0,0-1 0,0 1 0,0 0 1,1 0-1,-1-1 0,0 1 0,1-1 0,-1 1 1,1 0-1,0-1 0,0 1 0,-1-1 1,1 1-1,0-1 0,0 1 0,0-3 0,-1-310-11,-3-155-90,11 370 0,4 0 0,41-166 0,49-79 0,18-70 0,-92 302 0,20-199 0,-40 236 0,-1 8 0,-2-119 0,-5 176 0,-1 0 0,-1 0 0,0 0 0,0 1 0,-1-1 0,0 1 0,-9-16 0,9 19 0,0-1 0,0 0 0,1 0 0,-1 0 0,2-1 0,-1 1 0,1-1 0,0 0 0,1 1 0,0-1 0,0 0 0,1 0 0,0-14 0,8-11 0,1-1 0,13-32 0,-12 41 0,-2 0 0,-1 0 0,0-1 0,5-52 0,-12 75 0,0 0 0,0 0 0,0-1 0,1 1 0,-1 0 0,1 0 0,0 0 0,0 0 0,2-3 0,-2 4 0,0 1 0,0 0 0,0 0 0,0-1 0,0 1 0,1 0 0,-1 0 0,0 0 0,1 0 0,-1 0 0,1 1 0,-1-1 0,1 0 0,-1 1 0,1-1 0,-1 1 0,1-1 0,0 1 0,-1 0 0,3 0 0,39-3 0,64 4 0,-23 0 0,384-33-1365,-419 25-5461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4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55 223 24575,'-6'0'0,"1"0"0,-1 0 0,0 0 0,1 0 0,-1-1 0,-5-1 0,10 2 0,1-1 0,-1 1 0,1 0 0,-1 0 0,1 0 0,0-1 0,-1 1 0,1 0 0,-1-1 0,1 1 0,-1 0 0,1-1 0,0 1 0,-1 0 0,1-1 0,0 1 0,-1-1 0,1 1 0,0 0 0,0-1 0,0 1 0,-1-1 0,1 1 0,0-2 0,0 1 0,0 0 0,0 0 0,1 0 0,-1 0 0,0 0 0,1-1 0,-1 1 0,1 0 0,-1 0 0,1 0 0,-1 0 0,1 0 0,0 0 0,0 1 0,1-3 0,4-3 0,1 1 0,-1-1 0,1 1 0,0 1 0,1-1 0,-1 1 0,1 1 0,-1-1 0,10-2 0,79-19 0,-78 21 0,371-61 310,-111 23-1985,-239 34-5151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4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24575,'-4'0'0,"0"3"0,1 4 0,-1 7 0,5 6 0,2 7 0,3 8 0,1 9 0,2 9 0,3 8 0,-2 6 0,-1 3 0,0 2 0,-1-3 0,-2-12-8191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442 103 24575,'0'-4'0,"0"-1"0,-1 0 0,1 1 0,-1-1 0,0 1 0,0-1 0,0 1 0,-1 0 0,1-1 0,-1 1 0,0 0 0,0 0 0,-1 0 0,1 0 0,-1 1 0,0-1 0,0 1 0,-5-5 0,5 5 0,-1 1 0,1 0 0,-1 0 0,0 0 0,0 0 0,1 1 0,-1-1 0,0 1 0,0 0 0,-1 1 0,1-1 0,0 0 0,0 1 0,0 0 0,0 0 0,-1 1 0,1-1 0,0 1 0,0-1 0,-6 3 0,-7 3 0,-1 1 0,2 0 0,-1 1 0,1 1 0,1 0 0,0 2 0,0-1 0,-18 18 0,17-13 0,0 1 0,2 1 0,-1 1 0,2 0 0,0 0 0,-14 29 0,20-32 0,1 1 0,0-1 0,1 1 0,0 0 0,2 0 0,0 1 0,0-1 0,2 0 0,0 1 0,1 0 0,3 24 0,-2-31 0,1-1 0,0 1 0,0-1 0,1 0 0,1 0 0,-1 0 0,1-1 0,1 1 0,0-1 0,0 0 0,0 0 0,1-1 0,0 0 0,1 0 0,0 0 0,0-1 0,0 1 0,0-2 0,1 1 0,0-1 0,13 6 0,-10-7 38,0 0 0,0 0 0,1-1 0,-1 0 0,1-1 0,0-1 0,-1 0 0,22 0 0,-10-3-465,1 0 0,-1-2 1,31-8-1,9-7-6399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596 105 24575,'5'-5'0,"-1"1"0,0 0 0,0 0 0,0-1 0,0 1 0,4-9 0,-8 12 0,1 0 0,-1 0 0,1 0 0,-1 0 0,0 0 0,1 0 0,-1-1 0,0 1 0,0 0 0,0 0 0,0 0 0,0 0 0,0-1 0,0 1 0,0 0 0,0 0 0,-1 0 0,1 0 0,0 0 0,-1 0 0,1-1 0,-1 1 0,1 0 0,-1 0 0,0 0 0,1 0 0,-1 1 0,0-1 0,0 0 0,0 0 0,1 0 0,-1 1 0,-2-2 0,-3-2 0,-1 0 0,0 1 0,0-1 0,0 2 0,0-1 0,0 1 0,-1 0 0,1 0 0,-1 1 0,1 0 0,-12 0 0,-6 1 0,0 1 0,-29 5 0,21-2 0,1 3 0,0 1 0,-50 18 0,66-19 0,1 0 0,-1 1 0,1 0 0,1 1 0,0 1 0,0 0 0,1 1 0,-21 22 0,30-29 0,1-1 0,0 1 0,1 0 0,-1 0 0,1 0 0,0 0 0,0 1 0,0-1 0,0 1 0,1-1 0,-1 1 0,1 0 0,1-1 0,-1 1 0,1 0 0,-1 0 0,1-1 0,1 1 0,-1 0 0,2 4 0,-1-2 0,1-1 0,1 0 0,-1 0 0,1 0 0,0 0 0,1-1 0,-1 1 0,1-1 0,0 0 0,1 0 0,-1 0 0,1 0 0,0-1 0,6 5 0,7 3 0,0 0 0,1-1 0,40 17 0,66 15 0,-81-30 0,-1 2 0,47 24 0,-86-37 0,0 0 0,0 1 0,-1-1 0,1 0 0,-1 1 0,0 0 0,0 0 0,0 0 0,0 0 0,0 0 0,-1 1 0,4 5 0,-5-7 0,0 0 0,0 0 0,-1 1 0,1-1 0,-1 0 0,0 0 0,0 1 0,0-1 0,0 0 0,0 0 0,0 0 0,0 1 0,-1-1 0,1 0 0,-1 0 0,1 0 0,-1 0 0,0 1 0,0-1 0,0 0 0,0-1 0,-1 1 0,1 0 0,0 0 0,-3 2 0,-3 4 0,-1 0 0,-1-1 0,1 1 0,-1-2 0,-1 1 0,1-1 0,-1-1 0,-18 8 0,-10 2 0,-43 10 0,-188 31-1365,187-45-5461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3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622 371 24575,'5'0'0,"1"-1"0,0 1 0,-1-1 0,1 0 0,-1-1 0,1 0 0,-1 1 0,0-2 0,0 1 0,0-1 0,0 1 0,0-1 0,0-1 0,5-4 0,-9 7 0,-1 1 0,1-1 0,-1 1 0,0-1 0,0 1 0,1-1 0,-1 1 0,0-1 0,0 1 0,0-1 0,1 1 0,-1-1 0,0 1 0,0-1 0,0 0 0,0 1 0,0-1 0,0 1 0,0-1 0,0 1 0,-1-1 0,1 1 0,0-1 0,0 0 0,0 1 0,0-1 0,-1 1 0,1-1 0,0 1 0,-1-1 0,1 1 0,0 0 0,-1-1 0,1 1 0,-1-1 0,1 1 0,0 0 0,-1-1 0,1 1 0,-1 0 0,1-1 0,-1 1 0,1 0 0,-1 0 0,0-1 0,0 1 0,-29-9 0,-15 4 0,-1 2 0,-73 4 0,102-1 0,-43 3 0,-68 11 0,100-9 0,-1 1 0,1 1 0,1 2 0,-41 18 0,62-25 0,1 1 0,0 0 0,1 0 0,-1 0 0,0 0 0,1 1 0,0 0 0,0 0 0,0 0 0,0 0 0,0 0 0,-4 9 0,6-9 0,0 1 0,1 0 0,-1 0 0,1 0 0,0 0 0,0 0 0,0 0 0,1 0 0,0 0 0,0 0 0,0 0 0,1 0 0,-1 0 0,3 7 0,9 34 0,30 73 0,-6-22 0,-8 1 0,-4 1 0,-4 0 0,-5 2 0,-4 0 0,-5 0 0,-7 102 0,-12-9 0,-9 0 0,-54 224 0,53-315 0,5 1 0,4 0 0,0 117 0,14-200 0,1-1 0,1 0 0,1 0 0,1 0 0,0 0 0,2 0 0,0-1 0,11 23 0,-10-28 0,1 0 0,0-1 0,1 0 0,1 0 0,0-1 0,1 0 0,0-1 0,0 0 0,2-1 0,-1 0 0,15 8 0,0-3 0,-1-1 0,2-2 0,0-1 0,0-1 0,1-1 0,34 6 0,183 16 0,459 6-1444,-297-21 443,2774 187-5461,-2411-150 5433,793 28 929,-913-85-333,-8-61 1143,-352 2 885,-252 51-1060,-1-1 1,0-1-1,-1-3 0,-1 0 0,44-30 1,-71 41-357,0 0 0,0-1 0,-1 0 0,0-1 0,-1 1 0,1-1 0,-1-1 0,-1 1 1,0-1-1,0-1 0,0 1 0,-1-1 0,-1 0 0,0 0 0,0 0 0,-1 0 0,0-1 0,-1 0 1,0 1-1,-1-1 0,0 0 0,-1 0 0,0 0 0,0 0 0,-3-14 0,-11-42-44,-25-78-1,-6-21-107,24 44-147,5-1 0,-1-186 1,35-250-327,-13 460 430,8-167-6,21-370-64,-29 566 272,3 0 0,3 0 0,3 0 0,26-78-1,-36 139-185,-2 1 0,1-1 0,-1 1 0,-1-1 0,1 0 0,-2 0 0,1 0 0,-1 0 0,-1-10 0,0 13 0,-1 0 0,0 1 0,1-1 0,-2 0 0,1 1 0,-1 0 0,0-1 0,0 1 0,0 0 0,-1 0 0,1 1 0,-1-1 0,-1 1 0,-6-6 0,-1 1 0,0 0 0,0 1 0,-1 1 0,0 0 0,0 1 0,0 0 0,-1 1 0,-18-4 0,-119-18 0,136 25 0,-574-38-1038,462 36 943,-1869-16-4324,1092 43 4177,6 53-41,861-72 227,12-2 359,-1 2 1,1 0 0,-48 16-1,50-9-3575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74 24575,'-3'3'0,"-4"4"0,2 4 0,8 0 0,13-2 0,12-5 0,14-7 0,14-5 0,13-5 0,10-3 0,3-2 0,0 0 0,-6 2 0,-5 1 0,-16 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24575,'-7'0'0,"-4"3"0,-3 1 0,0 3 0,2 3 0,4 6 0,7 6 0,5 9 0,6 7 0,0 10 0,3 12 0,1 10 0,-1 5 0,-4 6 0,1 0 0,-2-1 0,-2-15-8191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245 198 24575,'2'-3'0,"0"0"0,0 0 0,0-1 0,0 1 0,-1-1 0,1 1 0,-1-1 0,0 0 0,0 1 0,0-1 0,-1 0 0,1 0 0,-1-6 0,1-2 0,-2-1 0,-2-22 0,2 31 0,1-1 0,-1 0 0,-1 1 0,1-1 0,-1 1 0,0 0 0,0-1 0,0 1 0,0 0 0,-1 0 0,1 0 0,-1 0 0,-4-4 0,4 6 0,1 1 0,-1-1 0,1 0 0,-1 0 0,0 1 0,0 0 0,0 0 0,1-1 0,-1 1 0,0 1 0,0-1 0,-1 0 0,1 1 0,0 0 0,0 0 0,0 0 0,0 0 0,0 0 0,0 0 0,0 1 0,-4 1 0,1 0 0,-1 0 0,1 1 0,0 0 0,0 0 0,0 1 0,1 0 0,-1 0 0,1 0 0,0 1 0,0-1 0,0 1 0,1 0 0,0 1 0,0-1 0,0 1 0,-5 10 0,-3 8 0,1-1 0,-14 50 0,19-57 0,2 1 0,1 0 0,0 0 0,-1 24 0,4-35 0,0-1 0,0 1 0,1 0 0,0-1 0,0 1 0,1-1 0,3 10 0,-4-13 0,0 1 0,1 0 0,-1-1 0,1 1 0,0 0 0,0-1 0,0 0 0,0 0 0,1 1 0,-1-1 0,0 0 0,1-1 0,0 1 0,5 2 0,-6-3 0,0 0 0,1 0 0,-1-1 0,0 1 0,1-1 0,-1 0 0,1 0 0,-1 0 0,1 0 0,-1 0 0,1 0 0,-1-1 0,1 1 0,-1-1 0,0 0 0,1 1 0,-1-1 0,0 0 0,0 0 0,3-2 0,5-4 0,-1 1 0,0-1 0,10-10 0,-9 8 0,72-74 0,-81 81 0,1 0 0,-1 1 0,1-1 0,0 0 0,-1 1 0,1 0 0,0-1 0,0 1 0,0 0 0,0 0 0,0 0 0,0 0 0,0 0 0,0 0 0,1 1 0,2-2 0,-3 3 0,0-1 0,-1 0 0,1 1 0,0-1 0,-1 1 0,1-1 0,-1 1 0,1 0 0,0 0 0,-1 0 0,0 0 0,1 0 0,-1 0 0,0 0 0,1 0 0,-1 1 0,0-1 0,0 0 0,0 1 0,0-1 0,0 1 0,1 2 0,7 13 169,13 35-1,-16-36-594,1 0 1,1-1-1,9 16 1,-6-15-6401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32 107 24575,'-4'-9'0,"0"-9"0,-2-7 0,-1-3 0,1 7 0,1 16 0,6 17 0,1 20 0,1 18 0,3 16 0,0 12 0,-1 8 0,0 4 0,-3-2 0,0-3 0,-1-7 0,-1-17-8191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14 194 24575,'-3'-5'0,"1"0"0,0 0 0,0-1 0,1 1 0,0-1 0,0 1 0,0-1 0,0 0 0,1-9 0,0 13 0,0 1 0,1-1 0,-1 0 0,0 1 0,1-1 0,-1 0 0,1 1 0,-1-1 0,1 1 0,0-1 0,-1 1 0,1-1 0,0 1 0,0-1 0,0 1 0,0 0 0,1 0 0,-1-1 0,0 1 0,0 0 0,1 0 0,-1 0 0,1 0 0,-1 1 0,1-1 0,-1 0 0,1 1 0,-1-1 0,1 1 0,0-1 0,-1 1 0,1 0 0,0-1 0,-1 1 0,3 0 0,140 7 0,-37 0 0,-2-9 0,-92 1 0,0 0 0,-1-2 0,1 1 0,-1-1 0,0-1 0,14-6 0,-24 9 0,0 0 0,1-1 0,-1 1 0,0 0 0,0-1 0,0 1 0,0-1 0,-1 0 0,1 0 0,2-2 0,-3 3 0,-1 0 0,1 0 0,-1 0 0,0 0 0,1 0 0,-1 0 0,0 0 0,1 0 0,-1 0 0,0 0 0,0 0 0,0 0 0,0 0 0,0 0 0,0 0 0,0 0 0,0 0 0,-1-2 0,0 1 0,0 0 0,-1 0 0,1 0 0,-1 0 0,1 0 0,-1 0 0,1 0 0,-1 0 0,0 0 0,0 1 0,0-1 0,0 1 0,0 0 0,-1 0 0,1-1 0,0 1 0,-1 1 0,-3-2 0,2 0 0,-1 1 0,1 0 0,0 0 0,-1 0 0,1 0 0,0 1 0,-1 0 0,1 0 0,-1 0 0,1 0 0,-1 1 0,1 0 0,0 0 0,0 0 0,-1 0 0,1 1 0,0-1 0,-7 5 0,7-3 0,0 0 0,1 0 0,-1 1 0,1-1 0,0 1 0,0 0 0,0 0 0,0 0 0,0 0 0,1 0 0,0 1 0,0-1 0,0 1 0,1-1 0,-1 1 0,0 9 0,0-3 0,1-1 0,0 1 0,1-1 0,0 1 0,1-1 0,0 1 0,0-1 0,1 0 0,4 13 0,-5-20 0,0 0 0,0 0 0,0 0 0,0-1 0,1 1 0,-1 0 0,1-1 0,0 1 0,0-1 0,0 0 0,0 1 0,0-1 0,0 0 0,0 0 0,1 0 0,-1-1 0,1 1 0,-1-1 0,1 1 0,0-1 0,0 0 0,-1 0 0,1 0 0,0 0 0,0 0 0,0-1 0,0 0 0,0 1 0,0-1 0,0 0 0,0 0 0,0-1 0,0 1 0,0-1 0,0 1 0,4-2 0,2-1 0,0-1 0,-1 0 0,1 0 0,-1-1 0,0 0 0,0 0 0,0-1 0,-1 0 0,0 0 0,0-1 0,8-11 0,7-8 0,30-53 0,-38 62 0,-14 17 0,0 0 0,0 0 0,1 0 0,-1 0 0,0 0 0,0-1 0,0 1 0,1 0 0,-1 0 0,0 0 0,0 0 0,0 0 0,1 0 0,-1 0 0,0 0 0,0 0 0,1 0 0,-1 0 0,0 0 0,0 0 0,0 0 0,1 0 0,-1 1 0,0-1 0,0 0 0,0 0 0,1 0 0,-1 0 0,0 0 0,0 0 0,0 0 0,0 1 0,1-1 0,-1 0 0,0 0 0,0 0 0,0 0 0,0 1 0,0-1 0,0 0 0,1 1 0,0 3 0,0 0 0,0 1 0,-1-1 0,1 1 0,-1-1 0,0 7 0,0 31 143,-1-9-646,1 0 0,8 49 1,-1-47-6324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24575,'-1'-2'0,"1"-1"0,0 1 0,1-1 0,-1 1 0,0-1 0,1 1 0,-1-1 0,1 1 0,0 0 0,0-1 0,1-1 0,-1 3 0,-1 1 0,1-1 0,0 1 0,-1-1 0,1 1 0,0-1 0,0 1 0,-1 0 0,1-1 0,0 1 0,0 0 0,0 0 0,-1-1 0,1 1 0,0 0 0,0 0 0,0 0 0,-1 0 0,1 0 0,0 0 0,0 0 0,0 1 0,0-1 0,-1 0 0,1 0 0,0 0 0,0 1 0,-1-1 0,1 1 0,0-1 0,-1 0 0,1 1 0,0-1 0,-1 1 0,1 0 0,0-1 0,0 2 0,6 3 0,-1 1 0,1 0 0,-1 1 0,-1 0 0,1 0 0,-1 0 0,0 0 0,-1 1 0,0 0 0,5 12 0,-1 2 0,0 0 0,7 41 0,-9-36 0,-2 1 0,-1 0 0,-1-1 0,-1 1 0,-2 0 0,-1 0 0,-5 28 0,6-52 0,0 0 0,0-1 0,-1 1 0,1-1 0,-1 1 0,-2 3 0,3-6 0,1-1 0,0 0 0,0 1 0,-1-1 0,1 1 0,0-1 0,-1 0 0,1 1 0,-1-1 0,1 0 0,0 0 0,-1 1 0,1-1 0,-1 0 0,1 0 0,-1 0 0,1 1 0,-1-1 0,1 0 0,-1 0 0,0 0 0,0 0 0,1 0 0,-1-1 0,0 1 0,1 0 0,-1-1 0,1 1 0,-1-1 0,1 1 0,-1-1 0,0 1 0,1-1 0,-1 1 0,1-1 0,0 1 0,-1-1 0,1 1 0,-1-1 0,1 0 0,0 1 0,-1-2 0,-1-4 0,0 0 0,0-1 0,0 1 0,0-1 0,1 1 0,0-1 0,1 0 0,0-11 0,7-56 0,1 22 0,3 0 0,20-61 0,-21 86 0,0 1 0,2 0 0,1 0 0,0 1 0,32-41 0,-41 61 0,0-1 0,1 1 0,0 0 0,0 1 0,0-1 0,1 1 0,0 0 0,11-6 0,-15 10 0,-1-1 0,1 0 0,0 1 0,0-1 0,-1 1 0,1 0 0,0 0 0,0-1 0,0 1 0,-1 1 0,1-1 0,0 0 0,0 0 0,0 1 0,-1-1 0,1 0 0,0 1 0,0 0 0,-1-1 0,1 1 0,-1 0 0,1 0 0,0 0 0,-1 0 0,0 0 0,1 1 0,-1-1 0,0 0 0,1 1 0,-1-1 0,0 0 0,0 1 0,0 0 0,0-1 0,-1 1 0,1-1 0,1 4 0,2 6 0,1 0 0,-2 1 0,1 0 0,-2-1 0,1 1 0,0 17 0,-2 75 0,-1-38 0,3-45 0,-2-21 0,-1 0 0,0 0 0,0 0 0,0 1 0,1-1 0,-1 0 0,0 0 0,0 0 0,0 0 0,1 0 0,-1 0 0,0 0 0,0 0 0,1 0 0,-1 0 0,0 0 0,0 0 0,0 0 0,1 0 0,-1 0 0,0 0 0,0 0 0,1 0 0,-1 0 0,0 0 0,0 0 0,0 0 0,1-1 0,-1 1 0,0 0 0,0 0 0,0 0 0,1 0 0,-1 0 0,0-1 0,0 1 0,0 0 0,0 0 0,0 0 0,1-1 0,19-32 0,-15 23 0,12-22 0,36-59 0,-47 83 0,0-1 0,1 1 0,0 0 0,1 1 0,-1-1 0,1 1 0,16-9 0,-21 14 0,0 0 0,0 0 0,1 0 0,-1 1 0,0 0 0,1-1 0,-1 1 0,1 1 0,0-1 0,-1 0 0,1 1 0,-1 0 0,1 0 0,0 0 0,-1 0 0,1 1 0,0-1 0,3 2 0,-2 0 0,-1 0 0,0 0 0,0 0 0,0 1 0,0-1 0,0 1 0,-1 0 0,1 0 0,-1 0 0,0 1 0,1 0 0,2 5 0,3 5 0,-1 0 0,-1 1 0,0 0 0,-1 1 0,0-1 0,5 32 0,10 79-1365,-17-95-5461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6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20 225 24575,'18'-52'0,"-8"27"0,7-33 0,-16 53 0,-3 7 0,-6 15 0,-8 29 0,9-13 0,-7 65 0,13-79 0,1 0 0,0 0 0,1 0 0,8 37 0,-8-52 0,0 0 0,1 1 0,-1-1 0,1 0 0,0 0 0,0 1 0,0-2 0,1 1 0,0 0 0,-1 0 0,1-1 0,0 1 0,1-1 0,5 4 0,-6-5 0,-1 0 0,2-1 0,-1 1 0,0-1 0,0 0 0,0 0 0,0 0 0,1 0 0,-1-1 0,0 1 0,1-1 0,-1 0 0,1 0 0,-1 0 0,0 0 0,1-1 0,-1 1 0,0-1 0,1 0 0,3-2 0,4-1 0,0-1 0,-1-1 0,0 0 0,0-1 0,0 0 0,-1 0 0,0-1 0,0 0 0,-1-1 0,0 1 0,-1-2 0,1 1 0,-2-1 0,0 0 0,6-13 0,-4 9 0,-2-1 0,0 0 0,-1 0 0,0-1 0,-1 0 0,-1 1 0,0-1 0,-1 0 0,-1-1 0,-2-26 0,1 35 0,-2 0 0,1 1 0,-1-1 0,0 0 0,0 1 0,-1-1 0,0 1 0,0 0 0,-1 0 0,0 0 0,0 0 0,-1 0 0,0 1 0,-6-6 0,8 9 0,-1-1 0,0 1 0,0 0 0,-1 1 0,1-1 0,0 1 0,-1-1 0,0 1 0,0 1 0,1-1 0,-1 1 0,0 0 0,0 0 0,0 0 0,0 1 0,0-1 0,0 1 0,-1 0 0,1 1 0,0 0 0,0-1 0,-8 4 0,1-1 38,1 1 0,1 0 0,-1 1 0,1 0 0,-1 1 0,1 0 0,1 1 0,-10 7 0,14-9-145,0-1 0,1 1 1,-1-1-1,1 1 0,0 1 1,0-1-1,1 0 0,0 1 1,0 0-1,0 0 0,0 0 1,1 0-1,0 0 0,0 1 1,-1 10-1,3 6-6719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6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87 24575,'0'-6'0,"0"-5"0,0-6 0,-3-4 0,-4 2 0,-1 7 0,1 12 0,2 11 0,1 14 0,2 13 0,4 14 0,5 12 0,4 7 0,3 7 0,-1 2 0,1-1 0,1-1 0,-3-15-8191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20 318 24575,'-3'-2'0,"1"0"0,0 0 0,1 0 0,-1 0 0,0 0 0,1 0 0,-1-1 0,1 1 0,-2-5 0,3 6 0,0 1 0,0-1 0,0 0 0,0 0 0,0 1 0,0-1 0,0 0 0,0 0 0,0 1 0,0-1 0,0 0 0,1 1 0,-1-1 0,0 0 0,1 0 0,-1 1 0,0-1 0,1 1 0,-1-1 0,1 0 0,-1 1 0,1-1 0,-1 1 0,1-1 0,0 1 0,-1-1 0,1 1 0,0-1 0,-1 1 0,1 0 0,0 0 0,-1-1 0,1 1 0,0 0 0,-1 0 0,1 0 0,0-1 0,0 1 0,0 0 0,17-3 0,-1 0 0,0 1 0,29 1 0,10-1 0,7-5 0,-1-2 0,0-2 0,86-29 0,-142 38 0,35-15 0,-38 16 0,-1 0 0,0 0 0,0 0 0,0-1 0,0 1 0,0-1 0,-1 1 0,1-1 0,0 0 0,-1 0 0,1 1 0,-1-1 0,0 0 0,1 0 0,0-3 0,-2 5 0,0-1 0,0 0 0,0 1 0,0-1 0,0 1 0,0-1 0,0 0 0,0 1 0,0-1 0,-1 1 0,1-1 0,0 1 0,0-1 0,-1 1 0,1-1 0,0 1 0,0-1 0,-1 1 0,1-1 0,-1 1 0,1 0 0,0-1 0,-1 1 0,1-1 0,-1 1 0,1 0 0,-1-1 0,1 1 0,-1 0 0,1 0 0,-1 0 0,1-1 0,-1 1 0,0 0 0,1 0 0,-1 0 0,1 0 0,-1 0 0,1 0 0,-1 0 0,0 0 0,0 0 0,-28 1 0,18 1 0,0 1 0,1 0 0,-1 0 0,1 2 0,-1-1 0,1 1 0,1 1 0,-1-1 0,-13 12 0,7-4 0,1 0 0,0 2 0,1-1 0,-17 24 0,24-29 0,1 1 0,0 0 0,1 0 0,0 0 0,1 0 0,0 1 0,0 0 0,-3 21 0,6-29 0,1 1 0,-1-1 0,1 1 0,0-1 0,0 1 0,0 0 0,0-1 0,1 1 0,0-1 0,-1 1 0,1-1 0,1 1 0,-1-1 0,0 0 0,1 1 0,0-1 0,-1 0 0,1 0 0,0 0 0,1 0 0,-1-1 0,0 1 0,1 0 0,0-1 0,0 0 0,-1 0 0,1 0 0,0 0 0,1 0 0,-1 0 0,5 1 0,3 1 0,1-1 0,0-1 0,0 1 0,0-2 0,1 0 0,-1 0 0,0-1 0,0-1 0,1 0 0,14-3 0,-12 1 0,0-1 0,0 0 0,-1-1 0,0 0 0,0-1 0,0-1 0,24-16 0,-34 20 0,0 0 0,0 0 0,0 0 0,-1 0 0,1-1 0,-1 0 0,0 0 0,0 0 0,0 0 0,0 0 0,-1-1 0,4-8 0,-6 11 0,1-1 0,-1 0 0,0 0 0,1 0 0,-1 1 0,-1-1 0,1 0 0,0 0 0,-1 1 0,1-1 0,-1 0 0,0 0 0,0 1 0,0-1 0,0 1 0,0-1 0,-1 1 0,1-1 0,-1 1 0,0 0 0,1 0 0,-1 0 0,0 0 0,-3-2 0,-5-5 0,-1 1 0,0 0 0,-18-10 0,19 13 0,0-1 0,0 0 0,1-1 0,0 0 0,-10-10 0,18 16 0,1 1 0,-1-1 0,1 1 0,-1-1 0,1 1 0,0-1 0,-1 0 0,1 1 0,0-1 0,-1 1 0,1-1 0,0 0 0,0 1 0,-1-1 0,1 0 0,0 1 0,0-1 0,0 0 0,0 0 0,0 1 0,0-1 0,0 0 0,0 1 0,0-1 0,0 0 0,1 1 0,-1-1 0,0 0 0,1 0 0,0-1 0,0 1 0,0 0 0,0 0 0,1 0 0,-1 0 0,0 0 0,1 0 0,-1 0 0,0 0 0,1 1 0,-1-1 0,3 0 0,5-2 0,1 0 0,0 1 0,10-1 0,-20 3 0,19-2 0,1 1 0,-1 1 0,0 0 0,0 2 0,0 0 0,0 1 0,-1 1 0,1 0 0,-1 2 0,0 0 0,0 1 0,0 1 0,-1 1 0,20 13 0,-31-18 0,-2 0 0,1 0 0,0 1 0,-1-1 0,0 1 0,0 0 0,0 0 0,-1 1 0,1-1 0,-1 1 0,-1 0 0,1-1 0,-1 1 0,0 0 0,0 0 0,-1 1 0,2 10 0,-3-13 0,0 0 0,0-1 0,0 1 0,-1 0 0,1 0 0,-1 0 0,0 0 0,0 0 0,-1-1 0,1 1 0,-1 0 0,0-1 0,0 0 0,0 1 0,0-1 0,0 0 0,-1 0 0,1 0 0,-1 0 0,0 0 0,0-1 0,0 1 0,0-1 0,0 0 0,-1 0 0,1 0 0,-1 0 0,1-1 0,-7 2 0,9-2 0,-1 0 0,0-1 0,1 1 0,-1-1 0,0 1 0,1-1 0,-1 0 0,0 0 0,0 1 0,0-1 0,1 0 0,-1-1 0,0 1 0,0 0 0,1 0 0,-1-1 0,0 1 0,0-1 0,1 0 0,-1 1 0,1-1 0,-1 0 0,-2-2 0,2 1 0,1 0 0,-1 0 0,0 0 0,1 0 0,-1-1 0,1 1 0,0-1 0,0 1 0,0-1 0,0 0 0,0 1 0,1-1 0,-1-4 0,0-6 0,0 1 0,1 0 0,1-1 0,0 1 0,5-22 0,1 8 0,1 1 0,1 0 0,1 0 0,19-33 0,-20 42 0,1 1 0,0 0 0,1 1 0,1 0 0,0 0 0,1 2 0,22-19 0,-31 29-136,0-1-1,1 0 1,-1 1-1,1-1 1,-1 1-1,1 1 1,0-1-1,0 1 0,8-2 1,9 2-6690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251 130 24575,'0'-6'0,"1"1"0,1-1 0,-1 0 0,1 1 0,0-1 0,4-6 0,3-10 0,-9 19 0,1 0 0,0 0 0,0 0 0,-1 1 0,0-1 0,1 0 0,-1 0 0,0 0 0,-1 0 0,1 0 0,0 0 0,-1 1 0,0-5 0,0 6 0,0 0 0,1 0 0,-1 0 0,0 0 0,0 0 0,0 0 0,0 0 0,1 0 0,-1 0 0,-1 0 0,1 0 0,0 1 0,0-1 0,0 0 0,0 1 0,0-1 0,-1 1 0,1-1 0,0 1 0,0-1 0,-1 1 0,1 0 0,0 0 0,-1 0 0,1 0 0,0 0 0,-1 0 0,1 0 0,0 0 0,-3 1 0,-10 2 0,0 0 0,1 1 0,-1 1 0,1 0 0,0 1 0,0 0 0,1 1 0,0 1 0,0 0 0,0 0 0,-16 16 0,26-22 0,1 0 0,-1 0 0,0 0 0,0 0 0,1 0 0,0 0 0,-1 1 0,1-1 0,0 0 0,0 1 0,0-1 0,0 1 0,0-1 0,1 1 0,-1-1 0,1 1 0,0 0 0,-1-1 0,1 1 0,1-1 0,-1 1 0,0 0 0,1-1 0,-1 1 0,1-1 0,-1 1 0,1-1 0,0 1 0,0-1 0,1 1 0,-1-1 0,0 0 0,1 0 0,-1 0 0,1 0 0,2 3 0,8 7 0,-1-1 0,2 0 0,-1-1 0,25 15 0,-26-18 0,25 15 0,38 28 0,-67-44 0,-1-1 0,1 1 0,-1 0 0,-1 1 0,1-1 0,-1 1 0,8 14 0,-11-18 0,-1-1 0,0 0 0,0 1 0,-1-1 0,1 0 0,0 1 0,-1-1 0,0 1 0,1-1 0,-1 1 0,0-1 0,0 1 0,-1-1 0,1 1 0,0-1 0,-1 1 0,0-1 0,1 1 0,-3 2 0,1-1 0,0 0 0,-1 0 0,0 0 0,0 0 0,0-1 0,0 1 0,0-1 0,-1 0 0,-6 5 0,-5 1 0,1-1 0,-1-1 0,-1 0 0,-27 9 0,16-9-341,-1-1 0,0-1-1,-38 2 1,25-5-6485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8:59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6952 230 24575,'-25'-1'0,"-43"-8"0,28 2 0,38 7 0,-1 0 0,1-1 0,-1 1 0,1-1 0,-1 0 0,1 0 0,-1 0 0,1 0 0,0 0 0,-3-2 0,5 3 0,0 0 0,0 0 0,-1-1 0,1 1 0,0 0 0,0 0 0,0 0 0,-1-1 0,1 1 0,0 0 0,0 0 0,0-1 0,0 1 0,0 0 0,0-1 0,0 1 0,0 0 0,0 0 0,0-1 0,0 1 0,0 0 0,0 0 0,0-1 0,0 1 0,0 0 0,0-1 0,0 1 0,0 0 0,0 0 0,0-1 0,0 1 0,1-1 0,15-9 0,12-1 0,1 1 0,-1 2 0,45-8 0,94-4 0,-115 15 0,986-63-2916,1 46-141,-1004 21 3052,430-6 93,699-8 778,-1135 15-114,-29 0-722,0 0 0,0 0 1,0 0-1,0 0 0,1 0 0,-1 0 0,0 0 0,0 0 0,0 0 1,0 0-1,0 0 0,0 0 0,0 0 0,0 0 0,0 0 0,0 0 0,0 0 1,1 0-1,-1 0 0,0 0 0,0 0 0,0 0 0,0 0 0,0 0 0,0 0 1,0 0-1,0 0 0,0 0 0,0 0 0,0 0 0,0 0 0,0 0 0,1 0 1,-1 0-1,0 0 0,0 0 0,0 1 0,0-1 0,0 0 0,0 0 0,0 0 1,0 0-1,0 0 0,0 0 0,0 0 0,0 0 0,0 0 0,0 0 1,0 0-1,0 0 0,0 1 0,0-1 0,0 0 0,0 0 0,0 0 0,0 0 1,0 0-1,0 0 0,0 0 0,0 0 0,0 0 0,0 0 0,0 0 0,-1 0 1,1 1-1,-7 4 767,-16 7-314,19-11-123,-9 6-308,1 0-1,0 0 1,0 1 0,1 1 0,-1 0-1,2 0 1,-1 1 0,2 1 0,-13 16-1,12-13-35,1 1 0,0 1 0,2-1-1,0 1 1,0 0 0,2 1 0,-6 25-1,1 13-15,-5 105 0,14 59 0,48 370 0,-21-342 0,40 956-191,-75-924-763,9-275 954,-1 9 0,0-1 0,-1 1 0,0-1 0,-1 1 0,-7 19 0,9-30-1,0 0 1,0-1-1,0 1 0,0-1 1,0 1-1,-1-1 0,1 1 1,0-1-1,-1 0 0,1 1 1,-1-1-1,0 0 1,1 0-1,-1 0 0,0 0 1,1 0-1,-1-1 0,-4 2 1,-37 3 342,20-4 282,-418 63-347,-3 1-1311,-1177 47-1740,-9-115-1154,800-6 3165,-1828 52 701,2267-33-44,-1571 39 1108,1670-48 1991,203-6-758,-110-19 0,192 23-2230,0-1-1,0 0 1,0 0-1,0 0 1,1-1-1,-1 0 0,1 0 1,0-1-1,0 0 1,0 0-1,0 0 1,0-1-1,1 0 1,0 0-1,0 0 1,1-1-1,-1 0 1,1 1-1,0-2 0,1 1 1,-1 0-1,1-1 1,1 1-1,-1-1 1,-1-10-1,-4-15-4,1-1 0,2-1 0,1 1 0,2-1 0,3-56 0,30-169 0,-26 227 0,16-98 0,46-435 0,-81 198 0,-34 4 0,47 358 0,-9-65 0,-4-96 0,14 145 0,1-1 0,1 0 0,0 0 0,2 0 0,0 1 0,2 0 0,0 0 0,16-35 0,-5 21 0,-4 8 0,29-47 0,-37 67 0,7-9 0,-1-1 0,0 0 0,-1 0 0,-1-1 0,10-31 0,-18 46 0,0-1 0,0 0 0,0 1 0,1 0 0,-1-1 0,1 1 0,0 0 0,0 0 0,0-1 0,0 2 0,0-1 0,1 0 0,-1 0 0,1 1 0,0-1 0,0 1 0,0 0 0,0 0 0,0 0 0,0 0 0,0 1 0,1-1 0,-1 1 0,1 0 0,-1 0 0,1 0 0,0 0 0,6 0 0,44-3 168,74 5-1,-82 1-734,-1-2 1,78-10-1,-87 3-6259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5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712 259 24575,'26'-26'0,"-7"8"0,0 0 0,15-22 0,-30 34 0,1 0 0,-2 0 0,1-1 0,0 1 0,-1-1 0,-1 0 0,1 0 0,-1 0 0,0 0 0,0 0 0,0-14 0,-1 19 0,-1 0 0,0-1 0,0 1 0,0-1 0,-1 1 0,1-1 0,-1 1 0,1 0 0,-1-1 0,0 1 0,1 0 0,-1-1 0,-1 1 0,1 0 0,0 0 0,0 0 0,-1 0 0,1 0 0,-1 0 0,-3-2 0,2 2 0,0 0 0,0 0 0,0 1 0,0 0 0,0-1 0,-1 1 0,1 0 0,0 1 0,-1-1 0,1 0 0,-1 1 0,-6 0 0,-4 1 0,0 1 0,0 0 0,0 1 0,0 0 0,-26 11 0,-6 7 0,0 1 0,1 3 0,2 2 0,0 2 0,2 1 0,2 2 0,0 2 0,3 2 0,0 1 0,3 2 0,1 1 0,2 1 0,2 2 0,-34 68 0,50-85 0,1 1 0,1 0 0,1 1 0,2 0 0,0 0 0,2 0 0,2 1 0,0 0 0,2 38 0,2-52 0,0 1 0,1-1 0,1 1 0,0-1 0,2 0 0,-1 0 0,2 0 0,0-1 0,1 1 0,0-2 0,1 1 0,0-1 0,1 0 0,1-1 0,0 0 0,1 0 0,0-1 0,21 16 0,-15-15 22,1-1-1,0 0 0,0-2 1,1 0-1,0-1 0,0-1 1,35 7-1,-26-9 7,0-1 1,0-1-1,0-1 1,0-2-1,32-4 1,-17-1-243,-1-3 1,0-1 0,-1-2-1,0-2 1,0-2 0,-2-1-1,51-29 1,-14 0-6613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394 323 24575,'-1'-8'0,"0"0"0,0 1 0,0-1 0,-1 0 0,0 1 0,-1-1 0,-6-13 0,2 6 0,-2 1 0,-15-22 0,18 28 0,0 1 0,0 0 0,-1 0 0,0 0 0,-1 1 0,1 0 0,-1 1 0,-1-1 0,1 2 0,-1-1 0,1 1 0,-1 0 0,0 1 0,-12-3 0,15 5 0,0 0 0,0 0 0,0 1 0,0-1 0,0 2 0,0-1 0,0 0 0,0 1 0,0 0 0,0 1 0,0-1 0,0 1 0,0 1 0,1-1 0,-1 1 0,1-1 0,0 2 0,-1-1 0,1 0 0,1 1 0,-1 0 0,1 0 0,-7 8 0,4-2 0,0 0 0,0 1 0,1 0 0,0 0 0,1 1 0,0 0 0,1-1 0,0 2 0,1-1 0,-3 22 0,3-4 0,1-1 0,1 0 0,5 47 0,-1-51 0,1 0 0,1-1 0,2 1 0,0-1 0,1 0 0,16 30 0,-19-43 0,2 0 0,0-1 0,0 1 0,1-1 0,0-1 0,12 12 0,-14-16 0,1 0 0,-1 0 0,1-1 0,-1 0 0,1 0 0,0-1 0,0 1 0,1-2 0,-1 1 0,1-1 0,7 1 0,-9-2 0,0 0 0,0-1 0,0 0 0,0 0 0,0 0 0,-1-1 0,1 0 0,0 0 0,0 0 0,-1-1 0,1 0 0,-1 0 0,1 0 0,-1-1 0,0 1 0,0-2 0,0 1 0,0 0 0,0-1 0,-1 0 0,0 0 0,0 0 0,0-1 0,7-9 0,-5 5 0,-1 0 0,0-1 0,0 1 0,-1-1 0,0-1 0,-1 1 0,0 0 0,-1-1 0,0 0 0,0 1 0,-1-1 0,-1-20 0,-2 13 0,0 0 0,-1 0 0,-1 0 0,-1 0 0,0 1 0,-2 0 0,0 0 0,0 0 0,-2 1 0,0 0 0,-1 1 0,0 0 0,-1 0 0,-1 1 0,-25-23 0,37 37 0,-4-3 0,0-1 0,1 1 0,-1-1 0,1 0 0,0 1 0,-4-7 0,7 9 0,-1 0 0,1 0 0,-1 0 0,1 0 0,0 0 0,0 0 0,-1 0 0,1-1 0,0 1 0,0 0 0,0 0 0,0 0 0,0 0 0,1 0 0,-1 0 0,0 0 0,0-1 0,1 1 0,-1 0 0,1 0 0,-1 0 0,1 0 0,-1 0 0,1 0 0,0 1 0,-1-1 0,1 0 0,0 0 0,0 0 0,0 1 0,-1-1 0,1 0 0,2 0 0,9-8 0,0 0 0,0 2 0,1-1 0,0 2 0,1 0 0,-1 0 0,1 1 0,0 1 0,22-4 0,-27 6 0,-1 1 0,1 0 0,0 1 0,0 0 0,-1 1 0,1-1 0,0 2 0,-1-1 0,1 1 0,-1 0 0,1 1 0,-1 0 0,0 0 0,0 1 0,0 0 0,-1 1 0,10 6 0,-6-1 0,-1 0 0,0 1 0,0 0 0,-1 1 0,0 0 0,-1 0 0,0 1 0,-1 0 0,-1 0 0,0 1 0,-1 0 0,5 19 0,-3-7 0,-2 0 0,-1 0 0,-1 1 0,-1 0 0,-2-1 0,-2 28 0,2-53 0,-3 24 0,3-24 0,0 0 0,0 0 0,-1 0 0,1 0 0,0 0 0,0 0 0,0 0 0,-1 0 0,1-1 0,-1 1 0,1 0 0,0 0 0,-1 0 0,0-1 0,1 1 0,-1 0 0,1 0 0,-1-1 0,0 1 0,-1 0 0,2-1 0,-1-1 0,1 1 0,-1-1 0,1 1 0,-1-1 0,1 0 0,-1 1 0,1-1 0,0 0 0,-1 0 0,1 1 0,0-1 0,0 0 0,-1 0 0,1 1 0,0-1 0,0 0 0,0 0 0,0 1 0,0-1 0,0 0 0,0 0 0,0 0 0,1-1 0,0-22 0,7-17 0,1 1 0,2 0 0,2 0 0,1 2 0,2-1 0,34-58 0,-43 86 0,-1 0 0,2 0 0,0 0 0,0 1 0,15-14 0,-21 22 0,0 0 0,0 1 0,0-1 0,0 1 0,0 0 0,1 0 0,-1-1 0,0 1 0,1 1 0,-1-1 0,1 0 0,-1 1 0,1-1 0,-1 1 0,3-1 0,-2 2 0,-1-1 0,0 1 0,0-1 0,0 1 0,0 0 0,0 0 0,0 0 0,0 0 0,0 0 0,-1 0 0,1 1 0,0-1 0,-1 1 0,1-1 0,0 1 0,-1-1 0,0 1 0,1 0 0,-1 0 0,2 3 0,6 15 0,0 1 0,-1-1 0,-1 2 0,-1-1 0,7 41 0,-1-3 0,-2-16 0,-6-19 0,2 0 0,0 0 0,2-1 0,16 36 0,-23-57 0,0-1 0,0 1 0,0 0 0,0-1 0,0 1 0,0-1 0,0 0 0,1 1 0,-1-1 0,0 0 0,1 0 0,-1 0 0,1 0 0,-1 0 0,1 0 0,0 0 0,0-1 0,-1 1 0,1 0 0,0-1 0,0 0 0,-1 1 0,1-1 0,0 0 0,0 0 0,0 0 0,0 0 0,-1 0 0,1 0 0,0-1 0,0 1 0,0-1 0,-1 1 0,1-1 0,0 1 0,-1-1 0,1 0 0,3-2 0,2-2 0,0 0 0,0 0 0,0-1 0,0 0 0,-1 0 0,10-13 0,31-48 0,-4-2 0,59-125 0,-85 160 0,-1-1 0,-2-1 0,13-47 0,-27 81 0,1 0 0,-1-1 0,1 1 0,-1-1 0,0 1 0,0-1 0,0 1 0,0-1 0,0 1 0,-1-1 0,1 1 0,-1-1 0,-1-2 0,2 4 0,-1 0 0,0 0 0,0 0 0,1 0 0,-1 0 0,0 1 0,0-1 0,0 0 0,0 1 0,0-1 0,0 0 0,0 1 0,0-1 0,0 1 0,0-1 0,0 1 0,-1 0 0,1 0 0,0-1 0,0 1 0,0 0 0,0 0 0,-1 0 0,1 0 0,0 0 0,0 0 0,0 1 0,-3 0 0,-2 0 0,-1 1 0,1 1 0,-1-1 0,1 1 0,0 1 0,0-1 0,0 1 0,0 0 0,1 0 0,-1 1 0,1-1 0,0 1 0,1 0 0,-1 1 0,-4 6 0,1-1 0,1 0 0,0 1 0,1-1 0,1 1 0,-1 1 0,2-1 0,-4 16 0,6-20 0,1 1 0,1 0 0,0 0 0,0 0 0,1-1 0,0 1 0,0 0 0,1 0 0,0-1 0,0 1 0,1-1 0,0 0 0,1 0 0,0 0 0,0 0 0,1-1 0,0 1 0,7 8 0,13 13 0,1-2 0,57 49 0,-49-47 0,-28-24 0,37 38 0,-40-41 0,-1 1 0,0 0 0,1 0 0,-1 0 0,0 1 0,-1-1 0,1 0 0,-1 1 0,1-1 0,-1 1 0,0-1 0,0 1 0,0 5 0,-2-7 0,1 0 0,0 0 0,-1 0 0,0 0 0,1 1 0,-1-1 0,0-1 0,0 1 0,0 0 0,-1 0 0,1 0 0,0 0 0,-1-1 0,1 1 0,-1-1 0,1 1 0,-1-1 0,0 0 0,0 1 0,1-1 0,-1 0 0,0 0 0,0 0 0,0-1 0,-3 2 0,-7 2 0,-1 0 0,-23 5 0,35-9 0,-21 3-273,-1 0 0,1-2 0,0 0 0,-43-6 0,17-1-6553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24575,'24'-3'0,"-23"3"0,1-1 0,-1 1 0,1-1 0,0 1 0,-1 0 0,1-1 0,0 1 0,0 0 0,-1 0 0,1 0 0,0 1 0,-1-1 0,1 0 0,0 1 0,-1-1 0,1 1 0,0-1 0,-1 1 0,1 0 0,-1 0 0,1-1 0,-1 1 0,0 0 0,1 0 0,-1 1 0,0-1 0,0 0 0,1 0 0,-1 1 0,1 1 0,5 9 0,-1 0 0,0 1 0,-1 0 0,0 0 0,-1 0 0,0 0 0,2 20 0,7 22 0,0-13 0,2 0 0,36 71 0,-44-100 0,0-1 0,1 1 0,1-1 0,0-1 0,0 0 0,1 0 0,1 0 0,-1-2 0,2 1 0,-1-1 0,1-1 0,17 9 0,-24-15 0,-1 0 0,0 0 0,1 0 0,0-1 0,-1 1 0,1-1 0,0-1 0,0 1 0,-1-1 0,1 1 0,0-1 0,0-1 0,0 1 0,0-1 0,-1 0 0,1 0 0,0 0 0,7-3 0,-6 0 0,-1 1 0,0 0 0,0-1 0,0 0 0,-1 0 0,1 0 0,-1-1 0,0 0 0,0 0 0,-1 0 0,1 0 0,-1 0 0,0-1 0,3-7 0,1-6 0,0-1 0,-2 0 0,0 0 0,-1 0 0,-1-1 0,-1 0 0,-1 1 0,-2-37 0,-3 16 0,-1 0 0,-3 0 0,-17-56 0,23 89-136,0-1-1,-1 1 1,0 0-1,-1 0 1,0 1-1,0-1 1,0 1-1,-1-1 0,-10-10 1,0 6-6690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24575,'-1'-7'0,"2"0"0,-1 0 0,1 0 0,0 0 0,0 1 0,5-14 0,-6 18 0,1 1 0,0-1 0,-1 1 0,1 0 0,0 0 0,0-1 0,0 1 0,0 0 0,0 0 0,0 0 0,0 0 0,1 0 0,-1 0 0,0 0 0,0 1 0,1-1 0,-1 0 0,1 1 0,-1-1 0,0 1 0,1-1 0,-1 1 0,1 0 0,-1 0 0,1-1 0,-1 1 0,1 0 0,-1 0 0,1 1 0,0-1 0,-1 0 0,1 0 0,-1 1 0,0-1 0,1 1 0,-1-1 0,1 1 0,1 1 0,3 1 0,1 1 0,-1-1 0,1 2 0,-1-1 0,-1 1 0,1-1 0,-1 2 0,1-1 0,-1 1 0,8 11 0,4 9 0,17 35 0,-28-49 0,14 28 0,-1 1 0,-1 0 0,-3 2 0,-2 0 0,14 70 0,-26-98 0,-1-15 0,0 0 0,-1 0 0,1 0 0,0 0 0,0 0 0,0 0 0,0 0 0,0 0 0,0-1 0,0 1 0,0 0 0,0 0 0,0 0 0,0 0 0,0 0 0,0 0 0,0 0 0,0 0 0,0 0 0,0 0 0,0 0 0,-1 0 0,1 0 0,0 0 0,0 0 0,0 0 0,0 0 0,0 0 0,0 0 0,0 0 0,0 0 0,0 0 0,0 0 0,0 0 0,0 0 0,0 0 0,0 0 0,-1 0 0,1 0 0,0 0 0,0 0 0,0 0 0,0 0 0,0 0 0,0 0 0,0 0 0,0 1 0,0-1 0,0 0 0,0 0 0,0 0 0,0 0 0,0 0 0,0 0 0,0 0 0,0 0 0,0 0 0,0 0 0,0 0 0,0 0 0,0 0 0,0 0 0,0 0 0,0 1 0,0-1 0,0 0 0,0 0 0,0 0 0,0 0 0,-10-22 0,3-2 0,2-1 0,0 0 0,2 0 0,1 0 0,1 0 0,1 0 0,1 0 0,1 0 0,1 0 0,1 1 0,2-1 0,10-31 0,-13 48 0,0 0 0,1 0 0,0 1 0,0 0 0,1-1 0,-1 1 0,2 1 0,9-12 0,-13 17 0,0-1 0,-1 1 0,1-1 0,0 1 0,0 0 0,0 0 0,0 0 0,0 0 0,0 1 0,0-1 0,0 0 0,1 1 0,-1-1 0,0 1 0,4 0 0,-4 0 0,1 1 0,-1-1 0,1 1 0,-1 0 0,0 0 0,1 0 0,-1 0 0,0 0 0,0 0 0,0 1 0,0-1 0,0 1 0,0-1 0,0 1 0,0 0 0,-1 0 0,3 2 0,5 8 0,-1 0 0,0 1 0,-1 0 0,0 0 0,-1 1 0,-1 0 0,0 0 0,4 19 0,2 17 0,3 54 0,-10-67 0,-2-31 0,0-7 0,4-13 0,5-24 0,-3 0 0,1 1 0,28-66 0,-32 90 0,1 0 0,1 0 0,0 1 0,1 0 0,0 0 0,1 1 0,0 0 0,0 0 0,2 1 0,21-17 0,-29 25 0,-1 1 0,0-1 0,1 1 0,0-1 0,-1 1 0,1 0 0,0 0 0,-1 0 0,1 1 0,0-1 0,0 0 0,0 1 0,0 0 0,0 0 0,0 0 0,-1 0 0,1 0 0,0 1 0,0-1 0,0 1 0,0 0 0,-1 0 0,1 0 0,0 0 0,-1 0 0,1 0 0,-1 1 0,1 0 0,-1-1 0,1 1 0,-1 0 0,0 0 0,0 0 0,0 0 0,0 0 0,-1 1 0,3 2 0,4 8 0,0 1 0,-1-1 0,0 1 0,-1 0 0,7 27 0,5 31-72,14 122-1,-22-125-1147,-5-36-5606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7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32 277 24575,'0'0'0,"0"-1"0,0 0 0,0 1 0,0-1 0,0 0 0,0 1 0,0-1 0,0 0 0,0 1 0,0-1 0,0 1 0,0-1 0,0 0 0,0 1 0,-1-1 0,1 1 0,0-1 0,0 0 0,-1 1 0,1-1 0,0 1 0,-1-1 0,1 1 0,-1-1 0,0 0 0,0 1 0,1 1 0,-1-1 0,0 0 0,1 1 0,-1-1 0,0 1 0,1-1 0,-1 1 0,1-1 0,-1 1 0,1-1 0,-1 1 0,1 0 0,-1-1 0,1 1 0,-1 1 0,-2 3 0,0 1 0,1-1 0,-1 1 0,-2 10 0,5-13 0,0-1 0,-1 1 0,1-1 0,0 1 0,1-1 0,-1 1 0,0-1 0,1 1 0,-1-1 0,1 0 0,0 1 0,0-1 0,0 0 0,0 1 0,0-1 0,0 0 0,1 0 0,-1 0 0,1 0 0,2 3 0,-1-2 0,1-1 0,-1 0 0,1 1 0,0-1 0,-1-1 0,1 1 0,0 0 0,0-1 0,0 0 0,0 0 0,7 1 0,-4-1 0,0 0 0,0-1 0,0 0 0,1 0 0,-1-1 0,0 1 0,0-2 0,0 1 0,0-1 0,-1 0 0,1 0 0,0-1 0,-1 0 0,11-6 0,-11 3 0,0 0 0,-1-1 0,1 1 0,-1-1 0,0-1 0,-1 1 0,0 0 0,0-1 0,-1 0 0,0 0 0,0 0 0,-1 0 0,0-1 0,0 1 0,0-9 0,0 1 0,-1 1 0,0 0 0,-1 0 0,-1-1 0,-1 1 0,0 0 0,-7-25 0,7 33 0,-1 1 0,0-1 0,0 0 0,0 1 0,-1 0 0,0 0 0,0 0 0,-1 0 0,-8-8 0,12 13 0,-1 0 0,1-1 0,-1 1 0,1 0 0,-1 0 0,0 0 0,1 0 0,-1 0 0,0 0 0,0 1 0,0-1 0,0 1 0,0-1 0,1 1 0,-1-1 0,0 1 0,0 0 0,0 0 0,0 0 0,0 0 0,0 1 0,0-1 0,0 0 0,0 1 0,0-1 0,0 1 0,0 0 0,1-1 0,-1 1 0,0 0 0,0 0 0,1 0 0,-1 1 0,1-1 0,-1 0 0,1 1 0,-1-1 0,1 1 0,-2 1 0,-4 6 0,1 0 0,0 1 0,0-1 0,1 1 0,0 1 0,1-1 0,0 1 0,-4 17 0,2-1 0,1 1 0,-2 36 0,6-40 0,1 0 0,1 0 0,0 0 0,8 33 0,-6-45 0,0-1 0,0 1 0,1-1 0,1 0 0,-1 0 0,2-1 0,0 0 0,0 0 0,0 0 0,2 0 0,7 8 0,-11-14-124,1 0 0,0-1 0,-1 1 0,1-1 0,1 0 0,-1 0-1,0-1 1,1 0 0,-1 1 0,11 1 0,16 1-6702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56 280 24575,'-1'-25'0,"0"-1"0,-7-34 0,6 50 0,-1-1 0,0 1 0,0 0 0,-1 0 0,0 0 0,0 1 0,-1-1 0,-7-9 0,6 14 0,7 11 0,6 13 0,52 95 0,-30-63 0,22 60 0,-44-95 0,-1 1 0,-1 0 0,-1 1 0,-1-1 0,0 1 0,-1 0 0,0 34 0,-3-48 0,1 1 0,-1-1 0,0 1 0,0-1 0,0 1 0,-1-1 0,0 0 0,0 0 0,0 0 0,0 0 0,0 0 0,-1 0 0,0-1 0,-5 6 0,7-7 0,-1-1 0,1 1 0,-1-1 0,0 0 0,0 0 0,0 0 0,0 0 0,0 0 0,0 0 0,0-1 0,0 1 0,0 0 0,0-1 0,0 0 0,0 1 0,0-1 0,-1 0 0,1 0 0,0 0 0,0-1 0,0 1 0,0 0 0,0-1 0,0 0 0,-1 1 0,1-1 0,0 0 0,1 0 0,-1 0 0,0 0 0,0 0 0,-2-2 0,0-1 0,1 1 0,0-1 0,0 1 0,0-1 0,0 0 0,0 0 0,1-1 0,-1 1 0,1 0 0,0-1 0,1 1 0,-1-1 0,1 0 0,0 1 0,0-1 0,0 0 0,1 0 0,0 0 0,0-9 0,1-6 0,1 0 0,1 0 0,7-28 0,0 14 0,0 1 0,2 0 0,2 1 0,18-33 0,-20 44 0,1 1 0,1 0 0,1 1 0,0 0 0,2 1 0,31-27 0,-38 37 0,0 1 0,21-12 0,-28 17 0,1 1 0,-1-1 0,1 1 0,0 0 0,0 0 0,-1 0 0,1 0 0,0 1 0,0-1 0,0 1 0,0 0 0,7 1 0,-10-1-42,0 0-1,1 1 0,-1-1 1,0 0-1,0 1 0,0 0 1,1-1-1,-1 1 0,0-1 1,0 1-1,0 0 0,0 0 1,0 0-1,0 0 0,-1 0 1,1-1-1,0 1 0,0 1 1,-1-1-1,1 0 0,0 0 1,-1 0-1,1 0 0,-1 0 1,1 1-1,-1-1 0,0 0 1,0 0-1,0 1 0,1-1 1,-1 2-1,-2 19-6783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143 322 24575,'-1'-5'0,"1"1"0,-1-1 0,1 0 0,-1 1 0,-1-1 0,1 1 0,0-1 0,-1 1 0,0 0 0,0 0 0,-1 0 0,1 0 0,-1 0 0,0 0 0,0 0 0,0 1 0,0 0 0,-1 0 0,1-1 0,-1 2 0,0-1 0,0 0 0,0 1 0,-8-4 0,11 6 0,-1-1 0,1 1 0,0 0 0,-1 0 0,1-1 0,0 1 0,-1 0 0,1 0 0,0 0 0,-1 0 0,1 1 0,-1-1 0,1 0 0,0 1 0,-1-1 0,1 1 0,0-1 0,0 1 0,-1-1 0,1 1 0,0 0 0,0 0 0,0 0 0,0-1 0,0 1 0,0 0 0,0 0 0,0 0 0,0 1 0,0-1 0,1 0 0,-1 0 0,0 0 0,1 1 0,-1-1 0,1 0 0,-1 2 0,-2 6 0,1-1 0,-1 1 0,2-1 0,-2 14 0,-1 30 0,2-1 0,2 1 0,3-1 0,2 0 0,15 69 0,1-45 0,-18-69 0,-1 1 0,1-1 0,0 1 0,1-1 0,-1 0 0,1-1 0,0 1 0,8 8 0,-11-14 0,-1 0 0,0 1 0,0-1 0,1 0 0,-1 1 0,0-1 0,1 0 0,-1 1 0,0-1 0,1 0 0,-1 0 0,0 1 0,1-1 0,-1 0 0,0 0 0,1 0 0,-1 0 0,1 1 0,-1-1 0,0 0 0,1 0 0,-1 0 0,1 0 0,-1 0 0,0 0 0,1 0 0,-1 0 0,1 0 0,-1 0 0,1 0 0,-1-1 0,0 1 0,1 0 0,-1 0 0,1 0 0,-1 0 0,0-1 0,1 1 0,0-1 0,-1-1 0,1 1 0,-1 0 0,1 0 0,-1-1 0,1 1 0,-1-1 0,0 1 0,0 0 0,0-1 0,0-1 0,-4-41 0,-45-150 0,-2-9 0,44 170 0,3-1 0,1 1 0,1-1 0,3-39 0,0 64 0,0-1 0,0 1 0,1 0 0,0 0 0,1 0 0,0 0 0,0 0 0,1 0 0,7-12 0,-8 17 0,0 0 0,0 0 0,1 1 0,-1-1 0,1 1 0,0-1 0,0 1 0,0 0 0,0 1 0,1-1 0,-1 1 0,1-1 0,-1 2 0,1-1 0,0 0 0,0 1 0,0 0 0,0 0 0,5 0 0,5 0 0,-1 1 0,1 1 0,-1 0 0,1 1 0,-1 1 0,0 0 0,0 1 0,0 0 0,0 1 0,15 8 0,-17-7 0,-1-1 0,0 2 0,0 0 0,-1 0 0,0 1 0,0 0 0,-1 1 0,0 0 0,-1 0 0,0 1 0,14 20 0,-18-22 0,-1 0 0,1 1 0,-1-1 0,-1 0 0,0 1 0,0 0 0,0-1 0,-1 1 0,0 0 0,-1 0 0,0 0 0,-1 0 0,0-1 0,0 1 0,0 0 0,-1 0 0,-1-1 0,1 1 0,-2-1 0,1 0 0,-1 0 0,0 0 0,0-1 0,-11 14 0,14-20 0,-1 0 0,1 1 0,0-1 0,0 0 0,0 0 0,0 1 0,0-1 0,0 1 0,1-1 0,-1 1 0,0-1 0,1 1 0,-1-1 0,1 1 0,-1 0 0,1-1 0,0 1 0,0 2 0,0-2 0,1-1 0,0 1 0,0-1 0,0 0 0,0 1 0,0-1 0,1 0 0,-1 1 0,0-1 0,1 0 0,-1 0 0,0 0 0,1 0 0,-1-1 0,1 1 0,0 0 0,-1-1 0,3 2 0,33 13 0,8 4 0,47 27 0,-80-39 0,0 1 0,0 0 0,-1 1 0,0 0 0,0 1 0,-1 0 0,0 1 0,11 15 0,-19-22 0,1 0 0,-1 0 0,0 0 0,0 0 0,0 0 0,0 1 0,-1-1 0,0 0 0,0 1 0,0-1 0,0 1 0,-1 0 0,0-1 0,0 1 0,0 6 0,-1-7 0,0-1 0,0 1 0,-1-1 0,1 1 0,-1-1 0,0 0 0,0 1 0,0-1 0,0 0 0,0 0 0,0 0 0,-1-1 0,0 1 0,1-1 0,-1 1 0,0-1 0,0 0 0,-1 0 0,-3 2 0,-8 3-124,0-2 0,0 0 0,-1 0 0,1-2 0,-1 1 0,0-2-1,0-1 1,0 0 0,0 0 0,-28-4 0,-10-3-6702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39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24575,'373'0'0,"-369"0"0,-1 0 0,-1 1 0,0-1 0,0 0 0,0 0 0,0 0 0,0-1 0,0 1 0,1 0 0,-1-1 0,0 0 0,0 1 0,0-1 0,0 0 0,3-2 0,-5 3 0,0 0 0,0 0 0,0 0 0,0 0 0,0 0 0,0 0 0,0 0 0,-1 0 0,1 0 0,0 0 0,0 0 0,0 0 0,0 0 0,0 0 0,0 0 0,0 0 0,0 0 0,0 0 0,0 0 0,0 0 0,0 0 0,-1 0 0,1 0 0,0 0 0,0 0 0,0 0 0,0 0 0,0 0 0,0 0 0,0 0 0,0 0 0,0 0 0,0 0 0,0 0 0,0 0 0,0-1 0,0 1 0,0 0 0,0 0 0,0 0 0,0 0 0,0 0 0,-1 0 0,1 0 0,0 0 0,0 0 0,0 0 0,0 0 0,0 0 0,0-1 0,0 1 0,0 0 0,0 0 0,0 0 0,1 0 0,-1 0 0,0 0 0,0 0 0,0 0 0,0 0 0,0 0 0,0 0 0,0 0 0,0-1 0,0 1 0,-8 5 0,7-1 0,-1-1 0,0 1 0,1-1 0,0 1 0,0 0 0,0 0 0,0-1 0,1 1 0,0 0 0,-1 4 0,4 43 0,-1-40 0,26 216 336,4 36-2037,-29-215-5125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24575,'21'-89'0,"-15"61"0,17-53 0,-23 80 0,1 0 0,-1 0 0,0 1 0,0-1 0,1 0 0,-1 0 0,0 1 0,1-1 0,-1 0 0,1 0 0,-1 1 0,1-1 0,-1 1 0,1-1 0,-1 0 0,1 1 0,0-1 0,-1 1 0,1-1 0,1 0 0,-2 2 0,1-1 0,-1 0 0,1 0 0,-1 1 0,1-1 0,-1 0 0,1 1 0,-1-1 0,0 0 0,1 1 0,-1-1 0,0 1 0,1-1 0,-1 1 0,0-1 0,0 1 0,1-1 0,-1 1 0,0-1 0,0 1 0,0-1 0,1 2 0,7 44 0,-6-36 0,3 21 0,35 189 0,-29-169 0,3-1 0,27 61 0,-39-105 0,0-1 0,0 0 0,1 0 0,0 0 0,0-1 0,6 9 0,-9-13 0,1 0 0,-1 0 0,0 1 0,0-1 0,0 0 0,1 0 0,-1 0 0,0 0 0,0 1 0,1-1 0,-1 0 0,0 0 0,1 0 0,-1 0 0,0 0 0,1 0 0,-1 0 0,0 0 0,0 0 0,1 0 0,-1 0 0,0 0 0,1 0 0,-1 0 0,0 0 0,1 0 0,-1 0 0,0 0 0,0 0 0,1 0 0,-1 0 0,0-1 0,1 1 0,-1 0 0,0 0 0,0 0 0,1 0 0,-1-1 0,0 1 0,0 0 0,0 0 0,1-1 0,-1 1 0,0 0 0,0 0 0,0-1 0,0 1 0,0 0 0,1-1 0,-1 1 0,0 0 0,0 0 0,0-1 0,0 1 0,0 0 0,0-1 0,0 1 0,0-1 0,3-21 0,-3 20 0,1-26 0,-2 0 0,0 0 0,-8-36 0,-24-85 0,10 52 0,15 59 0,-16-85 0,22 105 0,0 1 0,2-1 0,0 0 0,4-33 0,-3 47 0,0-1 0,0 0 0,0 1 0,0-1 0,1 1 0,0 0 0,0-1 0,0 1 0,1 0 0,-1 0 0,1 1 0,0-1 0,0 0 0,0 1 0,1 0 0,-1 0 0,1 0 0,0 0 0,0 0 0,4-2 0,0 2 0,0 0 0,0 0 0,-1 1 0,1 0 0,1 1 0,-1 0 0,0 0 0,0 1 0,0-1 0,15 3 0,-3 0 0,1 2 0,-1 0 0,0 1 0,0 0 0,23 11 0,-33-11 0,0-1 0,0 1 0,-1 1 0,0 0 0,0 0 0,0 1 0,-1 0 0,0 1 0,0-1 0,-1 2 0,10 12 0,-14-16 0,-1-1 0,1 1 0,-1 0 0,0-1 0,0 1 0,-1 0 0,1 1 0,-1-1 0,0 0 0,0 0 0,-1 0 0,0 1 0,0-1 0,-1 10 0,-1-7 0,0-1 0,0 1 0,-1-1 0,1 1 0,-2-1 0,1 0 0,-1-1 0,0 1 0,-6 7 0,-5 3 0,0-1 0,-1 0 0,-1-1 0,0-1 0,-1-1 0,-20 12 0,13-9-682,-48 19-1,32-20-6143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23 316 24575,'-1'0'0,"0"-1"0,0 1 0,0-1 0,1 1 0,-1-1 0,0 1 0,0-1 0,1 0 0,-1 1 0,0-1 0,1 0 0,-1 0 0,1 1 0,-1-1 0,1 0 0,-1 0 0,0-1 0,-3-5 0,2 15 0,-1 94 0,4-1 0,16 118 0,-16-214 0,3 21 0,-4-25 0,0 1 0,0-1 0,1 0 0,-1 0 0,0 0 0,1 0 0,-1 0 0,1 0 0,-1 0 0,1 0 0,-1 0 0,1 0 0,0 0 0,-1 0 0,1-1 0,1 3 0,-1-4 0,-1 1 0,1 0 0,-1-1 0,0 1 0,1 0 0,-1-1 0,0 1 0,1-1 0,-1 1 0,0 0 0,0-1 0,1 1 0,-1-1 0,0 1 0,0-1 0,0 1 0,0-1 0,0 1 0,1-1 0,-1 1 0,0-1 0,0 1 0,0-1 0,-1 0 0,3-16 0,-2 17 0,3-128 0,-3 53 0,11-74 0,21-28 0,-26 152 0,1 0 0,2 1 0,0 0 0,2 1 0,13-22 0,-22 40 0,1 0 0,1 0 0,-1 1 0,1 0 0,0 0 0,0 0 0,0 0 0,9-6 0,-11 9 0,0 0 0,0 0 0,0 0 0,0 1 0,0-1 0,0 0 0,0 1 0,0 0 0,0-1 0,0 1 0,0 0 0,0 0 0,1 0 0,-1 0 0,0 1 0,0-1 0,0 0 0,0 1 0,0 0 0,0-1 0,0 1 0,0 0 0,0 0 0,0 0 0,3 3 0,4 3 0,0 1 0,0 0 0,-1 1 0,0-1 0,-1 2 0,0-1 0,9 17 0,37 78 0,-16-17-273,-3 2 0,-4 1 0,-5 2 0,23 144 0,-44-197-6553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45 423 24575,'-12'-22'0,"-15"-31"0,26 50 0,0 0 0,0 0 0,0 0 0,1-1 0,-1 1 0,1 0 0,0 0 0,-1 0 0,1-1 0,1 1 0,-1 0 0,0 0 0,1 0 0,1-6 0,-1 7 0,1 0 0,-1 0 0,1 0 0,-1 0 0,1 0 0,-1 1 0,1-1 0,0 1 0,0-1 0,0 1 0,0-1 0,0 1 0,0 0 0,1 0 0,-1 0 0,0 0 0,0 1 0,1-1 0,-1 0 0,3 1 0,8-2 0,1 0 0,18 0 0,-20 2 0,92-2 0,109-7 0,-182 5 0,0 0 0,-1-2 0,1-2 0,48-18 0,-71 23 0,-1 0 0,1-1 0,-1 0 0,0 0 0,0-1 0,0 0 0,-1 0 0,0-1 0,0 0 0,11-13 0,-15 15 0,0 0 0,1 0 0,-1 0 0,0 0 0,-1-1 0,1 1 0,-1-1 0,0 1 0,0-1 0,0 1 0,-1-1 0,0 0 0,0 1 0,0-1 0,0 0 0,-1 1 0,1-1 0,-1 0 0,-1 1 0,-2-8 0,-10-16 0,14 28 0,0-1 0,-1 1 0,1-1 0,0 1 0,-1-1 0,1 1 0,-1-1 0,1 1 0,0-1 0,-1 1 0,1 0 0,-1-1 0,1 1 0,-1 0 0,1-1 0,-1 1 0,1 0 0,-1 0 0,1 0 0,-1-1 0,0 1 0,1 0 0,-1 0 0,1 0 0,-1 0 0,1 0 0,-1 0 0,0 0 0,1 0 0,-1 0 0,1 0 0,-1 1 0,0-1 0,1 0 0,-1 0 0,1 0 0,-1 1 0,1-1 0,-1 0 0,1 1 0,-1-1 0,1 0 0,0 1 0,-1-1 0,1 0 0,-1 1 0,1-1 0,0 1 0,-1 0 0,-3 7 0,0 0 0,0-1 0,1 1 0,0 1 0,1-1 0,0 0 0,0 1 0,0 12 0,-1-2 0,-52 500-1365,52-458-5461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21 24575,'12'-14'0,"-11"8"0,-10 7 0,-4 4 0,-1 2 0,2-1 0,-1 2 0,1 0 0,0 0 0,-13 13 0,-62 64 0,70-68 0,1 1 0,1 0 0,1 1 0,0 1 0,-14 29 0,25-43 0,1-1 0,0 1 0,0 0 0,0 0 0,1 0 0,0 1 0,0-1 0,1 0 0,-1 0 0,1 1 0,1 5 0,0-7 0,0 0 0,1 0 0,0 0 0,-1-1 0,1 1 0,1-1 0,-1 1 0,1-1 0,0 0 0,0 0 0,0 0 0,0 0 0,1 0 0,-1-1 0,8 6 0,3 1 0,1-1 0,1 0 0,-1-1 0,1-1 0,1-1 0,-1 0 0,1 0 0,20 2 0,7 0 0,90 4 0,-2-11 0,-111-3 0,0 0 0,0-1 0,0-1 0,24-7 0,-43 10-68,0 1 0,1-1-1,-1 0 1,0 0 0,0 0 0,1 0-1,-1 0 1,0 0 0,0 0 0,0-1-1,0 1 1,-1-1 0,1 1 0,0-1-1,-1 0 1,1 0 0,-1 0-1,1 0 1,1-3 0,-3-10-6758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398 102 24575,'3'-6'0,"1"1"0,-1-1 0,0-1 0,0 1 0,-1 0 0,0-1 0,0 1 0,1-9 0,-2 14 0,-1 0 0,0 0 0,1 0 0,-1-1 0,0 1 0,0 0 0,0 0 0,0 0 0,0-1 0,0 1 0,0 0 0,-1 0 0,1 0 0,0 0 0,-1-1 0,1 1 0,-1 0 0,1 0 0,-1 0 0,1 0 0,-1 0 0,0 0 0,1 0 0,-1 0 0,0 0 0,0 0 0,0 1 0,0-1 0,0 0 0,0 1 0,0-1 0,0 0 0,0 1 0,0-1 0,0 1 0,0-1 0,0 1 0,0 0 0,-1 0 0,1-1 0,-2 1 0,-2 0 0,0 0 0,-1 0 0,1 0 0,-1 0 0,1 1 0,0 0 0,-1 0 0,-5 3 0,-4 2 0,0 1 0,0 0 0,1 1 0,0 1 0,0 1 0,1 0 0,1 0 0,-1 1 0,2 1 0,-1 0 0,2 0 0,-16 24 0,5-3 0,2 1 0,1 1 0,1 0 0,-14 48 0,18-47 0,3 2 0,0-1 0,3 1 0,1 0 0,2 1 0,0 55 0,5-77 0,1 1 0,1 0 0,0-1 0,1 1 0,1-1 0,14 32 0,-13-37 0,0-1 0,1 1 0,1-1 0,-1-1 0,2 1 0,0-2 0,0 1 0,0-1 0,1 0 0,15 9 0,-6-6 0,1-1 0,0-1 0,0-1 0,1-1 0,1-1 0,-1 0 0,1-2 0,0-1 0,0 0 0,35 0 0,-10-3 0,0-2 0,0-3 0,-1-1 0,48-12 0,-44 5 0,92-34 0,-122 39 0,-1-2 0,-1 0 0,0-1 0,0-1 0,-1-1 0,-1 0 0,26-25 0,-38 34 0,-1-1 0,1-1 0,-1 1 0,0-1 0,0 1 0,0-1 0,-1 0 0,1 0 0,-1 0 0,-1 0 0,1 0 0,-1-1 0,1 1 0,-1 0 0,-1-1 0,1 1 0,-1-1 0,-1-7 0,0 6 0,0 1 0,-1 0 0,0-1 0,0 1 0,-1 0 0,0 0 0,0 0 0,0 0 0,-1 0 0,1 1 0,-2 0 0,1-1 0,0 2 0,-9-9 0,0 2 0,-1 1 0,1 0 0,-2 1 0,1 0 0,-1 1 0,-1 1 0,1 0 0,-21-5 0,34 11 0,0 1 0,0-1 0,0 1 0,-1-1 0,1 1 0,0 0 0,0 0 0,0 0 0,-1 1 0,1-1 0,0 0 0,0 1 0,0-1 0,0 1 0,0 0 0,0 0 0,0 0 0,0 0 0,0 0 0,-3 2 0,3-1 0,-1 1 0,1 0 0,0 0 0,0 0 0,0 0 0,0 0 0,0 0 0,0 0 0,1 1 0,0-1 0,-2 5 0,0 8 0,0 0 0,1 0 0,1-1 0,0 24 0,2-19 0,0 0 0,0 0 0,2-1 0,1 1 0,0-1 0,12 30 0,-14-43 0,1 0 0,0-1 0,1 1 0,-1 0 0,1-1 0,0 0 0,0 0 0,1 0 0,0 0 0,6 4 0,-7-6 0,0 0 0,0-1 0,1 0 0,-1 0 0,1 0 0,0-1 0,-1 1 0,1-1 0,0 0 0,0 0 0,0-1 0,0 1 0,0-1 0,-1 0 0,8-2 0,-6 2 0,1-2 0,-1 1 0,1-1 0,-1 0 0,0 0 0,0-1 0,0 0 0,0 0 0,0 0 0,-1-1 0,1 0 0,-1 0 0,0 0 0,0-1 0,-1 0 0,1 0 0,-1 0 0,0 0 0,0 0 0,-1-1 0,0 0 0,5-12 0,-5 11 0,-1 1 0,1-1 0,-2 0 0,1-1 0,-1 1 0,0 0 0,0 0 0,-1 0 0,0-1 0,-1 1 0,1 0 0,-1 0 0,-1-1 0,1 1 0,-1 0 0,-1 0 0,1 1 0,-1-1 0,0 0 0,-7-9 0,4 8 0,-1 0 0,0 0 0,0 1 0,-1 0 0,0 1 0,0 0 0,0 0 0,-1 0 0,0 1 0,0 1 0,-18-7 0,103 5 0,-13 0 0,63-17 0,35-4 0,-150 26 0,0 0 0,0 1 0,0 0 0,0 1 0,0 0 0,0 1 0,-1 0 0,18 6 0,-23-6 0,0 0 0,0 0 0,0 1 0,0 0 0,-1 0 0,1 0 0,-1 1 0,0-1 0,0 1 0,0 0 0,-1 0 0,0 0 0,1 1 0,-1-1 0,0 1 0,-1 0 0,1 0 0,-1 0 0,2 6 0,-1 2 0,-1-1 0,0 1 0,0 0 0,-2 0 0,1 0 0,-2 0 0,0 0 0,0 0 0,-6 22 0,3-16 0,-2 0 0,0-1 0,-1 1 0,-12 21 0,195-303 0,-131 200 0,-29 39 0,27-35 0,-38 54 0,0-1 0,0 0 0,1 1 0,0 0 0,0 0 0,12-7 0,-17 12 0,1-1 0,-1 0 0,0 1 0,0-1 0,0 1 0,1 0 0,-1-1 0,0 1 0,0 0 0,1 0 0,-1 0 0,0 0 0,1 0 0,-1 0 0,0 0 0,1 0 0,-1 0 0,0 1 0,0-1 0,1 0 0,-1 1 0,2 0 0,-2 0 0,1 1 0,0-1 0,-1 1 0,1-1 0,-1 1 0,1 0 0,-1 0 0,0 0 0,1-1 0,-1 1 0,0 0 0,1 3 0,2 8 0,0 0 0,-1 0 0,3 23 0,-4-21 0,2 12 0,22 104 0,-20-109 0,1 0 0,0-1 0,19 37 0,-23-53-170,-1-1-1,1 0 0,0 0 1,0 0-1,0-1 0,0 1 1,7 5-1,4 0-6655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5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24575,'-3'3'0,"-4"1"0,-4 3 0,3-3 0,6-3 0,6 0 0,6-4 0,1-1-8191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50 275 24575,'-2'0'0,"0"1"0,0-1 0,0 0 0,0 0 0,1-1 0,-1 1 0,0 0 0,0-1 0,0 1 0,1-1 0,-1 1 0,0-1 0,0 0 0,1 0 0,-1 0 0,1 0 0,-1 0 0,1 0 0,-1 0 0,1 0 0,0 0 0,-1-1 0,1 1 0,0-1 0,0 1 0,0-1 0,0 1 0,0-1 0,0 0 0,1 1 0,-1-1 0,1 0 0,-1 0 0,1 0 0,-1 1 0,1-1 0,0 0 0,0 0 0,0 0 0,0 0 0,0 1 0,0-1 0,1-2 0,1-5 0,-1 1 0,2 0 0,-1 0 0,1 0 0,0 0 0,1 0 0,-1 1 0,7-10 0,0 4 0,0 1 0,1 0 0,0 0 0,1 1 0,0 1 0,1 0 0,20-13 0,-24 18 0,0 0 0,0 0 0,1 1 0,-1 0 0,1 0 0,0 1 0,0 1 0,0-1 0,1 2 0,-1-1 0,0 2 0,18 0 0,-24 0 0,-1 0 0,1 1 0,0-1 0,0 1 0,-1 0 0,1 0 0,0 1 0,-1-1 0,1 1 0,-1 0 0,0 0 0,0 0 0,1 0 0,-1 0 0,0 1 0,-1-1 0,1 1 0,0 0 0,-1 0 0,0 0 0,1 0 0,-1 0 0,-1 1 0,1-1 0,0 0 0,-1 1 0,1 0 0,-1-1 0,0 1 0,1 7 0,-2 0 0,1-1 0,-1 1 0,-1-1 0,0 1 0,0-1 0,-1 1 0,-1-1 0,1 0 0,-2 0 0,-5 13 0,-5 6 0,-2 0 0,-1 0 0,-1-2 0,-2 0 0,-26 28 0,-124 111 0,167-163 0,-20 21 0,22-23 0,1-1 0,0 1 0,0-1 0,0 0 0,-1 1 0,1-1 0,0 1 0,0-1 0,0 0 0,0 1 0,0-1 0,0 1 0,0-1 0,0 1 0,0-1 0,0 0 0,0 1 0,0-1 0,0 1 0,0-1 0,0 1 0,0-1 0,0 0 0,1 1 0,-1 0 0,1-1 0,0 1 0,-1-1 0,1 1 0,0-1 0,0 1 0,-1-1 0,1 0 0,0 1 0,0-1 0,0 0 0,0 0 0,-1 1 0,1-1 0,0 0 0,0 0 0,1 0 0,34-1 0,1-1 0,-1-2 0,53-12 0,-31 5 0,59-10 150,278-43-1665,-351 59-5311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352 275 24575,'18'-12'0,"1"0"0,-1-1 0,-1-2 0,-1 1 0,0-2 0,15-18 0,-24 26 0,0-1 0,-1 0 0,0 0 0,0 0 0,-1-1 0,7-17 0,-11 24 0,0 0 0,0 0 0,-1-1 0,1 1 0,-1 0 0,1 0 0,-1-1 0,0 1 0,0 0 0,-1 0 0,0-7 0,0 9 0,0-1 0,1 0 0,-1 0 0,0 0 0,-1 1 0,1-1 0,0 0 0,0 1 0,-1-1 0,1 1 0,0-1 0,-1 1 0,0 0 0,1 0 0,-1 0 0,0 0 0,1 0 0,-1 0 0,0 0 0,-4-1 0,1 1 0,0 0 0,0 1 0,0-1 0,-1 1 0,1 0 0,0 0 0,0 1 0,0 0 0,0 0 0,-1 0 0,1 0 0,0 1 0,1 0 0,-1 0 0,-8 5 0,-5 3 0,0 1 0,-26 22 0,12-6 0,2 1 0,0 1 0,2 2 0,2 1 0,-37 57 0,44-57 0,1 1 0,1 1 0,2 0 0,1 1 0,2 0 0,-11 54 0,20-70 0,0 0 0,1 1 0,1-1 0,1 1 0,1-1 0,6 38 0,-6-47 0,2-1 0,-1 0 0,1 0 0,1 0 0,0 0 0,0-1 0,1 1 0,0-1 0,0 0 0,1 0 0,0-1 0,0 0 0,1 0 0,-1 0 0,2-1 0,8 6 0,-2-3 0,1-2 0,0 1 0,1-2 0,0 0 0,0-1 0,0-1 0,1 0 0,-1-1 0,27 1 0,-9-2 0,1-2 0,-1-2 0,58-9 0,-61 5 0,-1-1 0,0-2 0,-1 0 0,0-2 0,0-2 0,-2 0 0,1-2 0,28-20 0,-44 25 0,0 1 0,-1-1 0,0-1 0,0 0 0,-2-1 0,1 1 0,-1-2 0,7-13 0,-11 15 0,0 1 0,-1-1 0,0 1 0,-1-1 0,0 0 0,0 0 0,-2-1 0,1 1 0,-1 0 0,-1-1 0,-2-20 0,1 18 0,-2 0 0,0 0 0,0 0 0,-2 0 0,-7-18 0,9 25 0,-1 0 0,0 0 0,0 0 0,0 0 0,-1 1 0,0 0 0,0 0 0,0 0 0,-1 1 0,0 0 0,-9-6 0,13 9 0,0 1 0,0 0 0,0 0 0,0 0 0,0 0 0,0 0 0,0 0 0,0 1 0,0-1 0,-1 1 0,1-1 0,0 1 0,0 0 0,-1 0 0,1 0 0,0 0 0,0 0 0,-1 1 0,1-1 0,-4 2 0,4-1 0,-1 1 0,1-1 0,0 1 0,-1 0 0,1 0 0,0 0 0,0 0 0,0 0 0,0 0 0,1 0 0,-1 1 0,1-1 0,-1 1 0,-1 2 0,0 5 0,-1-1 0,1 1 0,0 0 0,1 0 0,0 1 0,1-1 0,-1 19 0,3-12 0,1 0 0,0 0 0,1 0 0,1-1 0,1 1 0,0-1 0,1 0 0,1-1 0,0 1 0,19 27 0,-22-36 0,1-1 0,-1 0 0,2 0 0,-1 0 0,1 0 0,-1-1 0,2 0 0,-1 0 0,0-1 0,1 0 0,0 0 0,0 0 0,0-1 0,0 0 0,1 0 0,-1-1 0,1 0 0,0-1 0,-1 1 0,1-1 0,0-1 0,0 1 0,0-2 0,0 1 0,13-3 0,-15 2 0,-1 0 0,0-1 0,0 0 0,0 0 0,0 0 0,0-1 0,-1 1 0,1-1 0,-1 0 0,1-1 0,-1 1 0,0-1 0,0 0 0,4-5 0,-4 3 0,1-1 0,-1 1 0,0-2 0,0 1 0,-1 0 0,0-1 0,-1 1 0,1-1 0,0-8 0,-1 6 0,0 0 0,-1 0 0,-1 0 0,0 0 0,0 0 0,-1 0 0,0 0 0,0 0 0,-1 1 0,-1-1 0,0 0 0,0 1 0,-1-1 0,0 1 0,-9-15 0,9 19 0,-1-1 0,1 1 0,-1 0 0,0 0 0,-1 1 0,1 0 0,-1-1 0,0 2 0,0-1 0,-1 1 0,1 0 0,0 0 0,-1 1 0,0-1 0,0 2 0,1-1 0,-1 1 0,0 0 0,0 0 0,-8 1 0,18 0 0,10 2 0,-1-2 0,20 0 0,1-6 0,46-15 0,-57 13 0,2 2 0,-1 0 0,1 2 0,35-3 0,-52 7 0,-1 1 0,1-1 0,-1 1 0,1 0 0,-1 1 0,0 0 0,0 0 0,0 0 0,0 0 0,0 1 0,0 0 0,-1 0 0,9 7 0,-6-3 0,-1 0 0,0 0 0,0 0 0,-1 1 0,0 0 0,0 0 0,8 17 0,-6-7 0,0 0 0,-2 0 0,0 0 0,-1 1 0,-1-1 0,-1 1 0,2 23 0,-5-61 0,0 0 0,2 1 0,0-1 0,2 1 0,0 0 0,1 0 0,9-25 0,-8 30 0,0-1 0,0 1 0,1 1 0,1-1 0,0 1 0,1 1 0,0-1 0,1 2 0,0-1 0,12-9 0,-18 17 0,-1 1 0,0 0 0,1 0 0,0 0 0,-1 0 0,1 0 0,0 1 0,0-1 0,0 1 0,0 0 0,0 1 0,0-1 0,7 0 0,-8 1 0,-1 1 0,1-1 0,0 1 0,-1-1 0,1 1 0,-1 0 0,1 0 0,-1 0 0,0 0 0,1 1 0,-1-1 0,0 1 0,0-1 0,0 1 0,0 0 0,0-1 0,0 1 0,0 0 0,-1 0 0,1 1 0,-1-1 0,2 3 0,4 11 0,-1 1 0,0-1 0,-1 1 0,-1 0 0,-1 0 0,0 0 0,0 34 0,7 37 0,-8-77 0,1 0 0,0-1 0,0 0 0,1 0 0,10 19 0,-13-26 0,1-1 0,-1 0 0,0 0 0,1 1 0,0-1 0,-1 0 0,1-1 0,0 1 0,0 0 0,0 0 0,0-1 0,0 1 0,1-1 0,-1 0 0,0 0 0,1 0 0,-1 0 0,1 0 0,-1 0 0,5 0 0,-3-1 0,0 0 0,-1 0 0,1-1 0,0 1 0,0-1 0,-1 0 0,1 0 0,-1 0 0,1-1 0,-1 1 0,1-1 0,5-4 0,4-3 0,-1-1 0,0-1 0,0 0 0,-1-1 0,15-20 0,-21 26 0,-3 4 0,0-1 0,0 1 0,0 0 0,0-1 0,-1 1 0,1-1 0,-1 1 0,1-1 0,-1 0 0,0 1 0,0-1 0,1-5 0,-5 6-1365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4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60 142 24575,'-18'-16'0,"12"11"0,1 1 0,0-1 0,0 0 0,0 0 0,-7-12 0,11 16 0,1 0 0,-1 0 0,1 0 0,0 0 0,-1-1 0,1 1 0,0 0 0,0 0 0,-1 0 0,1-1 0,0 1 0,0 0 0,0 0 0,1-1 0,-1 1 0,0 0 0,0 0 0,1-1 0,-1 1 0,1 0 0,-1 0 0,1 0 0,-1 0 0,1 0 0,0 0 0,-1 0 0,1 0 0,0 0 0,0 0 0,0 0 0,0 0 0,0 0 0,0 1 0,0-1 0,0 0 0,0 1 0,0-1 0,2 0 0,7-4 0,1 0 0,0 0 0,-1 1 0,2 0 0,-1 1 0,17-2 0,71-5 0,-97 10 0,31-2 0,51 3 0,-75 0 0,0 0 0,0 0 0,-1 1 0,1 0 0,0 0 0,-1 1 0,1 0 0,-1 1 0,0 0 0,14 9 0,-21-12 0,1 1 0,0-1 0,0 1 0,-1-1 0,1 1 0,-1 0 0,1 0 0,-1-1 0,0 1 0,0 0 0,0 0 0,0 0 0,0 1 0,0-1 0,0 0 0,-1 0 0,1 0 0,-1 0 0,0 1 0,1 4 0,-2-3 0,0 0 0,1 0 0,-2 0 0,1 0 0,0 0 0,-1 0 0,1 0 0,-1-1 0,0 1 0,-5 5 0,-5 6 0,0-1 0,-1 0 0,-29 22 0,42-35 0,-35 24 0,0-1 0,-68 33 0,74-42 0,11-3 0,14-6 0,12-4 0,75-9 0,-38 3 0,54 0 0,-86 4 0,-1 1 0,1 1 0,-1 0 0,0 0 0,1 1 0,-1 1 0,-1 0 0,1 1 0,12 6 0,-20-9 0,-1 0 0,0 0 0,0 0 0,0 0 0,-1 0 0,1 1 0,-1-1 0,1 1 0,-1 0 0,0 0 0,0 0 0,0 0 0,0 0 0,0 0 0,-1 1 0,1-1 0,-1 0 0,0 1 0,0-1 0,0 1 0,-1-1 0,1 1 0,-1 0 0,0-1 0,0 1 0,0 0 0,-1-1 0,1 1 0,-1-1 0,1 1 0,-1-1 0,-1 1 0,-1 3 0,0 2 0,-1-1 0,0 0 0,-1-1 0,0 1 0,0-1 0,0 1 0,-1-2 0,0 1 0,-1-1 0,1 0 0,-1 0 0,-11 7 0,4-6 27,0 0-1,0-1 0,0-1 0,-1 0 1,1-1-1,-1-1 0,0 0 0,-1-1 1,1 0-1,0-1 0,0-1 0,-18-2 1,9-1-241,1 0 1,0-1 0,0-2-1,0 0 1,1-2 0,0 0-1,-25-14 1,24 9-6613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24575,'-3'0'0,"1"0"0,-1 0 0,1 0 0,-1 0 0,1 1 0,-1-1 0,1 1 0,-1 0 0,1-1 0,-5 3 0,6-2 0,0 0 0,0 0 0,1 0 0,-1 0 0,0 0 0,0 0 0,0 0 0,1 0 0,-1 0 0,0 1 0,1-1 0,-1 0 0,1 0 0,0 1 0,-1-1 0,1 0 0,0 1 0,0-1 0,0 0 0,0 1 0,0-1 0,0 3 0,3 18 0,1-1 0,1 1 0,0-1 0,17 38 0,-1 1 0,81 341 342,-86-311-911,-4 1 0,0 137 0,-14-154-6257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1159 24575,'-62'-322'0,"9"52"0,41 189 0,-3-112 0,15 171 0,0 0 0,2 0 0,0 0 0,1 1 0,2-1 0,11-33 0,-13 47 0,0 1 0,0 0 0,1 0 0,1 0 0,-1 0 0,1 1 0,0-1 0,0 1 0,8-6 0,-8 8 0,-1 1 0,1-1 0,1 1 0,-1 0 0,0 1 0,1-1 0,0 1 0,-1 0 0,1 0 0,0 1 0,0 0 0,0 0 0,9 0 0,-2 1 0,0 1 0,0 1 0,-1 0 0,1 0 0,-1 1 0,0 1 0,1 0 0,-2 1 0,1 0 0,-1 1 0,1 0 0,-2 1 0,1 0 0,10 9 0,3 5 0,-1 1 0,0 0 0,-2 2 0,29 39 0,-26-27 0,-2 1 0,-1 1 0,-2 0 0,-1 2 0,-3 0 0,-1 1 0,12 55 0,-19-60 0,-1 1 0,-2 0 0,-1 0 0,-3 0 0,0 0 0,-3 0 0,0 0 0,-17 66 0,14-82 27,-1-1-1,-1 0 0,0-1 0,-2 0 1,0 0-1,-1-1 0,-1 0 0,-1-1 1,0-1-1,-1 0 0,-1 0 0,-25 19 1,27-25-128,0 0 1,-1-1-1,-1-1 1,1 0 0,-1-1-1,0-1 1,-1-1-1,1 0 1,-1 0 0,0-2-1,-1 0 1,1-1 0,0 0-1,-1-2 1,1 0-1,-27-3 1,-1-5-6726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24575,'10'1'0,"-1"0"0,1 0 0,0 1 0,-1 1 0,1-1 0,-1 2 0,0-1 0,0 1 0,0 1 0,12 7 0,1 3 0,0 1 0,31 30 0,-32-26 0,-1 1 0,-1 1 0,23 34 0,-37-48 0,1 0 0,-2 0 0,1 1 0,-1 0 0,0 0 0,-1 0 0,0 0 0,-1 1 0,0-1 0,0 1 0,-1-1 0,0 1 0,-1 19 0,0-28 0,0 1 0,0 0 0,-1 0 0,1-1 0,0 1 0,-1 0 0,1-1 0,-1 1 0,1-1 0,-1 1 0,0-1 0,1 1 0,-1-1 0,0 1 0,0-1 0,0 1 0,0-1 0,-1 0 0,1 0 0,0 0 0,0 0 0,-1 0 0,1 0 0,-1 0 0,1 0 0,-1 0 0,1 0 0,-1-1 0,1 1 0,-1-1 0,0 1 0,1-1 0,-1 0 0,0 0 0,1 1 0,-1-1 0,0 0 0,-2-1 0,0 0 0,0 0 0,0 0 0,0 0 0,0 0 0,1-1 0,-1 0 0,1 0 0,-1 0 0,1 0 0,-1-1 0,1 1 0,0-1 0,0 0 0,1 0 0,-5-4 0,3 0 0,-1 1 0,2-1 0,-1 0 0,1-1 0,0 1 0,0 0 0,1-1 0,0 0 0,0 1 0,-1-15 0,3 10 0,0 0 0,0 0 0,1 0 0,1 0 0,0 0 0,5-17 0,0 9 0,1 0 0,1 0 0,1 0 0,0 2 0,1-1 0,2 1 0,20-25 0,-23 32-151,0 1-1,1 0 0,0 0 0,1 1 1,0 0-1,0 1 0,1 1 1,17-9-1,4 4-6674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47 24575,'-17'-3'0,"-3"0"0,20 3 0,-1 0 0,0 1 0,1-1 0,-1 0 0,0 1 0,1-1 0,-1 0 0,0 1 0,1-1 0,-1 1 0,1-1 0,-1 1 0,1-1 0,-1 1 0,1-1 0,-1 1 0,1 0 0,0-1 0,-1 1 0,1 0 0,0-1 0,-1 1 0,1 0 0,0 0 0,0-1 0,0 2 0,-2 6 0,1 1 0,0-1 0,0 1 0,1-1 0,0 1 0,1-1 0,2 10 0,14 60 0,-15-70 0,8 29 0,22 76 0,-28-102 0,0-1 0,1 0 0,0-1 0,1 1 0,0-1 0,0 0 0,1 0 0,9 9 0,-13-15 0,-1-1 0,1 0 0,-1 0 0,1 0 0,0 0 0,0-1 0,0 1 0,0-1 0,0 0 0,0 0 0,0 0 0,0 0 0,0 0 0,0-1 0,1 1 0,-1-1 0,0 0 0,1 0 0,-1 0 0,0 0 0,0-1 0,1 1 0,-1-1 0,0 0 0,0 0 0,0 0 0,0 0 0,0-1 0,0 1 0,0-1 0,0 0 0,4-3 0,2-2 0,-1-1 0,0 0 0,0 0 0,0-1 0,-1 1 0,-1-2 0,0 1 0,8-15 0,-5 6 0,-2-1 0,0 0 0,-1 0 0,0 0 0,-2-1 0,0 1 0,1-40 0,-5 48 0,0 1 0,-1-1 0,0 1 0,-1 0 0,0-1 0,-1 1 0,-5-14 0,5 18 0,0 0 0,0 0 0,-1 0 0,1 1 0,-1-1 0,-1 1 0,1 0 0,-1 0 0,0 0 0,0 1 0,0 0 0,-9-5 0,10 6 18,0 1 0,0 0 0,-1 0 0,0 0 0,1 1 0,-1-1 0,0 1 0,1 1 0,-1-1 0,0 1 0,0-1 0,0 1 0,0 0 0,0 1 0,1 0 0,-1-1 0,0 1 0,-6 3 0,6-2-140,-1 0 0,0 1 0,1 0 0,-1 0 0,1 0 0,0 1 0,0-1 0,0 1 0,1 1 1,-1-1-1,1 1 0,0-1 0,-6 10 0,-1 7-6704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24575,'1'-19'0,"-1"19"0,0 0 0,0 0 0,0 0 0,0 0 0,0 0 0,0 0 0,0 0 0,0-1 0,0 1 0,0 0 0,0 0 0,0 0 0,0 0 0,0 0 0,0 0 0,0-1 0,0 1 0,0 0 0,1 0 0,-1 0 0,0 0 0,0 0 0,0 0 0,0 0 0,0 0 0,0 0 0,0-1 0,0 1 0,0 0 0,1 0 0,-1 0 0,0 0 0,0 0 0,0 0 0,0 0 0,0 0 0,0 0 0,0 0 0,1 0 0,-1 0 0,0 0 0,0 0 0,0 0 0,0 0 0,0 0 0,0 0 0,1 0 0,-1 0 0,0 0 0,0 0 0,13 27 0,19 63 0,-14-37 0,1-1 0,3 0 0,44 74 0,-63-121 0,0 0 0,1 0 0,0-1 0,-1 0 0,2 1 0,-1-2 0,0 1 0,1 0 0,-1-1 0,1 0 0,8 4 0,-11-6 0,1 0 0,-1-1 0,0 1 0,1-1 0,-1 1 0,0-1 0,1 0 0,-1 0 0,1 0 0,-1 0 0,1 0 0,-1-1 0,0 1 0,1-1 0,-1 0 0,0 0 0,1 1 0,-1-1 0,0-1 0,0 1 0,0 0 0,0 0 0,0-1 0,0 1 0,0-1 0,0 0 0,-1 1 0,1-1 0,2-3 0,1-3 0,0 0 0,0 0 0,-1 0 0,0 0 0,0-1 0,-1 0 0,0 1 0,3-16 0,7-78 0,-12 85 0,18-239 0,-13 372-1365,-3-83-5461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24575,'0'31'0,"2"0"0,2 0 0,0-1 0,2 0 0,2 0 0,11 33 0,62 208-1365,-74-248-5461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0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17 24575,'-3'-3'0,"-7"-1"0,-5 0 0,-3 1 0,-1 1 0,3 3 0,3 3-8191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0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299 525 24575,'0'-2'0,"-1"-1"0,1 1 0,-1 0 0,0-1 0,0 1 0,0 0 0,0 0 0,0-1 0,0 1 0,0 0 0,-1 0 0,-1-2 0,-22-22 0,22 22 0,-1 0 0,-1 0 0,1 0 0,-1 1 0,0-1 0,0 1 0,0 0 0,0 1 0,0-1 0,-1 1 0,1 0 0,-9-2 0,11 3 0,-1 1 0,1-1 0,-1 1 0,1 0 0,-1 1 0,1-1 0,-1 0 0,1 1 0,-1 0 0,1 0 0,-1 0 0,1 0 0,0 0 0,0 1 0,0-1 0,0 1 0,0 0 0,0 0 0,0 0 0,-4 4 0,-1 3 0,0 1 0,0 0 0,1 0 0,0 0 0,0 1 0,2 0 0,-7 15 0,0 7 0,-12 46 0,19-60 0,1 0 0,1 0 0,0 0 0,2 0 0,0 0 0,3 32 0,-1-45 0,0 0 0,0 1 0,1-1 0,0 0 0,0 0 0,1-1 0,-1 1 0,1 0 0,0-1 0,6 7 0,-6-8 0,1 0 0,-1-1 0,1 0 0,0 0 0,0 0 0,0 0 0,0-1 0,1 1 0,-1-1 0,0 0 0,1-1 0,0 1 0,-1-1 0,11 2 0,-6-2 0,1-1 0,0 0 0,0 0 0,-1-1 0,1 0 0,0 0 0,-1-1 0,1-1 0,-1 0 0,0 0 0,0-1 0,0 0 0,0 0 0,12-9 0,-4 2 0,-2-1 0,0 0 0,0-1 0,-1-1 0,-1 0 0,16-22 0,-12 11 0,-1-2 0,-1 0 0,-2 0 0,0-1 0,-2-1 0,-2 0 0,13-60 0,-11 21 0,-3 0 0,-2-100 0,-6 167 0,1-23 0,-1 1 0,-1-1 0,-1 0 0,-2 1 0,-9-39 0,12 61 0,1 0 0,0 0 0,-1 0 0,1 0 0,-1 0 0,1-1 0,-1 1 0,0 0 0,1 0 0,-1 1 0,0-1 0,0 0 0,-1-1 0,2 2 0,-1-1 0,1 1 0,0 0 0,-1 0 0,1 0 0,0 0 0,-1 0 0,1 0 0,0 0 0,-1 0 0,1 0 0,0 0 0,-1 0 0,1 0 0,0 0 0,-1 1 0,1-1 0,0 0 0,0 0 0,-1 0 0,1 0 0,0 0 0,-1 1 0,1-1 0,0 0 0,0 0 0,0 1 0,-1-1 0,1 0 0,0 1 0,-3 2 0,1 0 0,0 1 0,1 0 0,-1-1 0,1 1 0,-2 5 0,-8 32 0,3 0 0,-6 72 0,6 87 0,8-143-273,2 0 0,3 0 0,2 0 0,18 67 0,-7-64-6553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204 315 24575,'0'0'0,"-1"0"0,1 0 0,0 0 0,0 0 0,-1 0 0,1 0 0,0 0 0,0 0 0,-1 0 0,1 0 0,0 0 0,0 0 0,0 0 0,-1 0 0,1 0 0,0 0 0,0 0 0,0-1 0,-1 1 0,1 0 0,0 0 0,0 0 0,0 0 0,-1-1 0,1 1 0,0 0 0,0 0 0,0 0 0,0-1 0,0 1 0,0 0 0,-1 0 0,1 0 0,0-1 0,0 1 0,0 0 0,0 0 0,0-1 0,0 1 0,4-12 0,12-9 0,20-18 0,-15 17 0,18-24 0,-34 39 0,0 1 0,-1-1 0,0 0 0,0 0 0,-1-1 0,0 1 0,0-1 0,2-13 0,-4 19 0,-1-1 0,1 0 0,-1 0 0,0 1 0,0-1 0,0 0 0,0 0 0,-1 1 0,1-1 0,-1 0 0,0 0 0,0 1 0,0-1 0,0 1 0,0-1 0,0 1 0,-1-1 0,1 1 0,-4-4 0,2 3 0,-1 0 0,0 0 0,1 0 0,-1 1 0,0-1 0,0 1 0,0 0 0,-1 0 0,1 1 0,0-1 0,-5 0 0,-3-1 0,1 1 0,-1 1 0,0 0 0,1 0 0,-1 2 0,0-1 0,0 1 0,-19 5 0,21-3 0,1 0 0,0 0 0,-1 1 0,1 0 0,1 1 0,-1 0 0,1 1 0,0 0 0,0 0 0,0 0 0,1 1 0,0 0 0,-8 11 0,11-12 0,0 0 0,1 0 0,-1 0 0,1 1 0,0-1 0,1 1 0,0 0 0,0 0 0,0-1 0,1 2 0,0-1 0,0 0 0,1 0 0,0 0 0,0 0 0,1 0 0,-1 0 0,2 0 0,1 9 0,1-6 29,-1 0-1,1 0 1,1 0-1,0-1 0,0 0 1,1 0-1,0 0 1,0-1-1,1 0 1,0 0-1,16 13 1,-10-11-243,0-1 1,0 0 0,1-1-1,0-1 1,1 0 0,-1-1-1,18 5 1,13 2-6613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79 299 24575,'-31'-86'0,"-13"-47"0,43 130 0,0 0 0,1-1 0,-1 1 0,1 0 0,0 0 0,-1 0 0,1 0 0,1 0 0,-1 0 0,2-6 0,-2 9 0,0-1 0,0 1 0,0-1 0,1 1 0,-1 0 0,0-1 0,0 1 0,1 0 0,-1-1 0,0 1 0,1 0 0,-1 0 0,0-1 0,1 1 0,-1 0 0,0 0 0,1-1 0,-1 1 0,1 0 0,-1 0 0,0 0 0,1 0 0,-1 0 0,1 0 0,-1 0 0,0 0 0,1 0 0,0 0 0,1 0 0,0 0 0,-1 1 0,1 0 0,0-1 0,0 1 0,-1 0 0,1 0 0,0 0 0,-1 0 0,3 1 0,10 10 0,0 0 0,-1 1 0,0 1 0,19 25 0,39 68 0,-58-86 0,-2-4 0,55 95 0,-57-95 0,-1 1 0,-1 0 0,0 0 0,6 31 0,-12-46 0,-1 0 0,1 0 0,-1 0 0,0 0 0,0 1 0,0-1 0,0 0 0,-1 0 0,1 0 0,-1 0 0,-1 4 0,1-6 0,1 0 0,-1 0 0,1-1 0,-1 1 0,1 0 0,-1 0 0,0-1 0,0 1 0,1 0 0,-1-1 0,0 1 0,0-1 0,0 1 0,1-1 0,-1 1 0,0-1 0,0 1 0,0-1 0,0 0 0,0 0 0,0 1 0,0-1 0,0 0 0,0 0 0,0 0 0,0 0 0,0 0 0,0 0 0,0-1 0,0 1 0,0 0 0,0 0 0,0-1 0,0 1 0,0 0 0,0-1 0,0 0 0,-5-2 0,1 0 0,0 0 0,0 0 0,0-1 0,0 0 0,0 0 0,1 0 0,0-1 0,0 1 0,0-1 0,1 0 0,-1 0 0,-3-9 0,-1 0 0,2-1 0,0 0 0,-9-30 0,12 28-59,0 0 0,1 0-1,1 0 1,1 0-1,0 0 1,1 0 0,1 0-1,0 0 1,1 1 0,1-1-1,1 1 1,0 0 0,2 0-1,-1 0 1,2 1-1,0 0 1,1 0 0,0 1-1,1 0 1,1 1 0,0 0-1,16-14 1,8-2-6767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1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39 259 24575,'-2'0'0,"1"0"0,-1 0 0,1 0 0,-1 0 0,0 1 0,1-1 0,-1 1 0,1-1 0,-1 1 0,1-1 0,0 1 0,-1 0 0,1-1 0,-1 1 0,1 0 0,0 0 0,0 0 0,0 0 0,-1 0 0,1 0 0,0 1 0,0-1 0,1 0 0,-1 0 0,0 1 0,0-1 0,1 1 0,-1-1 0,0 1 0,1-1 0,-1 1 0,1-1 0,0 1 0,0-1 0,0 1 0,0 2 0,0 8 0,0-1 0,1 0 0,0 0 0,5 15 0,-3-6 0,24 172 0,43 216 0,-67-400 0,-3-2 0,1-1 0,1 0 0,-1 0 0,1 1 0,0-1 0,0 0 0,0-1 0,1 1 0,0 0 0,-1-1 0,2 1 0,5 5 0,-9-9 0,0-1 0,1 0 0,-1 0 0,0 0 0,1 0 0,-1 0 0,1 0 0,-1 1 0,0-1 0,1 0 0,-1 0 0,0 0 0,1 0 0,-1 0 0,1-1 0,-1 1 0,0 0 0,1 0 0,-1 0 0,1 0 0,-1 0 0,0 0 0,1-1 0,-1 1 0,0 0 0,1 0 0,-1 0 0,0-1 0,1 1 0,-1 0 0,0-1 0,0 1 0,1 0 0,-1 0 0,0-1 0,0 1 0,0-1 0,1 1 0,-1 0 0,0-1 0,0 1 0,0 0 0,0-1 0,0 0 0,7-21 0,-7 20 0,8-47 0,-3 0 0,-1 0 0,-5-75 0,0 85 0,-2 0 0,-1 1 0,-2-1 0,-2 1 0,-1 0 0,-21-53 0,18 61 0,0 0 0,3 0 0,0-1 0,-7-56 0,15 75 0,1-1 0,0 1 0,0-1 0,1 1 0,1-1 0,5-18 0,-5 23 0,1 1 0,0-1 0,0 1 0,1 0 0,0-1 0,0 2 0,1-1 0,0 0 0,0 1 0,0 0 0,8-6 0,-8 8 0,0 0 0,0 0 0,0 1 0,1-1 0,-1 1 0,1 0 0,0 1 0,0-1 0,0 1 0,0 1 0,1-1 0,-1 1 0,12-1 0,-9 2 0,0 0 0,0 1 0,0 0 0,-1 0 0,1 1 0,0 0 0,0 1 0,-1 0 0,9 5 0,-2-1 0,-1 2 0,0-1 0,0 2 0,-1 0 0,0 0 0,-1 1 0,-1 1 0,1 0 0,-2 1 0,14 19 0,-17-20 0,0 0 0,-1 1 0,-1-1 0,0 1 0,0 0 0,-1 0 0,-1 1 0,0-1 0,-1 1 0,1 21 0,-3-26 0,-1 0 0,1 1 0,-2-1 0,1 0 0,-1 0 0,-1-1 0,1 1 0,-1 0 0,-1-1 0,0 0 0,0 0 0,0 0 0,-1 0 0,0 0 0,-1-1 0,-11 12 0,6-10 0,0 0 0,0 0 0,-1-1 0,0-1 0,-1 0 0,0 0 0,0-1 0,0-1 0,0 0 0,-1-1 0,0-1 0,-23 4 0,15-8 0,16-2 0,14-4 0,3 3 0,0 1 0,0-1 0,1 2 0,-1-1 0,23 0 0,63 2 0,-59 3 0,-1 1 0,52 11 0,-72-10 0,1 1 0,-1 1 0,0 0 0,0 1 0,0 1 0,-1 0 0,15 11 0,-26-15 0,0 0 0,0 0 0,-1 0 0,1 0 0,-1 1 0,0 0 0,0 0 0,-1 0 0,1 0 0,-1 0 0,2 7 0,-3-9 0,-1 1 0,0 0 0,0-1 0,-1 1 0,1 0 0,-1-1 0,1 1 0,-1 0 0,-1 0 0,1 0 0,0-1 0,-1 1 0,0 0 0,0-1 0,0 1 0,0 0 0,0-1 0,-1 1 0,-2 3 0,-2 1 23,1 0 0,-2 0 0,1 0-1,-1-1 1,-1 1 0,1-2 0,-1 1-1,0-1 1,-1-1 0,1 1 0,-1-1-1,0-1 1,0 0 0,-16 5 0,3-2-308,-1-1 1,0-1-1,0-2 1,0 0-1,-27 0 1,-4-4-6542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24575,'6'0'0,"5"0"0,3 0 0,3 0 0,1 0 0,4 0 0,4 0 0,3 0 0,4 0 0,4 0 0,2 0 0,-5 0-8191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24575,'-6'0'0,"-1"0"0,1 0 0,0 1 0,0 0 0,0 0 0,0 0 0,0 1 0,0 0 0,-8 3 0,12-3 0,0-1 0,-1 1 0,1 0 0,0-1 0,0 1 0,0 0 0,1 0 0,-1 1 0,0-1 0,1 0 0,-1 1 0,1-1 0,0 1 0,0-1 0,0 1 0,0-1 0,0 1 0,1 0 0,-1-1 0,1 1 0,-1 0 0,1 0 0,0 4 0,2 15 0,1 0 0,0-1 0,1 1 0,15 41 0,-8-27 0,17 61-682,78 176-1,-85-232-6143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73 381 24575,'5'-13'0,"3"-8"0,-8 21 0,0 0 0,0 0 0,0 0 0,0 0 0,0 0 0,0 1 0,0-1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0 0,0 0 0,0 0 0,0 0 0,0 0 0,0 0 0,0-1 0,0 1 0,0 0 0,0 0 0,0 0 0,1 13 0,-16 264 0,15-196 0,-2 43 0,2-123 0,0 1 0,0-1 0,0 1 0,0 0 0,-1-1 0,1 1 0,0-1 0,-1 1 0,1-1 0,-1 1 0,0-1 0,-1 3 0,2-4 0,0 0 0,-1 0 0,1 0 0,0 1 0,0-1 0,-1 0 0,1 0 0,0 0 0,-1 0 0,1 0 0,0 0 0,-1 0 0,1 0 0,0 0 0,0 0 0,-1 0 0,1 0 0,0 0 0,-1 0 0,1 0 0,0 0 0,-1 0 0,1-1 0,0 1 0,0 0 0,-1 0 0,1 0 0,0 0 0,0 0 0,-1-1 0,1 1 0,0 0 0,0 0 0,-1-1 0,1 1 0,0 0 0,-3-4 0,0 0 0,1 1 0,-1-1 0,1 0 0,0 0 0,0-1 0,-1-4 0,-6-23 0,1 0 0,1 0 0,2-1 0,-1-45 0,5 23 0,12-102 0,-5 114 0,2 0 0,23-73 0,-25 100 0,0 0 0,1 0 0,0 1 0,2 0 0,-1 0 0,2 1 0,0 0 0,1 1 0,0 0 0,14-12 0,-22 22 0,1 0 0,0 0 0,0 0 0,0 0 0,0 1 0,0 0 0,0-1 0,1 2 0,-1-1 0,1 0 0,-1 1 0,1 0 0,0 0 0,-1 0 0,1 1 0,0-1 0,0 1 0,0 1 0,-1-1 0,1 0 0,0 1 0,0 0 0,-1 0 0,1 1 0,-1-1 0,1 1 0,-1 0 0,0 0 0,1 0 0,-1 1 0,0 0 0,0-1 0,-1 2 0,1-1 0,-1 0 0,1 1 0,-1-1 0,0 1 0,0 0 0,2 5 0,2 1 20,-1 1 0,-1 0 0,0 0 1,0 1-1,-1 0 0,0 0 0,-1 0 0,-1 0 0,0 0 0,0 1 0,-2-1 0,1 1 0,-1-1 0,-1 0 0,0 1 0,-6 21 1,4-21-128,-1 0 0,0 0 1,-1 0-1,-1-1 0,0 0 1,0 0-1,-2 0 0,1-1 1,-1 0-1,-1 0 0,0-1 1,0 0-1,-1-1 0,0 0 1,-13 8-1,-12 5-6719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2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63 24575,'-38'-1'0,"22"0"0,-1 1 0,1 0 0,0 1 0,-18 4 0,31-5 0,1 1 0,0 0 0,0 0 0,0 0 0,0 0 0,0 0 0,0 1 0,0-1 0,0 0 0,0 1 0,1 0 0,-1-1 0,1 1 0,-1 0 0,1 0 0,0 0 0,-1 0 0,1 0 0,0 0 0,0 0 0,0 0 0,1 0 0,-1 0 0,0 3 0,-1 6 0,0 1 0,1-1 0,1 20 0,0-17 0,2 273 0,0-94 0,-2-177 0,-1-11 0,1 1 0,0-1 0,0 1 0,0-1 0,1 1 0,0-1 0,0 1 0,0-1 0,3 7 0,-4-12 0,0 0 0,0 0 0,0 0 0,1 0 0,-1 0 0,0 0 0,0 0 0,0 1 0,0-1 0,0 0 0,0 0 0,0 0 0,0 0 0,1 0 0,-1 0 0,0 0 0,0 0 0,0 0 0,0 0 0,0 0 0,0 0 0,0 0 0,1 0 0,-1 0 0,0 0 0,0 0 0,0 0 0,0 0 0,0-1 0,0 1 0,0 0 0,0 0 0,1 0 0,-1 0 0,0 0 0,0 0 0,0 0 0,0 0 0,0 0 0,0 0 0,0 0 0,0 0 0,0-1 0,0 1 0,0 0 0,0 0 0,0 0 0,0 0 0,1 0 0,-1 0 0,6-11 0,3-11 0,35-107 0,46-121 0,-62 183 0,59-104 0,-80 159 0,0 0 0,1 1 0,1 0 0,-1 0 0,16-13 0,-23 23 0,0 0 0,1 0 0,-1-1 0,0 1 0,1 0 0,0 1 0,-1-1 0,1 0 0,-1 0 0,1 1 0,0-1 0,-1 1 0,1-1 0,0 1 0,0 0 0,0-1 0,-1 1 0,1 0 0,0 0 0,0 1 0,-1-1 0,1 0 0,0 0 0,0 1 0,-1-1 0,1 1 0,0 0 0,-1-1 0,1 1 0,0 0 0,-1 0 0,1 0 0,-1 0 0,0 0 0,1 1 0,-1-1 0,2 3 0,3 3 0,-1 0 0,0 1 0,0 0 0,0 0 0,-1 0 0,3 11 0,17 52 0,26 132 0,-23-84 0,33 108-1365,-44-174-5461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74 24575,'-3'-6'0,"-4"-5"0,-1-3 0,4 0 0,9 2 0,9 4 0,12 3 0,10 2 0,11 2 0,9 4 0,-4 2-8191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15 24575,'0'0'0,"0"-1"0,0 1 0,0-1 0,0 0 0,0 1 0,0-1 0,0 1 0,0-1 0,0 1 0,0-1 0,0 1 0,0-1 0,1 1 0,-1-1 0,0 1 0,0-1 0,1 1 0,-1-1 0,0 1 0,1-1 0,-1 1 0,0-1 0,1 1 0,-1 0 0,0-1 0,1 1 0,-1 0 0,1-1 0,-1 1 0,1 0 0,0-1 0,0 2 0,-1-1 0,1 0 0,-1 0 0,1 0 0,-1 1 0,1-1 0,-1 0 0,0 1 0,1-1 0,-1 0 0,1 1 0,-1-1 0,0 1 0,1-1 0,-1 1 0,0-1 0,0 0 0,1 1 0,-1-1 0,0 1 0,0-1 0,0 1 0,1 0 0,-1-1 0,0 1 0,0-1 0,0 1 0,0-1 0,0 1 0,0-1 0,0 1 0,0-1 0,-1 1 0,1 0 0,-2 14 0,0-1 0,-1 0 0,-8 26 0,0-5 0,-175 849 0,179-833-1365,1-10-5461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3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66 24575,'0'-3'0,"0"0"0,0 0 0,0 0 0,0 0 0,-1 0 0,1 1 0,-1-1 0,0 0 0,0 0 0,0 0 0,0 1 0,0-1 0,-1 0 0,1 1 0,-1-1 0,0 1 0,0 0 0,-3-4 0,3 5 0,0-1 0,-1 1 0,1 0 0,-1 0 0,1 0 0,-1 0 0,1 0 0,-1 1 0,0-1 0,1 1 0,-1-1 0,0 1 0,0 0 0,1 0 0,-1 0 0,0 1 0,0-1 0,1 1 0,-1-1 0,-3 2 0,-11 3 0,1 1 0,-1 0 0,1 1 0,1 1 0,0 1 0,0 0 0,0 0 0,1 2 0,0 0 0,1 0 0,-21 25 0,25-25 0,1-1 0,1 2 0,0-1 0,0 1 0,1 0 0,0 1 0,1-1 0,1 1 0,0 0 0,1 0 0,0 1 0,1-1 0,0 1 0,1-1 0,1 24 0,2-21 0,1 0 0,1-1 0,0 1 0,0-1 0,2 1 0,0-1 0,1-1 0,0 1 0,1-1 0,1-1 0,0 0 0,1 0 0,0 0 0,1-1 0,1-1 0,-1 0 0,2-1 0,0 0 0,0 0 0,19 9 0,-17-11 0,0 0 0,1-1 0,0-1 0,0 0 0,1-1 0,0-1 0,0-1 0,24 2 0,-27-4 0,-1-1 0,1 0 0,0-1 0,-1-1 0,1 0 0,-1-1 0,1-1 0,-1 0 0,0 0 0,-1-1 0,14-8 0,-19 9-80,0 0 0,-1 0-1,1-1 1,-1 0 0,0 0-1,0 0 1,-1-1 0,1 0-1,-1 0 1,-1-1 0,1 1 0,-1-1-1,0 0 1,0 0 0,-1 0-1,4-12 1,0-19-6746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1797 224 24575,'12'-7'0,"1"0"0,19-16 0,-28 19 0,1 1 0,-1-2 0,0 1 0,0 0 0,0-1 0,0 0 0,-1 1 0,0-1 0,3-7 0,-5 10 0,-1 1 0,1-1 0,-1 0 0,1 1 0,-1-1 0,0 0 0,0 0 0,0 1 0,0-1 0,0 0 0,0 0 0,-1 1 0,1-1 0,-1 0 0,1 1 0,-1-1 0,1 1 0,-1-1 0,0 0 0,0 1 0,0-1 0,0 1 0,0 0 0,0-1 0,0 1 0,0 0 0,-1 0 0,1-1 0,0 1 0,-1 0 0,-1 0 0,-5-4 0,0 0 0,0 1 0,-1 0 0,-13-4 0,-21-5 0,0 2 0,-74-9 0,-94 4 0,-536 16 0,556 18 0,159-13 0,0 1 0,1 2 0,-57 21 0,78-25 0,1 1 0,0 0 0,0 0 0,0 1 0,1 0 0,-1 0 0,2 1 0,-1 0 0,1 1 0,-10 12 0,8-6 0,0 1 0,0 0 0,2 1 0,0 0 0,-7 25 0,-8 34 11,4 1 0,-14 132 0,10 161-95,17-263-2,-26 1181-2248,132 620-1163,-94-1843 3497,147 1575 0,-148-1541-6,61 894-431,36-4 64,-32-345 941,-57 4-11,-19-540-17,-4 280 3822,9-365-4272,1 0 0,1 0 1,2 0-1,0-1 1,8 25-1,-10-40-80,0 1 0,0-1-1,1 0 1,0-1 0,0 1 0,0 0 0,1-1-1,0 0 1,0 1 0,0-2 0,1 1-1,0 0 1,0-1 0,0 0 0,0 0 0,1 0-1,-1-1 1,1 0 0,0 0 0,0 0-1,9 2 1,10-1-10,1 0 0,-1-2 0,1-1 0,32-3 0,-16 1 0,2611 24-4864,-4 74-1864,-1811-63 6109,711 19-91,0-33 1142,-634-52 4086,-888 30-4475,8 0 459,1-2 0,-1-1 0,0-1 0,56-19 0,-85 23-298,-1 0 1,1-1-1,-1 0 0,1 0 0,-1 0 0,9-8 0,-13 10-132,0 0 0,1-1-1,-1 1 1,0 0-1,0-1 1,0 0 0,0 1-1,0-1 1,0 1-1,-1-1 1,1 0 0,0 0-1,-1 0 1,0 1-1,1-1 1,-1 0 0,0 0-1,0 0 1,0 0-1,0 1 1,0-1 0,0 0-1,-1 0 1,1 0-1,-2-3 1,-1-2 37,0 0-1,-1 0 1,0 0-1,0 0 1,-1 0-1,0 1 1,0 0-1,0 0 1,-8-6 0,-62-48 835,50 41-847,-93-72-1462,66 48-5461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54 24575,'-16'-9'0,"12"3"0,6 5 0,0 1 0,0-1 0,0 0 0,0 1 0,0-1 0,0 1 0,0 0 0,0-1 0,3 1 0,8-1 0,401-29 0,2 28 0,-410 2 0,1 0 0,-1 0 0,1 0 0,-1 0 0,1 1 0,11 3 0,-16-3 0,-1 0 0,1 0 0,0 0 0,0 0 0,0 0 0,-1 0 0,1 1 0,-1-1 0,1 0 0,-1 1 0,1-1 0,-1 1 0,0 0 0,0 0 0,0-1 0,0 1 0,0 0 0,0 0 0,0 0 0,-1 0 0,1 0 0,0 3 0,17 122 0,-8-35 0,74 324 0,-41-218 0,215 1278-1208,-140 18 0,-134-552 1208,1-481 0,30 416 0,-1-357 0,31 852-645,-42-1298 751,-7 304 1479,-3-312-1243,-2-1 1,-4 0 0,-33 107-1,32-135-342,-1-1 0,-1 0 0,-2-2 0,-27 39 0,23-37 0,1 1 0,2 1 0,-23 63 0,-27 126 0,40-123 0,6-11 0,-15 139 0,36-220 0,2-10 0,-1 0 0,1 0 0,-1 0 0,0-1 0,0 1 0,0 0 0,1 0 0,-2-1 0,1 1 0,0 0 0,0-1 0,0 1 0,-1-1 0,1 0 0,-1 1 0,1-1 0,-1 0 0,1 0 0,-1 0 0,0 0 0,0 0 0,1 0 0,-5 0 0,-4 2 0,0 0 0,-1-1 0,-14 2 0,6-2 0,-53 8 18,-76-1 0,-77-8-99,149-2-24,-605-24-2410,639 22 1836,-141-6-4168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2996 274 24575,'9'-9'0,"-4"5"0,-1 0 0,1-1 0,-1 0 0,0 0 0,5-8 0,-8 11 0,0 0 0,-1 0 0,1 0 0,0 0 0,-1 0 0,0-1 0,1 1 0,-1 0 0,0 0 0,0 0 0,0 0 0,0 0 0,0-1 0,-1 1 0,1 0 0,-1 0 0,1 0 0,-1 0 0,0 0 0,0 0 0,-1-2 0,-2-3 0,-1 1 0,1-1 0,-1 1 0,-1 0 0,1 0 0,-1 1 0,0-1 0,-1 1 0,1 1 0,-1-1 0,0 1 0,0 0 0,0 1 0,-1-1 0,-8-1 0,-7-2 0,1 0 0,-2 2 0,-44-4 0,27 7 10,0 2 0,0 1 0,0 3 0,-73 15-1,-156 59-254,78-7-257,3 8 1,4 9 0,4 7-1,4 8 1,-172 133 0,234-147 468,-138 138 1,176-148 86,4 4-1,-93 135 0,124-153-85,2 2 0,4 2 0,2 1 0,-30 94 0,46-107-114,3 1-1,3 0 1,1 1 0,4 1 0,2 0 0,3 69 0,6-75 137,2 0 1,2 0 0,3-1-1,2 0 1,2-1 0,3 0 0,1-2-1,3 0 1,2-1 0,3-2 0,47 67-1,-27-53-218,3-1-1,3-3 0,2-1 0,3-4 1,1-2-1,3-2 0,99 57 0,-44-41-64,3-5 0,2-5-1,210 61 1,-95-52-578,265 34 0,-55-40 196,2-20-1,861-40 1,-1025-18 548,343-70 1,-498 63 82,-1-5 1,-1-6 0,-3-6 0,223-113-1,-282 120 106,-1-3-1,-3-2 1,-1-3-1,-2-3 0,-3-2 1,-2-3-1,92-118 0,-111 124-20,-3-2 0,-2-1 0,-3-1 0,-1-1-1,-3-2 1,-3 0 0,-2-2 0,-2 0-1,-3-1 1,11-103 0,-21 100-45,-2 1 0,-3 0 0,-3-1 0,-2 1 0,-3 1-1,-29-95 1,15 81-1,-4 2 0,-3 1-1,-2 1 1,-74-110 0,43 90 18,-3 3 1,-140-139-1,100 127 73,-185-133-1,131 124 101,-5 6 1,-343-150-1,294 167-86,-3 9 0,-260-53 0,277 87 156,-231-16 0,296 49 62,0 5-1,-228 24 0,297-11-200,-126 35 1,98-13-404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9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43 274 24575,'-2'0'0,"0"0"0,1 0 0,-1-1 0,0 1 0,1-1 0,-1 1 0,0-1 0,1 0 0,-1 0 0,1 0 0,-1 1 0,1-1 0,-1-1 0,1 1 0,0 0 0,-1 0 0,1 0 0,0-1 0,0 1 0,0-1 0,0 1 0,0-1 0,0 1 0,0-3 0,-1 1 0,1 0 0,0 0 0,0 1 0,1-1 0,-1 0 0,0 0 0,1 0 0,0 0 0,0 0 0,0 0 0,0 0 0,0 0 0,1-3 0,0 2 0,1 0 0,-1 1 0,1-1 0,0 1 0,0 0 0,0 0 0,0 0 0,0 0 0,1 0 0,-1 0 0,1 0 0,0 1 0,0-1 0,0 1 0,0 0 0,0 0 0,0 0 0,1 0 0,-1 1 0,1-1 0,-1 1 0,1 0 0,0 0 0,-1 0 0,7 0 0,-3 0 0,-1 1 0,0 0 0,0 0 0,1 0 0,-1 1 0,0 0 0,0 0 0,0 0 0,1 1 0,-1 0 0,-1 0 0,1 1 0,0-1 0,9 7 0,-5 0 0,0 0 0,0 0 0,-1 1 0,-1 1 0,0-1 0,0 1 0,-1 0 0,0 1 0,-1 0 0,8 21 0,-3-3 0,-2 0 0,-1 1 0,6 43 0,-9-40 0,-2 0 0,-1 0 0,-1 0 0,-2 0 0,-7 45 0,7-75 0,0 0 0,0 1 0,0-1 0,-1 0 0,0 0 0,0 0 0,0 0 0,-4 6 0,5-9 0,1-1 0,-1 1 0,0-1 0,1 1 0,-1-1 0,1 1 0,-1-1 0,0 1 0,0-1 0,1 1 0,-1-1 0,0 0 0,0 1 0,1-1 0,-1 0 0,0 0 0,0 0 0,0 0 0,1 1 0,-2-1 0,0-1 0,1 1 0,0-1 0,0 1 0,0-1 0,-1 1 0,1-1 0,0 0 0,0 1 0,0-1 0,0 0 0,0 0 0,0 0 0,0 0 0,0 0 0,1 0 0,-1 0 0,-1-1 0,-2-6 0,0 1 0,0-1 0,1 0 0,0 0 0,0 0 0,1 0 0,0-1 0,0 1 0,0-12 0,0-12 0,2-35 0,3 27 0,2 1 0,1 0 0,3 0 0,1 0 0,1 1 0,2 1 0,2 0 0,2 1 0,1 0 0,31-45 0,-42 71 0,0 0 0,1 1 0,0-1 0,0 1 0,1 1 0,0 0 0,1 0 0,14-8 0,-21 14 0,-1 1 0,1-1 0,0 1 0,0 0 0,0 0 0,1 0 0,-1 0 0,0 0 0,0 1 0,0 0 0,1-1 0,-1 1 0,0 0 0,0 1 0,0-1 0,1 1 0,-1-1 0,0 1 0,0 0 0,0 0 0,0 0 0,0 0 0,0 1 0,0 0 0,0-1 0,-1 1 0,1 0 0,-1 0 0,1 0 0,-1 0 0,0 1 0,1-1 0,-1 1 0,0-1 0,-1 1 0,3 3 0,4 8 0,-1 0 0,0 0 0,-1 0 0,-1 1 0,0 0 0,-1 0 0,0 0 0,2 23 0,2 129 0,-8-159 0,-4 139 0,7-182 0,14-62 0,-2 44 0,29-65 0,-35 97 0,1 0 0,1 1 0,1 0 0,1 0 0,27-30 0,-35 45 0,0 0 0,0 0 0,0 1 0,1-1 0,0 1 0,0 1 0,0-1 0,8-2 0,-12 5 0,0 0 0,1 0 0,-1 1 0,0-1 0,1 1 0,-1-1 0,1 1 0,-1 0 0,0 0 0,1 0 0,-1 0 0,1 1 0,-1-1 0,0 1 0,1-1 0,-1 1 0,0 0 0,1 0 0,-1 0 0,0 0 0,0 0 0,0 1 0,0-1 0,0 1 0,0-1 0,2 4 0,1 1 0,0 0 0,0 1 0,-1-1 0,0 1 0,0 0 0,-1 0 0,0 1 0,0-1 0,2 12 0,2 11 0,2 33 0,-6-46 0,13 267-1365,-16-248-5461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24575,'3'-6'0,"-1"0"0,0 0 0,0-1 0,1-9 0,1-2 0,2 55 0,-2-15 0,5 23 0,1 0 0,2-1 0,3 0 0,1-1 0,2-1 0,45 78 0,-58-112 0,0-1 0,1 1 0,-1-1 0,2 0 0,-1 0 0,1-1 0,10 8 0,-15-12 0,-1-1 0,1 0 0,0 0 0,0 0 0,0 0 0,0 0 0,0 0 0,0-1 0,0 1 0,0-1 0,0 1 0,0-1 0,0 0 0,1 0 0,-1 0 0,0 0 0,0 0 0,0 0 0,0 0 0,0-1 0,0 1 0,0-1 0,0 0 0,0 0 0,0 1 0,0-1 0,0 0 0,0-1 0,0 1 0,0 0 0,-1 0 0,1-1 0,-1 1 0,1-1 0,-1 0 0,0 1 0,2-3 0,3-5 0,-1 1 0,0-1 0,-1 0 0,0 0 0,6-16 0,9-53 0,-13 54 0,34-205 0,-39 222 0,1-19 0,-2 25 0,0 0 0,0 0 0,0 0 0,0 0 0,0 0 0,0 1 0,0-1 0,0 0 0,0 0 0,-1 0 0,1 0 0,0 0 0,0 1 0,-1-1 0,1 0 0,-1 0 0,1 0 0,-1 1 0,1-1 0,-2 0 0,2 1 0,0 0 0,-1 0 0,1 0 0,-1 0 0,1 0 0,0 0 0,-1 0 0,1 1 0,-1-1 0,1 0 0,0 0 0,-1 0 0,1 1 0,0-1 0,-1 0 0,1 1 0,0-1 0,-1 0 0,1 1 0,0-1 0,0 0 0,-1 1 0,1-1 0,0 0 0,0 1 0,0-1 0,0 1 0,-1 0 0,-5 14 0,0 1 0,1 0 0,0 0 0,1 1 0,-2 25 0,2-13 0,-46 486 0,48 3 0,2-508 342,1-16-2049,-1-9-5119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19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88 24575,'0'-3'0,"0"-1"0,0 0 0,-1 1 0,1-1 0,-1 1 0,0-1 0,0 1 0,0-1 0,0 1 0,-1-1 0,0 1 0,1 0 0,-1 0 0,0 0 0,0 0 0,-1 0 0,1 0 0,-1 1 0,1-1 0,-1 1 0,0 0 0,0-1 0,0 1 0,0 1 0,0-1 0,0 0 0,-1 1 0,1-1 0,0 1 0,-1 0 0,1 0 0,-1 1 0,0-1 0,-4 1 0,0-1 0,-1 0 0,1 1 0,-1 1 0,1-1 0,-1 1 0,1 1 0,0 0 0,-1 0 0,1 0 0,0 1 0,1 0 0,-1 1 0,0 0 0,-7 5 0,4 0 0,1 0 0,0 1 0,0 0 0,1 1 0,0 0 0,1 1 0,0 0 0,1 0 0,1 0 0,0 1 0,0 0 0,1 0 0,-5 24 0,5-19 0,2 0 0,0 0 0,1 1 0,1-1 0,1 1 0,0-1 0,1 1 0,1-1 0,9 37 0,-8-47 0,-1 0 0,1 0 0,1-1 0,0 1 0,0-1 0,0 0 0,1 0 0,0 0 0,0-1 0,1 0 0,-1 0 0,2 0 0,9 7 0,-8-7 0,1-1 0,1 0 0,-1 0 0,1-1 0,0-1 0,-1 1 0,2-1 0,-1-1 0,0 0 0,16 1 0,37-3-1365,-3-6-5461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0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332 207 24575,'-1'-5'0,"1"0"0,-1 0 0,0 0 0,-3-9 0,-4-20 0,13-10 0,-3 39 0,-1 0 0,0 0 0,0 0 0,-1-1 0,1 1 0,-1 0 0,0-1 0,-1 1 0,1 0 0,-1-1 0,0 1 0,-3-9 0,3 12 0,0 1 0,1 0 0,-1 0 0,0 0 0,0 0 0,1 0 0,-1 0 0,0 0 0,0 0 0,0 0 0,0 1 0,0-1 0,0 0 0,-1 1 0,1-1 0,0 1 0,0-1 0,0 1 0,-1-1 0,-1 1 0,0-1 0,0 1 0,1 0 0,-1 0 0,0 1 0,0-1 0,1 1 0,-1-1 0,0 1 0,-3 1 0,-4 2 0,0 1 0,1 1 0,-17 11 0,0 2 0,1 2 0,1 0 0,-24 28 0,37-36 0,0 0 0,1 0 0,1 1 0,0 1 0,1-1 0,0 2 0,-9 27 0,16-38 0,-1-1 0,1 1 0,1-1 0,-1 1 0,1-1 0,-1 1 0,1 0 0,1-1 0,-1 1 0,1-1 0,-1 1 0,1 0 0,1-1 0,-1 0 0,1 1 0,-1-1 0,1 0 0,0 0 0,1 0 0,-1 0 0,5 6 0,-2-6 0,-1 1 0,1-1 0,0-1 0,0 1 0,0 0 0,0-1 0,1 0 0,-1 0 0,1-1 0,0 0 0,0 0 0,0 0 0,0-1 0,0 1 0,10 0 0,-3-2 0,-1 1 0,1-2 0,0 0 0,0 0 0,0-1 0,-1-1 0,1 0 0,-1 0 0,0-1 0,0-1 0,0 0 0,0-1 0,-1 0 0,0-1 0,0 0 0,15-14 0,-14 10 0,0-1 0,-1 0 0,0-1 0,0-1 0,-2 0 0,0 0 0,0 0 0,-1-1 0,-1-1 0,-1 1 0,0-1 0,4-18 0,-4 4 0,1-31 0,-8 83 57,1 0 0,0 0 0,2 0 0,0 0 0,11 41 0,-11-55-147,0 0 0,1 0 0,0 0 0,0-1 0,1 1 1,0-1-1,1 0 0,-1 0 0,1 0 0,0 0 1,1-1-1,0 0 0,0 0 0,0-1 0,1 0 0,0 0 1,0 0-1,11 5 0,10 1-6736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71 262 24575,'0'-4'0,"0"-1"0,0 1 0,0-1 0,-1 1 0,0-1 0,0 1 0,0-1 0,0 1 0,-1 0 0,1-1 0,-1 1 0,0 0 0,-1 0 0,-2-5 0,4 9 0,1 0 0,0 0 0,0 0 0,-1 0 0,1-1 0,0 1 0,0 0 0,-1 0 0,1 0 0,0 0 0,-1 0 0,1 0 0,0 0 0,0 0 0,-1 0 0,1 0 0,0 0 0,0 0 0,-1 0 0,1 0 0,0 0 0,-1 0 0,1 1 0,0-1 0,0 0 0,-1 0 0,1 0 0,0 0 0,0 0 0,0 1 0,-1-1 0,1 0 0,0 0 0,0 0 0,0 1 0,-1-1 0,1 0 0,0 0 0,0 1 0,0-1 0,0 0 0,0 0 0,0 1 0,-1-1 0,1 0 0,0 0 0,0 1 0,0-1 0,0 0 0,0 0 0,0 1 0,0-1 0,0 1 0,-2 18 0,3 2 0,1 1 0,0 0 0,12 38 0,-4-16 0,90 378 0,-86-372 0,-12-41 0,0-3 0,-1-1 0,0 1 0,0-1 0,0 1 0,0 9 0,-1-14 0,0-1 0,0 0 0,0 0 0,0 1 0,0-1 0,0 0 0,0 0 0,0 1 0,0-1 0,0 0 0,0 0 0,0 0 0,0 1 0,0-1 0,-1 0 0,1 0 0,0 1 0,0-1 0,0 0 0,0 0 0,0 0 0,0 0 0,-1 1 0,1-1 0,0 0 0,0 0 0,0 0 0,-1 0 0,1 0 0,0 1 0,0-1 0,0 0 0,-1 0 0,1 0 0,0 0 0,-1 0 0,-7-5 0,-7-14 0,-8-15 0,2-1 0,2-2 0,1 0 0,2 0 0,-21-77 0,28 82 0,3 0 0,1-1 0,1 1 0,1-1 0,2 0 0,2 0 0,8-62 0,-5 77 0,1 0 0,0 0 0,1 1 0,1-1 0,1 2 0,0-1 0,1 1 0,1 0 0,1 1 0,20-23 0,-24 31 0,0 0 0,0 0 0,1 1 0,0 0 0,0 1 0,1 0 0,-1 0 0,1 1 0,14-6 0,-16 8 0,0 1 0,1-1 0,-1 1 0,1 0 0,-1 1 0,1 0 0,0 0 0,-1 1 0,1-1 0,-1 2 0,1-1 0,-1 1 0,11 4 0,-11-3 0,0 0 0,-1 0 0,0 0 0,1 1 0,-1 0 0,0 0 0,-1 1 0,1-1 0,-1 1 0,0 1 0,0-1 0,-1 1 0,1-1 0,-1 1 0,0 1 0,-1-1 0,5 12 0,-5-10 0,-1 0 0,0 0 0,0 0 0,-1 0 0,0 1 0,0-1 0,-1 0 0,0 0 0,-1 1 0,0-1 0,0 0 0,-1 0 0,0 0 0,0 0 0,-5 10 0,-1 0 49,-1-1 0,-1 0 0,0 0-1,-1-1 1,-1 0 0,-23 23 0,16-21-391,-1 0 1,-1-1 0,-1-1-1,-31 17 1,29-20-6485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252 384 24575,'21'-10'0,"0"-1"0,35-24 0,-49 29 0,-1 1 0,0-1 0,0 0 0,0 0 0,-1 0 0,0-1 0,0 0 0,-1 0 0,0 0 0,0-1 0,4-11 0,-4 6 0,-1 1 0,0-1 0,-1 0 0,-1-1 0,0 1 0,0 0 0,-1 0 0,-4-25 0,3 32 0,0 0 0,-1 0 0,0 0 0,0 1 0,0-1 0,-1 0 0,1 1 0,-1 0 0,-6-8 0,7 10 0,-1 0 0,1 1 0,-1-1 0,0 1 0,0 0 0,0 0 0,0 0 0,0 0 0,-1 0 0,1 0 0,-1 1 0,1 0 0,-1 0 0,1 0 0,-1 0 0,-6 0 0,3 1 0,0 0 0,-1 0 0,1 1 0,0 1 0,0-1 0,0 1 0,0 0 0,0 1 0,0-1 0,0 1 0,1 1 0,0-1 0,-1 1 0,1 0 0,1 1 0,-7 5 0,-10 10 0,1 1 0,-28 36 0,31-34 0,1 1 0,1 0 0,-20 40 0,29-48 0,0 1 0,1 0 0,1 0 0,0 0 0,1 1 0,-2 34 0,5-47 0,1 0 0,0 0 0,0 0 0,1 0 0,0-1 0,-1 1 0,2 0 0,-1 0 0,0-1 0,1 1 0,0 0 0,0-1 0,0 0 0,1 1 0,-1-1 0,1 0 0,0 0 0,0-1 0,4 4 0,-1-2 0,-1-1 0,1-1 0,0 1 0,0-1 0,0 0 0,0 0 0,1-1 0,-1 0 0,1 0 0,-1 0 0,1-1 0,0 0 0,7 0 0,-1-1 0,-1 0 0,1-1 0,-1 0 0,1-1 0,-1 0 0,0-1 0,0 0 0,0-1 0,0-1 0,0 0 0,-1 0 0,0-1 0,0-1 0,-1 0 0,0 0 0,0-1 0,12-12 0,-7 4 0,0 0 0,-1-1 0,-1 0 0,-1-1 0,0-1 0,-1 0 0,-2 0 0,0-1 0,8-25 0,-5-2 0,-10 35 0,1 1 0,0-1 0,0 1 0,11-21 0,-13 50 0,-2-6 0,-4 35 0,1 76 0,4-110 0,1-1 0,1 1 0,0 0 0,0-1 0,1 1 0,1-1 0,0 0 0,1 0 0,0 0 0,1 0 0,7 11 0,8 0-1365,-1-8-5461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73 313 24575,'0'-1'0,"0"0"0,0 0 0,0-1 0,-1 1 0,1 0 0,0 0 0,-1 0 0,1 0 0,0 0 0,-1 0 0,1 0 0,-1 0 0,0 0 0,1 0 0,-1 0 0,0 0 0,0 0 0,1 0 0,-1 0 0,0 0 0,0 1 0,0-1 0,0 0 0,0 1 0,0-1 0,0 1 0,0-1 0,0 1 0,-1 0 0,1-1 0,0 1 0,0 0 0,0 0 0,0 0 0,-1-1 0,1 1 0,0 0 0,0 1 0,0-1 0,0 0 0,-1 0 0,1 0 0,0 1 0,0-1 0,0 1 0,0-1 0,0 1 0,0-1 0,0 1 0,0 0 0,0-1 0,0 1 0,0 0 0,0 0 0,1 0 0,-1-1 0,0 1 0,0 1 0,-2 4 0,0 0 0,0 0 0,0-1 0,1 2 0,0-1 0,1 0 0,-1 0 0,1 0 0,0 9 0,0 62 0,1-64 0,34 325 0,-20-238 0,-13-91 0,-1-3 0,1 0 0,0 0 0,0-1 0,4 10 0,-5-15 0,0 0 0,0 1 0,0-1 0,0 0 0,0 0 0,0 0 0,0 0 0,0 0 0,0 0 0,0 1 0,0-1 0,0 0 0,0 0 0,0 0 0,0 0 0,0 0 0,0 0 0,0 0 0,1 1 0,-1-1 0,0 0 0,0 0 0,0 0 0,0 0 0,0 0 0,0 0 0,0 0 0,1 0 0,-1 0 0,0 0 0,0 0 0,0 0 0,0 0 0,0 0 0,0 0 0,1 0 0,-1 0 0,0 0 0,0 0 0,0 0 0,0 0 0,0 0 0,0 0 0,1 0 0,-1 0 0,0 0 0,0 0 0,0 0 0,0 0 0,4-8 0,0-14 0,-5-17 0,-2 0 0,-14-68 0,5 30 0,8 48 0,-25-243 0,28 238 0,1 1 0,1-1 0,3 1 0,0 0 0,2-1 0,11-32 0,-14 57 0,0-1 0,1 1 0,0 1 0,10-16 0,-13 22 0,0 0 0,0 0 0,1 1 0,-1-1 0,0 1 0,1-1 0,-1 1 0,1 0 0,0-1 0,-1 1 0,1 0 0,0 0 0,0 0 0,0 0 0,0 1 0,0-1 0,0 0 0,0 1 0,0 0 0,0-1 0,0 1 0,0 0 0,0 0 0,0 0 0,0 0 0,0 0 0,0 1 0,3 0 0,2 2 0,1 0 0,-2 0 0,1 1 0,0 0 0,-1 0 0,0 1 0,0 0 0,0 0 0,0 0 0,-1 1 0,0 0 0,6 8 0,1 4 0,0 0 0,-1 0 0,10 26 0,-13-26 0,-1 0 0,-1 0 0,-1 1 0,-1 0 0,0 1 0,-1-1 0,-1 0 0,-1 1 0,-2 29 0,0-39 0,0 0 0,-1-1 0,0 1 0,0-1 0,-1 0 0,0 1 0,-1-1 0,0-1 0,0 1 0,-1-1 0,0 1 0,-1-1 0,0-1 0,0 1 0,0-1 0,-1 0 0,0 0 0,-1-1 0,1 0 0,-1-1 0,-9 6 0,6-6-273,0 0 0,0 0 0,-1-1 0,-11 2 0,-6 0-6553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24575,'4'0'0,"1"0"0,0 0 0,-1 0 0,1 1 0,-1 0 0,1-1 0,-1 2 0,6 1 0,-8-2 0,0 0 0,0 0 0,-1 1 0,1-1 0,-1 1 0,1-1 0,-1 1 0,0-1 0,0 1 0,0 0 0,1-1 0,-1 1 0,-1 0 0,1 0 0,0 0 0,0 0 0,-1 0 0,1 0 0,-1 0 0,1 4 0,3 29 0,-2 62 0,1 5 0,5-39 0,3 0 0,3-1 0,27 79 0,-67-204 0,2-1 0,3 0 0,3-2 0,3 0 0,3-1 0,2 0 0,4 0 0,3-110 0,5 148 0,10-57 0,-10 78 0,0-1 0,1 1 0,0-1 0,0 1 0,0 0 0,1 0 0,0 0 0,1 1 0,0-1 0,11-11 0,-14 16 0,0 1 0,0 0 0,1 1 0,-1-1 0,1 0 0,-1 1 0,1-1 0,0 1 0,0 0 0,-1 0 0,1 0 0,0 0 0,0 1 0,0-1 0,0 1 0,5-1 0,-3 2 0,0-1 0,-1 1 0,1 0 0,-1 0 0,1 0 0,-1 1 0,1 0 0,-1-1 0,7 6 0,1 1 0,0 1 0,-1 0 0,0 0 0,-1 1 0,18 23 0,-13-13 0,-1 0 0,-1 1 0,0 1 0,-2 0 0,-1 1 0,0 0 0,-2 0 0,8 38 0,-13-48 0,-1 1 0,-1-1 0,0 1 0,-1-1 0,-1 1 0,0-1 0,-4 21 0,2-24 0,0-1 0,0 0 0,0 0 0,-1-1 0,-1 1 0,1-1 0,-1 0 0,-1 0 0,0 0 0,0-1 0,-11 11 0,2-5-227,-1-1-1,-1 0 1,0-2-1,0 0 1,-22 9-1,-25 9-6598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20 116 24575,'-2'-3'0,"0"1"0,0-1 0,0 0 0,0 0 0,1-1 0,0 1 0,-1 0 0,1 0 0,0-1 0,1 1 0,-1-1 0,0-5 0,0-46 0,1 41 0,35 549 0,-33-521 8,29 272-1381,-28-231-5453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1480 176 24575,'0'-6'0,"-1"-1"0,1 1 0,-1 0 0,0 0 0,-1-1 0,1 1 0,-1 0 0,-1 0 0,1 0 0,-1 1 0,0-1 0,0 0 0,-1 1 0,1 0 0,-1 0 0,0 0 0,-1 0 0,1 1 0,-1 0 0,0 0 0,0 0 0,0 0 0,-12-5 0,2 2 0,-1 0 0,0 1 0,0 1 0,-1 0 0,0 1 0,1 1 0,-32-1 0,-6 2 0,0 3 0,0 2 0,-92 18 0,-156 58 0,15 30 0,242-88 0,1 2 0,1 3 0,1 1 0,-43 36 0,75-55 0,0 1 0,1 0 0,0 1 0,1 0 0,-11 16 0,17-23 0,0-1 0,1 1 0,-1 0 0,1 0 0,-1 1 0,1-1 0,0 0 0,1 0 0,-1 1 0,0-1 0,1 0 0,0 1 0,0-1 0,0 1 0,0-1 0,0 0 0,1 1 0,-1-1 0,1 0 0,0 1 0,0-1 0,0 0 0,1 0 0,-1 0 0,4 5 0,0-1 0,1 0 0,0-1 0,0 0 0,0 0 0,1 0 0,0 0 0,0-1 0,0 0 0,10 4 0,9 3 0,43 15 0,-1-7-149,1-3-1,126 16 0,145-8-304,-337-25 454,216 8-528,247-24 0,-310 0 221,0-7 0,204-56 1,-163 12 172,-167 55 165,-1-2 0,0-2 0,-1 0 0,32-26 1,-52 36 81,0-1 0,-1 0 0,1 0 0,-2 0 0,1-1 0,-1 0 0,7-12 0,-11 16-56,-1 1 0,1 0 1,-1-1-1,0 1 0,1-1 1,-2 1-1,1-1 1,0 0-1,-1 1 0,0-1 1,1 0-1,-1 1 0,-1-1 1,1 0-1,-1 1 1,1-1-1,-1 0 0,0 1 1,0-1-1,-1 1 1,1-1-1,-4-5 0,-1 1-19,0 0-1,-1 0 1,0 1-1,0 0 1,0 0-1,-1 1 1,0 0-1,-1 0 0,1 1 1,-17-8-1,-7-1 74,-61-18 0,-33-2-230,-2 6 0,-144-13-1,-265 9-238,136 39-888,301 1-4983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4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24575,'2'35'0,"2"0"0,1 0 0,14 47 0,0 3 0,66 568 0,-83-627 0,7 40 0,2 27 0,-11-91 0,0-1 0,0 1 0,0 0 0,0-1 0,0 1 0,0 0 0,0-1 0,-1 1 0,1 0 0,0-1 0,-1 1 0,0-1 0,1 1 0,-1-1 0,0 1 0,0-1 0,0 0 0,0 1 0,0-1 0,0 0 0,0 0 0,0 1 0,0-1 0,-2 1 0,0-1 0,1 0 0,-1 0 0,1 0 0,-1-1 0,0 1 0,1-1 0,-1 1 0,0-1 0,1 0 0,-1 0 0,0 0 0,1 0 0,-6-2 0,106 8 0,762 56-385,-1-46-1,-826-16 386,-9 0 0,0 0 0,0-2 0,0-1 0,30-7 0,-51 10 12,-1-1 0,0 0 0,0 1 0,0-1 0,0 0 0,-1 0 0,1 0 0,0-1 1,3-1-1,-5 2 1,1 1 0,-1-1 0,1 0 1,-1 1-1,1-1 0,-1 0 0,0 1 1,1-1-1,-1 0 0,0 1 0,0-1 1,1 0-1,-1 0 0,0 1 0,0-1 1,0 0-1,0 0 0,0 1 0,0-2 1,-1-1 13,0 1 1,0-1-1,0 1 1,0 0-1,0 0 1,-1-1-1,1 1 1,-1 0 0,0 0-1,1 0 1,-1 0-1,0 1 1,-4-4-1,2 2-178,0 0-1,1-1 0,-1 1 0,1-1 1,0 1-1,0-1 0,0 0 1,-2-5-1,0-3-6674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2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24575,'1'-14'0,"0"-1"0,1 1 0,5-15 0,-4 15 0,0 30 0,-1 17 0,34 345 0,-17-205 0,62 385 0,-77-544 0,-2-3 0,0 1 0,1-1 0,1 0 0,7 17 0,-6-22 171,-4-9 0,-4-12-1878,-3-1-5119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5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16242 5537 24575,'2'0'0,"0"0"0,0 0 0,0 0 0,0 0 0,0 0 0,0 0 0,0-1 0,0 1 0,-1-1 0,1 0 0,0 1 0,0-1 0,0 0 0,-1 0 0,4-2 0,-5 2 0,1 1 0,-1 0 0,0-1 0,0 1 0,0-1 0,1 1 0,-1 0 0,0-1 0,0 1 0,0-1 0,0 1 0,0-1 0,0 1 0,0 0 0,0-1 0,0 1 0,0-1 0,0 1 0,0-1 0,0 1 0,0-1 0,0 1 0,0 0 0,-1-1 0,1 0 0,-15-15 0,-10-1 0,0 2 0,0 0 0,-48-19 0,-90-22 0,90 32 0,-617-219-424,13-30-419,-143-111-1159,-47-20 324,-668-226-895,1116 463 1214,-1541-577 973,-31 92 463,-765-139-708,758 300 2498,1037 241 4850,385 97-5482,507 136-1235,-336-87 0,252 69-1365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09:5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45 24575,'2'0'0,"0"-1"0,1 0 0,-1 0 0,0 0 0,1 0 0,-1 0 0,0-1 0,0 1 0,0-1 0,0 1 0,0-1 0,1-2 0,20-22 0,-24 26 0,-1 0 0,0 0 0,0 0 0,0 0 0,1 0 0,-1 0 0,0 0 0,0 1 0,1-1 0,-1 1 0,-3 1 0,-76 22 0,-60 20 0,140-43 0,-1-1 0,1 0 0,0 1 0,0-1 0,0 1 0,-1-1 0,1 1 0,0 0 0,0-1 0,0 1 0,0 0 0,0 0 0,0 0 0,0 0 0,0 0 0,0 0 0,1 0 0,-1 0 0,0 0 0,1 0 0,-1 0 0,1 1 0,-1-1 0,1 0 0,-1 0 0,1 1 0,0-1 0,-1 0 0,1 0 0,0 1 0,0-1 0,0 0 0,0 1 0,0-1 0,1 0 0,-1 1 0,0-1 0,1 0 0,0 2 0,2 5 0,1 0 0,0-1 0,1 0 0,0 0 0,6 8 0,-2-4 0,89 118-1365,-74-98-5461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0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15208 160 24575,'-5'3'0,"0"0"0,0 0 0,0-1 0,0 1 0,0-1 0,-1-1 0,1 1 0,-1-1 0,1 0 0,-11 1 0,5 0 0,-621 57 0,558-55 0,-857 23-1852,715-24 1438,-2118 3 141,1098-24 273,-381-1 0,1481 19-8,-1988-23-807,1652 10 815,-228-8 0,-65-13-233,-288-1 182,759 27 55,-43 0-18,-793-31 158,334-5 3368,547 25-3512,231 17-1365,4 2-5461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58 24575,'20'-24'0,"-17"19"0,1 1 0,-1 0 0,0 0 0,1 0 0,0 0 0,7-4 0,-42 40 0,-78 50 0,107-81 0,1-1 0,0 1 0,0 0 0,-1-1 0,1 1 0,0 0 0,0 0 0,0 0 0,0 0 0,0 0 0,0 0 0,1 0 0,-1 0 0,0 0 0,0 0 0,1 0 0,-1 0 0,1 1 0,-1-1 0,1 0 0,-1 1 0,1-1 0,0 0 0,0 1 0,-1-1 0,1 2 0,1-1 0,0 0 0,0 0 0,0 0 0,1 0 0,-1-1 0,0 1 0,1 0 0,-1-1 0,1 1 0,-1-1 0,1 0 0,0 1 0,0-1 0,-1 0 0,1 0 0,2 1 0,226 108 49,-146-73-1463,-33-14-5412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14063 0 24575,'-5'5'0,"-1"-1"0,0 0 0,0 0 0,0-1 0,0 0 0,0 0 0,-8 3 0,-10 4 0,-355 194 0,273-139 0,-142 114 0,-78 104 26,-208 160-169,376-340-105,-4-7 0,-4-7 0,-331 125 0,-569 94-847,392-175-83,-5-25 146,185-32 1244,-890 194-212,579-70-635,-185 43-228,291-100 850,-4-23 137,603-103-63,-1244 240 1124,1040-188 235,-304 56 1503,398-93-2923,-723 90 0,915-120 0,-157 17 0,138-13 0,0 2 0,-59 20 0,94-27 0,0 0 0,0 0 0,0 0 0,0-1 0,0 1 0,0-1 0,0 1 0,0-1 0,0 0 0,0 0 0,0 0 0,0 0 0,-1 0 0,1-1 0,0 1 0,-3-1 0,4 0 0,0 0 0,0-1 0,-1 1 0,1 0 0,0 0 0,0-1 0,1 1 0,-1-1 0,0 1 0,0-1 0,1 1 0,-1-1 0,1 1 0,-1-1 0,1 1 0,0-1 0,0 0 0,-1 1 0,1-1 0,0 0 0,0 1 0,1-3 0,1-52-1365,-2 35-5461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62 143 24575,'1'-13'0,"1"0"0,1 1 0,0-1 0,0 0 0,8-16 0,-6 16 0,-4 10 0,0 0 0,0-1 0,1 0 0,-1 1 0,1 0 0,0-1 0,0 1 0,4-6 0,-6 9 0,0 0 0,0 0 0,1 0 0,-1 0 0,0 0 0,0 0 0,0 0 0,0 0 0,1 0 0,-1 0 0,0 0 0,0 0 0,0 0 0,1 0 0,-1 0 0,0 0 0,0 0 0,0 0 0,0 0 0,1 0 0,-1 0 0,0 0 0,0 0 0,0 0 0,0 1 0,0-1 0,1 0 0,-1 0 0,0 0 0,0 0 0,0 0 0,0 0 0,0 1 0,0-1 0,1 0 0,-1 0 0,0 0 0,0 0 0,0 0 0,0 1 0,0-1 0,0 0 0,0 0 0,0 0 0,0 0 0,0 1 0,0-1 0,0 0 0,0 0 0,0 0 0,0 1 0,0-1 0,0 0 0,0 0 0,1 13 0,0 8 0,-1 1 0,0 0 0,-2-1 0,-1 1 0,-7 28 0,6-36 0,0-1 0,-1 0 0,-1 0 0,0-1 0,0 0 0,-1 0 0,-1 0 0,0-1 0,-15 16 0,21-25 0,0 0 0,0 0 0,0 1 0,0-1 0,0 0 0,0 1 0,1-1 0,-1 1 0,1 0 0,0-1 0,0 1 0,0 0 0,-1 5 0,2-6 0,0 0 0,1 1 0,-1-1 0,1 0 0,-1 0 0,1 0 0,0 0 0,0 0 0,0 0 0,0 0 0,0 0 0,1 0 0,-1 0 0,0-1 0,1 1 0,-1 0 0,1-1 0,0 1 0,2 0 0,8 9 0,1-2 0,1 0 0,0 0 0,0-1 0,19 7 0,0-3 0,47 13 0,-40-17-341,0-1 0,0-2-1,68 0 1,-79-6-6485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820 244 24575,'2'-1'0,"-1"0"0,1-1 0,0 1 0,-1-1 0,1 0 0,-1 1 0,1-1 0,-1 0 0,0 0 0,0 0 0,0 0 0,0 0 0,0 0 0,0 0 0,0 0 0,-1-1 0,1 1 0,-1 0 0,1 0 0,-1 0 0,0-1 0,0 1 0,0 0 0,0 0 0,-1-5 0,-1-24 0,2 19 0,0-1 0,-1 1 0,-1 0 0,-3-15 0,4 24 0,-1-1 0,1 0 0,-1 1 0,0-1 0,0 1 0,0-1 0,0 1 0,-1 0 0,1 0 0,-1 0 0,0 0 0,1 0 0,-2 1 0,1-1 0,0 1 0,0 0 0,-5-3 0,-3 1 0,0-1 0,-1 2 0,1-1 0,-1 2 0,0-1 0,0 2 0,1 0 0,-1 0 0,0 1 0,-16 1 0,-7 3 0,0 2 0,-41 11 0,13 1 0,-105 43 0,137-47 0,0 1 0,1 2 0,1 1 0,1 2 0,-28 24 0,50-39 0,0 0 0,1 0 0,0 1 0,0 0 0,0 0 0,1 1 0,0-1 0,0 1 0,1 0 0,-4 9 0,6-13 0,0 1 0,0 0 0,1 0 0,-1 0 0,1 0 0,0 0 0,0 0 0,0 0 0,1 0 0,-1 0 0,1 0 0,0 0 0,0 0 0,1 0 0,-1-1 0,1 1 0,0 0 0,-1-1 0,2 1 0,4 5 0,1 0 0,0 0 0,1-1 0,0 0 0,0 0 0,1-1 0,0 0 0,1-1 0,18 9 0,98 32 0,-114-43 0,238 60 0,-165-46 0,157 55 0,-243-73 0,10 4 0,0 0 0,-1 1 0,0 0 0,9 6 0,-17-10 0,1 0 0,-1 1 0,0-1 0,1 0 0,-1 0 0,0 1 0,0-1 0,0 0 0,0 1 0,0-1 0,0 1 0,-1 0 0,2 2 0,-2-3 0,0 1 0,0-1 0,0 0 0,0 0 0,0 0 0,0 0 0,-1 1 0,1-1 0,0 0 0,-1 0 0,1 0 0,-1 0 0,1 0 0,-1 0 0,1 0 0,-1 0 0,0 0 0,0 0 0,1 0 0,-1 0 0,0-1 0,0 1 0,-1 0 0,-6 5 0,0 0 0,-1-1 0,1 0 0,-1 0 0,0-1 0,-1 0 0,-16 4 0,-75 13 0,81-17 0,-235 30 342,225-33-586,1 0 0,-1-2 0,1-2 0,0 0 1,-1-2-1,-47-14 0,42 5-6582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24575,'1'1'0,"1"0"0,-1 0 0,1 1 0,-1-1 0,0 0 0,1 1 0,-1-1 0,0 0 0,0 1 0,0-1 0,0 1 0,0 0 0,0-1 0,0 1 0,-1 0 0,1 0 0,0 2 0,2 2 0,34 92 0,-30-76 0,0 0 0,2 0 0,0-1 0,25 39 0,-32-57 0,0 0 0,0-1 0,0 1 0,0-1 0,0 1 0,1-1 0,-1 0 0,1 0 0,-1 0 0,1 0 0,0-1 0,0 1 0,0-1 0,0 1 0,0-1 0,0 0 0,0 0 0,0-1 0,1 1 0,-1-1 0,0 1 0,0-1 0,1 0 0,-1 0 0,0 0 0,0-1 0,1 1 0,-1-1 0,0 0 0,0 0 0,0 0 0,0 0 0,0 0 0,0-1 0,5-3 0,1-1 0,0 0 0,0-1 0,-1-1 0,0 1 0,0-1 0,-1-1 0,0 1 0,0-1 0,8-15 0,-8 10 0,1-1 0,-2-1 0,0 1 0,0-1 0,-2 0 0,0 0 0,-1 0 0,2-24 0,-5 32 0,1 0 0,-1 1 0,-1-1 0,1 1 0,-2-1 0,1 1 0,-1-1 0,0 1 0,0 0 0,-1-1 0,0 1 0,0 1 0,0-1 0,-1 0 0,-1 1 0,1 0 0,-1 0 0,0 0 0,0 0 0,-8-6 0,10 10-114,0 0 1,1 0-1,-1 0 0,0 1 0,0-1 1,0 1-1,0 0 0,0 0 0,0 0 1,0 0-1,-5 0 0,-10 1-6712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47 24575,'-28'-20'0,"25"17"0,0 0 0,0 1 0,0-1 0,0 1 0,0 0 0,0 0 0,0 0 0,-1 1 0,1-1 0,-1 1 0,0-1 0,-5 0 0,9 2 0,-1 0 0,1 0 0,-1 0 0,1 0 0,-1 1 0,1-1 0,0 0 0,-1 0 0,1 0 0,-1 1 0,1-1 0,0 0 0,-1 0 0,1 1 0,-1-1 0,1 0 0,0 1 0,0-1 0,-1 0 0,1 1 0,0-1 0,-1 0 0,1 1 0,0-1 0,0 1 0,0-1 0,-1 0 0,1 1 0,0-1 0,0 1 0,0-1 0,0 1 0,0-1 0,0 1 0,0-1 0,0 1 0,0-1 0,0 1 0,0 0 0,5 21 0,-5-21 0,55 153 0,-2-9 0,-45-119 0,-2 0 0,-1 0 0,4 49 0,-9-72 0,0 0 0,0 1 0,0-1 0,-1 0 0,1 0 0,-1 1 0,0-1 0,0 0 0,0 0 0,0 0 0,-1 0 0,-1 4 0,2-6 0,1-1 0,-1 1 0,1 0 0,-1-1 0,0 1 0,1-1 0,-1 1 0,1-1 0,-1 1 0,0-1 0,0 0 0,1 1 0,-1-1 0,0 0 0,1 1 0,-1-1 0,0 0 0,0 0 0,0 0 0,1 0 0,-2 0 0,0 0 0,1 0 0,-1-1 0,1 1 0,-1-1 0,1 0 0,-1 1 0,1-1 0,0 0 0,-1 0 0,1 0 0,0 0 0,0 0 0,0 0 0,-3-2 0,2-1 0,0 1 0,-1 0 0,1-1 0,0 1 0,0-1 0,1 1 0,-1-1 0,1 0 0,0 0 0,0 0 0,0 0 0,1 0 0,-1 0 0,1 0 0,0 0 0,0 0 0,0 0 0,1 0 0,-1 0 0,1 0 0,0 0 0,0 0 0,0 1 0,3-6 0,1-2 0,0 0 0,1 0 0,0 0 0,1 1 0,0 0 0,16-16 0,-14 17 0,0 1 0,1 0 0,0 1 0,1 0 0,0 1 0,0 0 0,0 1 0,1 0 0,0 1 0,-1 0 0,2 1 0,-1 0 0,0 1 0,20-2 0,-23 4 0,-1-1 0,1 1 0,-1 1 0,1-1 0,-1 1 0,1 1 0,-1 0 0,0 0 0,1 1 0,-1-1 0,-1 2 0,1-1 0,0 1 0,-1 1 0,0-1 0,0 1 0,0 0 0,0 1 0,-1-1 0,0 1 0,0 1 0,6 8 0,-10-12 0,0 0 0,0 0 0,0 1 0,-1-1 0,1 0 0,-1 1 0,0-1 0,0 1 0,0-1 0,0 1 0,-1 0 0,1-1 0,-1 1 0,0 0 0,0-1 0,0 1 0,-1 0 0,1-1 0,-1 1 0,0 0 0,0-1 0,-3 7 0,1-5 0,0 0 0,0 0 0,-1-1 0,0 1 0,0-1 0,0 0 0,0 0 0,0 0 0,-1-1 0,0 1 0,0-1 0,0 0 0,0-1 0,-6 3 0,-2 0-151,1-1-1,-2 0 0,1-1 0,0-1 1,0 0-1,-1-1 0,1 0 1,-27-2-1,8-3-6674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252 155 24575,'34'-11'0,"-5"2"0,36-17 0,-58 23 0,-1 0 0,1-1 0,-1 0 0,0 0 0,0-1 0,0 1 0,-1-1 0,1 0 0,-1-1 0,7-9 0,-11 14 0,0 0 0,-1 0 0,1 0 0,-1 0 0,1 0 0,-1 0 0,1 0 0,-1 0 0,1 0 0,-1 0 0,0 0 0,0 0 0,1 0 0,-1 0 0,0 0 0,0 0 0,0 0 0,0 0 0,0 0 0,0 0 0,-1 0 0,1 0 0,0 0 0,-1-1 0,1 1 0,0 0 0,-1 1 0,1-1 0,-1 0 0,1 0 0,-1 0 0,0 0 0,1 0 0,-1 0 0,0 1 0,0-1 0,0 0 0,1 1 0,-1-1 0,0 0 0,0 1 0,0-1 0,-2 0 0,-2-1 0,-1 0 0,1 1 0,0 0 0,-1-1 0,1 2 0,0-1 0,-8 1 0,-7 0 0,0 1 0,0 1 0,0 1 0,0 1 0,1 1 0,0 0 0,0 2 0,0 0 0,1 1 0,0 1 0,0 1 0,1 0 0,-18 14 0,33-22 0,-1 0 0,0 1 0,0-1 0,1 1 0,0-1 0,-1 1 0,1 0 0,0 0 0,0 0 0,1 0 0,-1 0 0,1 1 0,-1-1 0,0 5 0,2-6 0,0 0 0,0 1 0,0-1 0,0 0 0,1 0 0,-1 1 0,1-1 0,-1 0 0,1 0 0,0 0 0,0 0 0,0 0 0,0 0 0,0 0 0,0 0 0,0 0 0,1 0 0,-1-1 0,1 1 0,-1-1 0,1 1 0,0-1 0,3 3 0,8 5 0,1 0 0,0 0 0,0-2 0,1 0 0,30 10 0,82 13 0,-93-24 0,-1 2 0,0 1 0,46 19 0,-76-27 0,0 1 0,-1-1 0,1 1 0,0 0 0,-1-1 0,1 1 0,-1 0 0,0 1 0,0-1 0,0 0 0,0 1 0,0-1 0,0 1 0,0-1 0,-1 1 0,1 0 0,-1 0 0,1 3 0,-1-3 0,-1-1 0,0 0 0,0 1 0,0-1 0,0 0 0,0 1 0,0-1 0,0 0 0,-1 1 0,0-1 0,1 0 0,-1 1 0,0-1 0,0 0 0,0 0 0,0 0 0,0 0 0,-1 0 0,1 0 0,-1 0 0,1 0 0,-1-1 0,0 1 0,-2 1 0,-4 4 0,-1-2 0,0 1 0,0-1 0,0-1 0,-1 0 0,1 0 0,-1 0 0,0-2 0,-15 4 0,-7-1 0,-55 2 0,60-6 0,0-1 0,0-1 0,0-1 0,0-1 0,0-2 0,1-1 0,-41-13 0,62 17-124,1 0 0,-1-1 0,1 1 0,-1-1 0,1 0 0,0 0-1,0 0 1,0 0 0,1-1 0,-4-4 0,-5-11-6702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302 107 24575,'-1'-5'0,"0"0"0,0-1 0,-1 1 0,1 0 0,-1 0 0,0 0 0,-1 0 0,1 1 0,-1-1 0,0 1 0,0-1 0,0 1 0,-1 0 0,1 0 0,-1 0 0,0 1 0,0-1 0,0 1 0,-1 0 0,1 0 0,-1 1 0,0-1 0,0 1 0,0 0 0,0 0 0,-7-1 0,5 2 0,-1 1 0,1 0 0,0 0 0,0 1 0,0 0 0,0 0 0,0 0 0,0 1 0,0 0 0,0 1 0,0 0 0,1 0 0,0 0 0,-1 1 0,1-1 0,0 1 0,1 1 0,-1-1 0,1 1 0,0 0 0,0 1 0,-8 10 0,7-8 0,0 1 0,1-1 0,0 1 0,0 0 0,1 1 0,0-1 0,0 1 0,1 0 0,1 0 0,-1 0 0,2 0 0,-1 0 0,1 0 0,1 1 0,1 13 0,0-19 0,0 1 0,0-1 0,0 0 0,1 0 0,0-1 0,0 1 0,0 0 0,0 0 0,1-1 0,0 0 0,0 1 0,0-1 0,5 4 0,-2-2 0,0-1 0,0 0 0,1-1 0,0 0 0,-1 0 0,2 0 0,13 5 0,0-3 0,0-1 0,0 0 0,0-2 0,1 0 0,31-1 0,-31-2 0,1-1 0,-1-1 0,36-8 0,-48 8 0,-1-1 0,0 0 0,0 0 0,0-1 0,0 0 0,0 0 0,-1-1 0,0-1 0,0 1 0,13-13 0,-19 16 0,0 1 0,-1-1 0,0 1 0,1-1 0,-1 1 0,0-1 0,0 0 0,0 0 0,0 0 0,0 0 0,0 1 0,-1-1 0,1 0 0,0 0 0,-1 0 0,0-1 0,1 1 0,-1 0 0,0 0 0,0 0 0,0 0 0,-1 0 0,1 0 0,0 0 0,-1 0 0,0-3 0,-2-1 0,-1 0 0,0 0 0,0 1 0,0-1 0,0 1 0,-8-8 0,7 8 0,0 0 0,0 0 0,1-1 0,0 0 0,-5-8 0,9 14 0,-1-1 0,1 0 0,0 1 0,0-1 0,0 1 0,0-1 0,-1 1 0,1-1 0,0 0 0,0 1 0,0-1 0,0 1 0,0-1 0,1 1 0,-1-1 0,0 0 0,0 1 0,0-1 0,0 1 0,1-1 0,-1 1 0,0-1 0,0 1 0,1-1 0,-1 1 0,1-1 0,-1 1 0,0 0 0,1-1 0,-1 1 0,1-1 0,-1 1 0,1 0 0,-1-1 0,1 1 0,-1 0 0,1 0 0,-1-1 0,1 1 0,-1 0 0,1 0 0,-1 0 0,2 0 0,29-4 0,-29 4 0,17 0 0,1 1 0,-1 1 0,-1 0 0,1 2 0,0 0 0,34 13 0,-41-13 0,0 1 0,-1 1 0,1 0 0,-1 0 0,-1 1 0,1 0 0,-1 1 0,0 1 0,-1-1 0,0 1 0,11 15 0,-18-20 0,1 0 0,0 1 0,-1-1 0,0 1 0,0-1 0,0 1 0,0 0 0,-1 0 0,0 0 0,0 0 0,0 0 0,-1 0 0,0 6 0,0-9 0,0 1 0,-1-1 0,1 0 0,-1 0 0,0 1 0,1-1 0,-1 0 0,0 0 0,0 0 0,-1 0 0,1 0 0,0 0 0,-1 0 0,1 0 0,-1 0 0,1-1 0,-1 1 0,0-1 0,0 1 0,0-1 0,0 1 0,0-1 0,0 0 0,0 0 0,0 0 0,0-1 0,-1 1 0,1 0 0,-5 0 0,6 0 0,-1-1 0,0 1 0,0-1 0,0 0 0,0 0 0,0 1 0,1-1 0,-1 0 0,0-1 0,0 1 0,0 0 0,0 0 0,0-1 0,1 1 0,-1-1 0,0 0 0,0 1 0,1-1 0,-1 0 0,0 0 0,1 0 0,-1 0 0,1 0 0,-1-1 0,1 1 0,0 0 0,0-1 0,-1 1 0,0-3 0,1 2 0,0-1 0,0 0 0,0 0 0,0 0 0,1 0 0,-1 0 0,1-1 0,0 1 0,0 0 0,0 0 0,0 0 0,0 0 0,1 0 0,0 0 0,-1 0 0,1 0 0,2-4 0,2-5 0,1 0 0,1 0 0,0 1 0,0 0 0,1 0 0,0 1 0,1 0 0,0 0 0,1 1 0,0 0 0,13-9 0,-14 12 0,0 0 0,1 0 0,-1 1 0,1 0 0,0 1 0,0 0 0,1 1 0,-1 0 0,1 0 0,-1 1 0,1 0 0,0 1 0,0 1 0,11 0 0,-12 1 20,-1 1 0,0 0 0,0 1 1,0 0-1,0 0 0,0 1 0,0 1 0,-1-1 0,0 1 0,0 0 0,0 1 0,-1 0 0,0 0 0,0 1 0,0 0 0,8 11 1,-2 0-306,0 2 1,0 0-1,-2 0 1,-1 1-1,13 34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8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66 24575,'-3'-6'0,"-1"-5"0,-3-4 0,0-2 0,1 5 0,5 7 0,5 5 0,2 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 24575,'-14'38'0,"13"-31"0,1 0 0,-1 0 0,2 0 0,-1 0 0,1 0 0,0 0 0,1 0 0,-1 0 0,6 13 0,4 8 0,16 25 0,-19-36 0,30 54 0,-16-33 0,-2 1 0,28 80 0,-44-98 0,-6-14 0,-6-13 0,-7-12 0,1-1 0,0-1 0,2-1 0,0 1 0,-12-33 0,17 36 0,1-1 0,0-1 0,2 1 0,0-1 0,1 0 0,1 0 0,0-24 0,2 35 0,0 0 0,1 0 0,1 0 0,-1 1 0,1-1 0,0 0 0,1 1 0,0 0 0,0-1 0,1 1 0,0 0 0,0 1 0,0-1 0,1 1 0,0-1 0,0 2 0,1-1 0,0 0 0,0 1 0,7-5 0,-4 5 0,0-1 0,1 1 0,0 1 0,0 0 0,0 0 0,0 1 0,1 0 0,-1 1 0,1 0 0,0 1 0,0 0 0,-1 1 0,1 0 0,14 2 0,-12 0 0,0 0 0,0 1 0,0 1 0,0 0 0,-1 1 0,0 0 0,15 9 0,-22-12 0,0 1 0,0 0 0,-1 0 0,1 1 0,-1-1 0,0 1 0,0 0 0,-1 0 0,1 0 0,-1 1 0,1-1 0,-1 1 0,-1 0 0,1 0 0,-1 0 0,0 0 0,0 0 0,0 0 0,-1 1 0,1 4 0,-2-6 0,0-1 0,0 0 0,0 0 0,-1 1 0,0-1 0,1 0 0,-1 0 0,0 0 0,-1 0 0,1 0 0,0 0 0,-1 0 0,0 0 0,0-1 0,0 1 0,0-1 0,0 1 0,0-1 0,0 0 0,-1 0 0,0 0 0,1 0 0,-1 0 0,0 0 0,-5 2 0,-3 1 0,1-1 0,-1 0 0,0 0 0,0-1 0,-23 3 0,12-3 114,0-2 0,-28-1 0,40 0-328,0-1 1,0-1 0,0 0-1,0 0 1,0-1 0,1 0-1,-12-5 1,1-4-6613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24575,'4'0'0,"0"1"0,0-1 0,0 1 0,1 0 0,-1 0 0,0 0 0,0 1 0,-1-1 0,1 1 0,0 0 0,0 0 0,-1 0 0,1 1 0,-1-1 0,0 1 0,0 0 0,4 4 0,3 5 0,0 1 0,-1 0 0,10 18 0,-8-12 0,19 32-273,-3 2 0,-2 1 0,-2 1 0,19 68 0,-37-103-6553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9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30 217 24575,'-3'-3'0,"0"-1"0,0 1 0,0-1 0,1 0 0,-1 1 0,1-1 0,0 0 0,0-1 0,1 1 0,-1 0 0,0-7 0,1 9 0,1 0 0,0 1 0,0-1 0,0 0 0,0 0 0,0 1 0,1-1 0,-1 0 0,0 0 0,1 1 0,0-1 0,-1 0 0,1 1 0,0-1 0,0 1 0,-1-1 0,1 1 0,0-1 0,1 1 0,-1 0 0,0 0 0,0-1 0,1 1 0,-1 0 0,0 0 0,1 0 0,-1 0 0,1 0 0,-1 1 0,1-1 0,0 0 0,1 0 0,20-5 0,0 0 0,0 2 0,1 0 0,-1 2 0,40 0 0,-29 2 0,57-9 0,-86 8 0,0 0 0,0-1 0,0 0 0,0 0 0,0 0 0,-1 0 0,1-1 0,-1 1 0,7-6 0,-9 6 0,-1 1 0,0 0 0,1 0 0,-1-1 0,0 1 0,0 0 0,0-1 0,1 0 0,-2 1 0,1-1 0,0 1 0,0-1 0,0 0 0,-1 0 0,1 1 0,-1-1 0,0 0 0,1 0 0,-1 0 0,0 0 0,0 1 0,0-1 0,0 0 0,-1 0 0,1 0 0,0 0 0,-1 1 0,1-1 0,-1 0 0,0-1 0,1 2 0,0 1 0,0 0 0,0 0 0,0-1 0,0 1 0,0 0 0,0 0 0,-1-1 0,1 1 0,0 0 0,0 0 0,0 0 0,0-1 0,0 1 0,0 0 0,0 0 0,-1 0 0,1-1 0,0 1 0,0 0 0,0 0 0,-1 0 0,1 0 0,0-1 0,0 1 0,0 0 0,-1 0 0,1 0 0,0 0 0,0 0 0,-1 0 0,1 0 0,0 0 0,0 0 0,-1 0 0,1 0 0,0 0 0,0 0 0,0 0 0,-1 0 0,1 0 0,0 0 0,0 0 0,-1 0 0,1 0 0,-6 13 0,0 20 0,7-13 0,0 1 0,0 0 0,2-1 0,1 1 0,0-1 0,2 0 0,0-1 0,15 33 0,-9-31-1365,-1-6-5461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09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 24575,'-3'-3'0,"-4"-1"0,-1 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1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24575,'-1'11'0,"-1"0"0,1 0 0,-2 0 0,0 0 0,-4 11 0,2-8 0,1 0 0,-3 18 0,7-31 0,-2 17 0,0-1 0,1 1 0,2 29 0,0-43 0,-1-1 0,0 0 0,1 1 0,-1-1 0,1 0 0,0 1 0,0-1 0,0 0 0,1 0 0,-1 0 0,1 0 0,0 0 0,-1 0 0,1 0 0,1-1 0,-1 1 0,0-1 0,1 1 0,-1-1 0,1 0 0,0 0 0,-1 0 0,1 0 0,0-1 0,0 1 0,5 1 0,-5-2 0,-1-1 0,1 0 0,-1 1 0,1-1 0,0 0 0,-1 0 0,1-1 0,-1 1 0,1 0 0,-1-1 0,1 1 0,-1-1 0,0 0 0,1 0 0,-1 0 0,0 0 0,1 0 0,-1-1 0,0 1 0,0-1 0,0 1 0,0-1 0,0 0 0,-1 0 0,1 0 0,0 0 0,-1 0 0,0 0 0,1 0 0,-1 0 0,0-1 0,1-1 0,2-5 0,0-1 0,-1 1 0,0-1 0,-1 0 0,0 0 0,1-18 0,-2 14 0,-1-1 0,-1 1 0,0-1 0,-1 1 0,-6-22 0,6 29 0,0 0 0,0 1 0,0 0 0,-1 0 0,0 0 0,-1 0 0,1 0 0,-1 0 0,0 1 0,-1 0 0,1 0 0,-1 0 0,0 0 0,-6-4 0,10 8 0,-1 0 0,0 0 0,0 0 0,0 0 0,0 0 0,0 0 0,0 0 0,0 1 0,0-1 0,0 1 0,0-1 0,0 1 0,0 0 0,0 0 0,0 0 0,-1 0 0,1 0 0,0 0 0,0 1 0,0-1 0,0 1 0,0-1 0,0 1 0,0 0 0,0 0 0,0 0 0,-2 1 0,1 1 0,0-1 0,0 1 0,0 0 0,1 0 0,-1 0 0,1 0 0,0 1 0,0-1 0,0 1 0,0-1 0,0 1 0,1 0 0,-2 7 0,1-7 0,1 1 0,1-1 0,-1 1 0,1-1 0,0 1 0,0 0 0,0-1 0,0 1 0,1-1 0,0 1 0,0-1 0,2 7 0,-2-9 0,0 1 0,0-1 0,0 0 0,0 0 0,1 0 0,-1 0 0,1-1 0,-1 1 0,1 0 0,0 0 0,-1-1 0,1 1 0,0-1 0,0 0 0,0 0 0,0 1 0,1-1 0,-1-1 0,0 1 0,0 0 0,1 0 0,-1-1 0,0 1 0,5-1 0,-3 0 0,0 0 0,0 0 0,0 0 0,0 0 0,0-1 0,0 0 0,-1 0 0,1 0 0,0-1 0,0 1 0,6-4 0,-1-1 0,0-1 0,15-12 0,-20 14 0,0 1 0,1 0 0,0 0 0,0 0 0,-1 1 0,2 0 0,-1 0 0,0 0 0,1 1 0,-1-1 0,1 1 0,0 1 0,0-1 0,6 0 0,-10 2 0,1 0 0,-1 1 0,0-1 0,1 1 0,-1-1 0,0 1 0,0 0 0,0 0 0,0 0 0,0 0 0,0 0 0,0 0 0,0 1 0,0-1 0,0 1 0,-1-1 0,1 1 0,0 0 0,-1-1 0,0 1 0,1 0 0,-1 0 0,0 0 0,0 0 0,0 0 0,0 1 0,0-1 0,0 4 0,3 9 0,0-1 0,-1 1 0,1 19 0,-3-21 0,2 23 0,-3-24 0,1 1 0,4 18 0,-5-31 0,0 0 0,0 1 0,0-1 0,0 0 0,0 1 0,0-1 0,0 0 0,0 1 0,0-1 0,0 0 0,1 1 0,-1-1 0,0 0 0,0 1 0,0-1 0,1 0 0,-1 0 0,0 1 0,0-1 0,0 0 0,1 0 0,-1 1 0,0-1 0,1 0 0,-1 0 0,0 0 0,1 1 0,-1-1 0,0 0 0,1 0 0,-1 0 0,1 0 0,8-8 0,6-20 0,-15 27 0,25-60 0,-12 26 0,25-46 0,-36 78 0,0 0 0,0 0 0,0 0 0,0 1 0,1-1 0,-1 0 0,6-3 0,-8 6 0,0-1 0,1 1 0,-1 0 0,1 0 0,-1-1 0,1 1 0,-1 0 0,1 0 0,-1 0 0,1 0 0,-1 0 0,1 0 0,-1 0 0,1 0 0,-1 0 0,1 0 0,-1 0 0,1 0 0,-1 0 0,1 0 0,-1 0 0,1 0 0,0 1 0,0 0 0,0-1 0,-1 1 0,1 0 0,0 0 0,-1-1 0,1 1 0,-1 0 0,1 0 0,-1 0 0,1 0 0,-1-1 0,0 1 0,1 0 0,-1 0 0,0 2 0,16 75 0,9 31 0,-22-98 0,1 0 0,0-1 0,1 1 0,0-1 0,1 0 0,0-1 0,12 15 0,-16-22 16,-1 0-1,2 0 1,-1 0-1,0 0 1,0 0-1,1 0 1,-1 0-1,1-1 1,-1 0-1,1 1 1,-1-1-1,1 0 1,0 0-1,0 0 1,0-1-1,-1 1 1,1-1 0,0 0-1,0 1 1,0-1-1,5-1 1,-4 0-148,1 0 1,0 0 0,-1-1-1,1 0 1,-1 0 0,0 0 0,0 0-1,1-1 1,-1 1 0,-1-1 0,1 0-1,4-5 1,10-10-6695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1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788 107 24575,'9'-8'0,"10"-10"0,-18 18 0,-1-1 0,0 0 0,1 1 0,-1-1 0,0 0 0,0 1 0,0-1 0,0 0 0,0 1 0,0-1 0,0 0 0,0 0 0,0 1 0,0-1 0,0 0 0,0 1 0,0-1 0,0 0 0,-1 0 0,1 1 0,0-1 0,-1 1 0,1-1 0,0 0 0,-1 1 0,1-1 0,-1 1 0,1-1 0,-1 1 0,1-1 0,-1 1 0,1-1 0,-1 1 0,0-1 0,-4-2 0,0 0 0,0 1 0,0-1 0,-1 1 0,1 0 0,0 1 0,-1-1 0,1 1 0,-1 0 0,1 0 0,-10 1 0,-11-1 0,-28 4 0,30-1 0,-1 2 0,1 1 0,0 0 0,0 2 0,1 1 0,0 1 0,-42 22 0,38-15 0,1 1 0,0 2 0,1 1 0,1 0 0,-36 42 0,33-29 0,0 1 0,3 1 0,1 2 0,2 0 0,1 1 0,2 1 0,2 1 0,1 0 0,-13 61 0,22-72 0,1 0 0,2 0 0,1 0 0,1 1 0,1-1 0,6 39 0,-4-51 0,1-1 0,1 1 0,1-1 0,0 0 0,1-1 0,1 1 0,1-1 0,0-1 0,0 1 0,1-1 0,1-1 0,18 20 0,-9-17-26,-1-1 0,2 0 0,0-1 0,0-2 0,1 0 0,1-1 0,0-1 1,1-1-1,-1-1 0,2-1 0,24 4 0,16 1-167,0-4 0,125 2 0,-81-13 168,-1-4-1,0-5 1,0-5-1,-2-4 1,0-5-1,138-53 1,-191 58 28,-1-1-1,-1-3 1,-1-2 0,-1-2 0,66-53-1,-92 63-6,-1-1-1,0-1 0,-2-1 1,-1-1-1,17-27 0,-24 32-17,0-1 0,-2-1 0,0 0-1,-2 0 1,0 0 0,-1-1 0,5-35-1,-9 38 21,0 1-1,-2-1 1,0 0-1,-1 1 0,-1-1 1,0 1-1,-2-1 1,0 1-1,0 0 1,-2 0-1,0 1 0,-1-1 1,-1 2-1,0-1 1,-16-21-1,8 16 3,0 1 1,-2 1-1,0 0 0,-2 1 1,0 1-1,0 1 0,-2 1 1,0 1-1,-44-21 0,12 12-198,-1 3 0,-2 1-1,0 4 1,0 2-1,-115-11 1,54 17 116,-235 17 0,168 10-841,28 4-3695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16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1331 96 24575,'-11'-9'0,"1"0"0,-1 0 0,0 2 0,-1-1 0,0 1 0,0 1 0,-1 0 0,0 1 0,0 0 0,0 1 0,0 0 0,-22-2 0,-2 1 0,-1 1 0,0 2 0,-52 5 0,37 1 0,0 2 0,0 3 0,0 2 0,1 2 0,1 3 0,0 1 0,-91 48 0,109-47 0,1 1 0,1 2 0,1 2 0,1 0 0,0 2 0,3 1 0,0 1 0,1 1 0,2 2 0,1 0 0,1 1 0,-19 40 0,27-43 0,1 0 0,1 1 0,2 0 0,1 0 0,1 1 0,1 0 0,2 0 0,1 1 0,2 46 0,3-50 0,0-1 0,2 0 0,1 0 0,2-1 0,0 0 0,1 0 0,2 0 0,0-1 0,2 0 0,0-1 0,23 30 0,-13-25-38,1-1-1,2-2 0,0 0 0,2-2 1,0 0-1,2-2 0,0-2 0,1 0 1,1-2-1,47 19 0,-12-11-46,1-3 0,1-3 0,0-2-1,91 9 1,-61-16-48,0-4 0,0-5-1,0-4 1,131-20-1,-146 9 10,1-4-1,-2-3 1,-1-5-1,-1-2 0,100-51 1,-141 58 55,0-1 0,-2-2 0,-1-1 0,0-2 1,-2-2-1,-2-1 0,0-1 0,40-54 0,-56 63 66,-1 0 0,-1-1 0,-1-1 0,-1 0 0,-1-1-1,-1 0 1,-2 0 0,0-1 0,-2-1 0,-1 1 0,0-1-1,-3 0 1,0 1 0,-1-1 0,-4-32 0,0 35 3,-1 0 0,-1 1 0,-1-1 0,-1 1 0,-1 0 0,0 1 0,-2-1 0,-1 2 0,-19-29 0,13 26 0,-2 1 0,0 0 0,-2 2 0,0 0 0,-2 1 0,-47-32 0,25 25 0,-1 2 0,-1 2 0,-1 2 0,-1 2 0,-1 2 0,0 3 0,-2 2 0,-73-9 0,54 15-292,0 2 0,-78 7 0,27 7-4087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1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2020 123 24575,'-66'-33'0,"40"19"0,-2 0 0,1 2 0,-2 1 0,-31-8 0,15 11 0,0 2 0,0 2 0,0 2 0,0 2 0,0 2 0,0 2 0,0 2 0,-77 20 0,10 7 0,2 5 0,-124 61 0,-108 76 0,273-134 0,2 4 0,-107 93 0,152-118 0,0 1 0,2 1 0,0 1 0,2 0 0,1 2 0,-28 51 0,40-66 0,0 1 0,1-1 0,0 1 0,1 0 0,1 1 0,-1-1 0,2 0 0,0 1 0,0-1 0,1 1 0,0 0 0,1-1 0,0 1 0,1-1 0,0 0 0,1 1 0,0-1 0,1 0 0,0-1 0,11 20 0,-1-9-27,1-1 0,0 0 1,2-1-1,0-1 0,1 0 0,1-2 0,1 0 0,0-1 0,1-1 0,28 14 0,13 4-156,2-3 0,97 30 0,-31-20-343,200 31 0,143-18-272,-293-44 798,333-27 0,-399 5 0,0-4 0,-1-6 0,-2-4 0,110-44 0,-167 50-66,-1-2 0,-1-2 0,-2-3 0,-1-1 0,66-54 0,-88 61-2,-1-2 0,-1-1-1,42-57 1,-52 61 51,-2 0-1,0 0 0,-2-1 0,0-1 1,-2 1-1,8-32 0,-12 38 14,-2 0 0,-1-1 0,0 1 0,-1-1 0,0 1-1,-2-1 1,0 1 0,-1-1 0,-1 1 0,0 0 0,-1 0-1,-1 0 1,-1 0 0,-1 1 0,0 0 0,-1 0 0,0 1-1,-1 0 1,-1 0 0,-1 1 0,0 0 0,0 1 0,-1 1-1,-17-14 1,0 3 0,-2 1 0,-1 1 1,0 2-1,-2 1 0,0 2 0,-1 1 0,-43-12 0,-6 4-28,-1 4-1,-92-9 1,-11 10-509,-335 13-1,308 17-2846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41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24575,'25'342'0,"-4"-112"0,2 41-1365,-22-248-5461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4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24575,'-3'0'0,"-1"3"0,3 1 0,5 3 0,5 3 0,7 0 0,3 4 0,5 3 0,4 2 0,0 0 0,-1 3 0,-2 1 0,-3-1 0,-2-1 0,-2-4 0,-3-5-8191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4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143 134 24575,'1'-9'0,"1"0"0,1 0 0,0 0 0,0 0 0,0 1 0,1-1 0,0 1 0,1 0 0,6-8 0,3-9 0,-6 10 0,-14 21 0,-8 10 0,-23 22-455,-1-1 0,-46 34 0,59-54-6371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4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24575,'-1'0'0,"0"0"0,1 0 0,-1 0 0,0 0 0,0 0 0,1 0 0,-1 0 0,0 1 0,1-1 0,-1 0 0,0 0 0,1 1 0,-1-1 0,0 0 0,1 1 0,-1-1 0,0 1 0,1 0 0,0-1 0,0 1 0,0-1 0,1 0 0,-1 1 0,0-1 0,0 0 0,1 1 0,-1-1 0,0 0 0,0 1 0,1-1 0,-1 0 0,1 1 0,-1-1 0,0 0 0,1 0 0,-1 0 0,0 1 0,1-1 0,-1 0 0,1 0 0,-1 0 0,1 0 0,-1 0 0,1 0 0,-1 0 0,0 0 0,1 0 0,-1 0 0,1 0 0,-1 0 0,1 0 0,47 5 0,-1-1 0,56-5 0,-29 1 0,713-10-2015,-177 2 640,381 7 1187,-984 1-453,-12 0-3331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4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20 24575,'-130'26'0,"119"-21"0,15-3 0,22 0 0,766-9-1718,-506 0 1051,451-16 39,-236 7-83,-478 15-3756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54 372 24575,'1'24'0,"5"28"0,0 4 0,2 86 0,23 296 0,-30-434 0,-1 0 0,1 0 0,0 0 0,1 1 0,-1-1 0,1 0 0,3 5 0,-5-8 0,0-1 0,0 0 0,1 1 0,-1-1 0,0 1 0,1-1 0,-1 1 0,0-1 0,1 0 0,-1 1 0,1-1 0,-1 0 0,1 1 0,-1-1 0,0 0 0,1 0 0,-1 0 0,1 1 0,-1-1 0,1 0 0,0 0 0,-1 0 0,1 0 0,0 0 0,0 0 0,0-1 0,0 1 0,0-1 0,0 1 0,0-1 0,-1 0 0,1 1 0,0-1 0,0 0 0,-1 0 0,1 0 0,0 0 0,-1 1 0,1-1 0,-1 0 0,1 0 0,-1 0 0,1-2 0,2-4 0,-1-1 0,1 0 0,-1-1 0,-1 1 0,1 0 0,-2 0 0,1-1 0,-1 1 0,-1-11 0,-2-12 0,-9-34 0,10 53 0,-52-220 0,25 115 0,-25-195 0,53 292 0,-1 1 0,2-1 0,1 0 0,1 1 0,5-27 0,-6 41 0,0-1 0,1 1 0,-1-1 0,1 1 0,1 0 0,-1 0 0,1 0 0,0 0 0,0 0 0,0 1 0,1-1 0,0 1 0,-1 0 0,1 0 0,1 1 0,-1-1 0,1 1 0,-1-1 0,1 2 0,0-1 0,0 0 0,10-3 0,-6 4 0,1 0 0,-1 1 0,0 0 0,1 0 0,-1 1 0,1 0 0,-1 1 0,0 0 0,1 0 0,-1 1 0,0 0 0,0 1 0,0 0 0,0 1 0,-1-1 0,1 2 0,-1-1 0,0 1 0,0 0 0,14 13 0,-11-9 0,0 1 0,-1 1 0,-1 0 0,1 0 0,-2 1 0,1 0 0,-2 0 0,1 1 0,-2 0 0,0 0 0,0 0 0,6 28 0,-10-27 18,0-1 0,-1 1 0,-1 0 0,0 0 0,-1 0 0,0 0 0,-1-1 0,-1 1 0,0-1 0,-1 1 0,0-1 0,-1 0 0,-1 0 0,0-1 0,-1 0 0,0 0 0,0 0 0,-12 12 0,1-3-208,0 0 0,-2-1 1,-1-1-1,0-1 0,-1-1 1,-1-1-1,-1-1 1,-25 12-1,8-7-6636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267 190 24575,'1'0'0,"-1"-1"0,1 1 0,0-1 0,0 1 0,0-1 0,-1 1 0,1-1 0,0 0 0,-1 1 0,1-1 0,-1 0 0,1 1 0,0-1 0,-1 0 0,0 0 0,1 0 0,-1 0 0,1 1 0,-1-1 0,0-1 0,9-24 0,-8 21 0,4-10 0,-2 0 0,3-18 0,-5 28 0,-1 0 0,1 1 0,-1-1 0,0 0 0,-1 0 0,1 1 0,-1-1 0,0 0 0,0 1 0,0-1 0,-3-6 0,3 10 0,0 0 0,0-1 0,0 1 0,0 0 0,0 0 0,0 0 0,0 0 0,0 0 0,-1 0 0,1 0 0,0 0 0,-1 0 0,1 1 0,-1-1 0,1 0 0,-1 1 0,1 0 0,-1-1 0,1 1 0,-1 0 0,0 0 0,1-1 0,-1 1 0,1 0 0,-1 1 0,1-1 0,-1 0 0,0 0 0,1 1 0,-1-1 0,1 1 0,-1-1 0,1 1 0,-2 1 0,-5 1 0,0 1 0,1 1 0,-1-1 0,-12 12 0,1 0 0,1 2 0,1 0 0,0 1 0,1 1 0,-24 41 0,29-42 0,1 0 0,1 0 0,1 1 0,1 0 0,1 0 0,0 0 0,-3 30 0,8-46 0,1 1 0,-1-1 0,1 0 0,0 0 0,0 1 0,1-1 0,-1 0 0,1 0 0,0 0 0,0 0 0,1 0 0,-1 0 0,1 0 0,0 0 0,0 0 0,0-1 0,0 1 0,1-1 0,0 1 0,5 5 0,-4-6 0,1 0 0,0 1 0,0-2 0,1 1 0,-1 0 0,0-1 0,1 0 0,0-1 0,-1 1 0,1-1 0,0 0 0,0 0 0,-1-1 0,10 0 0,-6 0 0,-1-1 0,0 0 0,0 0 0,1-1 0,-1 0 0,0-1 0,0 0 0,-1 0 0,1 0 0,-1-1 0,1 0 0,-1-1 0,0 1 0,-1-2 0,1 1 0,-1-1 0,0 1 0,0-2 0,-1 1 0,0-1 0,0 1 0,4-10 0,0 1 0,-2 0 0,0-1 0,-1 1 0,0-1 0,-1-1 0,-1 1 0,-1-1 0,0 1 0,-1-1 0,0-18 0,-3 67 0,0-6 0,1 0 0,1 0 0,2 1 0,5 26 0,-7-47 0,0 0 0,1 0 0,0 0 0,0-1 0,1 1 0,-1 0 0,1-1 0,1 1 0,-1-1 0,1 0 0,-1 0 0,2-1 0,-1 1 0,0-1 0,1 0 0,0 0 0,0 0 0,0-1 0,0 1 0,1-1 0,-1-1 0,1 1 0,6 1 0,-8-2 0,1-1 0,-1 0 0,1 0 0,0-1 0,-1 1 0,1-1 0,0 0 0,-1-1 0,1 1 0,0-1 0,-1 0 0,1 0 0,-1 0 0,1 0 0,-1-1 0,0 0 0,0 0 0,1 0 0,-1 0 0,0-1 0,-1 0 0,1 1 0,0-2 0,-1 1 0,0 0 0,0-1 0,0 1 0,0-1 0,5-8 0,-2 0 0,1 0 0,-1-1 0,-1 0 0,0 0 0,-1 0 0,0-1 0,-1 1 0,2-26 0,-3 19 0,-1 0 0,-1 0 0,-1 0 0,-1 1 0,0-1 0,-1 0 0,-8-23 0,11 43 0,0-1 0,0 0 0,0 1 0,-1-1 0,1 0 0,0 0 0,-1 1 0,1-1 0,0 1 0,-1-1 0,1 0 0,-1 1 0,1-1 0,-1 1 0,1-1 0,-1 1 0,1-1 0,-2 0 0,-4 8 0,1 24 0,3-9 0,2 0 0,1-1 0,0 1 0,8 33 0,-8-45 0,2-1 0,-1 0 0,1 0 0,0 0 0,1-1 0,0 1 0,1-1 0,0 0 0,0 0 0,0 0 0,1-1 0,0 0 0,8 7 0,-12-11 0,1-1 0,0 0 0,0 0 0,1 0 0,-1 0 0,0 0 0,1 0 0,-1-1 0,1 0 0,-1 0 0,1 0 0,0 0 0,-1 0 0,1-1 0,0 0 0,-1 1 0,1-1 0,0-1 0,0 1 0,-1-1 0,1 1 0,0-1 0,-1 0 0,1 0 0,0 0 0,-1-1 0,0 0 0,1 1 0,-1-1 0,0 0 0,3-3 0,1 0 0,-1-1 0,0 0 0,0 0 0,-1-1 0,0 1 0,0-1 0,0 0 0,-1-1 0,0 1 0,0-1 0,-1 1 0,4-16 0,-2 3 0,-2 0 0,-1 0 0,0-1 0,-1-20 0,13 215 0,1-71 0,14 119 0,-28-203 0,0 1 0,-4 38 0,3-53 0,-1-1 0,0 1 0,1-1 0,-2 1 0,1-1 0,0 0 0,-1 1 0,0-1 0,0 0 0,0 0 0,-1 0 0,1 0 0,-1 0 0,0-1 0,0 1 0,0-1 0,0 0 0,-6 4 0,7-6 10,0 0-1,0 0 1,0 0-1,0 0 1,0-1-1,0 1 1,0-1-1,0 1 1,0-1-1,0 0 1,0 0-1,0 0 0,0 0 1,0 0-1,0 0 1,0-1-1,-3 0 1,1-1 9,0 1 0,0-1 0,1 0 0,-1 0 0,1 0 0,-1-1 0,1 1 0,-4-4 0,-3-4-446,1-1 0,-1 0 1,-12-22-1,-1-4-6399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139 620 24575,'0'0'0,"0"0"0,0 1 0,0-1 0,0 0 0,0 0 0,0 0 0,0 0 0,0 0 0,-1 0 0,1 0 0,0 0 0,0 1 0,0-1 0,0 0 0,0 0 0,0 0 0,0 0 0,0 0 0,0 0 0,0 0 0,0 0 0,0 0 0,-1 0 0,1 0 0,0 0 0,0 1 0,0-1 0,0 0 0,0 0 0,0 0 0,0 0 0,0 0 0,-1 0 0,1 0 0,0 0 0,0 0 0,0 0 0,0 0 0,0 0 0,0 0 0,0 0 0,-1 0 0,1 0 0,0 0 0,0-1 0,0 1 0,0 0 0,0 0 0,0 0 0,0 0 0,0 0 0,-1 0 0,1 0 0,0 0 0,0 0 0,0 0 0,0 0 0,0 0 0,0-1 0,0 1 0,0 0 0,0 0 0,0 0 0,0 0 0,0 0 0,0 0 0,0 0 0,0-1 0,0 1 0,2 14 0,8 16 0,99 217 0,-103-229 0,-5-12 0,-6-11 0,-21-30 0,2-2 0,-36-74 0,-21-89 0,64 150 0,1-1 0,-10-64 0,23 97 0,1 0 0,1 0 0,0 0 0,1 0 0,1 0 0,1 0 0,0 1 0,1-1 0,1 0 0,9-22 0,-10 33 0,0 0 0,0 1 0,1-1 0,0 1 0,0 0 0,1 0 0,0 0 0,0 1 0,0-1 0,0 1 0,1 1 0,0-1 0,0 1 0,7-4 0,-5 4 0,1 0 0,0 1 0,-1 0 0,1 0 0,0 1 0,0 1 0,1-1 0,-1 1 0,0 1 0,12 0 0,-6 1 0,-1 1 0,1 0 0,-1 1 0,0 1 0,1 0 0,-2 1 0,1 0 0,-1 1 0,1 1 0,-2 0 0,1 1 0,-1 0 0,0 1 0,11 11 0,-15-13 0,-1 1 0,0 0 0,0 1 0,-1-1 0,0 1 0,-1 0 0,0 0 0,0 1 0,-1 0 0,0 0 0,-1 0 0,0 0 0,-1 0 0,0 1 0,0-1 0,-1 1 0,-1-1 0,0 1 0,0 0 0,-1-1 0,0 1 0,-1-1 0,0 1 0,0-1 0,-1 0 0,-1 0 0,0 0 0,0 0 0,-1-1 0,0 0 0,-12 16 0,3-8 49,0 0 0,-1-2 0,-1 0-1,-1 0 1,0-2 0,-33 21 0,19-16-476,-2-2 0,0-1 1,-43 14-1,35-17-6399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4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82 137 24575,'44'21'0,"-31"-17"0,-1 0 0,1-1 0,0-1 0,0 0 0,0-1 0,13 0 0,-21-1 0,0-1 0,-1 1 0,1-1 0,0 0 0,-1 0 0,1-1 0,-1 1 0,0-1 0,5-2 0,-7 3 0,0-1 0,0 1 0,0-1 0,0 1 0,0-1 0,-1 0 0,1 0 0,-1 1 0,1-1 0,-1 0 0,0 0 0,0-1 0,1 1 0,-1 0 0,-1 0 0,1 0 0,0-1 0,0-3 0,-1 3 0,0 1 0,0-1 0,0 0 0,-1 0 0,1 0 0,-1 1 0,1-1 0,-1 0 0,0 1 0,0-1 0,0 0 0,-1 1 0,1-1 0,-1 1 0,1 0 0,-1-1 0,0 1 0,0 0 0,-2-2 0,-3-3 0,0 1 0,-1-1 0,0 1 0,-10-5 0,10 6 0,-1 0 0,-1 1 0,1 1 0,-1-1 0,1 1 0,-1 1 0,0 0 0,0 0 0,0 1 0,0 0 0,0 1 0,-17 2 0,22-2 0,1 1 0,0 0 0,-1 0 0,1 0 0,0 0 0,0 1 0,0-1 0,0 1 0,0 0 0,0 1 0,1-1 0,-1 1 0,1-1 0,-1 1 0,1 0 0,0 0 0,0 1 0,1-1 0,-1 1 0,1-1 0,-1 1 0,1 0 0,0 0 0,0 0 0,1 0 0,-1 0 0,1 0 0,0 0 0,0 1 0,1-1 0,-1 6 0,0-1 13,1-1 1,0 0-1,0 0 0,1 0 0,0 0 0,0 0 0,1 0 0,0 0 0,1 0 1,0 0-1,0-1 0,5 10 0,-3-8 6,1-1 0,1 0 0,-1 0 0,1 0 0,1 0 0,-1-1 0,1 0 0,15 9 0,-4-5-209,2 0 0,-1-1 1,1-1-1,1-1 0,-1-1 1,2-1-1,-1-1 1,23 2-1,11-1-6636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154 281 24575,'-13'-10'0,"0"0"0,-1 0 0,-20-9 0,3 1 0,19 11 0,9 6 0,0 0 0,0-1 0,0 1 0,0-1 0,0 0 0,0 0 0,0-1 0,1 1 0,-1 0 0,1-1 0,-4-4 0,6 7 0,0 0 0,0 0 0,0-1 0,0 1 0,0 0 0,1 0 0,-1-1 0,0 1 0,0 0 0,0 0 0,0-1 0,0 1 0,1 0 0,-1 0 0,0 0 0,0-1 0,0 1 0,1 0 0,-1 0 0,0 0 0,0 0 0,1-1 0,-1 1 0,0 0 0,0 0 0,1 0 0,-1 0 0,0 0 0,1 0 0,-1 0 0,0 0 0,0 0 0,1 0 0,0 0 0,12-1 0,6 2 0,-1 1 0,1 1 0,0 1 0,30 9 0,72 35 0,-105-41 0,1 2 0,23 15 0,-36-22 0,-1 1 0,0-1 0,0 0 0,0 1 0,0 0 0,0 0 0,-1 0 0,1 0 0,-1 0 0,1 0 0,-1 1 0,0-1 0,-1 1 0,1-1 0,-1 1 0,1 0 0,-1 0 0,1 6 0,-2-8 0,-1 0 0,1 0 0,0-1 0,-1 1 0,0 0 0,1-1 0,-1 1 0,0 0 0,0-1 0,0 1 0,0-1 0,0 0 0,0 1 0,0-1 0,0 0 0,-1 1 0,1-1 0,0 0 0,-1 0 0,1 0 0,-1 0 0,1-1 0,-1 1 0,0 0 0,1-1 0,-1 1 0,0-1 0,1 1 0,-1-1 0,0 0 0,-2 1 0,-7 0 0,-1 1 0,0-1 0,-14-1 0,18-1 0,0 1 0,0-1 0,0 0 0,1-1 0,-1 0 0,0 0 0,1-1 0,-1 0 0,1 0 0,0 0 0,0-1 0,-10-8 0,14 10 0,0-1 0,0 0 0,0 1 0,1-1 0,-1-1 0,1 1 0,0 0 0,0-1 0,0 1 0,0-1 0,0 1 0,1-1 0,0 0 0,0 0 0,0 1 0,0-1 0,0 0 0,1 0 0,0 0 0,0 0 0,0 0 0,0 0 0,0 0 0,1 0 0,0 0 0,0 0 0,1-4 0,3-4 0,0 0 0,1 0 0,0 1 0,1-1 0,0 1 0,1 1 0,0 0 0,0 0 0,11-10 0,2 1 0,0 1 0,1 1 0,29-17 0,-41 28-151,-1 0-1,1 1 0,0 1 0,0 0 1,1 0-1,-1 1 0,1 0 1,20-3-1,-3 6-6674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5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4 149 24575,'-2'-48'0,"1"26"0,1 0 0,3-35 0,2 67 0,1 11 0,45 217 0,-40-199 0,3-2 0,0 0 0,3 0 0,22 37 0,-32-62 0,1-1 0,0 0 0,1-1 0,0 0 0,0 0 0,1-1 0,0 0 0,1-1 0,0 0 0,22 12 0,-25-16 0,0-1 0,-1 0 0,2 0 0,-1-1 0,0 0 0,0-1 0,0 0 0,1 0 0,-1 0 0,1-1 0,-1-1 0,1 1 0,-1-1 0,0-1 0,0 1 0,1-2 0,-1 1 0,11-6 0,-8 3 0,0-2 0,0 0 0,0 0 0,-1-1 0,0 0 0,0-1 0,-1 0 0,-1 0 0,1-1 0,-1 0 0,-1-1 0,0 0 0,0 0 0,-1 0 0,-1-1 0,0 0 0,0 0 0,-1 0 0,4-22 0,-5 15 0,0 1 0,-1-1 0,-1 1 0,0-1 0,-2 0 0,0 1 0,-1-1 0,-1 1 0,0 0 0,-2-1 0,0 1 0,-1 1 0,-9-19 0,12 30 34,-1-1 1,0 1-1,0 0 0,0 0 0,-1 1 0,0-1 0,0 1 0,0 0 0,-11-7 1,14 10-101,-1 0 0,1 1 1,-1-1-1,0 1 0,0 0 1,0 0-1,0 0 0,1 0 1,-1 1-1,0-1 1,0 1-1,0-1 0,-1 1 1,1 0-1,0 1 0,0-1 1,0 0-1,0 1 0,0-1 1,0 1-1,1 0 1,-1 0-1,0 0 0,0 1 1,-3 1-1,-14 12-6760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171 214 24575,'8'-4'0,"0"-2"0,0 1 0,0-1 0,-1 0 0,0 0 0,0-1 0,0 0 0,-1 0 0,0 0 0,8-15 0,-12 19 0,0-1 0,0 1 0,-1 0 0,1 0 0,-1-1 0,0 1 0,0 0 0,0-1 0,0 1 0,-1-1 0,0 0 0,1 1 0,-1-1 0,0 1 0,-1-1 0,1 1 0,-1-1 0,1 0 0,-1 1 0,0 0 0,-1-1 0,1 1 0,0 0 0,-1-1 0,0 1 0,0 0 0,0 0 0,0 0 0,0 1 0,-5-6 0,4 6 0,0-1 0,0 1 0,0 0 0,0 0 0,0 0 0,0 1 0,0-1 0,-1 1 0,1 0 0,0 0 0,-1 0 0,1 0 0,-1 0 0,1 1 0,-1 0 0,0-1 0,1 1 0,-1 1 0,1-1 0,-1 0 0,1 1 0,-1 0 0,1 0 0,-1 0 0,1 0 0,-1 1 0,-3 1 0,3 0 0,-1-1 0,1 1 0,-1 1 0,1-1 0,0 0 0,0 1 0,0 0 0,1 0 0,0 0 0,-1 0 0,1 1 0,1-1 0,-1 1 0,1 0 0,-1 0 0,1 0 0,-2 8 0,3-3 0,-1 0 0,1 0 0,0 0 0,1 0 0,1 0 0,-1 0 0,1 0 0,1 0 0,0-1 0,0 1 0,1 0 0,8 17 0,-2-9 0,1-1 0,1 0 0,0 0 0,1-1 0,21 20 0,-32-35 0,2 2 0,0 0 0,-1 1 0,1-1 0,-1 1 0,4 5 0,-6-8 0,1 0 0,-1-1 0,0 1 0,0-1 0,0 1 0,0 0 0,0-1 0,0 1 0,1 0 0,-2-1 0,1 1 0,0 0 0,0-1 0,0 1 0,0 0 0,0-1 0,0 1 0,-1-1 0,1 1 0,0 0 0,0-1 0,-1 1 0,1-1 0,-1 1 0,1-1 0,0 1 0,-1-1 0,1 1 0,-1-1 0,1 1 0,-1-1 0,1 0 0,-1 1 0,1-1 0,-1 0 0,0 1 0,1-1 0,-1 0 0,1 0 0,-1 0 0,0 0 0,1 1 0,-1-1 0,0 0 0,0 0 0,-8 1 49,0 0 0,1 0 0,-1-1-1,0 0 1,0 0 0,-14-3 0,-52-14-1745,75 17 1685,-42-11-6815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106 186 24575,'26'-7'0,"-13"3"0,-1 1 0,0-1 0,0-1 0,13-7 0,-22 10 0,0 0 0,-1 0 0,1 0 0,0 0 0,-1 0 0,1-1 0,-1 1 0,0-1 0,0 0 0,0 1 0,0-1 0,0 0 0,-1 0 0,1-1 0,-1 1 0,0 0 0,0 0 0,0-1 0,0 1 0,0-5 0,-1 5 0,0-1 0,0 1 0,0 0 0,-1-1 0,1 1 0,-1 0 0,0-1 0,0 1 0,0 0 0,0 0 0,-1 0 0,1 0 0,-1 0 0,0 0 0,0 0 0,0 0 0,0 1 0,0-1 0,-1 1 0,1-1 0,-1 1 0,0 0 0,1 0 0,-1 0 0,0 1 0,0-1 0,-4-1 0,3 1 0,0 1 0,0-1 0,0 1 0,0-1 0,0 1 0,-1 1 0,1-1 0,0 1 0,-1-1 0,1 1 0,0 0 0,-1 1 0,1-1 0,0 1 0,-1 0 0,1 0 0,0 0 0,0 1 0,0-1 0,-7 5 0,4-1 0,0 2 0,0-1 0,1 1 0,-1 0 0,2 0 0,-1 1 0,1 0 0,0 0 0,1 0 0,-1 0 0,-3 13 0,2-3 0,0 0 0,1 0 0,1 1 0,-3 32 0,7-44 0,0 0 0,0 0 0,0 0 0,1 0 0,0 0 0,0 0 0,1 0 0,0-1 0,0 1 0,1 0 0,0-1 0,0 0 0,0 1 0,8 9 0,-8-13 0,0 0 0,-1 0 0,1-1 0,0 1 0,0-1 0,0 1 0,1-1 0,-1 0 0,0-1 0,1 1 0,-1 0 0,1-1 0,0 0 0,0 0 0,-1 0 0,1 0 0,0-1 0,0 0 0,0 1 0,0-1 0,-1 0 0,1-1 0,0 1 0,0-1 0,0 0 0,-1 0 0,1 0 0,4-2 0,1-1 0,-1 0 0,1-1 0,-1 0 0,-1 0 0,1-1 0,-1 0 0,0 0 0,0-1 0,-1 0 0,0 0 0,0 0 0,7-13 0,-7 10 0,0 0 0,-1 0 0,0-1 0,0 1 0,-1-1 0,-1 0 0,0-1 0,-1 1 0,2-19 0,-3 28 0,-1 0 0,-1 0 0,1 1 0,0-1 0,0 0 0,-1 0 0,1 1 0,-1-1 0,-1-3 0,-2 4 0,-1 11 0,4-4 0,0 1 0,0 0 0,0 0 0,1-1 0,0 1 0,0 0 0,1 0 0,0 0 0,0-1 0,1 1 0,-1-1 0,1 1 0,1-1 0,-1 1 0,1-1 0,0 0 0,1 0 0,0-1 0,0 1 0,0-1 0,0 0 0,1 0 0,0 0 0,0 0 0,0-1 0,0 0 0,12 7 0,-12-8 0,0 0 0,1 0 0,-1-1 0,1 0 0,0 0 0,0 0 0,0-1 0,0 1 0,0-1 0,0-1 0,0 1 0,0-1 0,0 0 0,0-1 0,0 1 0,0-1 0,0 0 0,0-1 0,0 1 0,-1-1 0,1-1 0,0 1 0,-1-1 0,1 1 0,-1-2 0,0 1 0,0-1 0,-1 1 0,1-1 0,-1-1 0,6-6 0,-5 5 0,-1 0 0,0 0 0,0-1 0,0 0 0,-1 0 0,-1 0 0,1 0 0,-1 0 0,2-11 0,-3 14 0,0 0 0,-1 0 0,1 1 0,-1-1 0,0 0 0,0 0 0,0 1 0,-1-1 0,1 0 0,-1 0 0,0 1 0,0-1 0,0 1 0,-1-1 0,1 1 0,-1-1 0,0 1 0,0 0 0,0 0 0,-4-5 0,5 7 0,0 0 0,0 0 0,0 0 0,0 1 0,0-1 0,0 0 0,0 1 0,-1-1 0,1 0 0,0 1 0,0 0 0,-1-1 0,1 1 0,0 0 0,-1-1 0,1 1 0,0 0 0,0 0 0,-1 0 0,1 0 0,-3 1 0,2 0 0,0 0 0,0 0 0,-1 0 0,1 0 0,0 0 0,0 0 0,0 1 0,0-1 0,1 1 0,-1-1 0,-2 3 0,-2 4 0,1-1 0,0 1 0,0 0 0,0 0 0,-3 10 0,0 3 0,1 0 0,1 1 0,1 0 0,1 0 0,-1 29 0,3 114 0,10-79 0,-4-58 0,-2-1 0,-1 41 0,-3-55-1365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24575,'14'-1'0,"0"0"0,0-1 0,0-1 0,-1 0 0,1-1 0,-1 0 0,0-1 0,0 0 0,14-9 0,-16 8 0,0-1 0,-1 0 0,0 0 0,0-1 0,0 0 0,-1-1 0,-1 0 0,1 0 0,-1-1 0,9-15 0,-14 20 0,0-1 0,-1 0 0,1 0 0,-1 0 0,0 0 0,-1 0 0,1-1 0,-1 1 0,0-11 0,-1 15 0,0 0 0,0 0 0,0 0 0,-1 0 0,1 0 0,-1 0 0,1 0 0,-1 0 0,0 0 0,0 0 0,1 1 0,-1-1 0,-1 0 0,1 0 0,0 1 0,0-1 0,-1 1 0,1-1 0,-1 1 0,1 0 0,-1-1 0,1 1 0,-1 0 0,0 0 0,0 0 0,1 0 0,-1 1 0,0-1 0,0 0 0,0 1 0,0-1 0,0 1 0,-4-1 0,0 1 0,-1 0 0,1 0 0,0 1 0,-1 0 0,1 0 0,0 0 0,0 1 0,-1 0 0,1 0 0,1 0 0,-1 1 0,0 0 0,1 0 0,-1 1 0,1-1 0,-5 6 0,-3 1 0,0 1 0,1 1 0,1 0 0,-20 28 0,24-30 0,1 1 0,0 0 0,1 0 0,0 0 0,0 0 0,1 1 0,1 0 0,0 0 0,0 0 0,1 0 0,0 21 0,2-26 0,0 0 0,1 0 0,0 0 0,0 0 0,1 0 0,0 0 0,0-1 0,0 1 0,1 0 0,0-1 0,0 0 0,1 0 0,-1 0 0,2 0 0,-1-1 0,0 1 0,1-1 0,0 0 0,0 0 0,1-1 0,10 7 0,-5-5-136,1 0-1,-1-1 1,1 0-1,0-1 1,1-1-1,-1 0 1,1-1-1,-1 0 0,22 0 1,14-2-6690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15:10:5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183 566 24575,'-22'0'0,"0"2"0,1 0 0,-1 1 0,1 1 0,-39 13 0,46-9 0,15-4 0,11 0 0,15 0 0,0-2 0,38 0 0,-51-2 0,491-21-1811,3-31-776,-500 51 2565,1843-238-6428,36-5 5273,-1645 218 1194,69-4 1131,-238 26 631,-36 5-867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F16C-22A0-5813-51A9-80149BC3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D56CF-66EB-4D1F-2653-D3896AC38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F9835-055C-97B1-C006-028CAF4D1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59727-95A4-3C6E-6A0B-6762C7439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090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8ABE-9C9C-29A2-5364-8D8A873F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5B02E-A148-EF1C-ECD0-54FE7743B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0411C-8553-E0CC-708C-81E912262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8699-EA56-E2F4-C9C3-DA235AF33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238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D8BA-B94B-AE6F-51A4-4B1A6CB4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5F055-C2FC-BD0D-546F-7EF4F02F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FF906-C0CE-E6A6-8939-7359E1345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DF5B8-4CE6-E343-358A-0BAB2D885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431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F45E-D159-5C6D-5493-6AD89CFE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B4D26-2364-170A-AADA-ACEB0155F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7296D-779E-E304-DB36-EA6929FF1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8D30D-CDD3-2C8F-DF14-0DFA85B75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808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27A52-D68A-6309-2553-938A5A30B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B33CF-6362-F807-CACA-A23C6AB39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12EB-A368-050B-FEA8-BE59DCA8C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503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B915-DE23-6A13-28EC-3483E065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48F4F-751F-223E-FE96-348E8D073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E284F-DA17-94EA-9040-8CE318CF7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130B5-EB7D-C339-B42C-8B7C65F13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178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868F8-B0D6-348D-BF11-D63ADEEB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142CF-DBC3-0F38-CE1C-950833FE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23019-7B9F-8753-C739-FDB88A111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5443B-1000-ADA5-1F65-10A5C9674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195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5D4C1-C206-9885-4C68-B63D1D65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AC44E-5759-8EE0-281B-58F44FB61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6C9AE-6ABE-EBB8-3E8E-5AD19A513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F340E-CD29-CAD4-C06C-C649DFEE4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958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F75E-08D1-EBCB-F7A4-59CDC791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407CD-142E-2E64-A076-446F333C8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A583C-603E-3D44-64B4-359F8CF4E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C04BD-FF53-7CB4-0952-0F6AB0935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780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7747-A743-FF8D-4D47-1B81D167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55B06-065F-951D-02F2-43CF1FEC3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172AB-A18E-C448-4135-7E58C6A63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FE938-5666-11B1-314D-5794F1B55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045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71396-899F-5D59-DE43-962EA806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D3D80-5402-0C2B-6A2A-D3174CC97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64E61-7F34-5D1A-2CD3-C6A1EAE11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42ED-7B21-6AD0-B1E7-66C14D748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869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8D90-8703-7F5B-1F2D-19E45F2F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305C5-C660-CFB0-D73B-55BC7B4E3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2910A-5BBC-A91E-3491-EFF277D37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A740-1B7A-2DB8-EBED-E5E8BC12B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606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295D-C332-5793-512D-6F0DC841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CBF5D-E7C3-7E39-1B36-8EF14EE6B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2BB7C-9FE6-FDF3-12C0-1EED4D864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C1C52-6FD9-7EE6-19F5-1F1C415F4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475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DA44-25CE-C96B-9E71-CAF78A65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2B14C-877C-3F20-E766-44E9390CE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1D994-D972-9A0C-26AF-C5703C290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B092B-FCB5-DABF-5E43-8E6034C58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152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76EA-A9B7-0DDA-8F03-A2A2F6BD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02E9E-BAC7-AB10-178F-E92E0A952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42628-8A43-77A0-A9F8-9F8112563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9D412-267B-B38D-DCFB-E42EE884C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220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28" y="0"/>
            <a:ext cx="9733444" cy="7110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>
                <a:solidFill>
                  <a:schemeClr val="accent6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5638B-B677-974A-A667-0478687C5541}"/>
              </a:ext>
            </a:extLst>
          </p:cNvPr>
          <p:cNvSpPr txBox="1"/>
          <p:nvPr userDrawn="1"/>
        </p:nvSpPr>
        <p:spPr>
          <a:xfrm>
            <a:off x="8974732" y="638132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www.anubhavtrainings.com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1050B-06DD-6B9B-5D4B-52C80C0910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108" y="40947"/>
            <a:ext cx="801948" cy="792088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63B6F30-DCC2-D394-EDCF-46E8F9575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762" y="836712"/>
            <a:ext cx="11342274" cy="561662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Amasis MT Pro" panose="020405040500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09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441" y="6356351"/>
            <a:ext cx="2844059" cy="365125"/>
          </a:xfrm>
        </p:spPr>
        <p:txBody>
          <a:bodyPr/>
          <a:lstStyle>
            <a:lvl1pPr algn="l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441" y="584201"/>
            <a:ext cx="10969943" cy="711201"/>
          </a:xfrm>
          <a:prstGeom prst="rect">
            <a:avLst/>
          </a:prstGeom>
        </p:spPr>
        <p:txBody>
          <a:bodyPr/>
          <a:lstStyle>
            <a:lvl1pPr>
              <a:defRPr sz="3732">
                <a:gradFill>
                  <a:gsLst>
                    <a:gs pos="0">
                      <a:srgbClr val="002060"/>
                    </a:gs>
                    <a:gs pos="100000">
                      <a:srgbClr val="0070C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pic>
        <p:nvPicPr>
          <p:cNvPr id="2" name="Picture 1" descr="A yellow circle with black letters and a black background&#10;&#10;Description automatically generated">
            <a:extLst>
              <a:ext uri="{FF2B5EF4-FFF2-40B4-BE49-F238E27FC236}">
                <a16:creationId xmlns:a16="http://schemas.microsoft.com/office/drawing/2014/main" id="{BE9035D6-1EB0-67FD-788E-258B941A5B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238" y="177800"/>
            <a:ext cx="731437" cy="72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71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765821" y="4172482"/>
            <a:ext cx="5256584" cy="1560774"/>
          </a:xfrm>
        </p:spPr>
        <p:txBody>
          <a:bodyPr anchor="t">
            <a:noAutofit/>
          </a:bodyPr>
          <a:lstStyle>
            <a:lvl1pPr algn="l">
              <a:defRPr lang="en-US" sz="4800" kern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321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78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93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08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28" y="0"/>
            <a:ext cx="9733444" cy="7110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>
                <a:solidFill>
                  <a:schemeClr val="accent6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5638B-B677-974A-A667-0478687C5541}"/>
              </a:ext>
            </a:extLst>
          </p:cNvPr>
          <p:cNvSpPr txBox="1"/>
          <p:nvPr userDrawn="1"/>
        </p:nvSpPr>
        <p:spPr>
          <a:xfrm>
            <a:off x="8974732" y="638132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www.anubhavtrainings.com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91050B-06DD-6B9B-5D4B-52C80C0910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108" y="40947"/>
            <a:ext cx="801948" cy="792088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63B6F30-DCC2-D394-EDCF-46E8F95750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762" y="836712"/>
            <a:ext cx="11342274" cy="561662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Amasis MT Pro" panose="020405040500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59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3E3D308-5757-C0AB-DF1B-BAAA1120B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3825" y="1922288"/>
            <a:ext cx="3303993" cy="3304854"/>
          </a:xfrm>
          <a:custGeom>
            <a:avLst/>
            <a:gdLst>
              <a:gd name="connsiteX0" fmla="*/ 2110615 w 4221230"/>
              <a:gd name="connsiteY0" fmla="*/ 0 h 4062856"/>
              <a:gd name="connsiteX1" fmla="*/ 4221230 w 4221230"/>
              <a:gd name="connsiteY1" fmla="*/ 2031428 h 4062856"/>
              <a:gd name="connsiteX2" fmla="*/ 2110615 w 4221230"/>
              <a:gd name="connsiteY2" fmla="*/ 4062856 h 4062856"/>
              <a:gd name="connsiteX3" fmla="*/ 0 w 4221230"/>
              <a:gd name="connsiteY3" fmla="*/ 2031428 h 4062856"/>
              <a:gd name="connsiteX4" fmla="*/ 2110615 w 4221230"/>
              <a:gd name="connsiteY4" fmla="*/ 0 h 406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1230" h="4062856">
                <a:moveTo>
                  <a:pt x="2110615" y="0"/>
                </a:moveTo>
                <a:cubicBezTo>
                  <a:pt x="3276275" y="0"/>
                  <a:pt x="4221230" y="909501"/>
                  <a:pt x="4221230" y="2031428"/>
                </a:cubicBezTo>
                <a:cubicBezTo>
                  <a:pt x="4221230" y="3153355"/>
                  <a:pt x="3276275" y="4062856"/>
                  <a:pt x="2110615" y="4062856"/>
                </a:cubicBezTo>
                <a:cubicBezTo>
                  <a:pt x="944955" y="4062856"/>
                  <a:pt x="0" y="3153355"/>
                  <a:pt x="0" y="2031428"/>
                </a:cubicBezTo>
                <a:cubicBezTo>
                  <a:pt x="0" y="909501"/>
                  <a:pt x="944955" y="0"/>
                  <a:pt x="21106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84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399925A-B7E0-BC1F-AE78-65034C6C65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34518" y="1721219"/>
            <a:ext cx="3706027" cy="3706992"/>
          </a:xfrm>
          <a:custGeom>
            <a:avLst/>
            <a:gdLst>
              <a:gd name="connsiteX0" fmla="*/ 2110615 w 4221230"/>
              <a:gd name="connsiteY0" fmla="*/ 0 h 4062856"/>
              <a:gd name="connsiteX1" fmla="*/ 4221230 w 4221230"/>
              <a:gd name="connsiteY1" fmla="*/ 2031428 h 4062856"/>
              <a:gd name="connsiteX2" fmla="*/ 2110615 w 4221230"/>
              <a:gd name="connsiteY2" fmla="*/ 4062856 h 4062856"/>
              <a:gd name="connsiteX3" fmla="*/ 0 w 4221230"/>
              <a:gd name="connsiteY3" fmla="*/ 2031428 h 4062856"/>
              <a:gd name="connsiteX4" fmla="*/ 2110615 w 4221230"/>
              <a:gd name="connsiteY4" fmla="*/ 0 h 406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1230" h="4062856">
                <a:moveTo>
                  <a:pt x="2110615" y="0"/>
                </a:moveTo>
                <a:cubicBezTo>
                  <a:pt x="3276275" y="0"/>
                  <a:pt x="4221230" y="909501"/>
                  <a:pt x="4221230" y="2031428"/>
                </a:cubicBezTo>
                <a:cubicBezTo>
                  <a:pt x="4221230" y="3153355"/>
                  <a:pt x="3276275" y="4062856"/>
                  <a:pt x="2110615" y="4062856"/>
                </a:cubicBezTo>
                <a:cubicBezTo>
                  <a:pt x="944955" y="4062856"/>
                  <a:pt x="0" y="3153355"/>
                  <a:pt x="0" y="2031428"/>
                </a:cubicBezTo>
                <a:cubicBezTo>
                  <a:pt x="0" y="909501"/>
                  <a:pt x="944955" y="0"/>
                  <a:pt x="21106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34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3D206DC-21C0-5B91-F039-7C7253B525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03737" y="1748799"/>
            <a:ext cx="3247160" cy="3248006"/>
          </a:xfrm>
          <a:custGeom>
            <a:avLst/>
            <a:gdLst>
              <a:gd name="connsiteX0" fmla="*/ 2110615 w 4221230"/>
              <a:gd name="connsiteY0" fmla="*/ 0 h 4062856"/>
              <a:gd name="connsiteX1" fmla="*/ 4221230 w 4221230"/>
              <a:gd name="connsiteY1" fmla="*/ 2031428 h 4062856"/>
              <a:gd name="connsiteX2" fmla="*/ 2110615 w 4221230"/>
              <a:gd name="connsiteY2" fmla="*/ 4062856 h 4062856"/>
              <a:gd name="connsiteX3" fmla="*/ 0 w 4221230"/>
              <a:gd name="connsiteY3" fmla="*/ 2031428 h 4062856"/>
              <a:gd name="connsiteX4" fmla="*/ 2110615 w 4221230"/>
              <a:gd name="connsiteY4" fmla="*/ 0 h 406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1230" h="4062856">
                <a:moveTo>
                  <a:pt x="2110615" y="0"/>
                </a:moveTo>
                <a:cubicBezTo>
                  <a:pt x="3276275" y="0"/>
                  <a:pt x="4221230" y="909501"/>
                  <a:pt x="4221230" y="2031428"/>
                </a:cubicBezTo>
                <a:cubicBezTo>
                  <a:pt x="4221230" y="3153355"/>
                  <a:pt x="3276275" y="4062856"/>
                  <a:pt x="2110615" y="4062856"/>
                </a:cubicBezTo>
                <a:cubicBezTo>
                  <a:pt x="944955" y="4062856"/>
                  <a:pt x="0" y="3153355"/>
                  <a:pt x="0" y="2031428"/>
                </a:cubicBezTo>
                <a:cubicBezTo>
                  <a:pt x="0" y="909501"/>
                  <a:pt x="944955" y="0"/>
                  <a:pt x="21106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90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1683E417-1443-7CC4-BB89-9C4377324D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7592" y="3020745"/>
            <a:ext cx="4715880" cy="2944148"/>
          </a:xfr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71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12FA1C9-6FC3-FE26-77FF-BF6E982FDF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794487" y="-644779"/>
            <a:ext cx="4505509" cy="4506683"/>
          </a:xfrm>
          <a:custGeom>
            <a:avLst/>
            <a:gdLst>
              <a:gd name="connsiteX0" fmla="*/ 2110615 w 4221230"/>
              <a:gd name="connsiteY0" fmla="*/ 0 h 4062856"/>
              <a:gd name="connsiteX1" fmla="*/ 4221230 w 4221230"/>
              <a:gd name="connsiteY1" fmla="*/ 2031428 h 4062856"/>
              <a:gd name="connsiteX2" fmla="*/ 2110615 w 4221230"/>
              <a:gd name="connsiteY2" fmla="*/ 4062856 h 4062856"/>
              <a:gd name="connsiteX3" fmla="*/ 0 w 4221230"/>
              <a:gd name="connsiteY3" fmla="*/ 2031428 h 4062856"/>
              <a:gd name="connsiteX4" fmla="*/ 2110615 w 4221230"/>
              <a:gd name="connsiteY4" fmla="*/ 0 h 4062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1230" h="4062856">
                <a:moveTo>
                  <a:pt x="2110615" y="0"/>
                </a:moveTo>
                <a:cubicBezTo>
                  <a:pt x="3276275" y="0"/>
                  <a:pt x="4221230" y="909501"/>
                  <a:pt x="4221230" y="2031428"/>
                </a:cubicBezTo>
                <a:cubicBezTo>
                  <a:pt x="4221230" y="3153355"/>
                  <a:pt x="3276275" y="4062856"/>
                  <a:pt x="2110615" y="4062856"/>
                </a:cubicBezTo>
                <a:cubicBezTo>
                  <a:pt x="944955" y="4062856"/>
                  <a:pt x="0" y="3153355"/>
                  <a:pt x="0" y="2031428"/>
                </a:cubicBezTo>
                <a:cubicBezTo>
                  <a:pt x="0" y="909501"/>
                  <a:pt x="944955" y="0"/>
                  <a:pt x="21106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01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BA84E635-75CE-490A-A880-EFFBD03694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3" y="0"/>
            <a:ext cx="12186138" cy="6858000"/>
          </a:xfrm>
        </p:spPr>
        <p:txBody>
          <a:bodyPr anchor="t"/>
          <a:lstStyle>
            <a:lvl1pPr marL="0" indent="0" algn="ctr">
              <a:buFontTx/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90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6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slide" Target="slide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sap.com/docs/cloud-identity-services/cloud-identity-services/configure-idp-initiated-ss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elp.sap.com/docs/btp/sap-business-technology-platform/developing-with-sap-cloud-application-programming-mode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p.cloud.sap/docs/plugins/#attachmen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www.npmjs.com/package/@cap-js/attachment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72.png"/><Relationship Id="rId21" Type="http://schemas.openxmlformats.org/officeDocument/2006/relationships/image" Target="../media/image7824.png"/><Relationship Id="rId42" Type="http://schemas.openxmlformats.org/officeDocument/2006/relationships/customXml" Target="../ink/ink21.xml"/><Relationship Id="rId63" Type="http://schemas.openxmlformats.org/officeDocument/2006/relationships/image" Target="../media/image7845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893.png"/><Relationship Id="rId170" Type="http://schemas.openxmlformats.org/officeDocument/2006/relationships/customXml" Target="../ink/ink85.xml"/><Relationship Id="rId191" Type="http://schemas.openxmlformats.org/officeDocument/2006/relationships/image" Target="../media/image7909.png"/><Relationship Id="rId205" Type="http://schemas.openxmlformats.org/officeDocument/2006/relationships/image" Target="../media/image7916.png"/><Relationship Id="rId107" Type="http://schemas.openxmlformats.org/officeDocument/2006/relationships/image" Target="../media/image7867.png"/><Relationship Id="rId11" Type="http://schemas.openxmlformats.org/officeDocument/2006/relationships/image" Target="../media/image7819.png"/><Relationship Id="rId32" Type="http://schemas.openxmlformats.org/officeDocument/2006/relationships/customXml" Target="../ink/ink16.xml"/><Relationship Id="rId53" Type="http://schemas.openxmlformats.org/officeDocument/2006/relationships/image" Target="../media/image7840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888.png"/><Relationship Id="rId5" Type="http://schemas.openxmlformats.org/officeDocument/2006/relationships/image" Target="../media/image7816.png"/><Relationship Id="rId95" Type="http://schemas.openxmlformats.org/officeDocument/2006/relationships/image" Target="../media/image7861.png"/><Relationship Id="rId160" Type="http://schemas.openxmlformats.org/officeDocument/2006/relationships/customXml" Target="../ink/ink80.xml"/><Relationship Id="rId181" Type="http://schemas.openxmlformats.org/officeDocument/2006/relationships/image" Target="../media/image7904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7835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883.png"/><Relationship Id="rId85" Type="http://schemas.openxmlformats.org/officeDocument/2006/relationships/image" Target="../media/image7856.png"/><Relationship Id="rId150" Type="http://schemas.openxmlformats.org/officeDocument/2006/relationships/customXml" Target="../ink/ink75.xml"/><Relationship Id="rId171" Type="http://schemas.openxmlformats.org/officeDocument/2006/relationships/image" Target="../media/image7899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7830.png"/><Relationship Id="rId108" Type="http://schemas.openxmlformats.org/officeDocument/2006/relationships/customXml" Target="../ink/ink54.xml"/><Relationship Id="rId129" Type="http://schemas.openxmlformats.org/officeDocument/2006/relationships/image" Target="../media/image7878.png"/><Relationship Id="rId54" Type="http://schemas.openxmlformats.org/officeDocument/2006/relationships/customXml" Target="../ink/ink27.xml"/><Relationship Id="rId75" Type="http://schemas.openxmlformats.org/officeDocument/2006/relationships/image" Target="../media/image7851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7894.png"/><Relationship Id="rId182" Type="http://schemas.openxmlformats.org/officeDocument/2006/relationships/customXml" Target="../ink/ink91.xml"/><Relationship Id="rId217" Type="http://schemas.openxmlformats.org/officeDocument/2006/relationships/image" Target="../media/image7922.png"/><Relationship Id="rId6" Type="http://schemas.openxmlformats.org/officeDocument/2006/relationships/customXml" Target="../ink/ink3.xml"/><Relationship Id="rId23" Type="http://schemas.openxmlformats.org/officeDocument/2006/relationships/image" Target="../media/image7825.png"/><Relationship Id="rId119" Type="http://schemas.openxmlformats.org/officeDocument/2006/relationships/image" Target="../media/image7873.png"/><Relationship Id="rId44" Type="http://schemas.openxmlformats.org/officeDocument/2006/relationships/customXml" Target="../ink/ink22.xml"/><Relationship Id="rId65" Type="http://schemas.openxmlformats.org/officeDocument/2006/relationships/image" Target="../media/image7846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889.png"/><Relationship Id="rId172" Type="http://schemas.openxmlformats.org/officeDocument/2006/relationships/customXml" Target="../ink/ink86.xml"/><Relationship Id="rId193" Type="http://schemas.openxmlformats.org/officeDocument/2006/relationships/image" Target="../media/image7910.png"/><Relationship Id="rId207" Type="http://schemas.openxmlformats.org/officeDocument/2006/relationships/image" Target="../media/image7917.png"/><Relationship Id="rId13" Type="http://schemas.openxmlformats.org/officeDocument/2006/relationships/image" Target="../media/image7820.png"/><Relationship Id="rId109" Type="http://schemas.openxmlformats.org/officeDocument/2006/relationships/image" Target="../media/image7868.png"/><Relationship Id="rId34" Type="http://schemas.openxmlformats.org/officeDocument/2006/relationships/customXml" Target="../ink/ink17.xml"/><Relationship Id="rId55" Type="http://schemas.openxmlformats.org/officeDocument/2006/relationships/image" Target="../media/image7841.png"/><Relationship Id="rId76" Type="http://schemas.openxmlformats.org/officeDocument/2006/relationships/customXml" Target="../ink/ink38.xml"/><Relationship Id="rId97" Type="http://schemas.openxmlformats.org/officeDocument/2006/relationships/image" Target="../media/image7862.png"/><Relationship Id="rId120" Type="http://schemas.openxmlformats.org/officeDocument/2006/relationships/customXml" Target="../ink/ink60.xml"/><Relationship Id="rId141" Type="http://schemas.openxmlformats.org/officeDocument/2006/relationships/image" Target="../media/image7884.png"/><Relationship Id="rId7" Type="http://schemas.openxmlformats.org/officeDocument/2006/relationships/image" Target="../media/image7817.png"/><Relationship Id="rId162" Type="http://schemas.openxmlformats.org/officeDocument/2006/relationships/customXml" Target="../ink/ink81.xml"/><Relationship Id="rId183" Type="http://schemas.openxmlformats.org/officeDocument/2006/relationships/image" Target="../media/image7905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7836.png"/><Relationship Id="rId66" Type="http://schemas.openxmlformats.org/officeDocument/2006/relationships/customXml" Target="../ink/ink33.xml"/><Relationship Id="rId87" Type="http://schemas.openxmlformats.org/officeDocument/2006/relationships/image" Target="../media/image7857.png"/><Relationship Id="rId110" Type="http://schemas.openxmlformats.org/officeDocument/2006/relationships/customXml" Target="../ink/ink55.xml"/><Relationship Id="rId131" Type="http://schemas.openxmlformats.org/officeDocument/2006/relationships/image" Target="../media/image7879.png"/><Relationship Id="rId152" Type="http://schemas.openxmlformats.org/officeDocument/2006/relationships/customXml" Target="../ink/ink76.xml"/><Relationship Id="rId173" Type="http://schemas.openxmlformats.org/officeDocument/2006/relationships/image" Target="../media/image7900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7831.png"/><Relationship Id="rId56" Type="http://schemas.openxmlformats.org/officeDocument/2006/relationships/customXml" Target="../ink/ink28.xml"/><Relationship Id="rId77" Type="http://schemas.openxmlformats.org/officeDocument/2006/relationships/image" Target="../media/image7852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51" Type="http://schemas.openxmlformats.org/officeDocument/2006/relationships/image" Target="../media/image7839.png"/><Relationship Id="rId72" Type="http://schemas.openxmlformats.org/officeDocument/2006/relationships/customXml" Target="../ink/ink36.xml"/><Relationship Id="rId93" Type="http://schemas.openxmlformats.org/officeDocument/2006/relationships/image" Target="../media/image7860.png"/><Relationship Id="rId98" Type="http://schemas.openxmlformats.org/officeDocument/2006/relationships/customXml" Target="../ink/ink49.xml"/><Relationship Id="rId121" Type="http://schemas.openxmlformats.org/officeDocument/2006/relationships/image" Target="../media/image7874.png"/><Relationship Id="rId142" Type="http://schemas.openxmlformats.org/officeDocument/2006/relationships/customXml" Target="../ink/ink71.xml"/><Relationship Id="rId163" Type="http://schemas.openxmlformats.org/officeDocument/2006/relationships/image" Target="../media/image7895.png"/><Relationship Id="rId184" Type="http://schemas.openxmlformats.org/officeDocument/2006/relationships/customXml" Target="../ink/ink92.xml"/><Relationship Id="rId189" Type="http://schemas.openxmlformats.org/officeDocument/2006/relationships/image" Target="../media/image7908.png"/><Relationship Id="rId219" Type="http://schemas.openxmlformats.org/officeDocument/2006/relationships/image" Target="../media/image7923.png"/><Relationship Id="rId3" Type="http://schemas.openxmlformats.org/officeDocument/2006/relationships/image" Target="../media/image7815.png"/><Relationship Id="rId214" Type="http://schemas.openxmlformats.org/officeDocument/2006/relationships/customXml" Target="../ink/ink107.xml"/><Relationship Id="rId25" Type="http://schemas.openxmlformats.org/officeDocument/2006/relationships/image" Target="../media/image7826.png"/><Relationship Id="rId46" Type="http://schemas.openxmlformats.org/officeDocument/2006/relationships/customXml" Target="../ink/ink23.xml"/><Relationship Id="rId67" Type="http://schemas.openxmlformats.org/officeDocument/2006/relationships/image" Target="../media/image7847.png"/><Relationship Id="rId116" Type="http://schemas.openxmlformats.org/officeDocument/2006/relationships/customXml" Target="../ink/ink58.xml"/><Relationship Id="rId137" Type="http://schemas.openxmlformats.org/officeDocument/2006/relationships/image" Target="../media/image7882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7834.png"/><Relationship Id="rId62" Type="http://schemas.openxmlformats.org/officeDocument/2006/relationships/customXml" Target="../ink/ink31.xml"/><Relationship Id="rId83" Type="http://schemas.openxmlformats.org/officeDocument/2006/relationships/image" Target="../media/image7855.png"/><Relationship Id="rId88" Type="http://schemas.openxmlformats.org/officeDocument/2006/relationships/customXml" Target="../ink/ink44.xml"/><Relationship Id="rId111" Type="http://schemas.openxmlformats.org/officeDocument/2006/relationships/image" Target="../media/image7869.png"/><Relationship Id="rId132" Type="http://schemas.openxmlformats.org/officeDocument/2006/relationships/customXml" Target="../ink/ink66.xml"/><Relationship Id="rId153" Type="http://schemas.openxmlformats.org/officeDocument/2006/relationships/image" Target="../media/image7890.png"/><Relationship Id="rId174" Type="http://schemas.openxmlformats.org/officeDocument/2006/relationships/customXml" Target="../ink/ink87.xml"/><Relationship Id="rId179" Type="http://schemas.openxmlformats.org/officeDocument/2006/relationships/image" Target="../media/image7903.png"/><Relationship Id="rId195" Type="http://schemas.openxmlformats.org/officeDocument/2006/relationships/image" Target="../media/image7911.png"/><Relationship Id="rId209" Type="http://schemas.openxmlformats.org/officeDocument/2006/relationships/image" Target="../media/image7918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15" Type="http://schemas.openxmlformats.org/officeDocument/2006/relationships/image" Target="../media/image7821.png"/><Relationship Id="rId36" Type="http://schemas.openxmlformats.org/officeDocument/2006/relationships/customXml" Target="../ink/ink18.xml"/><Relationship Id="rId57" Type="http://schemas.openxmlformats.org/officeDocument/2006/relationships/image" Target="../media/image7842.png"/><Relationship Id="rId106" Type="http://schemas.openxmlformats.org/officeDocument/2006/relationships/customXml" Target="../ink/ink53.xml"/><Relationship Id="rId127" Type="http://schemas.openxmlformats.org/officeDocument/2006/relationships/image" Target="../media/image7877.png"/><Relationship Id="rId10" Type="http://schemas.openxmlformats.org/officeDocument/2006/relationships/customXml" Target="../ink/ink5.xml"/><Relationship Id="rId31" Type="http://schemas.openxmlformats.org/officeDocument/2006/relationships/image" Target="../media/image7829.png"/><Relationship Id="rId52" Type="http://schemas.openxmlformats.org/officeDocument/2006/relationships/customXml" Target="../ink/ink26.xml"/><Relationship Id="rId73" Type="http://schemas.openxmlformats.org/officeDocument/2006/relationships/image" Target="../media/image7850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7863.png"/><Relationship Id="rId101" Type="http://schemas.openxmlformats.org/officeDocument/2006/relationships/image" Target="../media/image7864.png"/><Relationship Id="rId122" Type="http://schemas.openxmlformats.org/officeDocument/2006/relationships/customXml" Target="../ink/ink61.xml"/><Relationship Id="rId143" Type="http://schemas.openxmlformats.org/officeDocument/2006/relationships/image" Target="../media/image7885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7898.png"/><Relationship Id="rId185" Type="http://schemas.openxmlformats.org/officeDocument/2006/relationships/image" Target="../media/image7906.png"/><Relationship Id="rId4" Type="http://schemas.openxmlformats.org/officeDocument/2006/relationships/customXml" Target="../ink/ink2.xml"/><Relationship Id="rId9" Type="http://schemas.openxmlformats.org/officeDocument/2006/relationships/image" Target="../media/image7818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7921.png"/><Relationship Id="rId26" Type="http://schemas.openxmlformats.org/officeDocument/2006/relationships/customXml" Target="../ink/ink13.xml"/><Relationship Id="rId47" Type="http://schemas.openxmlformats.org/officeDocument/2006/relationships/image" Target="../media/image7837.png"/><Relationship Id="rId68" Type="http://schemas.openxmlformats.org/officeDocument/2006/relationships/customXml" Target="../ink/ink34.xml"/><Relationship Id="rId89" Type="http://schemas.openxmlformats.org/officeDocument/2006/relationships/image" Target="../media/image7858.png"/><Relationship Id="rId112" Type="http://schemas.openxmlformats.org/officeDocument/2006/relationships/customXml" Target="../ink/ink56.xml"/><Relationship Id="rId133" Type="http://schemas.openxmlformats.org/officeDocument/2006/relationships/image" Target="../media/image7880.png"/><Relationship Id="rId154" Type="http://schemas.openxmlformats.org/officeDocument/2006/relationships/customXml" Target="../ink/ink77.xml"/><Relationship Id="rId175" Type="http://schemas.openxmlformats.org/officeDocument/2006/relationships/image" Target="../media/image7901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7924.png"/><Relationship Id="rId37" Type="http://schemas.openxmlformats.org/officeDocument/2006/relationships/image" Target="../media/image7832.png"/><Relationship Id="rId58" Type="http://schemas.openxmlformats.org/officeDocument/2006/relationships/customXml" Target="../ink/ink29.xml"/><Relationship Id="rId79" Type="http://schemas.openxmlformats.org/officeDocument/2006/relationships/image" Target="../media/image7853.png"/><Relationship Id="rId102" Type="http://schemas.openxmlformats.org/officeDocument/2006/relationships/customXml" Target="../ink/ink51.xml"/><Relationship Id="rId123" Type="http://schemas.openxmlformats.org/officeDocument/2006/relationships/image" Target="../media/image7875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7896.png"/><Relationship Id="rId186" Type="http://schemas.openxmlformats.org/officeDocument/2006/relationships/customXml" Target="../ink/ink93.xml"/><Relationship Id="rId211" Type="http://schemas.openxmlformats.org/officeDocument/2006/relationships/image" Target="../media/image7919.png"/><Relationship Id="rId27" Type="http://schemas.openxmlformats.org/officeDocument/2006/relationships/image" Target="../media/image7827.png"/><Relationship Id="rId48" Type="http://schemas.openxmlformats.org/officeDocument/2006/relationships/customXml" Target="../ink/ink24.xml"/><Relationship Id="rId69" Type="http://schemas.openxmlformats.org/officeDocument/2006/relationships/image" Target="../media/image7848.png"/><Relationship Id="rId113" Type="http://schemas.openxmlformats.org/officeDocument/2006/relationships/image" Target="../media/image7870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91.png"/><Relationship Id="rId176" Type="http://schemas.openxmlformats.org/officeDocument/2006/relationships/customXml" Target="../ink/ink88.xml"/><Relationship Id="rId197" Type="http://schemas.openxmlformats.org/officeDocument/2006/relationships/image" Target="../media/image7912.png"/><Relationship Id="rId201" Type="http://schemas.openxmlformats.org/officeDocument/2006/relationships/image" Target="../media/image7914.png"/><Relationship Id="rId17" Type="http://schemas.openxmlformats.org/officeDocument/2006/relationships/image" Target="../media/image7822.png"/><Relationship Id="rId38" Type="http://schemas.openxmlformats.org/officeDocument/2006/relationships/customXml" Target="../ink/ink19.xml"/><Relationship Id="rId59" Type="http://schemas.openxmlformats.org/officeDocument/2006/relationships/image" Target="../media/image7843.png"/><Relationship Id="rId103" Type="http://schemas.openxmlformats.org/officeDocument/2006/relationships/image" Target="../media/image7865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7859.png"/><Relationship Id="rId145" Type="http://schemas.openxmlformats.org/officeDocument/2006/relationships/image" Target="../media/image7886.png"/><Relationship Id="rId166" Type="http://schemas.openxmlformats.org/officeDocument/2006/relationships/customXml" Target="../ink/ink83.xml"/><Relationship Id="rId187" Type="http://schemas.openxmlformats.org/officeDocument/2006/relationships/image" Target="../media/image7907.png"/><Relationship Id="rId1" Type="http://schemas.openxmlformats.org/officeDocument/2006/relationships/slideLayout" Target="../slideLayouts/slideLayout18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7838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7854.png"/><Relationship Id="rId135" Type="http://schemas.openxmlformats.org/officeDocument/2006/relationships/image" Target="../media/image7881.png"/><Relationship Id="rId156" Type="http://schemas.openxmlformats.org/officeDocument/2006/relationships/customXml" Target="../ink/ink78.xml"/><Relationship Id="rId177" Type="http://schemas.openxmlformats.org/officeDocument/2006/relationships/image" Target="../media/image7902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7833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7876.png"/><Relationship Id="rId146" Type="http://schemas.openxmlformats.org/officeDocument/2006/relationships/customXml" Target="../ink/ink73.xml"/><Relationship Id="rId167" Type="http://schemas.openxmlformats.org/officeDocument/2006/relationships/image" Target="../media/image7897.png"/><Relationship Id="rId188" Type="http://schemas.openxmlformats.org/officeDocument/2006/relationships/customXml" Target="../ink/ink94.xml"/><Relationship Id="rId71" Type="http://schemas.openxmlformats.org/officeDocument/2006/relationships/image" Target="../media/image7849.png"/><Relationship Id="rId92" Type="http://schemas.openxmlformats.org/officeDocument/2006/relationships/customXml" Target="../ink/ink46.xml"/><Relationship Id="rId213" Type="http://schemas.openxmlformats.org/officeDocument/2006/relationships/image" Target="../media/image7920.png"/><Relationship Id="rId2" Type="http://schemas.openxmlformats.org/officeDocument/2006/relationships/customXml" Target="../ink/ink1.xml"/><Relationship Id="rId29" Type="http://schemas.openxmlformats.org/officeDocument/2006/relationships/image" Target="../media/image7828.png"/><Relationship Id="rId40" Type="http://schemas.openxmlformats.org/officeDocument/2006/relationships/customXml" Target="../ink/ink20.xml"/><Relationship Id="rId115" Type="http://schemas.openxmlformats.org/officeDocument/2006/relationships/image" Target="../media/image7871.png"/><Relationship Id="rId136" Type="http://schemas.openxmlformats.org/officeDocument/2006/relationships/customXml" Target="../ink/ink68.xml"/><Relationship Id="rId157" Type="http://schemas.openxmlformats.org/officeDocument/2006/relationships/image" Target="../media/image7892.png"/><Relationship Id="rId178" Type="http://schemas.openxmlformats.org/officeDocument/2006/relationships/customXml" Target="../ink/ink89.xml"/><Relationship Id="rId61" Type="http://schemas.openxmlformats.org/officeDocument/2006/relationships/image" Target="../media/image7844.png"/><Relationship Id="rId82" Type="http://schemas.openxmlformats.org/officeDocument/2006/relationships/customXml" Target="../ink/ink41.xml"/><Relationship Id="rId199" Type="http://schemas.openxmlformats.org/officeDocument/2006/relationships/image" Target="../media/image7913.png"/><Relationship Id="rId203" Type="http://schemas.openxmlformats.org/officeDocument/2006/relationships/image" Target="../media/image7915.png"/><Relationship Id="rId19" Type="http://schemas.openxmlformats.org/officeDocument/2006/relationships/image" Target="../media/image7823.png"/><Relationship Id="rId30" Type="http://schemas.openxmlformats.org/officeDocument/2006/relationships/customXml" Target="../ink/ink15.xml"/><Relationship Id="rId105" Type="http://schemas.openxmlformats.org/officeDocument/2006/relationships/image" Target="../media/image7866.png"/><Relationship Id="rId126" Type="http://schemas.openxmlformats.org/officeDocument/2006/relationships/customXml" Target="../ink/ink63.xml"/><Relationship Id="rId147" Type="http://schemas.openxmlformats.org/officeDocument/2006/relationships/image" Target="../media/image7887.png"/><Relationship Id="rId168" Type="http://schemas.openxmlformats.org/officeDocument/2006/relationships/customXml" Target="../ink/ink8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hyperlink" Target="http://www.dribbble.com/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tiff"/><Relationship Id="rId5" Type="http://schemas.openxmlformats.org/officeDocument/2006/relationships/image" Target="../media/image30.tiff"/><Relationship Id="rId4" Type="http://schemas.openxmlformats.org/officeDocument/2006/relationships/image" Target="../media/image29.tiff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accent2">
                    <a:lumMod val="50000"/>
                  </a:schemeClr>
                </a:solidFill>
              </a:rPr>
              <a:t>Day 17</a:t>
            </a:r>
            <a:endParaRPr lang="en-US" sz="36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17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Build </a:t>
              </a:r>
              <a:r>
                <a:rPr lang="en-US" sz="1800" dirty="0" err="1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Workzone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Attachments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Multi tenancy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7192-09C6-FA74-855F-3A3AE844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A302E-9B86-4630-28D7-7376FAF0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8BA6A-AB3E-281D-F2A0-664633C7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2B93EF-AD27-E981-E7A1-10F7405B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What is SAP Cloud Identity Service?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54309-BE9F-BD69-388E-833149DEC776}"/>
              </a:ext>
            </a:extLst>
          </p:cNvPr>
          <p:cNvSpPr txBox="1"/>
          <p:nvPr/>
        </p:nvSpPr>
        <p:spPr>
          <a:xfrm>
            <a:off x="103005" y="980728"/>
            <a:ext cx="11680957" cy="2031472"/>
          </a:xfrm>
          <a:prstGeom prst="rect">
            <a:avLst/>
          </a:prstGeom>
        </p:spPr>
        <p:txBody>
          <a:bodyPr vert="horz" lIns="121888" tIns="60944" rIns="121888" bIns="60944" rtlCol="0">
            <a:normAutofit lnSpcReduction="10000"/>
          </a:bodyPr>
          <a:lstStyle/>
          <a:p>
            <a:pPr marL="0" marR="0" lvl="0" indent="0" algn="l" defTabSz="1218895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" panose="020B0503030000000003" pitchFamily="34" charset="0"/>
                <a:ea typeface="+mn-ea"/>
                <a:cs typeface="+mn-cs"/>
              </a:rPr>
              <a:t>SAP Cloud Identity Services are a group of services of SAP Business Technology Platform (SAP BTP), which enable you to integrate identity and access management between systems. The goal is to provide a seamless single sign-on experience across systems while ensuring that system and data access are secure. SAP Cloud Identity Services include Identity Authentication, Identity Provisioning, Identity Directory and Authorization Management.</a:t>
            </a:r>
          </a:p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66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AP-icons"/>
                <a:ea typeface="+mn-ea"/>
                <a:cs typeface="+mn-cs"/>
              </a:rPr>
            </a:br>
            <a:endParaRPr kumimoji="0" lang="en-US" sz="1866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EB9557B-998B-0E71-561C-6C8DC876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176" y="2921132"/>
            <a:ext cx="8227457" cy="312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9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988236-86EB-B182-FA1F-EB4AD9DA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www.anubhavtrainings.com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D17648-E4D0-C5AB-AED2-C2E40B35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F601F-ECA0-565F-15BB-8ACFEDC85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Become Admin for your Identity Service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9993EA-C9BD-F6ED-1BC9-0BFF6E5D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68" y="1295956"/>
            <a:ext cx="8113978" cy="512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25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8D077-6F83-0965-5026-23BC0518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8963-D4DC-28FA-F233-F6AA01B9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Persona</a:t>
            </a:r>
          </a:p>
        </p:txBody>
      </p:sp>
      <p:pic>
        <p:nvPicPr>
          <p:cNvPr id="2052" name="Picture 4" descr="Software engineer avatar Images - Free Download on Freepik">
            <a:extLst>
              <a:ext uri="{FF2B5EF4-FFF2-40B4-BE49-F238E27FC236}">
                <a16:creationId xmlns:a16="http://schemas.microsoft.com/office/drawing/2014/main" id="{453AADD2-EBDF-C003-5333-38152CAFD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96" y="701363"/>
            <a:ext cx="1700809" cy="170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ftware developer avatar Vectors - Download Free High-Quality Vectors from  Freepik | Freepik">
            <a:extLst>
              <a:ext uri="{FF2B5EF4-FFF2-40B4-BE49-F238E27FC236}">
                <a16:creationId xmlns:a16="http://schemas.microsoft.com/office/drawing/2014/main" id="{B937F640-71E8-643D-3A3D-88FAD579E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76" y="836712"/>
            <a:ext cx="2088232" cy="139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37E77D-89D3-9F9A-9BBC-8F7E474CEE0E}"/>
              </a:ext>
            </a:extLst>
          </p:cNvPr>
          <p:cNvSpPr txBox="1"/>
          <p:nvPr/>
        </p:nvSpPr>
        <p:spPr>
          <a:xfrm>
            <a:off x="345105" y="2276872"/>
            <a:ext cx="272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BTP Admin (Anubhav)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CD34E9-9734-7B92-C17E-A1056232C9AE}"/>
              </a:ext>
            </a:extLst>
          </p:cNvPr>
          <p:cNvSpPr txBox="1"/>
          <p:nvPr/>
        </p:nvSpPr>
        <p:spPr>
          <a:xfrm>
            <a:off x="3142084" y="2247365"/>
            <a:ext cx="272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BTP Developer (Anubhav)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8F9484-EE00-17D9-8A2C-2898F8AD44B6}"/>
              </a:ext>
            </a:extLst>
          </p:cNvPr>
          <p:cNvSpPr txBox="1"/>
          <p:nvPr/>
        </p:nvSpPr>
        <p:spPr>
          <a:xfrm>
            <a:off x="-23619" y="2550351"/>
            <a:ext cx="295232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Subscribe to different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entitlements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Subscriptions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Manage Users in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Manages environment, spaces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destinations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Landscape in CTMS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200" b="1" dirty="0"/>
              <a:t>Configure SAP BTP Cloud Identity service and Appoints </a:t>
            </a:r>
            <a:r>
              <a:rPr lang="en-IN" sz="1200" b="1" dirty="0" err="1"/>
              <a:t>Subu</a:t>
            </a:r>
            <a:r>
              <a:rPr lang="en-IN" sz="1200" b="1" dirty="0"/>
              <a:t> as Application Admin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200" b="1" dirty="0"/>
              <a:t>Create Trust Relation between Cloud Identity Service and BTP Sub Account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200" b="1" dirty="0"/>
              <a:t>Subscribe to SAP Build </a:t>
            </a:r>
            <a:r>
              <a:rPr lang="en-IN" sz="1200" b="1" dirty="0" err="1"/>
              <a:t>Workzone</a:t>
            </a:r>
            <a:r>
              <a:rPr lang="en-IN" sz="1200" b="1" dirty="0"/>
              <a:t> and give access to developer and also to App Admin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200" b="1" dirty="0"/>
              <a:t>Send email to </a:t>
            </a:r>
            <a:r>
              <a:rPr lang="en-IN" sz="1200" b="1" dirty="0" err="1"/>
              <a:t>Subu</a:t>
            </a:r>
            <a:r>
              <a:rPr lang="en-IN" sz="1200" b="1" dirty="0"/>
              <a:t> for build </a:t>
            </a:r>
            <a:r>
              <a:rPr lang="en-IN" sz="1200" b="1" dirty="0" err="1"/>
              <a:t>workzone</a:t>
            </a:r>
            <a:endParaRPr lang="en-IN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BFF91-1E83-2286-2768-E89B2B7D927B}"/>
              </a:ext>
            </a:extLst>
          </p:cNvPr>
          <p:cNvSpPr txBox="1"/>
          <p:nvPr/>
        </p:nvSpPr>
        <p:spPr>
          <a:xfrm>
            <a:off x="3070076" y="2550351"/>
            <a:ext cx="29523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BAS tool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Fiori on Cloud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CAPM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Deploy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Push code to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Backing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Testing and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tiles for Build </a:t>
            </a:r>
            <a:r>
              <a:rPr lang="en-IN" sz="1400" dirty="0" err="1"/>
              <a:t>Workzone</a:t>
            </a:r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400" b="1" dirty="0"/>
              <a:t>Already created a Fiori on Cloud Application, Will deploy this app to BTP in HTML5 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D1487-C1D3-EC83-557B-6DDA052DBEBE}"/>
              </a:ext>
            </a:extLst>
          </p:cNvPr>
          <p:cNvSpPr txBox="1"/>
          <p:nvPr/>
        </p:nvSpPr>
        <p:spPr>
          <a:xfrm>
            <a:off x="6235779" y="2276210"/>
            <a:ext cx="3098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Application Admin (Subbu)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1C3465-791E-4C8E-8A9A-B1D3801A01C5}"/>
              </a:ext>
            </a:extLst>
          </p:cNvPr>
          <p:cNvSpPr txBox="1"/>
          <p:nvPr/>
        </p:nvSpPr>
        <p:spPr>
          <a:xfrm>
            <a:off x="6163771" y="2579196"/>
            <a:ext cx="30963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Admin for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Application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Create Role Collections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Register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Reset their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Configure Company SSO with BTP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Grant Role Collections to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Give access to Build </a:t>
            </a:r>
            <a:r>
              <a:rPr lang="en-IN" sz="1200" dirty="0" err="1"/>
              <a:t>workzone</a:t>
            </a:r>
            <a:r>
              <a:rPr lang="en-IN" sz="1200" dirty="0"/>
              <a:t> app to business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Grant Fiori App Access to business users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200" b="1" dirty="0"/>
              <a:t>Receives email and access SAP Build Work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Login to BWZ and configure a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Fetch the apps deployed by deb to html5-repo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>
                <a:hlinkClick r:id="rId5" action="ppaction://hlinksldjump"/>
              </a:rPr>
              <a:t>Check slide</a:t>
            </a:r>
            <a:endParaRPr lang="en-IN" sz="1200" b="1" dirty="0"/>
          </a:p>
        </p:txBody>
      </p:sp>
      <p:pic>
        <p:nvPicPr>
          <p:cNvPr id="2060" name="Picture 12" descr="Old Man Avatar Vector Art, Icons, and Graphics for Free Download">
            <a:extLst>
              <a:ext uri="{FF2B5EF4-FFF2-40B4-BE49-F238E27FC236}">
                <a16:creationId xmlns:a16="http://schemas.microsoft.com/office/drawing/2014/main" id="{51621704-7E1F-3E04-2761-5EF9CDFE1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534" y="675304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ulti Ethnic Avatar Collection: Over 552 Royalty-Free Licensable Stock  Illustrations &amp; Drawings | Shutterstock">
            <a:extLst>
              <a:ext uri="{FF2B5EF4-FFF2-40B4-BE49-F238E27FC236}">
                <a16:creationId xmlns:a16="http://schemas.microsoft.com/office/drawing/2014/main" id="{AB361495-BCB9-1FBA-BCD8-C7D7A220C6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77"/>
          <a:stretch>
            <a:fillRect/>
          </a:stretch>
        </p:blipFill>
        <p:spPr bwMode="auto">
          <a:xfrm>
            <a:off x="9334772" y="816296"/>
            <a:ext cx="2724325" cy="148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86ECF8-1354-8545-3186-B054F91F593C}"/>
              </a:ext>
            </a:extLst>
          </p:cNvPr>
          <p:cNvSpPr txBox="1"/>
          <p:nvPr/>
        </p:nvSpPr>
        <p:spPr>
          <a:xfrm>
            <a:off x="9260115" y="2276210"/>
            <a:ext cx="3098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Business users (Raj, Sonia, Rob, Sajeev, Bhagya)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08EE4-0573-80A5-4732-3D12FEFFD811}"/>
              </a:ext>
            </a:extLst>
          </p:cNvPr>
          <p:cNvSpPr txBox="1"/>
          <p:nvPr/>
        </p:nvSpPr>
        <p:spPr>
          <a:xfrm>
            <a:off x="9188107" y="2979564"/>
            <a:ext cx="29523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They are using actual apps in their respective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Sales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Create purchase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Service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71326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B43D-D00F-3073-A4B6-4AEE9CAE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FCB-7022-9619-A353-2270C4EF5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How to configure Build </a:t>
            </a:r>
            <a:r>
              <a:rPr lang="en-US" dirty="0" err="1"/>
              <a:t>Workzone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9FCB3-7084-C29B-5E9A-276CE31A6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Receives email and access SAP Build Work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Login to BWZ and configure a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Fetch the apps deployed by developer to html5-repo from the channel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Go to content explorer&gt;HTML5 Explorer&gt; Import the app for the user in the Content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Import the app to the Content Explorer and the app is now available [</a:t>
            </a:r>
            <a:r>
              <a:rPr lang="en-IN" sz="1800" dirty="0" err="1"/>
              <a:t>ToDo</a:t>
            </a:r>
            <a:r>
              <a:rPr lang="en-IN" sz="1800" dirty="0"/>
              <a:t>: Next session Anubhav has to show our deployed html5 app instead the mock app]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</a:t>
            </a:r>
            <a:r>
              <a:rPr lang="en-IN" sz="1800" dirty="0" err="1"/>
              <a:t>catalog</a:t>
            </a:r>
            <a:r>
              <a:rPr lang="en-IN" sz="1800" dirty="0"/>
              <a:t> – Collection of tiles, Add all apps to the </a:t>
            </a:r>
            <a:r>
              <a:rPr lang="en-IN" sz="1800" dirty="0" err="1"/>
              <a:t>catalog</a:t>
            </a:r>
            <a:r>
              <a:rPr lang="en-IN" sz="1800" dirty="0"/>
              <a:t> and save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group – Providing meaningful grouping of apps for easy navigation e.g. Employee, Manager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Create a role – once granted to our business users they can access the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Open the site settings, and perform role assignment to the site</a:t>
            </a:r>
          </a:p>
          <a:p>
            <a:r>
              <a:rPr lang="en-IN" sz="1800" dirty="0"/>
              <a:t>----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Registers the business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[BU] Receives and email and activates his/her SAP account with SAP Custom </a:t>
            </a:r>
            <a:r>
              <a:rPr lang="en-IN" sz="1800" dirty="0" err="1"/>
              <a:t>Idp</a:t>
            </a:r>
            <a:r>
              <a:rPr lang="en-IN" sz="1800" dirty="0"/>
              <a:t> (Cloud Identity Service)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Grant the business user access to our Role and Launchpad external user role so they can access our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Share the link of the business site with the user which when they open, they can consume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[BU] Goes and access the launchpad (site)</a:t>
            </a:r>
          </a:p>
          <a:p>
            <a:r>
              <a:rPr lang="en-IN" sz="1800" dirty="0">
                <a:hlinkClick r:id="rId3"/>
              </a:rPr>
              <a:t>https://help.sap.com/docs/cloud-identity-services/cloud-identity-services/configure-idp-initiated-sso</a:t>
            </a:r>
            <a:endParaRPr lang="en-IN" sz="1800" dirty="0"/>
          </a:p>
          <a:p>
            <a:r>
              <a:rPr lang="en-IN" sz="1800" dirty="0">
                <a:hlinkClick r:id="rId4"/>
              </a:rPr>
              <a:t>https://help.sap.com/docs/btp/sap-business-technology-platform/developing-with-sap-cloud-application-programming-model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6934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19C45-BE39-6D0D-142E-C9FC3E35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62020-8D71-E31A-09C9-A2797DAF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43734-243A-5AED-8E4D-06E1D66A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03147" y="6374633"/>
            <a:ext cx="609441" cy="36503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B0E1C5-8A08-413F-8B09-C84C12CD5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73" y="178647"/>
            <a:ext cx="10969943" cy="711016"/>
          </a:xfrm>
        </p:spPr>
        <p:txBody>
          <a:bodyPr/>
          <a:lstStyle/>
          <a:p>
            <a:r>
              <a:rPr lang="en-IN" sz="3333" dirty="0"/>
              <a:t>SAP Build Work Zone?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9C4F-071B-E3C7-E6AB-76054C04A9E0}"/>
              </a:ext>
            </a:extLst>
          </p:cNvPr>
          <p:cNvSpPr txBox="1"/>
          <p:nvPr/>
        </p:nvSpPr>
        <p:spPr>
          <a:xfrm>
            <a:off x="207028" y="889663"/>
            <a:ext cx="116964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72" panose="020B0503030000000003" pitchFamily="34" charset="0"/>
              </a:rPr>
              <a:t>SAP Build Work Zone, is a powerful SAP Business Technology Platform service that consists of several components to integrate cloud and on-premise applications onto a single page including site designing capabilities.</a:t>
            </a:r>
          </a:p>
          <a:p>
            <a:endParaRPr lang="en-US" sz="1600" dirty="0">
              <a:solidFill>
                <a:schemeClr val="bg1"/>
              </a:solidFill>
              <a:latin typeface="72" panose="020B0503030000000003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72" panose="020B0503030000000003" pitchFamily="34" charset="0"/>
              </a:rPr>
              <a:t>SAP Launchpad Services is now called </a:t>
            </a:r>
            <a:r>
              <a:rPr lang="en-US" sz="1600" b="1" dirty="0">
                <a:solidFill>
                  <a:schemeClr val="bg1"/>
                </a:solidFill>
                <a:latin typeface="72" panose="020B0503030000000003" pitchFamily="34" charset="0"/>
              </a:rPr>
              <a:t>SAP Build Work Zone, Standard</a:t>
            </a:r>
            <a:endParaRPr lang="en-IN" sz="16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4857FC-F584-21F5-8924-5FA2ED7AC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7"/>
          <a:stretch/>
        </p:blipFill>
        <p:spPr bwMode="auto">
          <a:xfrm>
            <a:off x="914274" y="2548199"/>
            <a:ext cx="10243245" cy="374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278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person wearing virtual reality goggles&#10;&#10;Description automatically generated">
            <a:extLst>
              <a:ext uri="{FF2B5EF4-FFF2-40B4-BE49-F238E27FC236}">
                <a16:creationId xmlns:a16="http://schemas.microsoft.com/office/drawing/2014/main" id="{D3D90AE4-C3C7-D65D-106A-847A74202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50"/>
          <a:stretch/>
        </p:blipFill>
        <p:spPr bwMode="auto">
          <a:xfrm>
            <a:off x="609441" y="1295956"/>
            <a:ext cx="10969943" cy="48295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D9D8C3-B1AE-95E5-1A88-BBCFF4EE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4515" y="6355588"/>
            <a:ext cx="3859795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en-US"/>
              <a:t>www.anubhavtrainings.com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8571A3-C853-2F67-C770-C47B0ECA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441" y="6355588"/>
            <a:ext cx="2844059" cy="36503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fld id="{B6F15528-21DE-4FAA-801E-634DDDAF4B2B}" type="slidenum">
              <a:rPr lang="en-US" smtClean="0"/>
              <a:pPr>
                <a:lnSpc>
                  <a:spcPct val="90000"/>
                </a:lnSpc>
                <a:spcAft>
                  <a:spcPts val="800"/>
                </a:spcAft>
              </a:pPr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8E42BD-A877-EC47-A511-B7A4C999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584942"/>
            <a:ext cx="10969943" cy="711016"/>
          </a:xfrm>
        </p:spPr>
        <p:txBody>
          <a:bodyPr>
            <a:normAutofit/>
          </a:bodyPr>
          <a:lstStyle/>
          <a:p>
            <a:r>
              <a:rPr lang="en-IN" dirty="0">
                <a:latin typeface="Cooper Black" panose="0208090404030B020404" pitchFamily="18" charset="0"/>
              </a:rPr>
              <a:t>Hands-on Setting up Build Work Zone</a:t>
            </a:r>
          </a:p>
        </p:txBody>
      </p:sp>
    </p:spTree>
    <p:extLst>
      <p:ext uri="{BB962C8B-B14F-4D97-AF65-F5344CB8AC3E}">
        <p14:creationId xmlns:p14="http://schemas.microsoft.com/office/powerpoint/2010/main" val="2125680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6C665-29A5-6B44-70F0-F0FB1D6A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A1BB-299B-93EF-1F7A-E89165C3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Support for attachments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6A4BE-CFC2-B550-C9FB-BEA565EBC4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Often we want to enable upload of documents and store in cloud with our CAP application. SAP already offer a attachment plugin which can be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It creates a database table called Attachment for you to store all attachments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When user uploads attachment, the plugin also does virus 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Supports all kinds of attachments like pdf, images, word, ppt,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Little development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>
                <a:hlinkClick r:id="rId3"/>
              </a:rPr>
              <a:t>https://cap.cloud.sap/docs/plugins/#attachments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Requirement:</a:t>
            </a:r>
          </a:p>
          <a:p>
            <a:r>
              <a:rPr lang="en-US" sz="1800" dirty="0"/>
              <a:t>Along with PO, we want to enable user to upload multiple attachments. Like user can upload the reference quotation of vendor, additional documents, required approval screenshots of PO etc.</a:t>
            </a:r>
          </a:p>
          <a:p>
            <a:r>
              <a:rPr lang="en-US" sz="1800" dirty="0">
                <a:hlinkClick r:id="rId4"/>
              </a:rPr>
              <a:t>https://www.npmjs.com/package/@cap-js/attachments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588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A46E6-B253-98B3-E51D-8AAD2C54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EBCA-E81B-3041-1456-69E1F6B3C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Why Multi-tenant App?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9A5BB-F7A4-0AB6-C453-83FA240AB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" y="1028700"/>
            <a:ext cx="12039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84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4D95B-FE4A-2B2E-7B11-82AB104F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A5C5-DEC8-81E1-07BC-94FBEA1E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Common 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56802-CB14-AD4C-FB6D-FE8B08EB0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60" y="1484784"/>
            <a:ext cx="10369152" cy="42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5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F39F4-9BEC-BC33-F0F8-A39246F0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690F-E685-8D11-682C-AF935DA7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What is Multitenant - SaaS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04E1E-24FA-CA35-9CB5-75ECF3A43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8" y="1196752"/>
            <a:ext cx="10873208" cy="482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8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CF427-3028-9800-C38E-6B6BBCFA3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895B-551A-441B-C1A3-07D1E1D6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Benefits of Multi tenant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7F015A-7645-47A0-CB92-5A3F104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64" y="1052736"/>
            <a:ext cx="7776864" cy="52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38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8ED96-85B9-11B2-221B-EDBCB69A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05293-1923-F96B-7C00-8E7BA746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9E6F1-B8DF-A914-45D5-4653C514D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836711"/>
            <a:ext cx="9001000" cy="536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4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BA5A9BB-8955-0398-410F-59A6C82EEBFC}"/>
              </a:ext>
            </a:extLst>
          </p:cNvPr>
          <p:cNvGrpSpPr/>
          <p:nvPr/>
        </p:nvGrpSpPr>
        <p:grpSpPr>
          <a:xfrm>
            <a:off x="428160" y="205200"/>
            <a:ext cx="11729520" cy="6181920"/>
            <a:chOff x="428160" y="205200"/>
            <a:chExt cx="11729520" cy="618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297374D-211C-C077-CA37-AE417DBD22CD}"/>
                    </a:ext>
                  </a:extLst>
                </p14:cNvPr>
                <p14:cNvContentPartPr/>
                <p14:nvPr/>
              </p14:nvContentPartPr>
              <p14:xfrm>
                <a:off x="752880" y="4844880"/>
                <a:ext cx="271800" cy="340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297374D-211C-C077-CA37-AE417DBD22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4240" y="4836240"/>
                  <a:ext cx="28944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0827141-BB62-9C39-3B86-CDBB3873FD28}"/>
                    </a:ext>
                  </a:extLst>
                </p14:cNvPr>
                <p14:cNvContentPartPr/>
                <p14:nvPr/>
              </p14:nvContentPartPr>
              <p14:xfrm>
                <a:off x="985440" y="4992840"/>
                <a:ext cx="145440" cy="17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0827141-BB62-9C39-3B86-CDBB3873FD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6800" y="4983840"/>
                  <a:ext cx="163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9F6666C-EA73-CFF4-8590-CA58125F0C5D}"/>
                    </a:ext>
                  </a:extLst>
                </p14:cNvPr>
                <p14:cNvContentPartPr/>
                <p14:nvPr/>
              </p14:nvContentPartPr>
              <p14:xfrm>
                <a:off x="1224480" y="4916880"/>
                <a:ext cx="39240" cy="227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9F6666C-EA73-CFF4-8590-CA58125F0C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5840" y="4908240"/>
                  <a:ext cx="568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74FB62-5E5E-F9C7-E0E4-7F84174AB5BA}"/>
                    </a:ext>
                  </a:extLst>
                </p14:cNvPr>
                <p14:cNvContentPartPr/>
                <p14:nvPr/>
              </p14:nvContentPartPr>
              <p14:xfrm>
                <a:off x="1185240" y="4978440"/>
                <a:ext cx="369000" cy="147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74FB62-5E5E-F9C7-E0E4-7F84174AB5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6240" y="4969800"/>
                  <a:ext cx="386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553D8C-D153-279A-B556-54DE4D5F688F}"/>
                    </a:ext>
                  </a:extLst>
                </p14:cNvPr>
                <p14:cNvContentPartPr/>
                <p14:nvPr/>
              </p14:nvContentPartPr>
              <p14:xfrm>
                <a:off x="1773120" y="4792320"/>
                <a:ext cx="55800" cy="28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553D8C-D153-279A-B556-54DE4D5F68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64480" y="4783680"/>
                  <a:ext cx="73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F60D7B-BF95-0623-744E-DFF8D0B5E7F3}"/>
                    </a:ext>
                  </a:extLst>
                </p14:cNvPr>
                <p14:cNvContentPartPr/>
                <p14:nvPr/>
              </p14:nvContentPartPr>
              <p14:xfrm>
                <a:off x="1698240" y="4925520"/>
                <a:ext cx="87120" cy="46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F60D7B-BF95-0623-744E-DFF8D0B5E7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9600" y="4916520"/>
                  <a:ext cx="104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356065-A753-167C-AD76-295445FC4191}"/>
                    </a:ext>
                  </a:extLst>
                </p14:cNvPr>
                <p14:cNvContentPartPr/>
                <p14:nvPr/>
              </p14:nvContentPartPr>
              <p14:xfrm>
                <a:off x="1944480" y="4871880"/>
                <a:ext cx="138600" cy="182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356065-A753-167C-AD76-295445FC41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5840" y="4863240"/>
                  <a:ext cx="1562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4CC5A8-587D-94D1-342E-56839C297854}"/>
                    </a:ext>
                  </a:extLst>
                </p14:cNvPr>
                <p14:cNvContentPartPr/>
                <p14:nvPr/>
              </p14:nvContentPartPr>
              <p14:xfrm>
                <a:off x="2139960" y="4855680"/>
                <a:ext cx="138240" cy="17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4CC5A8-587D-94D1-342E-56839C2978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30960" y="4847040"/>
                  <a:ext cx="155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0509548-F311-7897-AA5F-A8EA418E6951}"/>
                    </a:ext>
                  </a:extLst>
                </p14:cNvPr>
                <p14:cNvContentPartPr/>
                <p14:nvPr/>
              </p14:nvContentPartPr>
              <p14:xfrm>
                <a:off x="428160" y="4813920"/>
                <a:ext cx="4257720" cy="157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0509548-F311-7897-AA5F-A8EA418E69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9160" y="4805280"/>
                  <a:ext cx="4275360" cy="15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F47BA55-8EC3-8238-AB1D-50C74E6297BA}"/>
                    </a:ext>
                  </a:extLst>
                </p14:cNvPr>
                <p14:cNvContentPartPr/>
                <p14:nvPr/>
              </p14:nvContentPartPr>
              <p14:xfrm>
                <a:off x="805800" y="846720"/>
                <a:ext cx="327600" cy="80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F47BA55-8EC3-8238-AB1D-50C74E6297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7160" y="837720"/>
                  <a:ext cx="345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BE82EF-31DA-2418-3002-5D5EECC15F62}"/>
                    </a:ext>
                  </a:extLst>
                </p14:cNvPr>
                <p14:cNvContentPartPr/>
                <p14:nvPr/>
              </p14:nvContentPartPr>
              <p14:xfrm>
                <a:off x="947280" y="863640"/>
                <a:ext cx="29160" cy="21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BE82EF-31DA-2418-3002-5D5EECC15F6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8280" y="854640"/>
                  <a:ext cx="46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3E7097B-C2A9-435F-E507-4F4EFCA05957}"/>
                    </a:ext>
                  </a:extLst>
                </p14:cNvPr>
                <p14:cNvContentPartPr/>
                <p14:nvPr/>
              </p14:nvContentPartPr>
              <p14:xfrm>
                <a:off x="1149240" y="845640"/>
                <a:ext cx="159120" cy="239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3E7097B-C2A9-435F-E507-4F4EFCA059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40600" y="836640"/>
                  <a:ext cx="1767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46495D-33D6-3627-0090-7EE61E14598E}"/>
                    </a:ext>
                  </a:extLst>
                </p14:cNvPr>
                <p14:cNvContentPartPr/>
                <p14:nvPr/>
              </p14:nvContentPartPr>
              <p14:xfrm>
                <a:off x="1557120" y="787680"/>
                <a:ext cx="227520" cy="28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46495D-33D6-3627-0090-7EE61E1459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48480" y="779040"/>
                  <a:ext cx="245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9463851-27E4-87D4-BBF5-844D7D04BED4}"/>
                    </a:ext>
                  </a:extLst>
                </p14:cNvPr>
                <p14:cNvContentPartPr/>
                <p14:nvPr/>
              </p14:nvContentPartPr>
              <p14:xfrm>
                <a:off x="570000" y="933120"/>
                <a:ext cx="3341520" cy="1356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9463851-27E4-87D4-BBF5-844D7D04BE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1360" y="924120"/>
                  <a:ext cx="3359160" cy="13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10F065-90DA-EC4F-8193-53A6A5C509D7}"/>
                    </a:ext>
                  </a:extLst>
                </p14:cNvPr>
                <p14:cNvContentPartPr/>
                <p14:nvPr/>
              </p14:nvContentPartPr>
              <p14:xfrm>
                <a:off x="782040" y="2951280"/>
                <a:ext cx="237600" cy="42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10F065-90DA-EC4F-8193-53A6A5C509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3040" y="2942280"/>
                  <a:ext cx="25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260579-4B2A-8AD2-E132-094F3C0D30D4}"/>
                    </a:ext>
                  </a:extLst>
                </p14:cNvPr>
                <p14:cNvContentPartPr/>
                <p14:nvPr/>
              </p14:nvContentPartPr>
              <p14:xfrm>
                <a:off x="864840" y="2984400"/>
                <a:ext cx="35280" cy="249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260579-4B2A-8AD2-E132-094F3C0D30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6200" y="2975400"/>
                  <a:ext cx="52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1400712-D491-88F7-20EF-F766FF2B9D07}"/>
                    </a:ext>
                  </a:extLst>
                </p14:cNvPr>
                <p14:cNvContentPartPr/>
                <p14:nvPr/>
              </p14:nvContentPartPr>
              <p14:xfrm>
                <a:off x="1016760" y="3046680"/>
                <a:ext cx="139320" cy="156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1400712-D491-88F7-20EF-F766FF2B9D0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8120" y="3038040"/>
                  <a:ext cx="156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EA6183-762C-D061-4402-C95D2E9E3E00}"/>
                    </a:ext>
                  </a:extLst>
                </p14:cNvPr>
                <p14:cNvContentPartPr/>
                <p14:nvPr/>
              </p14:nvContentPartPr>
              <p14:xfrm>
                <a:off x="1220520" y="2939400"/>
                <a:ext cx="11880" cy="261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EA6183-762C-D061-4402-C95D2E9E3E0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1520" y="2930760"/>
                  <a:ext cx="295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6464FE-69B0-4306-154F-5FB1BD2C29ED}"/>
                    </a:ext>
                  </a:extLst>
                </p14:cNvPr>
                <p14:cNvContentPartPr/>
                <p14:nvPr/>
              </p14:nvContentPartPr>
              <p14:xfrm>
                <a:off x="1188840" y="3054240"/>
                <a:ext cx="240120" cy="118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6464FE-69B0-4306-154F-5FB1BD2C29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79840" y="3045600"/>
                  <a:ext cx="257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9D35BD-1473-AEA2-FCAA-D2F91309BD34}"/>
                    </a:ext>
                  </a:extLst>
                </p14:cNvPr>
                <p14:cNvContentPartPr/>
                <p14:nvPr/>
              </p14:nvContentPartPr>
              <p14:xfrm>
                <a:off x="1612560" y="2993400"/>
                <a:ext cx="278640" cy="22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9D35BD-1473-AEA2-FCAA-D2F91309BD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03560" y="2984400"/>
                  <a:ext cx="296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23C4AF-9115-DA73-8F82-3D78470D6172}"/>
                    </a:ext>
                  </a:extLst>
                </p14:cNvPr>
                <p14:cNvContentPartPr/>
                <p14:nvPr/>
              </p14:nvContentPartPr>
              <p14:xfrm>
                <a:off x="1955280" y="2973240"/>
                <a:ext cx="117720" cy="176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23C4AF-9115-DA73-8F82-3D78470D617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46640" y="2964240"/>
                  <a:ext cx="135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36DC02-7FC8-11DD-DB19-208E4E3D779A}"/>
                    </a:ext>
                  </a:extLst>
                </p14:cNvPr>
                <p14:cNvContentPartPr/>
                <p14:nvPr/>
              </p14:nvContentPartPr>
              <p14:xfrm>
                <a:off x="2165160" y="2883240"/>
                <a:ext cx="32040" cy="230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36DC02-7FC8-11DD-DB19-208E4E3D77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56160" y="2874600"/>
                  <a:ext cx="49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CF063F1-9145-0410-FD09-31804988ADCE}"/>
                    </a:ext>
                  </a:extLst>
                </p14:cNvPr>
                <p14:cNvContentPartPr/>
                <p14:nvPr/>
              </p14:nvContentPartPr>
              <p14:xfrm>
                <a:off x="2145720" y="2971440"/>
                <a:ext cx="385560" cy="181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CF063F1-9145-0410-FD09-31804988AD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37080" y="2962440"/>
                  <a:ext cx="403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56429B1-0B32-A8CB-C0A2-CBD0A6D45B9F}"/>
                    </a:ext>
                  </a:extLst>
                </p14:cNvPr>
                <p14:cNvContentPartPr/>
                <p14:nvPr/>
              </p14:nvContentPartPr>
              <p14:xfrm>
                <a:off x="2544960" y="2982240"/>
                <a:ext cx="120960" cy="200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56429B1-0B32-A8CB-C0A2-CBD0A6D45B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35960" y="2973600"/>
                  <a:ext cx="138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FE2EE17-5EE7-2F3F-0572-A4FF03D65916}"/>
                    </a:ext>
                  </a:extLst>
                </p14:cNvPr>
                <p14:cNvContentPartPr/>
                <p14:nvPr/>
              </p14:nvContentPartPr>
              <p14:xfrm>
                <a:off x="488280" y="3009600"/>
                <a:ext cx="3943800" cy="1256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FE2EE17-5EE7-2F3F-0572-A4FF03D659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9640" y="3000960"/>
                  <a:ext cx="3961440" cy="12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4091BBF-1E4D-6A42-2A08-5A9B5877E0D3}"/>
                    </a:ext>
                  </a:extLst>
                </p14:cNvPr>
                <p14:cNvContentPartPr/>
                <p14:nvPr/>
              </p14:nvContentPartPr>
              <p14:xfrm>
                <a:off x="1026480" y="205200"/>
                <a:ext cx="353520" cy="461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4091BBF-1E4D-6A42-2A08-5A9B5877E0D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7840" y="196200"/>
                  <a:ext cx="37116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D89888B-B3FE-EECB-2872-7926866BB89E}"/>
                    </a:ext>
                  </a:extLst>
                </p14:cNvPr>
                <p14:cNvContentPartPr/>
                <p14:nvPr/>
              </p14:nvContentPartPr>
              <p14:xfrm>
                <a:off x="1299720" y="366120"/>
                <a:ext cx="553320" cy="283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D89888B-B3FE-EECB-2872-7926866BB89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90720" y="357120"/>
                  <a:ext cx="570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FB19E2-DA48-8BB9-F36D-B6911EAF6BE9}"/>
                    </a:ext>
                  </a:extLst>
                </p14:cNvPr>
                <p14:cNvContentPartPr/>
                <p14:nvPr/>
              </p14:nvContentPartPr>
              <p14:xfrm>
                <a:off x="1841160" y="398160"/>
                <a:ext cx="198000" cy="224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FB19E2-DA48-8BB9-F36D-B6911EAF6B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32520" y="389520"/>
                  <a:ext cx="215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3DAC5B-7E37-A481-7382-524E512D5C90}"/>
                    </a:ext>
                  </a:extLst>
                </p14:cNvPr>
                <p14:cNvContentPartPr/>
                <p14:nvPr/>
              </p14:nvContentPartPr>
              <p14:xfrm>
                <a:off x="2050680" y="433440"/>
                <a:ext cx="329400" cy="186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63DAC5B-7E37-A481-7382-524E512D5C9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41680" y="424440"/>
                  <a:ext cx="34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8FB8280-DEE2-F9A1-1E0E-3FEA29BF1ADC}"/>
                    </a:ext>
                  </a:extLst>
                </p14:cNvPr>
                <p14:cNvContentPartPr/>
                <p14:nvPr/>
              </p14:nvContentPartPr>
              <p14:xfrm>
                <a:off x="2433360" y="408240"/>
                <a:ext cx="90000" cy="207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8FB8280-DEE2-F9A1-1E0E-3FEA29BF1AD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24360" y="399240"/>
                  <a:ext cx="107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AD8C6D-E313-C65D-A9B4-71864C314D71}"/>
                    </a:ext>
                  </a:extLst>
                </p14:cNvPr>
                <p14:cNvContentPartPr/>
                <p14:nvPr/>
              </p14:nvContentPartPr>
              <p14:xfrm>
                <a:off x="2596080" y="394560"/>
                <a:ext cx="145080" cy="223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AD8C6D-E313-C65D-A9B4-71864C314D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87080" y="385920"/>
                  <a:ext cx="162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017426A-A02D-F054-D803-FAB96E26CE10}"/>
                    </a:ext>
                  </a:extLst>
                </p14:cNvPr>
                <p14:cNvContentPartPr/>
                <p14:nvPr/>
              </p14:nvContentPartPr>
              <p14:xfrm>
                <a:off x="3021960" y="341280"/>
                <a:ext cx="259200" cy="29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017426A-A02D-F054-D803-FAB96E26CE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13320" y="332280"/>
                  <a:ext cx="2768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46FBCE-4BB6-0D8C-5065-22719A865158}"/>
                    </a:ext>
                  </a:extLst>
                </p14:cNvPr>
                <p14:cNvContentPartPr/>
                <p14:nvPr/>
              </p14:nvContentPartPr>
              <p14:xfrm>
                <a:off x="3231840" y="383760"/>
                <a:ext cx="165600" cy="23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46FBCE-4BB6-0D8C-5065-22719A86515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23200" y="374760"/>
                  <a:ext cx="183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4FF97F9-5FBB-ECAE-4B70-B577FF59A1DC}"/>
                    </a:ext>
                  </a:extLst>
                </p14:cNvPr>
                <p14:cNvContentPartPr/>
                <p14:nvPr/>
              </p14:nvContentPartPr>
              <p14:xfrm>
                <a:off x="3454320" y="347400"/>
                <a:ext cx="205920" cy="291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4FF97F9-5FBB-ECAE-4B70-B577FF59A1D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45680" y="338400"/>
                  <a:ext cx="2235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80E8891-AB6B-7DD6-CEE4-3797F6480EED}"/>
                    </a:ext>
                  </a:extLst>
                </p14:cNvPr>
                <p14:cNvContentPartPr/>
                <p14:nvPr/>
              </p14:nvContentPartPr>
              <p14:xfrm>
                <a:off x="3795600" y="311760"/>
                <a:ext cx="199440" cy="300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80E8891-AB6B-7DD6-CEE4-3797F6480E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86960" y="302760"/>
                  <a:ext cx="2170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E270E6-A238-28E0-2BB1-855B5AA02EA6}"/>
                    </a:ext>
                  </a:extLst>
                </p14:cNvPr>
                <p14:cNvContentPartPr/>
                <p14:nvPr/>
              </p14:nvContentPartPr>
              <p14:xfrm>
                <a:off x="3825840" y="343080"/>
                <a:ext cx="267120" cy="249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E270E6-A238-28E0-2BB1-855B5AA02E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16840" y="334440"/>
                  <a:ext cx="284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73CF6A-FAE5-7B3D-D5C8-FEAE2BF80214}"/>
                    </a:ext>
                  </a:extLst>
                </p14:cNvPr>
                <p14:cNvContentPartPr/>
                <p14:nvPr/>
              </p14:nvContentPartPr>
              <p14:xfrm>
                <a:off x="4152000" y="456120"/>
                <a:ext cx="248760" cy="192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73CF6A-FAE5-7B3D-D5C8-FEAE2BF802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43000" y="447480"/>
                  <a:ext cx="2664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4783087-29BA-798E-B8FA-C96180E19D1A}"/>
                    </a:ext>
                  </a:extLst>
                </p14:cNvPr>
                <p14:cNvContentPartPr/>
                <p14:nvPr/>
              </p14:nvContentPartPr>
              <p14:xfrm>
                <a:off x="1133400" y="2420640"/>
                <a:ext cx="739080" cy="380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4783087-29BA-798E-B8FA-C96180E19D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4400" y="2412000"/>
                  <a:ext cx="7567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4B968A-40A0-6E97-FCE9-331E972A7AD6}"/>
                    </a:ext>
                  </a:extLst>
                </p14:cNvPr>
                <p14:cNvContentPartPr/>
                <p14:nvPr/>
              </p14:nvContentPartPr>
              <p14:xfrm>
                <a:off x="1957440" y="2673360"/>
                <a:ext cx="11160" cy="7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4B968A-40A0-6E97-FCE9-331E972A7A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48440" y="2664360"/>
                  <a:ext cx="288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328F182-F9D3-6840-23C1-F164AE06DAA8}"/>
                    </a:ext>
                  </a:extLst>
                </p14:cNvPr>
                <p14:cNvContentPartPr/>
                <p14:nvPr/>
              </p14:nvContentPartPr>
              <p14:xfrm>
                <a:off x="2236440" y="2485440"/>
                <a:ext cx="307080" cy="220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328F182-F9D3-6840-23C1-F164AE06DAA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27800" y="2476800"/>
                  <a:ext cx="3247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50DA5A2-0A08-4C03-510C-3A29A38FB1AB}"/>
                    </a:ext>
                  </a:extLst>
                </p14:cNvPr>
                <p14:cNvContentPartPr/>
                <p14:nvPr/>
              </p14:nvContentPartPr>
              <p14:xfrm>
                <a:off x="1308360" y="4276080"/>
                <a:ext cx="705600" cy="350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50DA5A2-0A08-4C03-510C-3A29A38FB1A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99720" y="4267080"/>
                  <a:ext cx="723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08D63C3-59C4-8525-95F3-9638CCA3046A}"/>
                    </a:ext>
                  </a:extLst>
                </p14:cNvPr>
                <p14:cNvContentPartPr/>
                <p14:nvPr/>
              </p14:nvContentPartPr>
              <p14:xfrm>
                <a:off x="2118360" y="4323960"/>
                <a:ext cx="199800" cy="224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08D63C3-59C4-8525-95F3-9638CCA3046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09360" y="4315320"/>
                  <a:ext cx="217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978B849-B2B6-DF0D-E5A8-5CD8DCF3351A}"/>
                    </a:ext>
                  </a:extLst>
                </p14:cNvPr>
                <p14:cNvContentPartPr/>
                <p14:nvPr/>
              </p14:nvContentPartPr>
              <p14:xfrm>
                <a:off x="8505840" y="1834560"/>
                <a:ext cx="73080" cy="405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978B849-B2B6-DF0D-E5A8-5CD8DCF3351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97200" y="1825920"/>
                  <a:ext cx="907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38E52F-44EB-6685-C2A6-ACB86658852F}"/>
                    </a:ext>
                  </a:extLst>
                </p14:cNvPr>
                <p14:cNvContentPartPr/>
                <p14:nvPr/>
              </p14:nvContentPartPr>
              <p14:xfrm>
                <a:off x="8413320" y="1551240"/>
                <a:ext cx="243000" cy="477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38E52F-44EB-6685-C2A6-ACB8665885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04680" y="1542600"/>
                  <a:ext cx="26064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3B38C6-6687-077C-F9FA-F634EADB9CF6}"/>
                    </a:ext>
                  </a:extLst>
                </p14:cNvPr>
                <p14:cNvContentPartPr/>
                <p14:nvPr/>
              </p14:nvContentPartPr>
              <p14:xfrm>
                <a:off x="8572080" y="1947960"/>
                <a:ext cx="175320" cy="18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3B38C6-6687-077C-F9FA-F634EADB9C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63440" y="1939320"/>
                  <a:ext cx="192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A3F2CD-8CBA-B083-C16B-5F16E025BE13}"/>
                    </a:ext>
                  </a:extLst>
                </p14:cNvPr>
                <p14:cNvContentPartPr/>
                <p14:nvPr/>
              </p14:nvContentPartPr>
              <p14:xfrm>
                <a:off x="8813640" y="1958040"/>
                <a:ext cx="126360" cy="17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A3F2CD-8CBA-B083-C16B-5F16E025BE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04640" y="1949040"/>
                  <a:ext cx="144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479B6D-1FFA-1384-ABFB-3B0EAB2792D6}"/>
                    </a:ext>
                  </a:extLst>
                </p14:cNvPr>
                <p14:cNvContentPartPr/>
                <p14:nvPr/>
              </p14:nvContentPartPr>
              <p14:xfrm>
                <a:off x="9010200" y="1947960"/>
                <a:ext cx="137520" cy="17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479B6D-1FFA-1384-ABFB-3B0EAB2792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01560" y="1939320"/>
                  <a:ext cx="155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2C7B13-D408-9EED-31FC-8AB7093E4A53}"/>
                    </a:ext>
                  </a:extLst>
                </p14:cNvPr>
                <p14:cNvContentPartPr/>
                <p14:nvPr/>
              </p14:nvContentPartPr>
              <p14:xfrm>
                <a:off x="9220080" y="1917720"/>
                <a:ext cx="47520" cy="194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2C7B13-D408-9EED-31FC-8AB7093E4A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211440" y="1908720"/>
                  <a:ext cx="651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B8EC32-999A-8E89-DCEA-E480252A381C}"/>
                    </a:ext>
                  </a:extLst>
                </p14:cNvPr>
                <p14:cNvContentPartPr/>
                <p14:nvPr/>
              </p14:nvContentPartPr>
              <p14:xfrm>
                <a:off x="9211800" y="1822680"/>
                <a:ext cx="34200" cy="6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B8EC32-999A-8E89-DCEA-E480252A381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02800" y="1814040"/>
                  <a:ext cx="51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9E2AF5-C489-0257-5E3F-EB38556C670C}"/>
                    </a:ext>
                  </a:extLst>
                </p14:cNvPr>
                <p14:cNvContentPartPr/>
                <p14:nvPr/>
              </p14:nvContentPartPr>
              <p14:xfrm>
                <a:off x="9366600" y="1773000"/>
                <a:ext cx="186120" cy="336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9E2AF5-C489-0257-5E3F-EB38556C67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57960" y="1764000"/>
                  <a:ext cx="2037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0F75C0-C9CD-91EB-46B8-F58450909660}"/>
                    </a:ext>
                  </a:extLst>
                </p14:cNvPr>
                <p14:cNvContentPartPr/>
                <p14:nvPr/>
              </p14:nvContentPartPr>
              <p14:xfrm>
                <a:off x="9591240" y="1931400"/>
                <a:ext cx="126360" cy="15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0F75C0-C9CD-91EB-46B8-F584509096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82600" y="1922400"/>
                  <a:ext cx="144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7238522-7F59-37A0-0689-E93FF899531B}"/>
                    </a:ext>
                  </a:extLst>
                </p14:cNvPr>
                <p14:cNvContentPartPr/>
                <p14:nvPr/>
              </p14:nvContentPartPr>
              <p14:xfrm>
                <a:off x="9756840" y="1860840"/>
                <a:ext cx="123840" cy="203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7238522-7F59-37A0-0689-E93FF899531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47840" y="1851840"/>
                  <a:ext cx="141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D641F4-585D-CB21-ED59-1DA3CF8E09F0}"/>
                    </a:ext>
                  </a:extLst>
                </p14:cNvPr>
                <p14:cNvContentPartPr/>
                <p14:nvPr/>
              </p14:nvContentPartPr>
              <p14:xfrm>
                <a:off x="10063560" y="1779840"/>
                <a:ext cx="290160" cy="384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D641F4-585D-CB21-ED59-1DA3CF8E09F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54920" y="1771200"/>
                  <a:ext cx="3078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8F6F10-B71D-123E-A9DF-6CC2AEE8EB47}"/>
                    </a:ext>
                  </a:extLst>
                </p14:cNvPr>
                <p14:cNvContentPartPr/>
                <p14:nvPr/>
              </p14:nvContentPartPr>
              <p14:xfrm>
                <a:off x="10356600" y="1841400"/>
                <a:ext cx="10332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8F6F10-B71D-123E-A9DF-6CC2AEE8EB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47960" y="1832400"/>
                  <a:ext cx="120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556BAE-9C07-0A3E-108A-A1A3F2ACDAA4}"/>
                    </a:ext>
                  </a:extLst>
                </p14:cNvPr>
                <p14:cNvContentPartPr/>
                <p14:nvPr/>
              </p14:nvContentPartPr>
              <p14:xfrm>
                <a:off x="10435080" y="1821960"/>
                <a:ext cx="71280" cy="241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556BAE-9C07-0A3E-108A-A1A3F2ACDAA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426080" y="1813320"/>
                  <a:ext cx="889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82C6809-5E3C-6AC7-984B-8E836A111022}"/>
                    </a:ext>
                  </a:extLst>
                </p14:cNvPr>
                <p14:cNvContentPartPr/>
                <p14:nvPr/>
              </p14:nvContentPartPr>
              <p14:xfrm>
                <a:off x="10629120" y="1786680"/>
                <a:ext cx="138960" cy="311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82C6809-5E3C-6AC7-984B-8E836A1110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20120" y="1777680"/>
                  <a:ext cx="1566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B2991E-B4DC-8953-E5FD-31DFD5B71E24}"/>
                    </a:ext>
                  </a:extLst>
                </p14:cNvPr>
                <p14:cNvContentPartPr/>
                <p14:nvPr/>
              </p14:nvContentPartPr>
              <p14:xfrm>
                <a:off x="10907400" y="1755360"/>
                <a:ext cx="223560" cy="272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B2991E-B4DC-8953-E5FD-31DFD5B71E2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98760" y="1746360"/>
                  <a:ext cx="241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B5DCF2-2C33-C1DC-F90F-E7C92C945CED}"/>
                    </a:ext>
                  </a:extLst>
                </p14:cNvPr>
                <p14:cNvContentPartPr/>
                <p14:nvPr/>
              </p14:nvContentPartPr>
              <p14:xfrm>
                <a:off x="10977600" y="1872000"/>
                <a:ext cx="85320" cy="27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B5DCF2-2C33-C1DC-F90F-E7C92C945CE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68600" y="1863000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0ACE59F-5E4F-D253-4A66-0930C2EA06C0}"/>
                    </a:ext>
                  </a:extLst>
                </p14:cNvPr>
                <p14:cNvContentPartPr/>
                <p14:nvPr/>
              </p14:nvContentPartPr>
              <p14:xfrm>
                <a:off x="11303040" y="1715400"/>
                <a:ext cx="82440" cy="39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0ACE59F-5E4F-D253-4A66-0930C2EA06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294040" y="1706400"/>
                  <a:ext cx="1000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7FC6754-48FA-5DBC-6DB4-EBC26A1BF86F}"/>
                    </a:ext>
                  </a:extLst>
                </p14:cNvPr>
                <p14:cNvContentPartPr/>
                <p14:nvPr/>
              </p14:nvContentPartPr>
              <p14:xfrm>
                <a:off x="11422920" y="1836720"/>
                <a:ext cx="229320" cy="250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7FC6754-48FA-5DBC-6DB4-EBC26A1BF8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14280" y="1827720"/>
                  <a:ext cx="246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966CA7-9DD8-D2DB-4D2F-C8464ED3530D}"/>
                    </a:ext>
                  </a:extLst>
                </p14:cNvPr>
                <p14:cNvContentPartPr/>
                <p14:nvPr/>
              </p14:nvContentPartPr>
              <p14:xfrm>
                <a:off x="7671720" y="1919520"/>
                <a:ext cx="4071960" cy="372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C966CA7-9DD8-D2DB-4D2F-C8464ED3530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62720" y="1910880"/>
                  <a:ext cx="4089600" cy="37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6A326C2-5C66-4DDC-28C7-D4232AAB8878}"/>
                    </a:ext>
                  </a:extLst>
                </p14:cNvPr>
                <p14:cNvContentPartPr/>
                <p14:nvPr/>
              </p14:nvContentPartPr>
              <p14:xfrm>
                <a:off x="11442000" y="1910880"/>
                <a:ext cx="715680" cy="360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6A326C2-5C66-4DDC-28C7-D4232AAB887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433360" y="1902240"/>
                  <a:ext cx="733320" cy="36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549D7D-86FA-B6B6-38A3-50148D4BDE01}"/>
                    </a:ext>
                  </a:extLst>
                </p14:cNvPr>
                <p14:cNvContentPartPr/>
                <p14:nvPr/>
              </p14:nvContentPartPr>
              <p14:xfrm>
                <a:off x="8719680" y="3165120"/>
                <a:ext cx="2531520" cy="1501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549D7D-86FA-B6B6-38A3-50148D4BDE0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10680" y="3156480"/>
                  <a:ext cx="2549160" cy="15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F2B3268-F99F-4D08-749D-D8CA4581F9AB}"/>
                    </a:ext>
                  </a:extLst>
                </p14:cNvPr>
                <p14:cNvContentPartPr/>
                <p14:nvPr/>
              </p14:nvContentPartPr>
              <p14:xfrm>
                <a:off x="9020640" y="3800160"/>
                <a:ext cx="365400" cy="276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F2B3268-F99F-4D08-749D-D8CA4581F9A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12000" y="3791160"/>
                  <a:ext cx="383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142F7D7-71CA-5AB0-2263-9B2525638AF4}"/>
                    </a:ext>
                  </a:extLst>
                </p14:cNvPr>
                <p14:cNvContentPartPr/>
                <p14:nvPr/>
              </p14:nvContentPartPr>
              <p14:xfrm>
                <a:off x="9448320" y="3820320"/>
                <a:ext cx="145440" cy="448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142F7D7-71CA-5AB0-2263-9B2525638A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39680" y="3811320"/>
                  <a:ext cx="1630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E8D6C2-BDBF-B460-169D-E179BDBE542B}"/>
                    </a:ext>
                  </a:extLst>
                </p14:cNvPr>
                <p14:cNvContentPartPr/>
                <p14:nvPr/>
              </p14:nvContentPartPr>
              <p14:xfrm>
                <a:off x="9700680" y="3841920"/>
                <a:ext cx="122760" cy="209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E8D6C2-BDBF-B460-169D-E179BDBE54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92040" y="3832920"/>
                  <a:ext cx="140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2D28332-8662-91E9-8C72-605DB3491E0C}"/>
                    </a:ext>
                  </a:extLst>
                </p14:cNvPr>
                <p14:cNvContentPartPr/>
                <p14:nvPr/>
              </p14:nvContentPartPr>
              <p14:xfrm>
                <a:off x="9875280" y="3843360"/>
                <a:ext cx="225000" cy="157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2D28332-8662-91E9-8C72-605DB3491E0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866280" y="3834360"/>
                  <a:ext cx="242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719EE5-E7ED-8B15-C7CE-C0D08F0DDFAE}"/>
                    </a:ext>
                  </a:extLst>
                </p14:cNvPr>
                <p14:cNvContentPartPr/>
                <p14:nvPr/>
              </p14:nvContentPartPr>
              <p14:xfrm>
                <a:off x="10166160" y="3791880"/>
                <a:ext cx="156240" cy="330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719EE5-E7ED-8B15-C7CE-C0D08F0DD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57160" y="3783240"/>
                  <a:ext cx="17388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4A7B2F-3782-5E62-BAD6-E5E9A641FCB6}"/>
                    </a:ext>
                  </a:extLst>
                </p14:cNvPr>
                <p14:cNvContentPartPr/>
                <p14:nvPr/>
              </p14:nvContentPartPr>
              <p14:xfrm>
                <a:off x="10418520" y="3773160"/>
                <a:ext cx="213480" cy="203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4A7B2F-3782-5E62-BAD6-E5E9A641FCB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09520" y="3764520"/>
                  <a:ext cx="2311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239DEB-A216-33E0-2981-A1298F0FF9C7}"/>
                    </a:ext>
                  </a:extLst>
                </p14:cNvPr>
                <p14:cNvContentPartPr/>
                <p14:nvPr/>
              </p14:nvContentPartPr>
              <p14:xfrm>
                <a:off x="10679880" y="3741840"/>
                <a:ext cx="107640" cy="340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239DEB-A216-33E0-2981-A1298F0FF9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71240" y="3733200"/>
                  <a:ext cx="1252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11C72AF-D911-C1F7-7BA2-04CD5D802326}"/>
                    </a:ext>
                  </a:extLst>
                </p14:cNvPr>
                <p14:cNvContentPartPr/>
                <p14:nvPr/>
              </p14:nvContentPartPr>
              <p14:xfrm>
                <a:off x="10858080" y="3710520"/>
                <a:ext cx="138960" cy="337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11C72AF-D911-C1F7-7BA2-04CD5D80232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849440" y="3701520"/>
                  <a:ext cx="1566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03CE548-79A5-31F8-5318-54350EB1F946}"/>
                    </a:ext>
                  </a:extLst>
                </p14:cNvPr>
                <p14:cNvContentPartPr/>
                <p14:nvPr/>
              </p14:nvContentPartPr>
              <p14:xfrm>
                <a:off x="9879960" y="4638240"/>
                <a:ext cx="25920" cy="320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03CE548-79A5-31F8-5318-54350EB1F9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71320" y="4629240"/>
                  <a:ext cx="435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ACDB68E-C264-125F-F40F-9F56A62E67E6}"/>
                    </a:ext>
                  </a:extLst>
                </p14:cNvPr>
                <p14:cNvContentPartPr/>
                <p14:nvPr/>
              </p14:nvContentPartPr>
              <p14:xfrm>
                <a:off x="9462000" y="4915080"/>
                <a:ext cx="958680" cy="266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ACDB68E-C264-125F-F40F-9F56A62E67E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53360" y="4906080"/>
                  <a:ext cx="9763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75108F-601B-EAB4-B43F-87B87B291206}"/>
                    </a:ext>
                  </a:extLst>
                </p14:cNvPr>
                <p14:cNvContentPartPr/>
                <p14:nvPr/>
              </p14:nvContentPartPr>
              <p14:xfrm>
                <a:off x="9531120" y="5079960"/>
                <a:ext cx="765720" cy="44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75108F-601B-EAB4-B43F-87B87B29120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22480" y="5070960"/>
                  <a:ext cx="783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87EC20-F1C5-AF10-9019-09BD499EE3E1}"/>
                    </a:ext>
                  </a:extLst>
                </p14:cNvPr>
                <p14:cNvContentPartPr/>
                <p14:nvPr/>
              </p14:nvContentPartPr>
              <p14:xfrm>
                <a:off x="10331040" y="5106240"/>
                <a:ext cx="67680" cy="450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87EC20-F1C5-AF10-9019-09BD499EE3E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322400" y="5097240"/>
                  <a:ext cx="853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7A86279-F48F-10AE-4E81-FC15EAE27019}"/>
                    </a:ext>
                  </a:extLst>
                </p14:cNvPr>
                <p14:cNvContentPartPr/>
                <p14:nvPr/>
              </p14:nvContentPartPr>
              <p14:xfrm>
                <a:off x="3023760" y="2051640"/>
                <a:ext cx="5860080" cy="1993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7A86279-F48F-10AE-4E81-FC15EAE2701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14760" y="2043000"/>
                  <a:ext cx="5877720" cy="20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0D61CF-0166-827A-2071-FA166AE45A38}"/>
                    </a:ext>
                  </a:extLst>
                </p14:cNvPr>
                <p14:cNvContentPartPr/>
                <p14:nvPr/>
              </p14:nvContentPartPr>
              <p14:xfrm>
                <a:off x="3045360" y="1990440"/>
                <a:ext cx="97920" cy="121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0D61CF-0166-827A-2071-FA166AE45A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036360" y="1981800"/>
                  <a:ext cx="115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91E8E4A-1F41-DA6A-D802-A11A8E758DF7}"/>
                    </a:ext>
                  </a:extLst>
                </p14:cNvPr>
                <p14:cNvContentPartPr/>
                <p14:nvPr/>
              </p14:nvContentPartPr>
              <p14:xfrm>
                <a:off x="3446760" y="3980880"/>
                <a:ext cx="5474880" cy="102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91E8E4A-1F41-DA6A-D802-A11A8E758D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38120" y="3972240"/>
                  <a:ext cx="5492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8F1888-8DBF-3B19-3DD6-A04DDEF07409}"/>
                    </a:ext>
                  </a:extLst>
                </p14:cNvPr>
                <p14:cNvContentPartPr/>
                <p14:nvPr/>
              </p14:nvContentPartPr>
              <p14:xfrm>
                <a:off x="3428040" y="3941280"/>
                <a:ext cx="141120" cy="12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8F1888-8DBF-3B19-3DD6-A04DDEF0740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19040" y="3932640"/>
                  <a:ext cx="158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A058147-E7E2-0549-DD7A-73E27EB934CB}"/>
                    </a:ext>
                  </a:extLst>
                </p14:cNvPr>
                <p14:cNvContentPartPr/>
                <p14:nvPr/>
              </p14:nvContentPartPr>
              <p14:xfrm>
                <a:off x="3827280" y="4057560"/>
                <a:ext cx="5062680" cy="1443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A058147-E7E2-0549-DD7A-73E27EB934C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18280" y="4048560"/>
                  <a:ext cx="5080320" cy="14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BE2E60-B922-ADAF-F4E8-7B11C2FB65E1}"/>
                    </a:ext>
                  </a:extLst>
                </p14:cNvPr>
                <p14:cNvContentPartPr/>
                <p14:nvPr/>
              </p14:nvContentPartPr>
              <p14:xfrm>
                <a:off x="3813240" y="5352120"/>
                <a:ext cx="177840" cy="18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BE2E60-B922-ADAF-F4E8-7B11C2FB65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04600" y="5343480"/>
                  <a:ext cx="195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3520369-E660-CBAD-8B38-C9CF880F5ACE}"/>
                    </a:ext>
                  </a:extLst>
                </p14:cNvPr>
                <p14:cNvContentPartPr/>
                <p14:nvPr/>
              </p14:nvContentPartPr>
              <p14:xfrm>
                <a:off x="5470680" y="3702960"/>
                <a:ext cx="330480" cy="309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3520369-E660-CBAD-8B38-C9CF880F5AC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61680" y="3694320"/>
                  <a:ext cx="3481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B3CC60-287D-4A99-E48A-3FBA9D0CCDEC}"/>
                    </a:ext>
                  </a:extLst>
                </p14:cNvPr>
                <p14:cNvContentPartPr/>
                <p14:nvPr/>
              </p14:nvContentPartPr>
              <p14:xfrm>
                <a:off x="5841840" y="3835800"/>
                <a:ext cx="133920" cy="158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B3CC60-287D-4A99-E48A-3FBA9D0CCDE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33200" y="3826800"/>
                  <a:ext cx="151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B4300DE-3B44-D987-CEF8-F2E35ED11A3E}"/>
                    </a:ext>
                  </a:extLst>
                </p14:cNvPr>
                <p14:cNvContentPartPr/>
                <p14:nvPr/>
              </p14:nvContentPartPr>
              <p14:xfrm>
                <a:off x="6007800" y="3780360"/>
                <a:ext cx="188280" cy="195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B4300DE-3B44-D987-CEF8-F2E35ED11A3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99160" y="3771360"/>
                  <a:ext cx="205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7F9D126-344D-0D96-0B24-66BAE042A40C}"/>
                    </a:ext>
                  </a:extLst>
                </p14:cNvPr>
                <p14:cNvContentPartPr/>
                <p14:nvPr/>
              </p14:nvContentPartPr>
              <p14:xfrm>
                <a:off x="6246840" y="3811320"/>
                <a:ext cx="204120" cy="17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7F9D126-344D-0D96-0B24-66BAE042A40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38200" y="3802680"/>
                  <a:ext cx="221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3B30B58-E222-E822-3E49-D9EB63000213}"/>
                    </a:ext>
                  </a:extLst>
                </p14:cNvPr>
                <p14:cNvContentPartPr/>
                <p14:nvPr/>
              </p14:nvContentPartPr>
              <p14:xfrm>
                <a:off x="6508200" y="3853800"/>
                <a:ext cx="438840" cy="141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3B30B58-E222-E822-3E49-D9EB630002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99200" y="3845160"/>
                  <a:ext cx="456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673DB83-C8FE-B13A-8675-4F95FD154BF1}"/>
                    </a:ext>
                  </a:extLst>
                </p14:cNvPr>
                <p14:cNvContentPartPr/>
                <p14:nvPr/>
              </p14:nvContentPartPr>
              <p14:xfrm>
                <a:off x="6891960" y="3780000"/>
                <a:ext cx="10440" cy="24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673DB83-C8FE-B13A-8675-4F95FD154BF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83320" y="3771000"/>
                  <a:ext cx="28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39A8488-2471-5185-1930-337E40EB823B}"/>
                    </a:ext>
                  </a:extLst>
                </p14:cNvPr>
                <p14:cNvContentPartPr/>
                <p14:nvPr/>
              </p14:nvContentPartPr>
              <p14:xfrm>
                <a:off x="6992040" y="3858840"/>
                <a:ext cx="176040" cy="186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39A8488-2471-5185-1930-337E40EB823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83040" y="3850200"/>
                  <a:ext cx="193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8C4AEB6-AE07-9A24-1212-1726138A461D}"/>
                    </a:ext>
                  </a:extLst>
                </p14:cNvPr>
                <p14:cNvContentPartPr/>
                <p14:nvPr/>
              </p14:nvContentPartPr>
              <p14:xfrm>
                <a:off x="7162680" y="3790800"/>
                <a:ext cx="101880" cy="172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8C4AEB6-AE07-9A24-1212-1726138A461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54040" y="3781800"/>
                  <a:ext cx="119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76DFB9-D09E-46F8-D625-F35C27A4E978}"/>
                    </a:ext>
                  </a:extLst>
                </p14:cNvPr>
                <p14:cNvContentPartPr/>
                <p14:nvPr/>
              </p14:nvContentPartPr>
              <p14:xfrm>
                <a:off x="7190040" y="3846240"/>
                <a:ext cx="163080" cy="107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76DFB9-D09E-46F8-D625-F35C27A4E97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81400" y="3837600"/>
                  <a:ext cx="180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1C764E-9920-2C3F-5168-BCD8CC163CF6}"/>
                    </a:ext>
                  </a:extLst>
                </p14:cNvPr>
                <p14:cNvContentPartPr/>
                <p14:nvPr/>
              </p14:nvContentPartPr>
              <p14:xfrm>
                <a:off x="7321440" y="3756240"/>
                <a:ext cx="6840" cy="3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1C764E-9920-2C3F-5168-BCD8CC163CF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312440" y="3747240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F9AEBC0-7CFD-C2F2-81D8-F943E74302D1}"/>
                    </a:ext>
                  </a:extLst>
                </p14:cNvPr>
                <p14:cNvContentPartPr/>
                <p14:nvPr/>
              </p14:nvContentPartPr>
              <p14:xfrm>
                <a:off x="7421160" y="3828240"/>
                <a:ext cx="248400" cy="140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F9AEBC0-7CFD-C2F2-81D8-F943E74302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12520" y="3819600"/>
                  <a:ext cx="266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3CA7CC3-B737-0C43-A8E0-C1FF17458056}"/>
                    </a:ext>
                  </a:extLst>
                </p14:cNvPr>
                <p14:cNvContentPartPr/>
                <p14:nvPr/>
              </p14:nvContentPartPr>
              <p14:xfrm>
                <a:off x="2421480" y="1625040"/>
                <a:ext cx="779040" cy="478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3CA7CC3-B737-0C43-A8E0-C1FF1745805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412840" y="1616400"/>
                  <a:ext cx="7966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6048945-203E-5CD2-72BD-30FBB5FE9BB9}"/>
                    </a:ext>
                  </a:extLst>
                </p14:cNvPr>
                <p14:cNvContentPartPr/>
                <p14:nvPr/>
              </p14:nvContentPartPr>
              <p14:xfrm>
                <a:off x="2695800" y="3540600"/>
                <a:ext cx="930600" cy="567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6048945-203E-5CD2-72BD-30FBB5FE9BB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86800" y="3531600"/>
                  <a:ext cx="9482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D5B9BB9-3657-69E5-4FAC-AA170A3511A8}"/>
                    </a:ext>
                  </a:extLst>
                </p14:cNvPr>
                <p14:cNvContentPartPr/>
                <p14:nvPr/>
              </p14:nvContentPartPr>
              <p14:xfrm>
                <a:off x="2708400" y="5207040"/>
                <a:ext cx="1248480" cy="563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D5B9BB9-3657-69E5-4FAC-AA170A3511A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99760" y="5198040"/>
                  <a:ext cx="126612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1259823-F4AD-FE7B-31FD-119C27CEDAF3}"/>
                    </a:ext>
                  </a:extLst>
                </p14:cNvPr>
                <p14:cNvContentPartPr/>
                <p14:nvPr/>
              </p14:nvContentPartPr>
              <p14:xfrm>
                <a:off x="9937560" y="1359000"/>
                <a:ext cx="25920" cy="311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1259823-F4AD-FE7B-31FD-119C27CEDAF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28920" y="1350000"/>
                  <a:ext cx="435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4BBF459-CE9D-40CA-4CA5-8A380C3D313D}"/>
                    </a:ext>
                  </a:extLst>
                </p14:cNvPr>
                <p14:cNvContentPartPr/>
                <p14:nvPr/>
              </p14:nvContentPartPr>
              <p14:xfrm>
                <a:off x="9852240" y="1612800"/>
                <a:ext cx="92160" cy="79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4BBF459-CE9D-40CA-4CA5-8A380C3D313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43240" y="1603800"/>
                  <a:ext cx="109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8A48C5D-7587-7447-903A-BB3728733D54}"/>
                    </a:ext>
                  </a:extLst>
                </p14:cNvPr>
                <p14:cNvContentPartPr/>
                <p14:nvPr/>
              </p14:nvContentPartPr>
              <p14:xfrm>
                <a:off x="9937200" y="1609200"/>
                <a:ext cx="73440" cy="66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8A48C5D-7587-7447-903A-BB3728733D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28200" y="1600200"/>
                  <a:ext cx="91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A65AF8A-6363-C56B-4A40-9C15B2920C49}"/>
                    </a:ext>
                  </a:extLst>
                </p14:cNvPr>
                <p14:cNvContentPartPr/>
                <p14:nvPr/>
              </p14:nvContentPartPr>
              <p14:xfrm>
                <a:off x="8599440" y="2298600"/>
                <a:ext cx="964800" cy="7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A65AF8A-6363-C56B-4A40-9C15B2920C4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590800" y="2289600"/>
                  <a:ext cx="982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603B2F2-9313-24D4-7B70-616A99594CDF}"/>
                    </a:ext>
                  </a:extLst>
                </p14:cNvPr>
                <p14:cNvContentPartPr/>
                <p14:nvPr/>
              </p14:nvContentPartPr>
              <p14:xfrm>
                <a:off x="8743800" y="2437560"/>
                <a:ext cx="853200" cy="20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603B2F2-9313-24D4-7B70-616A99594CD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35160" y="2428920"/>
                  <a:ext cx="8708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7DA0917-00F3-5ECA-0B00-7E059EF9D6EE}"/>
              </a:ext>
            </a:extLst>
          </p:cNvPr>
          <p:cNvGrpSpPr/>
          <p:nvPr/>
        </p:nvGrpSpPr>
        <p:grpSpPr>
          <a:xfrm>
            <a:off x="5871360" y="4298040"/>
            <a:ext cx="2004840" cy="521280"/>
            <a:chOff x="5871360" y="4298040"/>
            <a:chExt cx="20048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A34C9A9-B588-2DCD-4A3F-BD8981885F1B}"/>
                    </a:ext>
                  </a:extLst>
                </p14:cNvPr>
                <p14:cNvContentPartPr/>
                <p14:nvPr/>
              </p14:nvContentPartPr>
              <p14:xfrm>
                <a:off x="5873520" y="4298400"/>
                <a:ext cx="150480" cy="406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A34C9A9-B588-2DCD-4A3F-BD8981885F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864520" y="4289400"/>
                  <a:ext cx="16812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36FA2FA-AC27-4AF0-F47D-4E9A9C33EC6A}"/>
                    </a:ext>
                  </a:extLst>
                </p14:cNvPr>
                <p14:cNvContentPartPr/>
                <p14:nvPr/>
              </p14:nvContentPartPr>
              <p14:xfrm>
                <a:off x="5993760" y="4484520"/>
                <a:ext cx="329040" cy="316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36FA2FA-AC27-4AF0-F47D-4E9A9C33EC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984760" y="4475520"/>
                  <a:ext cx="3466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38EF304-83C3-2410-A2D8-F0C1094DD80D}"/>
                    </a:ext>
                  </a:extLst>
                </p14:cNvPr>
                <p14:cNvContentPartPr/>
                <p14:nvPr/>
              </p14:nvContentPartPr>
              <p14:xfrm>
                <a:off x="6389040" y="4298040"/>
                <a:ext cx="181080" cy="336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38EF304-83C3-2410-A2D8-F0C1094DD80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80040" y="4289400"/>
                  <a:ext cx="198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F95586D-1CCE-2C52-2D1A-A5EC3C9D2AC8}"/>
                    </a:ext>
                  </a:extLst>
                </p14:cNvPr>
                <p14:cNvContentPartPr/>
                <p14:nvPr/>
              </p14:nvContentPartPr>
              <p14:xfrm>
                <a:off x="6593520" y="4497120"/>
                <a:ext cx="134280" cy="133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F95586D-1CCE-2C52-2D1A-A5EC3C9D2AC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84880" y="4488120"/>
                  <a:ext cx="151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EF870D6-1284-F534-00E3-030DE556730D}"/>
                    </a:ext>
                  </a:extLst>
                </p14:cNvPr>
                <p14:cNvContentPartPr/>
                <p14:nvPr/>
              </p14:nvContentPartPr>
              <p14:xfrm>
                <a:off x="6751920" y="4445280"/>
                <a:ext cx="172440" cy="140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EF870D6-1284-F534-00E3-030DE556730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42920" y="4436640"/>
                  <a:ext cx="190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80E89CC-CB0B-95CE-CC22-C297346B11A3}"/>
                    </a:ext>
                  </a:extLst>
                </p14:cNvPr>
                <p14:cNvContentPartPr/>
                <p14:nvPr/>
              </p14:nvContentPartPr>
              <p14:xfrm>
                <a:off x="7104360" y="4403880"/>
                <a:ext cx="225000" cy="227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80E89CC-CB0B-95CE-CC22-C297346B11A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95720" y="4394880"/>
                  <a:ext cx="242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04F2E35-C7FA-DE08-240C-B2F43942064E}"/>
                    </a:ext>
                  </a:extLst>
                </p14:cNvPr>
                <p14:cNvContentPartPr/>
                <p14:nvPr/>
              </p14:nvContentPartPr>
              <p14:xfrm>
                <a:off x="7374360" y="4444200"/>
                <a:ext cx="98280" cy="147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04F2E35-C7FA-DE08-240C-B2F43942064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365360" y="4435200"/>
                  <a:ext cx="115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B190E83-43DB-C1C0-FB9D-797A6336F8A4}"/>
                    </a:ext>
                  </a:extLst>
                </p14:cNvPr>
                <p14:cNvContentPartPr/>
                <p14:nvPr/>
              </p14:nvContentPartPr>
              <p14:xfrm>
                <a:off x="7493160" y="4409640"/>
                <a:ext cx="204840" cy="267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B190E83-43DB-C1C0-FB9D-797A6336F8A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84520" y="4400640"/>
                  <a:ext cx="2224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9A81A62-EC5E-050E-12E9-D579067B0A37}"/>
                    </a:ext>
                  </a:extLst>
                </p14:cNvPr>
                <p14:cNvContentPartPr/>
                <p14:nvPr/>
              </p14:nvContentPartPr>
              <p14:xfrm>
                <a:off x="7708440" y="4387320"/>
                <a:ext cx="101880" cy="165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9A81A62-EC5E-050E-12E9-D579067B0A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99800" y="4378320"/>
                  <a:ext cx="119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D64A1B1-EFB0-159C-7E68-8521C15AED67}"/>
                    </a:ext>
                  </a:extLst>
                </p14:cNvPr>
                <p14:cNvContentPartPr/>
                <p14:nvPr/>
              </p14:nvContentPartPr>
              <p14:xfrm>
                <a:off x="5871360" y="4596840"/>
                <a:ext cx="2004840" cy="22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D64A1B1-EFB0-159C-7E68-8521C15AED6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62720" y="4588200"/>
                  <a:ext cx="2022480" cy="24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6240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0B1EA-BD56-E735-1F4C-31E867E3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C503-F747-D767-81CC-A260114B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How it works in BTP?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AE792-BB77-7DA6-7431-A3438577A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12" y="1412776"/>
            <a:ext cx="1107201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17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9B9E5-B682-7E24-B6D6-C307807C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C999-2C3C-3A85-CE91-DC268FEB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SAP Customer Perspective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C72BA-4CA6-0540-B19E-B5C064E72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8" y="1268760"/>
            <a:ext cx="10864272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03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AC0E0-2444-1F8C-EFC2-885A8DB9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B687-B4F3-B9F9-D21B-7A653499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Multi-tenant App on BTP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7804A-43B7-B683-2050-25360D71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1052735"/>
            <a:ext cx="10513168" cy="516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5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FAA15-20C0-341F-38EA-676875E8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B2F7-4528-B6CE-7054-6C588376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Partner 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561A8-7F69-A6F6-CC0D-9845F317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04" y="1052736"/>
            <a:ext cx="10872436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11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DF8CE-6D7C-D168-0AA9-5CE38A51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910A-8E83-75C7-ACA6-A957B002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Data Separation for Multi tenant Apps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12FAD-284A-E251-7A73-A12BED1E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907833"/>
            <a:ext cx="10241139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82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3329D-58A1-B439-E1DF-547E6ABD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01A9-ADD7-F0B5-08D4-68D806D4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5" y="0"/>
            <a:ext cx="9733444" cy="711081"/>
          </a:xfrm>
        </p:spPr>
        <p:txBody>
          <a:bodyPr/>
          <a:lstStyle/>
          <a:p>
            <a:r>
              <a:rPr lang="en-US" dirty="0"/>
              <a:t>SAP BTP Offerings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44D51-A2BC-B28A-E3A4-26DDB6F9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876" y="1124744"/>
            <a:ext cx="10053424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32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30201-527E-B3C5-0A52-F19DBD73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9DB6-47D6-B181-5A5A-1D44821F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04" y="0"/>
            <a:ext cx="11005891" cy="711081"/>
          </a:xfrm>
        </p:spPr>
        <p:txBody>
          <a:bodyPr/>
          <a:lstStyle/>
          <a:p>
            <a:r>
              <a:rPr lang="en-US" dirty="0"/>
              <a:t>Multi Tenant App – Architecture with CAP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A1616-4FA8-234E-AED1-CF22AACFF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8" y="980728"/>
            <a:ext cx="10081120" cy="50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779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7D3C-10DB-8789-64D4-D5A4BB7D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1264-F03D-7177-0F62-45022EE6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90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4D82-70AA-2D55-B8BE-4C85B34A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693-4654-2F3D-E4B0-13F99887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29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84C-7FDF-0A54-F147-9C740DC5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A7F2-5068-B234-96CA-9AACF8FF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37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17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Custom 927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FF4823"/>
      </a:accent1>
      <a:accent2>
        <a:srgbClr val="346CE8"/>
      </a:accent2>
      <a:accent3>
        <a:srgbClr val="8BB74C"/>
      </a:accent3>
      <a:accent4>
        <a:srgbClr val="D0AD49"/>
      </a:accent4>
      <a:accent5>
        <a:srgbClr val="5CEEA6"/>
      </a:accent5>
      <a:accent6>
        <a:srgbClr val="7740B5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8129</TotalTime>
  <Words>987</Words>
  <Application>Microsoft Office PowerPoint</Application>
  <PresentationFormat>Custom</PresentationFormat>
  <Paragraphs>155</Paragraphs>
  <Slides>29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3" baseType="lpstr">
      <vt:lpstr>72</vt:lpstr>
      <vt:lpstr>Amasis MT Pro</vt:lpstr>
      <vt:lpstr>Amasis MT Pro Black</vt:lpstr>
      <vt:lpstr>Arial</vt:lpstr>
      <vt:lpstr>Arial Black</vt:lpstr>
      <vt:lpstr>Calibri</vt:lpstr>
      <vt:lpstr>Cooper Black</vt:lpstr>
      <vt:lpstr>SAP-icons</vt:lpstr>
      <vt:lpstr>Segoe UI</vt:lpstr>
      <vt:lpstr>Segoe UI Black</vt:lpstr>
      <vt:lpstr>Segoe UI Light</vt:lpstr>
      <vt:lpstr>Wingdings</vt:lpstr>
      <vt:lpstr>Office Theme</vt:lpstr>
      <vt:lpstr>3_Office Theme</vt:lpstr>
      <vt:lpstr>SAP BTP Extension Suite Training</vt:lpstr>
      <vt:lpstr>PowerPoint Presentation</vt:lpstr>
      <vt:lpstr>Agenda – Day 17</vt:lpstr>
      <vt:lpstr>What is SAP Cloud Identity Service?</vt:lpstr>
      <vt:lpstr>Become Admin for your Identity Service</vt:lpstr>
      <vt:lpstr>Persona</vt:lpstr>
      <vt:lpstr>How to configure Build Workzone</vt:lpstr>
      <vt:lpstr>SAP Build Work Zone?</vt:lpstr>
      <vt:lpstr>Hands-on Setting up Build Work Zone</vt:lpstr>
      <vt:lpstr>Support for attachments</vt:lpstr>
      <vt:lpstr>Why Multi-tenant App?</vt:lpstr>
      <vt:lpstr>Common Challenges</vt:lpstr>
      <vt:lpstr>What is Multitenant - SaaS</vt:lpstr>
      <vt:lpstr>Benefits of Multi tenant App</vt:lpstr>
      <vt:lpstr>Challenges</vt:lpstr>
      <vt:lpstr>PowerPoint Presentation</vt:lpstr>
      <vt:lpstr>How it works in BTP?</vt:lpstr>
      <vt:lpstr>SAP Customer Perspective</vt:lpstr>
      <vt:lpstr>Multi-tenant App on BTP</vt:lpstr>
      <vt:lpstr>Partner Solutions</vt:lpstr>
      <vt:lpstr>Data Separation for Multi tenant Apps</vt:lpstr>
      <vt:lpstr>SAP BTP Offerings</vt:lpstr>
      <vt:lpstr>Multi Tenant App – Architecture with 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313</cp:revision>
  <dcterms:created xsi:type="dcterms:W3CDTF">2013-09-12T13:05:01Z</dcterms:created>
  <dcterms:modified xsi:type="dcterms:W3CDTF">2026-04-06T10:21:05Z</dcterms:modified>
</cp:coreProperties>
</file>
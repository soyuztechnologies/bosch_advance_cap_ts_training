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ink/ink701.xml" ContentType="application/inkml+xml"/>
  <Override PartName="/ppt/ink/ink702.xml" ContentType="application/inkml+xml"/>
  <Override PartName="/ppt/ink/ink703.xml" ContentType="application/inkml+xml"/>
  <Override PartName="/ppt/ink/ink704.xml" ContentType="application/inkml+xml"/>
  <Override PartName="/ppt/ink/ink705.xml" ContentType="application/inkml+xml"/>
  <Override PartName="/ppt/ink/ink706.xml" ContentType="application/inkml+xml"/>
  <Override PartName="/ppt/ink/ink707.xml" ContentType="application/inkml+xml"/>
  <Override PartName="/ppt/ink/ink708.xml" ContentType="application/inkml+xml"/>
  <Override PartName="/ppt/ink/ink709.xml" ContentType="application/inkml+xml"/>
  <Override PartName="/ppt/ink/ink710.xml" ContentType="application/inkml+xml"/>
  <Override PartName="/ppt/ink/ink711.xml" ContentType="application/inkml+xml"/>
  <Override PartName="/ppt/ink/ink712.xml" ContentType="application/inkml+xml"/>
  <Override PartName="/ppt/ink/ink713.xml" ContentType="application/inkml+xml"/>
  <Override PartName="/ppt/ink/ink714.xml" ContentType="application/inkml+xml"/>
  <Override PartName="/ppt/ink/ink715.xml" ContentType="application/inkml+xml"/>
  <Override PartName="/ppt/ink/ink716.xml" ContentType="application/inkml+xml"/>
  <Override PartName="/ppt/ink/ink717.xml" ContentType="application/inkml+xml"/>
  <Override PartName="/ppt/ink/ink718.xml" ContentType="application/inkml+xml"/>
  <Override PartName="/ppt/ink/ink719.xml" ContentType="application/inkml+xml"/>
  <Override PartName="/ppt/ink/ink720.xml" ContentType="application/inkml+xml"/>
  <Override PartName="/ppt/ink/ink721.xml" ContentType="application/inkml+xml"/>
  <Override PartName="/ppt/ink/ink722.xml" ContentType="application/inkml+xml"/>
  <Override PartName="/ppt/ink/ink723.xml" ContentType="application/inkml+xml"/>
  <Override PartName="/ppt/ink/ink724.xml" ContentType="application/inkml+xml"/>
  <Override PartName="/ppt/ink/ink725.xml" ContentType="application/inkml+xml"/>
  <Override PartName="/ppt/ink/ink726.xml" ContentType="application/inkml+xml"/>
  <Override PartName="/ppt/ink/ink727.xml" ContentType="application/inkml+xml"/>
  <Override PartName="/ppt/ink/ink728.xml" ContentType="application/inkml+xml"/>
  <Override PartName="/ppt/ink/ink729.xml" ContentType="application/inkml+xml"/>
  <Override PartName="/ppt/ink/ink730.xml" ContentType="application/inkml+xml"/>
  <Override PartName="/ppt/ink/ink731.xml" ContentType="application/inkml+xml"/>
  <Override PartName="/ppt/ink/ink732.xml" ContentType="application/inkml+xml"/>
  <Override PartName="/ppt/ink/ink733.xml" ContentType="application/inkml+xml"/>
  <Override PartName="/ppt/ink/ink734.xml" ContentType="application/inkml+xml"/>
  <Override PartName="/ppt/ink/ink735.xml" ContentType="application/inkml+xml"/>
  <Override PartName="/ppt/ink/ink736.xml" ContentType="application/inkml+xml"/>
  <Override PartName="/ppt/ink/ink737.xml" ContentType="application/inkml+xml"/>
  <Override PartName="/ppt/ink/ink738.xml" ContentType="application/inkml+xml"/>
  <Override PartName="/ppt/ink/ink739.xml" ContentType="application/inkml+xml"/>
  <Override PartName="/ppt/ink/ink740.xml" ContentType="application/inkml+xml"/>
  <Override PartName="/ppt/ink/ink741.xml" ContentType="application/inkml+xml"/>
  <Override PartName="/ppt/ink/ink742.xml" ContentType="application/inkml+xml"/>
  <Override PartName="/ppt/ink/ink743.xml" ContentType="application/inkml+xml"/>
  <Override PartName="/ppt/ink/ink744.xml" ContentType="application/inkml+xml"/>
  <Override PartName="/ppt/ink/ink745.xml" ContentType="application/inkml+xml"/>
  <Override PartName="/ppt/ink/ink746.xml" ContentType="application/inkml+xml"/>
  <Override PartName="/ppt/ink/ink747.xml" ContentType="application/inkml+xml"/>
  <Override PartName="/ppt/ink/ink748.xml" ContentType="application/inkml+xml"/>
  <Override PartName="/ppt/ink/ink749.xml" ContentType="application/inkml+xml"/>
  <Override PartName="/ppt/ink/ink750.xml" ContentType="application/inkml+xml"/>
  <Override PartName="/ppt/ink/ink751.xml" ContentType="application/inkml+xml"/>
  <Override PartName="/ppt/ink/ink752.xml" ContentType="application/inkml+xml"/>
  <Override PartName="/ppt/ink/ink753.xml" ContentType="application/inkml+xml"/>
  <Override PartName="/ppt/ink/ink754.xml" ContentType="application/inkml+xml"/>
  <Override PartName="/ppt/ink/ink755.xml" ContentType="application/inkml+xml"/>
  <Override PartName="/ppt/ink/ink756.xml" ContentType="application/inkml+xml"/>
  <Override PartName="/ppt/ink/ink757.xml" ContentType="application/inkml+xml"/>
  <Override PartName="/ppt/ink/ink758.xml" ContentType="application/inkml+xml"/>
  <Override PartName="/ppt/ink/ink759.xml" ContentType="application/inkml+xml"/>
  <Override PartName="/ppt/ink/ink760.xml" ContentType="application/inkml+xml"/>
  <Override PartName="/ppt/ink/ink761.xml" ContentType="application/inkml+xml"/>
  <Override PartName="/ppt/ink/ink762.xml" ContentType="application/inkml+xml"/>
  <Override PartName="/ppt/ink/ink763.xml" ContentType="application/inkml+xml"/>
  <Override PartName="/ppt/ink/ink764.xml" ContentType="application/inkml+xml"/>
  <Override PartName="/ppt/ink/ink765.xml" ContentType="application/inkml+xml"/>
  <Override PartName="/ppt/ink/ink766.xml" ContentType="application/inkml+xml"/>
  <Override PartName="/ppt/ink/ink767.xml" ContentType="application/inkml+xml"/>
  <Override PartName="/ppt/ink/ink768.xml" ContentType="application/inkml+xml"/>
  <Override PartName="/ppt/ink/ink769.xml" ContentType="application/inkml+xml"/>
  <Override PartName="/ppt/ink/ink770.xml" ContentType="application/inkml+xml"/>
  <Override PartName="/ppt/ink/ink771.xml" ContentType="application/inkml+xml"/>
  <Override PartName="/ppt/ink/ink772.xml" ContentType="application/inkml+xml"/>
  <Override PartName="/ppt/ink/ink773.xml" ContentType="application/inkml+xml"/>
  <Override PartName="/ppt/ink/ink774.xml" ContentType="application/inkml+xml"/>
  <Override PartName="/ppt/ink/ink775.xml" ContentType="application/inkml+xml"/>
  <Override PartName="/ppt/ink/ink776.xml" ContentType="application/inkml+xml"/>
  <Override PartName="/ppt/ink/ink777.xml" ContentType="application/inkml+xml"/>
  <Override PartName="/ppt/ink/ink778.xml" ContentType="application/inkml+xml"/>
  <Override PartName="/ppt/ink/ink779.xml" ContentType="application/inkml+xml"/>
  <Override PartName="/ppt/ink/ink780.xml" ContentType="application/inkml+xml"/>
  <Override PartName="/ppt/ink/ink781.xml" ContentType="application/inkml+xml"/>
  <Override PartName="/ppt/ink/ink782.xml" ContentType="application/inkml+xml"/>
  <Override PartName="/ppt/ink/ink783.xml" ContentType="application/inkml+xml"/>
  <Override PartName="/ppt/ink/ink784.xml" ContentType="application/inkml+xml"/>
  <Override PartName="/ppt/ink/ink785.xml" ContentType="application/inkml+xml"/>
  <Override PartName="/ppt/ink/ink786.xml" ContentType="application/inkml+xml"/>
  <Override PartName="/ppt/ink/ink787.xml" ContentType="application/inkml+xml"/>
  <Override PartName="/ppt/ink/ink788.xml" ContentType="application/inkml+xml"/>
  <Override PartName="/ppt/ink/ink789.xml" ContentType="application/inkml+xml"/>
  <Override PartName="/ppt/ink/ink790.xml" ContentType="application/inkml+xml"/>
  <Override PartName="/ppt/ink/ink791.xml" ContentType="application/inkml+xml"/>
  <Override PartName="/ppt/ink/ink792.xml" ContentType="application/inkml+xml"/>
  <Override PartName="/ppt/ink/ink793.xml" ContentType="application/inkml+xml"/>
  <Override PartName="/ppt/ink/ink794.xml" ContentType="application/inkml+xml"/>
  <Override PartName="/ppt/ink/ink795.xml" ContentType="application/inkml+xml"/>
  <Override PartName="/ppt/ink/ink796.xml" ContentType="application/inkml+xml"/>
  <Override PartName="/ppt/ink/ink797.xml" ContentType="application/inkml+xml"/>
  <Override PartName="/ppt/ink/ink798.xml" ContentType="application/inkml+xml"/>
  <Override PartName="/ppt/ink/ink799.xml" ContentType="application/inkml+xml"/>
  <Override PartName="/ppt/ink/ink800.xml" ContentType="application/inkml+xml"/>
  <Override PartName="/ppt/ink/ink801.xml" ContentType="application/inkml+xml"/>
  <Override PartName="/ppt/ink/ink802.xml" ContentType="application/inkml+xml"/>
  <Override PartName="/ppt/ink/ink803.xml" ContentType="application/inkml+xml"/>
  <Override PartName="/ppt/ink/ink804.xml" ContentType="application/inkml+xml"/>
  <Override PartName="/ppt/ink/ink805.xml" ContentType="application/inkml+xml"/>
  <Override PartName="/ppt/ink/ink806.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76" r:id="rId2"/>
    <p:sldId id="4122" r:id="rId3"/>
    <p:sldId id="278" r:id="rId4"/>
    <p:sldId id="277" r:id="rId5"/>
    <p:sldId id="4726" r:id="rId6"/>
    <p:sldId id="4727" r:id="rId7"/>
    <p:sldId id="4728" r:id="rId8"/>
    <p:sldId id="4729" r:id="rId9"/>
    <p:sldId id="4730" r:id="rId10"/>
    <p:sldId id="4779" r:id="rId11"/>
    <p:sldId id="4781" r:id="rId12"/>
    <p:sldId id="4778" r:id="rId13"/>
    <p:sldId id="4780" r:id="rId14"/>
    <p:sldId id="4755" r:id="rId15"/>
    <p:sldId id="4777" r:id="rId16"/>
    <p:sldId id="4774" r:id="rId17"/>
    <p:sldId id="4756" r:id="rId18"/>
    <p:sldId id="4757" r:id="rId19"/>
    <p:sldId id="4753" r:id="rId20"/>
    <p:sldId id="4754" r:id="rId21"/>
    <p:sldId id="282" r:id="rId22"/>
    <p:sldId id="280" r:id="rId23"/>
    <p:sldId id="4711" r:id="rId24"/>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63" autoAdjust="0"/>
    <p:restoredTop sz="95250" autoAdjust="0"/>
  </p:normalViewPr>
  <p:slideViewPr>
    <p:cSldViewPr>
      <p:cViewPr varScale="1">
        <p:scale>
          <a:sx n="97" d="100"/>
          <a:sy n="97" d="100"/>
        </p:scale>
        <p:origin x="800"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7:20.104"/>
    </inkml:context>
    <inkml:brush xml:id="br0">
      <inkml:brushProperty name="width" value="0.05" units="cm"/>
      <inkml:brushProperty name="height" value="0.05" units="cm"/>
      <inkml:brushProperty name="color" value="#FFFFFF"/>
    </inkml:brush>
  </inkml:definitions>
  <inkml:trace contextRef="#ctx0" brushRef="#br0">1 0 24575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1.595"/>
    </inkml:context>
    <inkml:brush xml:id="br0">
      <inkml:brushProperty name="width" value="0.05" units="cm"/>
      <inkml:brushProperty name="height" value="0.05" units="cm"/>
      <inkml:brushProperty name="color" value="#FFFFFF"/>
    </inkml:brush>
  </inkml:definitions>
  <inkml:trace contextRef="#ctx0" brushRef="#br0">0 0 23924,'0'11979'0,"11980"-11979"0,-11980-11979 0,-11980 11979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3.088"/>
    </inkml:context>
    <inkml:brush xml:id="br0">
      <inkml:brushProperty name="width" value="0.05" units="cm"/>
      <inkml:brushProperty name="height" value="0.05" units="cm"/>
      <inkml:brushProperty name="color" value="#FFFFFF"/>
    </inkml:brush>
  </inkml:definitions>
  <inkml:trace contextRef="#ctx0" brushRef="#br0">165 288 24575,'-2'0'0,"0"-1"0,0 1 0,0 0 0,0 0 0,0 0 0,1 0 0,-1 0 0,0 1 0,0-1 0,0 1 0,0-1 0,0 1 0,1 0 0,-1-1 0,0 1 0,0 0 0,1 0 0,-1 0 0,1 0 0,-1 1 0,1-1 0,-1 0 0,1 1 0,0-1 0,0 1 0,-1-1 0,1 1 0,0-1 0,0 1 0,1 0 0,-1 0 0,0-1 0,1 1 0,-1 0 0,1 0 0,-1 0 0,1 0 0,0 0 0,0 2 0,-3 21 0,2 1 0,1-1 0,1 1 0,6 30 0,0 16 0,-2 212 0,-5-284 0,-4 31 0,4-30 0,0 1 0,0-1 0,-1 0 0,1 1 0,0-1 0,-1 0 0,1 1 0,-1-1 0,0 0 0,1 0 0,-1 0 0,0 0 0,0 0 0,0 0 0,1 0 0,-1 0 0,0 0 0,0 0 0,-2 1 0,2-2 0,1 0 0,-1 0 0,0 0 0,1-1 0,-1 1 0,1 0 0,-1 0 0,1 0 0,-1-1 0,1 1 0,-1 0 0,1-1 0,-1 1 0,1-1 0,-1 1 0,1 0 0,0-1 0,-1 1 0,1-1 0,0 1 0,-1-1 0,1 1 0,0-1 0,-1 1 0,1-1 0,0 0 0,0 1 0,0-1 0,0 1 0,-1-2 0,-5-22 0,5 21 0,-35-229 0,25 147 0,3 26 0,-27-303 0,35 361 0,0-11 0,0 1 0,1 0 0,4-22 0,-5 30 0,1 1 0,0-1 0,-1 1 0,1-1 0,1 1 0,-1-1 0,0 1 0,0 0 0,1 0 0,0 0 0,-1-1 0,1 1 0,0 1 0,0-1 0,0 0 0,0 0 0,0 1 0,0-1 0,1 1 0,-1 0 0,0 0 0,4-2 0,2 1 0,1 0 0,0 1 0,0 0 0,0 0 0,0 1 0,0 0 0,0 0 0,0 1 0,0 0 0,17 5 0,-8 0 0,0 0 0,-1 1 0,1 0 0,18 13 0,-25-14 0,-1 1 0,1 0 0,-2 1 0,1 0 0,-1 0 0,-1 1 0,10 12 0,-15-17 0,0 0 0,0 0 0,0 1 0,-1-1 0,0 1 0,0-1 0,0 1 0,-1 0 0,1-1 0,-1 1 0,0 0 0,-1 0 0,1 0 0,-1 0 0,0 0 0,0 0 0,0 0 0,-1 0 0,0 0 0,-2 8 0,-1-3 0,-1 0 0,0 0 0,0-1 0,-1 1 0,0-1 0,-1 0 0,0-1 0,0 0 0,-1 0 0,-11 8 0,-10 8 0,-54 30 0,57-38 0,23-14 0,-18 14 0,21-16 0,0 1 0,-1-1 0,1 0 0,0 1 0,0-1 0,-1 0 0,1 1 0,0-1 0,0 1 0,0-1 0,-1 1 0,1-1 0,0 1 0,0-1 0,0 0 0,0 1 0,0-1 0,0 1 0,0-1 0,0 1 0,0-1 0,0 1 0,0-1 0,0 1 0,0-1 0,1 1 0,-1-1 0,0 0 0,0 1 0,0-1 0,1 1 0,-1-1 0,0 0 0,0 1 0,1-1 0,-1 1 0,0-1 0,1 0 0,-1 0 0,1 1 0,-1-1 0,0 0 0,1 0 0,-1 1 0,1-1 0,-1 0 0,0 0 0,1 0 0,13 6 0,0-1 0,0 0 0,0-1 0,21 3 0,21 6 0,-26-4 0,55 26 0,-72-28 0,-1 0 0,1 1 0,-1 0 0,-1 0 0,0 1 0,15 16 0,-23-23 0,-1 1 0,1 0 0,-1 0 0,0 0 0,0 1 0,0-1 0,0 0 0,-1 1 0,0-1 0,1 1 0,-1-1 0,0 1 0,-1 0 0,1 0 0,-1-1 0,1 1 0,-1 0 0,0 0 0,-1 6 0,-1-5 0,1 0 0,-1 0 0,0 0 0,0 0 0,-1-1 0,1 1 0,-1-1 0,0 1 0,0-1 0,-1 0 0,1 0 0,-1-1 0,-7 7 0,-2 0 38,0-1 0,-1-1 0,-1 0 0,1 0 0,-1-2 0,0 0 0,0 0 0,-31 5 0,26-7-282,0-1 0,0-1 0,0 0 0,-1-2 1,1-1-1,-34-5 0,17-2-6582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3.464"/>
    </inkml:context>
    <inkml:brush xml:id="br0">
      <inkml:brushProperty name="width" value="0.05" units="cm"/>
      <inkml:brushProperty name="height" value="0.05" units="cm"/>
      <inkml:brushProperty name="color" value="#FFFFFF"/>
    </inkml:brush>
  </inkml:definitions>
  <inkml:trace contextRef="#ctx0" brushRef="#br0">21 95 24575,'0'-2'0,"0"1"0,-1-1 0,0 0 0,1 1 0,-1-1 0,0 1 0,0 0 0,0-1 0,0 1 0,-1-2 0,-8-12 0,10 14 0,0 1 0,-1-1 0,1 1 0,0 0 0,0-1 0,0 1 0,0-1 0,0 1 0,0 0 0,0-1 0,0 1 0,0-1 0,0 1 0,0 0 0,0-1 0,0 1 0,1-1 0,-1 1 0,0 0 0,0-1 0,0 1 0,0 0 0,1-1 0,-1 1 0,0 0 0,0-1 0,1 1 0,-1 0 0,0 0 0,1-1 0,-1 1 0,0 0 0,1 0 0,0-1 0,5-1 0,0 0 0,0 0 0,1 0 0,-1 1 0,1 0 0,0 1 0,-1-1 0,13 2 0,-1-1 0,103-1 0,-43 2 0,117-15 0,-188 13 0,-7-2 0,-12-2 0,-22-2 0,7 3 0,0 2 0,0 0 0,0 2 0,-42 5 0,66-5 0,0 1 0,0 0 0,1 0 0,-1 0 0,0 0 0,0 0 0,1 1 0,-1 0 0,1-1 0,0 1 0,-1 0 0,1 0 0,0 0 0,0 0 0,0 0 0,0 1 0,0-1 0,1 1 0,-1-1 0,1 1 0,0 0 0,-1-1 0,1 1 0,0 0 0,1 0 0,-1 0 0,0 5 0,-1 7 0,1 1 0,1-1 0,0 0 0,3 19 0,-2-18 0,43 371 0,-30-276 0,-12-98 19,1 19-480,2 0-1,18 62 1,-14-73-6365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3.992"/>
    </inkml:context>
    <inkml:brush xml:id="br0">
      <inkml:brushProperty name="width" value="0.05" units="cm"/>
      <inkml:brushProperty name="height" value="0.05" units="cm"/>
      <inkml:brushProperty name="color" value="#FFFFFF"/>
    </inkml:brush>
  </inkml:definitions>
  <inkml:trace contextRef="#ctx0" brushRef="#br0">20 427 24575,'1'-37'0,"-1"34"0,-1 12 0,0 3 0,-6 64 0,-4 76 0,11-122 0,1 0 0,1 0 0,7 31 0,2-29 0,-1-21 0,-9-11 0,-1 0 0,1 0 0,-1 0 0,1 0 0,-1 0 0,1-1 0,-1 1 0,1 0 0,-1 0 0,1 0 0,-1 0 0,0 0 0,1-1 0,-1 1 0,1 0 0,-1 0 0,0-1 0,1 1 0,-1 0 0,1-1 0,-1 1 0,0 0 0,0-1 0,1 1 0,-1-1 0,0 1 0,0 0 0,1-1 0,-1 0 0,4-6 0,-1 0 0,0 0 0,-1-1 0,0 1 0,0-1 0,2-12 0,1-51 0,-4 53 0,1-222 0,-4 134 0,16-140 0,-13 240 0,0 0 0,0 0 0,0 0 0,1 0 0,0 0 0,4-8 0,-5 12 0,0 0 0,1 0 0,-1 1 0,0-1 0,1 0 0,-1 1 0,1-1 0,0 1 0,-1 0 0,1-1 0,0 1 0,0 0 0,0 0 0,0 0 0,0 0 0,0 0 0,0 1 0,0-1 0,0 1 0,0-1 0,3 1 0,7-1 0,0 1 0,0 0 0,0 1 0,0 1 0,-1 0 0,19 5 0,67 27 0,-90-31 0,22 9 0,51 27 0,-72-34 0,0 0 0,-1 0 0,1 1 0,-1 0 0,0 0 0,0 0 0,-1 1 0,0 1 0,0-1 0,7 14 0,-11-19 0,-1 1 0,0 0 0,0 0 0,0 0 0,0 0 0,0 0 0,-1 0 0,0 0 0,1 0 0,-1 0 0,0 0 0,0 1 0,-1-1 0,1 0 0,-1 0 0,0 3 0,-1-1 0,0-1 0,0 1 0,0-1 0,-1 1 0,1-1 0,-1 0 0,0 0 0,-1 0 0,-3 4 0,-4 1 0,0 0 0,-1 0 0,0-1 0,0 0 0,-1-1 0,-13 5 0,-12 3 0,0-2 0,-1-1 0,0-2 0,-56 7 0,74-14-1365,7 1-5461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6.113"/>
    </inkml:context>
    <inkml:brush xml:id="br0">
      <inkml:brushProperty name="width" value="0.05" units="cm"/>
      <inkml:brushProperty name="height" value="0.05" units="cm"/>
      <inkml:brushProperty name="color" value="#FFFFFF"/>
    </inkml:brush>
  </inkml:definitions>
  <inkml:trace contextRef="#ctx0" brushRef="#br0">97 0 24575,'-3'1'0,"0"-1"0,0 1 0,1 0 0,-1 0 0,0 0 0,1 1 0,-1-1 0,1 0 0,-1 1 0,1 0 0,-1-1 0,1 1 0,-2 2 0,-25 29 0,25-26 0,0 0 0,0 1 0,1-1 0,0 1 0,0 0 0,1 0 0,0 0 0,1 0 0,-2 16 0,2 8 0,4 37 0,-2-57 0,0 2 57,0 0 0,1 0 0,1 0 0,0-1 0,11 27 0,-12-36-132,-1 1 1,1-1 0,0-1 0,1 1 0,-1 0-1,1 0 1,-1-1 0,1 1 0,0-1 0,1 0-1,-1 0 1,0 0 0,1 0 0,0-1 0,-1 0-1,1 1 1,0-1 0,0-1 0,1 1 0,-1 0-1,0-1 1,7 1 0,13-1-6752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6.253"/>
    </inkml:context>
    <inkml:brush xml:id="br0">
      <inkml:brushProperty name="width" value="0.05" units="cm"/>
      <inkml:brushProperty name="height" value="0.05" units="cm"/>
      <inkml:brushProperty name="color" value="#FFFFFF"/>
    </inkml:brush>
  </inkml:definitions>
  <inkml:trace contextRef="#ctx0" brushRef="#br0">108 0 24575,'-7'0'0,"-7"0"0,-6 0 0,-1 3 0,2 5 0,4 3 0,6 3 0,6 6 0,7 2 0,7 1 0,1-4-8191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6.844"/>
    </inkml:context>
    <inkml:brush xml:id="br0">
      <inkml:brushProperty name="width" value="0.05" units="cm"/>
      <inkml:brushProperty name="height" value="0.05" units="cm"/>
      <inkml:brushProperty name="color" value="#FFFFFF"/>
    </inkml:brush>
  </inkml:definitions>
  <inkml:trace contextRef="#ctx0" brushRef="#br0">309 144 24575,'-1'-9'0,"0"-1"0,-1 1 0,0-1 0,0 1 0,-1 0 0,-1 0 0,1 0 0,-1 0 0,-1 1 0,1-1 0,-2 1 0,-5-8 0,9 15 0,1-1 0,-1 0 0,1 1 0,-1-1 0,0 1 0,0 0 0,0-1 0,0 1 0,0 0 0,0 0 0,0 0 0,0 0 0,-1 1 0,1-1 0,0 1 0,0-1 0,-4 1 0,2 0 0,0 0 0,1 0 0,-1 1 0,0 0 0,1 0 0,-1 0 0,0 0 0,1 0 0,-7 4 0,-4 4 0,1 0 0,0 1 0,1 1 0,-12 11 0,16-14 0,-2 1 0,0 1 0,1 0 0,0 0 0,0 1 0,1 0 0,1 1 0,0 0 0,0 0 0,-9 24 0,16-34 0,-1 1 0,0-1 0,1 0 0,0 0 0,-1 1 0,1-1 0,0 0 0,0 1 0,0-1 0,0 0 0,1 1 0,-1-1 0,1 0 0,-1 1 0,1-1 0,0 0 0,0 0 0,0 0 0,0 0 0,0 0 0,1 0 0,-1 0 0,0 0 0,1 0 0,-1 0 0,1-1 0,0 1 0,0-1 0,0 1 0,0-1 0,0 0 0,0 0 0,0 0 0,0 0 0,0 0 0,0 0 0,0 0 0,1-1 0,3 1 0,3 1 0,0-1 0,0 0 0,0 0 0,0-1 0,0 0 0,0-1 0,0 0 0,0-1 0,10-2 0,-8 1 0,-1-1 0,1-1 0,-1 0 0,0 0 0,0-1 0,0 0 0,-1-1 0,0 0 0,0 0 0,0-1 0,-1 0 0,-1-1 0,1 0 0,-1 0 0,-1 0 0,0-1 0,0 0 0,-1 0 0,0-1 0,-1 1 0,0-1 0,3-14 0,-7 10 0,-7 24 0,-8 24 0,11-19 57,1 1 0,0-1 0,1 1 0,0-1 0,1 23 0,1-30-179,1 0 0,-1 0 0,1 0 0,1 0 0,-1 0 0,1 0 0,1-1 0,-1 1 0,1-1 1,0 1-1,1-1 0,-1 0 0,8 9 0,7 3-6704</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7.266"/>
    </inkml:context>
    <inkml:brush xml:id="br0">
      <inkml:brushProperty name="width" value="0.05" units="cm"/>
      <inkml:brushProperty name="height" value="0.05" units="cm"/>
      <inkml:brushProperty name="color" value="#FFFFFF"/>
    </inkml:brush>
  </inkml:definitions>
  <inkml:trace contextRef="#ctx0" brushRef="#br0">242 141 24575,'0'-12'0,"-1"1"0,0 0 0,0 0 0,-1 0 0,0 0 0,-6-17 0,7 25 0,0 0 0,0 1 0,-1-1 0,1 1 0,0-1 0,-1 1 0,0 0 0,1-1 0,-1 1 0,0 0 0,0 0 0,0 0 0,-1 1 0,1-1 0,0 0 0,-1 1 0,1 0 0,-1-1 0,1 1 0,-1 0 0,0 0 0,1 1 0,-1-1 0,0 0 0,0 1 0,1 0 0,-1-1 0,0 1 0,0 0 0,0 1 0,-4 0 0,0 0 0,0 1 0,0 1 0,0-1 0,1 1 0,-1 0 0,1 0 0,0 1 0,0 0 0,0 0 0,0 1 0,1-1 0,-1 1 0,1 0 0,1 1 0,-1-1 0,-4 8 0,3-4 0,0 0 0,0 1 0,1 0 0,1 0 0,0 0 0,0 1 0,1-1 0,0 1 0,-2 20 0,4-28 0,1 1 0,0-1 0,0 0 0,0 0 0,1 1 0,-1-1 0,1 0 0,0 0 0,-1 0 0,1 0 0,1 0 0,-1 0 0,0 0 0,1 0 0,0 0 0,-1 0 0,4 3 0,-3-4 0,0 0 0,1-1 0,-1 1 0,0-1 0,0 0 0,1 1 0,-1-1 0,1 0 0,-1 0 0,1 0 0,-1-1 0,1 1 0,0-1 0,-1 1 0,1-1 0,0 0 0,-1 0 0,1 0 0,0 0 0,-1-1 0,5 0 0,0-1 0,0 0 0,-1 0 0,0 0 0,1-1 0,-1 0 0,0 0 0,0-1 0,6-5 0,40-38 0,-1 1 0,-51 45 0,1 0 0,0 1 0,-1-1 0,1 0 0,0 1 0,0-1 0,0 1 0,-1-1 0,1 1 0,0-1 0,0 1 0,0 0 0,0-1 0,0 1 0,0 0 0,0 0 0,0 0 0,0 0 0,-1 0 0,1 0 0,0 0 0,0 0 0,0 0 0,0 0 0,0 0 0,0 1 0,0-1 0,0 0 0,0 1 0,0-1 0,-1 0 0,1 1 0,0-1 0,0 1 0,0 0 0,-1-1 0,1 1 0,0 0 0,-1-1 0,1 1 0,-1 0 0,1 0 0,0-1 0,-1 1 0,0 0 0,1 0 0,-1 0 0,0 0 0,1 1 0,2 7 0,0 0 0,-1 0 0,-1 0 0,2 12 0,-1-4 0,-1-12-136,0 0-1,0 0 1,1 0-1,0 0 1,-1-1-1,2 1 1,-1-1-1,0 1 0,7 7 1,2 0-6690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7.546"/>
    </inkml:context>
    <inkml:brush xml:id="br0">
      <inkml:brushProperty name="width" value="0.05" units="cm"/>
      <inkml:brushProperty name="height" value="0.05" units="cm"/>
      <inkml:brushProperty name="color" value="#FFFFFF"/>
    </inkml:brush>
  </inkml:definitions>
  <inkml:trace contextRef="#ctx0" brushRef="#br0">242 28 24575,'3'-3'0,"13"-14"0,-15 11 0,-12 4 0,-5 6 0,0 0 0,0 1 0,1 1 0,0 1 0,0 0 0,-15 10 0,24-14 0,1 1 0,0-1 0,0 1 0,0 0 0,0 0 0,1 0 0,-1 1 0,1 0 0,0 0 0,0 0 0,-5 9 0,8-11 0,0 1 0,0-1 0,0 0 0,0 0 0,0 0 0,0 1 0,1-1 0,0 0 0,0 0 0,0 1 0,0-1 0,0 0 0,1 1 0,-1-1 0,1 0 0,0 0 0,0 1 0,0-1 0,0 0 0,1 0 0,-1 0 0,1 0 0,0-1 0,2 4 0,3 2 0,1 1 0,0-2 0,1 1 0,0-1 0,0 0 0,1-1 0,15 8 0,-15-8 0,0-1 0,0 2 0,0-1 0,-1 1 0,0 1 0,-1-1 0,9 11 0,-16-18 0,-1 1 0,1 0 0,0 0 0,-1 0 0,1 0 0,-1-1 0,1 1 0,-1 0 0,0 0 0,1 0 0,-1 0 0,0 0 0,0 0 0,1 0 0,-1 0 0,0 0 0,0 0 0,0 0 0,0 0 0,0 0 0,0 0 0,-1 0 0,1 0 0,0 0 0,0 0 0,-1 0 0,1 0 0,-1 0 0,1 0 0,-1 0 0,1 0 0,-1-1 0,1 1 0,-1 0 0,0 0 0,0-1 0,1 1 0,-1 0 0,0-1 0,0 1 0,0-1 0,-1 2 0,-4 1 0,0 0 0,-1 0 0,1-1 0,-1 1 0,-7 1 0,-106 20-1248,118-24 1131,-67 12-6709</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9.194"/>
    </inkml:context>
    <inkml:brush xml:id="br0">
      <inkml:brushProperty name="width" value="0.05" units="cm"/>
      <inkml:brushProperty name="height" value="0.05" units="cm"/>
      <inkml:brushProperty name="color" value="#FFFFFF"/>
    </inkml:brush>
  </inkml:definitions>
  <inkml:trace contextRef="#ctx0" brushRef="#br0">19 0 24575,'-3'0'0,"-1"3"0,0 5 0,0 3 0,2 7 0,1 6 0,3 8 0,2 5 0,0 6 0,-1 1 0,3 3 0,0 0 0,-1-6 0,-2-9-8191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9.506"/>
    </inkml:context>
    <inkml:brush xml:id="br0">
      <inkml:brushProperty name="width" value="0.05" units="cm"/>
      <inkml:brushProperty name="height" value="0.05" units="cm"/>
      <inkml:brushProperty name="color" value="#FFFFFF"/>
    </inkml:brush>
  </inkml:definitions>
  <inkml:trace contextRef="#ctx0" brushRef="#br0">324 937 24575,'-194'-379'0,"118"202"0,62 138 0,2-1 0,-12-65 0,22 94 0,1 1 0,0 0 0,1-1 0,0 1 0,1-1 0,0 1 0,0 0 0,6-18 0,-6 23 0,1 0 0,0 1 0,0-1 0,1 1 0,-1 0 0,1 0 0,0 0 0,0 0 0,0 0 0,1 0 0,-1 1 0,1 0 0,0 0 0,0 0 0,0 0 0,0 0 0,1 1 0,-1 0 0,0 0 0,7-2 0,1 1 0,0 0 0,0 2 0,1-1 0,-1 1 0,0 1 0,0 0 0,0 1 0,1 0 0,-1 1 0,20 6 0,-1 1 0,0 1 0,55 28 0,-50-19 0,-1 1 0,0 2 0,-2 2 0,-1 0 0,36 37 0,-53-46 0,0 0 0,-1 1 0,-1 1 0,-1 1 0,0 0 0,-2 0 0,0 1 0,0 0 0,-2 1 0,-1 0 0,9 36 0,-14-43 0,0 0 0,-1 0 0,-1 0 0,0 0 0,-1 0 0,0 0 0,-1 0 0,0 0 0,-5 12 0,1-7 0,-1-1 0,0 0 0,-1-1 0,-1 0 0,-19 26 0,-2-6 0,-1-2 0,-1-1 0,-2-1 0,-46 32 0,21-20-1365,10-10-5461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39.973"/>
    </inkml:context>
    <inkml:brush xml:id="br0">
      <inkml:brushProperty name="width" value="0.05" units="cm"/>
      <inkml:brushProperty name="height" value="0.05" units="cm"/>
      <inkml:brushProperty name="color" value="#FFFFFF"/>
    </inkml:brush>
  </inkml:definitions>
  <inkml:trace contextRef="#ctx0" brushRef="#br0">195 249 24575,'1'-13'0,"1"-1"0,0 1 0,1-1 0,0 1 0,1 0 0,8-17 0,-7 17 0,0-1 0,0 1 0,-2-1 0,1 0 0,0-20 0,-3 33 0,-1-1 0,0 1 0,0 0 0,0-1 0,0 1 0,0-1 0,0 1 0,0-1 0,-1 1 0,1 0 0,0-1 0,-1 1 0,1 0 0,-1-1 0,1 1 0,-1 0 0,0 0 0,0-1 0,0 1 0,1 0 0,-1 0 0,0 0 0,0 0 0,-3-2 0,2 3 0,1-1 0,-1 1 0,0-1 0,0 1 0,0 0 0,0 0 0,0-1 0,0 1 0,0 1 0,0-1 0,0 0 0,0 0 0,0 1 0,0-1 0,-3 2 0,-7 3 0,0 1 0,0 0 0,1 0 0,-13 10 0,12-7 0,0 0 0,0 1 0,1 0 0,0 0 0,1 2 0,1-1 0,0 1 0,0 0 0,1 1 0,0 0 0,-5 14 0,12-25 0,0 0 0,0 0 0,1 0 0,-1 0 0,1 0 0,-1 0 0,1 0 0,0 0 0,0 0 0,0 0 0,0 0 0,0 0 0,0 0 0,0 0 0,1 0 0,-1 0 0,1 0 0,-1 0 0,1 0 0,0 0 0,0 0 0,0 0 0,0 0 0,0-1 0,0 1 0,1-1 0,-1 1 0,0 0 0,1-1 0,-1 0 0,1 1 0,0-1 0,-1 0 0,1 0 0,0 0 0,0 0 0,0 0 0,0 0 0,0-1 0,0 1 0,2 0 0,5 1 0,0 0 0,0-1 0,0 0 0,0 0 0,0-1 0,0 0 0,0-1 0,11-2 0,-10 1 0,0-1 0,0-1 0,0 1 0,0-2 0,-1 1 0,0-1 0,0-1 0,0 0 0,0 0 0,-1-1 0,0 0 0,-1 0 0,10-12 0,-14 16 0,-1 1 0,1-1 0,-1 1 0,1 0 0,0 0 0,0-1 0,0 2 0,4-3 0,-7 3 0,1 1 0,0 0 0,0 0 0,-1 0 0,1 0 0,0-1 0,0 1 0,0 0 0,-1 0 0,1 0 0,0 1 0,0-1 0,-1 0 0,1 0 0,0 0 0,0 1 0,-1-1 0,1 0 0,0 1 0,0-1 0,-1 0 0,1 1 0,-1-1 0,1 1 0,0-1 0,-1 1 0,1-1 0,-1 1 0,1 0 0,-1-1 0,1 1 0,-1 0 0,0-1 0,1 1 0,-1 0 0,0-1 0,1 1 0,-1 0 0,0 0 0,0-1 0,0 1 0,0 2 0,8 28 209,-5-20-471,-1 1-1,1-2 1,1 1 0,0 0-1,7 11 1,-3-9-6564</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0.395"/>
    </inkml:context>
    <inkml:brush xml:id="br0">
      <inkml:brushProperty name="width" value="0.05" units="cm"/>
      <inkml:brushProperty name="height" value="0.05" units="cm"/>
      <inkml:brushProperty name="color" value="#FFFFFF"/>
    </inkml:brush>
  </inkml:definitions>
  <inkml:trace contextRef="#ctx0" brushRef="#br0">237 112 24575,'0'-5'0,"1"0"0,0 0 0,0 1 0,0-1 0,3-6 0,-2 6 0,0 0 0,-1 0 0,0 0 0,1-10 0,-2 14 0,0-1 0,0 1 0,0-1 0,0 0 0,0 1 0,0-1 0,-1 1 0,1-1 0,0 1 0,-1-1 0,0 1 0,1-1 0,-1 1 0,0-1 0,0 1 0,0 0 0,0-1 0,0 1 0,0 0 0,0 0 0,0 0 0,-2-1 0,1 1 0,0-1 0,-1 1 0,1 0 0,0 1 0,-1-1 0,0 0 0,1 1 0,-1-1 0,1 1 0,-1 0 0,1 0 0,-5 0 0,-2 1 0,-1 1 0,0 0 0,1 0 0,-1 1 0,1 0 0,-11 6 0,3-1 0,0 1 0,-30 22 0,44-28 0,-1-1 0,1 0 0,0 1 0,0 0 0,0 0 0,1 0 0,-1 0 0,1 0 0,-1 0 0,1 1 0,0-1 0,1 1 0,-1-1 0,0 1 0,1 0 0,0 0 0,0 0 0,0-1 0,0 1 0,1 0 0,-1 5 0,2-7 0,-1-1 0,0 1 0,1-1 0,-1 1 0,1-1 0,-1 1 0,1-1 0,0 1 0,0-1 0,0 1 0,-1-1 0,2 0 0,-1 1 0,0-1 0,0 0 0,0 0 0,0 0 0,2 1 0,1 0 0,-1 0 0,0 0 0,1-1 0,-1 0 0,1 1 0,-1-1 0,8 0 0,3 1 0,-1-2 0,1 1 0,18-4 0,-17 2 0,0-2 0,-1 0 0,1-1 0,-1-1 0,0 0 0,0 0 0,-1-2 0,21-11 0,-34 17 0,0 1 0,1-1 0,-1 1 0,0 0 0,1-1 0,-1 1 0,1 0 0,-1-1 0,1 1 0,-1 0 0,1 0 0,-1 0 0,1-1 0,-1 1 0,1 0 0,-1 0 0,1 0 0,-1 0 0,1 0 0,-1 0 0,1 0 0,0 0 0,-1 0 0,1 0 0,-1 0 0,1 0 0,-1 0 0,1 1 0,-1-1 0,1 0 0,-1 0 0,1 0 0,-1 1 0,1-1 0,-1 0 0,0 1 0,1-1 0,-1 0 0,1 1 0,-1-1 0,0 1 0,1-1 0,-1 1 0,0-1 0,0 0 0,1 1 0,-1-1 0,0 1 0,1 0 0,0 5 0,-1-1 0,1 0 0,-1 1 0,0 8 0,1 9 0,0-20-59,0 0 0,0 0-1,0 0 1,0 0-1,0 0 1,1 0 0,-1-1-1,1 1 1,0 0 0,0-1-1,0 1 1,0-1 0,0 0-1,0 0 1,1 0-1,-1 0 1,1 0 0,-1 0-1,1-1 1,0 1 0,0-1-1,5 2 1,11 2-6767</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0.693"/>
    </inkml:context>
    <inkml:brush xml:id="br0">
      <inkml:brushProperty name="width" value="0.05" units="cm"/>
      <inkml:brushProperty name="height" value="0.05" units="cm"/>
      <inkml:brushProperty name="color" value="#FFFFFF"/>
    </inkml:brush>
  </inkml:definitions>
  <inkml:trace contextRef="#ctx0" brushRef="#br0">214 68 24575,'3'-20'0,"-2"17"0,0-1 0,-1 1 0,1 0 0,-1-1 0,0 1 0,0-1 0,-1-4 0,1 7 0,0 0 0,-1 0 0,1 0 0,-1 0 0,1 1 0,-1-1 0,1 0 0,-1 0 0,0 1 0,1-1 0,-1 0 0,0 1 0,0-1 0,1 1 0,-1-1 0,0 1 0,0-1 0,0 1 0,0-1 0,1 1 0,-1 0 0,0-1 0,0 1 0,0 0 0,0 0 0,0 0 0,0 0 0,0 0 0,0 0 0,0 0 0,0 0 0,-1 0 0,-5 1 0,0 0 0,0 1 0,0-1 0,0 2 0,1-1 0,-1 0 0,1 1 0,-9 5 0,-46 32 0,54-36 0,1 1 0,0 0 0,0 0 0,1 1 0,-1-1 0,1 1 0,-8 12 0,12-15 0,0 0 0,-1-1 0,1 1 0,0 0 0,1-1 0,-1 1 0,0 0 0,1 0 0,0 0 0,-1 0 0,1 0 0,0 0 0,1 0 0,-1-1 0,0 1 0,1 0 0,0 0 0,0 0 0,0 0 0,0-1 0,0 1 0,0 0 0,0-1 0,3 3 0,0 1 0,0 0 0,1 0 0,-1-1 0,2 0 0,-1 0 0,0 0 0,1 0 0,9 5 0,4 1 0,30 12 0,-35-17 0,1 1 0,-1 0 0,0 1 0,19 15 0,-31-22 0,0 1 0,-1-1 0,1 1 0,0 0 0,-1 0 0,1 0 0,-1 0 0,0 0 0,1 0 0,-1 0 0,1 4 0,-2-4 0,1-1 0,-1 0 0,0 1 0,0-1 0,0 0 0,0 0 0,0 1 0,0-1 0,0 0 0,-1 1 0,1-1 0,0 0 0,-1 0 0,1 1 0,-1-1 0,0 2 0,-2 0 0,1 0 0,0-1 0,-1 1 0,0-1 0,0 1 0,0-1 0,0 0 0,0 0 0,0 0 0,0-1 0,0 1 0,-1-1 0,1 0 0,-5 2 0,-20 4-682,-44 5-1,40-8-6143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2.083"/>
    </inkml:context>
    <inkml:brush xml:id="br0">
      <inkml:brushProperty name="width" value="0.05" units="cm"/>
      <inkml:brushProperty name="height" value="0.05" units="cm"/>
      <inkml:brushProperty name="color" value="#FFFFFF"/>
    </inkml:brush>
  </inkml:definitions>
  <inkml:trace contextRef="#ctx0" brushRef="#br0">368 69 24575,'4'-4'0,"1"-1"0,-1 0 0,0 0 0,0-1 0,0 1 0,-1-1 0,5-10 0,-8 15 0,0 1 0,0 0 0,0-1 0,0 1 0,0-1 0,1 1 0,-1-1 0,0 1 0,0-1 0,0 1 0,-1-1 0,1 1 0,0-1 0,0 1 0,0 0 0,0-1 0,0 1 0,0-1 0,-1 1 0,1-1 0,0 1 0,0 0 0,-1-1 0,1 1 0,0 0 0,-1-1 0,1 1 0,0 0 0,-1-1 0,-15-2 0,-19 9 0,18 0 0,1 0 0,0 2 0,0 0 0,1 0 0,-20 16 0,5-1 0,-39 39 0,52-45 0,2 0 0,0 1 0,1 0 0,-14 26 0,21-31 0,0 0 0,1 0 0,1 0 0,0 1 0,1 0 0,0 0 0,-3 27 0,7-37 0,-1 1 0,1 0 0,0-1 0,1 1 0,-1-1 0,1 1 0,-1-1 0,1 1 0,1-1 0,-1 1 0,1-1 0,-1 0 0,1 0 0,0 0 0,1 0 0,-1 0 0,1 0 0,0-1 0,0 1 0,0-1 0,0 1 0,0-1 0,1 0 0,0-1 0,-1 1 0,1-1 0,0 1 0,0-1 0,1 0 0,-1-1 0,0 1 0,0-1 0,8 2 0,5 1 49,-1-2 0,0 1 0,1-2-1,-1 0 1,1-1 0,18-3 0,8-3-903,45-11 1,-21 0-5973</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2.537"/>
    </inkml:context>
    <inkml:brush xml:id="br0">
      <inkml:brushProperty name="width" value="0.05" units="cm"/>
      <inkml:brushProperty name="height" value="0.05" units="cm"/>
      <inkml:brushProperty name="color" value="#FFFFFF"/>
    </inkml:brush>
  </inkml:definitions>
  <inkml:trace contextRef="#ctx0" brushRef="#br0">110 532 24575,'2'18'0,"1"0"0,7 26 0,3 17 0,15 143 0,-41-268 0,-3 0 0,-26-66 0,-10-35 0,40 119 0,2 0 0,2 0 0,1-1 0,3 0 0,3-67 0,1 106 0,1 0 0,1 0 0,-1 0 0,1 0 0,1 0 0,5-14 0,-7 19 0,1 1 0,-1 0 0,1-1 0,-1 1 0,1 0 0,0 0 0,0 0 0,-1 0 0,2 0 0,-1 0 0,0 1 0,0-1 0,0 0 0,1 1 0,-1 0 0,1 0 0,-1 0 0,1 0 0,0 0 0,-1 0 0,1 1 0,0-1 0,4 0 0,0 2 0,0 0 0,-1-1 0,1 2 0,0-1 0,0 1 0,-1 0 0,1 1 0,-1-1 0,0 1 0,0 1 0,0-1 0,0 1 0,0 0 0,6 6 0,7 7 0,-1 1 0,24 30 0,-24-24-682,28 47-1,-21-26-6143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2.711"/>
    </inkml:context>
    <inkml:brush xml:id="br0">
      <inkml:brushProperty name="width" value="0.05" units="cm"/>
      <inkml:brushProperty name="height" value="0.05" units="cm"/>
      <inkml:brushProperty name="color" value="#FFFFFF"/>
    </inkml:brush>
  </inkml:definitions>
  <inkml:trace contextRef="#ctx0" brushRef="#br0">1 0 24575,'3'0'0,"4"3"0,8 2 0,6-1 0,7-1 0,4-1 0,4 0 0,1 2 0,-2 0 0,-8 0-8191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3.053"/>
    </inkml:context>
    <inkml:brush xml:id="br0">
      <inkml:brushProperty name="width" value="0.05" units="cm"/>
      <inkml:brushProperty name="height" value="0.05" units="cm"/>
      <inkml:brushProperty name="color" value="#FFFFFF"/>
    </inkml:brush>
  </inkml:definitions>
  <inkml:trace contextRef="#ctx0" brushRef="#br0">271 1 24575,'-9'0'0,"1"0"0,-1 1 0,0 0 0,1 1 0,-1 0 0,1 0 0,-1 1 0,1 0 0,0 1 0,0-1 0,-13 10 0,11-6 0,1 0 0,0 1 0,1 1 0,-1-1 0,2 1 0,-1 0 0,-11 20 0,7-6 0,1 0 0,1 1 0,1 0 0,1 1 0,1-1 0,1 1 0,-3 38 0,6-34 0,1 0 0,2 0 0,1 0 0,1 0 0,1 0 0,2-1 0,1 1 0,14 40 0,-12-48 0,1 0 0,0-1 0,2 0 0,1-1 0,0 0 0,1-1 0,1 0 0,0-1 0,2-1 0,0 0 0,29 21 0,-21-20-273,2-2 0,0-1 0,0-1 0,41 15 0,17-1-6553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3.272"/>
    </inkml:context>
    <inkml:brush xml:id="br0">
      <inkml:brushProperty name="width" value="0.05" units="cm"/>
      <inkml:brushProperty name="height" value="0.05" units="cm"/>
      <inkml:brushProperty name="color" value="#FFFFFF"/>
    </inkml:brush>
  </inkml:definitions>
  <inkml:trace contextRef="#ctx0" brushRef="#br0">4 8 24575,'-3'-3'0,"2"-1"0,4 3 0,5 8 0,8 12 0,6 13 0,7 9 0,3 11 0,1 9 0,-3 9 0,-6 6 0,-14 2 0,-18 0 0,-19-4 0,-25-2 0,-3-13-8191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5.216"/>
    </inkml:context>
    <inkml:brush xml:id="br0">
      <inkml:brushProperty name="width" value="0.05" units="cm"/>
      <inkml:brushProperty name="height" value="0.05" units="cm"/>
      <inkml:brushProperty name="color" value="#FFFFFF"/>
    </inkml:brush>
  </inkml:definitions>
  <inkml:trace contextRef="#ctx0" brushRef="#br0">8 129 24575,'-1'1'0,"1"-1"0,0 0 0,0 0 0,0 0 0,0 0 0,-1 0 0,1 0 0,0 0 0,0 0 0,-1 0 0,1 0 0,0 0 0,0 0 0,0 0 0,-1 0 0,1 0 0,0 0 0,0 0 0,0 0 0,-1 0 0,1 0 0,0 0 0,0-1 0,0 1 0,0 0 0,-1 0 0,1 0 0,0 0 0,0 0 0,0-1 0,0 1 0,0 0 0,-1 0 0,1 0 0,0 0 0,0-1 0,0 1 0,0 0 0,0 0 0,0 0 0,0-1 0,7-6 0,16-6 0,28 2 0,60-7 0,-42 8 0,93-11 0,39-6 0,-192 25 0,-5 2 0,0-1 0,-1 0 0,1 1 0,-1-1 0,1-1 0,-1 1 0,5-2 0,-8 2 9,-1 1-1,1 0 1,0 0-1,0-1 1,0 1-1,0 0 1,0 0 0,0-1-1,-1 1 1,1 0-1,0 0 1,0-1-1,0 1 1,-1 0-1,1 0 1,0 0-1,0 0 1,0-1-1,-1 1 1,1 0-1,0 0 1,0 0 0,-1 0-1,1 0 1,0 0-1,-1 0 1,1 0-1,0 0 1,0 0-1,-1 0 1,1 0-1,0 0 1,0 0-1,-1 0 1,1 0-1,0 0 1,-1 0 0,1 0-1,0 0 1,-16-2-1716,0 2-5119</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5.497"/>
    </inkml:context>
    <inkml:brush xml:id="br0">
      <inkml:brushProperty name="width" value="0.05" units="cm"/>
      <inkml:brushProperty name="height" value="0.05" units="cm"/>
      <inkml:brushProperty name="color" value="#FFFFFF"/>
    </inkml:brush>
  </inkml:definitions>
  <inkml:trace contextRef="#ctx0" brushRef="#br0">39 0 24575,'-29'4'0,"28"-4"0,0 0 0,1 0 0,-1 0 0,1 0 0,0 0 0,-1 1 0,1-1 0,-1 0 0,1 0 0,-1 1 0,1-1 0,-1 0 0,1 1 0,0-1 0,-1 0 0,1 1 0,0-1 0,-1 1 0,1-1 0,-1 1 0,1 0 0,1-1 0,-1 1 0,0 0 0,0-1 0,0 1 0,0-1 0,1 1 0,-1 0 0,0-1 0,0 1 0,1-1 0,-1 1 0,0-1 0,1 1 0,-1-1 0,1 1 0,-1-1 0,0 0 0,1 1 0,-1-1 0,1 0 0,-1 1 0,2-1 0,13 10 0,1 0 0,1-1 0,27 10 0,-23-10 0,0 0 0,24 16 0,-39-22 0,-1 1 0,0 0 0,0 0 0,0 1 0,0 0 0,-1-1 0,1 2 0,-1-1 0,-1 0 0,1 1 0,-1 0 0,3 6 0,-5-8 0,0-1 0,0 1 0,0-1 0,-1 1 0,0 0 0,1 0 0,-1-1 0,-1 1 0,1 0 0,0-1 0,-1 1 0,0 0 0,0-1 0,0 1 0,0-1 0,-1 1 0,1-1 0,-1 0 0,0 1 0,0-1 0,0 0 0,-4 4 0,-3 4 0,-1 0 0,-1-1 0,0 0 0,-15 11 0,-22 11-1365,0-5-5461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6.225"/>
    </inkml:context>
    <inkml:brush xml:id="br0">
      <inkml:brushProperty name="width" value="0.05" units="cm"/>
      <inkml:brushProperty name="height" value="0.05" units="cm"/>
      <inkml:brushProperty name="color" value="#FFFFFF"/>
    </inkml:brush>
  </inkml:definitions>
  <inkml:trace contextRef="#ctx0" brushRef="#br0">34 9 24575,'0'-3'0,"-3"-1"0,-4 3 0,-1 5 0,1 8 0,2 8 0,1 7 0,5 8 0,2 5 0,1 4 0,-1 4 0,0 1 0,-1 0 0,-1-1 0,-1-9-8191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6.708"/>
    </inkml:context>
    <inkml:brush xml:id="br0">
      <inkml:brushProperty name="width" value="0.05" units="cm"/>
      <inkml:brushProperty name="height" value="0.05" units="cm"/>
      <inkml:brushProperty name="color" value="#FFFFFF"/>
    </inkml:brush>
  </inkml:definitions>
  <inkml:trace contextRef="#ctx0" brushRef="#br0">86 535 24575,'-32'-140'0,"-19"-111"0,50 243 0,0-1 0,1 1 0,0 0 0,0 0 0,1 0 0,0 0 0,0 0 0,1 0 0,4-13 0,-5 17 0,1 1 0,0 0 0,0 0 0,0 0 0,0 1 0,0-1 0,0 0 0,1 1 0,-1-1 0,1 1 0,0 0 0,0 0 0,0 0 0,0 0 0,0 1 0,0-1 0,0 1 0,1 0 0,-1 0 0,0 0 0,1 0 0,-1 0 0,1 1 0,5-1 0,6 1 0,0 0 0,0 1 0,0 1 0,0 0 0,0 1 0,0 0 0,26 11 0,-10-1 0,0 1 0,40 26 0,-58-32 0,0 0 0,0 1 0,-1 1 0,0 0 0,-1 0 0,0 1 0,16 23 0,-23-29 0,-1 0 0,0 0 0,0 1 0,-1-1 0,0 1 0,0 0 0,0-1 0,0 1 0,-1 0 0,0 0 0,0 0 0,-1 0 0,0 1 0,0-1 0,0 0 0,-1 0 0,0 0 0,0 0 0,0 0 0,-1 0 0,0-1 0,-4 10 0,-2 0 0,0 0 0,-1 0 0,-1-1 0,0 0 0,-1-1 0,-16 15 0,-81 64 0,17-17 0,85-69 0,0 0 0,0 0 0,0 0 0,1 1 0,-5 7 0,9-12 0,0-1 0,1 1 0,-1-1 0,0 1 0,0 0 0,1-1 0,-1 1 0,1 0 0,0-1 0,-1 1 0,1 0 0,0 0 0,0-1 0,0 1 0,0 0 0,1 0 0,-1-1 0,0 1 0,1 0 0,-1 0 0,1-1 0,-1 1 0,1-1 0,0 1 0,0 0 0,0-1 0,0 0 0,0 1 0,0-1 0,2 3 0,11 7 0,0 0 0,0-1 0,1-1 0,18 9 0,18 12 0,-39-23 0,-1 2 0,0-1 0,0 1 0,-1 1 0,0 0 0,-1 1 0,15 20 0,-21-27 0,0 1 0,-1-1 0,0 1 0,0-1 0,0 1 0,0 0 0,-1 0 0,0 0 0,0 0 0,0 0 0,-1 0 0,1 0 0,-1 0 0,-1 0 0,1 0 0,0 0 0,-1 0 0,0 0 0,-1 0 0,1 0 0,-1 0 0,0 0 0,0-1 0,-4 8 0,-1-3 43,0 1 0,0-1-1,0-1 1,-1 0 0,-1 0-1,1 0 1,-11 5 0,13-8-186,0-1 1,0 0 0,-1-1 0,1 1-1,-1-1 1,0-1 0,0 1 0,0-1 0,0-1-1,0 1 1,-14 0 0,4-3-6684</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7.083"/>
    </inkml:context>
    <inkml:brush xml:id="br0">
      <inkml:brushProperty name="width" value="0.05" units="cm"/>
      <inkml:brushProperty name="height" value="0.05" units="cm"/>
      <inkml:brushProperty name="color" value="#FFFFFF"/>
    </inkml:brush>
  </inkml:definitions>
  <inkml:trace contextRef="#ctx0" brushRef="#br0">4 0 24575,'-2'79'0,"0"-29"0,9 88 0,-7-134 0,1-1 0,-1 1 0,1-1 0,0 1 0,0-1 0,1 0 0,-1 0 0,1 1 0,-1-1 0,1 0 0,0 0 0,0 0 0,0-1 0,1 1 0,-1 0 0,1-1 0,-1 1 0,1-1 0,0 0 0,0 0 0,0 0 0,0-1 0,0 1 0,5 1 0,-3-1 0,0-1 0,0 0 0,0 0 0,1-1 0,-1 0 0,0 1 0,0-2 0,1 1 0,-1-1 0,0 0 0,0 0 0,0 0 0,1 0 0,-2-1 0,10-4 0,-6 2 0,1-1 0,-1 0 0,0 0 0,0-1 0,-1 0 0,0 0 0,0-1 0,0 0 0,-1 0 0,0 0 0,0-1 0,4-9 0,-4 7 0,-1-1 0,-1 0 0,0 0 0,-1 0 0,0-1 0,0 1 0,-2-1 0,1 1 0,-1-17 0,-2-46-1365,0 56-5461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7.300"/>
    </inkml:context>
    <inkml:brush xml:id="br0">
      <inkml:brushProperty name="width" value="0.05" units="cm"/>
      <inkml:brushProperty name="height" value="0.05" units="cm"/>
      <inkml:brushProperty name="color" value="#FFFFFF"/>
    </inkml:brush>
  </inkml:definitions>
  <inkml:trace contextRef="#ctx0" brushRef="#br0">16 1 24575,'-3'0'0,"-1"3"0,1 4 0,0 4 0,0 7 0,5 2 0,1 5 0,4 5 0,0 2 0,3 0 0,-1 0 0,1 2 0,-1-3 0,-2-4 0,-2-5-8191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7.470"/>
    </inkml:context>
    <inkml:brush xml:id="br0">
      <inkml:brushProperty name="width" value="0.05" units="cm"/>
      <inkml:brushProperty name="height" value="0.05" units="cm"/>
      <inkml:brushProperty name="color" value="#FFFFFF"/>
    </inkml:brush>
  </inkml:definitions>
  <inkml:trace contextRef="#ctx0" brushRef="#br0">33 59 24575,'0'-6'0,"-3"-6"0,-4-3 0,-4 1 0,0 2-8191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7.688"/>
    </inkml:context>
    <inkml:brush xml:id="br0">
      <inkml:brushProperty name="width" value="0.05" units="cm"/>
      <inkml:brushProperty name="height" value="0.05" units="cm"/>
      <inkml:brushProperty name="color" value="#FFFFFF"/>
    </inkml:brush>
  </inkml:definitions>
  <inkml:trace contextRef="#ctx0" brushRef="#br0">19 0 24575,'-4'0'0,"0"3"0,0 4 0,1 8 0,1 6 0,0 7 0,5 4 0,1 7 0,3 5 0,0 5 0,2 4 0,0 1 0,1 2 0,0-3 0,0-1 0,-1-4 0,-3-9-8191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8.187"/>
    </inkml:context>
    <inkml:brush xml:id="br0">
      <inkml:brushProperty name="width" value="0.05" units="cm"/>
      <inkml:brushProperty name="height" value="0.05" units="cm"/>
      <inkml:brushProperty name="color" value="#FFFFFF"/>
    </inkml:brush>
  </inkml:definitions>
  <inkml:trace contextRef="#ctx0" brushRef="#br0">239 666 24575,'2'-2'0,"-1"0"0,0 1 0,1-1 0,-1 0 0,0 0 0,0 0 0,0 0 0,0 0 0,-1 0 0,1 0 0,0 0 0,-1 0 0,1 0 0,-1 0 0,0-1 0,0 1 0,0 0 0,0 0 0,0 0 0,0 0 0,-1-1 0,1 1 0,-1 0 0,1 0 0,-1 0 0,0 0 0,-2-3 0,1 0 0,0 1 0,-1 0 0,1-1 0,-1 1 0,0 0 0,-1 1 0,1-1 0,-1 1 0,1-1 0,-1 1 0,-5-3 0,4 4 0,0 0 0,0 0 0,0 1 0,0-1 0,0 1 0,-1 0 0,1 1 0,0-1 0,-1 1 0,1 0 0,0 1 0,-1-1 0,1 1 0,0 0 0,0 0 0,-1 1 0,1-1 0,0 1 0,0 0 0,0 1 0,1-1 0,-1 1 0,-6 5 0,5-5 0,1 1 0,-1 0 0,1 1 0,0-1 0,0 1 0,1 0 0,-1 1 0,1-1 0,0 1 0,0-1 0,1 1 0,0 0 0,0 1 0,0-1 0,1 0 0,0 1 0,0 0 0,-1 8 0,3-14 0,0 1 0,0-1 0,0 1 0,0-1 0,0 1 0,0-1 0,1 0 0,-1 1 0,0-1 0,1 1 0,-1-1 0,1 1 0,0-1 0,-1 0 0,1 0 0,0 1 0,0-1 0,0 0 0,0 0 0,0 0 0,0 0 0,0 0 0,0 0 0,0 0 0,1 0 0,-1 0 0,0-1 0,1 1 0,-1 0 0,0-1 0,1 1 0,-1-1 0,1 0 0,-1 1 0,0-1 0,1 0 0,-1 0 0,1 0 0,-1 0 0,1 0 0,1-1 0,4 1 0,0-1 0,0 0 0,0 0 0,0 0 0,-1-1 0,1 0 0,9-5 0,-3 0 0,-1-1 0,0 0 0,0-1 0,-1 0 0,0-1 0,-1 0 0,0-1 0,0 0 0,-1 0 0,-1-1 0,0-1 0,0 1 0,7-20 0,2-6 0,-3-2 0,-1 0 0,11-57 0,-14 44 0,-1-2 0,-3 1 0,-1-74 0,-5 124 0,-1 0 0,1 0 0,0 0 0,-1-1 0,0 1 0,-2-7 0,3 11 0,0 0 0,0 0 0,-1 0 0,1 0 0,0 0 0,0 0 0,0 0 0,0 0 0,0-1 0,0 1 0,0 0 0,0 0 0,0 0 0,0 0 0,0 0 0,-1 0 0,1 0 0,0 0 0,0 0 0,0 0 0,0 0 0,0 0 0,0 0 0,0 0 0,0 0 0,-1 0 0,1 0 0,0 0 0,0 0 0,0 0 0,0 0 0,0 0 0,0 0 0,0 0 0,-1 0 0,1 0 0,0 0 0,0 0 0,0 0 0,0 0 0,0 0 0,0 0 0,0 0 0,0 0 0,-1 0 0,1 0 0,0 0 0,0 1 0,0-1 0,0 0 0,0 0 0,0 0 0,0 0 0,0 0 0,0 0 0,0 0 0,0 0 0,0 1 0,0-1 0,0 0 0,0 0 0,0 0 0,-6 21 0,-3 52-170,4 0-1,2 0 0,4 0 1,3 0-1,3 0 0,3-1 1,26 91-1,-25-117-6655</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8.657"/>
    </inkml:context>
    <inkml:brush xml:id="br0">
      <inkml:brushProperty name="width" value="0.05" units="cm"/>
      <inkml:brushProperty name="height" value="0.05" units="cm"/>
      <inkml:brushProperty name="color" value="#FFFFFF"/>
    </inkml:brush>
  </inkml:definitions>
  <inkml:trace contextRef="#ctx0" brushRef="#br0">28 310 24575,'0'-18'0,"0"9"0,0 17 0,-12 175 0,5-94 0,-2-4 0,15-102 0,-1 0 0,3-23 0,-1-52 0,-5-130 0,-2 3 0,0 216 0,0 0 0,1 0 0,-1 0 0,1 0 0,0 0 0,-1 0 0,2 0 0,-1 0 0,1-3 0,-1 5 0,-1 1 0,1-1 0,-1 1 0,1-1 0,-1 1 0,1-1 0,-1 1 0,1-1 0,0 1 0,-1-1 0,1 1 0,-1 0 0,1-1 0,0 1 0,-1 0 0,1 0 0,0 0 0,0-1 0,-1 1 0,1 0 0,0 0 0,-1 0 0,1 0 0,0 0 0,0 0 0,-1 0 0,1 1 0,0-1 0,0 0 0,-1 0 0,1 0 0,0 1 0,-1-1 0,1 0 0,-1 1 0,1-1 0,0 1 0,-1-1 0,1 1 0,-1-1 0,1 1 0,10 8 0,-2 1 0,1 0 0,-1 0 0,-1 1 0,0 0 0,0 1 0,-1-1 0,-1 1 0,0 1 0,0-1 0,6 25 0,-10-30-65,0 0 0,-1 0 0,1 1 0,-2-1 0,1 1 0,-1-1 0,0 1 0,0-1 0,-1 1 0,0-1 0,0 1 0,-1-1 0,0 0 0,0 0 0,-1 0 0,0 0 0,0 0 0,-1 0 0,1-1 0,-9 11 0,-6 4-6761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9.109"/>
    </inkml:context>
    <inkml:brush xml:id="br0">
      <inkml:brushProperty name="width" value="0.05" units="cm"/>
      <inkml:brushProperty name="height" value="0.05" units="cm"/>
      <inkml:brushProperty name="color" value="#FFFFFF"/>
    </inkml:brush>
  </inkml:definitions>
  <inkml:trace contextRef="#ctx0" brushRef="#br0">110 136 24575,'3'-3'0,"-1"0"0,0 0 0,0-1 0,-1 0 0,1 1 0,-1-1 0,0 0 0,0 0 0,0 1 0,0-1 0,0 0 0,-1-4 0,0-48 0,0 54 0,0 0 0,0 1 0,0-1 0,0 1 0,-1-1 0,1 0 0,-1 1 0,1-1 0,-1 1 0,1-1 0,-1 1 0,0 0 0,0-1 0,-1-1 0,1 2 0,1 1 0,-1 0 0,0-1 0,1 1 0,-1 0 0,1-1 0,-1 1 0,0 0 0,1 0 0,-1 0 0,1 0 0,-1-1 0,0 1 0,1 0 0,-1 0 0,0 0 0,1 0 0,-1 1 0,1-1 0,-1 0 0,0 0 0,1 0 0,-1 0 0,-1 1 0,-1 1 0,0 0 0,0 0 0,-1 1 0,1-1 0,1 1 0,-1-1 0,0 1 0,1 0 0,-1 0 0,-2 5 0,-6 11 0,1 0 0,1 1 0,1 1 0,0 0 0,2 0 0,0 0 0,-3 27 0,9-45 0,-1 0 0,1 0 0,0-1 0,0 1 0,0 0 0,0 0 0,0-1 0,0 1 0,1 0 0,0 0 0,-1-1 0,1 1 0,0-1 0,0 1 0,2 2 0,-2-4 0,0 0 0,0 1 0,0-1 0,1-1 0,-1 1 0,0 0 0,1 0 0,-1 0 0,1-1 0,-1 1 0,1-1 0,-1 1 0,1-1 0,-1 1 0,1-1 0,0 0 0,-1 0 0,1 0 0,-1 0 0,1 0 0,0 0 0,-1 0 0,1-1 0,-1 1 0,1 0 0,-1-1 0,3 0 0,2-1 0,0-1 0,-1 1 0,1-1 0,-1 0 0,0 0 0,0 0 0,0-1 0,0 0 0,0 0 0,-1 0 0,0-1 0,0 1 0,4-7 0,4-7 0,0-1 0,11-26 0,-5 9 0,-24 59 0,0 1 0,-2 27 0,7-45-195,1 1 0,0-1 0,1 0 0,0 0 0,0 1 0,2 6 0,4 8-6631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9.374"/>
    </inkml:context>
    <inkml:brush xml:id="br0">
      <inkml:brushProperty name="width" value="0.05" units="cm"/>
      <inkml:brushProperty name="height" value="0.05" units="cm"/>
      <inkml:brushProperty name="color" value="#FFFFFF"/>
    </inkml:brush>
  </inkml:definitions>
  <inkml:trace contextRef="#ctx0" brushRef="#br0">168 148 24575,'0'-12'0,"-1"0"0,0 0 0,-1 0 0,0 0 0,-6-17 0,7 26 0,0 0 0,0-1 0,0 1 0,0 0 0,-1 0 0,0 0 0,1 0 0,-1 0 0,0 1 0,-1-1 0,1 0 0,0 1 0,-1 0 0,1 0 0,-1-1 0,0 1 0,0 1 0,0-1 0,0 0 0,0 1 0,0-1 0,0 1 0,-6-1 0,6 2 0,0 0 0,0 0 0,0 0 0,0 1 0,1 0 0,-1-1 0,0 1 0,0 0 0,1 0 0,-1 0 0,0 1 0,1-1 0,-1 1 0,1-1 0,0 1 0,-1 0 0,1 0 0,0 0 0,0 0 0,0 0 0,0 1 0,1-1 0,-1 0 0,1 1 0,-1-1 0,0 4 0,-3 4 0,1 0 0,0 0 0,0 0 0,1 0 0,-3 20 0,4-18 0,0-1 0,1 1 0,1 0 0,0 0 0,2 13 0,-1-22 0,-1 0 0,0-1 0,1 1 0,0-1 0,0 1 0,0-1 0,0 0 0,0 1 0,0-1 0,1 0 0,-1 0 0,1 0 0,-1 0 0,1 0 0,0 0 0,0 0 0,0-1 0,0 1 0,0 0 0,0-1 0,0 0 0,0 0 0,1 1 0,-1-1 0,1 0 0,-1-1 0,1 1 0,-1 0 0,5 0 0,2-1-114,0 0 1,-1 0-1,1-1 0,0 0 0,-1-1 1,1 0-1,-1 0 0,0-1 0,1 0 1,-1 0-1,8-5 0,14-8-6712</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49.779"/>
    </inkml:context>
    <inkml:brush xml:id="br0">
      <inkml:brushProperty name="width" value="0.05" units="cm"/>
      <inkml:brushProperty name="height" value="0.05" units="cm"/>
      <inkml:brushProperty name="color" value="#FFFFFF"/>
    </inkml:brush>
  </inkml:definitions>
  <inkml:trace contextRef="#ctx0" brushRef="#br0">40 214 24575,'1'-23'0,"6"-34"0,-4 42 0,-1-1 0,0 1 0,-1-1 0,-1 1 0,-2-18 0,2 31 0,0 1 0,-1-1 0,1 0 0,0 1 0,-1-1 0,1 1 0,-1-1 0,1 1 0,-1-1 0,0 1 0,0 0 0,0-1 0,-1-1 0,2 3 0,0 0 0,-1 0 0,1 0 0,0 0 0,-1 0 0,1 0 0,0 0 0,-1-1 0,1 1 0,0 0 0,-1 0 0,1 0 0,0 0 0,-1 1 0,1-1 0,0 0 0,-1 0 0,1 0 0,0 0 0,-1 0 0,1 0 0,0 0 0,0 1 0,-1-1 0,1 0 0,0 0 0,-1 0 0,1 1 0,0-1 0,0 0 0,-1 0 0,1 1 0,0-1 0,0 1 0,-3 3 0,0 0 0,1 0 0,0 0 0,0 0 0,0 1 0,1-1 0,-2 7 0,-4 35 0,1 0 0,3 0 0,3 61 0,0-62 0,0-25 0,3 67 0,-2-76 0,0 1 0,1-1 0,0 0 0,1 1 0,5 12 0,-7-23 0,-1 1 0,1 0 0,0-1 0,0 1 0,0-1 0,0 1 0,0-1 0,0 0 0,0 1 0,1-1 0,-1 0 0,0 0 0,1 0 0,-1 0 0,1 0 0,-1 0 0,1 0 0,-1 0 0,1 0 0,0-1 0,3 2 0,-2-2 0,0 0 0,0 0 0,0 0 0,1 0 0,-1-1 0,0 1 0,0-1 0,0 0 0,0 0 0,0 0 0,4-2 0,5-3 0,-1-1 0,0 0 0,0 0 0,17-16 0,-19 15 0,-4 4 0,1-1 0,-1 0 0,0 0 0,0 0 0,0 0 0,-1-1 0,0 0 0,0 0 0,6-13 0,-10 19 0,1-1 0,-1 1 0,0-1 0,0 1 0,0-1 0,0 1 0,0-1 0,0 0 0,1 1 0,-1-1 0,0 1 0,-1-1 0,1 1 0,0-1 0,0 0 0,0 1 0,0-1 0,0 1 0,-1-1 0,1 1 0,0-1 0,0 1 0,-1-1 0,1 1 0,0-1 0,-1 1 0,1-1 0,0 1 0,-1-1 0,1 1 0,-1 0 0,0-1 0,-1 0 0,0 1 0,1-1 0,-1 1 0,0 0 0,0-1 0,1 1 0,-1 0 0,0 0 0,0 0 0,1 1 0,-3-1 0,-3 2 0,0-1 0,0 1 0,0 0 0,-10 6 0,16-8 0,1 1 0,-1-1 0,0 1 0,1-1 0,-1 1 0,0 0 0,1-1 0,-1 1 0,1 0 0,0 0 0,-1-1 0,1 1 0,0 0 0,-1 0 0,1 0 0,0 0 0,0-1 0,-1 1 0,1 0 0,0 0 0,0 0 0,0 0 0,0 0 0,0-1 0,1 1 0,-1 0 0,0 0 0,0 0 0,0 0 0,1-1 0,-1 1 0,0 0 0,2 1 0,17 32 0,-11-22 0,4 13-341,0 0 0,-2 1-1,13 52 1,-18-56-6485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50.294"/>
    </inkml:context>
    <inkml:brush xml:id="br0">
      <inkml:brushProperty name="width" value="0.05" units="cm"/>
      <inkml:brushProperty name="height" value="0.05" units="cm"/>
      <inkml:brushProperty name="color" value="#FFFFFF"/>
    </inkml:brush>
  </inkml:definitions>
  <inkml:trace contextRef="#ctx0" brushRef="#br0">20 1 24575,'-7'90'0,"-5"66"0,12-137 0,0 0 0,2 1 0,0-1 0,1 0 0,1 0 0,6 19 0,-8-33-91,1 1 0,-1 0 0,1-1 0,0 0 0,0 0 0,0 1 0,1-2 0,0 1 0,0 0 0,0-1 0,1 0 0,-1 0 0,1 0 0,9 5 0,14 5-6735</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50.856"/>
    </inkml:context>
    <inkml:brush xml:id="br0">
      <inkml:brushProperty name="width" value="0.05" units="cm"/>
      <inkml:brushProperty name="height" value="0.05" units="cm"/>
      <inkml:brushProperty name="color" value="#FFFFFF"/>
    </inkml:brush>
  </inkml:definitions>
  <inkml:trace contextRef="#ctx0" brushRef="#br0">59 216 24575,'-2'0'0,"-1"0"0,1 0 0,0 0 0,0 0 0,0 1 0,-1-1 0,1 0 0,0 1 0,0 0 0,0-1 0,0 1 0,0 0 0,0 0 0,0 0 0,0 0 0,0 1 0,0-1 0,-2 4 0,2-3 0,0 2 0,0-1 0,1 0 0,0 0 0,-1 0 0,1 1 0,0-1 0,1 0 0,-1 1 0,1-1 0,-1 6 0,-1 39 0,5 79 0,-3-123 0,1-1 0,-1 1 0,1-1 0,0 1 0,0-1 0,0 0 0,2 4 0,-3-7 0,0 0 0,0 0 0,0 0 0,0 0 0,0 0 0,0 1 0,0-1 0,0 0 0,0 0 0,0 0 0,0 0 0,1 0 0,-1 0 0,0 0 0,0 0 0,0 1 0,0-1 0,0 0 0,0 0 0,0 0 0,0 0 0,1 0 0,-1 0 0,0 0 0,0 0 0,0 0 0,0 0 0,0 0 0,0 0 0,0 0 0,1 0 0,-1 0 0,0 0 0,0 0 0,0 0 0,0 0 0,0 0 0,0 0 0,0 0 0,1 0 0,-1 0 0,0 0 0,0 0 0,0 0 0,0 0 0,0 0 0,0 0 0,0 0 0,0-1 0,1 1 0,-1 0 0,0 0 0,0 0 0,0 0 0,0 0 0,0 0 0,4-18 0,-1-93 0,5-40 0,-6 135 0,1 0 0,0 0 0,2 0 0,0 1 0,0 0 0,1 0 0,10-17 0,-14 28 0,1-1 0,0 1 0,0 0 0,0 0 0,0 0 0,1 1 0,-1-1 0,1 1 0,0 0 0,0-1 0,0 2 0,1-1 0,-1 1 0,1-1 0,-1 1 0,1 0 0,9-2 0,-9 4 0,0-1 0,1 1 0,-1 0 0,0 0 0,0 1 0,1-1 0,-1 1 0,0 0 0,0 1 0,0-1 0,0 1 0,0 0 0,0 1 0,-1-1 0,1 1 0,-1-1 0,5 5 0,-3-2 0,0 0 0,-1 0 0,0 0 0,0 1 0,0-1 0,-1 1 0,1 1 0,-1-1 0,-1 1 0,1-1 0,-1 1 0,-1 0 0,1 0 0,-1 0 0,0 0 0,-1 1 0,1-1 0,-2 0 0,1 1 0,-1-1 0,0 1 0,0-1 0,-1 1 0,0-1 0,-1 0 0,1 1 0,-1-1 0,-1 0 0,1 0 0,-1 0 0,0 0 0,-1-1 0,0 1 0,0-1 0,0 0 0,-1 0 0,0-1 0,0 1 0,0-1 0,-12 9 0,4-7 0,10-5 0,-1 0 0,1 1 0,0-1 0,-1 0 0,1 1 0,0 0 0,-3 3 0,6-5 0,-1 0 0,1 0 0,-1 0 0,1 0 0,-1 0 0,1 0 0,0 0 0,0 0 0,-1 0 0,1 1 0,0-1 0,0 0 0,0 0 0,0 0 0,0 0 0,1 0 0,-1 0 0,0 0 0,0 0 0,1 0 0,-1 1 0,1-1 0,-1 0 0,1-1 0,-1 1 0,1 0 0,-1 0 0,1 0 0,0 0 0,0 0 0,1 1 0,12 11 0,0-1 0,1 0 0,1-1 0,0 0 0,20 9 0,6 5 0,-41-24 0,19 12-273,1 0 0,0-2 0,1 0 0,23 8 0,-25-14-6553</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51.217"/>
    </inkml:context>
    <inkml:brush xml:id="br0">
      <inkml:brushProperty name="width" value="0.05" units="cm"/>
      <inkml:brushProperty name="height" value="0.05" units="cm"/>
      <inkml:brushProperty name="color" value="#FFFFFF"/>
    </inkml:brush>
  </inkml:definitions>
  <inkml:trace contextRef="#ctx0" brushRef="#br0">28 73 24575,'-13'-11'0,"12"10"0,-1 0 0,1 0 0,0 0 0,-1 0 0,1-1 0,0 1 0,-1 0 0,1-1 0,-1-2 0,5-2 0,12 1 0,187-30 0,-213 35 0,3 0 0,0 1 0,0 0 0,-14 3 0,19-4 0,1 1 0,-1 0 0,1 0 0,0 0 0,-1 0 0,1 0 0,0 1 0,0-1 0,0 0 0,0 1 0,0 0 0,0-1 0,0 1 0,1 0 0,-1 0 0,1 0 0,-1 0 0,-1 5 0,0 4 0,0 1 0,1-1 0,0 1 0,1-1 0,1 1 0,-1-1 0,2 1 0,1 12 0,0 10 0,0 141-1365,-2-156-5461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51.451"/>
    </inkml:context>
    <inkml:brush xml:id="br0">
      <inkml:brushProperty name="width" value="0.05" units="cm"/>
      <inkml:brushProperty name="height" value="0.05" units="cm"/>
      <inkml:brushProperty name="color" value="#FFFFFF"/>
    </inkml:brush>
  </inkml:definitions>
  <inkml:trace contextRef="#ctx0" brushRef="#br0">1 62 24575,'4'-3'0,"-1"0"0,1 0 0,0 0 0,-1 0 0,0-1 0,5-6 0,-5 6 0,0 1 0,-1-1 0,1 1 0,1 0 0,-1 0 0,0 0 0,8-4 0,-10 6 0,1 1 0,-1-1 0,1 1 0,-1 0 0,1 0 0,-1 0 0,1 0 0,-1 0 0,1 0 0,-1 0 0,0 0 0,1 1 0,-1-1 0,1 0 0,-1 1 0,1-1 0,-1 1 0,0 0 0,0-1 0,1 1 0,-1 0 0,0 0 0,0 0 0,0 0 0,0 0 0,0 0 0,0 0 0,0 0 0,1 2 0,10 13 0,-1 0 0,0 0 0,-2 1 0,15 35 0,-9-19 0,-6-15 0,-1 0 0,-1 1 0,-1-1 0,0 1 0,4 30 0,-9-41 0,-1-1 0,1 1 0,-1 0 0,-1-1 0,1 1 0,-1-1 0,-1 1 0,1-1 0,-1 0 0,-1 1 0,1-1 0,-1 0 0,0 0 0,-1-1 0,0 1 0,0-1 0,-8 10 0,3-7-195,0 0 0,-1-1 0,0 0 0,-1-1 0,1 0 0,-18 8 0,-22 9-6631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4.067"/>
    </inkml:context>
    <inkml:brush xml:id="br0">
      <inkml:brushProperty name="width" value="0.05" units="cm"/>
      <inkml:brushProperty name="height" value="0.05" units="cm"/>
      <inkml:brushProperty name="color" value="#FFFFFF"/>
    </inkml:brush>
  </inkml:definitions>
  <inkml:trace contextRef="#ctx0" brushRef="#br0">1 141 24575,'42'-15'0,"12"10"0,89 4 0,-73 2 0,1459-50-4380,-905 20 2761,3587-14-4395,-797 136 4728,-713 28 939,-1544-55 2779,-817-46-540,48 3 4400,-378-23-5243,-10-1-107,-17-5 17,-1-1-2244,5 0-5541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4.335"/>
    </inkml:context>
    <inkml:brush xml:id="br0">
      <inkml:brushProperty name="width" value="0.05" units="cm"/>
      <inkml:brushProperty name="height" value="0.05" units="cm"/>
      <inkml:brushProperty name="color" value="#FFFFFF"/>
    </inkml:brush>
  </inkml:definitions>
  <inkml:trace contextRef="#ctx0" brushRef="#br0">13 14 24575,'-6'-6'0,"0"-1"0,20 9 0,76 34 0,-33-12 0,-44-19 0,75 33 0,-80-34 0,0 1 0,0 0 0,0 0 0,-1 0 0,0 1 0,0 0 0,0 1 0,5 6 0,-10-10 0,-1-1 0,1 0 0,-1 0 0,1 1 0,-1-1 0,0 1 0,0-1 0,0 1 0,-1 0 0,1-1 0,-1 1 0,1 0 0,-1-1 0,0 1 0,0 0 0,0 0 0,0-1 0,-1 4 0,0-2 0,-1 0 0,1 1 0,-1-1 0,0 0 0,0 0 0,0 0 0,-1 0 0,1-1 0,-1 1 0,-3 3 0,-7 5 0,0-1 0,0 0 0,-1-1 0,-26 16 0,-42 16-1365,-3-2-5461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5.185"/>
    </inkml:context>
    <inkml:brush xml:id="br0">
      <inkml:brushProperty name="width" value="0.05" units="cm"/>
      <inkml:brushProperty name="height" value="0.05" units="cm"/>
      <inkml:brushProperty name="color" value="#FFFFFF"/>
    </inkml:brush>
  </inkml:definitions>
  <inkml:trace contextRef="#ctx0" brushRef="#br0">366 717 24575,'1'-3'0,"0"1"0,0-1 0,1 0 0,-1 1 0,1-1 0,-1 1 0,1 0 0,0-1 0,-1 1 0,1 0 0,3-2 0,5-8 0,-7 8 0,0-1 0,-1 1 0,0-1 0,0 1 0,0-1 0,0 0 0,-1 0 0,0 1 0,0-1 0,0 0 0,-1 0 0,1 0 0,-1 0 0,0-1 0,-1 1 0,1 0 0,-1 0 0,0 1 0,0-1 0,-1 0 0,0 0 0,1 0 0,-1 1 0,-1-1 0,1 1 0,-1-1 0,0 1 0,0 0 0,-5-5 0,3 3 0,0 0 0,-1 1 0,0 0 0,0 0 0,0 0 0,0 1 0,-1 0 0,0 0 0,0 0 0,0 1 0,0 0 0,-1 0 0,1 1 0,-1 0 0,1 1 0,-1-1 0,0 1 0,-11 1 0,11 0 0,0 1 0,0 1 0,1-1 0,-1 1 0,1 1 0,0-1 0,-1 1 0,1 1 0,0-1 0,-11 9 0,8-4 0,0 0 0,1 0 0,0 1 0,1 0 0,0 1 0,-9 12 0,5-2 0,1 0 0,1 0 0,0 1 0,2 0 0,0 0 0,-9 45 0,16-56 0,-1-1 0,1 1 0,1 0 0,-1 1 0,2-1 0,-1 0 0,5 18 0,-4-25 0,-1 0 0,1-1 0,0 1 0,0-1 0,0 1 0,0-1 0,1 1 0,-1-1 0,1 0 0,-1 0 0,1 1 0,0-1 0,0 0 0,0-1 0,0 1 0,0 0 0,0 0 0,0-1 0,1 0 0,-1 1 0,0-1 0,1 0 0,0 0 0,-1 0 0,1 0 0,-1-1 0,1 1 0,0-1 0,-1 1 0,1-1 0,0 0 0,0 0 0,2-1 0,5 0 0,-1-1 0,0 0 0,0-1 0,0 0 0,-1 0 0,1-1 0,-1 0 0,0 0 0,0-1 0,10-8 0,2-3 0,0 0 0,26-31 0,-23 21 0,-2-2 0,-1-1 0,-1 0 0,-1-2 0,-2 0 0,-1 0 0,-2-2 0,17-56 0,-19 42 0,-1-1 0,-2 0 0,-3 0 0,-1 0 0,-5-84 0,0 127 0,1-3 0,0-1 0,-1 0 0,-1 1 0,1-1 0,-1 1 0,-5-11 0,7 18 0,0 0 0,0 1 0,0-1 0,0 1 0,-1-1 0,1 1 0,0-1 0,0 1 0,-1-1 0,1 1 0,0-1 0,-1 1 0,1-1 0,0 1 0,-1 0 0,1-1 0,-1 1 0,1-1 0,-1 1 0,1 0 0,-1 0 0,1-1 0,-1 1 0,1 0 0,-1 0 0,1 0 0,-1-1 0,0 1 0,1 0 0,-1 0 0,1 0 0,-1 0 0,1 0 0,-1 0 0,0 0 0,1 0 0,-1 1 0,1-1 0,-1 0 0,1 0 0,-1 0 0,1 0 0,-1 1 0,0-1 0,1 0 0,0 1 0,-1-1 0,1 0 0,-1 1 0,1-1 0,-1 1 0,-2 2 0,0 1 0,0-1 0,0 1 0,1 0 0,-3 5 0,-5 13 0,1 0 0,0 0 0,2 0 0,-7 40 0,-5 96 0,16-99 0,2-1 0,13 107 0,-7-136 0,0 0 0,2-1 0,1 0 0,1 0 0,2-1 0,0 0 0,25 40 0,-31-59 0,0 0 0,1 0 0,1-1 0,-1 0 0,1 0 0,14 10 0,-19-15 0,0 0 0,0-1 0,0 0 0,1 1 0,-1-1 0,0 0 0,1 0 0,-1 0 0,1 0 0,0-1 0,-1 1 0,1-1 0,-1 1 0,1-1 0,0 0 0,-1 0 0,1 0 0,0-1 0,-1 1 0,1-1 0,0 1 0,-1-1 0,1 0 0,-1 0 0,1 0 0,-1 0 0,0 0 0,5-4 0,-2 1 0,0-1 0,0 0 0,0 0 0,-1-1 0,0 1 0,0-1 0,-1 0 0,1 0 0,-1-1 0,0 1 0,-1-1 0,0 1 0,2-8 0,2-14 0,4-53 0,-7 51 0,-2 27 0,-1 0 0,1 0 0,0 0 0,0-1 0,0 1 0,0 0 0,1 1 0,-1-1 0,1 0 0,0 0 0,0 0 0,0 1 0,3-4 0,2-1 0,1 1 0,0-1 0,9-4 0,-10 7 0,0 0 0,-1-1 0,1 0 0,-1-1 0,0 1 0,5-7 0,-8 7 0,1 0 0,-1-1 0,-1 1 0,1-1 0,-1 1 0,2-7 0,-3 11 0,-1 0 0,0 0 0,0 0 0,0 0 0,0 0 0,1 0 0,-1 0 0,-1 0 0,1 0 0,0 0 0,0 0 0,0 0 0,0 0 0,-1 0 0,1 0 0,0 0 0,-1 1 0,0-3 0,0 3 0,0-1 0,1 1 0,-1-1 0,0 1 0,0-1 0,0 1 0,0-1 0,0 1 0,0 0 0,0-1 0,0 1 0,0 0 0,0 0 0,0 0 0,0 0 0,0 0 0,0 0 0,0 0 0,0 0 0,0 0 0,0 1 0,-2-1 0,-2 2 0,0 0 0,-1 0 0,1 0 0,0 1 0,0-1 0,0 1 0,0 1 0,1-1 0,-1 0 0,1 1 0,0 0 0,0 0 0,0 1 0,-4 5 0,-6 10 0,-22 41 0,33-56 0,-5 10 0,0 1 0,1 0 0,1 0 0,1 1 0,0-1 0,1 1 0,0 0 0,0 20 0,3-31 0,1 1 0,0-1 0,0 0 0,1 0 0,0 0 0,0 0 0,0 0 0,1 0 0,0 0 0,0 0 0,1 0 0,-1-1 0,1 1 0,0-1 0,1 0 0,-1 0 0,1 0 0,0 0 0,0-1 0,1 0 0,-1 1 0,1-1 0,0-1 0,0 1 0,0-1 0,8 4 0,-2-3 0,-1 0 0,1-1 0,0 0 0,0-1 0,0 0 0,0 0 0,0-1 0,0-1 0,1 0 0,-1 0 0,0-1 0,0-1 0,0 0 0,0 0 0,0-1 0,0-1 0,-1 1 0,1-2 0,-1 0 0,0 0 0,0 0 0,10-9 0,-11 8 0,0-1 0,-1 0 0,1 0 0,-2 0 0,1-1 0,-1-1 0,0 1 0,0-1 0,-1 0 0,-1-1 0,1 1 0,-1-1 0,-1 0 0,0-1 0,-1 1 0,1-1 0,-2 1 0,0-1 0,0 0 0,-1 0 0,0 0 0,-2-19 0,-7-7 0,7 35 0,0 0 0,0-1 0,0 1 0,0 0 0,0 0 0,0 0 0,-1 0 0,1 1 0,-1-1 0,1 0 0,-1 0 0,0 1 0,-2-3 0,3 4 0,1 0 0,-1 0 0,1-1 0,-1 1 0,1 0 0,-1 0 0,1 0 0,-1 0 0,1 0 0,-1 0 0,1 0 0,-1 0 0,1 0 0,-1 0 0,1 0 0,-1 0 0,1 0 0,-1 0 0,1 1 0,-1-1 0,1 0 0,-1 0 0,1 0 0,-1 1 0,1-1 0,0 0 0,-1 1 0,1-1 0,-1 0 0,1 1 0,0-1 0,-1 1 0,1-1 0,0 0 0,0 1 0,-1-1 0,1 1 0,0-1 0,0 1 0,0-1 0,-1 1 0,1 0 0,-6 23 0,6-24 0,-5 56 0,3 0 0,5 69 0,-2-99 0,18 195 0,-13-199 0,-1-20 0,2-12 0,-2-7 0,-1 1 0,-1-1 0,0 0 0,0-28 0,0 8 0,19-286 0,-10 121 0,-12 197 0,1-7 0,0 1 0,0 0 0,5-16 0,-6 26 0,0 1 0,0 0 0,0-1 0,0 1 0,0 0 0,0-1 0,0 1 0,0 0 0,0-1 0,0 1 0,1 0 0,-1-1 0,0 1 0,0 0 0,0-1 0,0 1 0,1 0 0,-1-1 0,0 1 0,0 0 0,1 0 0,-1-1 0,0 1 0,0 0 0,1 0 0,-1 0 0,0-1 0,1 1 0,-1 0 0,0 0 0,1 0 0,-1 0 0,0 0 0,1 0 0,-1 0 0,1 0 0,-1 0 0,9 12 0,1 25 0,-3-6 0,-2 1 0,-1 0 0,-2 0 0,-1 40 0,-2-60 0,1 0 0,-2 0 0,0 0 0,0 0 0,-1 0 0,-1-1 0,0 1 0,0-1 0,-1 0 0,-1 0 0,0 0 0,0-1 0,-1 0 0,-11 13 0,14-19 57,1-1 0,-1 0 0,0 0 0,0 0 0,-9 4 0,12-6-116,0 0 0,0-1 0,0 1 0,0-1 0,0 0 0,0 1 1,0-1-1,-1 0 0,1 0 0,0 1 0,0-1 0,0 0 1,-1 0-1,1 0 0,0-1 0,0 1 0,0 0 0,0 0 0,-1-1 1,1 1-1,0 0 0,0-1 0,0 1 0,0-1 0,0 0 0,0 1 1,0-1-1,-1-1 0,-7-9-6767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5.419"/>
    </inkml:context>
    <inkml:brush xml:id="br0">
      <inkml:brushProperty name="width" value="0.05" units="cm"/>
      <inkml:brushProperty name="height" value="0.05" units="cm"/>
      <inkml:brushProperty name="color" value="#FFFFFF"/>
    </inkml:brush>
  </inkml:definitions>
  <inkml:trace contextRef="#ctx0" brushRef="#br0">1 13 24575,'1'-1'0,"0"0"0,0 0 0,0-1 0,0 1 0,0 0 0,1 0 0,-1 1 0,0-1 0,1 0 0,-1 0 0,3 0 0,-4 1 0,1 0 0,-1 0 0,0 0 0,1 0 0,-1 0 0,0 0 0,1 0 0,-1 0 0,0 0 0,0 0 0,1 0 0,-1 0 0,0 1 0,1-1 0,-1 0 0,0 0 0,0 0 0,1 1 0,-1-1 0,0 0 0,0 0 0,0 0 0,1 1 0,-1-1 0,0 0 0,0 1 0,0-1 0,0 0 0,0 0 0,1 1 0,-1-1 0,0 0 0,0 1 0,1 4 0,-1 1 0,0-1 0,1 0 0,-2 1 0,0 5 0,1-5 0,-3 70 0,3 0 0,3 0 0,20 116 0,-12-123 212,-3-16-1000,17 62-1,-19-95-6037</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6.261"/>
    </inkml:context>
    <inkml:brush xml:id="br0">
      <inkml:brushProperty name="width" value="0.05" units="cm"/>
      <inkml:brushProperty name="height" value="0.05" units="cm"/>
      <inkml:brushProperty name="color" value="#FFFFFF"/>
    </inkml:brush>
  </inkml:definitions>
  <inkml:trace contextRef="#ctx0" brushRef="#br0">0 136 24575,'35'-61'0,"5"-13"0,-45 85 0,-9 21 0,-12 41 0,23-63 0,0 1 0,1 1 0,0-1 0,1 0 0,0 0 0,1 1 0,0-1 0,3 18 0,-3-25 0,2 0 0,-1 0 0,0 1 0,1-1 0,-1 0 0,1-1 0,0 1 0,1 0 0,-1 0 0,1-1 0,-1 0 0,1 1 0,0-1 0,0 0 0,1 0 0,-1-1 0,1 1 0,-1-1 0,1 1 0,0-1 0,0 0 0,-1-1 0,2 1 0,-1-1 0,0 1 0,0-1 0,0 0 0,1-1 0,-1 1 0,8-1 0,-2 0 0,0 0 0,0-1 0,1 0 0,-1 0 0,0-1 0,-1-1 0,1 0 0,0 0 0,-1-1 0,1 0 0,-1-1 0,10-6 0,-10 5 0,-2-1 0,1 0 0,-1 0 0,0-1 0,0 1 0,-1-2 0,0 1 0,0-1 0,-1 0 0,5-10 0,-7 13 0,-1 1 0,0-1 0,0 0 0,0 0 0,-1 0 0,0 0 0,0-1 0,0 1 0,-1 0 0,0 0 0,0-1 0,0 1 0,-1 0 0,0 0 0,0 0 0,-1 0 0,-4-11 0,5 14 0,-1 0 0,0 1 0,0-1 0,0 1 0,0-1 0,-1 1 0,1 0 0,-1 0 0,1 0 0,-1 0 0,0 1 0,0-1 0,0 1 0,1-1 0,-1 1 0,-1 0 0,1 0 0,0 0 0,0 1 0,0-1 0,0 1 0,-1 0 0,1-1 0,0 1 0,0 1 0,-1-1 0,1 1 0,-6 1 0,6-2 0,-1 1 0,1 0 0,0 0 0,0 0 0,0 0 0,0 0 0,0 1 0,0-1 0,0 1 0,0 0 0,0 0 0,1 0 0,-1 0 0,1 1 0,0-1 0,-1 1 0,1-1 0,0 1 0,1 0 0,-1 0 0,0 0 0,1 0 0,-1 0 0,1 0 0,0 0 0,0 0 0,-1 6 0,2-7 0,0 0 0,0-1 0,1 1 0,-1 0 0,0 0 0,0-1 0,1 1 0,-1 0 0,1-1 0,0 1 0,-1-1 0,1 1 0,0-1 0,0 1 0,0-1 0,0 1 0,0-1 0,2 2 0,0-1 0,0 1 0,0-1 0,0 0 0,0 0 0,0-1 0,1 1 0,-1-1 0,5 2 0,5 0 0,0 0 0,0-1 0,22 1 0,7-2 0,-1-2 0,1-2 0,-1-1 0,51-13 0,-90 16 0,0 1 0,0-1 0,0 1 0,0 0 0,0 0 0,0 0 0,0 0 0,1 0 0,-1 0 0,0 1 0,0-1 0,0 1 0,0-1 0,0 1 0,0 0 0,0 0 0,0 0 0,0 0 0,0 0 0,-1 0 0,1 0 0,0 1 0,2 2 0,0 2 0,1 0 0,-1 0 0,-1 0 0,1 1 0,3 11 0,-4-11 0,0 1 0,1-1 0,0 0 0,5 7 0,-7-11 0,1 0 0,-1 0 0,1-1 0,-1 1 0,1-1 0,0 1 0,0-1 0,0 0 0,0 0 0,1-1 0,-1 1 0,0-1 0,1 1 0,-1-1 0,1 0 0,-1 0 0,1-1 0,0 1 0,3 0 0,-2-2 0,0 1 0,0-1 0,0 0 0,0 0 0,-1-1 0,1 0 0,0 1 0,-1-1 0,1-1 0,-1 1 0,0-1 0,0 0 0,0 1 0,4-5 0,4-3 0,-1-1 0,-1 0 0,0 0 0,0-1 0,-1 0 0,0-1 0,-1 0 0,-1 0 0,0-1 0,8-21 0,-48 125 0,21-35 0,3 0 0,1 0 0,1 74 0,17 169 0,-9-283 0,0 1 0,-1-1 0,-1 0 0,-4 27 0,5-39 0,-1-1 0,1 1 0,-1 0 0,0-1 0,0 0 0,0 1 0,0-1 0,0 0 0,0 1 0,-1-1 0,1 0 0,-1 0 0,1 0 0,-1 0 0,0 0 0,0-1 0,0 1 0,0 0 0,0-1 0,0 1 0,0-1 0,-1 0 0,1 0 0,0 0 0,-1 0 0,1 0 0,-1 0 0,1-1 0,-1 1 0,1-1 0,-1 0 0,1 0 0,-1 0 0,1 0 0,-1 0 0,-4-1 0,4 0 16,0 1-1,0-1 1,1 0-1,-1 1 1,0-1-1,0-1 1,1 1-1,-1 0 1,0-1-1,1 1 1,-1-1-1,1 0 1,0 0-1,0 0 1,0 0-1,0 0 1,0 0 0,0-1-1,0 1 1,1-1-1,-3-4 1,2 2-138,1 1 0,-1 0 0,1-1 0,0 0 0,1 1 0,-1-1 0,1 0 0,0 1 0,0-1 1,0 0-1,1 1 0,0-1 0,1-4 0,5-16-6704</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7.627"/>
    </inkml:context>
    <inkml:brush xml:id="br0">
      <inkml:brushProperty name="width" value="0.05" units="cm"/>
      <inkml:brushProperty name="height" value="0.05" units="cm"/>
      <inkml:brushProperty name="color" value="#FFFFFF"/>
    </inkml:brush>
  </inkml:definitions>
  <inkml:trace contextRef="#ctx0" brushRef="#br0">1 486 24575,'13'-55'0,"-9"37"0,-3 16 0,-1 6 0,1 64 0,-3 0 0,-14 80 0,26-190 0,2 1 0,1 0 0,2 0 0,2 2 0,23-40 0,-40 79 0,22-33 0,-20 31 0,-1 1 0,0-1 0,1 0 0,0 1 0,-1-1 0,1 1 0,0 0 0,0 0 0,0-1 0,0 1 0,0 0 0,0 0 0,0 1 0,3-2 0,-4 2 0,0 0 0,-1 0 0,1 0 0,0 0 0,0 1 0,-1-1 0,1 0 0,0 0 0,0 0 0,-1 1 0,1-1 0,0 1 0,-1-1 0,1 0 0,0 1 0,-1-1 0,1 1 0,-1-1 0,1 1 0,-1 0 0,1-1 0,-1 1 0,1-1 0,-1 1 0,0 0 0,1-1 0,-1 1 0,0 0 0,0 0 0,1-1 0,-1 2 0,5 26 0,-5-25 0,2 29 0,-3-1 0,0 1 0,-8 42 0,4-38 0,2 0 0,0 40 0,3-75 0,0 0 0,0 0 0,0 0 0,0 0 0,0 0 0,0 0 0,1 0 0,-1 1 0,0-1 0,0 0 0,1 0 0,-1 0 0,1 0 0,-1-1 0,1 1 0,-1 0 0,1 0 0,0 0 0,-1 0 0,2 1 0,-1-2 0,0 0 0,0 0 0,-1 1 0,1-1 0,0 0 0,0-1 0,-1 1 0,1 0 0,0 0 0,-1 0 0,1 0 0,0 0 0,0-1 0,-1 1 0,1 0 0,0-1 0,-1 1 0,1 0 0,-1-1 0,1 1 0,0-1 0,0 0 0,6-5 0,0-1 0,-1-1 0,8-10 0,-11 14 0,92-135 0,-38 52 0,-55 85 0,0-1 0,0 1 0,0 0 0,0 0 0,0 0 0,0 0 0,0 0 0,4-2 0,-5 3 0,-1 1 0,1 0 0,-1 0 0,1 0 0,-1-1 0,1 1 0,0 0 0,-1 0 0,1 0 0,-1 0 0,1 0 0,-1 0 0,1 0 0,0 0 0,-1 0 0,1 1 0,-1-1 0,1 0 0,-1 0 0,1 0 0,-1 1 0,1-1 0,-1 0 0,1 1 0,-1-1 0,1 0 0,-1 1 0,0-1 0,1 0 0,-1 1 0,1-1 0,-1 1 0,0-1 0,0 1 0,1-1 0,-1 1 0,0-1 0,0 1 0,1-1 0,-1 1 0,0-1 0,0 1 0,0-1 0,0 1 0,0 0 0,0-1 0,0 1 0,0 0 0,3 23 0,0 0 0,-2 0 0,-1 0 0,-2 24 0,-1 3 0,2-28 0,-1 26 0,2-46 0,0-1 0,1 1 0,-1-1 0,0 1 0,1-1 0,0 1 0,-1-1 0,1 1 0,0-1 0,0 1 0,1-1 0,-1 0 0,0 0 0,2 3 0,-2-4 0,1 0 0,-1-1 0,0 1 0,1 0 0,-1-1 0,0 1 0,1 0 0,-1-1 0,1 0 0,-1 1 0,0-1 0,1 0 0,-1 0 0,1 0 0,-1 0 0,1 0 0,-1 0 0,1 0 0,-1 0 0,1-1 0,-1 1 0,1 0 0,-1-1 0,0 1 0,1-1 0,-1 0 0,2-1 0,5-2 0,0-1 0,-1 0 0,9-7 0,-14 10 0,16-14 0,-2 0 0,0-1 0,-1-1 0,0-1 0,-2 0 0,0 0 0,-1-2 0,-1 1 0,9-26 0,-18 41 0,-1 0 0,1-1 0,-1 1 0,0 0 0,0-1 0,0-6 0,-1 12 0,0-1 0,0 1 0,0-1 0,0 1 0,0-1 0,0 1 0,0-1 0,0 1 0,-1-1 0,1 1 0,0-1 0,0 1 0,0-1 0,-1 1 0,1-1 0,0 1 0,0-1 0,-1 1 0,1 0 0,0-1 0,-1 1 0,1 0 0,-1-1 0,1 1 0,0 0 0,-2-1 0,1 1 0,0 0 0,0 0 0,0 0 0,-1 1 0,1-1 0,0 0 0,0 1 0,0-1 0,0 1 0,0-1 0,0 1 0,0 0 0,0-1 0,0 1 0,0 0 0,0 0 0,-1 1 0,-4 4 0,0 1 0,0 0 0,1 0 0,0 0 0,0 1 0,1-1 0,-6 14 0,-20 60 0,27-70 0,0 0 0,1 0 0,0 0 0,1 1 0,0-1 0,0 1 0,1-1 0,1 1 0,2 15 0,-2-24 0,0 0 0,-1 1 0,1-1 0,0 0 0,1 0 0,-1 0 0,1 0 0,-1 0 0,1 0 0,0 0 0,0 0 0,0-1 0,0 1 0,0-1 0,1 1 0,-1-1 0,1 0 0,0 0 0,0 0 0,0 0 0,-1-1 0,1 1 0,1-1 0,-1 0 0,0 0 0,0 0 0,0 0 0,1 0 0,-1-1 0,0 1 0,1-1 0,-1 0 0,1 0 0,-1 0 0,6-2 0,1 1 0,-1-1 0,1-1 0,-1 0 0,0 0 0,0 0 0,0-1 0,-1-1 0,1 1 0,-1-1 0,0-1 0,0 0 0,-1 0 0,0 0 0,0-1 0,0 0 0,-1 0 0,8-13 0,-2 2 0,-1 0 0,-1-1 0,0-1 0,-2 0 0,0 0 0,8-36 0,-12 41 0,-1 6 0,-1 0 0,0 0 0,0 0 0,-1-1 0,0 1 0,0 0 0,-1-1 0,-2-15 0,2 25 0,0-1 0,0 1 0,0-1 0,0 1 0,-1-1 0,1 1 0,0-1 0,0 1 0,0-1 0,0 1 0,-1-1 0,1 1 0,0 0 0,-1-1 0,1 1 0,0-1 0,-1 1 0,1 0 0,0-1 0,-1 1 0,1 0 0,-1-1 0,1 1 0,0 0 0,-1 0 0,1-1 0,-1 1 0,1 0 0,-1 0 0,1 0 0,-1 0 0,1 0 0,-1-1 0,1 1 0,-1 0 0,1 0 0,-1 0 0,1 0 0,-1 1 0,1-1 0,-1 0 0,1 0 0,-1 0 0,1 0 0,-1 0 0,1 1 0,-1-1 0,1 0 0,-1 0 0,1 1 0,0-1 0,-1 1 0,-2 1 0,1 0 0,0 0 0,0 0 0,0 0 0,0 0 0,0 1 0,1-1 0,-2 4 0,-7 15 0,2 1 0,0 0 0,1 1 0,2-1 0,0 1 0,1 0 0,2 1 0,0 29 0,2-51 0,0 0 0,0 0 0,0 0 0,0 0 0,0 0 0,1 0 0,-1 0 0,1 0 0,0 0 0,0 0 0,-1 0 0,1-1 0,0 1 0,0 0 0,3 2 0,-3-3 0,0-1 0,-1 1 0,1-1 0,0 0 0,0 1 0,0-1 0,0 0 0,0 0 0,0 0 0,0 1 0,0-1 0,0 0 0,0 0 0,0-1 0,0 1 0,0 0 0,0 0 0,0 0 0,0-1 0,0 1 0,0 0 0,0-1 0,-1 1 0,1-1 0,0 1 0,0-1 0,0 1 0,-1-1 0,1 0 0,0 1 0,0-1 0,0-1 0,25-21 0,-13 10 0,0 1 0,1 0 0,0 1 0,1 1 0,0 0 0,31-13 0,-45 22 0,0 1 0,0-1 0,0 1 0,0-1 0,0 1 0,1 0 0,-1 0 0,0-1 0,0 1 0,0 0 0,1 0 0,-1 0 0,0 0 0,0 1 0,0-1 0,0 0 0,1 0 0,-1 1 0,0-1 0,0 0 0,0 1 0,0-1 0,0 1 0,0 0 0,0-1 0,0 1 0,0 0 0,0 0 0,0 0 0,-1-1 0,1 1 0,0 0 0,0 0 0,-1 0 0,1 0 0,-1 0 0,1 0 0,-1 0 0,1 1 0,-1-1 0,1 0 0,-1 0 0,0 0 0,0 0 0,0 1 0,0-1 0,0 0 0,0 2 0,0 8 0,0-1 0,0 1 0,-1-1 0,-3 13 0,3-20 0,-11 47 0,8-35 0,0 1 0,-3 31 0,6-46 0,1 0 0,0 0 0,0 0 0,0-1 0,0 1 0,0 0 0,0 0 0,0 0 0,0 0 0,0 0 0,1 0 0,-1 0 0,0 0 0,1 0 0,-1-1 0,0 1 0,1 0 0,-1 0 0,1 0 0,-1-1 0,1 1 0,-1 0 0,1-1 0,0 1 0,-1 0 0,1-1 0,1 2 0,-1-2 0,1 0 0,-1 0 0,1 0 0,-1 0 0,1 0 0,-1 0 0,1 0 0,-1 0 0,1 0 0,-1-1 0,0 1 0,1-1 0,-1 1 0,0-1 0,3 0 0,5-4 0,-1 0 0,1-1 0,13-11 0,4-7 0,-2-1 0,-1 0 0,-1-2 0,-1 0 0,-1-2 0,-2 0 0,-1-1 0,19-46 0,-17 29 0,-3-1 0,-1 0 0,-3-2 0,-2 1 0,5-58 0,-14 99 0,1-7 0,-1-1 0,0 0 0,-1 0 0,0 0 0,-1 0 0,-1 1 0,-5-23 0,6 37 0,1-1 0,-1 1 0,1 0 0,-1-1 0,1 1 0,-1-1 0,0 1 0,0 0 0,0 0 0,1 0 0,-1-1 0,0 1 0,-1 0 0,1 0 0,0 0 0,0 0 0,-2-1 0,2 2 0,0 0 0,0 0 0,0 0 0,0 0 0,0-1 0,0 1 0,0 0 0,0 1 0,0-1 0,0 0 0,1 0 0,-1 0 0,0 0 0,0 1 0,0-1 0,0 1 0,0-1 0,0 0 0,1 1 0,-2 0 0,-2 2 0,0 1 0,1-1 0,-1 0 0,1 1 0,0 0 0,1 0 0,-1 0 0,0 0 0,-2 7 0,-7 19 0,2 0 0,0 1 0,2 0 0,-6 53 0,2 131 0,12-158-273,2 1 0,4 0 0,1-1 0,27 98 0,-24-124-6553</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7.778"/>
    </inkml:context>
    <inkml:brush xml:id="br0">
      <inkml:brushProperty name="width" value="0.05" units="cm"/>
      <inkml:brushProperty name="height" value="0.05" units="cm"/>
      <inkml:brushProperty name="color" value="#FFFFFF"/>
    </inkml:brush>
  </inkml:definitions>
  <inkml:trace contextRef="#ctx0" brushRef="#br0">0 207 24575,'0'-9'0,"0"-13"0,3-8 0,4-3 0,5 2 0,2 2 0,2 7 0,6 7 0,3 5 0,6 6 0,-1 2 0,1 3 0,-1 3 0,-3 4 0,-6 5 0,-10 2 0,-6 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37.966"/>
    </inkml:context>
    <inkml:brush xml:id="br0">
      <inkml:brushProperty name="width" value="0.05" units="cm"/>
      <inkml:brushProperty name="height" value="0.05" units="cm"/>
      <inkml:brushProperty name="color" value="#FFFFFF"/>
    </inkml:brush>
  </inkml:definitions>
  <inkml:trace contextRef="#ctx0" brushRef="#br0">14 29 24575,'-1'0'0,"1"0"0,-1 0 0,1 0 0,0 0 0,-1 1 0,1-1 0,-1 0 0,1 0 0,-1 0 0,1 0 0,0-1 0,-1 1 0,1 0 0,-1 0 0,1 0 0,-1 0 0,1 0 0,0 0 0,-1-1 0,1 1 0,0 0 0,-1 0 0,1-1 0,0 1 0,-1 0 0,1 0 0,0-1 0,-1 1 0,1 0 0,0-1 0,0 1 0,-1 0 0,1-1 0,0 1 0,0-1 0,0 1 0,-1-1 0,2 0 0,-1 1 0,0-1 0,1 0 0,-1 1 0,1-1 0,-1 1 0,1-1 0,-1 1 0,1-1 0,-1 1 0,1 0 0,-1-1 0,1 1 0,0 0 0,-1-1 0,1 1 0,0 0 0,-1 0 0,1-1 0,0 1 0,-1 0 0,1 0 0,1 0 0,33-1 0,-33 1 0,-1-1 0,0 2 0,0-1 0,0 0 0,0 0 0,0 0 0,0 0 0,0 1 0,1-1 0,-1 1 0,0-1 0,0 0 0,0 1 0,0 0 0,0-1 0,-1 1 0,1 0 0,0-1 0,0 1 0,0 0 0,0 0 0,-1 0 0,1 0 0,0 0 0,-1 0 0,1 0 0,0 2 0,-1-3 0,0 1 0,0 0 0,0-1 0,0 1 0,-1 0 0,1-1 0,0 1 0,0 0 0,-1-1 0,1 1 0,0-1 0,-1 1 0,1 0 0,-1-1 0,1 1 0,-1-1 0,1 1 0,-1-1 0,1 1 0,-1-1 0,1 0 0,-1 1 0,0-1 0,1 0 0,-1 1 0,1-1 0,-1 0 0,0 0 0,1 1 0,-1-1 0,0 0 0,1 0 0,-1 0 0,0 0 0,-1 0 0,0 0 0,1 0 0,-1 1 0,0-1 0,0 0 0,0 0 0,0 0 0,0-1 0,0 1 0,0 0 0,0-1 0,-3-1 0,5 2 0,0 0 0,-1-1 0,1 1 0,0 0 0,0-1 0,0 1 0,0 0 0,0-1 0,0 1 0,0 0 0,0-1 0,0 1 0,0 0 0,0-1 0,0 1 0,0-1 0,0 1 0,0 0 0,0-1 0,0 1 0,0 0 0,0-1 0,0 1 0,1 0 0,-1-1 0,0 1 0,0 0 0,0-1 0,1 1 0,-1 0 0,0 0 0,0-1 0,1 1 0,-1 0 0,1-1 0,11-10 0,-11 9 0,9-6-1365,0 1-5461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38.447"/>
    </inkml:context>
    <inkml:brush xml:id="br0">
      <inkml:brushProperty name="width" value="0.05" units="cm"/>
      <inkml:brushProperty name="height" value="0.05" units="cm"/>
      <inkml:brushProperty name="color" value="#FFFFFF"/>
    </inkml:brush>
  </inkml:definitions>
  <inkml:trace contextRef="#ctx0" brushRef="#br0">495 188 24575,'-3'-2'0,"1"1"0,-1-1 0,1 0 0,-1 1 0,0-1 0,0 1 0,0 0 0,0 0 0,0 0 0,0 0 0,0 0 0,-4 1 0,-42-3 0,35 3 0,-2 1 0,0 0 0,0 1 0,0 1 0,1 0 0,-1 1 0,1 1 0,0 0 0,0 1 0,1 0 0,0 2 0,0 0 0,0 0 0,1 1 0,0 1 0,1 0 0,-16 17 0,14-13 0,2 0 0,0 1 0,0 0 0,2 1 0,0 0 0,1 1 0,0 0 0,1 0 0,1 1 0,1 0 0,1 0 0,0 0 0,-3 31 0,7-40 0,1 0 0,0 1 0,0-1 0,1 0 0,0 1 0,1-1 0,0 0 0,1 0 0,-1 0 0,2 0 0,-1-1 0,1 1 0,9 13 0,-5-11 0,0-1 0,0-1 0,1 1 0,0-2 0,1 1 0,0-1 0,0 0 0,1-1 0,13 7 0,-1-3 0,1-1 0,-1-1 0,2-1 0,-1-1 0,1-2 0,0 0 0,0-1 0,0-2 0,42 0 0,-46-4 0,0-1 0,-1-1 0,1 0 0,-1-2 0,0 0 0,0-1 0,-1-1 0,1-1 0,-2-1 0,0 0 0,0-2 0,-1 0 0,0-1 0,-1 0 0,0-1 0,16-20 0,-18 18 0,-1 0 0,-1 0 0,-1-1 0,0 0 0,-1-1 0,-1-1 0,-1 1 0,0-1 0,-1-1 0,-1 1 0,-1-1 0,-1 0 0,-1-1 0,-1 1 0,0 0 0,-3-37 0,-1 43 0,0 1 0,0 0 0,-2-1 0,0 1 0,0 1 0,-1-1 0,-1 1 0,0-1 0,0 2 0,-2-1 0,1 1 0,-1 0 0,-1 0 0,0 1 0,0 0 0,-13-9 0,5 6 0,0 1 0,-1 1 0,0 0 0,-1 1 0,0 1 0,0 1 0,-1 1 0,0 1 0,-37-7 0,23 8-273,-1 1 0,1 2 0,-1 2 0,-57 5 0,29 4-6553</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0.750"/>
    </inkml:context>
    <inkml:brush xml:id="br0">
      <inkml:brushProperty name="width" value="0.05" units="cm"/>
      <inkml:brushProperty name="height" value="0.05" units="cm"/>
      <inkml:brushProperty name="color" value="#FFFFFF"/>
    </inkml:brush>
  </inkml:definitions>
  <inkml:trace contextRef="#ctx0" brushRef="#br0">0 148 24575,'32'8'0,"-7"-1"0,47 3 0,93 3 0,75-13 0,-120-1 0,432-9-529,-269 3 338,1256-40-1052,-791 11 1014,310-11-157,-885 42 664,445-8 1909,-187 3-2045,-12 1-171,-166 8 29,479 3 0,-183 16 0,-134-7 0,-172-3 0,-28 0 0,137 2 0,-107 0 0,2-1 0,-112-11 0,140 4 0,-186 6 0,57 2 0,-84-12 0,51 3 0,-64 8 0,-35-5 0,-1-2 0,22 2 0,-31-4 0,147 10 0,-78-2-1365,-65-8-5461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1.481"/>
    </inkml:context>
    <inkml:brush xml:id="br0">
      <inkml:brushProperty name="width" value="0.05" units="cm"/>
      <inkml:brushProperty name="height" value="0.05" units="cm"/>
      <inkml:brushProperty name="color" value="#FFFFFF"/>
    </inkml:brush>
  </inkml:definitions>
  <inkml:trace contextRef="#ctx0" brushRef="#br0">198 29 24575,'2'-9'0,"1"-8"0,-8 14 0,-7 8 0,-3 4 0,0 2 0,1 0 0,0 0 0,1 1 0,0 1 0,-20 25 0,24-26 0,1 0 0,0 0 0,1 1 0,0 0 0,1 0 0,1 1 0,0-1 0,-6 28 0,10-35 14,0 0 1,1 1-1,0-1 0,0 0 0,0 0 1,1 0-1,0 0 0,0 1 0,1-1 0,-1-1 1,1 1-1,1 0 0,-1 0 0,1-1 1,0 1-1,0-1 0,0 0 0,1 0 0,0 0 1,0 0-1,0-1 0,1 1 0,6 4 1,1 0-205,1-1 0,0 0 1,0-1-1,0 0 0,1-1 1,0-1-1,1 0 1,20 4-1,8 0-6636</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1.810"/>
    </inkml:context>
    <inkml:brush xml:id="br0">
      <inkml:brushProperty name="width" value="0.05" units="cm"/>
      <inkml:brushProperty name="height" value="0.05" units="cm"/>
      <inkml:brushProperty name="color" value="#FFFFFF"/>
    </inkml:brush>
  </inkml:definitions>
  <inkml:trace contextRef="#ctx0" brushRef="#br0">24 11 24575,'-7'-10'0,"11"9"0,17 14 0,-10-4 0,0 1 0,-1 1 0,0 0 0,-1 1 0,0-1 0,-1 2 0,-1-1 0,11 23 0,-16-29 0,1 0 0,-1 1 0,0-1 0,-1 0 0,0 1 0,0-1 0,0 1 0,-1 0 0,0-1 0,0 1 0,-1-1 0,1 1 0,-2 0 0,1-1 0,-1 0 0,0 1 0,0-1 0,0 0 0,-1 0 0,0 0 0,-6 8 0,0-3-227,0 0-1,-1 0 1,-1-1-1,0 0 1,-14 9-1,-21 13-6598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47.150"/>
    </inkml:context>
    <inkml:brush xml:id="br0">
      <inkml:brushProperty name="width" value="0.05" units="cm"/>
      <inkml:brushProperty name="height" value="0.05" units="cm"/>
      <inkml:brushProperty name="color" value="#FFFFFF"/>
    </inkml:brush>
  </inkml:definitions>
  <inkml:trace contextRef="#ctx0" brushRef="#br0">0 589 24575,'0'-192'0,"11"1195"0,-2-410 0,0 25 0,-2-251 0,5 155 0,9-166 0,-16-166 0,-5-189 0,0 1 0,1 0 0,-1 0 0,1 0 0,0 0 0,-1-1 0,1 1 0,0 0 0,0-1 0,0 1 0,0-1 0,1 1 0,-1-1 0,0 1 0,1-1 0,-1 0 0,0 0 0,1 0 0,0 0 0,-1 0 0,1 0 0,0 0 0,-1 0 0,1-1 0,0 1 0,0 0 0,0-1 0,-1 0 0,1 1 0,3-1 0,8 1 0,1 0 0,-1-1 0,19-1 0,-9 0 0,893 11-1203,1 29-848,-643-26 1619,1696 83-1757,-1389-68 1517,490 18 291,-1008-44 425,185-1 2962,-245-1-2795,0 0 0,1 0 1,-1-1-1,0 1 0,0-1 0,1 1 0,-1-1 1,0 0-1,5-3 0,-8 4-177,0 0 0,1 0 0,-1-1 0,0 1 0,0 0 0,0 0 0,1-1 0,-1 1 0,0 0 0,0 0 0,0-1 0,0 1 0,0 0 0,0-1 0,1 1 0,-1 0-1,0 0 1,0-1 0,0 1 0,0 0 0,0-1 0,0 1 0,0 0 0,0-1 0,0 1 0,0 0 0,-1 0 0,1-1 0,0 1 0,0 0 0,0-1 0,0 1 0,-16-15 517,-2 2-511,-1-1-1,-24-24 0,38 32-41,0 0 0,0-1 0,0 1 0,0-1 0,1 0 0,1 0 0,-1 0 0,1-1 0,0 1 0,0-1 0,-1-7 0,-1-25 2,1 1 0,2-1 0,4-44 0,-1 29 0,-22-1310-643,9 1053 658,-48-714 30,23 597 327,23-1-161,15 349-211,-2-108 0,1 187 0,-1 0 0,1 0 0,0 1 0,-1-1 0,1 0 0,-1 0 0,0 1 0,0-1 0,1 0 0,-1 1 0,0-1 0,-1 1 0,1-1 0,0 1 0,0 0 0,0-1 0,-1 1 0,1 0 0,-1 0 0,1 0 0,-1 0 0,1 0 0,-1 0 0,0 0 0,0 1 0,1-1 0,-1 0 0,0 1 0,0 0 0,1-1 0,-1 1 0,0 0 0,0 0 0,-2 0 0,-8 0 0,-1 1 0,0 0 0,1 1 0,-13 3 0,5-2 0,-417 43-303,-4-30-160,231-11 382,-332 12-1161,-837 30-1012,-882-3 3079,2232-45-101,-52 2 826,71 0-1356,0 0 1,1 0-1,-1 1 0,1 1 1,-17 5-1,26-8-192,-1 1 0,1-1 0,-1 0 0,1 0 0,-1 0 0,1 1 0,-1-1 0,1 0 0,0 1 0,-1-1 0,1 0 0,0 1 1,-1-1-1,1 0 0,0 1 0,-1-1 0,1 1 0,0-1 0,0 1 0,-1-1 0,1 0 0,0 1 0,0-1 0,0 1 0,0-1 0,0 1 0,-1-1 0,1 1 0,0-1 0,0 1 0,0-1 0,0 1 0,1-1 0,-1 1 0,0-1 0,0 1 0,0-1 0,0 1 0,0-1 0,1 1 0,-1-1 0,0 1 0,0-1 0,1 1 1,-1-1-1,0 0 0,1 1 0,2 10-11,-3-11 8,-1 1 1,1-1-1,-1 1 1,1-1-1,-1 1 1,1-1-1,-1 1 1,1-1-1,-1 0 1,0 1 0,1-1-1,-1 0 1,0 1-1,1-1 1,-1 0-1,0 0 1,0 0-1,1 1 1,-1-1-1,0 0 1,-1 0-1,-31 3 1,22-2 0,1 0 0,-1 1 0,-18 5 0,25-5 0,0 0 0,-1 0 0,1 0 0,0 1 0,0-1 0,0 1 0,1 0 0,-1 0 0,1 1 0,-1-1 0,-4 8 0,-11 17 0,1 0 0,2 1 0,1 0 0,-11 33 0,-37 128 0,61-182 0,-4 12 0,1 0 0,0 0 0,-1 35 0,5-45 0,1-1 0,0 0 0,1 0 0,0 0 0,1 0 0,0 0 0,0 0 0,1 0 0,0 0 0,8 14 0,-1-4-341,2-1 0,0 0-1,15 17 1,-10-17-6485</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47.978"/>
    </inkml:context>
    <inkml:brush xml:id="br0">
      <inkml:brushProperty name="width" value="0.05" units="cm"/>
      <inkml:brushProperty name="height" value="0.05" units="cm"/>
      <inkml:brushProperty name="color" value="#FFFFFF"/>
    </inkml:brush>
  </inkml:definitions>
  <inkml:trace contextRef="#ctx0" brushRef="#br0">416 18 24575,'1'0'0,"0"-1"0,-1 1 0,1-1 0,-1 1 0,1-1 0,-1 0 0,1 1 0,-1-1 0,0 0 0,1 1 0,-1-1 0,0 0 0,1 0 0,-1 1 0,0-1 0,0 0 0,0 0 0,0 0 0,0 1 0,0-1 0,0 0 0,0-1 0,-5 2 0,-4 9 0,-139 229 0,31-44 0,69-126 0,23-36 0,-39 71 0,63-101 0,0 0 0,0-1 0,0 1 0,1 0 0,-1 1 0,0-1 0,1 0 0,0 0 0,-1 0 0,1 0 0,0 0 0,0 0 0,0 1 0,0-1 0,1 3 0,0-4 0,-1 0 0,1 0 0,0 0 0,-1 0 0,1 0 0,0 0 0,0 0 0,0 0 0,0 0 0,0 0 0,0 0 0,0-1 0,0 1 0,0 0 0,0-1 0,1 1 0,-1-1 0,0 1 0,0-1 0,0 0 0,1 0 0,-1 1 0,0-1 0,1 0 0,-1 0 0,0 0 0,2-1 0,33 0 0,41-7 0,8 0 0,136 3-1365,-172 5-5461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48.772"/>
    </inkml:context>
    <inkml:brush xml:id="br0">
      <inkml:brushProperty name="width" value="0.05" units="cm"/>
      <inkml:brushProperty name="height" value="0.05" units="cm"/>
      <inkml:brushProperty name="color" value="#FFFFFF"/>
    </inkml:brush>
  </inkml:definitions>
  <inkml:trace contextRef="#ctx0" brushRef="#br0">288 9 24575,'0'0'0,"0"0"0,0-1 0,0 1 0,1 0 0,-1-1 0,0 1 0,0-1 0,0 1 0,0 0 0,0-1 0,1 1 0,-1 0 0,0-1 0,0 1 0,1 0 0,-1 0 0,0-1 0,0 1 0,1 0 0,-1-1 0,0 1 0,1 0 0,-1 0 0,0 0 0,1 0 0,-1-1 0,0 1 0,1 0 0,-1 0 0,0 0 0,1 0 0,-1 0 0,1 0 0,-1 0 0,0 0 0,1 0 0,-1 0 0,1 0 0,-1 0 0,0 0 0,1 0 0,-1 0 0,0 0 0,1 1 0,-1-1 0,0 0 0,1 0 0,-1 0 0,0 1 0,1-1 0,0 0 0,19 12 0,2 9 0,-1 1 0,-1 1 0,-1 1 0,24 41 0,-20-32 0,111 178 0,-12-18 0,-110-176 0,-8-13 0,0 1 0,0 1 0,0-1 0,-1 0 0,0 1 0,0 0 0,-1 0 0,4 11 0,-6-16 0,0-1 0,0 0 0,0 1 0,0-1 0,0 0 0,0 0 0,-1 1 0,1-1 0,0 0 0,0 1 0,0-1 0,-1 0 0,1 0 0,0 1 0,0-1 0,0 0 0,-1 0 0,1 0 0,0 1 0,-1-1 0,1 0 0,0 0 0,0 0 0,-1 0 0,1 0 0,0 0 0,-1 0 0,1 1 0,0-1 0,-1 0 0,1 0 0,0 0 0,-1 0 0,1 0 0,0 0 0,-1-1 0,1 1 0,0 0 0,-1 0 0,1 0 0,0 0 0,0 0 0,-1 0 0,1-1 0,0 1 0,-1 0 0,1 0 0,0 0 0,0-1 0,-1 1 0,-22-12 0,17 9 0,-7-2 0,1 0 0,-2 1 0,1 1 0,0 0 0,0 1 0,-19-1 0,-85 2 0,91 1 0,-329 39-538,307-31-289,-27 3-5999</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0.044"/>
    </inkml:context>
    <inkml:brush xml:id="br0">
      <inkml:brushProperty name="width" value="0.05" units="cm"/>
      <inkml:brushProperty name="height" value="0.05" units="cm"/>
      <inkml:brushProperty name="color" value="#FFFFFF"/>
    </inkml:brush>
  </inkml:definitions>
  <inkml:trace contextRef="#ctx0" brushRef="#br0">21 8 24575,'-15'-7'0,"10"7"0,9 5 0,30 21 0,74 42 0,-49-33 0,-30-16 196,-8-6-977,39 21 1,-44-28-6046</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0.405"/>
    </inkml:context>
    <inkml:brush xml:id="br0">
      <inkml:brushProperty name="width" value="0.05" units="cm"/>
      <inkml:brushProperty name="height" value="0.05" units="cm"/>
      <inkml:brushProperty name="color" value="#FFFFFF"/>
    </inkml:brush>
  </inkml:definitions>
  <inkml:trace contextRef="#ctx0" brushRef="#br0">375 3 24575,'0'0'0,"0"0"0,0 0 0,0 0 0,0 0 0,0 0 0,0-1 0,0 1 0,0 0 0,0 0 0,0 0 0,0 0 0,0 0 0,-1 0 0,1 0 0,0 0 0,0-1 0,0 1 0,0 0 0,0 0 0,0 0 0,0 0 0,0 0 0,0 0 0,-1 0 0,1 0 0,0 0 0,0 0 0,0 0 0,0 0 0,0 0 0,0 0 0,0 0 0,-1 0 0,1-1 0,0 1 0,0 0 0,0 0 0,0 1 0,0-1 0,0 0 0,-1 0 0,1 0 0,0 0 0,0 0 0,0 0 0,0 0 0,0 0 0,0 0 0,0 0 0,-1 0 0,1 0 0,0 0 0,0 0 0,0 0 0,-11 8 0,-10 10 0,-121 111 0,-23 25 0,162-151 0,-17 20 0,19-23 0,0 1 0,1 0 0,-1 0 0,1-1 0,-1 1 0,0 0 0,1 0 0,0 0 0,-1 0 0,1 0 0,-1 0 0,1 0 0,0 0 0,0 0 0,0 0 0,-1 0 0,1 0 0,0 0 0,0 0 0,0 0 0,0 0 0,1 1 0,-1-1 0,1-1 0,-1 0 0,1 1 0,-1-1 0,1 0 0,-1 0 0,1 1 0,0-1 0,-1 0 0,1 0 0,-1 0 0,1 0 0,-1 0 0,1 1 0,0-1 0,-1 0 0,1 0 0,-1-1 0,1 1 0,0 0 0,-1 0 0,1 0 0,-1 0 0,2-1 0,17-6 0,-15 5 0,41-20-1365,-23 10-5461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0.948"/>
    </inkml:context>
    <inkml:brush xml:id="br0">
      <inkml:brushProperty name="width" value="0.05" units="cm"/>
      <inkml:brushProperty name="height" value="0.05" units="cm"/>
      <inkml:brushProperty name="color" value="#FFFFFF"/>
    </inkml:brush>
  </inkml:definitions>
  <inkml:trace contextRef="#ctx0" brushRef="#br0">621 103 24575,'0'-4'0,"0"1"0,0-1 0,-1 1 0,1-1 0,-1 0 0,0 1 0,0-1 0,0 1 0,0 0 0,-1-1 0,0 1 0,1 0 0,-1 0 0,0 0 0,-1 0 0,1 0 0,0 0 0,-1 1 0,1-1 0,-1 1 0,0 0 0,0 0 0,0 0 0,0 0 0,0 0 0,-1 1 0,1-1 0,0 1 0,-1 0 0,1 0 0,-1 0 0,-4 0 0,-5-1 0,1 1 0,-1 0 0,1 1 0,-1 0 0,1 1 0,-1 0 0,1 1 0,0 1 0,0 0 0,-15 6 0,-11 5 0,-65 35 0,77-35 0,1 2 0,1 0 0,0 1 0,-31 30 0,45-37 0,0 1 0,1 0 0,0 0 0,0 1 0,1 0 0,1 1 0,0-1 0,0 1 0,2 1 0,-9 26 0,12-33 0,1-1 0,0 1 0,0 0 0,1 0 0,0-1 0,0 1 0,1 0 0,-1 0 0,1-1 0,1 1 0,-1-1 0,1 1 0,0-1 0,1 1 0,0-1 0,0 0 0,0 0 0,1 0 0,-1-1 0,1 1 0,1-1 0,-1 0 0,1 0 0,0 0 0,0-1 0,0 0 0,12 7 0,-2-2 0,0-1 0,1-1 0,0 0 0,0-1 0,1-1 0,0 0 0,0-1 0,0-1 0,33 1 0,-13-4 0,1-2 0,0-1 0,-1-3 0,0 0 0,0-3 0,-1-1 0,0-2 0,-1-1 0,0-2 0,-1-1 0,0-2 0,56-40 0,-77 48 0,1 0 0,-2-1 0,1-1 0,-2 0 0,0-1 0,0 0 0,-1-1 0,14-24 0,-21 31 0,0 0 0,0 0 0,0-1 0,-1 1 0,0 0 0,-1-1 0,1 0 0,-2 1 0,1-1 0,-1 0 0,0 1 0,0-1 0,-1 0 0,0 0 0,-1 1 0,0-1 0,0 1 0,0 0 0,-1-1 0,-7-12 0,5 11 22,0 1-1,-1 0 0,0 1 1,-1-1-1,0 1 0,0 0 1,0 1-1,-1 0 0,0 0 1,0 1-1,-1-1 0,1 2 1,-1-1-1,0 2 0,-16-6 1,3 3-307,-1 1 1,0 1-1,0 0 1,0 2-1,-33 1 1,-20 4-6542</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9.224"/>
    </inkml:context>
    <inkml:brush xml:id="br0">
      <inkml:brushProperty name="width" value="0.05" units="cm"/>
      <inkml:brushProperty name="height" value="0.05" units="cm"/>
      <inkml:brushProperty name="color" value="#FFFFFF"/>
    </inkml:brush>
  </inkml:definitions>
  <inkml:trace contextRef="#ctx0" brushRef="#br0">554 151 24575,'-19'-20'0,"0"2"0,-1 1 0,-1 0 0,-36-21 0,48 33 0,0 1 0,0 0 0,0 0 0,-1 1 0,0 0 0,1 1 0,-1 0 0,0 0 0,0 1 0,0 1 0,0 0 0,0 0 0,0 1 0,0 0 0,-13 3 0,12-1 0,0 1 0,1 0 0,-1 1 0,1 0 0,0 0 0,0 1 0,1 0 0,0 1 0,0 0 0,0 1 0,1 0 0,0 0 0,1 0 0,-1 1 0,2 0 0,-1 1 0,-7 15 0,2 1 0,0 0 0,2 0 0,0 2 0,2-1 0,-8 54 0,9-33 0,2 0 0,3 0 0,6 93 0,-1-115 0,1 0 0,1 0 0,1-1 0,1 0 0,1 0 0,2-1 0,0 0 0,26 44 0,-28-57 0,0 0 0,1 0 0,0-1 0,1 0 0,0 0 0,1-1 0,0-1 0,0 0 0,1 0 0,0-1 0,0 0 0,0-1 0,1-1 0,19 6 0,-13-6 0,0-2 0,0 0 0,0 0 0,1-2 0,-1-1 0,1 0 0,-1-1 0,1-1 0,31-8 0,-23 3 0,0-2 0,-1 0 0,0-1 0,-1-2 0,-1-1 0,1-1 0,-2-1 0,0-1 0,-1-1 0,-1-1 0,0-1 0,-2-1 0,0-1 0,-1-1 0,-1 0 0,-1-1 0,-2-1 0,0-1 0,-1 0 0,-2-1 0,0 0 0,-2-1 0,-1 0 0,-1-1 0,-1 0 0,-2 0 0,-1 0 0,1-46 0,-5 47 0,-2 0 0,0-1 0,-2 1 0,-1 0 0,-2 1 0,0-1 0,-2 1 0,-14-30 0,17 44 0,-1 0 0,0 1 0,0 0 0,-1 0 0,-1 1 0,0 0 0,0 0 0,-13-10 0,14 15 0,0-1 0,1 2 0,-2-1 0,1 1 0,0 0 0,-1 1 0,0 0 0,0 0 0,0 1 0,0 0 0,0 0 0,-18 0 0,-26 7-1365,4 6-5461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9.771"/>
    </inkml:context>
    <inkml:brush xml:id="br0">
      <inkml:brushProperty name="width" value="0.05" units="cm"/>
      <inkml:brushProperty name="height" value="0.05" units="cm"/>
      <inkml:brushProperty name="color" value="#FFFFFF"/>
    </inkml:brush>
  </inkml:definitions>
  <inkml:trace contextRef="#ctx0" brushRef="#br0">375 0 24575,'1'23'0,"-2"1"0,0-1 0,-2 0 0,0 0 0,-2 0 0,0 0 0,-17 41 0,-12 9 0,-4-2 0,-2-2 0,-4-1 0,-2-3 0,-69 76 0,112-138 0,1-1 0,-1 1 0,1 0 0,0 0 0,0 1 0,-2 3 0,4-7 0,0 1 0,0 0 0,-1-1 0,1 1 0,0 0 0,0 0 0,0-1 0,0 1 0,0 0 0,0-1 0,0 1 0,0 0 0,1-1 0,-1 1 0,0 0 0,0-1 0,0 1 0,1 0 0,-1-1 0,0 1 0,1-1 0,-1 1 0,1 0 0,-1-1 0,1 1 0,-1-1 0,1 0 0,-1 1 0,1-1 0,-1 1 0,1-1 0,-1 0 0,1 1 0,0-1 0,-1 0 0,1 1 0,0-1 0,-1 0 0,2 0 0,11 4 0,0-1 0,1-1 0,-1 0 0,0-1 0,23 0 0,6 0 0,560 29 0,-591-30 0,120-1 0,-113 0 0,-1-1 0,1-1 0,-1 0 0,0-2 0,22-8 0,-35 12 0,1-1 0,-1-1 0,-1 1 0,1 0 0,0-1 0,0 0 0,-1 0 0,0 0 0,0 0 0,0-1 0,0 1 0,0-1 0,0 0 0,-1 1 0,0-1 0,0 0 0,0-1 0,0 1 0,-1 0 0,1 0 0,-1-1 0,0 1 0,-1-1 0,1 1 0,-1-1 0,0-6 0,-1-9 0,-1-1 0,0 0 0,-2 1 0,-9-30 0,9 36 0,-35-111 0,-67-147 0,84 220 0,-1 4-1365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20.078"/>
    </inkml:context>
    <inkml:brush xml:id="br0">
      <inkml:brushProperty name="width" value="0.05" units="cm"/>
      <inkml:brushProperty name="height" value="0.05" units="cm"/>
      <inkml:brushProperty name="color" value="#FFFFFF"/>
    </inkml:brush>
  </inkml:definitions>
  <inkml:trace contextRef="#ctx0" brushRef="#br0">1 74 24575,'211'-4'0,"366"-32"0,-553 35 59,2 0-415,0-2 0,1 0 0,42-12 0,-42 5-6470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20.263"/>
    </inkml:context>
    <inkml:brush xml:id="br0">
      <inkml:brushProperty name="width" value="0.05" units="cm"/>
      <inkml:brushProperty name="height" value="0.05" units="cm"/>
      <inkml:brushProperty name="color" value="#FFFFFF"/>
    </inkml:brush>
  </inkml:definitions>
  <inkml:trace contextRef="#ctx0" brushRef="#br0">1 31 24575,'0'-3'0,"0"-4"0,3-1 0,4 1 0,4 2 0,4 4 0,4 6 0,4 5 0,3 7 0,0 7 0,2 6 0,-3 7 0,-7 6 0,-8 6 0,-17 3 0,-22 2 0,-21 2 0,-3-9-8191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36.101"/>
    </inkml:context>
    <inkml:brush xml:id="br0">
      <inkml:brushProperty name="width" value="0.05" units="cm"/>
      <inkml:brushProperty name="height" value="0.05" units="cm"/>
      <inkml:brushProperty name="color" value="#FFFFFF"/>
    </inkml:brush>
  </inkml:definitions>
  <inkml:trace contextRef="#ctx0" brushRef="#br0">1 113 24575,'0'-5'0,"0"0"0,0 0 0,1 0 0,-1 0 0,1 0 0,1 0 0,-1 1 0,1-1 0,-1 0 0,1 1 0,1-1 0,-1 1 0,0 0 0,1 0 0,0-1 0,0 2 0,6-7 0,-5 7 0,0 0 0,0 1 0,0 0 0,0-1 0,0 1 0,0 0 0,0 1 0,1-1 0,-1 1 0,1 0 0,-1 0 0,1 0 0,0 1 0,-1 0 0,1 0 0,0 0 0,-1 0 0,1 1 0,5 1 0,8 3 0,1 0 0,-2 2 0,1 0 0,-1 1 0,0 1 0,0 0 0,-1 2 0,28 22 0,-41-31 0,-1 1 0,1 0 0,0-1 0,-1 1 0,1 0 0,-1 0 0,0 1 0,0-1 0,0 0 0,0 1 0,-1-1 0,1 1 0,-1-1 0,0 1 0,0 0 0,1 5 0,-2-7 0,-1 1 0,1-1 0,0 0 0,-1 1 0,1-1 0,-1 0 0,0 0 0,0 0 0,0 0 0,0 0 0,0 0 0,0 0 0,-1 0 0,1 0 0,-1 0 0,1 0 0,-1-1 0,1 1 0,-1-1 0,0 1 0,0-1 0,0 0 0,0 0 0,0 0 0,0 0 0,0 0 0,0 0 0,-3 1 0,-14 4 0,0 0 0,-1-1 0,1 0 0,-27 1 0,37-5 0,1 0 0,-1-1 0,1 0 0,-1-1 0,1 0 0,0 0 0,-1-1 0,1 0 0,0 0 0,0-1 0,0 0 0,-13-7 0,19 9 0,0-1 0,0 1 0,1 0 0,-1 0 0,1-1 0,-1 1 0,1-1 0,-1 1 0,1-1 0,0 1 0,0-1 0,0 0 0,0 0 0,0 0 0,0 0 0,0 1 0,1-1 0,-1 0 0,1 0 0,-1 0 0,1 0 0,0-3 0,0 2 0,1-1 0,-1 0 0,1 1 0,0 0 0,0-1 0,1 1 0,-1 0 0,1-1 0,-1 1 0,1 0 0,4-5 0,3-3 0,0 1 0,1 0 0,0 0 0,1 1 0,17-11 0,-13 11-273,0 0 0,1 1 0,0 0 0,26-7 0,-23 9-6553</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36.862"/>
    </inkml:context>
    <inkml:brush xml:id="br0">
      <inkml:brushProperty name="width" value="0.05" units="cm"/>
      <inkml:brushProperty name="height" value="0.05" units="cm"/>
      <inkml:brushProperty name="color" value="#FFFFFF"/>
    </inkml:brush>
  </inkml:definitions>
  <inkml:trace contextRef="#ctx0" brushRef="#br0">397 213 24575,'0'-3'0,"0"0"0,0 0 0,0 0 0,0 1 0,-1-1 0,0 0 0,1 0 0,-1 0 0,0 1 0,0-1 0,0 0 0,-1 1 0,1-1 0,-1 1 0,1 0 0,-1-1 0,0 1 0,-4-4 0,3 4 0,-1-1 0,0 1 0,0 0 0,0 0 0,-1 0 0,1 1 0,0-1 0,-1 1 0,1 0 0,-1 0 0,-6 0 0,1 0 0,0 1 0,0 0 0,0 1 0,1 0 0,-1 0 0,0 1 0,0 0 0,1 1 0,-1 0 0,1 0 0,-1 1 0,-11 7 0,9-3 0,0 0 0,1 0 0,0 1 0,0 1 0,1 0 0,0 0 0,1 1 0,-10 14 0,9-10 0,1 0 0,0 0 0,1 1 0,1 0 0,1 0 0,0 1 0,1 0 0,1 0 0,0 0 0,1 0 0,1 1 0,1-1 0,0 1 0,4 28 0,-2-36 0,2 1 0,0 0 0,0 0 0,1-1 0,0 0 0,0 0 0,1 0 0,1 0 0,0-1 0,0 0 0,1 0 0,0 0 0,0-1 0,1 0 0,0-1 0,0 0 0,1 0 0,0 0 0,0-1 0,1-1 0,16 8 0,-6-5 0,-1-1 0,1-1 0,0-1 0,1-1 0,-1-1 0,1 0 0,0-2 0,-1 0 0,1-1 0,34-5 0,-32 1 0,0 0 0,0-2 0,-1-1 0,0 0 0,0-2 0,0 0 0,-1-2 0,-1 0 0,0-1 0,36-29 0,-44 30 0,1-1 0,-1 0 0,-1-1 0,0 0 0,-1-1 0,0 0 0,-1 0 0,-1-1 0,0-1 0,-1 1 0,-1-1 0,0 0 0,-2 0 0,1-1 0,2-29 0,-5 31 0,-1 0 0,-1 1 0,0-1 0,-1 0 0,-1 0 0,0 0 0,-1 1 0,0-1 0,-1 1 0,-1 0 0,-1 0 0,0 0 0,0 1 0,-1 0 0,-1 0 0,0 0 0,-1 1 0,-1 1 0,1-1 0,-2 2 0,1-1 0,-2 1 0,1 1 0,-1 0 0,-1 1 0,-24-13 0,19 14-76,0 0 1,-1 1-1,0 0 0,0 2 0,0 1 0,-1 0 0,1 1 0,-1 1 1,0 1-1,1 0 0,-1 2 0,1 0 0,-1 2 0,1 0 1,0 1-1,0 0 0,-26 13 0,-13 9-6750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5.522"/>
    </inkml:context>
    <inkml:brush xml:id="br0">
      <inkml:brushProperty name="width" value="0.05" units="cm"/>
      <inkml:brushProperty name="height" value="0.05" units="cm"/>
      <inkml:brushProperty name="color" value="#FFFFFF"/>
    </inkml:brush>
  </inkml:definitions>
  <inkml:trace contextRef="#ctx0" brushRef="#br0">32 45 24575,'-3'0'0,"-1"-3"0,-3-1 0,-3 0 0,3 1 0,8 0 0,15 2 0,12 0 0,16 1 0,11 0 0,9-3 0,7-1 0,3 0 0,-2 1 0,-6 1 0,-12 0 0,-12-1 0,-13-2-8191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5.754"/>
    </inkml:context>
    <inkml:brush xml:id="br0">
      <inkml:brushProperty name="width" value="0.05" units="cm"/>
      <inkml:brushProperty name="height" value="0.05" units="cm"/>
      <inkml:brushProperty name="color" value="#FFFFFF"/>
    </inkml:brush>
  </inkml:definitions>
  <inkml:trace contextRef="#ctx0" brushRef="#br0">0 1 24575,'6'0'0,"0"0"0,0 0 0,0 1 0,-1 0 0,1 0 0,0 0 0,-1 1 0,1 0 0,-1 0 0,1 0 0,-1 1 0,0 0 0,0 0 0,0 0 0,-1 1 0,7 5 0,-5-3 0,-1 1 0,0 0 0,0 0 0,0 0 0,-1 1 0,0-1 0,0 1 0,-1 0 0,0 0 0,2 13 0,5 28 109,-2 1 0,1 57 0,-7-68-447,1 0-1,2-1 1,2 1-1,21 67 1,-19-84-6488</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6.148"/>
    </inkml:context>
    <inkml:brush xml:id="br0">
      <inkml:brushProperty name="width" value="0.05" units="cm"/>
      <inkml:brushProperty name="height" value="0.05" units="cm"/>
      <inkml:brushProperty name="color" value="#FFFFFF"/>
    </inkml:brush>
  </inkml:definitions>
  <inkml:trace contextRef="#ctx0" brushRef="#br0">20 1 24575,'-2'2'0,"-1"2"0,1-1 0,1 0 0,-1 0 0,0 1 0,1-1 0,0 0 0,-1 1 0,1 0 0,1-1 0,-1 1 0,0 0 0,1 4 0,0 51 0,0-51 0,1 1 0,1-1 0,-1 0 0,1 1 0,0-1 0,1 0 0,0 0 0,0-1 0,1 1 0,0-1 0,6 10 0,-7-14 0,0 0 0,0 0 0,0 0 0,0 0 0,0 0 0,1 0 0,-1-1 0,1 0 0,0 0 0,-1 0 0,1 0 0,0 0 0,0-1 0,0 0 0,1 0 0,-1 0 0,0 0 0,0 0 0,0-1 0,1 0 0,-1 0 0,0 0 0,1-1 0,4 0 0,-3 0 0,-1-1 0,1 1 0,-1-1 0,1 0 0,-1-1 0,0 1 0,0-1 0,0 0 0,0-1 0,0 1 0,-1-1 0,1 0 0,-1 0 0,0 0 0,-1 0 0,1-1 0,-1 0 0,1 1 0,-1-1 0,-1 0 0,3-7 0,-3 9 0,-1-1 0,0 0 0,0 0 0,0 0 0,0 0 0,-1 1 0,1-1 0,-1 0 0,0 0 0,0 0 0,-1 0 0,1 0 0,-1 0 0,0 0 0,0 0 0,0 0 0,-1 1 0,1-1 0,-1 0 0,0 1 0,0-1 0,0 1 0,0 0 0,-1 0 0,1 0 0,-1 0 0,0 0 0,0 0 0,0 1 0,0-1 0,-5-1 0,3 1 29,0 0-1,0 0 1,0 1-1,-1-1 0,1 1 1,-1 1-1,0-1 1,0 1-1,1 0 1,-1 0-1,-12 1 1,15 0-119,-1 0 0,0 1 0,0-1 0,0 1 0,0 0 1,1 0-1,-1 0 0,0 1 0,1-1 0,-1 1 1,1 0-1,0 0 0,-1 0 0,1 1 0,0-1 0,0 1 1,0-1-1,-3 6 0,-4 7-6736</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6.536"/>
    </inkml:context>
    <inkml:brush xml:id="br0">
      <inkml:brushProperty name="width" value="0.05" units="cm"/>
      <inkml:brushProperty name="height" value="0.05" units="cm"/>
      <inkml:brushProperty name="color" value="#FFFFFF"/>
    </inkml:brush>
  </inkml:definitions>
  <inkml:trace contextRef="#ctx0" brushRef="#br0">128 13 24575,'-1'-1'0,"-1"0"0,1-1 0,-1 1 0,1 0 0,-1 0 0,0 0 0,1 1 0,-1-1 0,0 0 0,0 0 0,1 1 0,-1 0 0,0-1 0,0 1 0,0 0 0,0 0 0,0 0 0,0 0 0,0 0 0,0 0 0,1 0 0,-1 1 0,0-1 0,0 1 0,0-1 0,0 1 0,1 0 0,-1 0 0,0 0 0,1 0 0,-1 0 0,0 0 0,1 0 0,-3 3 0,-2 1 0,1 0 0,0 1 0,0 0 0,1 0 0,0 0 0,0 0 0,-6 12 0,6-9 0,1 0 0,-1 0 0,2 1 0,-1-1 0,1 1 0,1-1 0,0 1 0,0 0 0,1 18 0,1-25 0,-1 1 0,1 0 0,0 0 0,0-1 0,0 1 0,0-1 0,1 1 0,-1-1 0,1 1 0,0-1 0,0 0 0,0 0 0,1 0 0,-1 0 0,1 0 0,-1 0 0,1-1 0,0 1 0,0-1 0,0 0 0,1 0 0,-1 0 0,0 0 0,1-1 0,-1 1 0,1-1 0,6 2 0,-3-2 0,0 0 0,0-1 0,-1 1 0,1-1 0,0-1 0,0 1 0,0-1 0,0 0 0,-1-1 0,1 0 0,-1 0 0,1 0 0,-1-1 0,0 1 0,1-2 0,-1 1 0,-1-1 0,1 0 0,-1 0 0,1 0 0,-1-1 0,0 0 0,-1 0 0,1 0 0,-1 0 0,0-1 0,0 0 0,-1 0 0,0 0 0,5-12 0,-8 16 10,1 0-1,-1 0 1,0 0-1,1 0 1,-1 0-1,0 0 1,-1 0-1,1 0 1,0 0-1,0 0 1,-1 0-1,1 0 0,-1 0 1,0 0-1,0 0 1,1 0-1,-3-3 1,1 2 9,-1 0 0,0 0 0,1 0 0,-1 0 0,0 0 0,-1 1 0,1-1 0,-5-2 0,-1 0-304,-1 1 1,0-1-1,1 2 1,-1-1-1,-20-3 1,21 6-6542</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6.773"/>
    </inkml:context>
    <inkml:brush xml:id="br0">
      <inkml:brushProperty name="width" value="0.05" units="cm"/>
      <inkml:brushProperty name="height" value="0.05" units="cm"/>
      <inkml:brushProperty name="color" value="#FFFFFF"/>
    </inkml:brush>
  </inkml:definitions>
  <inkml:trace contextRef="#ctx0" brushRef="#br0">9 45 24575,'0'-2'0,"1"-2"0,-1 1 0,0-1 0,0 1 0,-1-1 0,1 1 0,-1-1 0,0 1 0,0-1 0,0 1 0,-2-5 0,2 24 0,3 14 0,-2-29 0,23 197 342,-20-151-911,-2 1 0,-6 57 0,1-75-6257</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7.145"/>
    </inkml:context>
    <inkml:brush xml:id="br0">
      <inkml:brushProperty name="width" value="0.05" units="cm"/>
      <inkml:brushProperty name="height" value="0.05" units="cm"/>
      <inkml:brushProperty name="color" value="#FFFFFF"/>
    </inkml:brush>
  </inkml:definitions>
  <inkml:trace contextRef="#ctx0" brushRef="#br0">85 1 24575,'-5'8'0,"-1"0"0,1 0 0,1 1 0,-1 0 0,2 0 0,-1 0 0,1 0 0,0 1 0,-1 13 0,-3 3 0,-3 10 0,2 1 0,1 0 0,2 0 0,1 0 0,2 60 0,4-77 0,0 0 0,1 0 0,0-1 0,2 1 0,1-1 0,0 0 0,1-1 0,1 0 0,1 0 0,0 0 0,1-1 0,16 20 0,-11-20 34,1 0 1,1-1-1,0 0 0,2-1 0,-1-2 0,1 0 0,1 0 0,1-2 0,30 13 1,-12-9-377,0-2 1,1-2 0,0-1-1,57 5 1,-8-6-6485</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7.427"/>
    </inkml:context>
    <inkml:brush xml:id="br0">
      <inkml:brushProperty name="width" value="0.05" units="cm"/>
      <inkml:brushProperty name="height" value="0.05" units="cm"/>
      <inkml:brushProperty name="color" value="#FFFFFF"/>
    </inkml:brush>
  </inkml:definitions>
  <inkml:trace contextRef="#ctx0" brushRef="#br0">1 1 24575,'3'0'0,"4"0"0,7 3 0,5 4 0,5 7 0,4 11 0,4 10 0,3 8 0,-2 10 0,-3 8 0,-6 6 0,-11 8 0,-14 2 0,-16 2 0,-14-1 0,-18-1 0,-22-1 0,1-14-8191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8.560"/>
    </inkml:context>
    <inkml:brush xml:id="br0">
      <inkml:brushProperty name="width" value="0.05" units="cm"/>
      <inkml:brushProperty name="height" value="0.05" units="cm"/>
      <inkml:brushProperty name="color" value="#FFFFFF"/>
    </inkml:brush>
  </inkml:definitions>
  <inkml:trace contextRef="#ctx0" brushRef="#br0">0 98 24575,'1'-4'0,"-1"0"0,1 0 0,0 0 0,0 0 0,0 0 0,0 0 0,1 0 0,0 1 0,0-1 0,0 1 0,0-1 0,3-3 0,0 0 0,0 1 0,1 1 0,0-1 0,0 1 0,8-6 0,-14 10 0,1 1 0,0-1 0,0 1 0,0 0 0,0-1 0,-1 1 0,1 0 0,0-1 0,0 1 0,0 0 0,0 0 0,0 0 0,0 0 0,0 0 0,0 0 0,0 0 0,0 0 0,0 0 0,-1 0 0,1 1 0,0-1 0,0 0 0,0 1 0,0-1 0,0 0 0,-1 1 0,1-1 0,0 1 0,0 0 0,-1-1 0,1 1 0,0-1 0,-1 1 0,1 0 0,0 0 0,0 0 0,3 5 0,-1-1 0,1 1 0,-1 0 0,2 7 0,-4-12 0,41 108 0,41 174 0,-61-201 0,104 435-320,-99-372 160,14 238 0,-39-331 213,-2-1 1,-3 0-1,-2 0 1,-2-1-1,-20 75 0,18-98-9,0-1 0,-2 0 0,-1 0 0,-27 41 0,28-50-31,-2 0-1,0-1 1,-1-1-1,-1 0 1,0 0-1,-1-2 1,-20 14-1,24-20 57,1 0-1,-1-1 0,-1-1 0,-19 7 1,26-10-201,0 0 1,0-1 0,0 1-1,0-2 1,0 1 0,0-1 0,0 0-1,-1 0 1,1 0 0,0-1 0,0 0-1,-8-2 1,2-3-6695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9.366"/>
    </inkml:context>
    <inkml:brush xml:id="br0">
      <inkml:brushProperty name="width" value="0.05" units="cm"/>
      <inkml:brushProperty name="height" value="0.05" units="cm"/>
      <inkml:brushProperty name="color" value="#FFFFFF"/>
    </inkml:brush>
  </inkml:definitions>
  <inkml:trace contextRef="#ctx0" brushRef="#br0">307 147 24575,'12'-11'0,"-1"-1"0,11-13 0,-19 21 0,-1 1 0,0 0 0,0 0 0,0-1 0,0 1 0,-1-1 0,1 0 0,-1 1 0,0-1 0,0 0 0,0 0 0,0 0 0,-1 0 0,1-6 0,-2 9 0,1-1 0,-1 0 0,1 0 0,-1 0 0,0 1 0,0-1 0,0 1 0,0-1 0,0 0 0,0 1 0,0-1 0,0 1 0,-1 0 0,1-1 0,0 1 0,-1 0 0,1 0 0,-1 0 0,0 0 0,1 0 0,-1 0 0,0 1 0,1-1 0,-1 0 0,0 1 0,0-1 0,0 1 0,-2 0 0,-5-2 0,0 1 0,1 1 0,-1 0 0,-16 1 0,9 2 0,1 0 0,-1 1 0,1 1 0,0 0 0,0 1 0,1 1 0,0 0 0,0 1 0,0 1 0,1 0 0,0 0 0,1 1 0,0 1 0,1 0 0,0 1 0,1 0 0,-14 21 0,21-28 0,0 0 0,1 0 0,0 1 0,0-1 0,0 1 0,0-1 0,1 1 0,0 0 0,0-1 0,0 1 0,1 0 0,0 0 0,0 0 0,1-1 0,0 1 0,0 0 0,0 0 0,0-1 0,1 1 0,2 6 0,0-5 0,0 0 0,1 0 0,-1-1 0,1 1 0,0-1 0,1 0 0,0 0 0,0-1 0,0 1 0,0-1 0,1-1 0,0 1 0,0-1 0,8 3 0,2 1 49,2-1 0,-1-1 0,1-1-1,0 0 1,0-2 0,31 3 0,-15-5-618,0-1 0,61-8 0,-46 0-6257</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9.834"/>
    </inkml:context>
    <inkml:brush xml:id="br0">
      <inkml:brushProperty name="width" value="0.05" units="cm"/>
      <inkml:brushProperty name="height" value="0.05" units="cm"/>
      <inkml:brushProperty name="color" value="#FFFFFF"/>
    </inkml:brush>
  </inkml:definitions>
  <inkml:trace contextRef="#ctx0" brushRef="#br0">3 590 24575,'0'6'0,"1"0"0,1 0 0,-1 1 0,5 10 0,1 4 0,0 17 0,-1 0 0,-2 1 0,-1 0 0,-3 48 0,-17-355 0,0 62 0,16 185 0,-2-38 0,2 1 0,2-1 0,13-76 0,-13 128 0,1 0 0,0 0 0,0 0 0,1 0 0,-1 0 0,1 1 0,7-12 0,-8 17 0,-1-1 0,0 0 0,1 1 0,-1-1 0,1 1 0,-1-1 0,1 1 0,0 0 0,0 0 0,0 0 0,-1 0 0,1 0 0,0 0 0,0 0 0,0 1 0,0-1 0,0 1 0,1-1 0,-1 1 0,0 0 0,0 0 0,0 0 0,0 0 0,0 0 0,0 1 0,0-1 0,1 0 0,-1 1 0,0 0 0,2 1 0,6 2 0,-1 0 0,0 2 0,-1-1 0,1 1 0,-1 0 0,0 0 0,9 11 0,3 3 0,23 33 0,-35-42-273,-1 0 0,0 1 0,-1 0 0,5 12 0,0 8-6553</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49.992"/>
    </inkml:context>
    <inkml:brush xml:id="br0">
      <inkml:brushProperty name="width" value="0.05" units="cm"/>
      <inkml:brushProperty name="height" value="0.05" units="cm"/>
      <inkml:brushProperty name="color" value="#FFFFFF"/>
    </inkml:brush>
  </inkml:definitions>
  <inkml:trace contextRef="#ctx0" brushRef="#br0">9 1 24575,'-3'0'0,"-2"3"0,4 1 0,6-1 0,4 0 0,4 0 0,5-2 0,4 0 0,1-1 0,-1 0 0,3 0 0,0 0 0,-5-1-8191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0.598"/>
    </inkml:context>
    <inkml:brush xml:id="br0">
      <inkml:brushProperty name="width" value="0.05" units="cm"/>
      <inkml:brushProperty name="height" value="0.05" units="cm"/>
      <inkml:brushProperty name="color" value="#FFFFFF"/>
    </inkml:brush>
  </inkml:definitions>
  <inkml:trace contextRef="#ctx0" brushRef="#br0">254 394 24575,'5'-26'0,"-4"25"0,0-1 0,0 1 0,-1 0 0,1-1 0,-1 1 0,0-1 0,1 1 0,-1-1 0,0 1 0,0-1 0,0 1 0,0-1 0,0 1 0,0-1 0,0 1 0,0-1 0,-1 1 0,1-1 0,-1 1 0,1-1 0,-1 1 0,1 0 0,-1-1 0,0 1 0,0 0 0,0-1 0,0 1 0,1 0 0,-2 0 0,1 0 0,0 0 0,-1-1 0,-2 0 0,1-1 0,0 1 0,-1 0 0,0 0 0,1 1 0,-1-1 0,0 1 0,0 0 0,0 0 0,0 0 0,0 1 0,0-1 0,0 1 0,0 0 0,-5 0 0,2 1 0,0 0 0,1 1 0,-1 0 0,1 0 0,0 0 0,-1 1 0,1 0 0,-9 6 0,4-2 0,1 0 0,0 1 0,1 0 0,0 1 0,0 0 0,1 1 0,0-1 0,0 2 0,-8 15 0,13-20 0,0-1 0,1 1 0,-1 0 0,1 0 0,1 0 0,-1 0 0,1 0 0,0 1 0,1-1 0,0 0 0,0 7 0,0-9 0,1 0 0,0 0 0,0 0 0,0 0 0,0-1 0,1 1 0,0 0 0,-1-1 0,1 1 0,0-1 0,1 0 0,-1 0 0,1 1 0,-1-1 0,1-1 0,0 1 0,0 0 0,5 2 0,4 3 0,0-2 0,1 1 0,0-2 0,0 1 0,0-2 0,0 0 0,1 0 0,0-2 0,0 1 0,0-2 0,0 0 0,0 0 0,0-2 0,14-1 0,-9 0 0,0-1 0,0-1 0,-1-1 0,1 0 0,-1-1 0,-1-1 0,1-1 0,-1 0 0,29-20 0,-34 18 0,-1 0 0,0 0 0,0-1 0,-2 0 0,1-1 0,-1 0 0,-1-1 0,0 0 0,-1 0 0,0-1 0,-1 1 0,0-1 0,-2-1 0,1 1 0,2-19 0,-2 3 0,-2 0 0,0-1 0,-2 1 0,-2-1 0,0 1 0,-9-47 0,9 75 0,-8-38 0,8 38 0,1-1 0,-1 1 0,0 0 0,0 0 0,0 0 0,0 0 0,-1 0 0,1 0 0,0 0 0,-1 0 0,1 0 0,-1 1 0,0-1 0,-2-1 0,4 3 0,-1 0 0,1 0 0,0-1 0,-1 1 0,1 0 0,-1 0 0,1 0 0,-1 0 0,1 0 0,-1 0 0,1 0 0,-1 0 0,1 1 0,-1-1 0,1 0 0,-1 0 0,1 0 0,0 0 0,-1 1 0,1-1 0,-1 0 0,1 0 0,0 1 0,-1-1 0,1 0 0,0 1 0,-1-1 0,1 0 0,0 1 0,-1-1 0,1 0 0,0 1 0,0-1 0,-1 1 0,1-1 0,0 1 0,0-1 0,0 0 0,0 1 0,0-1 0,0 1 0,-1 0 0,-3 23 0,0 16 0,3 1 0,1-1 0,8 55 0,30 120 0,-35-202-273,1 1 0,0-1 0,1 0 0,12 23 0,-4-15-6553</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0.767"/>
    </inkml:context>
    <inkml:brush xml:id="br0">
      <inkml:brushProperty name="width" value="0.05" units="cm"/>
      <inkml:brushProperty name="height" value="0.05" units="cm"/>
      <inkml:brushProperty name="color" value="#FFFFFF"/>
    </inkml:brush>
  </inkml:definitions>
  <inkml:trace contextRef="#ctx0" brushRef="#br0">0 33 24575,'3'-3'0,"1"-5"0,3-3 0,1 3 0,-2 6 0,-2 6 0,-1 6 0,-1 4 0,2 3 0,0 2 0,0 0 0,2 1 0,0-1 0,-1 0 0,-1-3-8191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0.922"/>
    </inkml:context>
    <inkml:brush xml:id="br0">
      <inkml:brushProperty name="width" value="0.05" units="cm"/>
      <inkml:brushProperty name="height" value="0.05" units="cm"/>
      <inkml:brushProperty name="color" value="#FFFFFF"/>
    </inkml:brush>
  </inkml:definitions>
  <inkml:trace contextRef="#ctx0" brushRef="#br0">17 67 24575,'0'-3'0,"-3"-8"0,-1-4 0,0-3 0,1 4 0,0 8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7.093"/>
    </inkml:context>
    <inkml:brush xml:id="br0">
      <inkml:brushProperty name="width" value="0.05" units="cm"/>
      <inkml:brushProperty name="height" value="0.05" units="cm"/>
      <inkml:brushProperty name="color" value="#FFFFFF"/>
    </inkml:brush>
  </inkml:definitions>
  <inkml:trace contextRef="#ctx0" brushRef="#br0">495 38 24575,'-5'-1'0,"1"1"0,-1-1 0,1 0 0,-1-1 0,1 1 0,0-1 0,0 0 0,0 0 0,-6-4 0,5 4 0,0-1 0,0 0 0,0 1 0,-1 0 0,1 0 0,-8-1 0,-3 1 0,-1 2 0,1-1 0,-1 2 0,1 0 0,0 1 0,-1 1 0,1 1 0,0 0 0,0 1 0,1 0 0,0 1 0,0 1 0,0 1 0,-17 11 0,20-11 0,1 0 0,0 0 0,1 1 0,0 0 0,0 1 0,1 0 0,0 1 0,1 0 0,0 0 0,1 1 0,0 0 0,1 0 0,0 1 0,1-1 0,0 1 0,1 0 0,-3 19 0,6-26 0,0 0 0,1 0 0,0 0 0,0 1 0,1-1 0,-1 0 0,1 0 0,1 0 0,-1 0 0,1 0 0,0 0 0,0 0 0,1-1 0,0 1 0,0-1 0,0 1 0,5 5 0,-2-5 0,-1 0 0,1 0 0,0-1 0,1 0 0,-1-1 0,1 1 0,0-1 0,0 0 0,0-1 0,0 0 0,1 0 0,0-1 0,7 2 0,3 1-76,0-2 1,0 0-1,0-2 0,0 0 0,0 0 0,0-2 0,0 0 0,0-1 1,0-1-1,0-1 0,0-1 0,-1 0 0,0-1 0,0-1 1,0 0-1,-1-1 0,21-14 0,-7-2-6750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7.557"/>
    </inkml:context>
    <inkml:brush xml:id="br0">
      <inkml:brushProperty name="width" value="0.05" units="cm"/>
      <inkml:brushProperty name="height" value="0.05" units="cm"/>
      <inkml:brushProperty name="color" value="#FFFFFF"/>
    </inkml:brush>
  </inkml:definitions>
  <inkml:trace contextRef="#ctx0" brushRef="#br0">0 463 24575,'1'5'0,"0"0"0,1 1 0,-1-1 0,1 0 0,0 0 0,0 0 0,1 0 0,2 4 0,7 15 0,1 11 0,-1 0 0,-2 0 0,-1 1 0,-2 0 0,4 53 0,-9-71 0,-2-18 0,0 0 0,0 0 0,1 0 0,-1 0 0,0 0 0,0 0 0,0 0 0,0 0 0,0 0 0,0 0 0,0 0 0,0 1 0,0-1 0,0 0 0,0 0 0,0 0 0,1 0 0,-1 0 0,0 0 0,0 0 0,0 0 0,0 0 0,0 0 0,0 0 0,0 0 0,0 0 0,0 0 0,1 0 0,-1 0 0,0 0 0,0 0 0,0 0 0,0 0 0,0 0 0,0 0 0,0 0 0,0 0 0,0 0 0,0 0 0,1 0 0,-1 0 0,0-1 0,0 1 0,0 0 0,0 0 0,0 0 0,0 0 0,0 0 0,0 0 0,0 0 0,0 0 0,0 0 0,0 0 0,0 0 0,0-1 0,0 1 0,0 0 0,0 0 0,0 0 0,1 0 0,-1 0 0,0 0 0,0 0 0,0 0 0,-1-1 0,9-30 0,-7-12 0,-2-1 0,-2 0 0,-15-74 0,3 15 0,-3-72 0,16 134 0,2 1 0,6-54 0,-5 89 0,-1 0 0,1 0 0,1 0 0,-1 0 0,1 0 0,-1 0 0,1 0 0,1 1 0,-1-1 0,1 1 0,0-1 0,6-7 0,-7 10 0,0 1 0,0-1 0,1 1 0,-1-1 0,0 1 0,1 0 0,-1 0 0,0 0 0,1 0 0,0 0 0,-1 1 0,1-1 0,-1 1 0,1 0 0,0-1 0,-1 1 0,1 0 0,0 1 0,-1-1 0,1 0 0,-1 1 0,1 0 0,-1-1 0,1 1 0,-1 0 0,1 0 0,2 2 0,6 3 49,0 0 0,0 1 0,0 0-1,-1 1 1,0 0 0,17 18 0,-5-1-903,28 40 1,-29-33-5973</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7.744"/>
    </inkml:context>
    <inkml:brush xml:id="br0">
      <inkml:brushProperty name="width" value="0.05" units="cm"/>
      <inkml:brushProperty name="height" value="0.05" units="cm"/>
      <inkml:brushProperty name="color" value="#FFFFFF"/>
    </inkml:brush>
  </inkml:definitions>
  <inkml:trace contextRef="#ctx0" brushRef="#br0">23 8 24575,'-3'0'0,"-4"0"0,-2 3 0,5 1 0,6 0 0,9 0 0,8-5 0,5-2 0,7 0 0,5 0 0,5 0 0,2-1 0,-6-1-8191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8.303"/>
    </inkml:context>
    <inkml:brush xml:id="br0">
      <inkml:brushProperty name="width" value="0.05" units="cm"/>
      <inkml:brushProperty name="height" value="0.05" units="cm"/>
      <inkml:brushProperty name="color" value="#FFFFFF"/>
    </inkml:brush>
  </inkml:definitions>
  <inkml:trace contextRef="#ctx0" brushRef="#br0">13 650 24575,'-1'0'0,"0"1"0,1-1 0,-1 0 0,0 0 0,1 1 0,-1-1 0,1 0 0,-1 1 0,1-1 0,-1 1 0,1-1 0,-1 0 0,1 1 0,-1-1 0,1 1 0,-1 0 0,1-1 0,0 1 0,-1-1 0,1 1 0,0 0 0,-1-1 0,1 1 0,0-1 0,0 1 0,0 0 0,0-1 0,0 1 0,-1 0 0,1 0 0,0-1 0,1 1 0,-1 0 0,0-1 0,0 1 0,0 0 0,0-1 0,0 1 0,1 0 0,-1 0 0,10 29 0,-10-28 0,1 0 0,0-1 0,0 1 0,-1 0 0,1-1 0,0 1 0,1-1 0,-1 1 0,0-1 0,0 0 0,1 1 0,-1-1 0,0 0 0,1 0 0,-1 0 0,1 0 0,0 0 0,-1 0 0,1 0 0,0-1 0,0 1 0,-1-1 0,1 1 0,0-1 0,0 0 0,0 1 0,-1-1 0,3 0 0,0-1 0,0 0 0,-1 0 0,1 0 0,-1-1 0,1 1 0,-1-1 0,0 0 0,1 0 0,-1 0 0,0-1 0,0 1 0,-1-1 0,5-3 0,8-11 0,-1 0 0,-1 0 0,0-2 0,-1 1 0,-2-2 0,1 1 0,-2-2 0,-1 1 0,0-1 0,-2 0 0,0-1 0,4-32 0,-7 27 0,-1 0 0,-2-1 0,0 1 0,-2-1 0,-1 1 0,-1 0 0,-1 0 0,-1 0 0,-17-43 0,18 56 0,-18-39 0,22 50 0,-1 1 0,1-1 0,-1 1 0,1-1 0,-1 1 0,0 0 0,0 0 0,0-1 0,0 2 0,0-1 0,-1 0 0,1 0 0,0 1 0,-1-1 0,-3-1 0,5 3 0,0 0 0,0 0 0,0 0 0,0 0 0,0 0 0,0 0 0,0 0 0,0 0 0,0 1 0,0-1 0,0 0 0,0 1 0,1-1 0,-1 0 0,0 1 0,0-1 0,0 1 0,0 0 0,0-1 0,1 1 0,-1 0 0,0-1 0,1 1 0,-1 0 0,0 0 0,1 0 0,-1-1 0,1 1 0,-1 0 0,1 0 0,0 0 0,-1 0 0,1 0 0,0 0 0,-1 0 0,1 2 0,-7 39 0,7-40 0,-1 26 0,1 0 0,1 0 0,2-1 0,6 30 0,32 110 0,-24-104 0,-8-27-273,1 0 0,2 0 0,1-1 0,20 36 0,-18-46-6553</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8.677"/>
    </inkml:context>
    <inkml:brush xml:id="br0">
      <inkml:brushProperty name="width" value="0.05" units="cm"/>
      <inkml:brushProperty name="height" value="0.05" units="cm"/>
      <inkml:brushProperty name="color" value="#FFFFFF"/>
    </inkml:brush>
  </inkml:definitions>
  <inkml:trace contextRef="#ctx0" brushRef="#br0">78 153 24575,'1'-20'0,"-2"-33"0,1 50 0,0 1 0,0 0 0,0 0 0,-1-1 0,0 1 0,1 0 0,-1 0 0,0 0 0,0 0 0,0 0 0,0 0 0,0 0 0,0 0 0,-1 0 0,1 1 0,-1-1 0,1 0 0,-3-1 0,4 3 0,-1 0 0,0 0 0,1 0 0,-1-1 0,0 1 0,1 0 0,-1 0 0,0 0 0,1 0 0,-1 1 0,1-1 0,-1 0 0,0 0 0,1 0 0,-1 0 0,0 1 0,1-1 0,-1 0 0,1 1 0,-1-1 0,1 0 0,-1 1 0,1-1 0,-1 1 0,1-1 0,-1 1 0,1-1 0,-1 1 0,1-1 0,0 1 0,-1-1 0,1 1 0,0-1 0,0 1 0,-1 1 0,-11 25 0,11-24 0,-5 15 0,1-1 0,0 1 0,2 0 0,-3 33 0,5-39 0,1 1 0,0-1 0,1 1 0,0-1 0,1 1 0,1-1 0,7 24 0,-9-34 0,-1 0 0,1 1 0,0-1 0,0 0 0,0 1 0,1-1 0,-1 0 0,1 0 0,-1 0 0,1 0 0,-1 0 0,1-1 0,0 1 0,0 0 0,0-1 0,0 1 0,0-1 0,0 0 0,1 1 0,-1-1 0,0 0 0,1-1 0,-1 1 0,1 0 0,-1-1 0,0 1 0,1-1 0,-1 0 0,1 0 0,0 0 0,-1 0 0,1 0 0,-1 0 0,1-1 0,4-1 0,-1 0 0,0-1 0,0 0 0,0 0 0,0-1 0,0 1 0,-1-1 0,0-1 0,1 1 0,-2-1 0,1 0 0,0 0 0,5-8 0,-2-1 0,0 1 0,-1-1 0,0 0 0,-2-1 0,1 1 0,4-22 0,-8 26 0,0 1 0,0-1 0,-1 0 0,-1 0 0,1 1 0,-2-1 0,1 0 0,-1 0 0,-1 1 0,0-1 0,-4-13 0,5 20 17,-1 0-1,0-1 0,0 1 0,0 0 1,0 0-1,-1 0 0,1 0 0,-1 0 1,0 1-1,1-1 0,-1 1 0,0-1 1,-1 1-1,1 0 0,0 1 0,-1-1 1,1 0-1,-1 1 0,1 0 0,-6-1 1,0 0-231,0 0 1,0 1 0,0 1-1,0-1 1,0 1 0,-1 1-1,-10 2 1,-7 2-6613</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9.328"/>
    </inkml:context>
    <inkml:brush xml:id="br0">
      <inkml:brushProperty name="width" value="0.05" units="cm"/>
      <inkml:brushProperty name="height" value="0.05" units="cm"/>
      <inkml:brushProperty name="color" value="#FFFFFF"/>
    </inkml:brush>
  </inkml:definitions>
  <inkml:trace contextRef="#ctx0" brushRef="#br0">165 108 24575,'0'-7'0,"0"-4"0,0 1 0,-1-1 0,0 1 0,-4-17 0,5 26 0,0-1 0,-1 0 0,1 1 0,-1-1 0,1 1 0,-1-1 0,0 1 0,0-1 0,0 1 0,1 0 0,-2-1 0,1 1 0,0 0 0,0 0 0,0-1 0,0 1 0,-1 0 0,1 0 0,0 1 0,-1-1 0,1 0 0,-1 0 0,1 1 0,-1-1 0,0 1 0,1-1 0,-1 1 0,1 0 0,-1-1 0,0 1 0,1 0 0,-1 0 0,0 0 0,1 0 0,-1 1 0,-2-1 0,0 2 0,0-1 0,1 0 0,-1 1 0,0 0 0,1 0 0,0 0 0,-1 0 0,1 1 0,0-1 0,0 1 0,0 0 0,1 0 0,-1 0 0,1 0 0,-1 0 0,1 0 0,0 1 0,-3 7 0,3-6 0,-1 1 0,1 0 0,0-1 0,1 1 0,-1 0 0,1 0 0,0 1 0,1-1 0,0 0 0,0 0 0,1 10 0,0-11 0,0 0 0,1 0 0,0 0 0,0-1 0,0 1 0,0 0 0,1-1 0,-1 0 0,1 1 0,0-1 0,1 0 0,-1-1 0,1 1 0,0-1 0,0 1 0,0-1 0,0 0 0,0 0 0,1-1 0,-1 0 0,1 1 0,0-1 0,-1-1 0,9 3 0,-7-3 0,0 1 0,0-1 0,0-1 0,0 1 0,1-1 0,-1 0 0,0-1 0,0 1 0,1-1 0,-1 0 0,0-1 0,0 1 0,0-1 0,0-1 0,-1 1 0,1-1 0,-1 0 0,1 0 0,7-7 0,-6 4 0,-1 0 0,0 0 0,0-1 0,-1 0 0,0-1 0,6-10 0,-9 15 0,-1 0 0,1 0 0,-1-1 0,1 1 0,-1-1 0,0 1 0,0-1 0,-1 0 0,1 1 0,-1-1 0,1 0 0,-1 0 0,-1 1 0,1-1 0,0 0 0,-1 1 0,-1-6 0,2 9 0,0-1 0,0 1 0,0-1 0,0 1 0,0 0 0,0-1 0,0 1 0,-1-1 0,1 1 0,0 0 0,0-1 0,0 1 0,-1 0 0,1-1 0,0 1 0,0 0 0,-1-1 0,1 1 0,0 0 0,-1 0 0,1-1 0,0 1 0,-1 0 0,1 0 0,-1-1 0,1 1 0,0 0 0,-1 0 0,1 0 0,0 0 0,-1 0 0,1 0 0,-1 0 0,1 0 0,-1 0 0,1 0 0,0 0 0,-1 0 0,1 0 0,-1 0 0,1 0 0,0 0 0,-1 0 0,1 0 0,-1 1 0,1-1 0,0 0 0,-1 0 0,1 0 0,0 1 0,-1-1 0,1 0 0,0 1 0,-1-1 0,1 0 0,0 0 0,0 1 0,-1-1 0,1 1 0,0-1 0,0 1 0,-14 24 0,8-6 0,1 0 0,1 1 0,0 0 0,2-1 0,-1 24 0,6 100 0,-2-141 0,31 265 0,-20-187 0,-11-72 0,1 2 0,-1 0 0,0 0 0,0 0 0,-2 13 0,1-21 0,0 0 0,-1 0 0,1 0 0,0 0 0,-1 0 0,0-1 0,1 1 0,-1 0 0,0 0 0,0 0 0,0 0 0,0-1 0,0 1 0,0-1 0,-1 1 0,1-1 0,0 1 0,-1-1 0,1 0 0,-1 1 0,0-1 0,1 0 0,-1 0 0,0 0 0,0 0 0,0-1 0,-2 2 0,-2-1 0,0-1 0,0 1 0,0-1 0,0 0 0,0-1 0,0 1 0,0-1 0,0 0 0,0-1 0,0 0 0,1 1 0,-1-2 0,1 1 0,-1-1 0,1 0 0,0 0 0,0 0 0,-9-8 0,0-1 0,1 0 0,1-1 0,0 0 0,1 0 0,-12-20 0,12 17 0,1-1 0,2-1 0,-1 1 0,2-1 0,0-1 0,-4-20 0,9 31 0,0-1 0,1 0 0,0 0 0,0 0 0,1 0 0,0 0 0,0 1 0,1-1 0,1 0 0,-1 0 0,1 0 0,1 1 0,0-1 0,0 1 0,7-13 0,-7 16 29,1 0-1,0 0 1,0 0-1,1 1 0,-1 0 1,1 0-1,0 0 1,0 0-1,0 0 1,1 1-1,10-5 1,3 1-598,1 0 0,24-5 0,-24 8-6257</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9.560"/>
    </inkml:context>
    <inkml:brush xml:id="br0">
      <inkml:brushProperty name="width" value="0.05" units="cm"/>
      <inkml:brushProperty name="height" value="0.05" units="cm"/>
      <inkml:brushProperty name="color" value="#FFFFFF"/>
    </inkml:brush>
  </inkml:definitions>
  <inkml:trace contextRef="#ctx0" brushRef="#br0">0 16 24575,'0'-3'0,"0"-4"0,0 1 0,0 7 0,0 4 0,0 6 0,0 3 0,3 6 0,2 6 0,2 4 0,0 4 0,3 2 0,-2 1 0,2 1 0,-1-4 0,-2-7-8191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59.733"/>
    </inkml:context>
    <inkml:brush xml:id="br0">
      <inkml:brushProperty name="width" value="0.05" units="cm"/>
      <inkml:brushProperty name="height" value="0.05" units="cm"/>
      <inkml:brushProperty name="color" value="#FFFFFF"/>
    </inkml:brush>
  </inkml:definitions>
  <inkml:trace contextRef="#ctx0" brushRef="#br0">55 49 24575,'-3'-6'0,"-1"-6"0,-3-3 0,-3 4 0,0 6 0,2 8 0,2 7 0,2 7 0,2 1-8191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00.138"/>
    </inkml:context>
    <inkml:brush xml:id="br0">
      <inkml:brushProperty name="width" value="0.05" units="cm"/>
      <inkml:brushProperty name="height" value="0.05" units="cm"/>
      <inkml:brushProperty name="color" value="#FFFFFF"/>
    </inkml:brush>
  </inkml:definitions>
  <inkml:trace contextRef="#ctx0" brushRef="#br0">1 69 24575,'-1'-1'0,"1"-1"0,0 0 0,0 0 0,0 0 0,0 0 0,1 1 0,-1-1 0,0 0 0,1 0 0,-1 0 0,1 1 0,0-1 0,0 0 0,-1 1 0,1-1 0,0 1 0,0-1 0,1 1 0,-1-1 0,0 1 0,0-1 0,1 1 0,-1 0 0,1 0 0,-1 0 0,1 0 0,-1 0 0,1 0 0,0 0 0,-1 1 0,1-1 0,0 0 0,-1 1 0,1 0 0,0-1 0,3 1 0,-1 0 0,-1 0 0,1 0 0,0 1 0,-1 0 0,1-1 0,0 1 0,-1 1 0,1-1 0,-1 0 0,0 1 0,1 0 0,-1 0 0,0 0 0,0 0 0,0 0 0,0 0 0,3 5 0,4 6 0,-1 0 0,-1 1 0,0 0 0,-1 0 0,0 0 0,-1 1 0,-1 0 0,0 0 0,-1 1 0,-1-1 0,0 1 0,0 31 0,-3-46 0,0 0 0,1 1 0,-1-1 0,0 0 0,0 0 0,-1 0 0,1 0 0,0 0 0,0 1 0,-1-1 0,1 0 0,0 0 0,-1 0 0,1 0 0,-1 0 0,1 0 0,-1 0 0,0 0 0,1 0 0,-1 0 0,0-1 0,0 1 0,0 0 0,1 0 0,-1-1 0,0 1 0,0 0 0,-1 0 0,1-1 0,0 0 0,1 0 0,-1 0 0,1 0 0,-1 0 0,1 0 0,-1 0 0,1-1 0,-1 1 0,1 0 0,-1 0 0,1 0 0,-1-1 0,1 1 0,-1 0 0,1 0 0,0-1 0,-1 1 0,1 0 0,-1-1 0,1 1 0,-1-1 0,0-1 0,0 1 0,0-1 0,0 1 0,1-1 0,-1 0 0,0 1 0,1-1 0,-1 0 0,0-3 0,-1-10 0,1 0 0,0 1 0,1-1 0,1 0 0,0 0 0,1 0 0,5-20 0,-5 26 0,0 0 0,1 0 0,0 0 0,1 1 0,0-1 0,0 1 0,1 0 0,0 0 0,1 1 0,-1 0 0,1-1 0,14-11 0,-18 17 0,0 0 0,0 1 0,0-1 0,1 1 0,-1 0 0,1-1 0,-1 1 0,0 0 0,1 0 0,0 0 0,-1 1 0,1-1 0,0 1 0,-1-1 0,1 1 0,0 0 0,-1 0 0,1 0 0,0 0 0,-1 1 0,1-1 0,0 1 0,-1 0 0,1-1 0,0 1 0,-1 0 0,0 1 0,1-1 0,-1 0 0,0 1 0,1-1 0,-1 1 0,0 0 0,3 3 0,2 2 0,-1 1 0,-1-1 0,0 1 0,0 0 0,0 1 0,-1-1 0,0 1 0,5 17 0,-5-8-124,0 0 0,-2 0 0,0 1 0,-1-1 0,0 0 0,-2 1-1,0-1 1,-1 0 0,-1 1 0,-5 18 0,-7 15-6702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07.454"/>
    </inkml:context>
    <inkml:brush xml:id="br0">
      <inkml:brushProperty name="width" value="0.05" units="cm"/>
      <inkml:brushProperty name="height" value="0.05" units="cm"/>
      <inkml:brushProperty name="color" value="#FFFFFF"/>
    </inkml:brush>
  </inkml:definitions>
  <inkml:trace contextRef="#ctx0" brushRef="#br0">0 2 24575,'20'-1'0,"-12"1"0,0-1 0,0 1 0,0 1 0,0 0 0,8 1 0,-14-1 0,0-1 0,0 1 0,-1 0 0,1 0 0,0 0 0,0-1 0,-1 2 0,1-1 0,0 0 0,-1 0 0,1 0 0,-1 1 0,0-1 0,1 1 0,-1-1 0,0 1 0,0 0 0,0-1 0,0 1 0,0 0 0,0 0 0,-1-1 0,1 1 0,-1 0 0,1 3 0,8 58 0,-2 1 0,-4 105 0,-14-35-1365,8-102-5461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07.905"/>
    </inkml:context>
    <inkml:brush xml:id="br0">
      <inkml:brushProperty name="width" value="0.05" units="cm"/>
      <inkml:brushProperty name="height" value="0.05" units="cm"/>
      <inkml:brushProperty name="color" value="#FFFFFF"/>
    </inkml:brush>
  </inkml:definitions>
  <inkml:trace contextRef="#ctx0" brushRef="#br0">532 51 24575,'-18'-9'0,"-1"1"0,0 1 0,-1 0 0,0 2 0,0 0 0,0 2 0,0 0 0,-1 1 0,-21 0 0,31 4 0,1-1 0,1 1 0,-1 0 0,0 1 0,0 0 0,1 1 0,0 0 0,-1 1 0,-13 8 0,11-4 0,0 0 0,1 1 0,0 0 0,1 0 0,0 1 0,-9 14 0,4-3 0,2 1 0,0 0 0,1 1 0,1 0 0,2 1 0,0 0 0,-4 27 0,5-20 0,3 0 0,1 1 0,1-1 0,1 1 0,3 0 0,0-1 0,2 1 0,11 50 0,-10-67 0,0 0 0,1-1 0,1 1 0,1-1 0,0-1 0,1 1 0,0-1 0,1-1 0,1 0 0,0 0 0,0 0 0,2-2 0,-1 1 0,2-1 0,-1-1 0,1-1 0,1 1 0,0-2 0,15 7 0,-8-6 0,1-1 0,0-1 0,0-1 0,1-1 0,0-2 0,0 0 0,0-1 0,0-1 0,0-1 0,0-1 0,0-1 0,0-1 0,0-1 0,-1-2 0,1 0 0,39-17 0,-39 13 0,0 0 0,-1-2 0,-1-1 0,0 0 0,0-2 0,-2 0 0,0-2 0,-1 0 0,0 0 0,-1-2 0,-2 0 0,0-1 0,0-1 0,-2 0 0,15-34 0,-20 36 0,0-1 0,-2 0 0,0 0 0,-2-1 0,0 0 0,-1 0 0,-1 0 0,-1-23 0,-2 31 0,0 1 0,0-1 0,-2 0 0,1 1 0,-2 0 0,1-1 0,-2 1 0,0 0 0,0 1 0,-1-1 0,0 1 0,-1 1 0,0-1 0,-14-15 0,8 15 25,0 0-1,0 0 0,-1 1 1,0 1-1,0 0 1,-1 1-1,-1 0 0,1 1 1,-1 1-1,0 1 0,-1 0 1,1 1-1,-34-3 1,9 3-367,0 2 1,0 3 0,0 0-1,-64 12 1,-10 10-6485</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50.660"/>
    </inkml:context>
    <inkml:brush xml:id="br0">
      <inkml:brushProperty name="width" value="0.05" units="cm"/>
      <inkml:brushProperty name="height" value="0.05" units="cm"/>
      <inkml:brushProperty name="color" value="#FFFFFF"/>
    </inkml:brush>
  </inkml:definitions>
  <inkml:trace contextRef="#ctx0" brushRef="#br0">28 54 24575,'0'-3'0,"-3"-5"0,-1-3 0,-3 0 0,0-2 0,1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50.495"/>
    </inkml:context>
    <inkml:brush xml:id="br0">
      <inkml:brushProperty name="width" value="0.05" units="cm"/>
      <inkml:brushProperty name="height" value="0.05" units="cm"/>
      <inkml:brushProperty name="color" value="#FFFFFF"/>
    </inkml:brush>
  </inkml:definitions>
  <inkml:trace contextRef="#ctx0" brushRef="#br0">81 1 24575,'-3'9'0,"-4"13"0,-8 8 0,0 9 0,-1 4 0,2 1 0,6-1 0,5-5 0,9-5 0,10-6 0,8-7 0,6-7 0,5-9 0,5-8 0,3-6 0,-1-9 0,-1-3 0,-7 2-8191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51.216"/>
    </inkml:context>
    <inkml:brush xml:id="br0">
      <inkml:brushProperty name="width" value="0.05" units="cm"/>
      <inkml:brushProperty name="height" value="0.05" units="cm"/>
      <inkml:brushProperty name="color" value="#FFFFFF"/>
    </inkml:brush>
  </inkml:definitions>
  <inkml:trace contextRef="#ctx0" brushRef="#br0">0 0 24575,'1'6'0,"-1"-1"0,1 0 0,0 0 0,0 0 0,0 1 0,1-1 0,0 0 0,0-1 0,5 10 0,32 40 0,-6-7 0,-23-31 0,-2 1 0,0 0 0,-1 1 0,8 28 0,-12-35 0,-1-1 0,0 1 0,-1-1 0,0 1 0,0 0 0,-2 0 0,1-1 0,-1 1 0,-4 15 0,-6-3 0,6-19 0,5-16 0,9-16 0,1 0 0,1 1 0,1 0 0,2 1 0,16-25 0,-7 11 0,-16 28 0,5-11 0,1 2 0,26-33 0,-39 53 0,1 0 0,-1 1 0,1-1 0,0 0 0,-1 0 0,1 1 0,0-1 0,0 1 0,0-1 0,-1 1 0,1-1 0,0 1 0,0-1 0,0 1 0,0 0 0,1-1 0,-1 1 0,-1 0 0,1 0 0,-1 0 0,0 1 0,1-1 0,-1 0 0,1 0 0,-1 0 0,0 1 0,1-1 0,-1 0 0,0 0 0,1 1 0,-1-1 0,0 0 0,0 1 0,1-1 0,-1 0 0,0 1 0,0-1 0,1 0 0,-1 1 0,0-1 0,0 1 0,0 0 0,5 35 0,-5-28 0,6 66 216,4 103-1797,-10-160-5245</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51.481"/>
    </inkml:context>
    <inkml:brush xml:id="br0">
      <inkml:brushProperty name="width" value="0.05" units="cm"/>
      <inkml:brushProperty name="height" value="0.05" units="cm"/>
      <inkml:brushProperty name="color" value="#FFFFFF"/>
    </inkml:brush>
  </inkml:definitions>
  <inkml:trace contextRef="#ctx0" brushRef="#br0">1 38 24575,'0'-6'0,"0"5"0,0-1 0,-1 0 0,1 0 0,0 1 0,0-1 0,1 0 0,-1 1 0,0-1 0,0 0 0,1 1 0,-1-1 0,1 0 0,0 1 0,-1-1 0,1 1 0,0-1 0,2-2 0,-3 4 0,0 0 0,1 0 0,-1 0 0,0 0 0,0 0 0,1 0 0,-1 0 0,0 0 0,0 0 0,1 1 0,-1-1 0,0 0 0,1 0 0,-1 0 0,0 0 0,0 0 0,0 1 0,1-1 0,-1 0 0,0 0 0,0 0 0,1 1 0,-1-1 0,0 0 0,0 0 0,0 0 0,0 1 0,0-1 0,1 0 0,-1 1 0,0-1 0,0 0 0,0 0 0,0 1 0,0-1 0,0 1 0,5 13 0,-5-13 0,6 24 0,0 1 0,2 49 0,-3-23 0,3 72 0,-4-50 0,-4-71-124,0 0 0,0 0 0,1 0 0,-1 0 0,1-1 0,0 1-1,0 0 1,0 0 0,0-1 0,2 4 0,5 3-6702</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6:51.976"/>
    </inkml:context>
    <inkml:brush xml:id="br0">
      <inkml:brushProperty name="width" value="0.05" units="cm"/>
      <inkml:brushProperty name="height" value="0.05" units="cm"/>
      <inkml:brushProperty name="color" value="#FFFFFF"/>
    </inkml:brush>
  </inkml:definitions>
  <inkml:trace contextRef="#ctx0" brushRef="#br0">5 37 24575,'-3'0'0,"2"0"0,4 0 0,5-3 0,7-1 0,7-3 0,7 0 0,3 1 0,4 1 0,1 2 0,-5 1-8191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3.662"/>
    </inkml:context>
    <inkml:brush xml:id="br0">
      <inkml:brushProperty name="width" value="0.05" units="cm"/>
      <inkml:brushProperty name="height" value="0.05" units="cm"/>
      <inkml:brushProperty name="color" value="#FFFFFF"/>
    </inkml:brush>
  </inkml:definitions>
  <inkml:trace contextRef="#ctx0" brushRef="#br0">56 1 24575,'-7'33'0,"0"-3"0,-22 338 0,21-250 0,4-53-1365,3-41-5461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3.888"/>
    </inkml:context>
    <inkml:brush xml:id="br0">
      <inkml:brushProperty name="width" value="0.05" units="cm"/>
      <inkml:brushProperty name="height" value="0.05" units="cm"/>
      <inkml:brushProperty name="color" value="#FFFFFF"/>
    </inkml:brush>
  </inkml:definitions>
  <inkml:trace contextRef="#ctx0" brushRef="#br0">70 506 24575,'-32'-190'0,"18"95"0,13 85 0,-20-150 0,20 156 0,1 1 0,0 0 0,0 0 0,0-1 0,0 1 0,1 0 0,0-1 0,-1 1 0,1 0 0,0 0 0,3-6 0,-4 9 0,1-1 0,-1 1 0,0-1 0,1 1 0,-1 0 0,1-1 0,-1 1 0,0 0 0,1-1 0,-1 1 0,1 0 0,-1-1 0,1 1 0,-1 0 0,1 0 0,-1 0 0,1 0 0,-1-1 0,1 1 0,-1 0 0,1 0 0,0 0 0,-1 0 0,1 0 0,0 1 0,1-1 0,0 1 0,-1 0 0,1-1 0,0 1 0,-1 0 0,1 0 0,-1 0 0,1 1 0,-1-1 0,1 0 0,1 3 0,22 26 0,-2 2 0,-1 0 0,20 42 0,-39-70 0,3 7 0,0 1 0,0 0 0,-1 1 0,0-1 0,4 22 0,-8-29 0,0 1 0,-1 0 0,1-1 0,-1 1 0,0-1 0,-1 1 0,1-1 0,-1 1 0,0-1 0,-1 1 0,1-1 0,-1 0 0,0 1 0,-1-1 0,-5 9 0,1-4-341,-1 0 0,0-1-1,-15 13 1,-1-2-6485</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4.230"/>
    </inkml:context>
    <inkml:brush xml:id="br0">
      <inkml:brushProperty name="width" value="0.05" units="cm"/>
      <inkml:brushProperty name="height" value="0.05" units="cm"/>
      <inkml:brushProperty name="color" value="#FFFFFF"/>
    </inkml:brush>
  </inkml:definitions>
  <inkml:trace contextRef="#ctx0" brushRef="#br0">2 65 24575,'0'0'0,"-1"-1"0,1 1 0,0 0 0,0-1 0,0 1 0,0-1 0,0 1 0,0-1 0,0 1 0,0-1 0,0 1 0,0-1 0,0 1 0,1-1 0,-1 1 0,0-1 0,0 1 0,0-1 0,0 1 0,1 0 0,-1-1 0,0 1 0,1-1 0,-1 1 0,7 9 0,7 29 0,-13-33 0,10 26 0,-3-4 0,14 28 0,-22-55 0,0 0 0,0 0 0,0 1 0,0-1 0,0 0 0,0 0 0,0 0 0,1 0 0,-1 0 0,0 1 0,0-1 0,0 0 0,0 0 0,0 0 0,0 0 0,0 0 0,0 0 0,0 0 0,1 0 0,-1 1 0,0-1 0,0 0 0,0 0 0,0 0 0,0 0 0,0 0 0,1 0 0,-1 0 0,0 0 0,0 0 0,0 0 0,0 0 0,0 0 0,1 0 0,-1 0 0,0 0 0,0 0 0,0 0 0,0 0 0,0 0 0,1 0 0,-1 0 0,0 0 0,5-8 0,3-20 0,-6 17 0,-1 10 0,29-86 0,-26 79 0,-1 0 0,1 1 0,0 0 0,1 0 0,0 0 0,0 0 0,0 1 0,12-11 0,-2 8-1365,0 5-5461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4.805"/>
    </inkml:context>
    <inkml:brush xml:id="br0">
      <inkml:brushProperty name="width" value="0.05" units="cm"/>
      <inkml:brushProperty name="height" value="0.05" units="cm"/>
      <inkml:brushProperty name="color" value="#FFFFFF"/>
    </inkml:brush>
  </inkml:definitions>
  <inkml:trace contextRef="#ctx0" brushRef="#br0">90 34 24575,'-23'35'0,"0"4"0,17-29 0,0-1 0,0 1 0,1 1 0,0-1 0,1 1 0,-6 21 0,9-31 0,1 0 0,0 0 0,0 0 0,0 0 0,0 0 0,0 0 0,0 0 0,0 0 0,0 0 0,0 0 0,0 0 0,0 0 0,0 0 0,1-1 0,-1 1 0,0 0 0,1 0 0,-1 0 0,1 0 0,-1 0 0,1 0 0,-1-1 0,1 1 0,0 0 0,-1 0 0,1-1 0,0 1 0,0-1 0,-1 1 0,1 0 0,0-1 0,0 0 0,0 1 0,0-1 0,0 1 0,0-1 0,-1 0 0,1 0 0,0 1 0,0-1 0,0 0 0,0 0 0,0 0 0,0 0 0,0 0 0,0 0 0,0-1 0,0 1 0,2-1 0,5 0 0,-1-1 0,1 0 0,-1 0 0,14-7 0,-7 2 0,0 0 0,0-1 0,-1-1 0,0 0 0,-1-1 0,0 0 0,0-1 0,18-23 0,-29 32 0,1 1 0,-1-1 0,0 0 0,0 1 0,0-1 0,0 0 0,0 0 0,0 0 0,-1 0 0,1 0 0,-1 0 0,1 0 0,-1 0 0,0 0 0,1 0 0,-1 0 0,0 0 0,-1-1 0,1 1 0,0 0 0,-1 0 0,1 0 0,-1 0 0,1 0 0,-1 0 0,-2-3 0,2 3 0,-1 0 0,1 1 0,-1-1 0,0 1 0,1-1 0,-1 1 0,0 0 0,0 0 0,0 0 0,0 0 0,0 0 0,0 0 0,-1 1 0,1-1 0,0 0 0,0 1 0,0 0 0,-1 0 0,1-1 0,0 1 0,-1 1 0,1-1 0,0 0 0,-3 1 0,-11 5 0,16-6 0,0 0 0,0 0 0,0 1 0,0-1 0,1 0 0,-1 0 0,0 0 0,0 1 0,0-1 0,0 0 0,0 0 0,0 0 0,0 1 0,0-1 0,1 0 0,-1 0 0,0 0 0,0 1 0,0-1 0,0 0 0,1 0 0,-1 0 0,0 0 0,0 0 0,0 1 0,1-1 0,-1 0 0,0 0 0,0 0 0,1 0 0,-1 0 0,0 0 0,0 0 0,1 0 0,31 6 0,-13-7 0,1-1 0,0-1 0,-1-1 0,0-1 0,21-8 0,30-6 0,-67 18 0,-1 0 0,0 1 0,0-1 0,1 1 0,-1 0 0,0 0 0,0 0 0,1 0 0,-1 0 0,0 0 0,1 0 0,-1 1 0,0 0 0,0-1 0,0 1 0,1 0 0,1 1 0,-2 0 0,-1-1 0,1 1 0,-1 0 0,0-1 0,1 1 0,-1 0 0,0 0 0,0 0 0,0 0 0,0 0 0,0 1 0,-1-1 0,1 0 0,-1 0 0,0 0 0,1 1 0,-1-1 0,0 3 0,0 212 0,-3-102 0,2-102 0,2-3 0,-1-1 0,0 0 0,-1 1 0,0-1 0,0 0 0,-1 0 0,0 0 0,-6 16 0,7-24 12,1 0 0,-1 0 0,0 0-1,1 0 1,-1 0 0,0 0 0,0-1-1,1 1 1,-1 0 0,0 0 0,0-1-1,0 1 1,0 0 0,0-1 0,0 1 0,0-1-1,-1 1 1,1-1 0,0 0 0,0 1-1,0-1 1,0 0 0,0 0 0,-1 0-1,1 0 1,0 0 0,0 0 0,-2 0 0,-1-1-256,0 0 0,0-1 0,0 1 0,0-1 1,0 1-1,-5-4 0,-10-7-6582</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4.964"/>
    </inkml:context>
    <inkml:brush xml:id="br0">
      <inkml:brushProperty name="width" value="0.05" units="cm"/>
      <inkml:brushProperty name="height" value="0.05" units="cm"/>
      <inkml:brushProperty name="color" value="#FFFFFF"/>
    </inkml:brush>
  </inkml:definitions>
  <inkml:trace contextRef="#ctx0" brushRef="#br0">0 17 24575,'3'0'0,"1"-3"0,3-1 0,4 0 0,2 1 0,0 1-8191</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5.366"/>
    </inkml:context>
    <inkml:brush xml:id="br0">
      <inkml:brushProperty name="width" value="0.05" units="cm"/>
      <inkml:brushProperty name="height" value="0.05" units="cm"/>
      <inkml:brushProperty name="color" value="#FFFFFF"/>
    </inkml:brush>
  </inkml:definitions>
  <inkml:trace contextRef="#ctx0" brushRef="#br0">124 87 24575,'-6'6'0,"4"-5"0,0 1 0,1 0 0,-1-1 0,1 1 0,-1 0 0,1 0 0,-1 0 0,-1 4 0,3-5 0,0 0 0,0 0 0,0 0 0,0 0 0,0 0 0,0 0 0,0 0 0,0 0 0,0 0 0,1 0 0,-1 0 0,0-1 0,1 1 0,-1 0 0,1 0 0,-1 0 0,1 0 0,-1 0 0,1 0 0,-1-1 0,1 1 0,0 0 0,0-1 0,-1 1 0,3 1 0,1 1 0,1 1 0,1-1 0,-1 0 0,0-1 0,1 1 0,-1-1 0,1 0 0,0-1 0,0 1 0,0-1 0,0 0 0,0-1 0,0 1 0,11-2 0,-12 2 0,-1-2 0,1 1 0,0 0 0,0-1 0,-1 0 0,1 0 0,-1-1 0,1 1 0,-1-1 0,1 0 0,-1 0 0,0 0 0,0-1 0,0 0 0,0 1 0,0-1 0,-1 0 0,1-1 0,2-3 0,-4 4 0,-1 1 0,1-1 0,-1 1 0,0-1 0,1 1 0,-1-1 0,-1 0 0,1 0 0,0 1 0,-1-1 0,1 0 0,-1 0 0,0 0 0,0 0 0,0 0 0,0 0 0,-1 1 0,1-1 0,-1 0 0,0 0 0,0 0 0,0 1 0,0-1 0,0 0 0,0 1 0,-1-1 0,1 1 0,-1 0 0,0-1 0,1 1 0,-1 0 0,-4-3 0,2 1 0,-1 1 0,1-1 0,-1 1 0,0 0 0,0 0 0,0 1 0,-1-1 0,1 1 0,-1 0 0,1 1 0,-1-1 0,0 1 0,1 0 0,-1 1 0,-8-1 0,4 3 0,0 0 0,1 0 0,-1 1 0,1 0 0,0 0 0,-1 1 0,2 1 0,-1-1 0,0 2 0,1-1 0,0 1 0,0 0 0,1 1 0,0-1 0,0 1 0,0 1 0,-6 9 0,9-11 0,0 0 0,0 0 0,0 1 0,1 0 0,0 0 0,0 0 0,1 0 0,-1 0 0,2 1 0,-2 9 0,2-12 0,1 0 0,0 0 0,1 0 0,-1 0 0,1 0 0,0 0 0,0 0 0,0 0 0,1 0 0,0-1 0,0 1 0,0 0 0,0-1 0,1 0 0,0 0 0,5 7 0,-3-6-114,0-1 1,1 1-1,-1-1 0,1 0 0,0 0 1,1-1-1,-1 0 0,1 0 0,-1 0 1,1-1-1,10 3 0,16 3-6712</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5.820"/>
    </inkml:context>
    <inkml:brush xml:id="br0">
      <inkml:brushProperty name="width" value="0.05" units="cm"/>
      <inkml:brushProperty name="height" value="0.05" units="cm"/>
      <inkml:brushProperty name="color" value="#FFFFFF"/>
    </inkml:brush>
  </inkml:definitions>
  <inkml:trace contextRef="#ctx0" brushRef="#br0">219 481 24575,'0'-2'0,"-1"0"0,1-1 0,0 1 0,-1-1 0,1 1 0,-1 0 0,0 0 0,0-1 0,0 1 0,0 0 0,0 0 0,0 0 0,0 0 0,-1 0 0,1 0 0,-1 0 0,0 1 0,1-1 0,-1 0 0,0 1 0,0-1 0,0 1 0,0 0 0,0 0 0,0 0 0,-1 0 0,1 0 0,0 0 0,0 0 0,-1 1 0,1-1 0,-1 1 0,1 0 0,0 0 0,-4 0 0,0-1 0,0 1 0,-1 0 0,1 1 0,0-1 0,0 1 0,-1 1 0,1-1 0,0 1 0,0 0 0,0 0 0,0 1 0,-8 4 0,7-2 0,1 1 0,0-1 0,0 1 0,0 0 0,0 1 0,1-1 0,0 1 0,1 0 0,-1 0 0,-3 11 0,6-16 0,1 1 0,0 0 0,0 0 0,0-1 0,1 1 0,-1 0 0,1 0 0,-1 0 0,1-1 0,0 1 0,0 0 0,0 0 0,1 0 0,-1 0 0,1 0 0,-1-1 0,1 1 0,0 0 0,0 0 0,0-1 0,1 1 0,-1-1 0,1 1 0,-1-1 0,1 1 0,0-1 0,0 0 0,0 0 0,0 0 0,0 0 0,0 0 0,0-1 0,3 3 0,4 0 0,-1 0 0,0 0 0,1-1 0,-1 0 0,1 0 0,0-1 0,0 0 0,0 0 0,0-1 0,1-1 0,-1 1 0,0-1 0,0-1 0,0 0 0,0 0 0,0-1 0,14-4 0,-11 2 0,1-1 0,-1 0 0,-1 0 0,1-1 0,-1-1 0,0 0 0,0 0 0,-1-1 0,0 0 0,-1-1 0,18-20 0,-13 9 0,0-2 0,-2 1 0,0-2 0,-1 1 0,-1-1 0,-2-1 0,12-48 0,-12 30 0,-2 0 0,-1 0 0,-3-81 0,-2 117 0,-1-1 0,1 1 0,-1 1 0,-1-1 0,-2-10 0,3 16 0,1-1 0,0 0 0,0 1 0,-1-1 0,1 0 0,0 1 0,-1-1 0,1 1 0,-1-1 0,1 1 0,-1-1 0,1 1 0,-1-1 0,1 1 0,-1 0 0,1-1 0,-1 1 0,1-1 0,-1 1 0,0 0 0,1 0 0,-2-1 0,1 1 0,0 1 0,0-1 0,0 0 0,0 1 0,0-1 0,0 0 0,0 1 0,0-1 0,0 1 0,0 0 0,0-1 0,0 1 0,0 0 0,0-1 0,0 1 0,1 0 0,-1 0 0,0 0 0,0 1 0,-6 8 0,1 0 0,0 1 0,0 0 0,1 0 0,0 0 0,1 1 0,-4 19 0,-12 88 0,14-60 171,1 70 0,5-106-415,2-1 0,0 0 0,1 0 0,2 0 1,0 0-1,12 30 0,-8-32-6582</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5.975"/>
    </inkml:context>
    <inkml:brush xml:id="br0">
      <inkml:brushProperty name="width" value="0.05" units="cm"/>
      <inkml:brushProperty name="height" value="0.05" units="cm"/>
      <inkml:brushProperty name="color" value="#FFFFFF"/>
    </inkml:brush>
  </inkml:definitions>
  <inkml:trace contextRef="#ctx0" brushRef="#br0">32 147 24575,'-3'-3'0,"-1"-4"0,-3-4 0,0-4 0,1-1 0,1-2 0,5 2 0,6 1 0,4 3 0,7 4 0,7 3 0,6-1 0,3 0 0,3 2 0,2 2 0,-7 0-8191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6.468"/>
    </inkml:context>
    <inkml:brush xml:id="br0">
      <inkml:brushProperty name="width" value="0.05" units="cm"/>
      <inkml:brushProperty name="height" value="0.05" units="cm"/>
      <inkml:brushProperty name="color" value="#FFFFFF"/>
    </inkml:brush>
  </inkml:definitions>
  <inkml:trace contextRef="#ctx0" brushRef="#br0">160 55 24575,'-7'-20'0,"7"18"0,-1-1 0,1 1 0,-1-1 0,0 1 0,0-1 0,0 1 0,0 0 0,0 0 0,0 0 0,-1-1 0,1 1 0,-1 0 0,-2-2 0,4 4 0,-1 0 0,1-1 0,0 1 0,0 0 0,0 0 0,-1 0 0,1 0 0,0 0 0,0 0 0,-1 0 0,1 0 0,0 0 0,0 0 0,0 1 0,-1-1 0,1 0 0,0 0 0,0 0 0,0 0 0,-1 0 0,1 0 0,0 0 0,0 0 0,0 1 0,0-1 0,-1 0 0,1 0 0,0 0 0,0 0 0,0 0 0,0 1 0,0-1 0,0 0 0,-1 0 0,1 0 0,0 1 0,0-1 0,0 0 0,0 0 0,0 0 0,0 1 0,-3 11 0,-2 37 0,2 1 0,5 59 0,-1-29 0,-19 403 342,7-386-911,-4-1 0,-54 186 0,62-260-6257</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6.715"/>
    </inkml:context>
    <inkml:brush xml:id="br0">
      <inkml:brushProperty name="width" value="0.05" units="cm"/>
      <inkml:brushProperty name="height" value="0.05" units="cm"/>
      <inkml:brushProperty name="color" value="#FFFFFF"/>
    </inkml:brush>
  </inkml:definitions>
  <inkml:trace contextRef="#ctx0" brushRef="#br0">1 0 24575,'1415'23'-2946,"-959"-5"2289,438 15-17,-876-33 710,2 1 241,1-1-1,25-3 0,-45 3-228,0 0 0,0 0 0,0 0 0,0 0-1,0 0 1,-1-1 0,1 1 0,0 0-1,0 0 1,0-1 0,0 1 0,0 0 0,-1-1-1,1 1 1,0-1 0,0 1 0,-1-1-1,1 1 1,0-1 0,-1 1 0,1-1 0,-1 0-1,1 1 1,0-1 0,0-1 0,-2 1-57,1 0 0,0 0 0,-1 0 0,1 0 1,-1 1-1,0-1 0,1 0 0,-1 0 0,0 0 0,1 1 0,-1-1 1,0 0-1,0 1 0,0-1 0,1 1 0,-1-1 0,0 1 0,0-1 1,-2 0-1,-18-9-5836</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7:17.351"/>
    </inkml:context>
    <inkml:brush xml:id="br0">
      <inkml:brushProperty name="width" value="0.05" units="cm"/>
      <inkml:brushProperty name="height" value="0.05" units="cm"/>
      <inkml:brushProperty name="color" value="#FFFFFF"/>
    </inkml:brush>
  </inkml:definitions>
  <inkml:trace contextRef="#ctx0" brushRef="#br0">240 125 24575,'-192'-30'0,"149"25"0,39 3 0,15 2 0,24-1 0,14 1-8,1672-20-3575,-657-29 2714,-1022 47 969,-8 1 394,0-1 1,48-11 0,-94 16-251,-1 1 1,2 0-1,-1 0 1,0 1-1,1 1 1,-18 11-1,24-13-171,-1 0 0,1 0 0,0 0 0,1 1-1,-1-1 1,1 1 0,0 0 0,0 1 0,1-1-1,-1 1 1,1 0 0,0-1 0,1 1 0,-1 0-1,0 7 1,-1 5-73,1 1 0,2-1 0,0 1 0,1 20 0,11 77 0,0-9 0,-10 92 0,7 86 0,-5-264 0,1 1 0,0 0 0,14 39 0,-17-60 0,-1-1 0,0 1 0,0-1 0,1 1 0,-1 0 0,0-1 0,0 1 0,0 0 0,0-1 0,0 1 0,0 0 0,0-1 0,0 1 0,0 0 0,0-1 0,0 1 0,0 0 0,0-1 0,-1 1 0,1-1 0,0 1 0,0 0 0,-1-1 0,1 1 0,-1-1 0,1 1 0,0-1 0,-1 1 0,1-1 0,-1 1 0,1-1 0,-1 1 0,1-1 0,-1 1 0,1-1 0,-2 1 0,-26 6 0,15-5 0,-21 5-1365,-1 0-5461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0.552"/>
    </inkml:context>
    <inkml:brush xml:id="br0">
      <inkml:brushProperty name="width" value="0.05" units="cm"/>
      <inkml:brushProperty name="height" value="0.05" units="cm"/>
      <inkml:brushProperty name="color" value="#FFFFFF"/>
    </inkml:brush>
  </inkml:definitions>
  <inkml:trace contextRef="#ctx0" brushRef="#br0">1 2387 24575,'1'-3'0,"0"-1"0,0 1 0,1 0 0,-1 0 0,1 0 0,0 0 0,0 0 0,0 1 0,0-1 0,1 0 0,-1 1 0,4-3 0,3-5 0,26-33 0,-1-1 0,-3-2 0,-1-1 0,-3-2 0,-2 0 0,34-96 0,-21 29-95,-6-2 1,-4 0-1,16-161 0,-28 96-95,-12-281 1,-7 394 189,-3-1 0,-16-71 0,17 118 0,-1 1 0,-1 0 0,-1 1 0,0 0 0,-2 0 0,-1 0 0,-1 2 0,0-1 0,-29-33 0,32 44 42,-2 0 0,1 1 0,-1 0 0,-1 1 1,0 0-1,0 1 0,0 0 0,-20-7 0,23 11-13,0-1 0,0 1 1,-1 1-1,1 0 0,-1 0 0,0 1 0,0 0 0,1 1 1,-1 0-1,0 1 0,0 0 0,-16 4 0,25-5-9,0 0 0,0 0 0,0 1 1,0-1-1,0 0 0,0 1 0,0-1 0,0 1 0,1-1 0,-1 1 0,0 0 0,0-1 0,1 1 0,-1 0 0,0-1 0,0 2 1,1-1-80,0-1 0,0 1 0,-1-1 0,1 1 0,0-1 0,0 1 1,0-1-1,0 1 0,0-1 0,0 1 0,0-1 0,1 1 1,-1-1-1,0 1 0,0-1 0,0 1 0,0-1 0,1 1 0,-1-1 1,0 1-1,1-1 0,-1 1 0,0-1 0,1 0 0,-1 1 0,0-1 1,1 1-1,0-1 0,8 8-6767</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1.656"/>
    </inkml:context>
    <inkml:brush xml:id="br0">
      <inkml:brushProperty name="width" value="0.05" units="cm"/>
      <inkml:brushProperty name="height" value="0.05" units="cm"/>
      <inkml:brushProperty name="color" value="#FFFFFF"/>
    </inkml:brush>
  </inkml:definitions>
  <inkml:trace contextRef="#ctx0" brushRef="#br0">150 162 24575,'1'-2'0,"0"-1"0,0 1 0,0 0 0,1-1 0,-1 1 0,1 0 0,0 0 0,0 0 0,-1 0 0,1 0 0,3-1 0,2-4 0,8-10 0,-1 0 0,1 1 0,0 1 0,25-20 0,-35 32 0,-1 0 0,1 0 0,0 0 0,0 1 0,0-1 0,0 1 0,1 0 0,-1 1 0,0-1 0,1 1 0,-1 0 0,1 0 0,0 1 0,-1 0 0,1 0 0,-1 0 0,1 1 0,8 1 0,-9 0 0,0-1 0,-1 1 0,1 0 0,-1 1 0,1-1 0,-1 1 0,0 0 0,0 0 0,0 0 0,-1 1 0,1-1 0,-1 1 0,0 0 0,1 0 0,-2 0 0,1 0 0,0 0 0,-1 1 0,0-1 0,0 1 0,0 0 0,-1 0 0,2 5 0,-2-4 0,0-1 0,0 1 0,-1 0 0,1 0 0,-1-1 0,0 1 0,-1 0 0,1 0 0,-1 0 0,0-1 0,-1 1 0,1 0 0,-1-1 0,0 0 0,-1 1 0,1-1 0,-1 0 0,0 0 0,-6 7 0,2-5 0,-1 0 0,0-1 0,0 1 0,-1-2 0,0 1 0,0-1 0,0 0 0,0-1 0,-1 0 0,-12 3 0,4-2 0,0-1 0,0-1 0,0 0 0,-35 0 0,50-3 0,1 0 0,0 0 0,-1 0 0,1 0 0,0-1 0,-1 1 0,1-1 0,-1 1 0,1-1 0,0 0 0,0 0 0,0 0 0,-1 0 0,1 0 0,0-1 0,0 1 0,1-1 0,-1 1 0,0-1 0,0 1 0,1-1 0,-1 0 0,1 0 0,-1 0 0,1 0 0,0 0 0,0 0 0,0-1 0,-1-1 0,1 0 0,1 1 0,0-1 0,-1 1 0,1-1 0,0 0 0,1 1 0,-1-1 0,0 1 0,1-1 0,0 1 0,0-1 0,0 1 0,0 0 0,1 0 0,-1-1 0,1 1 0,0 0 0,0 0 0,3-4 0,4-3 0,1 0 0,0 0 0,1 1 0,0 0 0,0 1 0,1 0 0,0 1 0,0 0 0,1 1 0,-1 1 0,1 0 0,21-5 0,-31 9 0,0 0 0,0 1 0,0 0 0,0 0 0,1 0 0,-1 0 0,0 0 0,0 1 0,0-1 0,0 1 0,0 0 0,0 0 0,0 0 0,0 0 0,-1 1 0,5 2 0,-3-1 0,0 0 0,-1 0 0,1 0 0,-1 1 0,0 0 0,0 0 0,0 0 0,0 0 0,3 7 0,0 3 0,-1 0 0,0 0 0,-1 0 0,-1 1 0,3 29 0,-4-33 0,-2 1 0,1 0 0,-2-1 0,1 1 0,-2 0 0,1 0 0,-7 19 0,5-24 0,0 1 0,0-1 0,-1 1 0,0-1 0,-1 0 0,0 0 0,0-1 0,0 0 0,-1 0 0,1 0 0,-14 10 0,0-3 0,0-1 0,0-1 0,-1 0 0,-1-2 0,0 0 0,0-1 0,0-2 0,-1 0 0,0-1 0,0-1 0,-1-1 0,-42 0 0,62-3 0,0 0 0,0 0 0,-1-1 0,1 1 0,0-1 0,0 1 0,0-1 0,0 0 0,1 0 0,-1-1 0,0 1 0,0-1 0,1 1 0,-1-1 0,0 0 0,1 0 0,0 0 0,-4-3 0,5 2 0,-1 1 0,1 0 0,0-1 0,0 1 0,0 0 0,1-1 0,-1 1 0,1-1 0,-1 1 0,1-1 0,0 0 0,0 1 0,0-1 0,0 1 0,0-1 0,0 0 0,1 1 0,0-1 0,-1 1 0,1-1 0,0 1 0,2-4 0,0 0 0,0 0 0,0-1 0,1 2 0,0-1 0,0 0 0,0 1 0,1-1 0,0 1 0,0 0 0,0 1 0,0-1 0,1 1 0,0 0 0,0 1 0,0-1 0,13-4 0,-15 7 0,1-1 0,0 1 0,0 0 0,0 0 0,0 1 0,0-1 0,0 1 0,0 0 0,1 0 0,-1 1 0,0 0 0,0 0 0,0 0 0,-1 0 0,1 1 0,0 0 0,0 0 0,-1 0 0,1 0 0,-1 1 0,0 0 0,0 0 0,7 6 0,29 31 170,21 19-72,-54-53-332,1-1 1,0 1 0,0-1 0,0-1-1,0 0 1,17 6 0,-5-4-6593</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2.136"/>
    </inkml:context>
    <inkml:brush xml:id="br0">
      <inkml:brushProperty name="width" value="0.05" units="cm"/>
      <inkml:brushProperty name="height" value="0.05" units="cm"/>
      <inkml:brushProperty name="color" value="#FFFFFF"/>
    </inkml:brush>
  </inkml:definitions>
  <inkml:trace contextRef="#ctx0" brushRef="#br0">766 88 24575,'-31'-15'0,"0"1"0,0 2 0,-1 1 0,-1 2 0,0 1 0,0 1 0,0 2 0,-41-1 0,57 5 0,1 2 0,0 0 0,0 0 0,0 2 0,0 0 0,0 1 0,0 0 0,1 1 0,-1 1 0,1 1 0,1 0 0,-1 1 0,1 0 0,1 1 0,0 1 0,0 0 0,1 0 0,-22 25 0,19-16 0,1 1 0,1 1 0,1 0 0,1 1 0,1 0 0,-14 44 0,15-37 0,2 1 0,1 0 0,2 0 0,0 0 0,2 34 0,2-46 0,2 0 0,0 0 0,0-1 0,2 1 0,0-1 0,1 0 0,1 0 0,0 0 0,2-1 0,-1 0 0,2 0 0,0-1 0,1 0 0,1-1 0,0 0 0,1-1 0,0 0 0,1-1 0,0 0 0,1-1 0,1 0 0,0-1 0,0-1 0,1-1 0,0 0 0,0-1 0,26 8 0,-12-8 0,0-1 0,0-2 0,1-1 0,-1-2 0,0 0 0,1-3 0,-1 0 0,0-2 0,0-1 0,0-1 0,0-2 0,43-17 0,-43 13 0,-1-1 0,0-1 0,-1-2 0,-1-1 0,-1-1 0,0-1 0,-1-2 0,-1 0 0,-1-1 0,-1-2 0,34-46 0,-45 52 0,0 0 0,-2-1 0,0 0 0,-1 0 0,0-1 0,-2 0 0,-1 0 0,0-1 0,2-29 0,-6 40 0,0 0 0,-1-1 0,0 1 0,-1-1 0,0 1 0,-1 0 0,0-1 0,0 1 0,-1 0 0,0 0 0,-1 1 0,0-1 0,-1 1 0,0-1 0,0 2 0,-1-1 0,0 0 0,-1 1 0,0 0 0,-12-11 0,5 10 0,1 0 0,-1 1 0,0 0 0,-1 1 0,0 0 0,0 2 0,0 0 0,-1 0 0,0 1 0,-23-2 0,-6 2 0,1 1 0,-71 6 0,97-2-455,-1 2 0,-28 6 0,17 0-6371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3.524"/>
    </inkml:context>
    <inkml:brush xml:id="br0">
      <inkml:brushProperty name="width" value="0.05" units="cm"/>
      <inkml:brushProperty name="height" value="0.05" units="cm"/>
      <inkml:brushProperty name="color" value="#FFFFFF"/>
    </inkml:brush>
  </inkml:definitions>
  <inkml:trace contextRef="#ctx0" brushRef="#br0">16 207 24575,'-1'0'0,"0"-1"0,0 1 0,0 0 0,0-1 0,1 1 0,-1-1 0,0 1 0,0-1 0,1 0 0,-1 1 0,0-1 0,1 0 0,-1 1 0,1-1 0,-1 0 0,1 0 0,-1 0 0,1 0 0,-1 1 0,1-1 0,0 0 0,0 0 0,-1 0 0,1 0 0,0 0 0,0 0 0,0 0 0,0 0 0,0 0 0,0 0 0,0 1 0,1-3 0,-1 3 0,0-1 0,0 0 0,0 1 0,0-1 0,0 0 0,0 1 0,0-1 0,0 1 0,1-1 0,-1 0 0,0 1 0,1-1 0,-1 1 0,0-1 0,1 0 0,-1 1 0,1-1 0,0 0 0,-1 1 0,1 0 0,-1 0 0,0 0 0,1 0 0,-1 0 0,1 0 0,-1 0 0,1 1 0,-1-1 0,0 0 0,1 0 0,-1 0 0,1 0 0,-1 0 0,0 1 0,1-1 0,-1 0 0,0 0 0,1 1 0,-1-1 0,0 0 0,1 1 0,-1-1 0,0 0 0,0 1 0,1-1 0,-1 0 0,0 1 0,0-1 0,0 0 0,1 1 0,3 9 0,1-1 0,-1 1 0,-1 0 0,1 0 0,-2 0 0,0 0 0,2 17 0,2 9 0,1-5 0,-1 1 0,1 37 0,-8-77 0,2-169 0,0 152 0,2 0 0,1 1 0,0-1 0,2 1 0,13-33 0,-16 50 0,0 1 0,1-1 0,-1 1 0,2-1 0,-1 1 0,1 1 0,9-10 0,-13 13 0,1 1 0,-1 0 0,0-1 0,1 1 0,-1 0 0,1 0 0,0 0 0,-1 0 0,1 0 0,0 1 0,0-1 0,-1 0 0,1 1 0,0 0 0,0-1 0,0 1 0,0 0 0,0 0 0,0 0 0,-1 0 0,1 0 0,0 0 0,0 1 0,0-1 0,0 0 0,0 1 0,-1 0 0,1-1 0,0 1 0,0 0 0,-1 0 0,1 0 0,-1 0 0,1 0 0,1 2 0,4 4 0,-1 0 0,0 1 0,0 0 0,0 0 0,-1 1 0,0-1 0,-1 1 0,0 0 0,5 16 0,1 10 0,6 42 0,-16-77 0,5 30 0,-1-1 0,0 39 0,19-134 0,-2-9 0,-12 39 0,2 1 0,21-47 0,-30 77 0,0 1 0,1 0 0,0 0 0,-1 0 0,1 1 0,0-1 0,1 1 0,-1-1 0,5-2 0,-7 5 0,0 0 0,0 1 0,0-1 0,0 1 0,0-1 0,1 1 0,-1-1 0,0 1 0,0-1 0,0 1 0,1 0 0,-1 0 0,0 0 0,0 0 0,1 0 0,-1 0 0,0 0 0,0 0 0,1 0 0,-1 1 0,0-1 0,0 0 0,0 1 0,1-1 0,-1 1 0,0-1 0,0 1 0,0 0 0,0 0 0,0-1 0,0 1 0,0 0 0,0 0 0,0 0 0,-1 0 0,1 0 0,0 0 0,1 2 0,8 15 0,0 1 0,-2 0 0,0 0 0,0 1 0,7 36 0,-7-26 0,28 113-1365,-31-128-5461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4.022"/>
    </inkml:context>
    <inkml:brush xml:id="br0">
      <inkml:brushProperty name="width" value="0.05" units="cm"/>
      <inkml:brushProperty name="height" value="0.05" units="cm"/>
      <inkml:brushProperty name="color" value="#FFFFFF"/>
    </inkml:brush>
  </inkml:definitions>
  <inkml:trace contextRef="#ctx0" brushRef="#br0">312 169 24575,'0'-13'0,"-1"1"0,0 0 0,-1-1 0,0 1 0,0 0 0,-2 0 0,-6-18 0,8 27 0,1 0 0,0 1 0,0-1 0,-1 0 0,0 1 0,0-1 0,1 1 0,-1 0 0,-1-1 0,1 1 0,0 0 0,0 0 0,-1 0 0,1 1 0,-1-1 0,0 0 0,1 1 0,-1 0 0,0 0 0,0 0 0,0 0 0,0 0 0,0 0 0,0 1 0,0 0 0,0-1 0,0 1 0,0 0 0,0 0 0,0 1 0,0-1 0,0 1 0,0-1 0,0 1 0,-4 2 0,-7 2 0,1 1 0,1 1 0,-1 0 0,1 1 0,0 0 0,1 0 0,0 2 0,0-1 0,1 1 0,0 1 0,1 0 0,0 0 0,1 1 0,0 0 0,1 0 0,0 1 0,-7 19 0,13-29 0,0 0 0,0-1 0,1 1 0,-1 0 0,1-1 0,0 1 0,-1 0 0,1 0 0,1-1 0,-1 1 0,0 0 0,0 0 0,1-1 0,0 1 0,0-1 0,-1 1 0,1 0 0,1-1 0,-1 1 0,0-1 0,1 0 0,-1 1 0,1-1 0,-1 0 0,1 0 0,0 0 0,0 0 0,0 0 0,0-1 0,1 1 0,-1-1 0,0 1 0,1-1 0,-1 0 0,1 0 0,2 1 0,1 0 0,0 0 0,0 0 0,1-1 0,-1 0 0,0 0 0,1 0 0,-1-1 0,0 0 0,1-1 0,-1 1 0,1-1 0,-1 0 0,0-1 0,12-3 0,-9 0 0,-1 0 0,0 0 0,0 0 0,0-1 0,0 0 0,-1-1 0,0 0 0,0 0 0,-1 0 0,7-11 0,6-11 0,23-47 0,-30 53 0,24-51 0,-27 67 0,-4 12 0,0 20 0,-5-22 0,4 35 99,9 53 107,-11-79-484,1-1 0,0 1-1,1 0 1,1-1-1,7 15 1,-2-10-6548</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4.423"/>
    </inkml:context>
    <inkml:brush xml:id="br0">
      <inkml:brushProperty name="width" value="0.05" units="cm"/>
      <inkml:brushProperty name="height" value="0.05" units="cm"/>
      <inkml:brushProperty name="color" value="#FFFFFF"/>
    </inkml:brush>
  </inkml:definitions>
  <inkml:trace contextRef="#ctx0" brushRef="#br0">3 84 24575,'-1'-17'0,"0"-9"0,1 24 0,2 15 0,5 46 0,2-1 0,23 74 0,-32-130 0,0-1 0,1 0 0,-1 0 0,0 0 0,1 0 0,-1 1 0,1-1 0,0 0 0,-1 0 0,1 0 0,0 0 0,-1 0 0,1 0 0,2 1 0,-3-2 0,0 0 0,1 0 0,-1 0 0,0 0 0,1 0 0,-1 0 0,0 0 0,1 0 0,-1 0 0,0-1 0,1 1 0,-1 0 0,0 0 0,1 0 0,-1 0 0,0 0 0,1-1 0,-1 1 0,0 0 0,0 0 0,1-1 0,-1 1 0,0 0 0,0 0 0,0-1 0,1 1 0,-1 0 0,0-1 0,0 1 0,0 0 0,0-1 0,12-37 0,-11 34 0,3-12 0,6-27 0,2 0 0,31-73 0,-40 111 0,0-1 0,-1 1 0,2 1 0,-1-1 0,0 0 0,1 1 0,7-7 0,-10 10 0,0 0 0,0 0 0,0 1 0,0-1 0,1 1 0,-1-1 0,0 1 0,0-1 0,0 1 0,0 0 0,1-1 0,-1 1 0,0 0 0,0 0 0,0 0 0,1 0 0,-1 0 0,0 0 0,0 0 0,0 1 0,1-1 0,-1 0 0,0 1 0,0-1 0,0 0 0,0 1 0,0 0 0,0-1 0,0 1 0,0 0 0,0-1 0,0 1 0,0 0 0,0 0 0,0 0 0,0 0 0,-1 0 0,1 0 0,0 0 0,-1 0 0,2 2 0,6 12 39,0 1 0,0 1 0,-2-1 0,0 1 1,-1 0-1,0 1 0,3 30 0,-4-24-459,1 0 1,1 0-1,10 25 1,-10-36-6407</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4.611"/>
    </inkml:context>
    <inkml:brush xml:id="br0">
      <inkml:brushProperty name="width" value="0.05" units="cm"/>
      <inkml:brushProperty name="height" value="0.05" units="cm"/>
      <inkml:brushProperty name="color" value="#FFFFFF"/>
    </inkml:brush>
  </inkml:definitions>
  <inkml:trace contextRef="#ctx0" brushRef="#br0">1 5 24575,'3'-3'0,"1"2"0,0 4 0,-1 5 0,0 4 0,-2 6 0,0 4 0,-1 3 0,0 2 0,3 1 0,1 0 0,-1-2 0,3-2 0,1-3 0,-2-4-8191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4.750"/>
    </inkml:context>
    <inkml:brush xml:id="br0">
      <inkml:brushProperty name="width" value="0.05" units="cm"/>
      <inkml:brushProperty name="height" value="0.05" units="cm"/>
      <inkml:brushProperty name="color" value="#FFFFFF"/>
    </inkml:brush>
  </inkml:definitions>
  <inkml:trace contextRef="#ctx0" brushRef="#br0">79 96 24575,'0'-9'0,"0"-10"0,0-4 0,-3 1 0,-4 5 0,-4 11 0,-4 11 0,-1 6 0,1 5 0,4 0-8191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5.114"/>
    </inkml:context>
    <inkml:brush xml:id="br0">
      <inkml:brushProperty name="width" value="0.05" units="cm"/>
      <inkml:brushProperty name="height" value="0.05" units="cm"/>
      <inkml:brushProperty name="color" value="#FFFFFF"/>
    </inkml:brush>
  </inkml:definitions>
  <inkml:trace contextRef="#ctx0" brushRef="#br0">198 376 24575,'11'-22'0,"-2"-1"0,-1-1 0,-1 0 0,-1 0 0,-1 0 0,-1 0 0,-1-1 0,-2 0 0,0 1 0,-3-33 0,1 51 0,0-1 0,0 1 0,-1 0 0,1 0 0,-1 0 0,0 0 0,-1 1 0,-4-9 0,6 13 0,0-1 0,0 1 0,0 0 0,1 0 0,-2 0 0,1 0 0,0 0 0,0 0 0,0 0 0,0 0 0,-1 0 0,1 1 0,0-1 0,-1 0 0,1 1 0,0-1 0,-1 1 0,1 0 0,-1-1 0,1 1 0,-1 0 0,1 0 0,-1 0 0,1 0 0,-1 0 0,1 0 0,-1 0 0,1 0 0,0 1 0,-1-1 0,1 1 0,-1-1 0,1 1 0,0 0 0,-1-1 0,1 1 0,0 0 0,0 0 0,-1 0 0,1 0 0,-1 1 0,-5 4 0,0 0 0,1 1 0,0 0 0,0 0 0,0 1 0,1-1 0,0 1 0,-7 17 0,-26 74 0,38-98 0,-20 63 0,3 1 0,3 0 0,3 1 0,3 1 0,2 0 0,4 0 0,3 0 0,2 0 0,23 126 0,15-21 0,4 24 0,-42-182 0,-1-7 0,0 0 0,-1 1 0,0-1 0,-1 0 0,1 0 0,-1 0 0,0 1 0,-2 7 0,-4-4-1365,-3-6-5461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5.249"/>
    </inkml:context>
    <inkml:brush xml:id="br0">
      <inkml:brushProperty name="width" value="0.05" units="cm"/>
      <inkml:brushProperty name="height" value="0.05" units="cm"/>
      <inkml:brushProperty name="color" value="#FFFFFF"/>
    </inkml:brush>
  </inkml:definitions>
  <inkml:trace contextRef="#ctx0" brushRef="#br0">0 170 24575,'0'-6'0,"0"-5"0,4-4 0,0-3 0,3-1 0,3 3 0,1 1 0,0 2 0,0 2 0,0 1 0,1 3 0,-1 0 0,1 1 0,1-2 0,-1 1-8191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5.656"/>
    </inkml:context>
    <inkml:brush xml:id="br0">
      <inkml:brushProperty name="width" value="0.05" units="cm"/>
      <inkml:brushProperty name="height" value="0.05" units="cm"/>
      <inkml:brushProperty name="color" value="#FFFFFF"/>
    </inkml:brush>
  </inkml:definitions>
  <inkml:trace contextRef="#ctx0" brushRef="#br0">66 124 24575,'0'2'0,"-1"-1"0,1 1 0,0-1 0,1 1 0,-1-1 0,0 1 0,0-1 0,1 1 0,-1-1 0,0 1 0,1-1 0,0 1 0,-1-1 0,1 0 0,0 1 0,0-1 0,-1 0 0,1 0 0,0 0 0,0 1 0,1-1 0,-1 0 0,0 0 0,0 0 0,0-1 0,1 1 0,-1 0 0,0 0 0,1-1 0,-1 1 0,1-1 0,-1 1 0,1-1 0,-1 1 0,1-1 0,-1 0 0,1 0 0,2 0 0,-1 0 0,-1-1 0,1 1 0,-1 0 0,0-1 0,1 0 0,-1 0 0,0 0 0,1 0 0,-1 0 0,0 0 0,0 0 0,0-1 0,0 1 0,0-1 0,0 1 0,0-1 0,-1 0 0,1 0 0,0 0 0,-1 0 0,0 0 0,1 0 0,1-5 0,-1 2 0,-1-1 0,1 0 0,-1 0 0,-1 0 0,1 0 0,-1 0 0,0 0 0,0 0 0,0 0 0,-2-6 0,2 9 0,-1 0 0,0 0 0,0 1 0,1-1 0,-1 0 0,-1 0 0,1 1 0,0-1 0,-1 1 0,1-1 0,-1 1 0,0-1 0,0 1 0,0 0 0,0 0 0,0 0 0,-1 0 0,1 0 0,0 1 0,-1-1 0,1 1 0,-5-2 0,6 2 0,-1 1 0,1-1 0,-1 1 0,0 0 0,1 0 0,-1 0 0,0-1 0,1 1 0,-1 1 0,1-1 0,-1 0 0,0 0 0,1 1 0,-1-1 0,1 1 0,-1-1 0,0 1 0,-2 1 0,1 0 0,0 1 0,0-1 0,0 1 0,1-1 0,-1 1 0,1 0 0,-1 0 0,-1 3 0,-3 7 0,0 0 0,1 0 0,-6 18 0,12-31 0,-5 15 0,0-1 0,1 1 0,1 0 0,0 0 0,1 0 0,-1 23 0,3-33 0,0-1 0,1 1 0,-1-1 0,1 1 0,0-1 0,0 1 0,1-1 0,-1 0 0,1 1 0,0-1 0,0 0 0,0 0 0,1 0 0,0 0 0,-1-1 0,1 1 0,0-1 0,1 0 0,-1 1 0,1-2 0,-1 1 0,1 0 0,0-1 0,0 1 0,0-1 0,4 2 0,21 5-1365,0-4-5461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6.001"/>
    </inkml:context>
    <inkml:brush xml:id="br0">
      <inkml:brushProperty name="width" value="0.05" units="cm"/>
      <inkml:brushProperty name="height" value="0.05" units="cm"/>
      <inkml:brushProperty name="color" value="#FFFFFF"/>
    </inkml:brush>
  </inkml:definitions>
  <inkml:trace contextRef="#ctx0" brushRef="#br0">202 147 24575,'1'0'0,"0"0"0,0-1 0,0 1 0,0-1 0,-1 1 0,1-1 0,0 1 0,0-1 0,0 0 0,-1 1 0,1-1 0,0 0 0,-1 0 0,1 1 0,-1-1 0,1 0 0,-1 0 0,1 0 0,-1 0 0,0 0 0,1 0 0,-1 1 0,0-1 0,0 0 0,0 0 0,0 0 0,1-2 0,1-27 0,-2 26 0,0 0 0,-1-1 0,0 1 0,0 0 0,0 0 0,0 1 0,0-1 0,-1 0 0,1 0 0,-1 0 0,0 1 0,-1-1 0,1 1 0,0 0 0,-1 0 0,0 0 0,0 0 0,0 0 0,0 0 0,0 1 0,0-1 0,-1 1 0,1 0 0,-1 0 0,0 0 0,0 1 0,1-1 0,-1 1 0,0 0 0,0 0 0,-7-1 0,6 2 0,0-1 0,0 1 0,0 0 0,0 0 0,0 0 0,0 1 0,0-1 0,0 1 0,0 1 0,0-1 0,1 1 0,-1-1 0,0 1 0,1 1 0,-1-1 0,1 1 0,0 0 0,0 0 0,0 0 0,0 0 0,0 0 0,1 1 0,0 0 0,-1 0 0,-3 6 0,5-6 0,0 0 0,0 0 0,0 0 0,1 0 0,0 0 0,-1 0 0,1 0 0,1 0 0,-1 0 0,1 1 0,-1-1 0,1 0 0,0 1 0,1-1 0,-1 0 0,1 0 0,0 1 0,0-1 0,0 0 0,0 0 0,1 0 0,0 0 0,0 0 0,0-1 0,0 1 0,0 0 0,1-1 0,0 0 0,3 4 0,9 7 0,0-1 0,1 0 0,0-2 0,1 0 0,18 9 0,-7-3 0,-18-12 0,-1 1 0,0 1 0,-1 0 0,0 0 0,13 15 0,-19-21 0,-1 1 0,0-1 0,0 1 0,0-1 0,0 1 0,0 0 0,-1 0 0,1-1 0,0 1 0,-1 0 0,1 0 0,-1 0 0,0 0 0,0-1 0,0 1 0,0 4 0,0-4 0,-1-1 0,0 1 0,0 0 0,0-1 0,0 1 0,0 0 0,0-1 0,0 1 0,0-1 0,-1 0 0,1 1 0,0-1 0,-1 0 0,1 0 0,-1 0 0,0 0 0,1 0 0,-1 0 0,0 0 0,-3 0 0,-3 2-80,-1 0 0,0-1-1,0 0 1,0-1 0,0 0-1,-1 0 1,1-1 0,0 0-1,0-1 1,0 0 0,0 0 0,0-1-1,0 0 1,0-1 0,0 0-1,-12-6 1,-2-3-6746</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6.247"/>
    </inkml:context>
    <inkml:brush xml:id="br0">
      <inkml:brushProperty name="width" value="0.05" units="cm"/>
      <inkml:brushProperty name="height" value="0.05" units="cm"/>
      <inkml:brushProperty name="color" value="#FFFFFF"/>
    </inkml:brush>
  </inkml:definitions>
  <inkml:trace contextRef="#ctx0" brushRef="#br0">1 82 24575,'18'-19'0,"22"-21"0,-37 37 0,0 1 0,0 0 0,1-1 0,-1 1 0,0 0 0,1 1 0,-1-1 0,1 1 0,0-1 0,0 1 0,4-1 0,-7 2 0,0 0 0,0 0 0,0 0 0,0 0 0,0 1 0,0-1 0,0 0 0,0 0 0,-1 1 0,1-1 0,0 1 0,0-1 0,0 0 0,0 1 0,0 0 0,-1-1 0,1 1 0,0-1 0,0 1 0,-1 0 0,1 0 0,-1-1 0,1 1 0,0 0 0,-1 0 0,1 0 0,-1 0 0,0 0 0,1-1 0,-1 1 0,1 2 0,4 36 0,-4-27 0,75 332 0,-44-219 0,-17-70-1365,-8-35-5461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6.389"/>
    </inkml:context>
    <inkml:brush xml:id="br0">
      <inkml:brushProperty name="width" value="0.05" units="cm"/>
      <inkml:brushProperty name="height" value="0.05" units="cm"/>
      <inkml:brushProperty name="color" value="#FFFFFF"/>
    </inkml:brush>
  </inkml:definitions>
  <inkml:trace contextRef="#ctx0" brushRef="#br0">43 133 24575,'-3'-4'0,"-4"-6"0,-1-5 0,-2-4 0,0-1 0,6 3 0,5 1 0,7 3 0,8 4 0,4 4 0,2 2 0,4 2 0,-4 1-8191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6.730"/>
    </inkml:context>
    <inkml:brush xml:id="br0">
      <inkml:brushProperty name="width" value="0.05" units="cm"/>
      <inkml:brushProperty name="height" value="0.05" units="cm"/>
      <inkml:brushProperty name="color" value="#FFFFFF"/>
    </inkml:brush>
  </inkml:definitions>
  <inkml:trace contextRef="#ctx0" brushRef="#br0">124 5 24575,'0'4'0,"-1"0"0,0-1 0,0 1 0,0 0 0,0-1 0,-1 1 0,1-1 0,-1 0 0,0 1 0,0-1 0,0 0 0,-5 5 0,-2 2 0,-1 0 0,-13 11 0,21-20 0,0 1 0,0-1 0,0 0 0,0 0 0,0 1 0,0-2 0,0 1 0,-1 0 0,1 0 0,0-1 0,-1 1 0,1-1 0,-1 0 0,1 1 0,0-1 0,-1-1 0,-3 1 0,5 0 0,1-1 0,-1 1 0,0 0 0,0 0 0,1-1 0,-1 1 0,0 0 0,1-1 0,-1 1 0,0-1 0,1 1 0,-1-1 0,1 1 0,-1-1 0,1 1 0,-1-1 0,1 0 0,-1 1 0,1-1 0,-1 0 0,1 0 0,-1-1 0,1 1 0,0-1 0,0 1 0,0-1 0,0 1 0,0-1 0,0 1 0,0-1 0,0 1 0,1-1 0,-1 1 0,1-1 0,-1 1 0,1-1 0,0-1 0,20-36 0,-20 36 0,1 0 0,0 0 0,0 1 0,0-1 0,1 0 0,-1 1 0,1-1 0,-1 1 0,1 0 0,3-2 0,-6 3-47,1 1 0,0 0 0,-1 0 0,1 0 0,-1 0 0,1 0 0,0 0 0,-1 0 0,1 0-1,-1 0 1,1 0 0,0 0 0,-1 1 0,1-1 0,-1 0 0,1 0 0,-1 0 0,1 1 0,-1-1 0,1 0 0,-1 1 0,1-1-1,-1 0 1,1 1 0,-1-1 0,1 1 0,-1-1 0,1 2 0,6 6-6779</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7.366"/>
    </inkml:context>
    <inkml:brush xml:id="br0">
      <inkml:brushProperty name="width" value="0.05" units="cm"/>
      <inkml:brushProperty name="height" value="0.05" units="cm"/>
      <inkml:brushProperty name="color" value="#FFFFFF"/>
    </inkml:brush>
  </inkml:definitions>
  <inkml:trace contextRef="#ctx0" brushRef="#br0">30 27 24575,'-29'-26'0,"40"74"0,-5-16 0,2 0 0,20 50 0,-25-75 0,0 0 0,1 0 0,-1 0 0,2 0 0,-1 0 0,1-1 0,0 0 0,0 0 0,0-1 0,1 1 0,0-1 0,0 0 0,1-1 0,-1 1 0,1-1 0,9 4 0,-13-7 0,1 0 0,-1 1 0,1-2 0,-1 1 0,1 0 0,-1-1 0,1 0 0,0 1 0,-1-1 0,1-1 0,-1 1 0,1-1 0,-1 1 0,1-1 0,-1 0 0,1 0 0,3-2 0,-2 0 0,0 0 0,-1 0 0,1 0 0,-1 0 0,1-1 0,-1 0 0,0 0 0,-1 0 0,1-1 0,2-4 0,2-4 0,0 0 0,-1-1 0,-1 0 0,-1 0 0,0-1 0,0 1 0,2-18 0,-6 26 0,1-4 0,0 0 0,0 0 0,-1-1 0,-1 1 0,0 0 0,0 0 0,-3-19 0,3 29 0,0-1 0,0 1 0,0 0 0,0 0 0,0-1 0,0 1 0,-1 0 0,1 0 0,0 0 0,0-1 0,0 1 0,0 0 0,0 0 0,0 0 0,0-1 0,-1 1 0,1 0 0,0 0 0,0 0 0,0 0 0,0-1 0,-1 1 0,1 0 0,0 0 0,0 0 0,0 0 0,-1 0 0,1 0 0,0 0 0,0 0 0,-1-1 0,1 1 0,0 0 0,-1 0 0,-5 7 0,-2 13 0,-2 30 0,3-1 0,-2 83 0,6-87 0,-1 212 0,1-47 0,3-206 0,0 0 0,0 0 0,-1 1 0,0-1 0,0 0 0,0 0 0,0 0 0,-1 0 0,1 0 0,-1-1 0,-3 6 0,5-8 0,-1-1 0,0 1 0,0 0 0,1 0 0,-1-1 0,0 1 0,0 0 0,0-1 0,0 1 0,0-1 0,0 1 0,0-1 0,0 0 0,0 1 0,0-1 0,0 0 0,0 1 0,-2-1 0,1 0 0,0-1 0,0 1 0,0 0 0,0-1 0,0 0 0,0 1 0,0-1 0,1 0 0,-1 0 0,0 0 0,0 0 0,1 0 0,-3-2 0,-5-5 0,1 0 0,0-1 0,1 0 0,0 0 0,0 0 0,1-1 0,0 0 0,1 0 0,0-1 0,0 1 0,1-1 0,-3-17 0,0 2 0,2-1 0,2 0 0,0 0 0,1-34 0,2 51 0,1 0 0,0-1 0,0 1 0,1 0 0,1 0 0,-1 0 0,5-10 0,-4 15 0,-1 0 0,1 0 0,0 1 0,0-1 0,0 1 0,0 0 0,1-1 0,0 2 0,0-1 0,0 0 0,0 1 0,1 0 0,-1 0 0,1 0 0,5-2 0,41-17-1365,-28 12-5461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18.317"/>
    </inkml:context>
    <inkml:brush xml:id="br0">
      <inkml:brushProperty name="width" value="0.05" units="cm"/>
      <inkml:brushProperty name="height" value="0.05" units="cm"/>
      <inkml:brushProperty name="color" value="#FFFFFF"/>
    </inkml:brush>
  </inkml:definitions>
  <inkml:trace contextRef="#ctx0" brushRef="#br0">69 558 24575,'-23'-21'0,"-14"-17"0,37 37 0,-1 1 0,1 0 0,0 0 0,0-1 0,0 1 0,0 0 0,0-1 0,0 1 0,0 0 0,-1 0 0,1-1 0,0 1 0,0 0 0,0 0 0,-1 0 0,1-1 0,0 1 0,0 0 0,0 0 0,-1 0 0,1 0 0,0 0 0,0-1 0,-1 1 0,1 0 0,0 0 0,-1 0 0,1 0 0,0 0 0,0 0 0,-1 0 0,1 0 0,0 0 0,-1 0 0,1 0 0,0 0 0,-1 0 0,1 14 0,11 30 0,-8-34 0,18 90 0,7 24 0,-25-118 0,0-8 0,3-18 0,3-28 0,0-26 0,32-123 0,-40 195 0,-1-1 0,1 1 0,0 0 0,0 0 0,0-1 0,0 1 0,1 0 0,-1 0 0,1 0 0,2-2 0,-4 4 0,1-1 0,-1 1 0,1 0 0,-1 0 0,1-1 0,-1 1 0,1 0 0,0 0 0,-1 0 0,1-1 0,-1 1 0,1 0 0,0 0 0,-1 0 0,1 0 0,0 0 0,-1 0 0,1 0 0,-1 1 0,1-1 0,0 0 0,-1 0 0,1 0 0,-1 1 0,1-1 0,-1 0 0,1 0 0,-1 1 0,1-1 0,-1 1 0,1-1 0,-1 0 0,1 1 0,-1-1 0,1 1 0,-1-1 0,0 1 0,1-1 0,-1 1 0,0-1 0,0 1 0,1 0 0,-1 0 0,8 14 0,-1 0 0,0 0 0,-1 1 0,7 31 0,-10-32 0,1-1 0,0 0 0,1-1 0,1 1 0,0-1 0,0 0 0,11 15 0,-16-27 0,0 1 0,0-1 0,0 0 0,-1 0 0,1 0 0,0 0 0,1 0 0,-1 0 0,0-1 0,0 1 0,0 0 0,0 0 0,1-1 0,-1 1 0,0-1 0,1 1 0,-1-1 0,0 0 0,1 1 0,-1-1 0,1 0 0,-1 0 0,0 0 0,1 0 0,-1 0 0,1 0 0,-1 0 0,0-1 0,1 1 0,-1 0 0,0-1 0,1 1 0,-1-1 0,0 0 0,1 1 0,-1-1 0,0 0 0,0 0 0,0 0 0,0 1 0,0-1 0,2-3 0,4-4 0,0 0 0,0-1 0,-1 0 0,8-14 0,-9 15 0,89-164 0,-93 170 0,0 0 0,0 0 0,0 0 0,0 0 0,0 0 0,1 1 0,-1-1 0,1 0 0,0 1 0,-1 0 0,1-1 0,2 0 0,-4 2 0,0-1 0,1 1 0,-1 0 0,0 0 0,0 0 0,1 0 0,-1 0 0,0 0 0,0 0 0,1 0 0,-1 0 0,0 0 0,1 0 0,-1 1 0,0-1 0,0 0 0,1 0 0,-1 0 0,0 0 0,0 0 0,1 0 0,-1 1 0,0-1 0,0 0 0,1 0 0,-1 0 0,0 1 0,0-1 0,0 0 0,0 0 0,1 1 0,3 17 0,-1 26 0,-2-12 0,1-1 0,8 32 0,-9-55 0,1 0 0,0 0 0,1-1 0,0 1 0,0-1 0,0 1 0,1-1 0,0-1 0,1 1 0,-1 0 0,1-1 0,1 0 0,6 6 0,-10-10 0,0 0 0,1 0 0,-1-1 0,1 1 0,0-1 0,-1 1 0,1-1 0,0 0 0,0 0 0,0-1 0,0 1 0,-1 0 0,1-1 0,0 0 0,0 1 0,0-1 0,6-1 0,-4 0 0,0-1 0,0 1 0,0-1 0,0 0 0,0 0 0,0 0 0,0-1 0,-1 0 0,7-4 0,1-4 0,1-1 0,-2 1 0,1-2 0,-2 0 0,15-22 0,-13 14 0,0-1 0,-2 0 0,-1-1 0,0 0 0,-2-1 0,0 1 0,-2-1 0,3-35 0,-4 21 0,-3 0 0,-1-1 0,-2 1 0,-11-64 0,12 96 0,-11-46 0,11 49 0,0 0 0,-1-1 0,1 1 0,-1 0 0,1 0 0,-1 1 0,0-1 0,0 0 0,0 0 0,0 1 0,-1 0 0,1-1 0,-3-1 0,4 3 0,0 1 0,0-1 0,1 1 0,-1 0 0,0-1 0,0 1 0,0 0 0,0-1 0,1 1 0,-1 0 0,0 0 0,0 0 0,0 0 0,0 0 0,0 0 0,1 0 0,-1 0 0,0 0 0,0 0 0,0 1 0,0-1 0,0 0 0,1 0 0,-1 1 0,0-1 0,-1 2 0,0-1 0,0 1 0,0 0 0,0 0 0,1 0 0,-1 0 0,1 0 0,-1 0 0,1 0 0,-2 4 0,-1 4 0,0 1 0,0 0 0,-2 13 0,-2 26 0,2-1 0,2 1 0,3 0 0,1 0 0,3 0 0,15 84 0,-15-117 0,0 0 0,1 0 0,2-1 0,-1 1 0,2-1 0,0 0 0,10 16 0,-13-26 0,0 0 0,1-1 0,-1 1 0,1-1 0,1 0 0,-1 0 0,1 0 0,-1-1 0,1 0 0,0 0 0,1 0 0,-1-1 0,1 0 0,0 0 0,-1-1 0,1 0 0,0 0 0,0 0 0,11 0 0,-1-1 0,0 0 0,1-1 0,24-3 0,-31-1-1365</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23.693"/>
    </inkml:context>
    <inkml:brush xml:id="br0">
      <inkml:brushProperty name="width" value="0.05" units="cm"/>
      <inkml:brushProperty name="height" value="0.05" units="cm"/>
      <inkml:brushProperty name="color" value="#FFFFFF"/>
    </inkml:brush>
  </inkml:definitions>
  <inkml:trace contextRef="#ctx0" brushRef="#br0">1 38 24575,'3'0'0,"4"0"0,4 0 0,4-3 0,4-2 0,7 1 0,7 1 0,7 1 0,10-3 0,6 1 0,2 0 0,-2 0 0,-5 2 0,-5 1 0,-6 1 0,-8 0 0,-9 0-8191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23.959"/>
    </inkml:context>
    <inkml:brush xml:id="br0">
      <inkml:brushProperty name="width" value="0.05" units="cm"/>
      <inkml:brushProperty name="height" value="0.05" units="cm"/>
      <inkml:brushProperty name="color" value="#FFFFFF"/>
    </inkml:brush>
  </inkml:definitions>
  <inkml:trace contextRef="#ctx0" brushRef="#br0">13 19 24575,'-3'3'0,"-6"8"0,10-11 0,-1 1 0,1-1 0,0 0 0,0 1 0,-1-1 0,1 0 0,0 0 0,0 0 0,0 0 0,-1 0 0,1 0 0,0 0 0,0 0 0,0 0 0,-1 0 0,1 0 0,0 0 0,0-1 0,-1 1 0,2 0 0,221-21 0,-95 12 0,-79 6-1365,-31 2-5461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0.362"/>
    </inkml:context>
    <inkml:brush xml:id="br0">
      <inkml:brushProperty name="width" value="0.05" units="cm"/>
      <inkml:brushProperty name="height" value="0.05" units="cm"/>
      <inkml:brushProperty name="color" value="#FFFFFF"/>
    </inkml:brush>
  </inkml:definitions>
  <inkml:trace contextRef="#ctx0" brushRef="#br0">202 1 24575,'-7'0'0,"0"0"0,0 0 0,0 1 0,1 0 0,-1 1 0,0-1 0,0 1 0,-11 6 0,13-6 0,1 1 0,-1 0 0,1 0 0,0 1 0,0-1 0,0 1 0,0 0 0,1 0 0,0 0 0,-1 0 0,1 1 0,-3 6 0,-5 12 0,1 1 0,2 0 0,0 0 0,1 1 0,-5 35 0,-5 129 0,15-150 86,1-1-1,2 1 0,11 68 1,-9-93-143,1 0 0,0-1 0,1 1 0,1-1 0,11 21 0,-12-26-79,0 0-1,0-1 1,1 0-1,0 0 1,0-1-1,1 1 1,0-2-1,0 1 0,15 9 1,12 2-6690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1.015"/>
    </inkml:context>
    <inkml:brush xml:id="br0">
      <inkml:brushProperty name="width" value="0.05" units="cm"/>
      <inkml:brushProperty name="height" value="0.05" units="cm"/>
      <inkml:brushProperty name="color" value="#FFFFFF"/>
    </inkml:brush>
  </inkml:definitions>
  <inkml:trace contextRef="#ctx0" brushRef="#br0">19 261 24575,'-2'-3'0,"0"0"0,0-1 0,0 1 0,0 0 0,1-1 0,-1 0 0,1 1 0,0-1 0,0 0 0,0 1 0,1-1 0,-1-6 0,1-47 0,7 29 0,-7 28 0,0 0 0,0-1 0,0 1 0,0 0 0,1-1 0,-1 1 0,0 0 0,0 0 0,0-1 0,1 1 0,-1 0 0,0 0 0,0-1 0,1 1 0,-1 0 0,0 0 0,0 0 0,1 0 0,-1-1 0,0 1 0,1 0 0,-1 0 0,0 0 0,1 0 0,-1 0 0,0 0 0,1 0 0,-1 0 0,1 0 0,0 1 0,-1-1 0,1 1 0,0-1 0,-1 1 0,1 0 0,-1-1 0,1 1 0,0-1 0,-1 1 0,1 0 0,-1 0 0,0-1 0,1 1 0,-1 0 0,1 1 0,4 15 0,0 1 0,-1-1 0,-1 1 0,2 28 0,-2-22 0,1 39 0,-4-44 0,1 1 0,1-1 0,1 0 0,8 27 0,-7-84 0,-2-11 0,2 0 0,2 1 0,2-1 0,3 1 0,29-84 0,-38 128 0,-1-1 0,1 1 0,0 0 0,0 0 0,1 0 0,-1 0 0,1 0 0,3-3 0,-6 7 0,1-1 0,-1 1 0,1-1 0,-1 1 0,0 0 0,1 0 0,-1-1 0,1 1 0,-1 0 0,1 0 0,-1 0 0,1-1 0,0 1 0,-1 0 0,1 0 0,-1 0 0,1 0 0,-1 0 0,1 0 0,-1 0 0,1 0 0,-1 0 0,1 0 0,-1 1 0,1-1 0,0 0 0,1 1 0,-1 1 0,1-1 0,-1 0 0,0 0 0,0 1 0,0-1 0,0 1 0,0-1 0,0 1 0,0-1 0,0 1 0,1 2 0,7 22 0,-1 0 0,-1 0 0,5 42 0,-3-18 0,0 6 0,11 43 0,-20-98 0,0-1 0,0 1 0,0-1 0,0 1 0,0-1 0,0 1 0,0-1 0,1 1 0,-1-1 0,0 1 0,0-1 0,0 1 0,1-1 0,-1 1 0,0-1 0,1 1 0,-1-1 0,0 1 0,1-1 0,-1 0 0,0 1 0,1-1 0,-1 1 0,1-1 0,-1 0 0,1 0 0,-1 1 0,1-1 0,-1 0 0,1 0 0,-1 0 0,1 1 0,-1-1 0,1 0 0,-1 0 0,1 0 0,-1 0 0,1 0 0,0 0 0,-1 0 0,1 0 0,-1 0 0,1 0 0,-1-1 0,1 1 0,-1 0 0,1 0 0,-1 0 0,1-1 0,-1 1 0,1 0 0,-1 0 0,1-1 0,-1 1 0,1-1 0,4-3 0,-1-1 0,1 1 0,-1-1 0,4-6 0,0 2 0,14-15-1365,-14 14-5461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1.608"/>
    </inkml:context>
    <inkml:brush xml:id="br0">
      <inkml:brushProperty name="width" value="0.05" units="cm"/>
      <inkml:brushProperty name="height" value="0.05" units="cm"/>
      <inkml:brushProperty name="color" value="#FFFFFF"/>
    </inkml:brush>
  </inkml:definitions>
  <inkml:trace contextRef="#ctx0" brushRef="#br0">259 255 24575,'1'0'0,"0"-1"0,0 1 0,0-1 0,0 1 0,0-1 0,0 1 0,0-1 0,-1 0 0,1 0 0,0 1 0,0-1 0,-1 0 0,1 0 0,0 0 0,-1 0 0,1 0 0,-1 0 0,0 0 0,1 0 0,-1 0 0,0 0 0,1-1 0,7-30 0,-6 28 0,2-18 0,0 1 0,1-28 0,-4 42 0,-1 1 0,0-1 0,0 0 0,-1 0 0,0 0 0,0 0 0,-1 1 0,1-1 0,-2 0 0,1 1 0,-4-8 0,5 13 0,0-1 0,0 1 0,0-1 0,0 1 0,-1 0 0,1 0 0,0-1 0,-1 1 0,1 0 0,0 0 0,-1 0 0,1 1 0,-1-1 0,0 0 0,1 0 0,-1 1 0,1-1 0,-1 1 0,-2-1 0,1 1 0,-1 0 0,1 0 0,0 0 0,-1 1 0,1-1 0,0 1 0,0 0 0,-1 0 0,-3 2 0,-4 2 0,0 1 0,0 0 0,1 0 0,-13 11 0,9-5 0,0 0 0,1 1 0,1 1 0,0 0 0,1 0 0,-16 28 0,20-30 0,0 0 0,2 1 0,-1 1 0,1-1 0,1 0 0,1 1 0,0 0 0,0 0 0,0 18 0,4-26 0,-1 0 0,1 0 0,0 0 0,0 0 0,1 0 0,0 0 0,0 0 0,0 0 0,1-1 0,0 1 0,0-1 0,0 0 0,1 0 0,-1 0 0,1 0 0,1-1 0,-1 1 0,1-1 0,-1 0 0,1-1 0,0 1 0,0-1 0,1 0 0,-1 0 0,1 0 0,-1-1 0,1 0 0,0 0 0,0-1 0,0 1 0,0-1 0,0 0 0,0-1 0,0 0 0,0 0 0,1 0 0,6-2 0,-9 1 0,1 0 0,-1-1 0,0 1 0,1-1 0,-1 0 0,0-1 0,-1 1 0,1-1 0,0 1 0,-1-1 0,1 0 0,-1 0 0,0-1 0,0 1 0,0-1 0,-1 0 0,1 1 0,-1-1 0,0 0 0,0 0 0,3-9 0,2-7 0,-1 0 0,-2-1 0,5-29 0,-7 35 0,9-103 0,-12 158 0,1 0 0,3 0 0,1 0 0,1 0 0,3-1 0,21 67 0,-27-101-91,-1-1 0,1 0 0,0 0 0,0 0 0,0 0 0,1-1 0,0 1 0,-1-1 0,1 1 0,0-1 0,1 0 0,-1 0 0,0 0 0,7 4 0,9 1-6735</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2.464"/>
    </inkml:context>
    <inkml:brush xml:id="br0">
      <inkml:brushProperty name="width" value="0.05" units="cm"/>
      <inkml:brushProperty name="height" value="0.05" units="cm"/>
      <inkml:brushProperty name="color" value="#FFFFFF"/>
    </inkml:brush>
  </inkml:definitions>
  <inkml:trace contextRef="#ctx0" brushRef="#br0">33 237 24575,'-2'-11'0,"0"0"0,0 1 0,-1-1 0,0 1 0,-1 0 0,-6-13 0,5 11 0,5 12 0,0 0 0,0 0 0,0 0 0,0 0 0,0 0 0,0 0 0,0 0 0,0 0 0,0 0 0,-1 0 0,1 0 0,0 0 0,0 0 0,0 0 0,0 0 0,0 0 0,0 0 0,0 0 0,0 0 0,0 0 0,0 0 0,0 0 0,0 0 0,0 0 0,0 0 0,0 0 0,-1 0 0,1 0 0,0-1 0,2 15 0,5 20 0,84 286 0,-91-318 0,1 1 0,0-1 0,0 0 0,0 1 0,0-1 0,0 0 0,0 0 0,1 0 0,3 4 0,-5-6 0,0 0 0,0 0 0,0 1 0,0-1 0,0 0 0,1 0 0,-1 0 0,0 0 0,0 0 0,0 0 0,0 0 0,1 0 0,-1 0 0,0 0 0,0 0 0,0 0 0,1 0 0,-1 0 0,0 0 0,0 0 0,0 0 0,0 0 0,1 0 0,-1 0 0,0 0 0,0 0 0,0 0 0,0 0 0,1-1 0,-1 1 0,0 0 0,0 0 0,0 0 0,0 0 0,0 0 0,0 0 0,1-1 0,-1 1 0,0 0 0,0 0 0,0 0 0,0-1 0,4-17 0,-3-5 0,17-164 0,-13 160 0,0 1 0,2-1 0,1 2 0,21-49 0,-25 66 0,0 1 0,0 0 0,1 0 0,0 0 0,8-8 0,-13 14 0,1 0 0,0 0 0,0 0 0,0 0 0,0 1 0,0-1 0,0 0 0,0 0 0,0 1 0,0-1 0,0 0 0,0 1 0,1-1 0,-1 1 0,0-1 0,0 1 0,1 0 0,-1 0 0,0-1 0,0 1 0,1 0 0,-1 0 0,0 0 0,1 0 0,-1 1 0,0-1 0,0 0 0,1 0 0,-1 1 0,0-1 0,0 1 0,1-1 0,-1 1 0,0 0 0,0-1 0,0 1 0,0 0 0,0 0 0,0 0 0,0-1 0,0 1 0,1 2 0,2 3 0,-1 0 0,1 0 0,-1 0 0,0 1 0,-1-1 0,0 1 0,0-1 0,0 1 0,-1 0 0,1 12 0,0 11 0,-3 35 0,0-40 0,0-1 0,0-14 0,1-1 0,0 1 0,0 0 0,3 15 0,-2-25 0,-1 0 0,0 0 0,0-1 0,0 1 0,0 0 0,0-1 0,0 1 0,1 0 0,-1 0 0,0-1 0,0 1 0,0 0 0,1 0 0,-1 0 0,0-1 0,0 1 0,1 0 0,-1 0 0,0 0 0,0 0 0,1-1 0,-1 1 0,0 0 0,1 0 0,-1 0 0,0 0 0,1 0 0,-1 0 0,0 0 0,0 0 0,1 0 0,-1 0 0,0 0 0,1 0 0,-1 0 0,0 0 0,1 0 0,-1 0 0,0 0 0,0 1 0,1-1 0,-1 0 0,0 0 0,1 0 0,-1 0 0,0 1 0,0-1 0,0 0 0,1 0 0,-1 1 0,0-1 0,0 0 0,0 0 0,1 1 0,-1-1 0,0 0 0,0 0 0,0 1 0,0-1 0,0 0 0,0 1 0,0-1 0,0 0 0,0 0 0,0 1 0,1-1 0,-2 1 0,14-26 0,-12 24 0,7-19 0,7-15 0,1 0 0,1 2 0,35-50 0,-51 81 0,0 1 0,0-1 0,0 1 0,0 0 0,1-1 0,-1 1 0,1 0 0,-1 0 0,1 0 0,-1 0 0,1 0 0,-1 0 0,1 0 0,0 1 0,0-1 0,-1 1 0,1-1 0,2 1 0,-2 0 0,-1 0 0,0 0 0,0 1 0,1-1 0,-1 1 0,0-1 0,0 1 0,0-1 0,0 1 0,0 0 0,1-1 0,-1 1 0,-1 0 0,1 0 0,0 0 0,0 0 0,0 0 0,0 0 0,-1 0 0,1 0 0,0 0 0,-1 0 0,1 0 0,-1 1 0,1-1 0,-1 0 0,1 2 0,4 18 0,0 0 0,3 39 0,-7-45 0,0 1 0,1-1 0,1 1 0,1-1 0,0 0 0,1-1 0,7 16 0,-10-27 0,-1 0 0,1 0 0,0-1 0,0 1 0,0 0 0,0-1 0,0 0 0,0 0 0,1 1 0,-1-1 0,1 0 0,0-1 0,-1 1 0,1 0 0,0-1 0,0 0 0,6 2 0,-5-2 0,0-1 0,0 1 0,1-1 0,-1 0 0,0 0 0,0-1 0,0 0 0,0 1 0,0-1 0,0 0 0,0-1 0,5-1 0,3-3 0,0-1 0,-1 0 0,0 0 0,0-1 0,-1-1 0,0 0 0,14-16 0,-7 5 0,-2 0 0,0-1 0,-2-1 0,0 0 0,-1-1 0,-2-1 0,0 1 0,-2-2 0,11-43 0,-18 63 0,-1-1 0,1 1 0,-1 0 0,0 0 0,0 0 0,-2-10 0,2 14 0,0 0 0,0 0 0,-1 0 0,1 1 0,0-1 0,-1 0 0,1 0 0,-1 0 0,1 0 0,-1 1 0,1-1 0,-1 0 0,1 1 0,-1-1 0,0 0 0,1 1 0,-1-1 0,0 1 0,0-1 0,0 1 0,1-1 0,-1 1 0,0-1 0,0 1 0,0 0 0,0 0 0,0-1 0,0 1 0,0 0 0,1 0 0,-1 0 0,0 0 0,0 0 0,0 0 0,0 0 0,0 0 0,0 1 0,0-1 0,0 0 0,0 1 0,1-1 0,-1 0 0,0 1 0,0-1 0,-1 1 0,-6 3 0,-1 1 0,1 0 0,0 0 0,1 0 0,-1 1 0,1 0 0,0 0 0,0 1 0,1 0 0,-10 14 0,9-11 0,0 1 0,1 0 0,1 0 0,0 0 0,0 1 0,1-1 0,1 1 0,-3 15 0,4-19 0,1 1 0,1-1 0,-1 1 0,1-1 0,1 1 0,0-1 0,0 1 0,0-1 0,1 1 0,0-1 0,7 15 0,-6-17 0,0 0 0,1-1 0,-1 1 0,1-1 0,1 0 0,-1 0 0,1 0 0,-1-1 0,1 1 0,1-1 0,-1 0 0,1-1 0,-1 1 0,1-1 0,0-1 0,11 5 0,-7-4-85,0 0 0,1-1-1,-1-1 1,0 1 0,1-2-1,-1 1 1,1-1 0,-1-1-1,1 0 1,-1-1 0,0 0-1,1 0 1,-1-1 0,0 0-1,13-7 1,9-6-6741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2.743"/>
    </inkml:context>
    <inkml:brush xml:id="br0">
      <inkml:brushProperty name="width" value="0.05" units="cm"/>
      <inkml:brushProperty name="height" value="0.05" units="cm"/>
      <inkml:brushProperty name="color" value="#FFFFFF"/>
    </inkml:brush>
  </inkml:definitions>
  <inkml:trace contextRef="#ctx0" brushRef="#br0">14 46 24575,'0'0'0,"-1"0"0,0 0 0,1 0 0,-1-1 0,0 1 0,1 0 0,-1-1 0,0 1 0,1 0 0,-1-1 0,1 1 0,-1-1 0,1 1 0,-1-1 0,1 1 0,-1-1 0,1 0 0,0 1 0,-1-1 0,1 1 0,0-1 0,-1 0 0,1 1 0,0-1 0,0 0 0,0 1 0,-1-1 0,1 0 0,0 0 0,0 1 0,0-1 0,0 0 0,0-1 0,0 1 0,0 0 0,0 0 0,0 0 0,0-1 0,0 1 0,0 0 0,1 0 0,-1 0 0,0 0 0,1 0 0,-1-1 0,1 1 0,-1 0 0,1 0 0,-1 0 0,1 0 0,0 0 0,0-1 0,1 2 0,0-1 0,0 0 0,-1 1 0,1-1 0,0 1 0,0-1 0,0 1 0,0 0 0,0 0 0,0 0 0,0 0 0,-1 0 0,1 0 0,0 1 0,0-1 0,0 1 0,0-1 0,-1 1 0,4 1 0,35 19 0,-37-19 0,20 13 0,-1 0 0,-1 1 0,0 2 0,-2 0 0,0 1 0,31 39 0,-41-45 0,-1-1 0,1 1 0,-2 1 0,0-1 0,-1 1 0,0 1 0,-1-1 0,0 1 0,-1 0 0,-1 0 0,-1 0 0,0 0 0,0 22 0,-3-27-76,-1 0 1,0 0-1,0 0 0,-1 0 0,0 0 0,-1-1 0,0 1 0,-1-1 1,1 0-1,-2-1 0,1 1 0,-1-1 0,-1 0 0,0 0 1,0-1-1,0 0 0,-10 7 0,-21 16-6750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8.935"/>
    </inkml:context>
    <inkml:brush xml:id="br0">
      <inkml:brushProperty name="width" value="0.05" units="cm"/>
      <inkml:brushProperty name="height" value="0.05" units="cm"/>
      <inkml:brushProperty name="color" value="#FFFFFF"/>
    </inkml:brush>
  </inkml:definitions>
  <inkml:trace contextRef="#ctx0" brushRef="#br0">9 94 24575,'-1'0'0,"1"0"0,0 0 0,-1 1 0,1-1 0,0 0 0,0 0 0,-1-1 0,1 1 0,0 0 0,-1 0 0,1 0 0,0 0 0,0 0 0,-1 0 0,1 0 0,0 0 0,-1 0 0,1-1 0,0 1 0,0 0 0,0 0 0,-1 0 0,1 0 0,0-1 0,0 1 0,0 0 0,-1 0 0,1-1 0,0 1 0,0 0 0,0 0 0,0-1 0,0 1 0,0 0 0,-1 0 0,1-1 0,4-12 0,12-9 0,-10 17 0,-1 0 0,1 1 0,0-1 0,0 1 0,0 0 0,0 1 0,1-1 0,0 1 0,-1 0 0,1 1 0,0 0 0,1 0 0,-1 1 0,8-2 0,12 1 0,1 0 0,37 4 0,-57-2 0,4 1 0,0 0 0,0 0 0,0 1 0,0 1 0,0 0 0,-1 1 0,1 0 0,15 8 0,-23-10 0,-1 0 0,1 1 0,0-1 0,-1 1 0,1 0 0,-1 0 0,0 0 0,0 0 0,0 0 0,-1 1 0,1-1 0,-1 1 0,0 0 0,0 0 0,0 0 0,0 0 0,-1 0 0,1 0 0,-1 1 0,0-1 0,-1 0 0,1 1 0,-1-1 0,0 0 0,0 1 0,0 5 0,-2-2 0,0 0 0,0 0 0,-1 0 0,1-1 0,-2 1 0,1-1 0,-1 0 0,0 0 0,-1 0 0,1 0 0,-1-1 0,-1 1 0,1-2 0,-8 7 0,1-1 0,-1-1 0,0 0 0,0-1 0,-1 0 0,0-1 0,-18 7 0,29-14 0,0 0 0,0 0 0,0 0 0,-1 0 0,1-1 0,0 1 0,0-1 0,0 0 0,-1 0 0,1 0 0,0 0 0,0 0 0,-6-2 0,8 2 0,0-1 0,0 0 0,-1 1 0,1-1 0,0 0 0,0 0 0,0 0 0,0 0 0,0 0 0,0 0 0,1 0 0,-1 0 0,0 0 0,0 0 0,1 0 0,-1 0 0,1-1 0,-1 1 0,1 0 0,-1-1 0,1 1 0,0 0 0,0 0 0,0-1 0,-1 1 0,1-1 0,0 1 0,1 0 0,-1-1 0,0 1 0,0 0 0,1 0 0,-1-1 0,0 1 0,2-2 0,0-3 0,0 0 0,1 1 0,0-1 0,0 1 0,0 0 0,0 0 0,1 0 0,0 0 0,0 1 0,0-1 0,1 1 0,0 0 0,-1 0 0,1 1 0,1-1 0,-1 1 0,0 0 0,1 1 0,0-1 0,6-1 0,-7 2 0,0 0 0,1 1 0,-1 0 0,1-1 0,-1 2 0,1-1 0,-1 1 0,1 0 0,0 0 0,-1 0 0,1 1 0,0 0 0,-1 0 0,1 0 0,-1 1 0,0 0 0,1 0 0,-1 0 0,0 0 0,0 1 0,9 6 0,-10-4 0,1-1 0,-1 1 0,1 0 0,-1 0 0,-1 0 0,1 0 0,-1 1 0,0-1 0,0 1 0,0 0 0,-1 0 0,0 0 0,2 12 0,-3-14 0,-1 0 0,1 1 0,-1-1 0,-1 1 0,1-1 0,-1 1 0,1-1 0,-1 0 0,-1 1 0,1-1 0,0 0 0,-1 0 0,0 0 0,0 0 0,0 0 0,-1 0 0,1-1 0,-1 1 0,0-1 0,-6 6 0,0-1 31,0-1 0,0-1 0,-1 0 0,1 0 0,-1-1 0,-1 0 0,1 0 0,-1-1 1,0-1-1,-11 2 0,-9 1-600,0-1 0,-43 0 0,35-4-6257</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9.401"/>
    </inkml:context>
    <inkml:brush xml:id="br0">
      <inkml:brushProperty name="width" value="0.05" units="cm"/>
      <inkml:brushProperty name="height" value="0.05" units="cm"/>
      <inkml:brushProperty name="color" value="#FFFFFF"/>
    </inkml:brush>
  </inkml:definitions>
  <inkml:trace contextRef="#ctx0" brushRef="#br0">536 35 24575,'-3'-4'0,"-1"1"0,0 1 0,0-1 0,0 0 0,-1 1 0,1 0 0,0 0 0,-1 0 0,0 1 0,1 0 0,-9-2 0,-54-3 0,54 6 0,0 0 0,1 1 0,-1 0 0,0 1 0,0 0 0,1 1 0,0 1 0,-1 0 0,1 1 0,1 0 0,-1 0 0,-11 8 0,9-2 0,0-1 0,0 2 0,1 0 0,0 0 0,1 1 0,1 1 0,0 0 0,-11 19 0,6-5 0,1 0 0,1 2 0,2 0 0,1 0 0,1 1 0,-8 47 0,11-35 0,1-1 0,3 1 0,2 0 0,5 60 0,-3-88 0,1 0 0,1 0 0,1 0 0,0 0 0,1-1 0,0 1 0,13 22 0,-13-28 0,0-1 0,0 0 0,1-1 0,0 0 0,1 0 0,0 0 0,0 0 0,0-1 0,1 0 0,0-1 0,0 0 0,0 0 0,13 5 0,-2-4 0,0 0 0,0-2 0,0 0 0,1-1 0,-1-1 0,1-1 0,-1 0 0,1-2 0,0 0 0,23-5 0,-2-2 0,-1-1 0,1-2 0,68-30 0,-82 29 0,0-2 0,-1-1 0,0-1 0,-2-1 0,0-1 0,-1-2 0,0 0 0,-2-1 0,0-1 0,29-42 0,-40 48 0,0-1 0,0 0 0,-2 0 0,0-1 0,-1 0 0,-1-1 0,6-30 0,-10 34 0,0-1 0,-1 1 0,-1-1 0,0 0 0,-1 1 0,-1-1 0,0 1 0,-1-1 0,-1 1 0,-7-19 0,5 20 0,0 1 0,0-1 0,-2 1 0,0 0 0,0 1 0,-1 0 0,0 0 0,-1 1 0,-22-19 0,16 17 0,-1 1 0,-1 1 0,1 0 0,-2 2 0,1 0 0,-31-10 0,11 8 0,-1 2 0,0 1 0,0 2 0,-1 2 0,0 1 0,-78 6 0,82 0-682,-60 15-1,47-5-6143</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49.837"/>
    </inkml:context>
    <inkml:brush xml:id="br0">
      <inkml:brushProperty name="width" value="0.05" units="cm"/>
      <inkml:brushProperty name="height" value="0.05" units="cm"/>
      <inkml:brushProperty name="color" value="#FFFFFF"/>
    </inkml:brush>
  </inkml:definitions>
  <inkml:trace contextRef="#ctx0" brushRef="#br0">308 146 24575,'1'-3'0,"0"0"0,0 0 0,0 0 0,0 0 0,0 0 0,1 0 0,-1 0 0,1 0 0,2-2 0,8-17 0,-11 19 0,0 1 0,0-1 0,0 1 0,-1-1 0,1 1 0,-1-1 0,1 1 0,-1-1 0,0 0 0,0 1 0,0-1 0,-1 1 0,1-1 0,-1 1 0,1-1 0,-1 1 0,0-1 0,0 1 0,0-1 0,0 1 0,0 0 0,0-1 0,-1 1 0,1 0 0,-1 0 0,0 0 0,0 0 0,1 1 0,-1-1 0,0 0 0,-1 1 0,1-1 0,0 1 0,0 0 0,-1 0 0,1 0 0,0 0 0,-1 0 0,-4-1 0,-2 0 0,0 0 0,0 0 0,0 1 0,0 1 0,-1 0 0,1 0 0,0 0 0,0 1 0,0 1 0,-11 2 0,10 0 0,-1 0 0,1 1 0,-1 0 0,1 0 0,1 1 0,-1 1 0,1 0 0,0 0 0,0 0 0,1 1 0,0 1 0,1-1 0,0 1 0,0 1 0,1-1 0,0 1 0,1 0 0,-6 14 0,8-17 0,0 1 0,0 0 0,1 0 0,0-1 0,0 1 0,1 1 0,0-1 0,1 0 0,0 0 0,0 0 0,0 0 0,1 0 0,1 0 0,-1 0 0,1 0 0,1 0 0,-1 0 0,1-1 0,1 1 0,-1-1 0,1 0 0,0 0 0,1 0 0,0-1 0,0 1 0,8 6 0,-4-5 27,1 0-1,0 0 0,0-1 0,1-1 1,0 0-1,0 0 0,0-1 0,1 0 1,0-1-1,-1-1 0,2 0 0,11 2 1,-8-3-217,0-1 0,0 0 1,0-1-1,0-1 0,0 0 1,0-2-1,0 0 1,27-8-1,-1-5-6636</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0.209"/>
    </inkml:context>
    <inkml:brush xml:id="br0">
      <inkml:brushProperty name="width" value="0.05" units="cm"/>
      <inkml:brushProperty name="height" value="0.05" units="cm"/>
      <inkml:brushProperty name="color" value="#FFFFFF"/>
    </inkml:brush>
  </inkml:definitions>
  <inkml:trace contextRef="#ctx0" brushRef="#br0">92 535 24575,'-2'-4'0,"0"0"0,0 0 0,0 1 0,-1-1 0,1 1 0,-1 0 0,-5-5 0,8 8 0,-1-1 0,1 1 0,-1 0 0,1-1 0,-1 1 0,1 0 0,-1-1 0,1 1 0,-1 0 0,1 0 0,-1 0 0,1 0 0,-1 0 0,1 0 0,-1-1 0,1 1 0,-1 0 0,1 0 0,-1 1 0,0-1 0,1 0 0,-1 0 0,1 0 0,-2 1 0,1-1 0,0 1 0,0 0 0,0 0 0,0 0 0,1 0 0,-1 0 0,0 0 0,0 1 0,1-1 0,-1 0 0,0 0 0,1 1 0,-1-1 0,1 0 0,-1 2 0,-2 10 0,1 0 0,0-1 0,0 1 0,2 0 0,-1 0 0,3 20 0,16 81 0,-10-66 0,8 104 0,-14-149 0,1-11 0,2-15 0,-2-34 0,-2 0 0,-7-72 0,-26-116 0,19 158 0,1 5 0,0 9 0,-2-82 0,13 153 0,1 0 0,0 0 0,0 1 0,0-1 0,0 0 0,1 1 0,-1-1 0,0 0 0,1 1 0,-1-1 0,1 0 0,-1 1 0,1-1 0,1-1 0,-2 3 0,1-1 0,-1 1 0,1 0 0,-1 0 0,0 0 0,1-1 0,-1 1 0,1 0 0,-1 0 0,1 0 0,-1 0 0,1 0 0,-1 0 0,1 0 0,-1 0 0,1 0 0,-1 0 0,1 0 0,-1 0 0,1 0 0,-1 0 0,0 0 0,1 0 0,-1 1 0,1-1 0,-1 0 0,1 0 0,-1 1 0,0-1 0,1 1 0,5 3 0,0 1 0,-1 1 0,1-1 0,6 10 0,-11-14 0,123 152-1365,-93-116-5461</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0.384"/>
    </inkml:context>
    <inkml:brush xml:id="br0">
      <inkml:brushProperty name="width" value="0.05" units="cm"/>
      <inkml:brushProperty name="height" value="0.05" units="cm"/>
      <inkml:brushProperty name="color" value="#FFFFFF"/>
    </inkml:brush>
  </inkml:definitions>
  <inkml:trace contextRef="#ctx0" brushRef="#br0">0 38 24575,'6'-3'0,"6"-1"0,6 0 0,10-2 0,10-1 0,7 2 0,2 1 0,3 1 0,-7 2-8191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0.930"/>
    </inkml:context>
    <inkml:brush xml:id="br0">
      <inkml:brushProperty name="width" value="0.05" units="cm"/>
      <inkml:brushProperty name="height" value="0.05" units="cm"/>
      <inkml:brushProperty name="color" value="#FFFFFF"/>
    </inkml:brush>
  </inkml:definitions>
  <inkml:trace contextRef="#ctx0" brushRef="#br0">30 405 24575,'-1'-4'0,"-1"0"0,1 0 0,-1 0 0,0 0 0,1 0 0,-2 1 0,1-1 0,0 0 0,-1 1 0,-3-4 0,6 6 0,0 1 0,0 0 0,0 0 0,0 0 0,-1 0 0,1 0 0,0 0 0,0 0 0,0 0 0,0 0 0,0 0 0,0 0 0,0 0 0,0-1 0,0 1 0,0 0 0,0 0 0,0 0 0,0 0 0,0 0 0,-1 0 0,1 0 0,0 0 0,0 0 0,0 0 0,0 0 0,0 0 0,0 0 0,0 0 0,0 0 0,0 0 0,0 0 0,-1 0 0,1 0 0,0 0 0,0 0 0,0 0 0,0 0 0,0 0 0,0 0 0,0 0 0,0 0 0,0 0 0,0 0 0,0 0 0,-1 0 0,1 0 0,0 1 0,0-1 0,0 0 0,0 0 0,0 0 0,0 0 0,0 0 0,0 0 0,0 0 0,0 0 0,0 0 0,0 0 0,0 0 0,0 0 0,0 1 0,0-1 0,0 0 0,0 0 0,0 0 0,0 0 0,-1 11 0,5 16 0,41 382 0,-45-404 0,1 0 0,1 22 0,-2-26 0,0 0 0,1 0 0,-1 0 0,0 0 0,0 1 0,0-1 0,1 0 0,-1 0 0,1 0 0,-1 0 0,1 0 0,-1 0 0,1 0 0,0 0 0,-1 0 0,3 1 0,-2-5 0,0 0 0,0-1 0,0 1 0,0-1 0,-1 1 0,1 0 0,-1-1 0,0-6 0,-2-89 0,-4 1 0,-21-109 0,-3-45 0,29 238 0,0 1 0,1-1 0,1 1 0,0-1 0,1 1 0,4-16 0,-6 26 0,1 0 0,0 0 0,0 0 0,1 0 0,-1 0 0,1 0 0,-1 0 0,1 0 0,0 1 0,0-1 0,0 1 0,0-1 0,1 1 0,-1 0 0,1 0 0,-1 0 0,1 0 0,0 0 0,-1 0 0,1 1 0,0-1 0,0 1 0,0 0 0,1 0 0,-1 0 0,0 1 0,0-1 0,0 1 0,1-1 0,4 1 0,-1 1 0,0-1 0,0 1 0,0 0 0,0 1 0,0 0 0,0 0 0,-1 0 0,1 1 0,-1 0 0,1 0 0,-1 1 0,0-1 0,-1 1 0,1 1 0,0-1 0,-1 1 0,0 0 0,0 0 0,-1 1 0,0-1 0,0 1 0,0 0 0,0 0 0,-1 0 0,0 1 0,0-1 0,-1 1 0,0 0 0,0-1 0,0 1 0,-1 0 0,0 0 0,0 0 0,-1 0 0,0 0 0,0 0 0,-1 0 0,0 0 0,0 0 0,0 0 0,-1 0 0,0 0 0,-4 7 0,0-3-136,-1-1-1,0 1 1,-1-2-1,0 1 1,0-1-1,-1 0 1,0-1-1,-1 0 0,-17 11 1,0-1-6690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1.301"/>
    </inkml:context>
    <inkml:brush xml:id="br0">
      <inkml:brushProperty name="width" value="0.05" units="cm"/>
      <inkml:brushProperty name="height" value="0.05" units="cm"/>
      <inkml:brushProperty name="color" value="#FFFFFF"/>
    </inkml:brush>
  </inkml:definitions>
  <inkml:trace contextRef="#ctx0" brushRef="#br0">0 115 24575,'0'-46'0,"0"39"0,0 31 0,0 12 0,2 1 0,1 0 0,2-1 0,2 0 0,19 61 0,-23-89 0,0-1 0,0 1 0,1-1 0,0 0 0,0 0 0,1-1 0,-1 0 0,1 1 0,1-1 0,-1-1 0,8 6 0,-11-9 0,1 0 0,-1-1 0,1 0 0,0 1 0,0-1 0,-1 0 0,1 0 0,0 0 0,0-1 0,0 1 0,0-1 0,0 1 0,0-1 0,0 0 0,0 0 0,0 0 0,0-1 0,0 1 0,0-1 0,0 0 0,0 0 0,0 0 0,0 0 0,0 0 0,-1 0 0,1-1 0,0 1 0,-1-1 0,1 0 0,-1 0 0,4-3 0,4-5 0,-1 0 0,1-1 0,-2 0 0,1-1 0,-2 1 0,1-2 0,-2 1 0,0-1 0,0 0 0,4-14 0,-4 6 0,0 0 0,-2 0 0,0-1 0,-1 0 0,-1-38 0,-2 50 38,0 0 0,-1 0 0,-1 0 0,1 1 0,-2-1 0,1 1 0,-1-1 0,-5-9 0,7 17-86,0-1 1,-1 1-1,1 0 1,-1 0 0,1 0-1,-1 0 1,0 0-1,1 0 1,-1 1 0,0-1-1,0 1 1,0-1-1,-1 1 1,1 0-1,0-1 1,0 1 0,-1 0-1,1 1 1,-1-1-1,1 0 1,-1 1 0,1-1-1,-1 1 1,1 0-1,-1 0 1,1 0 0,-1 0-1,1 0 1,-1 0-1,1 1 1,-1-1 0,1 1-1,-1 0 1,1 0-1,-4 2 1,-13 5-6779</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1.680"/>
    </inkml:context>
    <inkml:brush xml:id="br0">
      <inkml:brushProperty name="width" value="0.05" units="cm"/>
      <inkml:brushProperty name="height" value="0.05" units="cm"/>
      <inkml:brushProperty name="color" value="#FFFFFF"/>
    </inkml:brush>
  </inkml:definitions>
  <inkml:trace contextRef="#ctx0" brushRef="#br0">157 147 24575,'8'-8'0,"-1"0"0,0-1 0,0 0 0,-1-1 0,0 0 0,0 0 0,-1 0 0,-1 0 0,5-13 0,-9 22 0,1 0 0,-1 0 0,1 0 0,-1-1 0,0 1 0,0 0 0,1 0 0,-1 0 0,0 0 0,0 0 0,0-1 0,0 1 0,0 0 0,-1 0 0,1 0 0,0 0 0,0 0 0,-1 0 0,1-1 0,-1 1 0,1 0 0,-1 0 0,1 0 0,-1 0 0,1 0 0,-1 1 0,0-1 0,0 0 0,0 0 0,1 0 0,-1 1 0,0-1 0,0 0 0,0 1 0,0-1 0,0 0 0,0 1 0,0 0 0,0-1 0,0 1 0,-1 0 0,1-1 0,0 1 0,0 0 0,0 0 0,0 0 0,0 0 0,-1 0 0,1 0 0,0 0 0,-1 1 0,-5-1 0,1 1 0,-1 1 0,1-1 0,-1 1 0,1 0 0,0 0 0,-10 6 0,7-2 0,0-1 0,0 1 0,1 1 0,0 0 0,0 0 0,0 1 0,1 0 0,-11 16 0,15-20 0,1-1 0,1 0 0,-1 1 0,0 0 0,1-1 0,0 1 0,0 0 0,0-1 0,0 1 0,1 0 0,-1 0 0,1 0 0,0 0 0,0-1 0,0 1 0,1 0 0,0 0 0,-1 0 0,1 0 0,0-1 0,1 1 0,-1 0 0,1-1 0,-1 1 0,1-1 0,0 0 0,4 5 0,8 7 0,0 0 0,2-1 0,-1-1 0,2 0 0,-1-2 0,23 13 0,-11-7 0,27 23 0,-52-38 0,-1 0 0,0 0 0,1 0 0,-1 0 0,0 0 0,-1 0 0,1 1 0,0-1 0,-1 1 0,1 0 0,-1-1 0,0 1 0,0 0 0,0 0 0,0-1 0,1 7 0,-2-7 0,0 0 0,-1 0 0,1 0 0,-1 0 0,1 0 0,-1 0 0,0 0 0,1 0 0,-1 0 0,0-1 0,0 1 0,-1 0 0,1 0 0,0-1 0,0 1 0,-1-1 0,1 1 0,-1-1 0,1 0 0,-1 0 0,0 1 0,1-1 0,-1 0 0,0 0 0,-2 0 0,-7 4 38,1-1 0,-1 0 0,0-1 0,0 0 0,0-1 0,-1 0 0,1-1 0,-14 0 0,4-1-465,0-1 0,-1-1 1,-28-7-1,14 0-6399</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2.129"/>
    </inkml:context>
    <inkml:brush xml:id="br0">
      <inkml:brushProperty name="width" value="0.05" units="cm"/>
      <inkml:brushProperty name="height" value="0.05" units="cm"/>
      <inkml:brushProperty name="color" value="#FFFFFF"/>
    </inkml:brush>
  </inkml:definitions>
  <inkml:trace contextRef="#ctx0" brushRef="#br0">0 110 24575,'17'-29'0,"22"-29"0,-35 52 0,-3 5 0,0-1 0,0 1 0,0 0 0,0-1 0,0 1 0,0 0 0,0 0 0,1 0 0,-1 0 0,0 0 0,1 0 0,2-1 0,-4 2 0,0 0 0,1 0 0,-1 0 0,1 0 0,-1 0 0,0 0 0,1 0 0,-1 0 0,1 0 0,-1 0 0,1 0 0,-1 0 0,0 1 0,1-1 0,-1 0 0,0 0 0,1 0 0,-1 1 0,0-1 0,1 0 0,-1 0 0,0 1 0,1-1 0,-1 0 0,0 1 0,0-1 0,1 0 0,-1 1 0,0-1 0,0 1 0,2 5 0,0-1 0,0 1 0,-1 0 0,0 0 0,1 8 0,-2-9 0,42 439 0,-42-442 0,2 62 0,-1-39 0,0-1 0,1 1 0,8 34 0,-10-58 0,0 0 0,0 0 0,0 0 0,1 0 0,-1 0 0,1 0 0,-1 0 0,0 0 0,1 0 0,0 0 0,-1-1 0,1 1 0,0 0 0,-1 0 0,1 0 0,0-1 0,0 1 0,1 0 0,-2 0 0,1-1 0,-1 0 0,1 0 0,-1 0 0,1 0 0,0 0 0,-1 0 0,1 0 0,-1 0 0,1-1 0,-1 1 0,1 0 0,0 0 0,-1 0 0,1-1 0,-1 1 0,1 0 0,-1-1 0,1 1 0,-1 0 0,1-1 0,-1 1 0,1-1 0,3-4 0,1 0 0,-1-1 0,0 1 0,4-9 0,-5 8 0,22-37 0,42-67 0,-55 94 0,0 0 0,0 1 0,1 1 0,22-19 0,-33 31 0,1 0 0,-1 0 0,0 1 0,1-1 0,0 0 0,-1 1 0,1 0 0,0 0 0,0 0 0,0 0 0,0 0 0,-1 1 0,1-1 0,0 1 0,4-1 0,-5 2 0,0-1 0,0 1 0,1-1 0,-1 1 0,0 0 0,0 0 0,0 0 0,0 0 0,-1 0 0,1 0 0,0 0 0,0 1 0,-1-1 0,1 1 0,-1-1 0,1 1 0,-1 0 0,0-1 0,1 1 0,-1 0 0,1 3 0,9 17 0,-2 0 0,9 27 0,-11-27 0,1 0 0,19 34 0,-21-44 86,1-2-1,0 1 0,16 16 1,-22-25-152,1 0 0,0-1 1,-1 1-1,1 0 0,0-1 1,0 1-1,0-1 0,0 1 1,1-1-1,-1 0 1,0 0-1,1 0 0,-1 0 1,0-1-1,1 1 0,-1-1 1,1 1-1,-1-1 0,1 0 1,-1 0-1,1 0 1,-1 0-1,1 0 0,-1 0 1,5-2-1,5-5-6760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5.652"/>
    </inkml:context>
    <inkml:brush xml:id="br0">
      <inkml:brushProperty name="width" value="0.05" units="cm"/>
      <inkml:brushProperty name="height" value="0.05" units="cm"/>
      <inkml:brushProperty name="color" value="#FFFFFF"/>
    </inkml:brush>
  </inkml:definitions>
  <inkml:trace contextRef="#ctx0" brushRef="#br0">20 145 24575,'-17'-1'0,"17"1"0,0 0 0,-1 0 0,1 0 0,0 0 0,0 0 0,0 0 0,0 0 0,0 0 0,0 0 0,0 0 0,0 0 0,0 0 0,0 0 0,-1 0 0,1 0 0,0 0 0,0 0 0,0 0 0,0 0 0,0 0 0,0 0 0,0 0 0,0 0 0,0 0 0,0 0 0,0 0 0,0 0 0,0-1 0,-1 1 0,1 0 0,0 0 0,0 0 0,0 0 0,0 0 0,0 0 0,0 0 0,0 0 0,0 0 0,0 0 0,0 0 0,0-1 0,0 1 0,0 0 0,0 0 0,0 0 0,0 0 0,0 0 0,0 0 0,0 0 0,0 0 0,0 0 0,0 0 0,0 0 0,0-1 0,0 1 0,0 0 0,0 0 0,1 0 0,-1 0 0,0 0 0,0 0 0,0 0 0,0 0 0,0 0 0,0 0 0,0 0 0,0 0 0,31-11 0,231-26 0,-188 29 0,1099-73-2164,-1085 77-3863</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9:55.837"/>
    </inkml:context>
    <inkml:brush xml:id="br0">
      <inkml:brushProperty name="width" value="0.05" units="cm"/>
      <inkml:brushProperty name="height" value="0.05" units="cm"/>
      <inkml:brushProperty name="color" value="#FFFFFF"/>
    </inkml:brush>
  </inkml:definitions>
  <inkml:trace contextRef="#ctx0" brushRef="#br0">24 125 24575,'-7'0'0,"-4"3"0,5 2 0,13-5 0,18-4 0,24-4 0,24-5 0,25-3 0,24-2 0,20 0 0,12-2-982,9 4 982,-1 4 0,-30 5-7209</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7.637"/>
    </inkml:context>
    <inkml:brush xml:id="br0">
      <inkml:brushProperty name="width" value="0.05" units="cm"/>
      <inkml:brushProperty name="height" value="0.05" units="cm"/>
      <inkml:brushProperty name="color" value="#FFFFFF"/>
    </inkml:brush>
  </inkml:definitions>
  <inkml:trace contextRef="#ctx0" brushRef="#br0">22 664 24575,'1'4'0,"-1"-1"0,1 0 0,1 1 0,-1-1 0,0 0 0,1 1 0,-1-1 0,4 4 0,7 16 0,-1 11 0,-1 0 0,-2 1 0,-1 0 0,-2 0 0,-1 1 0,-1 55 0,-3-91 0,-5 40 0,5-38 0,0 0 0,0-1 0,-1 1 0,1 0 0,-1 0 0,1-1 0,-1 1 0,0 0 0,0-1 0,0 1 0,0 0 0,0-1 0,0 1 0,0-1 0,0 0 0,-1 1 0,1-1 0,-2 1 0,2-1 0,0-1 0,1 0 0,-1 0 0,1 0 0,-1 0 0,1 0 0,-1 0 0,0 0 0,1 0 0,-1 0 0,1 0 0,-1 0 0,1-1 0,-1 1 0,1 0 0,-1 0 0,0 0 0,1-1 0,-1 1 0,1 0 0,0-1 0,-1 1 0,1 0 0,-1-1 0,1 1 0,-1-1 0,1 1 0,0-1 0,-1 1 0,1-1 0,0 1 0,0-1 0,-1 1 0,1-1 0,-9-22 0,9 22 0,-12-56 0,2 0 0,3-1 0,-1-72 0,7 91 0,-1 16 0,-5-235 0,8 200 0,3 0 0,15-81 0,-17 127 0,1-1 0,1 1 0,0 0 0,1 0 0,0 0 0,0 0 0,1 1 0,1 0 0,14-18 0,-17 24 0,0 1 0,1 0 0,-1 0 0,1 1 0,-1 0 0,1-1 0,0 1 0,0 1 0,1-1 0,-1 1 0,1 0 0,-1 0 0,1 1 0,-1-1 0,1 1 0,0 1 0,0-1 0,-1 1 0,1 0 0,0 0 0,0 0 0,0 1 0,10 3 0,-3 0 0,0 0 0,0 1 0,0 1 0,0 0 0,-1 1 0,0 1 0,0-1 0,-1 2 0,0 0 0,10 10 0,-7-5 0,-1 0 0,0 2 0,0-1 0,-2 2 0,0-1 0,13 29 0,-20-35 0,0 1 0,0-1 0,-1 1 0,0 0 0,-1 0 0,0 1 0,-1-1 0,0 0 0,-1 0 0,0 1 0,-1-1 0,0 0 0,-1 0 0,0 1 0,-1-1 0,0-1 0,-1 1 0,0 0 0,-1-1 0,0 0 0,0 0 0,-1 0 0,0-1 0,-1 0 0,0 0 0,-1-1 0,-11 12 0,-13 6 0,-1-1 0,-1-1 0,0-2 0,-59 28 0,61-34 0,22-8 0,14-4 0,21-1 0,-10-2 0,1 2 0,-1 2 0,0-1 0,0 2 0,0 0 0,-1 0 0,0 2 0,0 0 0,0 0 0,-1 1 0,21 19 0,-16-10 0,0 1 0,-2 0 0,0 2 0,-1-1 0,24 46 0,-12-18-1365,-15-30-5461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7.993"/>
    </inkml:context>
    <inkml:brush xml:id="br0">
      <inkml:brushProperty name="width" value="0.05" units="cm"/>
      <inkml:brushProperty name="height" value="0.05" units="cm"/>
      <inkml:brushProperty name="color" value="#FFFFFF"/>
    </inkml:brush>
  </inkml:definitions>
  <inkml:trace contextRef="#ctx0" brushRef="#br0">84 1 24575,'-3'0'0,"1"0"0,0 1 0,-1-1 0,1 1 0,0 0 0,-1-1 0,1 1 0,0 0 0,0 1 0,-1-1 0,1 0 0,0 1 0,0-1 0,1 1 0,-1-1 0,0 1 0,0 0 0,1 0 0,-1 0 0,1 0 0,0 0 0,-1 0 0,-1 4 0,-2 6 0,1-1 0,0 1 0,-4 17 0,6-22 0,-1 5 0,0 0 0,1 0 0,0 0 0,1 0 0,1 0 0,-1 0 0,2 1 0,0-1 0,3 12 0,-2-16 0,0-1 0,0 0 0,1-1 0,0 1 0,0 0 0,1-1 0,0 0 0,0 0 0,1 0 0,-1 0 0,1-1 0,1 0 0,-1 0 0,1 0 0,-1 0 0,10 4 0,-8-4 0,1-1 0,0 0 0,0 0 0,0-1 0,0 0 0,1 0 0,0-1 0,-1 0 0,1-1 0,0 0 0,0 0 0,-1-1 0,1 0 0,15-2 0,-17 1 0,-1-1 0,0 0 0,1 0 0,-1 0 0,0-1 0,0 1 0,-1-1 0,1-1 0,-1 1 0,1-1 0,-1 0 0,0 0 0,-1-1 0,1 0 0,-1 1 0,0-2 0,0 1 0,0 0 0,-1-1 0,6-10 0,-3 0 0,-1-1 0,0 0 0,-1 0 0,-1-1 0,-1 1 0,0-1 0,-2 0 0,0 0 0,0 1 0,-2-1 0,0 1 0,-6-24 0,7 39 0,1 1 0,0-1 0,-1 1 0,1-1 0,-1 1 0,1 0 0,-1-1 0,1 1 0,-1 0 0,0 0 0,0-1 0,0 1 0,0 0 0,0 0 0,0 0 0,0 0 0,0 0 0,0 0 0,-1 0 0,1 0 0,0 1 0,0-1 0,-2 0 0,1 1 0,1 0 0,-1 0 0,1 0 0,-1 0 0,1 1 0,0-1 0,-1 1 0,1-1 0,0 1 0,-1-1 0,1 1 0,0 0 0,0 0 0,-1 0 0,1-1 0,0 1 0,0 0 0,0 0 0,0 0 0,0 1 0,0-1 0,1 0 0,-3 3 0,-1 2-97,0 0-1,1 0 1,-1 1-1,1 0 1,1 0-1,-1 0 1,1 0-1,0 0 1,1 0-1,0 0 1,0 0-1,0 1 0,1 9 1,3 4-6729</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8.365"/>
    </inkml:context>
    <inkml:brush xml:id="br0">
      <inkml:brushProperty name="width" value="0.05" units="cm"/>
      <inkml:brushProperty name="height" value="0.05" units="cm"/>
      <inkml:brushProperty name="color" value="#FFFFFF"/>
    </inkml:brush>
  </inkml:definitions>
  <inkml:trace contextRef="#ctx0" brushRef="#br0">1 64 24575,'0'-5'0,"0"0"0,0 0 0,0 0 0,0 0 0,1 0 0,0 0 0,1-6 0,-1 11 0,-1-1 0,0 1 0,1-1 0,-1 0 0,0 1 0,1-1 0,-1 1 0,0-1 0,1 1 0,-1-1 0,1 1 0,-1-1 0,1 1 0,-1 0 0,1-1 0,0 1 0,-1 0 0,1-1 0,-1 1 0,1 0 0,0-1 0,1 1 0,-1 0 0,0 0 0,1 0 0,-1 1 0,1-1 0,-1 0 0,0 0 0,1 1 0,-1-1 0,0 1 0,0-1 0,1 1 0,-1 0 0,2 0 0,7 6 0,0 1 0,-1 0 0,0 0 0,0 1 0,-1 0 0,0 0 0,0 1 0,-1 0 0,9 16 0,1 5 0,-2 0 0,12 36 0,-26-63 0,0 0 0,1-1 0,-1 1 0,-1 0 0,1 0 0,0 5 0,-2-8 0,0-7 0,-1-11 0,5 2 0,-1 0 0,2 0 0,0 0 0,1 1 0,0-1 0,2 1 0,12-22 0,-13 25 0,1 1 0,0 0 0,0 0 0,1 1 0,1 0 0,-1 0 0,1 1 0,1 0 0,0 1 0,12-7 0,-19 12 0,0 0 0,0 1 0,0-1 0,0 1 0,0 0 0,1 0 0,-1 0 0,0 0 0,1 1 0,-1 0 0,1-1 0,-1 1 0,1 0 0,-1 1 0,0-1 0,1 0 0,-1 1 0,5 1 0,-4 0 0,0 0 0,-1 0 0,1 0 0,-1 1 0,1-1 0,-1 1 0,0 0 0,0 0 0,-1 0 0,1 0 0,0 1 0,-1-1 0,3 5 0,1 4 0,-1 1 0,1-1 0,-2 1 0,0 0 0,-1 1 0,0-1 0,-1 0 0,1 17 0,-3-13-273,-1 0 0,0 1 0,-1-1 0,-9 31 0,3-18-6553</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9.037"/>
    </inkml:context>
    <inkml:brush xml:id="br0">
      <inkml:brushProperty name="width" value="0.05" units="cm"/>
      <inkml:brushProperty name="height" value="0.05" units="cm"/>
      <inkml:brushProperty name="color" value="#FFFFFF"/>
    </inkml:brush>
  </inkml:definitions>
  <inkml:trace contextRef="#ctx0" brushRef="#br0">48 64 24575,'-6'-7'0,"0"0"0,1 0 0,-6-10 0,-7-8 0,18 25 0,1 0 0,-1 0 0,0 0 0,0 0 0,0 0 0,0 0 0,0 0 0,0 0 0,0 0 0,0 1 0,0-1 0,0 0 0,0 0 0,0 0 0,0 0 0,0 0 0,0 0 0,0 0 0,0 0 0,0 0 0,0 0 0,0 0 0,0 0 0,0 0 0,-1 1 0,1-1 0,0 0 0,0 0 0,0 0 0,0 0 0,0 0 0,0 0 0,0 0 0,0 0 0,0 0 0,0 0 0,0 0 0,0 0 0,0 0 0,0 0 0,0 0 0,0 0 0,0 0 0,-1 0 0,1 0 0,0 0 0,0 0 0,0 0 0,0 0 0,0 0 0,0 0 0,0 0 0,0 0 0,0 0 0,0 0 0,0 0 0,2 14 0,5 18 0,16 57 0,-5 2 0,-3 0 0,4 106 0,-18-126 0,-3-1 0,-4 1 0,-15 77 0,20-141 0,-3 27 0,4-33 0,0-1 0,0 1 0,0 0 0,1 0 0,-1-1 0,0 1 0,0 0 0,0 0 0,1-1 0,-1 1 0,0 0 0,1-1 0,-1 1 0,1 0 0,-1-1 0,1 1 0,-1-1 0,1 1 0,-1 0 0,1-1 0,-1 1 0,1-1 0,0 0 0,-1 1 0,1-1 0,0 0 0,0 1 0,-1-1 0,1 0 0,0 0 0,-1 1 0,1-1 0,0 0 0,0 0 0,0 0 0,-1 0 0,3 0 0,9-1 0,0-1 0,-1 0 0,21-7 0,8-2 0,74-9-213,132-6-1,120 13-580,844 47-2815,-860-18 2055,1218 54-31,-1540-68 1947,85-1 1374,-101-3-299,-13-1-736,-17-2-1093,16 5 248,-34-8-3778</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19.631"/>
    </inkml:context>
    <inkml:brush xml:id="br0">
      <inkml:brushProperty name="width" value="0.05" units="cm"/>
      <inkml:brushProperty name="height" value="0.05" units="cm"/>
      <inkml:brushProperty name="color" value="#FFFFFF"/>
    </inkml:brush>
  </inkml:definitions>
  <inkml:trace contextRef="#ctx0" brushRef="#br0">28 193 24575,'-5'-2'0,"-15"-10"0,18 4 0,12 1 0,6 2 0,1 1 0,0 0 0,0 1 0,20 0 0,0-1 0,703-60-2261,-543 50 1664,2604-48-2731,-2732 64 3015,624 25 946,-594-17 1977,-98-9-2264,-5 1 68,-16 5 508,10-4-607,0 0 0,0 1-1,0 0 1,-17 11 0,22-10-315,1 0 0,0 0 0,0 0 0,0 0 0,0 1 0,1 0 0,0-1 0,1 1 0,-1 0 0,1 0 0,0 1 0,0-1 0,-1 12 0,0 9 0,1 0 0,2 28 0,0-30 0,0 39 0,1 72 0,-20 151 0,15-262 0,-1 21 0,-2-1 0,-2 0 0,-18 52 0,12-69-1365,7-20-5461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0.394"/>
    </inkml:context>
    <inkml:brush xml:id="br0">
      <inkml:brushProperty name="width" value="0.05" units="cm"/>
      <inkml:brushProperty name="height" value="0.05" units="cm"/>
      <inkml:brushProperty name="color" value="#FFFFFF"/>
    </inkml:brush>
  </inkml:definitions>
  <inkml:trace contextRef="#ctx0" brushRef="#br0">70 532 24575,'-1'-5'0,"0"0"0,1 0 0,-1 1 0,-1-1 0,-2-7 0,3 9 0,-1 0 0,1 0 0,0 0 0,0 0 0,1 0 0,-1 0 0,1-1 0,-1 1 0,1 0 0,0 0 0,0 0 0,1-1 0,0-3 0,2 5 0,0 7 0,1 9 0,0 29 0,-1 0 0,-5 58 0,2 34 0,5-113 0,-1-18 0,0-15 0,-1-11 0,-1 0 0,-2 0 0,0 0 0,-4-31 0,-21-89 0,9 65 0,4 15 0,-13-87 0,22 123 0,1-1 0,1 1 0,5-41 0,-4 62 0,1 1 0,-1 0 0,1 0 0,0 0 0,0-1 0,1 1 0,-1 0 0,1 0 0,0 1 0,0-1 0,0 0 0,1 1 0,-1-1 0,1 1 0,0 0 0,4-5 0,-3 6 0,-1 0 0,1 0 0,-1 1 0,1-1 0,0 1 0,-1 0 0,1 0 0,0 0 0,0 0 0,0 1 0,0-1 0,0 1 0,0 0 0,0 0 0,0 1 0,0-1 0,7 2 0,7 3 0,1 0 0,-1 1 0,0 1 0,0 1 0,-1 0 0,0 1 0,-1 1 0,0 1 0,0 0 0,-1 1 0,-1 1 0,0 0 0,-1 1 0,20 26 0,-31-37 0,1 0 0,-1 1 0,-1-1 0,1 1 0,0-1 0,-1 1 0,0 0 0,0 0 0,0-1 0,0 1 0,0 0 0,-1 0 0,0 0 0,0 0 0,0 0 0,0 0 0,-1 0 0,0 5 0,-1-4 0,0-1 0,-1 1 0,1-1 0,-1 0 0,1 0 0,-1 0 0,0 0 0,-1 0 0,1-1 0,-1 1 0,0-1 0,1 0 0,-1 0 0,-6 3 0,-20 10-423,-57 23 1,79-35-98,-31 11-6306</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0.816"/>
    </inkml:context>
    <inkml:brush xml:id="br0">
      <inkml:brushProperty name="width" value="0.05" units="cm"/>
      <inkml:brushProperty name="height" value="0.05" units="cm"/>
      <inkml:brushProperty name="color" value="#FFFFFF"/>
    </inkml:brush>
  </inkml:definitions>
  <inkml:trace contextRef="#ctx0" brushRef="#br0">1 0 24575,'6'1'0,"1"0"0,-1 0 0,1 0 0,-1 1 0,0 0 0,1 0 0,-1 1 0,0-1 0,0 2 0,-1-1 0,1 0 0,8 8 0,7 7 0,32 34 0,-41-39 0,62 72 0,-65-73 0,0 0 0,-1 1 0,-1 0 0,0 0 0,7 20 0,-13-31 0,-1 0 0,1-1 0,0 1 0,-1 0 0,1 0 0,-1 0 0,0 0 0,0 0 0,0 0 0,1 0 0,-2 0 0,1 0 0,0 0 0,0-1 0,-1 1 0,1 0 0,-1 0 0,1 0 0,-1 0 0,0-1 0,0 1 0,0 0 0,0-1 0,0 1 0,0 0 0,0-1 0,-1 1 0,1-1 0,-1 0 0,1 0 0,-1 1 0,1-1 0,-1 0 0,1 0 0,-1 0 0,0 0 0,0-1 0,1 1 0,-4 0 0,0 1 0,0-1 0,-1 0 0,1-1 0,-1 1 0,1-1 0,-1 0 0,1-1 0,-1 1 0,1-1 0,0 0 0,-1 0 0,-9-4 0,11 3 0,0 0 0,0 0 0,0 0 0,0 0 0,1-1 0,-1 1 0,1-1 0,0 0 0,-1 0 0,1 0 0,1-1 0,-1 1 0,0-1 0,1 1 0,0-1 0,0 0 0,0 0 0,0 0 0,1 0 0,-1 0 0,1 0 0,-1-6 0,2 5 0,-1 0 0,1 0 0,0-1 0,1 1 0,0 0 0,-1 0 0,1 0 0,1 0 0,-1 0 0,1 0 0,0 0 0,0 0 0,1 0 0,-1 1 0,1-1 0,0 1 0,0 0 0,5-5 0,-3 4 0,1-1 0,-1 1 0,1 1 0,1-1 0,-1 1 0,1 0 0,-1 1 0,1-1 0,0 1 0,11-3 0,5 0 0,1 2 0,23-3 0,3 0 0,-48 7-124,0 0 0,0-1 0,1 0 0,-1 1 0,0-1 0,0 0-1,0 0 1,0 0 0,0 0 0,3-3 0,2-4-6702</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1.451"/>
    </inkml:context>
    <inkml:brush xml:id="br0">
      <inkml:brushProperty name="width" value="0.05" units="cm"/>
      <inkml:brushProperty name="height" value="0.05" units="cm"/>
      <inkml:brushProperty name="color" value="#FFFFFF"/>
    </inkml:brush>
  </inkml:definitions>
  <inkml:trace contextRef="#ctx0" brushRef="#br0">41 0 24575,'-2'10'0,"0"-1"0,0 0 0,-5 13 0,-8 28 0,3 46 0,11-87 0,1-1 0,0 1 0,1 0 0,0 0 0,0 0 0,1-1 0,0 1 0,5 14 0,-4-19 0,-1-1 0,0 1 0,1-1 0,-1 0 0,1 0 0,0 0 0,0-1 0,0 1 0,1-1 0,-1 1 0,0-1 0,1 0 0,0 0 0,-1-1 0,1 1 0,0-1 0,0 0 0,0 0 0,0 0 0,0 0 0,0-1 0,0 1 0,0-1 0,8-1 0,0 1 0,1-2 0,-1 1 0,0-2 0,0 1 0,-1-2 0,1 1 0,13-7 0,-17 5 0,0 0 0,0 0 0,0 0 0,-1-1 0,0 0 0,0-1 0,0 1 0,-1-1 0,0-1 0,0 1 0,-1-1 0,0 0 0,0 0 0,-1-1 0,0 1 0,4-15 0,-6 18 0,0-1 0,-1 0 0,1 0 0,-2 0 0,1 0 0,0 0 0,-1 0 0,0 0 0,-1 0 0,0 0 0,1 0 0,-2 0 0,1 0 0,-1 0 0,0 0 0,0 1 0,0-1 0,-1 1 0,0-1 0,0 1 0,-1 0 0,1 0 0,-1 0 0,0 1 0,0 0 0,-8-7 0,-15-3 0,27 13 0,-1 1 0,1 0 0,-1-1 0,1 1 0,-1 0 0,0-1 0,1 1 0,-1 0 0,1 0 0,-1 0 0,0 0 0,1-1 0,-1 1 0,1 0 0,-1 0 0,0 0 0,1 0 0,-1 0 0,1 1 0,-1-1 0,0 0 0,1 0 0,-1 0 0,1 0 0,-1 1 0,0-1 0,1 0 0,-1 1 0,1-1 0,-1 0 0,1 1 0,-1-1 0,1 1 0,-1-1 0,1 0 0,0 1 0,-1-1 0,1 1 0,0 0 0,-1-1 0,1 1 0,0-1 0,-1 2 0,2-1 0,-1 0 0,0 0 0,0 0 0,1 1 0,-1-1 0,1 0 0,-1 0 0,1 0 0,0 0 0,-1 0 0,1 0 0,0 0 0,0 0 0,-1 0 0,1 0 0,0-1 0,0 1 0,0 0 0,0-1 0,0 1 0,0 0 0,0-1 0,1 1 0,-1-1 0,0 0 0,0 1 0,0-1 0,2 0 0,36 10 0,-1-6 0,1-1 0,-1-2 0,1-1 0,-1-3 0,1-1 0,63-14 0,-101 17 0,0 1 0,0 0 0,0-1 0,1 1 0,-1 0 0,0 0 0,0 0 0,0 0 0,1 0 0,-1 0 0,0 0 0,0 0 0,0 1 0,0-1 0,1 0 0,-1 1 0,0-1 0,0 1 0,0-1 0,0 1 0,0-1 0,0 1 0,0 0 0,0 0 0,0-1 0,0 1 0,-1 0 0,1 0 0,0 0 0,0 0 0,-1 0 0,1 0 0,-1 0 0,1 0 0,-1 0 0,1 2 0,1 3 0,-1 1 0,0 0 0,0-1 0,0 1 0,-2 10 0,2 3 0,12 99 0,-5-55 0,0 99 0,-8-158-47,0 0 0,-1 0 0,1 0 0,-1 0 0,0-1 0,-1 1 0,1 0 0,-1 0 0,0-1-1,0 1 1,0-1 0,0 1 0,-1-1 0,0 0 0,0 0 0,0 0 0,-1 0 0,1-1 0,-1 1 0,0-1 0,0 0 0,0 0-1,0-1 1,0 1 0,-1-1 0,1 0 0,-1 0 0,-6 2 0,-18 4-6779</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1.608"/>
    </inkml:context>
    <inkml:brush xml:id="br0">
      <inkml:brushProperty name="width" value="0.05" units="cm"/>
      <inkml:brushProperty name="height" value="0.05" units="cm"/>
      <inkml:brushProperty name="color" value="#FFFFFF"/>
    </inkml:brush>
  </inkml:definitions>
  <inkml:trace contextRef="#ctx0" brushRef="#br0">1 1 24575,'3'0'0,"4"0"0,1 3 0,-1 4 0,2 4 0,-2 4 0,-1-2-8191</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2.001"/>
    </inkml:context>
    <inkml:brush xml:id="br0">
      <inkml:brushProperty name="width" value="0.05" units="cm"/>
      <inkml:brushProperty name="height" value="0.05" units="cm"/>
      <inkml:brushProperty name="color" value="#FFFFFF"/>
    </inkml:brush>
  </inkml:definitions>
  <inkml:trace contextRef="#ctx0" brushRef="#br0">178 148 24575,'0'2'0,"1"-1"0,-1 1 0,0-1 0,0 1 0,1-1 0,-1 1 0,1-1 0,-1 1 0,1-1 0,-1 1 0,1-1 0,0 0 0,0 1 0,0-1 0,0 0 0,0 0 0,0 1 0,0-1 0,0 0 0,1 0 0,-1 0 0,0-1 0,0 1 0,1 0 0,-1 0 0,1-1 0,-1 1 0,1-1 0,-1 1 0,1-1 0,-1 1 0,1-1 0,-1 0 0,1 0 0,0 0 0,-1 0 0,1 0 0,-1 0 0,2-1 0,3 1 0,-1-1 0,1 1 0,-1-1 0,0 0 0,1-1 0,-1 0 0,0 0 0,0 0 0,0 0 0,6-4 0,-7 3 0,-1 0 0,0 0 0,0 0 0,0-1 0,0 1 0,-1-1 0,1 1 0,-1-1 0,0 0 0,0 0 0,0 0 0,-1 0 0,1 0 0,-1 0 0,0-1 0,0 1 0,-1 0 0,1-1 0,-1 1 0,0-9 0,0 10 0,-1-1 0,1 1 0,-1 0 0,0 0 0,0-1 0,0 1 0,0 0 0,0 0 0,-1 0 0,1 0 0,-1 0 0,0 0 0,0 1 0,0-1 0,0 1 0,-1-1 0,1 1 0,-1 0 0,1 0 0,-1 0 0,0 0 0,0 0 0,0 0 0,0 1 0,0 0 0,0-1 0,-5 0 0,0 1 0,1 0 0,0 0 0,0 1 0,-1 0 0,1 0 0,0 1 0,-1 0 0,1 0 0,0 1 0,0-1 0,0 2 0,0-1 0,0 1 0,1 0 0,-1 0 0,1 1 0,0 0 0,0 0 0,0 1 0,0-1 0,-5 7 0,-1 2 0,0-1 0,1 1 0,1 1 0,0 0 0,1 0 0,0 1 0,1 0 0,-6 17 0,11-23 0,0 0 0,0 0 0,1-1 0,1 1 0,-1 0 0,1 1 0,1-1 0,0 0 0,0 0 0,3 15 0,-2-18 0,0-1 0,1 0 0,-1 0 0,1 0 0,0 0 0,1 0 0,-1 0 0,1 0 0,0-1 0,1 0 0,-1 1 0,0-1 0,1 0 0,0-1 0,0 1 0,0-1 0,1 0 0,-1 0 0,7 4 0,-1-3 43,0 0 0,0 0-1,0-1 1,1 0 0,-1-1-1,1 0 1,16 0 0,-3-1-612,-1-2 0,31-4 0,-1-4-6257</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08:22.611"/>
    </inkml:context>
    <inkml:brush xml:id="br0">
      <inkml:brushProperty name="width" value="0.05" units="cm"/>
      <inkml:brushProperty name="height" value="0.05" units="cm"/>
      <inkml:brushProperty name="color" value="#FFFFFF"/>
    </inkml:brush>
  </inkml:definitions>
  <inkml:trace contextRef="#ctx0" brushRef="#br0">92 594 24575,'5'-9'0,"-1"0"0,0 0 0,-1 0 0,0-1 0,4-18 0,-7 26 0,1 0 0,-1 0 0,0 0 0,0-1 0,0 1 0,-1 0 0,1 0 0,0 0 0,-1 0 0,1 0 0,-1 0 0,0 1 0,1-1 0,-1 0 0,0 0 0,0 0 0,0 1 0,-1-1 0,1 0 0,0 1 0,-1-1 0,1 1 0,-1-1 0,1 1 0,-1 0 0,1 0 0,-1 0 0,0 0 0,0 0 0,0 0 0,0 0 0,1 0 0,-1 1 0,0-1 0,-4 0 0,4 1 0,0-1 0,-1 0 0,1 1 0,0-1 0,-1 1 0,1 0 0,-1 0 0,1 0 0,0 0 0,-1 0 0,1 1 0,-1-1 0,1 1 0,0-1 0,-1 1 0,1 0 0,0 0 0,0 0 0,-1 0 0,1 0 0,0 1 0,0-1 0,0 0 0,1 1 0,-1 0 0,0-1 0,1 1 0,-1 0 0,0 0 0,1 0 0,0 0 0,0 0 0,0 0 0,0 1 0,0-1 0,0 0 0,0 0 0,0 1 0,1-1 0,0 1 0,-1 3 0,0 4 0,0 1 0,1-1 0,0 0 0,1 1 0,0-1 0,1 0 0,0 0 0,5 16 0,-3-15 0,0-1 0,1 0 0,0 0 0,0 0 0,1-1 0,14 17 0,-18-23 0,0-1 0,1 1 0,-1-1 0,0 0 0,1 0 0,-1 0 0,1 0 0,0-1 0,-1 1 0,1-1 0,0 0 0,0 1 0,0-1 0,0 0 0,0-1 0,0 1 0,1-1 0,-1 1 0,0-1 0,0 0 0,0 0 0,0 0 0,1 0 0,-1-1 0,0 0 0,0 1 0,0-1 0,5-2 0,4-3 0,-1-1 0,0 0 0,0 0 0,0-1 0,-1-1 0,0 0 0,12-14 0,-3 1 0,-1-1 0,18-33 0,-12 16 0,-3 0 0,-1-2 0,-2 0 0,-1-1 0,-3-1 0,-2 0 0,-1-1 0,-3 0 0,5-66 0,-13 106 0,0 0 0,0 1 0,-1-1 0,1 0 0,-1 0 0,0 1 0,0-1 0,-3-6 0,4 11 0,0-1 0,-1 1 0,1-1 0,0 0 0,-1 1 0,1-1 0,-1 1 0,1-1 0,-1 1 0,1-1 0,-1 1 0,1 0 0,-1-1 0,1 1 0,-1 0 0,1-1 0,-1 1 0,0 0 0,1 0 0,-1-1 0,0 1 0,1 0 0,-1 0 0,0 0 0,-1 0 0,1 0 0,-1 1 0,1-1 0,-1 1 0,1-1 0,-1 1 0,1 0 0,0 0 0,-1-1 0,1 1 0,0 0 0,0 0 0,0 0 0,-1 0 0,0 2 0,-6 6 0,0 1 0,0 1 0,1-1 0,1 1 0,0 1 0,0-1 0,1 1 0,-6 18 0,1 5 0,-10 63 0,14-44 0,2 1 0,2 0 0,3-1 0,2 1 0,3-1 0,2 1 0,2-2 0,20 61 0,-28-110 0,10 30 0,-12-33 0,1 0 0,-1 1 0,1-1 0,-1 0 0,1 0 0,0 0 0,-1 0 0,1 0 0,0 0 0,0 0 0,0 0 0,0 0 0,0 0 0,0 0 0,0 0 0,0-1 0,0 1 0,1 0 0,-1-1 0,0 1 0,2 0 0,-2-2 0,0 1 0,0 0 0,0-1 0,0 1 0,-1-1 0,1 1 0,0-1 0,0 1 0,0-1 0,-1 1 0,1-1 0,0 0 0,-1 1 0,1-1 0,-1 0 0,1 0 0,-1 1 0,1-1 0,-1 0 0,1 0 0,-1 0 0,0 0 0,1 0 0,-1-1 0,9-27 0,-8 23 0,13-60 0,6-77 0,-9 48 0,-10 90 0,-1 0 0,1 0 0,0 0 0,1 0 0,-1 0 0,1 0 0,0 1 0,0-1 0,1 1 0,-1-1 0,1 1 0,0 0 0,5-6 0,-6 8 0,1 0 0,0 0 0,0 0 0,0 1 0,0-1 0,0 1 0,1-1 0,-1 1 0,0 0 0,1 0 0,-1 1 0,0-1 0,1 1 0,-1-1 0,1 1 0,-1 0 0,1 1 0,-1-1 0,1 0 0,3 2 0,2-1-195,0 1 0,0 0 0,0 1 0,-1-1 0,1 2 0,14 6 0,-15-3-6631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01.776"/>
    </inkml:context>
    <inkml:brush xml:id="br0">
      <inkml:brushProperty name="width" value="0.05" units="cm"/>
      <inkml:brushProperty name="height" value="0.05" units="cm"/>
      <inkml:brushProperty name="color" value="#FFFFFF"/>
    </inkml:brush>
  </inkml:definitions>
  <inkml:trace contextRef="#ctx0" brushRef="#br0">1 494 24575,'0'-29'0,"0"-17"0,6-53 0,-4 83 0,1 0 0,1 1 0,0-1 0,1 1 0,0 0 0,2 1 0,8-18 0,-6 19 0,1-1 0,0 1 0,1 0 0,0 1 0,1 0 0,1 1 0,-1 1 0,2 0 0,-1 0 0,2 2 0,-1-1 0,1 2 0,0 0 0,0 1 0,1 0 0,0 1 0,0 1 0,0 1 0,1 0 0,30-1 0,-31 3 0,-1 1 0,1 1 0,0 0 0,-1 1 0,1 1 0,-1 0 0,0 1 0,0 1 0,0 0 0,-1 1 0,1 1 0,-1 0 0,-1 0 0,0 2 0,0 0 0,0 0 0,-1 1 0,-1 1 0,0 0 0,0 0 0,-1 1 0,11 16 0,-12-12 57,-1 0 0,0 1 0,-1-1 0,-1 2 0,5 19 0,11 90-1764,-20-102-5119</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02.129"/>
    </inkml:context>
    <inkml:brush xml:id="br0">
      <inkml:brushProperty name="width" value="0.05" units="cm"/>
      <inkml:brushProperty name="height" value="0.05" units="cm"/>
      <inkml:brushProperty name="color" value="#FFFFFF"/>
    </inkml:brush>
  </inkml:definitions>
  <inkml:trace contextRef="#ctx0" brushRef="#br0">0 26 24575,'0'-1'0,"0"0"0,0 0 0,1 0 0,-1 0 0,0 0 0,0 0 0,0 0 0,1 0 0,-1 0 0,1 0 0,-1 0 0,1 0 0,-1 0 0,1 0 0,-1 0 0,1 1 0,0-1 0,0 0 0,-1 0 0,1 0 0,0 1 0,0-1 0,0 1 0,0-1 0,0 0 0,0 1 0,0 0 0,0-1 0,0 1 0,0 0 0,0-1 0,0 1 0,0 0 0,0 0 0,0 0 0,0 0 0,0 0 0,2 0 0,1 0 0,-1 0 0,1 1 0,0-1 0,0 1 0,-1 0 0,1 0 0,0 0 0,-1 1 0,6 2 0,58 41 0,-46-30 0,-1-1 0,2-1 0,0 0 0,0-2 0,38 14 0,-56-24 0,-1 0 0,1-1 0,0 1 0,-1 0 0,1-1 0,0 0 0,-1 0 0,1 0 0,0 0 0,0-1 0,-1 0 0,1 1 0,-1-1 0,1 0 0,0-1 0,-1 1 0,0-1 0,1 1 0,-1-1 0,0 0 0,0-1 0,0 1 0,0 0 0,0-1 0,4-5 0,1-2 0,-1-1 0,-1 1 0,0-1 0,0-1 0,-1 1 0,5-16 0,-9 22 147,6-7-1659</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02.580"/>
    </inkml:context>
    <inkml:brush xml:id="br0">
      <inkml:brushProperty name="width" value="0.05" units="cm"/>
      <inkml:brushProperty name="height" value="0.05" units="cm"/>
      <inkml:brushProperty name="color" value="#FFFFFF"/>
    </inkml:brush>
  </inkml:definitions>
  <inkml:trace contextRef="#ctx0" brushRef="#br0">167 41 24575,'-7'-1'0,"-1"0"0,1 0 0,0-1 0,-11-4 0,-7-1 0,-7-3 0,26 8 0,0-1 0,0 1 0,0 1 0,0-1 0,-1 1 0,-6 0 0,12 1 0,1 0 0,-1 0 0,0 1 0,0-1 0,1 0 0,-1 1 0,0-1 0,1 1 0,-1-1 0,1 1 0,-1-1 0,1 1 0,-1 0 0,1-1 0,-1 1 0,1 0 0,-1-1 0,1 1 0,0 0 0,-1-1 0,1 1 0,0 0 0,0 0 0,-1-1 0,1 1 0,0 0 0,0 0 0,0 0 0,0-1 0,0 2 0,0 30 0,0-25 0,1 27 0,4 71 0,-4-93 0,1 0 0,1 0 0,-1-1 0,2 1 0,0-1 0,8 17 0,-10-25-85,-1 0 0,1 0-1,0-1 1,0 1 0,0-1-1,0 1 1,1-1 0,-1 0-1,1 0 1,-1 0 0,1 0-1,-1-1 1,1 1 0,0-1-1,4 2 1,8 1-6741</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02.922"/>
    </inkml:context>
    <inkml:brush xml:id="br0">
      <inkml:brushProperty name="width" value="0.05" units="cm"/>
      <inkml:brushProperty name="height" value="0.05" units="cm"/>
      <inkml:brushProperty name="color" value="#FFFFFF"/>
    </inkml:brush>
  </inkml:definitions>
  <inkml:trace contextRef="#ctx0" brushRef="#br0">31 1 24575,'-2'-1'0,"1"1"0,-1 0 0,1 0 0,-1 0 0,1 0 0,-1 0 0,1 1 0,-1-1 0,1 0 0,-1 1 0,1-1 0,-1 1 0,1 0 0,0-1 0,-1 1 0,1 0 0,-2 1 0,2-1 0,1 0 0,0 1 0,-1-1 0,1 0 0,0 0 0,0 0 0,0 1 0,0-1 0,0 0 0,0 0 0,0 0 0,0 1 0,0-1 0,1 0 0,-1 0 0,0 0 0,1 0 0,-1 1 0,1-1 0,-1 0 0,1 0 0,0 0 0,0 1 0,5 8 0,0-1 0,1 0 0,-1 0 0,2-1 0,15 15 0,48 33 0,29 10 0,-86-58 0,0-1 0,0-1 0,0-1 0,0 0 0,29 6 0,-37-10 0,0-1 0,0 1 0,0-1 0,0-1 0,0 1 0,0-1 0,0 0 0,0 0 0,0-1 0,0 0 0,5-2 0,-1-1 0,-1 0 0,1 0 0,-2-1 0,1 0 0,13-13 0,2-4 0,-2-2 0,37-54 0,-57 75 0,5-6 0,0 0 0,-1 0 0,7-18 0,-12 23-1365</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2.346"/>
    </inkml:context>
    <inkml:brush xml:id="br0">
      <inkml:brushProperty name="width" value="0.05" units="cm"/>
      <inkml:brushProperty name="height" value="0.05" units="cm"/>
      <inkml:brushProperty name="color" value="#FFFFFF"/>
    </inkml:brush>
  </inkml:definitions>
  <inkml:trace contextRef="#ctx0" brushRef="#br0">50 0 24575,'-1'0'0,"1"0"0,0 1 0,-1-1 0,1 0 0,-1 0 0,1 0 0,-1 0 0,1 1 0,0-1 0,-1 0 0,1 1 0,0-1 0,-1 0 0,1 1 0,0-1 0,-1 0 0,1 1 0,0-1 0,0 0 0,-1 1 0,1-1 0,0 1 0,0-1 0,0 1 0,-1-1 0,1 0 0,0 1 0,0-1 0,0 1 0,0-1 0,0 1 0,0-1 0,0 1 0,0-1 0,0 1 0,0-1 0,1 1 0,-1-1 0,0 0 0,0 1 0,0-1 0,0 1 0,1-1 0,-1 1 0,10 25 0,-8-22 0,-1-3 0,-1 1 0,1-1 0,-1 1 0,1-1 0,-1 1 0,0-1 0,1 1 0,-1-1 0,0 1 0,0-1 0,0 1 0,0 0 0,-1-1 0,1 1 0,0-1 0,-1 1 0,1-1 0,-1 1 0,1-1 0,-1 0 0,-1 2 0,2-2 0,-1 0 0,0 0 0,0 0 0,0 0 0,0-1 0,0 1 0,0 0 0,0-1 0,0 1 0,0-1 0,0 1 0,0-1 0,0 1 0,0-1 0,0 0 0,-1 0 0,1 1 0,0-1 0,0 0 0,0 0 0,-1 0 0,1 0 0,0 0 0,0-1 0,0 1 0,0 0 0,-1-1 0,-1 0 0,2 1 0,0-1 0,0 1 0,0-1 0,-1 0 0,1 0 0,0 1 0,0-1 0,0 0 0,0 0 0,0 0 0,0 0 0,0 0 0,1-1 0,-1 1 0,0 0 0,1 0 0,-1 0 0,1-1 0,-1 1 0,1 0 0,-1-1 0,1 1 0,0 0 0,0-1 0,-1 1 0,1 0 0,0-1 0,0 1 0,1 0 0,-1-1 0,0 1 0,0-1 0,1 1 0,-1 0 0,1 0 0,-1-1 0,1 1 0,-1 0 0,1 0 0,0-1 0,-1 1 0,1 0 0,0 0 0,0 0 0,1-1 0,-2 2 5,0 1 0,0-1 0,0 0 0,0 0 0,-1 0 0,1 1 0,0-1 0,0 0 0,0 0 0,0 0 0,0 1 0,0-1 1,0 0-1,0 0 0,0 1 0,0-1 0,0 0 0,0 0 0,0 0 0,0 1 0,0-1 0,0 0 0,0 0 0,0 1 0,1-1 0,-1 0 0,0 0 0,0 0 0,0 1 0,0-1 0,0 0 0,0 0 0,1 0 0,-1 0 0,0 1 0,0-1 0,0 0 0,0 0 0,1 0 0,-1 0 0,0 0 0,0 0 0,0 0 0,1 1 0,-1-1 0,0 0 0,0 0 0,1 0 0,-1 0 0,0 0 0,0 0 0,1 0 0,-1 0 0,0 0 0,0 0 0,0 0 0,1 0 0,-1-1 0,0 1 0,0 0 0,0 0 0,1 0 0,-1 0 0,0 0 1,0 0-1,0 0 0,1-1 0,-7 19-1712</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2.702"/>
    </inkml:context>
    <inkml:brush xml:id="br0">
      <inkml:brushProperty name="width" value="0.05" units="cm"/>
      <inkml:brushProperty name="height" value="0.05" units="cm"/>
      <inkml:brushProperty name="color" value="#FFFFFF"/>
    </inkml:brush>
  </inkml:definitions>
  <inkml:trace contextRef="#ctx0" brushRef="#br0">529 13 24575,'0'-1'0,"0"1"0,-1-1 0,1 0 0,0 1 0,0-1 0,0 1 0,-1-1 0,1 1 0,0-1 0,-1 1 0,1-1 0,0 1 0,-1-1 0,1 1 0,-1-1 0,1 1 0,-1 0 0,1-1 0,-1 1 0,1 0 0,-1-1 0,1 1 0,-1 0 0,1 0 0,-1 0 0,1-1 0,-1 1 0,0 0 0,1 0 0,-1 0 0,1 0 0,-1 0 0,0 0 0,1 0 0,-1 0 0,1 0 0,-1 0 0,0 0 0,1 1 0,-1-1 0,1 0 0,-2 1 0,-29 8 0,26-7 0,-53 22 0,1 2 0,1 2 0,1 3 0,-61 46 0,99-65 0,0 1 0,1 1 0,-26 29 0,39-39 0,-1 0 0,0 0 0,1 1 0,0 0 0,0 0 0,0 0 0,1 0 0,-1 0 0,1 0 0,1 0 0,-1 1 0,1-1 0,0 1 0,0-1 0,0 1 0,1 0 0,0-1 0,0 1 0,1 7 0,0-10-91,0-1 0,0 1 0,0-1 0,1 1 0,-1-1 0,0 0 0,1 1 0,0-1 0,0 0 0,0 0 0,0 0 0,0 0 0,0 0 0,3 1 0,14 10-6735</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3.137"/>
    </inkml:context>
    <inkml:brush xml:id="br0">
      <inkml:brushProperty name="width" value="0.05" units="cm"/>
      <inkml:brushProperty name="height" value="0.05" units="cm"/>
      <inkml:brushProperty name="color" value="#FFFFFF"/>
    </inkml:brush>
  </inkml:definitions>
  <inkml:trace contextRef="#ctx0" brushRef="#br0">884 0 24575,'-40'0'0,"0"2"0,-1 1 0,1 3 0,0 1 0,1 2 0,0 1 0,0 2 0,1 2 0,-43 22 0,44-16 0,1 0 0,2 2 0,0 2 0,1 1 0,2 2 0,0 1 0,2 1 0,-45 58 0,61-68 0,0 0 0,1 1 0,1 0 0,1 0 0,1 1 0,1 1 0,0-1 0,2 1 0,1 1 0,0-1 0,2 1 0,1-1 0,0 1 0,2 0 0,0 0 0,2 0 0,6 31 0,-6-43-136,1 0-1,0 1 1,1-1-1,0-1 1,1 1-1,0 0 1,1-1-1,0 0 0,12 14 1,7 2-6690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3.606"/>
    </inkml:context>
    <inkml:brush xml:id="br0">
      <inkml:brushProperty name="width" value="0.05" units="cm"/>
      <inkml:brushProperty name="height" value="0.05" units="cm"/>
      <inkml:brushProperty name="color" value="#FFFFFF"/>
    </inkml:brush>
  </inkml:definitions>
  <inkml:trace contextRef="#ctx0" brushRef="#br0">1239 46 24575,'0'-3'0,"0"1"0,0 0 0,0 0 0,0-1 0,-1 1 0,1 0 0,0 0 0,-1 0 0,0-1 0,1 1 0,-1 0 0,0 0 0,0 0 0,0 0 0,-2-2 0,1 3 0,1 0 0,-1 0 0,1 0 0,-1 0 0,1 1 0,-1-1 0,0 0 0,1 1 0,-1 0 0,0-1 0,0 1 0,1 0 0,-1 0 0,0 0 0,1 0 0,-1 0 0,0 0 0,0 1 0,1-1 0,-1 0 0,-2 2 0,-21 4 0,1 2 0,-1 0 0,-23 13 0,-70 41 0,86-45 0,-83 48 0,2 5 0,3 5 0,-137 122 0,202-156 0,3 2 0,2 2 0,-46 65 0,69-87 0,2 1 0,1 1 0,2 0 0,0 1 0,1 1 0,2-1 0,0 2 0,2-1 0,-4 35 0,9-44-80,2 0 0,0 0-1,1 1 1,1-1 0,1 0-1,0 0 1,2 0 0,0 0-1,0-1 1,2 0 0,0 0 0,1-1-1,1 0 1,0 0 0,2-1-1,21 27 1,23 17-6746</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4.679"/>
    </inkml:context>
    <inkml:brush xml:id="br0">
      <inkml:brushProperty name="width" value="0.05" units="cm"/>
      <inkml:brushProperty name="height" value="0.05" units="cm"/>
      <inkml:brushProperty name="color" value="#FFFFFF"/>
    </inkml:brush>
  </inkml:definitions>
  <inkml:trace contextRef="#ctx0" brushRef="#br0">76 781 24575,'-3'-2'0,"1"0"0,0-1 0,0 1 0,-1 0 0,0 0 0,1 1 0,-1-1 0,-5-2 0,7 4 0,0-1 0,0 1 0,0 0 0,0 0 0,0 0 0,0 0 0,0 0 0,1 0 0,-1 0 0,0 0 0,0 1 0,0-1 0,0 0 0,0 0 0,0 1 0,1-1 0,-1 0 0,0 1 0,0-1 0,0 1 0,1-1 0,-1 1 0,0 0 0,1-1 0,-1 1 0,1 0 0,-1-1 0,0 1 0,1 0 0,-1 0 0,1 0 0,0-1 0,-1 1 0,1 1 0,-4 7 0,0 0 0,1 1 0,1-1 0,0 0 0,0 1 0,-1 13 0,2 62 0,1-52 0,0-6 0,1 40 0,-1-60 0,1 0 0,0-1 0,0 1 0,1 0 0,0-1 0,0 0 0,4 9 0,-5-13 0,-1-1 0,1 0 0,0 1 0,0-1 0,0 0 0,0 1 0,0-1 0,0 0 0,0 0 0,0 0 0,0 0 0,0 0 0,0 0 0,1 0 0,-1 0 0,0-1 0,1 1 0,-1 0 0,1-1 0,-1 1 0,1-1 0,-1 0 0,1 1 0,2-1 0,-1 0 0,-1-1 0,1 0 0,-1 1 0,1-1 0,-1 0 0,1 0 0,-1 0 0,1-1 0,-1 1 0,0-1 0,0 1 0,0-1 0,3-2 0,4-5 0,0-1 0,-1-1 0,0 1 0,11-19 0,12-31 0,-2-1 0,-2-2 0,-4-1 0,-2 0 0,-3-2 0,-3 0 0,-3-1 0,-3 0 0,-3-1 0,-4-114 0,-13 68 0,9 103 0,0 0 0,-1 0 0,0 1 0,-1-1 0,0 1 0,-1 0 0,0 0 0,-6-9 0,10 17 0,0 1 0,0 0 0,0-1 0,0 1 0,0 0 0,0 0 0,0 0 0,0 0 0,-1 0 0,1 0 0,0 0 0,-1 0 0,1 1 0,-1-1 0,1 1 0,-1-1 0,-1 0 0,1 1 0,1 0 0,0 0 0,0 0 0,0 1 0,-1-1 0,1 0 0,0 0 0,0 1 0,0-1 0,0 1 0,0-1 0,0 1 0,0 0 0,0-1 0,0 1 0,0 0 0,-2 1 0,-1 3 0,-1 1 0,1-1 0,0 1 0,1 0 0,0 0 0,-5 11 0,-3 13 0,1 1 0,1 0 0,2 0 0,1 1 0,-2 32 0,1 165 0,8-166 0,2-1 0,3 0 0,3 0 0,3 0 0,31 96 0,-39-146 0,0-1 0,1 0 0,1 0 0,0 0 0,0-1 0,1 0 0,1-1 0,-1 1 0,11 8 0,-15-15 0,0-1 0,0 1 0,0-1 0,1 1 0,-1-1 0,1-1 0,0 1 0,-1 0 0,1-1 0,0 0 0,0 0 0,0 0 0,0 0 0,0 0 0,0-1 0,0 0 0,0 0 0,0 0 0,0 0 0,0-1 0,0 0 0,0 1 0,0-1 0,0-1 0,-1 1 0,1 0 0,0-1 0,0 0 0,-1 0 0,5-4 0,3-2 0,0-1 0,-1 0 0,0 0 0,-1-1 0,0 0 0,-1-1 0,0 0 0,9-16 0,-1-3 0,-1-1 0,13-36 0,15-67 0,-38 114 0,-1-1 0,-1 1 0,-1 0 0,0-37 0,-2 54 0,0 1 0,0 0 0,0 0 0,-1 0 0,1 0 0,-1-1 0,1 1 0,-1 0 0,0 0 0,0 0 0,0 0 0,0 0 0,0 0 0,0 1 0,0-1 0,-3-3 0,3 5 0,0-1 0,1 1 0,-1 0 0,1-1 0,-1 1 0,0 0 0,1 0 0,-1 0 0,0-1 0,0 1 0,1 0 0,-1 0 0,0 0 0,1 0 0,-1 0 0,0 0 0,1 0 0,-1 0 0,0 1 0,0-1 0,-1 1 0,0 0 0,1 0 0,-1 0 0,0 0 0,1 0 0,-1 0 0,0 0 0,1 1 0,-3 2 0,-5 8 0,0 0 0,0 1 0,1 1 0,1-1 0,0 1 0,1 0 0,1 1 0,-6 21 0,3-4 0,2 0 0,-4 65 0,9-81-114,1 1 1,1 0-1,0 0 0,2-1 0,0 1 1,0-1-1,2 0 0,0 0 0,0 0 1,2-1-1,10 20 0,-1-11-6712</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5.005"/>
    </inkml:context>
    <inkml:brush xml:id="br0">
      <inkml:brushProperty name="width" value="0.05" units="cm"/>
      <inkml:brushProperty name="height" value="0.05" units="cm"/>
      <inkml:brushProperty name="color" value="#FFFFFF"/>
    </inkml:brush>
  </inkml:definitions>
  <inkml:trace contextRef="#ctx0" brushRef="#br0">106 121 24575,'0'-12'0,"0"0"0,-1 0 0,-1 0 0,-5-22 0,6 31 0,0 1 0,0-1 0,0 1 0,0-1 0,0 1 0,-1-1 0,1 1 0,-1 0 0,1 0 0,-1 0 0,0 0 0,-3-2 0,4 3 0,-1 0 0,1 0 0,-1 0 0,0 1 0,1-1 0,-1 1 0,0-1 0,0 1 0,1-1 0,-1 1 0,0 0 0,0 0 0,1 0 0,-1 0 0,0 0 0,0 1 0,0-1 0,1 0 0,-1 1 0,-3 1 0,3-2 0,0 1 0,0 0 0,0 0 0,0 0 0,0 0 0,0 1 0,0-1 0,1 1 0,-1-1 0,0 1 0,1-1 0,-1 1 0,1 0 0,0 0 0,-1 0 0,1 0 0,0 0 0,0 0 0,0 0 0,1 0 0,-1 0 0,0 0 0,1 0 0,-1 1 0,1-1 0,0 0 0,0 0 0,0 1 0,0 2 0,1 2 0,0 0 0,0-1 0,0 1 0,1-1 0,0 1 0,0-1 0,1 0 0,6 11 0,16 21 0,2-1 0,44 45 0,24 34 0,-91-112 0,-1 1 0,0 0 0,0 0 0,0 0 0,0 1 0,-1-1 0,2 10 0,-3-13 0,-1-1 0,0 1 0,0 0 0,0-1 0,0 1 0,0 0 0,0-1 0,0 1 0,-1-1 0,1 1 0,-1-1 0,1 1 0,-1-1 0,0 1 0,1-1 0,-1 1 0,0-1 0,0 0 0,0 1 0,0-1 0,0 0 0,0 0 0,0 0 0,-1 0 0,1 0 0,0 0 0,-1 0 0,1 0 0,0 0 0,-1 0 0,1-1 0,-3 1 0,-5 2-105,1 0 0,-1-1 0,1-1 0,-1 1 0,0-2 0,0 1 0,1-1 0,-1 0 0,0-1 0,0 0 0,0 0 0,-10-4 0,-10-3-6721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5.376"/>
    </inkml:context>
    <inkml:brush xml:id="br0">
      <inkml:brushProperty name="width" value="0.05" units="cm"/>
      <inkml:brushProperty name="height" value="0.05" units="cm"/>
      <inkml:brushProperty name="color" value="#FFFFFF"/>
    </inkml:brush>
  </inkml:definitions>
  <inkml:trace contextRef="#ctx0" brushRef="#br0">56 105 24575,'0'6'0,"0"0"0,0 0 0,1 0 0,-1-1 0,1 1 0,1 0 0,-1-1 0,1 1 0,2 6 0,-2-10 0,-1 0 0,1 0 0,0 0 0,-1 0 0,1 0 0,0 0 0,0-1 0,0 1 0,0-1 0,0 1 0,1-1 0,-1 0 0,0 0 0,1 0 0,-1 0 0,1 0 0,-1-1 0,1 1 0,-1-1 0,1 1 0,-1-1 0,1 0 0,3 0 0,2 0 0,1-1 0,-1 0 0,1 0 0,-1-1 0,1 0 0,-1-1 0,0 0 0,0 0 0,0 0 0,-1-1 0,1 0 0,10-8 0,-15 10 0,0 0 0,0 0 0,-1-1 0,1 1 0,0-1 0,-1 1 0,0-1 0,0 0 0,0 0 0,0 0 0,0 0 0,0 0 0,-1 0 0,1 0 0,-1-1 0,0 1 0,0-1 0,0 1 0,-1-1 0,1 1 0,-1-1 0,0 1 0,0-1 0,0 1 0,0-1 0,-1 1 0,1-1 0,-1 1 0,0-1 0,0 1 0,0-1 0,-3-4 0,3 5 0,-1 0 0,0-1 0,0 1 0,0 0 0,0 0 0,-1 1 0,1-1 0,-1 0 0,0 1 0,1 0 0,-1-1 0,0 1 0,-1 0 0,1 0 0,0 1 0,0-1 0,-1 1 0,-5-2 0,4 2 0,-1 0 0,1 1 0,0 0 0,-1 0 0,1 0 0,-1 1 0,1-1 0,0 1 0,-1 0 0,1 1 0,-8 3 0,4-2 0,0 2 0,0-1 0,0 1 0,1 0 0,0 1 0,0 0 0,0 0 0,1 1 0,0 0 0,0 0 0,1 1 0,0-1 0,-8 15 0,9-13 22,1 1-1,1 0 0,-1 1 1,1-1-1,1 1 0,0-1 1,1 1-1,0 0 0,0 0 1,1 0-1,1-1 0,0 1 1,0 0-1,1-1 0,4 16 1,-3-18-108,0 0 1,1 1 0,0-2-1,0 1 1,0 0 0,1-1-1,0 0 1,0 0 0,1-1-1,0 1 1,0-1 0,1 0-1,0-1 1,0 0 0,0 0-1,0 0 1,1-1 0,0 0-1,10 4 1,21 4-6741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5.688"/>
    </inkml:context>
    <inkml:brush xml:id="br0">
      <inkml:brushProperty name="width" value="0.05" units="cm"/>
      <inkml:brushProperty name="height" value="0.05" units="cm"/>
      <inkml:brushProperty name="color" value="#FFFFFF"/>
    </inkml:brush>
  </inkml:definitions>
  <inkml:trace contextRef="#ctx0" brushRef="#br0">35 45 24575,'-5'-5'0,"0"0"0,0 0 0,1-1 0,0 1 0,0-1 0,-3-7 0,54 79 0,-42-59 0,59 111 0,-58-106 0,-1 0 0,-1 0 0,0 1 0,-1 0 0,0 0 0,-1 0 0,0 0 0,-1 14 0,-1-25 0,0-1 0,0 1 0,0 0 0,-1 0 0,1-1 0,-1 1 0,1 0 0,-1-1 0,1 1 0,-1-1 0,0 1 0,0 0 0,0-1 0,0 0 0,0 1 0,0-1 0,-1 0 0,1 1 0,0-1 0,0 0 0,-1 0 0,1 0 0,-1 0 0,1 0 0,-1-1 0,0 1 0,1 0 0,-1-1 0,0 1 0,1-1 0,-1 1 0,0-1 0,0 0 0,1 0 0,-1 0 0,0 0 0,0 0 0,1 0 0,-1 0 0,0-1 0,1 1 0,-1-1 0,0 1 0,1-1 0,-1 0 0,0 1 0,1-1 0,-1 0 0,1 0 0,-1 0 0,1 0 0,0 0 0,-1-1 0,1 1 0,0 0 0,0-1 0,0 1 0,0 0 0,0-1 0,0 1 0,0-3 0,-3-3 0,1-1 0,1 1 0,0-1 0,0 0 0,0 0 0,1 0 0,0 0 0,1 0 0,0 0 0,0 0 0,0 0 0,1 0 0,4-14 0,-1 6 0,0 1 0,1 0 0,0 1 0,1-1 0,1 1 0,10-16 0,-12 23-72,-1 0 1,1 1-1,0 0 0,1 0 0,-1 0 0,1 1 0,1-1 0,-1 1 1,1 1-1,-1-1 0,1 1 0,1 1 0,-1-1 0,0 1 0,1 0 1,0 1-1,0 0 0,10-2 0,5 2-6754</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6.255"/>
    </inkml:context>
    <inkml:brush xml:id="br0">
      <inkml:brushProperty name="width" value="0.05" units="cm"/>
      <inkml:brushProperty name="height" value="0.05" units="cm"/>
      <inkml:brushProperty name="color" value="#FFFFFF"/>
    </inkml:brush>
  </inkml:definitions>
  <inkml:trace contextRef="#ctx0" brushRef="#br0">1 35 24575,'0'33'0,"1"1"0,2 0 0,1 0 0,2-1 0,1 1 0,22 58 0,-27-87 0,-1-1 0,2 1 0,-1-1 0,0 0 0,1 0 0,0 0 0,0 0 0,0 0 0,0-1 0,1 0 0,-1 1 0,1-1 0,0 0 0,8 4 0,-9-5 0,0-1 0,0-1 0,1 1 0,-1 0 0,0-1 0,0 1 0,0-1 0,0 0 0,1 0 0,-1 0 0,0 0 0,0-1 0,0 1 0,1-1 0,-1 0 0,0 0 0,0 0 0,0 0 0,0-1 0,-1 1 0,1-1 0,0 0 0,3-2 0,3-3 0,0-1 0,0 0 0,-1 0 0,0 0 0,-1-1 0,1-1 0,-2 1 0,1-1 0,-1 0 0,-1 0 0,0-1 0,5-16 0,-4 8 0,-2 0 0,0 0 0,-1-1 0,-1 1 0,0-1 0,-3-32 0,0 46 0,1 0 0,-1 0 0,-1 0 0,1 0 0,-1 0 0,0 0 0,0 1 0,-6-10 0,8 14 0,-1 0 0,0 0 0,1 0 0,-1 0 0,0 1 0,0-1 0,1 0 0,-1 0 0,0 1 0,0-1 0,0 0 0,0 1 0,0-1 0,0 1 0,0-1 0,0 1 0,0-1 0,0 1 0,0 0 0,-2-1 0,1 2 0,0-1 0,1 1 0,-1-1 0,1 1 0,-1-1 0,1 1 0,-1 0 0,1 0 0,-1 0 0,1-1 0,0 2 0,0-1 0,-1 0 0,1 0 0,0 0 0,0 0 0,0 1 0,0-1 0,-1 2 0,-2 4 0,0 0 0,1 1 0,-1-1 0,2 1 0,-1 0 0,1-1 0,0 1 0,0 0 0,1 0 0,0 1 0,1-1 0,0 0 0,0 0 0,0 0 0,1 0 0,1 0 0,-1 0 0,4 9 0,-2-7 0,0 1 0,1 0 0,0-1 0,1 0 0,0 0 0,1 0 0,0-1 0,0 0 0,1 0 0,1-1 0,-1 1 0,16 11 0,-18-16 0,0 0 0,1-1 0,0 0 0,-1 0 0,1 0 0,0-1 0,0 0 0,1 0 0,-1-1 0,0 1 0,1-1 0,-1-1 0,0 1 0,1-1 0,-1 0 0,1-1 0,-1 1 0,1-1 0,-1-1 0,0 1 0,0-1 0,0 0 0,6-3 0,-5 2 0,0-1 0,0 0 0,-1 0 0,0-1 0,0 1 0,0-1 0,-1-1 0,0 1 0,1-1 0,-2 0 0,1 0 0,-1 0 0,0-1 0,0 1 0,-1-1 0,0 0 0,0 0 0,-1 0 0,3-10 0,-3 4 0,-1-1 0,1-22 0,-2 7 0,2 23 0,1 13 0,3 13 0,-3 5 0,-2-9 0,1 0 0,0 0 0,1-1 0,10 27 0,-5-29-1365,1-5-5461</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6.380"/>
    </inkml:context>
    <inkml:brush xml:id="br0">
      <inkml:brushProperty name="width" value="0.05" units="cm"/>
      <inkml:brushProperty name="height" value="0.05" units="cm"/>
      <inkml:brushProperty name="color" value="#FFFFFF"/>
    </inkml:brush>
  </inkml:definitions>
  <inkml:trace contextRef="#ctx0" brushRef="#br0">57 40 24575,'0'-3'0,"-4"-5"0,-3-3 0,-4 0 0,0 5 0,-2 6 0,2 7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6.644"/>
    </inkml:context>
    <inkml:brush xml:id="br0">
      <inkml:brushProperty name="width" value="0.05" units="cm"/>
      <inkml:brushProperty name="height" value="0.05" units="cm"/>
      <inkml:brushProperty name="color" value="#FFFFFF"/>
    </inkml:brush>
  </inkml:definitions>
  <inkml:trace contextRef="#ctx0" brushRef="#br0">181 110 24575,'1'0'0,"1"-1"0,-1 1 0,0-1 0,0 1 0,0-1 0,1 0 0,-1 1 0,0-1 0,0 0 0,0 0 0,0 0 0,0 0 0,-1 0 0,1 0 0,0 0 0,0 0 0,0 0 0,-1 0 0,1 0 0,-1 0 0,1-1 0,0 0 0,9-29 0,-10 29 0,1 0 0,-1 0 0,1 0 0,-1 0 0,0 0 0,0 0 0,0 0 0,0 0 0,0 0 0,0 0 0,-1 0 0,1 0 0,0 0 0,-1 1 0,0-1 0,1 0 0,-1 0 0,0 0 0,0 1 0,0-1 0,0 0 0,-1 1 0,1-1 0,0 1 0,-1-1 0,-1 0 0,1 1 0,0 0 0,0 0 0,0 0 0,0 0 0,-1 0 0,1 1 0,0 0 0,-1-1 0,1 1 0,0 0 0,-1 0 0,1 0 0,-1 0 0,1 0 0,0 1 0,-1-1 0,1 1 0,0 0 0,0-1 0,-1 1 0,1 0 0,-2 2 0,-4 1 0,1 1 0,-1 0 0,1 1 0,0-1 0,1 1 0,-1 1 0,1-1 0,0 1 0,-8 14 0,2-1 0,0 0 0,-14 35 0,23-45 0,-1-1 0,1 0 0,1 1 0,0 0 0,0 0 0,1-1 0,0 1 0,1 17 0,0-23 0,1 0 0,-1-1 0,1 1 0,0 0 0,0-1 0,0 1 0,1 0 0,-1-1 0,1 0 0,0 1 0,0-1 0,0 0 0,0 0 0,0 0 0,1 0 0,-1 0 0,1-1 0,0 1 0,0-1 0,0 1 0,0-1 0,0 0 0,1 0 0,-1-1 0,6 3 0,1-1-273,0-1 0,0 0 0,1 0 0,11 0 0,8-1-6553</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6.998"/>
    </inkml:context>
    <inkml:brush xml:id="br0">
      <inkml:brushProperty name="width" value="0.05" units="cm"/>
      <inkml:brushProperty name="height" value="0.05" units="cm"/>
      <inkml:brushProperty name="color" value="#FFFFFF"/>
    </inkml:brush>
  </inkml:definitions>
  <inkml:trace contextRef="#ctx0" brushRef="#br0">42 197 24575,'0'-1'0,"0"1"0,0-1 0,0 1 0,0-1 0,0 1 0,0-1 0,0 1 0,0-1 0,-1 1 0,1 0 0,0-1 0,0 1 0,-1-1 0,1 1 0,0-1 0,0 1 0,-1 0 0,1-1 0,0 1 0,-1 0 0,1-1 0,0 1 0,-1 0 0,1 0 0,-1-1 0,1 1 0,0 0 0,-1 0 0,1 0 0,-1-1 0,1 1 0,-1 0 0,0 0 0,-18 3 0,18-3 0,0 0 0,0 1 0,1-1 0,-1 1 0,0-1 0,0 1 0,0-1 0,0 1 0,1 0 0,-1-1 0,0 1 0,1 0 0,-1 0 0,1-1 0,-2 2 0,2-2 0,0 1 0,0-1 0,0 1 0,0-1 0,0 1 0,0-1 0,0 0 0,1 1 0,-1-1 0,0 1 0,0-1 0,0 0 0,0 1 0,0-1 0,1 0 0,-1 1 0,0-1 0,0 0 0,1 1 0,-1-1 0,0 0 0,0 1 0,1-1 0,-1 0 0,0 0 0,1 1 0,-1-1 0,0 0 0,1 0 0,-1 0 0,1 1 0,-1-1 0,0 0 0,1 0 0,-1 0 0,1 0 0,0 0 0,5 2 0,1-1 0,0 0 0,0 0 0,0 0 0,0-1 0,0 0 0,-1 0 0,1-1 0,0 0 0,0 0 0,7-3 0,10-3 0,39-17 0,-45 16 0,-1-1 0,32-21 0,-41 25 0,-1-1 0,0-1 0,0 1 0,0-1 0,-1 0 0,0 0 0,10-16 0,-15 21 0,0 1 0,0-1 0,0 0 0,-1 0 0,1 1 0,0-1 0,-1 0 0,1 0 0,-1 0 0,0 1 0,1-1 0,-1 0 0,0 0 0,0 0 0,0 0 0,-1 0 0,1 0 0,-1-2 0,0 2 0,1 1 0,-1 0 0,0 0 0,0-1 0,0 1 0,0 0 0,0 0 0,0 0 0,0 0 0,-1 0 0,1 0 0,0 0 0,0 0 0,-1 1 0,1-1 0,-1 0 0,-2 0 0,-2-1 0,-1 1 0,0 0 0,0 0 0,1 1 0,-1 0 0,0 0 0,0 0 0,-11 3 0,2 0 0,-1 2 0,0 0 0,1 1 0,0 0 0,1 1 0,-1 1 0,-21 15 0,31-18 0,-1-1 0,1 2 0,1-1 0,-1 1 0,1 0 0,0 0 0,0 0 0,-4 10 0,6-12 0,1 1 0,0-1 0,1 1 0,-1 0 0,1 0 0,0 0 0,0 0 0,1-1 0,-1 2 0,1-1 0,0 0 0,0 0 0,1 0 0,1 5 0,0-3 0,0 0 0,1-1 0,0 1 0,0-1 0,1 1 0,-1-1 0,1 0 0,1-1 0,-1 1 0,1-1 0,0 0 0,0 0 0,1 0 0,0-1 0,-1 1 0,1-1 0,1-1 0,7 4 0,8 4 0,1-1 0,0-1 0,48 11 0,-44-14-341,1-1 0,0-2-1,54 1 1,-43-6-6485</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8.689"/>
    </inkml:context>
    <inkml:brush xml:id="br0">
      <inkml:brushProperty name="width" value="0.05" units="cm"/>
      <inkml:brushProperty name="height" value="0.05" units="cm"/>
      <inkml:brushProperty name="color" value="#FFFFFF"/>
    </inkml:brush>
  </inkml:definitions>
  <inkml:trace contextRef="#ctx0" brushRef="#br0">363 142 24575,'0'-10'0,"1"-2"0,-1 0 0,-1 0 0,0 0 0,-1 1 0,-4-17 0,6 25 0,-1 1 0,0-1 0,0 1 0,0-1 0,-1 1 0,1 0 0,0 0 0,-1 0 0,0 0 0,1 0 0,-1 0 0,0 0 0,0 0 0,0 0 0,0 1 0,0-1 0,-1 1 0,1 0 0,0 0 0,-1 0 0,1 0 0,-1 0 0,1 0 0,-1 1 0,1-1 0,-1 1 0,0-1 0,1 1 0,-1 0 0,1 0 0,-4 1 0,-1 0 0,-1 0 0,1 1 0,-1 0 0,1 1 0,0 0 0,0 0 0,0 0 0,0 1 0,1 0 0,0 1 0,-1-1 0,1 1 0,1 0 0,-1 0 0,1 1 0,-9 11 0,-3 7 0,0 0 0,-26 53 0,27-45 0,1 2 0,2 0 0,2 0 0,1 2 0,2-1 0,-5 42 0,10-56 0,2 0 0,0 0 0,1 0 0,2 0 0,0-1 0,1 1 0,0 0 0,2-1 0,1 0 0,0 0 0,2 0 0,10 21 0,-11-31 0,-1 1 0,1-1 0,1 0 0,0-1 0,0 0 0,1 0 0,0-1 0,1 0 0,0-1 0,0 0 0,19 10 0,-14-9 0,2-2 0,-1 0 0,0-1 0,1-1 0,0 0 0,0-1 0,29 1 0,-11-4 0,-1-2 0,1-1 0,-1-1 0,0-2 0,0-2 0,0-1 0,59-24 0,-69 22 0,0 0 0,-1-2 0,0-1 0,-1 0 0,-1-2 0,0 0 0,-1-1 0,-1-1 0,26-32 0,-34 36 0,-1 0 0,-1-2 0,0 1 0,0-1 0,-2 0 0,0 0 0,-1-1 0,-1 0 0,0-1 0,-1 1 0,-1-1 0,-1 1 0,0-1 0,-2-35 0,-2 35 0,-1-1 0,0 1 0,-1-1 0,-1 1 0,-1 0 0,-1 1 0,0 0 0,-1 0 0,-1 0 0,-1 1 0,0 0 0,-1 1 0,-1 0 0,0 1 0,-1 0 0,0 1 0,-20-14 0,21 18 0,0 0 0,0 1 0,-1 0 0,-1 1 0,1 1 0,-1 0 0,0 1 0,0 0 0,0 2 0,-1-1 0,0 2 0,1 0 0,-1 0 0,0 1 0,0 1 0,0 1 0,0 0 0,0 1 0,1 1 0,-1 0 0,1 0 0,-16 8 0,-24 15-1365,9 1-5461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9.234"/>
    </inkml:context>
    <inkml:brush xml:id="br0">
      <inkml:brushProperty name="width" value="0.05" units="cm"/>
      <inkml:brushProperty name="height" value="0.05" units="cm"/>
      <inkml:brushProperty name="color" value="#FFFFFF"/>
    </inkml:brush>
  </inkml:definitions>
  <inkml:trace contextRef="#ctx0" brushRef="#br0">131 1 24575,'-3'3'0,"1"0"0,0 0 0,0 0 0,1 1 0,-1-1 0,1 1 0,-1-1 0,1 1 0,0-1 0,-1 8 0,-1 3 0,-37 146 0,22-81 0,-30 81 0,48-160 0,-1 1 0,1 0 0,0-1 0,0 1 0,-1 0 0,1-1 0,0 1 0,0 0 0,0-1 0,0 1 0,0 0 0,0 0 0,0-1 0,0 1 0,0 0 0,0-1 0,0 1 0,1 0 0,-1 0 0,0-1 0,0 1 0,1 0 0,-1-1 0,0 1 0,1-1 0,-1 1 0,1 0 0,-1-1 0,1 1 0,-1-1 0,1 1 0,-1-1 0,1 0 0,0 1 0,-1-1 0,1 0 0,-1 1 0,1-1 0,0 0 0,0 1 0,-1-1 0,1 0 0,0 0 0,-1 0 0,1 0 0,0 0 0,-1 0 0,2 0 0,7 1 0,-1-1 0,1-1 0,13-1 0,-5 0 0,128-8 0,66-1 0,-203 11 0,3 0 0,0 0 0,0 0 0,-1-1 0,1-1 0,12-3 0,-20 4 0,0 0 0,0-1 0,0 1 0,1-1 0,-1 0 0,-1 0 0,1 0 0,0 0 0,0 0 0,-1-1 0,0 1 0,1-1 0,-1 0 0,0 0 0,0 0 0,0 0 0,-1 0 0,1 0 0,1-6 0,1-4 0,0 1 0,-1-1 0,-1 0 0,0-1 0,0-14 0,-4-70 0,0 47 0,3 12 212,-1 22-606,0 0-1,0 1 1,-6-29 0,2 32-6432</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19.667"/>
    </inkml:context>
    <inkml:brush xml:id="br0">
      <inkml:brushProperty name="width" value="0.05" units="cm"/>
      <inkml:brushProperty name="height" value="0.05" units="cm"/>
      <inkml:brushProperty name="color" value="#FFFFFF"/>
    </inkml:brush>
  </inkml:definitions>
  <inkml:trace contextRef="#ctx0" brushRef="#br0">352 220 24575,'1'-34'0,"0"17"0,-1 0 0,0 0 0,-1 0 0,-1-1 0,-1 1 0,-8-28 0,11 43 0,-1 0 0,0 0 0,0 0 0,0-1 0,0 1 0,-1 0 0,1 0 0,0 1 0,-1-1 0,1 0 0,-1 0 0,0 1 0,0-1 0,1 1 0,-1-1 0,0 1 0,0 0 0,0 0 0,-1 0 0,-2-1 0,2 1 0,0 1 0,0 0 0,0-1 0,0 1 0,-1 1 0,1-1 0,0 0 0,0 1 0,0-1 0,0 1 0,0 0 0,0 0 0,-4 3 0,-4 1 0,0 2 0,1 0 0,0 0 0,0 1 0,0 0 0,-12 15 0,3-2 0,1 2 0,1 1 0,1 0 0,2 0 0,0 2 0,1 0 0,2 0 0,1 1 0,1 1 0,1 0 0,1 0 0,2 0 0,0 1 0,3-1 0,0 1 0,4 49 0,-2-68 0,2 0 0,-1 0 0,1-1 0,1 1 0,0 0 0,0-1 0,1 0 0,0 0 0,0 0 0,1 0 0,0 0 0,1-1 0,0 0 0,0 0 0,1-1 0,0 0 0,0 0 0,1-1 0,0 1 0,0-2 0,0 1 0,1-1 0,0 0 0,0-1 0,0 0 0,0 0 0,1-1 0,15 3 0,-9-3 0,0-1 0,-1-1 0,1 0 0,0-1 0,0 0 0,0-1 0,0-1 0,0-1 0,-1 0 0,1-1 0,-1-1 0,27-12 0,-29 11 0,-1-1 0,0 0 0,-1-1 0,0 0 0,0-1 0,0 0 0,-1-1 0,-1 0 0,0-1 0,0 1 0,-1-2 0,0 1 0,-1-1 0,0 0 0,5-15 0,-5 8 0,-1-1 0,0-1 0,-2 1 0,0-1 0,-2 0 0,0 0 0,-1-36 0,-3 30 0,-1 0 0,-1 0 0,-2 0 0,0 1 0,-16-39 0,18 55 34,0 0 1,-1 1-1,0-1 0,-1 1 0,0 0 0,0 0 0,-1 1 0,0-1 0,-9-6 1,13 12-110,-1 0 1,0 0 0,0 0 0,0 1 0,0-1-1,-1 1 1,1 0 0,-1 1 0,1-1 0,-1 1-1,1 0 1,-1 0 0,0 0 0,0 0 0,0 1-1,1 0 1,-1 0 0,0 0 0,0 1 0,0 0-1,1 0 1,-6 1 0,-25 12-6752</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0.231"/>
    </inkml:context>
    <inkml:brush xml:id="br0">
      <inkml:brushProperty name="width" value="0.05" units="cm"/>
      <inkml:brushProperty name="height" value="0.05" units="cm"/>
      <inkml:brushProperty name="color" value="#FFFFFF"/>
    </inkml:brush>
  </inkml:definitions>
  <inkml:trace contextRef="#ctx0" brushRef="#br0">244 0 24575,'-1'19'0,"0"-1"0,-2 0 0,0 1 0,-1-1 0,-8 23 0,-39 85 0,29-76 0,-38 79 0,-22 55 0,81-182 0,1 0 0,-1 0 0,0 0 0,1 1 0,-1-1 0,1 0 0,0 0 0,0 0 0,-1 0 0,2 4 0,-1-5 0,0-1 0,1 1 0,-1 0 0,0-1 0,1 1 0,-1-1 0,1 1 0,-1-1 0,1 1 0,-1-1 0,1 1 0,-1-1 0,1 0 0,0 1 0,-1-1 0,1 0 0,-1 0 0,1 1 0,0-1 0,-1 0 0,1 0 0,0 0 0,-1 0 0,1 0 0,0 1 0,-1-1 0,1-1 0,0 1 0,0 0 0,-1 0 0,1 0 0,0 0 0,-1 0 0,1-1 0,0 1 0,40-7 0,1 3 0,-1 1 0,1 2 0,81 9 0,-105-6 0,0 0 0,34-2 0,-45 0 0,-1-1 0,0 0 0,0 0 0,0-1 0,0 0 0,0 0 0,0 0 0,0-1 0,0 0 0,-1 0 0,10-7 0,-13 7 0,1 1 0,-1-1 0,0 0 0,0-1 0,0 1 0,0 0 0,0 0 0,-1-1 0,1 1 0,-1-1 0,0 0 0,0 1 0,-1-1 0,1 0 0,-1 1 0,1-1 0,-1-4 0,-1-11 0,-4-38 0,4 48 0,-38-191 0,22 122 0,14 63 135,1 8-385,0 0 0,1-1 0,0 1 0,0-1 0,1-7 0,2 2-6576</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0.727"/>
    </inkml:context>
    <inkml:brush xml:id="br0">
      <inkml:brushProperty name="width" value="0.05" units="cm"/>
      <inkml:brushProperty name="height" value="0.05" units="cm"/>
      <inkml:brushProperty name="color" value="#FFFFFF"/>
    </inkml:brush>
  </inkml:definitions>
  <inkml:trace contextRef="#ctx0" brushRef="#br0">307 422 24575,'1'-12'0,"1"0"0,1 0 0,-1 1 0,2-1 0,-1 1 0,8-15 0,1-6 0,4-13 0,-1 4 0,16-71 0,-30 107 0,-1 1 0,1-1 0,-1 1 0,0-1 0,0 0 0,0 1 0,0-1 0,-1 1 0,0-1 0,0 0 0,0 1 0,-3-7 0,3 9 0,-1 0 0,1 0 0,0 0 0,-1 0 0,0 0 0,1 1 0,-1-1 0,0 0 0,0 1 0,0-1 0,0 1 0,0 0 0,-1 0 0,1 0 0,0 0 0,0 0 0,-1 0 0,1 1 0,0-1 0,-1 1 0,1-1 0,-1 1 0,1 0 0,-1 0 0,-3 0 0,-3 1 0,0 1 0,0-1 0,0 1 0,0 1 0,0 0 0,1 0 0,-1 1 0,1 0 0,0 0 0,0 1 0,-14 10 0,4 0 0,0 1 0,1 0 0,-22 28 0,23-24 0,1 2 0,1-1 0,1 2 0,0 0 0,2 0 0,1 1 0,1 1 0,1 0 0,1 0 0,1 0 0,2 1 0,-2 29 0,4-36 0,2 0 0,0 1 0,1-1 0,2-1 0,-1 1 0,2 0 0,1-1 0,0 1 0,1-1 0,1 0 0,1-1 0,0 0 0,1 0 0,1-1 0,1 0 0,0-1 0,18 19 0,-22-26 0,0-1 0,1 0 0,0-1 0,0 0 0,1 0 0,-1-1 0,1 0 0,1 0 0,-1-1 0,1 0 0,-1-1 0,1 0 0,0-1 0,0 0 0,1 0 0,-1-1 0,0 0 0,0-1 0,1 0 0,-1-1 0,0 0 0,0-1 0,0 0 0,0 0 0,0-1 0,0 0 0,0-1 0,-1 0 0,0-1 0,0 0 0,0 0 0,0-1 0,14-12 0,-10 6 0,-1-1 0,-1 0 0,0-1 0,-1 0 0,0 0 0,-1-1 0,-1-1 0,0 1 0,-1-1 0,6-22 0,-4 10 0,-2 0 0,-1-1 0,-2 1 0,0-1 0,-1-41 0,-3 50 0,-2-1 0,0 1 0,-1-1 0,-8-29 0,9 44 0,0 0 0,0-1 0,-1 1 0,1 0 0,-1 0 0,-1 1 0,1-1 0,-1 0 0,0 1 0,0 0 0,0 0 0,-1 0 0,0 1 0,0 0 0,0-1 0,0 2 0,-11-7 0,13 9 15,0 0 0,-1 0 0,1 0 0,0 0-1,0 1 1,0-1 0,-1 1 0,1 0 0,0 0 0,0 0-1,-1 0 1,1 1 0,0-1 0,0 1 0,0 0 0,-1 0 0,1 0-1,0 0 1,0 0 0,1 1 0,-1 0 0,-3 2 0,0 0-186,1 0 0,0 1 1,0-1-1,1 1 0,0 1 1,-1-1-1,1 0 0,1 1 1,-5 9-1,-2 8-6655</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1.257"/>
    </inkml:context>
    <inkml:brush xml:id="br0">
      <inkml:brushProperty name="width" value="0.05" units="cm"/>
      <inkml:brushProperty name="height" value="0.05" units="cm"/>
      <inkml:brushProperty name="color" value="#FFFFFF"/>
    </inkml:brush>
  </inkml:definitions>
  <inkml:trace contextRef="#ctx0" brushRef="#br0">4 0 24575,'7'34'0,"1"-3"0,1 65 0,-3 0 0,-5 1 0,-16 141 0,7-190 0,4-24 0,-3 43 0,7-66 0,0 0 0,0 1 0,0-1 0,0 0 0,0 0 0,1 0 0,-1 0 0,0 0 0,1 0 0,-1 0 0,1 0 0,-1 0 0,1 0 0,-1 0 0,1 0 0,0 0 0,0 0 0,-1-1 0,1 1 0,0 0 0,0 0 0,0-1 0,0 1 0,0-1 0,0 1 0,0-1 0,0 1 0,0-1 0,0 1 0,0-1 0,0 0 0,0 0 0,0 1 0,1-1 0,1 0 0,5 0 0,1 0 0,-1 0 0,17-3 0,-10 1 0,80-2 0,-57 3 0,0-1 0,51-9 0,-86 10 0,0 1 0,0-1 0,0 0 0,0-1 0,0 1 0,0 0 0,-1-1 0,1 0 0,-1 1 0,1-1 0,-1 0 0,1 0 0,-1 0 0,0-1 0,0 1 0,0-1 0,0 1 0,-1-1 0,1 1 0,-1-1 0,0 0 0,1 0 0,-1 0 0,0 0 0,-1 0 0,1 0 0,0 0 0,-1 0 0,0 0 0,0-6 0,0-8 0,-1 0 0,-1 0 0,0 0 0,-7-23 0,7 30 0,-34-120-682,-71-171-1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2.286"/>
    </inkml:context>
    <inkml:brush xml:id="br0">
      <inkml:brushProperty name="width" value="0.05" units="cm"/>
      <inkml:brushProperty name="height" value="0.05" units="cm"/>
      <inkml:brushProperty name="color" value="#FFFFFF"/>
    </inkml:brush>
  </inkml:definitions>
  <inkml:trace contextRef="#ctx0" brushRef="#br0">111 493 24575,'1'-14'0,"1"1"0,6-27 0,-2 9 0,-3 130 0,-4 27 0,-8 436 0,-1-388 0,-41 210 0,30-285 0,9-47 0,2 1 0,2 0 0,-1 56 0,9-106 0,0 0 0,0-1 0,0 1 0,1-1 0,-1 1 0,0-1 0,1 1 0,0-1 0,-1 1 0,1-1 0,0 0 0,2 4 0,-2-5 0,0 0 0,1 0 0,-1 0 0,0 0 0,0-1 0,1 1 0,-1 0 0,0-1 0,1 1 0,-1 0 0,1-1 0,-1 0 0,1 1 0,-1-1 0,0 0 0,1 0 0,0 0 0,-1 0 0,1 0 0,-1 0 0,1 0 0,1-1 0,91-11 0,82-5 0,-66 20 0,147 24 0,-113-8 0,-141-19 0,4 1 0,1 0 0,-1-1 0,1 0 0,-1 0 0,8-2 0,-13 2 0,-1 0 0,1-1 0,0 0 0,0 1 0,0-1 0,-1 0 0,1 0 0,0 0 0,-1 0 0,1 0 0,-1 0 0,1 0 0,-1-1 0,1 1 0,-1 0 0,0-1 0,0 0 0,0 1 0,0-1 0,0 1 0,0-1 0,0 0 0,0 0 0,0-2 0,20-73 0,20-154 0,81-1133 0,-121 1321 0,-2 0 0,-8-59 0,5 79 0,-1-1 0,-1 1 0,-1 0 0,-2 0 0,-18-37 0,12 27 0,13 26 0,-1 1 0,0-1 0,0 1 0,0 0 0,-1 0 0,-5-6 0,7 10 0,0 0 0,0 0 0,-1 0 0,1 1 0,0-1 0,-1 1 0,1 0 0,-1 0 0,1 0 0,-1 0 0,0 0 0,1 0 0,-1 1 0,0-1 0,1 1 0,-1 0 0,0 0 0,0 0 0,-5 1 0,-22 3 0,-57 15 0,-1 1 0,-19-4 0,39-8 0,1 3 0,-105 32 0,167-41 0,-1 0 0,0 1 0,1-1 0,0 1 0,-1 0 0,-4 4 0,9-6 0,0 0 0,0-1 0,0 1 0,1 0 0,-1 0 0,0 0 0,0 0 0,1 0 0,-1 0 0,1 0 0,-1 0 0,1 0 0,-1 0 0,1 0 0,0 1 0,-1-1 0,1 0 0,0 0 0,0 0 0,0 0 0,0 1 0,0-1 0,0 0 0,0 0 0,0 0 0,0 0 0,1 1 0,-1-1 0,0 0 0,1 0 0,-1 0 0,1 0 0,-1 0 0,1 0 0,0 0 0,-1 0 0,2 1 0,34 39-1365,-30-30-5461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2.801"/>
    </inkml:context>
    <inkml:brush xml:id="br0">
      <inkml:brushProperty name="width" value="0.05" units="cm"/>
      <inkml:brushProperty name="height" value="0.05" units="cm"/>
      <inkml:brushProperty name="color" value="#FFFFFF"/>
    </inkml:brush>
  </inkml:definitions>
  <inkml:trace contextRef="#ctx0" brushRef="#br0">55 59 24575,'5'-26'0,"-4"24"0,0-1 0,0 0 0,0 0 0,-1 0 0,1 1 0,-1-1 0,0-5 0,0 8 0,0 0 0,0 0 0,0-1 0,0 1 0,0 0 0,0 0 0,0 0 0,0-1 0,0 1 0,0 0 0,0 0 0,0-1 0,0 1 0,0 0 0,0 0 0,0 0 0,-1-1 0,1 1 0,0 0 0,0 0 0,0 0 0,0 0 0,0-1 0,0 1 0,-1 0 0,1 0 0,0 0 0,0 0 0,0 0 0,-1 0 0,1-1 0,0 1 0,0 0 0,0 0 0,-1 0 0,1 0 0,0 0 0,0 0 0,-9 5 0,-5 13 0,8-7 0,0-1 0,1 1 0,0 1 0,1-1 0,0 0 0,-3 19 0,7-27 0,-1 0 0,1 0 0,0 1 0,0-1 0,0 0 0,0 0 0,1 0 0,-1 0 0,1 1 0,0-1 0,0 0 0,0 0 0,2 3 0,-2-5 0,0 1 0,1 0 0,-1-1 0,1 1 0,-1-1 0,1 1 0,0-1 0,-1 0 0,1 1 0,0-1 0,0 0 0,0 0 0,0-1 0,0 1 0,0 0 0,0-1 0,0 1 0,0-1 0,1 1 0,-1-1 0,3 0 0,1 0 0,-1 0 0,1-1 0,-1 0 0,1 0 0,0 0 0,-1 0 0,0-1 0,1 0 0,-1 0 0,0 0 0,0-1 0,0 0 0,0 0 0,7-6 0,-8 6 0,-1 0 0,1-1 0,0 1 0,-1-1 0,0 0 0,0 0 0,0 0 0,0-1 0,-1 1 0,1-1 0,-1 1 0,0-1 0,-1 0 0,1 0 0,-1 0 0,1-6 0,-2 9 11,0 1 0,0-1 0,0 1 0,0-1 0,0 1 0,0-1 0,0 1 0,-1-1 0,1 1 0,-1 0 0,1-1 0,-1 1 0,1 0 0,-1-1 0,0 1 0,0 0 0,0 0 0,0 0 0,0-1 0,0 1 0,0 0 1,0 0-1,0 1 0,0-1 0,0 0 0,-1 0 0,1 0 0,0 1 0,0-1 0,-2 0 0,-1 0-167,0 0 1,1 0 0,-1 1 0,0-1 0,0 1 0,1 0 0,-1 0-1,0 0 1,0 0 0,-5 2 0,-8 2-6671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3.797"/>
    </inkml:context>
    <inkml:brush xml:id="br0">
      <inkml:brushProperty name="width" value="0.05" units="cm"/>
      <inkml:brushProperty name="height" value="0.05" units="cm"/>
      <inkml:brushProperty name="color" value="#FFFFFF"/>
    </inkml:brush>
  </inkml:definitions>
  <inkml:trace contextRef="#ctx0" brushRef="#br0">120 425 24575,'7'-36'0,"-5"33"0,-1 0 0,0 0 0,0 0 0,0 0 0,0 0 0,-1 0 0,1 0 0,-1 0 0,0 0 0,0 0 0,0 0 0,0-1 0,-1 1 0,1 0 0,-1 0 0,-1-5 0,0 10 0,1 1 0,0 0 0,0-1 0,0 1 0,0 0 0,1-1 0,-1 1 0,1 0 0,-1 5 0,-3 234 0,-5 55 0,-9-157 0,-66 252 0,83-387 0,-1 0 0,1 0 0,0 0 0,0 0 0,0 0 0,1 1 0,0-1 0,1 6 0,-1-10 0,0 0 0,0 0 0,1 0 0,-1 0 0,1 0 0,-1 0 0,1 0 0,-1 0 0,1 0 0,0 0 0,-1 0 0,1 0 0,0-1 0,0 1 0,0 0 0,1 1 0,0-1 0,0 0 0,0 0 0,0-1 0,1 1 0,-1 0 0,0-1 0,0 1 0,0-1 0,1 0 0,-1 0 0,3 0 0,94-10 0,-20 2 0,428-4 20,-187 9-139,38-10-417,187-4 578,-522 18-42,-17 0 0,1-1 0,-1 1 0,0-1 0,0-1 0,0 1 0,1-1 0,-1 0 0,0 0 0,0-1 0,0 1 0,8-5 0,-13 6 6,-1-1 0,0 1 0,0 0 0,1 0 0,-1-1 0,0 1 0,0 0 0,1-1-1,-1 1 1,0 0 0,0-1 0,0 1 0,0 0 0,1-1 0,-1 1 0,0-1 0,0 1 0,0 0 0,0-1 0,0 1 0,0 0 0,0-1-1,0 1 1,0-1 0,0 1 0,0 0 0,0-1 0,-1 1 0,1 0 0,0-1 0,0 1 0,0 0 0,0-1 0,-1 1 0,1 0 0,0-1-1,0 1 1,0 0 0,-1-1 0,1 1 0,0 0 0,-1 0 0,1-1 0,0 1 0,-1 0 0,-16-12 309,16 12-310,-7-4-5,1-1 0,0 1 0,1-1 0,-1 0 0,1-1 0,0 0 0,0 0 0,1 0 0,0 0 0,0-1 0,0 0 0,1 0 0,0 0 0,0-1 0,1 0 0,0 1 0,0-1 0,1 0 0,0 0 0,-1-12 0,-11-76 0,0-128 0,10 137 0,-4-281 0,12 246 0,19-123 0,-14 206 0,-6 32 0,-1 0 0,0 0 0,-1 0 0,0 0 0,0-1 0,-1 1 0,0-9 0,0 16 0,0-1 0,0 0 0,-1 0 0,1 0 0,-1 1 0,1-1 0,0 0 0,-1 0 0,1 1 0,-1-1 0,0 1 0,1-1 0,-1 0 0,0 1 0,1-1 0,-1 1 0,0-1 0,1 1 0,-1 0 0,0-1 0,0 1 0,0 0 0,1-1 0,-1 1 0,0 0 0,0 0 0,0 0 0,0 0 0,1 0 0,-1 0 0,0 0 0,-1 0 0,-32 5 0,27-4 0,-1060 172 0,1016-165 0,-100 9 0,-104 20 0,253-37 0,1 0 0,-1 0 0,0 0 0,1 1 0,-1-1 0,1 1 0,-1-1 0,1 1 0,-1 0 0,1-1 0,-1 1 0,1 0 0,0 0 0,-1 0 0,1 0 0,0 0 0,0 1 0,0-1 0,-2 2 0,3-2 0,1 0 0,-1 0 0,0 0 0,1 0 0,-1 0 0,0 0 0,1 0 0,-1 0 0,1 0 0,0 0 0,-1 0 0,1 0 0,0 0 0,-1 0 0,1-1 0,0 1 0,0 0 0,0-1 0,0 1 0,0 0 0,0-1 0,0 1 0,0-1 0,0 1 0,0-1 0,1 1 0,80 37-1365,-57-25-5461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4.203"/>
    </inkml:context>
    <inkml:brush xml:id="br0">
      <inkml:brushProperty name="width" value="0.05" units="cm"/>
      <inkml:brushProperty name="height" value="0.05" units="cm"/>
      <inkml:brushProperty name="color" value="#FFFFFF"/>
    </inkml:brush>
  </inkml:definitions>
  <inkml:trace contextRef="#ctx0" brushRef="#br0">14 0 24575,'0'0'0,"1"0"0,-1 0 0,0 1 0,1-1 0,-1 0 0,0 0 0,1 0 0,-1 0 0,0 0 0,0 0 0,1 1 0,-1-1 0,0 0 0,0 0 0,1 0 0,-1 1 0,0-1 0,0 0 0,1 0 0,-1 1 0,0-1 0,0 0 0,0 0 0,0 1 0,1-1 0,-1 0 0,0 1 0,0-1 0,0 0 0,0 0 0,0 1 0,0 16 0,-7 12 0,4-19 0,1-3 0,0-1 0,0 1 0,0 0 0,1 0 0,-1 10 0,2-16 0,0 1 0,1-1 0,-1 1 0,0-1 0,0 0 0,1 1 0,-1-1 0,1 1 0,-1-1 0,1 0 0,-1 1 0,1-1 0,0 0 0,0 0 0,-1 0 0,1 0 0,0 0 0,0 0 0,0 0 0,0 0 0,1 0 0,-1 0 0,0 0 0,0 0 0,0-1 0,1 1 0,-1-1 0,0 1 0,1-1 0,-1 1 0,1-1 0,1 1 0,2-1 0,0 1 0,0-1 0,0 0 0,0 0 0,0 0 0,0-1 0,0 0 0,0 0 0,0 0 0,0-1 0,0 1 0,5-4 0,-9 4 0,1 1 0,-1-1 0,1 0 0,-1 0 0,0 0 0,1 0 0,-1 0 0,0 0 0,0 0 0,0 0 0,0-1 0,0 1 0,0 0 0,0-1 0,0 1 0,0-1 0,-1 1 0,1-1 0,-1 1 0,1-1 0,-1 1 0,1-1 0,-1 1 0,0-1 0,0 0 0,0 1 0,0-1 0,0 0 0,0 1 0,0-1 0,-1 1 0,1-1 0,0 0 0,-1 1 0,1-1 0,-1 1 0,0-1 0,0 1 0,1-1 0,-3-1 0,0-1-80,1 1 0,-1 0-1,0 0 1,0 0 0,0 0-1,0 1 1,0-1 0,-1 1-1,1 0 1,-1 0 0,1 0 0,-1 0-1,0 1 1,0-1 0,0 1-1,-4-1 1,-8-1-6746</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5.214"/>
    </inkml:context>
    <inkml:brush xml:id="br0">
      <inkml:brushProperty name="width" value="0.05" units="cm"/>
      <inkml:brushProperty name="height" value="0.05" units="cm"/>
      <inkml:brushProperty name="color" value="#FFFFFF"/>
    </inkml:brush>
  </inkml:definitions>
  <inkml:trace contextRef="#ctx0" brushRef="#br0">9 384 24575,'-4'-7'0,"3"7"0,1 0 0,0 0 0,0 0 0,0 0 0,0 0 0,0 0 0,0 0 0,0 0 0,-1 0 0,1 0 0,0 0 0,0 0 0,0 0 0,0 0 0,0 0 0,-1 0 0,1 0 0,0 0 0,0 0 0,0 0 0,0 0 0,0 0 0,0 0 0,0 0 0,-1 0 0,1 0 0,0 0 0,0 0 0,0 0 0,0 1 0,0-1 0,0 0 0,0 0 0,0 0 0,0 0 0,-1 0 0,1 0 0,0 0 0,0 1 0,0-1 0,0 0 0,0 0 0,0 0 0,0 0 0,0 0 0,0 0 0,0 1 0,0-1 0,0 0 0,0 0 0,0 0 0,0 0 0,0 0 0,0 0 0,0 1 0,0-1 0,0 0 0,0 0 0,0 0 0,0 0 0,1 0 0,0 28 0,2 0 0,8 30 0,2 19 0,5 542 0,-19-489 0,1-83 0,-2 0 0,-2 0 0,-15 67 0,18-110 0,0-1 0,0 1 0,1-1 0,-1 1 0,1-1 0,0 1 0,0-1 0,1 6 0,-1-8 0,0 0 0,1 0 0,-1 0 0,1 0 0,-1 0 0,1 0 0,0-1 0,-1 1 0,1 0 0,0 0 0,0-1 0,-1 1 0,1 0 0,0-1 0,0 1 0,0-1 0,0 1 0,0-1 0,0 0 0,0 1 0,0-1 0,0 0 0,0 1 0,0-1 0,0 0 0,0 0 0,0 0 0,0 0 0,0 0 0,0 0 0,0 0 0,0-1 0,2 0 0,130-20 0,-29 3 0,536-26 0,-396 34 0,-137 5 0,381-25 0,-484 30 0,1 0 0,-1-1 0,0 0 0,0 1 0,0-1 0,0-1 0,0 1 0,0-1 0,6-3 0,-9 5 0,0-1 0,0 0 0,-1 0 0,1 0 0,0 0 0,0-1 0,-1 1 0,1 0 0,-1 0 0,1 0 0,-1 0 0,1-1 0,-1 1 0,0 0 0,1 0 0,-1-1 0,0 1 0,0 0 0,0-1 0,0 1 0,0 0 0,-1-1 0,1 1 0,0 0 0,0 0 0,-1-1 0,1 1 0,-1 0 0,1 0 0,-1 0 0,0 0 0,1 0 0,-2-2 0,-4-11 0,0-1 0,0-1 0,2 1 0,0-1 0,1 1 0,0-1 0,1 0 0,1 0 0,1-22 0,-7-259 0,0 30 0,9 168 0,3 0 0,6 1 0,34-150 0,-44 244 0,0 1 0,0-1 0,-1 1 0,0-1 0,1 1 0,-1-1 0,0 1 0,0-1 0,-1 0 0,0-4 0,0 6 0,0 0 0,0 0 0,0 0 0,0 1 0,0-1 0,0 1 0,-1-1 0,1 1 0,0-1 0,-1 1 0,1-1 0,-1 1 0,0 0 0,1 0 0,-1 0 0,0 0 0,0 0 0,0 0 0,1 1 0,-4-2 0,-38-9 0,-1 1 0,-1 2 0,-72-3 0,83 8 0,-751-40 0,765 43 0,-182 7 0,179-4 0,0 0 0,0 2 0,0 0 0,0 2 0,1 0 0,-32 16 0,46-19-124,0 1 0,0 0 0,0 1 0,1-1 0,-1 1 0,2 1-1,-1-1 1,1 1 0,-1 0 0,-4 9 0,-4 10-6702</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5.821"/>
    </inkml:context>
    <inkml:brush xml:id="br0">
      <inkml:brushProperty name="width" value="0.05" units="cm"/>
      <inkml:brushProperty name="height" value="0.05" units="cm"/>
      <inkml:brushProperty name="color" value="#FFFFFF"/>
    </inkml:brush>
  </inkml:definitions>
  <inkml:trace contextRef="#ctx0" brushRef="#br0">147 30 24575,'-1'6'0,"-1"-1"0,0 1 0,0 0 0,0 0 0,-1-1 0,0 1 0,0-1 0,0 0 0,-8 10 0,-4 7 0,-25 40 0,-15 28 0,54-89 0,1 0 0,-1 0 0,1 1 0,-1-1 0,1 0 0,-1 0 0,1 1 0,0-1 0,-1 0 0,1 0 0,0 1 0,0-1 0,0 0 0,0 1 0,0-1 0,1 3 0,-1-4 0,1 1 0,-1 0 0,1 0 0,-1 0 0,1-1 0,-1 1 0,1 0 0,0-1 0,-1 1 0,1-1 0,0 1 0,-1 0 0,1-1 0,0 0 0,0 1 0,0-1 0,-1 1 0,3-1 0,3 2 0,1-1 0,-1 0 0,1-1 0,-1 1 0,11-2 0,-7 1 0,441-19 0,-435 18 0,-10 1 0,0 0 0,0-1 0,0 1 0,0-1 0,8-3 0,-13 3 0,1 1 0,-1-1 0,1 0 0,-1 0 0,0 0 0,0 0 0,1 0 0,-1 0 0,0 0 0,0 0 0,0 0 0,0 0 0,0-1 0,0 1 0,0 0 0,-1-1 0,1 1 0,0-1 0,-1 1 0,1-1 0,-1 1 0,0-1 0,1 1 0,-1-1 0,0-1 0,1-11 0,-1 0 0,-1 1 0,0-1 0,-1 0 0,-1 1 0,-4-18 0,-31-76 0,30 91-1365,1 4-5461</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7.661"/>
    </inkml:context>
    <inkml:brush xml:id="br0">
      <inkml:brushProperty name="width" value="0.05" units="cm"/>
      <inkml:brushProperty name="height" value="0.05" units="cm"/>
      <inkml:brushProperty name="color" value="#FFFFFF"/>
    </inkml:brush>
  </inkml:definitions>
  <inkml:trace contextRef="#ctx0" brushRef="#br0">0 8357 24575,'52'-51'0,"2"2"0,62-43 0,129-75 0,-233 159 0,577-369 0,18 29 0,-46 34-312,-34-54 1,72-164-433,-172 144 289,356-232 455,-307 254 0,-122 83 0,445-346 0,-230 189 0,-26-31 0,-399 334-19,460-425-309,26 28 76,201-62 2673,-410 307-2421,-290 187 0,127-128 0,-170 136 0,18-17 0,-85 92 0,1 1 0,1 0 0,33-19 0,-15 14 175,-21 14-483,-2-2 0,1 0 0,-1-1 0,22-20 0,-32 24-6518</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28.282"/>
    </inkml:context>
    <inkml:brush xml:id="br0">
      <inkml:brushProperty name="width" value="0.05" units="cm"/>
      <inkml:brushProperty name="height" value="0.05" units="cm"/>
      <inkml:brushProperty name="color" value="#FFFFFF"/>
    </inkml:brush>
  </inkml:definitions>
  <inkml:trace contextRef="#ctx0" brushRef="#br0">1 37 24575,'20'0'0,"158"-4"0,-142 1 0,-1-1 0,0-2 0,41-12 0,-75 18 0,-1 0 0,1-1 0,0 1 0,0 0 0,0-1 0,0 1 0,0 0 0,0 0 0,0 0 0,0 0 0,-1 0 0,1 0 0,0 0 0,0 0 0,0 1 0,0-1 0,0 0 0,0 0 0,0 1 0,-1-1 0,1 1 0,0-1 0,0 1 0,1 0 0,-1 0 0,-1 0 0,1 1 0,0-1 0,-1 0 0,1 0 0,-1 1 0,1-1 0,-1 0 0,0 1 0,1-1 0,-1 1 0,0-1 0,0 0 0,0 3 0,-1 6 0,0 1 0,-1-1 0,-5 16 0,5-20 0,-44 141-1365</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31.577"/>
    </inkml:context>
    <inkml:brush xml:id="br0">
      <inkml:brushProperty name="width" value="0.05" units="cm"/>
      <inkml:brushProperty name="height" value="0.05" units="cm"/>
      <inkml:brushProperty name="color" value="#FFFFFF"/>
    </inkml:brush>
  </inkml:definitions>
  <inkml:trace contextRef="#ctx0" brushRef="#br0">53 2214 24575,'-4'0'0,"0"0"0,1-1 0,-1 0 0,0 0 0,1 0 0,-1 0 0,0 0 0,-4-3 0,7 4 0,0-1 0,0 1 0,0-1 0,0 1 0,1 0 0,-1-1 0,0 0 0,1 1 0,-1-1 0,0 1 0,1-1 0,-1 0 0,0 1 0,1-1 0,-1 0 0,1 0 0,0 1 0,-1-1 0,1 0 0,-1 0 0,1 0 0,0 0 0,0 0 0,0 1 0,-1-1 0,1 0 0,0 0 0,0 0 0,0 0 0,0 0 0,1 0 0,-1 0 0,0 1 0,0-1 0,0 0 0,1 0 0,-1 0 0,0 0 0,1-1 0,9-11 0,0 0 0,0 1 0,21-18 0,0-2 0,25-31 0,50-71 0,-76 90 0,-2-1 0,40-91 0,-26 29-105,-5-1 0,43-211 0,-55 170-52,9-257 0,-36 171 157,-2 184 0,-1 0 0,-20-77 0,23 122 6,-15-48-22,16 52 22,0-1 1,0 1 0,-1-1 0,1 1-1,-1 0 1,1 0 0,-1-1 0,0 1-1,0 0 1,1 0 0,-1 1 0,-1-1-1,1 0 1,0 1 0,0-1 0,-5-1 0,5 2 4,1 1 1,-1 0 0,1 0-1,0 0 1,-1 0 0,1 0 0,-1 0-1,1 1 1,0-1 0,-1 0 0,1 1-1,0-1 1,-1 1 0,1-1-1,0 1 1,0 0 0,-1 0 0,1-1-1,0 1 1,0 0 0,0 0 0,0 0-1,0 0 1,0 0 0,0 0-1,1 1 1,-2 1 0,-3 5 37,0-1-1,1 1 1,-3 10 0,6-15-48,-15 40-1,2 1 0,-12 60 0,-6 95 0,28-170 0,-17 141 0,8 1 0,15 314 0,11-357 0,-10-111 0,1 0 0,0 0 0,1 0 0,1 0 0,9 18 0,-14-32 0,1 0 0,0 1 0,0-1 0,0 0 0,1 0 0,-1 0 0,1-1 0,-1 1 0,1-1 0,0 1 0,0-1 0,4 2 0,-5-3 0,0 0 0,0 0 0,0-1 0,0 1 0,0-1 0,0 1 0,0-1 0,0 0 0,0 0 0,0 0 0,0 0 0,0 0 0,1 0 0,-1-1 0,0 1 0,0-1 0,0 0 0,0 1 0,0-1 0,0 0 0,-1 0 0,4-2 0,3-3 0,0 0 0,0 0 0,-1-1 0,0-1 0,0 1 0,0-1 0,9-15 0,34-67 0,-48 87 0,27-58 0,38-112 0,-53 128 0,-3 0 0,-1-1 0,4-65 0,-13 106 0,-1 1 0,0 0 0,0-1 0,-1 1 0,1 0 0,-1-1 0,0 1 0,-2-6 0,3 10 0,-1-1 0,1 1 0,0 0 0,0-1 0,0 1 0,-1 0 0,1-1 0,0 1 0,0 0 0,-1-1 0,1 1 0,0 0 0,-1-1 0,1 1 0,0 0 0,-1 0 0,1-1 0,0 1 0,-1 0 0,1 0 0,-1 0 0,1 0 0,0 0 0,-1 0 0,1-1 0,-1 1 0,1 0 0,-1 0 0,1 0 0,-1 0 0,0 1 0,-1 0 0,1 0 0,-1-1 0,1 1 0,0 0 0,0 0 0,0 0 0,0 0 0,-1 0 0,1 1 0,0-1 0,1 0 0,-3 3 0,-7 12 0,1 2 0,0-1 0,2 1 0,0 0 0,0 1 0,2 0 0,0 0 0,-1 20 0,-2 24 0,2 71 0,5-97 114,2-1 0,7 52 0,-6-77-257,0 1 1,1-1 0,0 1 0,1-1-1,0 0 1,1 0 0,0-1 0,1 1 0,0-1-1,1 0 1,10 12 0,0-6-6684</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31.933"/>
    </inkml:context>
    <inkml:brush xml:id="br0">
      <inkml:brushProperty name="width" value="0.05" units="cm"/>
      <inkml:brushProperty name="height" value="0.05" units="cm"/>
      <inkml:brushProperty name="color" value="#FFFFFF"/>
    </inkml:brush>
  </inkml:definitions>
  <inkml:trace contextRef="#ctx0" brushRef="#br0">134 235 24575,'1'-14'0,"1"0"0,0 0 0,1 0 0,7-17 0,5-33 0,-14 59 0,0-1 0,-1 0 0,0 0 0,0 1 0,0-1 0,-1 0 0,0 1 0,-2-10 0,3 13 0,-1 1 0,1 0 0,0 0 0,-1 0 0,1-1 0,-1 1 0,1 0 0,-1 0 0,0 0 0,1 0 0,-1 0 0,0 0 0,0 0 0,0 0 0,0 0 0,1 1 0,-1-1 0,-1 0 0,1 0 0,0 1 0,0-1 0,0 1 0,0-1 0,0 1 0,-2-1 0,1 1 0,0 0 0,0 0 0,0 1 0,0-1 0,0 0 0,0 1 0,0 0 0,1-1 0,-1 1 0,0 0 0,0 0 0,1 0 0,-1 0 0,-2 2 0,-4 3 0,0 1 0,1 0 0,0 1 0,-12 16 0,11-12 0,0 2 0,1-1 0,1 1 0,0 0 0,1 1 0,0-1 0,1 1 0,1 0 0,0 0 0,1 0 0,1 0 0,0 1 0,1-1 0,1 0 0,0 0 0,1 0 0,1 0 0,0 0 0,1 0 0,1 0 0,10 22 0,-13-34 0,4 11 0,1 0 0,-2-1 0,0 2 0,-1-1 0,3 16 0,-6-27 0,-1 0 0,1 0 0,-1 0 0,0 0 0,0 0 0,0 0 0,-1 0 0,1 0 0,-1 0 0,0 0 0,1 0 0,-1 0 0,-1 0 0,1-1 0,0 1 0,-1 0 0,1-1 0,-1 1 0,0-1 0,0 1 0,0-1 0,0 0 0,0 0 0,0 0 0,-1 0 0,1 0 0,-1 0 0,1-1 0,-1 1 0,0-1 0,-5 2 0,-6 1-1365,2-5-5461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32.323"/>
    </inkml:context>
    <inkml:brush xml:id="br0">
      <inkml:brushProperty name="width" value="0.05" units="cm"/>
      <inkml:brushProperty name="height" value="0.05" units="cm"/>
      <inkml:brushProperty name="color" value="#FFFFFF"/>
    </inkml:brush>
  </inkml:definitions>
  <inkml:trace contextRef="#ctx0" brushRef="#br0">81 156 24575,'0'0'0,"1"0"0,0 1 0,-1-1 0,1 0 0,0 1 0,-1-1 0,1 1 0,0-1 0,-1 0 0,1 1 0,-1-1 0,1 1 0,-1 0 0,1-1 0,-1 1 0,1-1 0,-1 1 0,1 0 0,-1-1 0,0 1 0,0 0 0,1-1 0,-1 1 0,0 0 0,0 0 0,0-1 0,1 2 0,3 26 0,-4-19 0,1-7 0,-1 1 0,1 0 0,-1-1 0,1 1 0,0-1 0,0 1 0,0-1 0,0 0 0,1 1 0,-1-1 0,1 0 0,-1 0 0,1 0 0,0 0 0,0 0 0,0 0 0,0-1 0,0 1 0,0 0 0,0-1 0,1 0 0,-1 1 0,0-1 0,1 0 0,-1 0 0,1-1 0,-1 1 0,1 0 0,-1-1 0,1 1 0,0-1 0,-1 0 0,1 0 0,0 0 0,-1 0 0,1-1 0,0 1 0,-1-1 0,1 0 0,-1 1 0,1-1 0,-1 0 0,1 0 0,-1-1 0,0 1 0,0 0 0,1-1 0,2-2 0,0-1 0,1 0 0,-1 0 0,-1 0 0,1-1 0,-1 0 0,0 0 0,0 0 0,0 0 0,-1-1 0,0 0 0,0 1 0,-1-1 0,3-11 0,-4 13 0,-1 0 0,1 0 0,-1 0 0,0 0 0,-1 0 0,1 0 0,-1 0 0,0 0 0,0 0 0,0 0 0,-1 0 0,0 0 0,0 1 0,0-1 0,0 1 0,-1-1 0,0 1 0,0 0 0,-6-7 0,4 6 0,1 1 0,-1-1 0,1 1 0,-1 0 0,0 1 0,-1-1 0,1 1 0,0 0 0,-1 1 0,0-1 0,0 1 0,0 0 0,0 0 0,0 1 0,0 0 0,-6-1 0,7 2 0,1 1 0,-1-1 0,1 1 0,-1 0 0,1 0 0,0 0 0,0 0 0,-1 1 0,1 0 0,0 0 0,0 0 0,1 0 0,-1 0 0,0 1 0,1 0 0,0 0 0,-1 0 0,1 0 0,0 0 0,0 1 0,1-1 0,-1 1 0,-2 6 0,-2 4 0,2 0 0,-1 0 0,2 1 0,0 0 0,1 0 0,0 0 0,1 0 0,1 0 0,0 1 0,2-1 0,-1 0 0,2 1 0,0-1 0,1 0 0,7 25 0,-7-33-57,-1-1 0,1 0 1,0 0-1,0 0 0,1 0 0,-1 0 0,1-1 0,1 0 0,-1 0 0,1 0 0,0 0 1,0-1-1,0 1 0,1-1 0,-1-1 0,1 1 0,0-1 0,0 0 0,0 0 1,1-1-1,-1 0 0,1 0 0,12 2 0,9-3-6769</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32.650"/>
    </inkml:context>
    <inkml:brush xml:id="br0">
      <inkml:brushProperty name="width" value="0.05" units="cm"/>
      <inkml:brushProperty name="height" value="0.05" units="cm"/>
      <inkml:brushProperty name="color" value="#FFFFFF"/>
    </inkml:brush>
  </inkml:definitions>
  <inkml:trace contextRef="#ctx0" brushRef="#br0">38 287 24575,'-1'-34'0,"-1"1"0,-2 0 0,-1 0 0,-12-40 0,12 63 0,3 19 0,1 17 0,10 88 0,1 37 0,-8-131 0,-2-20 0,1 0 0,-1 0 0,0 0 0,0 0 0,0 0 0,0 0 0,0 0 0,1 0 0,-1 1 0,0-1 0,0 0 0,0 0 0,0 0 0,1 0 0,-1 0 0,0 0 0,0 0 0,0-1 0,0 1 0,0 0 0,1 0 0,-1 0 0,0 0 0,0 0 0,0 0 0,0 0 0,0 0 0,1 0 0,-1 0 0,0 0 0,0-1 0,0 1 0,0 0 0,0 0 0,0 0 0,0 0 0,0 0 0,1 0 0,-1-1 0,0 1 0,0 0 0,0 0 0,0 0 0,0 0 0,0 0 0,0-1 0,0 1 0,0 0 0,0 0 0,14-36 0,-11 26 0,21-62 0,-3 9 0,54-112 0,-73 171 43,0 1 0,0-1-1,0 1 1,1 0 0,-1 0-1,1 0 1,3-3 0,-6 6-56,0 0 1,1 0 0,-1-1 0,0 1 0,1 0-1,-1 0 1,0 0 0,1-1 0,-1 1 0,0 0-1,1 0 1,-1 0 0,0 0 0,1 0 0,-1 0 0,0 0-1,1 0 1,-1 0 0,1 0 0,-1 0 0,0 0-1,1 0 1,-1 0 0,0 0 0,1 0 0,-1 1-1,1-1 1,0 1-79,-1 0 0,1 0 0,0 0 0,-1-1 0,1 1 0,-1 0 0,1 0 0,-1 0 0,1 0 0,-1 0 0,0 1 0,0-1 0,1 0 0,-1 2 0,2 16-6735</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32.978"/>
    </inkml:context>
    <inkml:brush xml:id="br0">
      <inkml:brushProperty name="width" value="0.05" units="cm"/>
      <inkml:brushProperty name="height" value="0.05" units="cm"/>
      <inkml:brushProperty name="color" value="#FFFFFF"/>
    </inkml:brush>
  </inkml:definitions>
  <inkml:trace contextRef="#ctx0" brushRef="#br0">1 190 24575,'3'-4'0,"-1"0"0,1 1 0,-1-1 0,1 0 0,-1 0 0,-1 0 0,1 0 0,-1-1 0,2-3 0,7-43 0,-9 47 0,1-17 0,-2 16 0,0 1 0,0 0 0,0-1 0,1 1 0,0 0 0,0 0 0,0 0 0,0 0 0,1 0 0,2-4 0,-4 8 0,0 0 0,1 0 0,-1 0 0,0 1 0,1-1 0,-1 0 0,0 0 0,1 0 0,-1 1 0,0-1 0,0 0 0,1 0 0,-1 1 0,0-1 0,0 0 0,0 1 0,1-1 0,-1 0 0,0 1 0,0-1 0,0 0 0,0 1 0,0-1 0,1 0 0,-1 1 0,0-1 0,0 0 0,0 1 0,0-1 0,0 1 0,0-1 0,0 0 0,0 1 0,-1-1 0,1 1 0,3 18 0,-3 128 0,1 12 0,-1-157 0,0-1 0,0 0 0,0 0 0,1 0 0,-1 0 0,0 1 0,0-1 0,1 0 0,-1 0 0,0 0 0,1 0 0,-1 0 0,1 0 0,0 0 0,-1 0 0,1 0 0,0 0 0,0 1 0,0-2 0,-1 1 0,1-1 0,-1 0 0,1 0 0,0 0 0,-1 0 0,1 0 0,-1 0 0,1 0 0,-1 0 0,1 0 0,0 0 0,-1 0 0,1 0 0,-1-1 0,1 1 0,-1 0 0,1 0 0,-1-1 0,1 1 0,-1 0 0,1-1 0,-1 1 0,1 0 0,0-1 0,3-3 0,0 0 0,0-1 0,0 1 0,-1-1 0,6-9 0,4-9-114,-2-1 1,0 0-1,-2 0 0,0-1 0,-2-1 1,-1 1-1,-1-1 0,-1 0 0,-1 0 1,-1 0-1,-2-29 0,-1 47-6712</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10:33.116"/>
    </inkml:context>
    <inkml:brush xml:id="br0">
      <inkml:brushProperty name="width" value="0.05" units="cm"/>
      <inkml:brushProperty name="height" value="0.05" units="cm"/>
      <inkml:brushProperty name="color" value="#FFFFFF"/>
    </inkml:brush>
  </inkml:definitions>
  <inkml:trace contextRef="#ctx0" brushRef="#br0">23 0 24575,'-3'0'0,"-4"0"0,-2 3 0,5 1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1.847"/>
    </inkml:context>
    <inkml:brush xml:id="br0">
      <inkml:brushProperty name="width" value="0.05" units="cm"/>
      <inkml:brushProperty name="height" value="0.05" units="cm"/>
      <inkml:brushProperty name="color" value="#FFFFFF"/>
    </inkml:brush>
  </inkml:definitions>
  <inkml:trace contextRef="#ctx0" brushRef="#br0">387 200 24575,'-4'0'0,"0"-1"0,0 1 0,0-1 0,0 1 0,0-1 0,0-1 0,0 1 0,0-1 0,0 1 0,0-1 0,1 0 0,-1 0 0,1-1 0,0 1 0,-1-1 0,1 1 0,-4-5 0,2 0 0,0 1 0,0-1 0,0 0 0,1 0 0,0-1 0,1 1 0,-5-13 0,-2 83 0,-84 683 0,-51-7 0,137-708 0,3-15 0,1 0 0,0 1 0,2 0 0,0-1 0,0 31 0,2-46 0,0-1 0,0 1 0,0 0 0,1-1 0,-1 1 0,0-1 0,0 1 0,1-1 0,-1 0 0,0 1 0,1-1 0,-1 1 0,1-1 0,-1 0 0,0 1 0,1-1 0,-1 0 0,1 1 0,-1-1 0,1 0 0,-1 1 0,1-1 0,-1 0 0,1 0 0,-1 0 0,1 0 0,-1 0 0,1 1 0,0-1 0,-1 0 0,1 0 0,-1 0 0,1 0 0,-1-1 0,1 1 0,-1 0 0,1 0 0,-1 0 0,1 0 0,0-1 0,30-9 0,-22 6 0,51-11 0,0 3 0,1 2 0,65-2 0,-38 4 0,726-41-947,-749 46 932,811-21 15,-667 19 0,-90 5 0,67-4 0,-184 4 19,1-1 0,-1 1-1,1-1 1,-1 0-1,0 0 1,1 0 0,-1 0-1,0 0 1,1 0 0,-1-1-1,0 1 1,0-1-1,0 1 1,0-1 0,-1 0-1,1 0 1,0 0 0,2-4-1,2-4 158,0-1 0,9-20 0,-6 11-96,40-70-80,66-88 0,-38 61 0,-22 31-13,593-912-705,-585 918 840,-56 70-1000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2.232"/>
    </inkml:context>
    <inkml:brush xml:id="br0">
      <inkml:brushProperty name="width" value="0.05" units="cm"/>
      <inkml:brushProperty name="height" value="0.05" units="cm"/>
      <inkml:brushProperty name="color" value="#FFFFFF"/>
    </inkml:brush>
  </inkml:definitions>
  <inkml:trace contextRef="#ctx0" brushRef="#br0">14 291 24575,'-1'0'0,"1"-1"0,-1 1 0,0-1 0,0 1 0,0 0 0,0-1 0,0 0 0,1 1 0,-1-1 0,0 0 0,1 1 0,-1-1 0,0 0 0,1 1 0,-1-1 0,1 0 0,-1-1 0,1 2 0,0-1 0,0 1 0,0-1 0,0 1 0,0-1 0,0 1 0,0-1 0,0 1 0,0-1 0,0 1 0,0-1 0,1 1 0,-1 0 0,0-1 0,0 1 0,1-1 0,-1 1 0,0-1 0,0 1 0,1 0 0,-1-1 0,0 1 0,1 0 0,0-1 0,2-1 0,0 0 0,1 0 0,-1 0 0,1 1 0,0-1 0,-1 1 0,8-2 0,54-8 0,115-5 0,-100 10 0,631-41-1327,205-17-607,-720 48 2020,739-72-1651,-894 83-1886</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2.728"/>
    </inkml:context>
    <inkml:brush xml:id="br0">
      <inkml:brushProperty name="width" value="0.05" units="cm"/>
      <inkml:brushProperty name="height" value="0.05" units="cm"/>
      <inkml:brushProperty name="color" value="#FFFFFF"/>
    </inkml:brush>
  </inkml:definitions>
  <inkml:trace contextRef="#ctx0" brushRef="#br0">317 207 24575,'0'-6'0,"1"0"0,0 0 0,0 0 0,0 0 0,1 0 0,-1 0 0,2 1 0,-1-1 0,3-5 0,33-48 0,-27 45 0,16-31 0,-27 45 0,1-1 0,-1 0 0,1 1 0,-1-1 0,0 0 0,1 1 0,-1-1 0,0 0 0,1 1 0,-1-1 0,0 0 0,0 1 0,0-1 0,0 0 0,0 0 0,0 1 0,0-1 0,0 0 0,0 0 0,0 1 0,0-1 0,0 0 0,0 0 0,-1 1 0,1-1 0,0 0 0,-1 1 0,1-1 0,0 0 0,-2 0 0,1 0 0,0 1 0,0 0 0,-1-1 0,1 1 0,0 0 0,-1 0 0,1 0 0,0 0 0,-1 0 0,1 0 0,-1 0 0,1 0 0,0 0 0,-1 1 0,0-1 0,-11 4 0,0 1 0,-15 8 0,27-13 0,-147 79 0,121-62 0,2 1 0,0 1 0,-31 30 0,51-44 0,0 0 0,0 1 0,0 0 0,1 0 0,0 1 0,0-1 0,0 1 0,1 0 0,0-1 0,0 2 0,-2 11 0,4-14 0,0 0 0,1 0 0,0 0 0,0-1 0,1 1 0,-1 0 0,1 0 0,0 0 0,0 0 0,0-1 0,1 1 0,0 0 0,0-1 0,0 0 0,0 1 0,1-1 0,0 0 0,5 7 0,3 0 0,-1 0 0,2 0 0,-1-1 0,26 16 0,57 26 0,-64-37 0,0 2 0,32 24 0,-57-38 0,-1 0 0,0 0 0,-1 1 0,1 0 0,-1 0 0,1 0 0,4 8 0,-7-10 0,0 0 0,-1-1 0,1 1 0,-1-1 0,1 1 0,-1 0 0,0-1 0,1 1 0,-1 0 0,0 0 0,0-1 0,0 1 0,0 0 0,-1-1 0,1 1 0,0 0 0,-1-1 0,1 1 0,-1 0 0,0-1 0,1 1 0,-1-1 0,0 1 0,0-1 0,0 1 0,0-1 0,-2 2 0,-5 5 38,-1 0 0,0 0 0,0-1 0,-1-1 0,0 0 0,0 0 0,-1 0 0,-19 6 0,-91 24-1686,120-36 1589,-55 13-6767</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3.177"/>
    </inkml:context>
    <inkml:brush xml:id="br0">
      <inkml:brushProperty name="width" value="0.05" units="cm"/>
      <inkml:brushProperty name="height" value="0.05" units="cm"/>
      <inkml:brushProperty name="color" value="#FFFFFF"/>
    </inkml:brush>
  </inkml:definitions>
  <inkml:trace contextRef="#ctx0" brushRef="#br0">142 268 24575,'0'0'0,"0"0"0,1 0 0,-1 0 0,0 0 0,1 0 0,-1 0 0,0 0 0,1 0 0,-1 1 0,0-1 0,1 0 0,-1 0 0,0 0 0,1 0 0,-1 1 0,0-1 0,1 0 0,-1 0 0,0 1 0,0-1 0,0 0 0,1 0 0,-1 1 0,0-1 0,0 0 0,0 1 0,1-1 0,-1 0 0,0 0 0,0 1 0,0-1 0,0 1 0,0-1 0,0 0 0,0 1 0,0-1 0,0 0 0,0 1 0,0-1 0,0 0 0,0 1 0,0-1 0,0 0 0,0 1 0,0-1 0,0 0 0,-1 1 0,1-1 0,0 0 0,0 1 0,0-1 0,-1 0 0,1 1 0,-12 18 0,-3 2 0,1 1 0,1 1 0,1 0 0,1 1 0,0 0 0,2 0 0,1 1 0,-8 48 0,2 74 0,3-20 0,10-112 0,1-15 0,0 1 0,0-1 0,0 0 0,0 0 0,0 0 0,0 0 0,0 0 0,0 0 0,0 0 0,0 0 0,0 0 0,0 0 0,0 0 0,0 0 0,0 1 0,0-1 0,0 0 0,0 0 0,0 0 0,0 0 0,0 0 0,0 0 0,0 0 0,1 0 0,-1 0 0,0 0 0,0 0 0,0 0 0,0 0 0,0 0 0,0 0 0,0 0 0,0 0 0,0 0 0,0 0 0,0 0 0,0 0 0,1 0 0,-1 0 0,0 0 0,0 0 0,0 0 0,0 0 0,0 0 0,0 0 0,0 0 0,0 0 0,0 0 0,0 0 0,0 0 0,0 0 0,1 0 0,-1 0 0,0 0 0,0 0 0,0 0 0,0 0 0,0 0 0,0-1 0,0 1 0,0 0 0,0 0 0,0 0 0,0 0 0,0 0 0,0 0 0,13-24 0,98-294 0,-84 225 0,5 0 0,54-111 0,-79 190 0,1 0 0,0 1 0,1 0 0,0 0 0,14-14 0,-20 25 0,0-1 0,-1 1 0,1 0 0,0 0 0,0 0 0,0 0 0,1 1 0,-1-1 0,0 1 0,0 0 0,1-1 0,5 0 0,-7 2 0,1 0 0,0 0 0,0 1 0,-1-1 0,1 0 0,0 1 0,-1 0 0,1 0 0,0 0 0,-1 0 0,0 0 0,1 0 0,-1 0 0,1 1 0,-1-1 0,0 1 0,0 0 0,3 3 0,5 5 0,-2 0 0,0 1 0,0 0 0,-1 0 0,0 1 0,-1 0 0,0 0 0,7 22 0,24 111 0,-29-109 0,30 173 342,-32-161-911,-3 0 0,-3 66 0,-3-68-6257</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3.319"/>
    </inkml:context>
    <inkml:brush xml:id="br0">
      <inkml:brushProperty name="width" value="0.05" units="cm"/>
      <inkml:brushProperty name="height" value="0.05" units="cm"/>
      <inkml:brushProperty name="color" value="#FFFFFF"/>
    </inkml:brush>
  </inkml:definitions>
  <inkml:trace contextRef="#ctx0" brushRef="#br0">0 66 24575,'0'-7'0,"0"-4"0,3-1 0,4 2 0,7 2 0,11 3 0,7 2 0,10-2 0,-1 1-8191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3.735"/>
    </inkml:context>
    <inkml:brush xml:id="br0">
      <inkml:brushProperty name="width" value="0.05" units="cm"/>
      <inkml:brushProperty name="height" value="0.05" units="cm"/>
      <inkml:brushProperty name="color" value="#FFFFFF"/>
    </inkml:brush>
  </inkml:definitions>
  <inkml:trace contextRef="#ctx0" brushRef="#br0">0 363 24575,'4'-5'0,"0"1"0,-1-1 0,1 0 0,-1 0 0,0-1 0,-1 1 0,0-1 0,1 1 0,-2-1 0,1 0 0,-1 1 0,0-1 0,1-11 0,0 8 0,-3 34 0,2 28 0,0-22 0,32 447 0,-32-465 0,8 41 0,-5-47 0,-1-12 0,-1-16 0,-16-153 0,3 60 0,3-128 0,10 208 0,0 0 0,3-1 0,0 1 0,22-66 0,-24 90 0,2-1 0,0 0 0,0 1 0,0 0 0,2 0 0,-1 1 0,1 0 0,10-11 0,-13 16 0,-1 1 0,1 0 0,0 0 0,0 0 0,0 0 0,0 1 0,1 0 0,-1 0 0,0 0 0,1 0 0,0 0 0,-1 1 0,1 0 0,0 0 0,0 1 0,0-1 0,-1 1 0,1 0 0,0 0 0,0 0 0,9 3 0,-4 0 0,-1 0 0,1 1 0,-1 0 0,0 0 0,0 1 0,0 1 0,-1-1 0,0 2 0,0-1 0,0 1 0,-1 0 0,0 0 0,0 1 0,-1 0 0,0 0 0,0 1 0,-1-1 0,0 1 0,4 11 0,-3-6 0,0 1 0,-1-1 0,-1 1 0,0 1 0,-1-1 0,-1 0 0,0 1 0,-1-1 0,-1 1 0,0 0 0,-5 28 0,1-28-136,0 0-1,-1-1 1,-1 0-1,-1 0 1,0 0-1,0-1 1,-2 0-1,0-1 0,-21 25 1,-12 7-6690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4.047"/>
    </inkml:context>
    <inkml:brush xml:id="br0">
      <inkml:brushProperty name="width" value="0.05" units="cm"/>
      <inkml:brushProperty name="height" value="0.05" units="cm"/>
      <inkml:brushProperty name="color" value="#FFFFFF"/>
    </inkml:brush>
  </inkml:definitions>
  <inkml:trace contextRef="#ctx0" brushRef="#br0">1 62 24575,'2'-3'0,"0"0"0,1 0 0,-1 0 0,-1 0 0,1-1 0,-1 1 0,1 0 0,1-7 0,7-14 0,-10 24 0,0 0 0,0 0 0,0-1 0,0 1 0,0 0 0,0 0 0,0 0 0,0 0 0,0 0 0,0 0 0,1 0 0,-1 0 0,0 0 0,0-1 0,0 1 0,0 0 0,0 0 0,0 0 0,0 0 0,0 0 0,0 0 0,0 0 0,0 0 0,1 0 0,-1 0 0,0 0 0,0 0 0,0 0 0,0 0 0,0 0 0,0 0 0,0 0 0,0 0 0,1 0 0,-1 0 0,0 0 0,0 0 0,0 0 0,0 0 0,0 0 0,0 0 0,0 0 0,0 0 0,1 0 0,-1 0 0,0 0 0,0 0 0,0 0 0,0 0 0,0 0 0,0 1 0,0-1 0,0 0 0,0 0 0,0 0 0,3 9 0,0 14 0,-28 793-1365,19-741-5461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4.405"/>
    </inkml:context>
    <inkml:brush xml:id="br0">
      <inkml:brushProperty name="width" value="0.05" units="cm"/>
      <inkml:brushProperty name="height" value="0.05" units="cm"/>
      <inkml:brushProperty name="color" value="#FFFFFF"/>
    </inkml:brush>
  </inkml:definitions>
  <inkml:trace contextRef="#ctx0" brushRef="#br0">11 85 24575,'-5'16'0,"4"-15"0,1 0 0,-1 0 0,0 1 0,1-1 0,-1 1 0,1-1 0,-1 1 0,1-1 0,0 1 0,0-1 0,-1 1 0,1-1 0,1 3 0,1 5 0,0 0 0,1-1 0,0 0 0,0 0 0,1 0 0,0 0 0,1-1 0,-1 1 0,1-1 0,1 0 0,0 0 0,0-1 0,11 10 0,-2-3 0,1-1 0,1-1 0,0 0 0,34 16 0,-34-19 0,1-1 0,0-1 0,0-1 0,1 0 0,-1-2 0,1 0 0,0-1 0,0 0 0,29-3 0,-36 0 0,0 0 0,0-1 0,0-1 0,0 0 0,-1-1 0,1 0 0,-1-1 0,0 0 0,0 0 0,-1-1 0,1-1 0,-1 0 0,-1 0 0,1-1 0,15-17 0,-7 2 0,-1-1 0,-2 0 0,0-2 0,-1 1 0,-2-2 0,0 0 0,14-55 0,-26 82 4,0 0 0,0 0 0,0 0 1,0 0-1,0 0 0,0 0 0,0 0 0,0 0 0,0 0 0,-1 0 0,1 0 0,0 0 0,0 0 0,0 0 0,0 0 0,0 0 0,0 0 0,0 0 0,0 0 0,0 0 1,0 0-1,0 0 0,0-1 0,0 1 0,0 0 0,0 0 0,-1 0 0,1 0 0,0 0 0,0 0 0,0 0 0,0 0 0,0 0 0,0 0 0,0 0 0,0 0 1,0 0-1,0 0 0,0 0 0,0 0 0,0-1 0,-9 13 167,-9 17-1878,4-2-5119</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5.102"/>
    </inkml:context>
    <inkml:brush xml:id="br0">
      <inkml:brushProperty name="width" value="0.05" units="cm"/>
      <inkml:brushProperty name="height" value="0.05" units="cm"/>
      <inkml:brushProperty name="color" value="#FFFFFF"/>
    </inkml:brush>
  </inkml:definitions>
  <inkml:trace contextRef="#ctx0" brushRef="#br0">96 646 24575,'-7'-7'0,"1"-1"0,0 0 0,1 0 0,0-1 0,0 1 0,1-1 0,0 0 0,-3-11 0,2 8 0,2 49 0,4 148 0,-15-340 0,-6-97 0,17 195 0,0-68 0,4 102 0,0 1 0,2-1 0,6-27 0,-8 46 0,0 1 0,0 0 0,0 0 0,0 0 0,1 0 0,-1 0 0,1 0 0,-1 0 0,1 0 0,0 0 0,1 1 0,-1-1 0,0 1 0,1-1 0,-1 1 0,1 0 0,0 0 0,-1 0 0,7-2 0,-5 2 0,0 1 0,1 0 0,-1 0 0,0 0 0,1 1 0,-1 0 0,1 0 0,-1 0 0,1 0 0,-1 1 0,0-1 0,1 1 0,-1 0 0,7 3 0,3 1 0,-1 1 0,1 0 0,-1 1 0,0 1 0,0 0 0,-1 1 0,0 0 0,14 15 0,-18-16 0,-1-1 0,0 1 0,0 1 0,-1-1 0,-1 1 0,1 0 0,-1 0 0,-1 1 0,0 0 0,0 0 0,-1 0 0,4 18 0,-6-22 0,-1-1 0,0 1 0,0 0 0,0-1 0,-1 1 0,0-1 0,0 1 0,0-1 0,-1 0 0,0 1 0,0-1 0,0 0 0,-5 7 0,-3 3 0,0-1 0,-23 25 0,2-4 0,30-34 0,0 0 0,0 0 0,1 0 0,-1 0 0,0 0 0,1 0 0,-1 0 0,0 1 0,1-1 0,0 0 0,-1 0 0,1 1 0,0-1 0,-1 0 0,1 0 0,0 1 0,0 0 0,0-1 0,1 0 0,-1 0 0,0-1 0,0 1 0,1 0 0,-1-1 0,1 1 0,-1-1 0,1 1 0,-1 0 0,1-1 0,-1 1 0,1-1 0,-1 1 0,1-1 0,0 0 0,-1 1 0,1-1 0,0 1 0,-1-1 0,2 0 0,6 2 0,0 0 0,-1-1 0,1 0 0,14 0 0,0 0 0,-6 1 0,1 1 0,-1 1 0,0 1 0,0 0 0,0 1 0,-1 1 0,28 16 0,-37-19 0,0 0 0,0 0 0,0 0 0,-1 1 0,1 0 0,-1 0 0,-1 1 0,1-1 0,-1 1 0,0 0 0,0 0 0,0 1 0,-1-1 0,0 1 0,0 0 0,-1-1 0,0 1 0,0 0 0,-1 0 0,2 14 0,-3-16 0,0 0 0,-1 0 0,1 0 0,-1 0 0,0 0 0,-1 0 0,1-1 0,-1 1 0,0 0 0,0-1 0,0 1 0,-5 5 0,2-2 0,-1-1 0,0-1 0,0 1 0,-1-1 0,0 0 0,-11 7 0,-3 0 0,0-1 0,-1-1 0,-1-1 0,-28 8 0,31-10-136,0-2-1,-1-1 1,0 0-1,0-2 1,0 0-1,-1-2 1,1 0-1,-1-1 0,-30-4 1,8-7-6690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5.458"/>
    </inkml:context>
    <inkml:brush xml:id="br0">
      <inkml:brushProperty name="width" value="0.05" units="cm"/>
      <inkml:brushProperty name="height" value="0.05" units="cm"/>
      <inkml:brushProperty name="color" value="#FFFFFF"/>
    </inkml:brush>
  </inkml:definitions>
  <inkml:trace contextRef="#ctx0" brushRef="#br0">1 26 24575,'36'2'0,"0"1"0,40 10 0,-43-7 0,0-1 0,59 2 0,-91-7 0,1 0 0,-1 0 0,0 0 0,0 0 0,1 0 0,-1 0 0,0 0 0,1-1 0,-1 1 0,0 0 0,0-1 0,1 1 0,-1-1 0,0 1 0,0-1 0,0 0 0,0 1 0,1-1 0,-1 0 0,0 0 0,1-1 0,-2 1 0,0 0 0,0 0 0,0 0 0,0 0 0,1 1 0,-1-1 0,-1 0 0,1 0 0,0 0 0,0 0 0,0 0 0,0 0 0,-1 1 0,1-1 0,0 0 0,-1 0 0,1 0 0,0 1 0,-1-1 0,1 0 0,-1 0 0,0 1 0,0-2 0,-1-1 0,-1 1 0,0-1 0,1 1 0,-1-1 0,0 1 0,0 0 0,-1 0 0,1 0 0,0 0 0,-1 1 0,1-1 0,-1 1 0,-7-2 0,9 3 0,1 0 0,-1 0 0,0 0 0,0 0 0,0 0 0,0 1 0,0-1 0,0 1 0,1-1 0,-1 1 0,0 0 0,0-1 0,1 1 0,-1 0 0,0 0 0,1 1 0,-1-1 0,-1 2 0,1-1 0,0 1 0,0 0 0,0 0 0,0 0 0,1 0 0,-1 0 0,1 0 0,-1 0 0,0 6 0,-1 6 0,1 0 0,0 0 0,1 27 0,1-30 0,6 318-1365,-2-285-5461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5.910"/>
    </inkml:context>
    <inkml:brush xml:id="br0">
      <inkml:brushProperty name="width" value="0.05" units="cm"/>
      <inkml:brushProperty name="height" value="0.05" units="cm"/>
      <inkml:brushProperty name="color" value="#FFFFFF"/>
    </inkml:brush>
  </inkml:definitions>
  <inkml:trace contextRef="#ctx0" brushRef="#br0">1 322 24575,'1'-3'0,"1"-1"0,0 0 0,0 0 0,0 1 0,0-1 0,1 1 0,3-4 0,-6 7 0,0-1 0,1 1 0,-1 0 0,0-1 0,1 1 0,-1 0 0,1 0 0,-1 0 0,1-1 0,-1 1 0,0 0 0,1 0 0,-1 0 0,1 0 0,-1 0 0,1 0 0,-1 0 0,1 0 0,-1 0 0,1 0 0,-1 0 0,1 0 0,0 0 0,0 1 0,0 0 0,0-1 0,0 1 0,0 0 0,0 0 0,0 0 0,0-1 0,-1 1 0,1 0 0,0 0 0,-1 0 0,1 1 0,0-1 0,0 1 0,4 11 0,0-1 0,-1 1 0,0 0 0,-1 1 0,-1-1 0,2 16 0,-1 87 0,-2-77 0,-1-8 0,0 27 0,2 1 0,14 74 0,-9-115 0,-7-17 0,0-1 0,0 0 0,0 0 0,0 0 0,0 0 0,1 0 0,-1 1 0,0-1 0,0 0 0,0 0 0,1 0 0,-1 0 0,0 0 0,0 0 0,0 0 0,1 0 0,-1 0 0,0 0 0,0 0 0,0 0 0,1 0 0,-1 0 0,0 0 0,0 0 0,0 0 0,1 0 0,-1 0 0,0 0 0,0 0 0,1 0 0,-1 0 0,0 0 0,0 0 0,0 0 0,0-1 0,1 1 0,-1 0 0,0 0 0,0 0 0,2-3 0,-1 1 0,1 0 0,-1-1 0,0 1 0,0-1 0,0 1 0,0-1 0,0 0 0,0 1 0,0-5 0,6-61 0,-3 1 0,-4-76 0,-1 22 0,1 91 0,6-131 0,-3 133 0,1 1 0,0 0 0,16-46 0,-18 67 0,0 1 0,0-1 0,1 1 0,0 0 0,0 0 0,0 0 0,1 0 0,-1 0 0,1 1 0,0-1 0,1 1 0,4-4 0,-5 6 0,0-1 0,0 1 0,0 0 0,0 0 0,1 1 0,-1-1 0,1 1 0,-1 0 0,1 0 0,-1 1 0,1-1 0,-1 1 0,1 0 0,-1 0 0,1 0 0,5 2 0,4 1 0,1 0 0,-1 1 0,1 1 0,-1 1 0,-1 0 0,1 1 0,14 9 0,-18-10 0,0 1 0,0 0 0,-1 1 0,0 0 0,-1 0 0,0 1 0,0 0 0,-1 1 0,10 15 0,-15-22 0,-1 0 0,1 0 0,-1 0 0,0 1 0,0-1 0,0 0 0,0 1 0,-1-1 0,1 1 0,-1-1 0,0 1 0,0-1 0,0 1 0,0-1 0,-1 0 0,-1 7 0,0-6 0,0 1 0,0-1 0,0 0 0,-1 0 0,1 0 0,-1 0 0,0 0 0,0-1 0,0 1 0,-1-1 0,-3 3 0,-8 4 0,1 0 0,-1-2 0,-1 1 0,0-2 0,-26 9 0,-1-2-682,-79 13-1,73-19-6143</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56.421"/>
    </inkml:context>
    <inkml:brush xml:id="br0">
      <inkml:brushProperty name="width" value="0.05" units="cm"/>
      <inkml:brushProperty name="height" value="0.05" units="cm"/>
      <inkml:brushProperty name="color" value="#FFFFFF"/>
    </inkml:brush>
  </inkml:definitions>
  <inkml:trace contextRef="#ctx0" brushRef="#br0">7143 4078 24575,'5'-1'0,"-1"1"0,0-1 0,0 0 0,0-1 0,0 1 0,0-1 0,0 0 0,0 0 0,0 0 0,0 0 0,-1 0 0,1-1 0,-1 0 0,0 0 0,0 0 0,0 0 0,0 0 0,-1-1 0,5-5 0,-2 2 0,-1-1 0,0 1 0,0-1 0,0 1 0,-1-1 0,0-1 0,-1 1 0,0 0 0,1-9 0,-2 5 0,-1 0 0,0 0 0,0 0 0,-2 0 0,1 1 0,-2-1 0,1 0 0,-2 1 0,1-1 0,-2 1 0,1 0 0,-2 1 0,1-1 0,-1 1 0,-1 0 0,0 0 0,0 1 0,-1 0 0,0 0 0,-12-9 0,3 4 0,0 2 0,-1 0 0,0 1 0,-1 0 0,0 2 0,-1 0 0,0 1 0,0 1 0,-1 1 0,-32-5 0,-39 1 0,-2 4 0,-125 8 0,190-1 0,-255 14-275,1 14 0,-512 117 0,160 27 275,-55 14 0,340-120-12,256-55 5,-165-1 1,224-12 59,1-1 0,-1-3 1,1 0-1,0-2 0,1-2 0,0-1 0,-33-15 0,42 14-10,1-1-1,0-1 1,0-1-1,2-1 1,0-2-1,0 0 1,2 0-1,0-2 1,-29-38-1,22 20-42,2-1 0,2-1 0,1-2 0,-17-45 0,-46-177 0,-18-252 0,74 348 0,10 65-8,-115-581-307,89 504 184,-118-305 0,102 344 131,-6 4 0,-145-222 0,158 282 0,-3 3 0,-3 2 0,-3 3 0,-3 3 0,-130-101 0,157 139 59,-1 2-1,-1 1 1,-1 3-1,-47-19 1,63 31-27,0 0 1,0 2-1,-1 2 1,1 0-1,-1 1 1,0 1-1,0 2 1,-46 3-1,-92 25-32,106-16 0,-1-2 0,-64 2 0,120-11 0,0 0 0,0 0 0,-1-1 0,1 1 0,0-1 0,0 1 0,0-1 0,0 0 0,-1 0 0,1-1 0,0 1 0,1-1 0,-5-1 0,2-2 0,-1 0 0,1-1 0,0 1 0,-7-12 0,4 8-1365</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56.839"/>
    </inkml:context>
    <inkml:brush xml:id="br0">
      <inkml:brushProperty name="width" value="0.05" units="cm"/>
      <inkml:brushProperty name="height" value="0.05" units="cm"/>
      <inkml:brushProperty name="color" value="#FFFFFF"/>
    </inkml:brush>
  </inkml:definitions>
  <inkml:trace contextRef="#ctx0" brushRef="#br0">344 30 24575,'3'-12'0,"0"0"0,-3 11 0,0 1 0,-1-1 0,1 1 0,0 0 0,-1-1 0,1 1 0,-1 0 0,1-1 0,-1 1 0,1 0 0,0-1 0,-1 1 0,1 0 0,-1 0 0,1 0 0,-1 0 0,1-1 0,-1 1 0,1 0 0,-1 0 0,0 0 0,1 0 0,-1 0 0,1 0 0,-1 0 0,1 1 0,-1-1 0,1 0 0,-1 0 0,-10 2 0,1 0 0,-1 1 0,1 0 0,0 1 0,0 0 0,0 0 0,1 1 0,-12 8 0,-10 8 0,-28 24 0,57-43 0,-25 21 0,-31 32 0,52-48 0,-1 0 0,1 0 0,1 1 0,-1 0 0,1 1 0,1-1 0,0 1 0,0 0 0,-5 16 0,9-19 0,-1-1 0,1 0 0,1 0 0,-1 1 0,1-1 0,0 0 0,0 0 0,0 1 0,1-1 0,-1 0 0,1 0 0,1-1 0,-1 1 0,1 0 0,-1-1 0,7 8 0,6 7 0,1-1 0,21 20 0,-37-38 0,49 43-70,3-1-1,1-3 0,63 34 1,-56-35-1013,-46-30-5743</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3.398"/>
    </inkml:context>
    <inkml:brush xml:id="br0">
      <inkml:brushProperty name="width" value="0.05" units="cm"/>
      <inkml:brushProperty name="height" value="0.05" units="cm"/>
      <inkml:brushProperty name="color" value="#FFFFFF"/>
    </inkml:brush>
  </inkml:definitions>
  <inkml:trace contextRef="#ctx0" brushRef="#br0">20 33 24575,'-14'-27'0,"9"21"0,10 22 0,395 1045 0,-353-912 0,46 270 0,-91-407-341,-1 0 0,0-1-1,-1 18 1,-3-10-6485</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3.740"/>
    </inkml:context>
    <inkml:brush xml:id="br0">
      <inkml:brushProperty name="width" value="0.05" units="cm"/>
      <inkml:brushProperty name="height" value="0.05" units="cm"/>
      <inkml:brushProperty name="color" value="#FFFFFF"/>
    </inkml:brush>
  </inkml:definitions>
  <inkml:trace contextRef="#ctx0" brushRef="#br0">1 246 24575,'0'0'0,"0"1"0,0-1 0,1 1 0,-1 0 0,0-1 0,1 1 0,-1-1 0,0 1 0,1 0 0,-1-1 0,1 1 0,-1-1 0,1 1 0,-1-1 0,1 0 0,-1 1 0,1-1 0,-1 1 0,1-1 0,0 0 0,-1 0 0,1 1 0,0-1 0,0 0 0,23 6 0,-17-4 0,138 44 0,25 6 0,-154-48 0,-1-1 0,1-1 0,-1 0 0,1-1 0,19-2 0,-29 1 0,0-1 0,-1 0 0,1 0 0,-1 0 0,0-1 0,1 0 0,-1 0 0,0 0 0,0-1 0,0 0 0,0 0 0,-1 0 0,1 0 0,-1-1 0,0 1 0,0-1 0,0 0 0,3-5 0,1-3 0,0-1 0,-1 1 0,-1-1 0,0-1 0,5-15 0,16-73 0,-4 11 0,-22 90 1,9-24 339,-10 25-387,1-1 0,-1 0-1,0 1 1,0-1-1,1 1 1,-1-1 0,1 1-1,-1-1 1,0 1-1,1-1 1,-1 1 0,1-1-1,-1 1 1,1-1-1,-1 1 1,1 0 0,0-1-1,-1 1 1,1 0-1,-1 0 1,1-1 0,0 1-1,-1 0 1,1 0-1,0 0 1,-1 0 0,1 0-1,0 0 1,-1 0-1,1 0 1,-1 0 0,1 0-1,0 0 1,-1 0-1,2 1 1,6 6-6779</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8.605"/>
    </inkml:context>
    <inkml:brush xml:id="br0">
      <inkml:brushProperty name="width" value="0.05" units="cm"/>
      <inkml:brushProperty name="height" value="0.05" units="cm"/>
      <inkml:brushProperty name="color" value="#FFFFFF"/>
    </inkml:brush>
  </inkml:definitions>
  <inkml:trace contextRef="#ctx0" brushRef="#br0">1 112 24575,'39'-3'0,"1"-2"0,72-20 0,-52 11 0,18-4 134,-23 4-509,0 2 1,1 3-1,73-3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9.114"/>
    </inkml:context>
    <inkml:brush xml:id="br0">
      <inkml:brushProperty name="width" value="0.05" units="cm"/>
      <inkml:brushProperty name="height" value="0.05" units="cm"/>
      <inkml:brushProperty name="color" value="#FFFFFF"/>
    </inkml:brush>
  </inkml:definitions>
  <inkml:trace contextRef="#ctx0" brushRef="#br0">111 29 24575,'0'-2'0,"-2"-23"0,2 25 0,0 0 0,0 0 0,-1 0 0,1 0 0,0 0 0,0-1 0,0 1 0,0 0 0,0 0 0,0 0 0,-1 0 0,1 0 0,0 0 0,0 0 0,0 0 0,0 0 0,0 0 0,0 0 0,-1 0 0,1 0 0,0 0 0,0 0 0,0 0 0,0 0 0,-1 0 0,1 0 0,0 0 0,0 0 0,0 0 0,0 0 0,0 0 0,-1 0 0,1 0 0,0 0 0,0 0 0,0 0 0,0 0 0,0 0 0,0 1 0,0-1 0,-1 0 0,1 0 0,-11 13 0,-8 17 0,-21 42 0,34-61 0,1 1 0,0-1 0,1 1 0,1 1 0,0-1 0,1 0 0,-2 18 0,4-28 0,0 0 0,0 0 0,0 1 0,0-1 0,0 0 0,0 0 0,1 0 0,-1 0 0,1 0 0,-1 0 0,1 0 0,0 0 0,0 0 0,0 0 0,0 0 0,0 0 0,1 0 0,-1-1 0,1 1 0,-1 0 0,1-1 0,-1 1 0,1-1 0,0 0 0,0 0 0,-1 1 0,1-1 0,0 0 0,0 0 0,0-1 0,0 1 0,0 0 0,0-1 0,1 1 0,-1-1 0,4 0 0,7 1 0,0-1 0,0-1 0,0 0 0,25-6 0,-27 4 0,62-13 0,-40 7 0,63-7 0,-92 15 0,-1 1 0,1 0 0,0 0 0,-1 0 0,1 1 0,-1-1 0,1 1 0,0 0 0,-1 0 0,1 0 0,-1 0 0,0 1 0,1-1 0,-1 1 0,0 0 0,0 0 0,0 0 0,0 0 0,5 6 0,-6-5 0,0 0 0,0 0 0,0 0 0,0 1 0,-1-1 0,1 1 0,-1 0 0,0-1 0,0 1 0,0 0 0,0 0 0,-1-1 0,0 1 0,0 0 0,0 0 0,0 0 0,0 0 0,-2 7 0,0-5-124,0 1 0,0-1 0,0 0 0,-1 0 0,0 0 0,0 0-1,0 0 1,-1 0 0,0-1 0,-6 7 0,-9 7-6702</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9.318"/>
    </inkml:context>
    <inkml:brush xml:id="br0">
      <inkml:brushProperty name="width" value="0.05" units="cm"/>
      <inkml:brushProperty name="height" value="0.05" units="cm"/>
      <inkml:brushProperty name="color" value="#FFFFFF"/>
    </inkml:brush>
  </inkml:definitions>
  <inkml:trace contextRef="#ctx0" brushRef="#br0">1 57 24575,'6'0'0,"8"-3"0,9-1 0,5-3 0,9-1 0,6-1 0,6 0 0,0 2 0,-1 3 0,-4 1 0,-2 1 0,-5 1 0,-10 5 0,-8 3 0,-12 1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0.364"/>
    </inkml:context>
    <inkml:brush xml:id="br0">
      <inkml:brushProperty name="width" value="0.05" units="cm"/>
      <inkml:brushProperty name="height" value="0.05" units="cm"/>
      <inkml:brushProperty name="color" value="#FFFFFF"/>
    </inkml:brush>
  </inkml:definitions>
  <inkml:trace contextRef="#ctx0" brushRef="#br0">0 31 24575,'0'-1'0,"0"0"0,0 0 0,0-1 0,0 1 0,0 0 0,1 0 0,-1 0 0,0-1 0,0 1 0,1 0 0,-1 0 0,1 0 0,-1 0 0,1 0 0,-1 0 0,1 0 0,0 0 0,0 0 0,-1 0 0,1 0 0,0 0 0,0 0 0,0 0 0,1 0 0,0 0 0,0 1 0,-1-1 0,1 1 0,0-1 0,0 1 0,0 0 0,0 0 0,0 0 0,0 0 0,0 0 0,0 0 0,-1 0 0,5 2 0,3 1 0,1 0 0,-1 1 0,0 0 0,15 9 0,30 24 0,-1 3 0,-2 2 0,65 68 0,-71-63-1365,-28-29-5461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0.580"/>
    </inkml:context>
    <inkml:brush xml:id="br0">
      <inkml:brushProperty name="width" value="0.05" units="cm"/>
      <inkml:brushProperty name="height" value="0.05" units="cm"/>
      <inkml:brushProperty name="color" value="#FFFFFF"/>
    </inkml:brush>
  </inkml:definitions>
  <inkml:trace contextRef="#ctx0" brushRef="#br0">285 1 24575,'-3'0'0,"-5"6"0,-3 5 0,-3 7 0,-3 7 0,-4 9 0,-1 4 0,-5 5 0,1 1 0,1 3 0,1 0 0,3-2 0,1-6 0,1-3 0,3-5 0,6-7-8191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1.280"/>
    </inkml:context>
    <inkml:brush xml:id="br0">
      <inkml:brushProperty name="width" value="0.05" units="cm"/>
      <inkml:brushProperty name="height" value="0.05" units="cm"/>
      <inkml:brushProperty name="color" value="#FFFFFF"/>
    </inkml:brush>
  </inkml:definitions>
  <inkml:trace contextRef="#ctx0" brushRef="#br0">32 183 24575,'-3'-3'0,"0"1"0,0-1 0,1 0 0,0 0 0,-1 0 0,1 0 0,0 0 0,1 0 0,-1-1 0,0 1 0,1 0 0,0-1 0,0 0 0,0 1 0,0-1 0,0 1 0,1-1 0,0 0 0,0 0 0,0 1 0,0-1 0,0 0 0,1 1 0,0-1 0,0 0 0,0 1 0,2-7 0,0 4 0,0 1 0,0 0 0,0 0 0,1 1 0,0-1 0,0 0 0,0 1 0,0 0 0,1 0 0,-1 1 0,1-1 0,0 1 0,0 0 0,0 0 0,1 0 0,9-3 0,-8 4 0,0 0 0,0 0 0,0 1 0,0 0 0,0 0 0,1 1 0,-1 0 0,0 0 0,0 0 0,0 1 0,0 0 0,1 1 0,9 3 0,-12-3 0,0 0 0,0 1 0,0 0 0,0 0 0,-1 0 0,1 0 0,-1 1 0,0-1 0,0 1 0,0 0 0,-1 1 0,1-1 0,-1 1 0,0-1 0,0 1 0,-1 0 0,1 0 0,1 6 0,0 3 0,0-1 0,-1 1 0,-1-1 0,0 1 0,-1 0 0,-1 0 0,0 0 0,0 0 0,-2-1 0,0 1 0,0 0 0,-1-1 0,-6 16 0,3-12 0,0 1 0,-2-2 0,0 1 0,-1-1 0,-1 0 0,0-1 0,-1 0 0,-1 0 0,-18 17 0,-19 4 0,93-53 0,0 2 0,84-16 0,-109 27 0,0 2 0,0 1 0,0 0 0,0 2 0,0 0 0,0 0 0,0 2 0,0 1 0,35 11 0,-22-5-1365,-19-7-5461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1.702"/>
    </inkml:context>
    <inkml:brush xml:id="br0">
      <inkml:brushProperty name="width" value="0.05" units="cm"/>
      <inkml:brushProperty name="height" value="0.05" units="cm"/>
      <inkml:brushProperty name="color" value="#FFFFFF"/>
    </inkml:brush>
  </inkml:definitions>
  <inkml:trace contextRef="#ctx0" brushRef="#br0">77 189 24575,'3'-8'0,"0"-1"0,0 0 0,0 0 0,-1 1 0,-1-1 0,2-16 0,-3-54 0,0 76 0,0 1 0,-1 0 0,1-1 0,0 1 0,-1-1 0,0 1 0,0 0 0,0 0 0,-2-5 0,3 7 0,0 0 0,-1-1 0,1 1 0,0 0 0,-1-1 0,1 1 0,-1 0 0,1-1 0,0 1 0,-1 0 0,1 0 0,-1-1 0,1 1 0,-1 0 0,1 0 0,-1 0 0,1 0 0,-1 0 0,1 0 0,-1 0 0,1 0 0,-1 0 0,1 0 0,-1 0 0,1 0 0,-1 0 0,1 0 0,-1 0 0,1 0 0,-1 1 0,1-1 0,-1 0 0,1 0 0,0 0 0,-1 1 0,1-1 0,-1 0 0,1 1 0,0-1 0,-1 0 0,1 1 0,0-1 0,-1 1 0,1-1 0,0 0 0,0 1 0,-1-1 0,1 1 0,0-1 0,0 1 0,-8 11 0,1 0 0,1 0 0,0 0 0,0 0 0,1 1 0,1 0 0,0 0 0,-2 14 0,0 9 0,-2 65 0,8-88 0,0-1 0,0 1 0,1-1 0,1 1 0,0-1 0,0 0 0,6 16 0,-6-24 0,-1 0 0,1-1 0,0 1 0,0-1 0,0 0 0,0 1 0,1-1 0,0 0 0,-1 0 0,1-1 0,0 1 0,0 0 0,0-1 0,1 0 0,-1 0 0,0 0 0,1 0 0,-1 0 0,1-1 0,0 0 0,0 0 0,0 0 0,-1 0 0,1 0 0,0-1 0,8 1 0,-5-2 0,1 0 0,-1 0 0,0-1 0,1 0 0,-1 0 0,0 0 0,0-1 0,0 0 0,0-1 0,-1 0 0,0 0 0,1 0 0,-1-1 0,-1 1 0,1-1 0,7-9 0,7-9 0,0-1 0,26-43 0,-29 37 0,-12 21 0,0 0 0,0 0 0,8-8 0,-13 16 0,0 1 0,0 0 0,0 0 0,1-1 0,-1 1 0,0 0 0,0 0 0,0 0 0,0 0 0,1-1 0,-1 1 0,0 0 0,0 0 0,0 0 0,1 0 0,-1-1 0,0 1 0,0 0 0,1 0 0,-1 0 0,0 0 0,0 0 0,1 0 0,-1 0 0,0 0 0,0 0 0,1 0 0,-1 0 0,0 0 0,0 0 0,1 0 0,-1 0 0,0 0 0,0 0 0,1 0 0,-1 0 0,0 0 0,0 0 0,1 1 0,3 11 0,-2 18 0,-2-28 0,0 22 52,-1-4 39,2 1 0,4 34 0,-4-50-190,0 0-1,0 0 1,0-1-1,1 1 1,-1 0-1,1-1 1,1 1 0,-1-1-1,0 0 1,1 0-1,0 0 1,0 0 0,0 0-1,1-1 1,-1 1-1,7 4 1,5 0-6727</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2.279"/>
    </inkml:context>
    <inkml:brush xml:id="br0">
      <inkml:brushProperty name="width" value="0.05" units="cm"/>
      <inkml:brushProperty name="height" value="0.05" units="cm"/>
      <inkml:brushProperty name="color" value="#FFFFFF"/>
    </inkml:brush>
  </inkml:definitions>
  <inkml:trace contextRef="#ctx0" brushRef="#br0">71 260 24575,'0'-36'0,"0"30"0,0 23 0,10 126 0,-3-58 0,-8-71 0,-6-22 0,-6-24 0,5 8 0,-35-124 0,38 127 0,1-1 0,1 0 0,1 1 0,1-44 0,1 60 0,1 0 0,-1 0 0,1 0 0,0 0 0,1 0 0,-1 0 0,1 1 0,0-1 0,0 0 0,1 1 0,-1 0 0,1-1 0,0 1 0,0 0 0,0 0 0,1 1 0,6-7 0,-5 7 0,1-1 0,-1 1 0,1 1 0,0-1 0,-1 1 0,1 0 0,0 0 0,0 0 0,1 1 0,-1 0 0,0 0 0,0 1 0,13 0 0,3 2 0,0 0 0,0 1 0,31 9 0,-44-9 0,1 0 0,-1 0 0,1 1 0,-1 0 0,0 1 0,-1 0 0,1 0 0,-1 1 0,14 13 0,-20-18 0,-1 1 0,1-1 0,-1 1 0,0 0 0,0-1 0,0 1 0,0 0 0,0 0 0,0 0 0,0 0 0,-1 0 0,1 0 0,-1 0 0,0 0 0,1 0 0,-1 0 0,0 0 0,0 0 0,0 0 0,0 0 0,-1 0 0,1 0 0,0 0 0,-1 0 0,0 0 0,1 0 0,-1 0 0,0 0 0,0 0 0,0-1 0,0 1 0,0 0 0,0 0 0,-1-1 0,1 1 0,-2 1 0,-6 6 0,-1-1 0,0 1 0,0-2 0,-18 11 0,22-14 0,-8 4 0,10-6 0,0 0 0,0 0 0,1 0 0,-1 0 0,1 1 0,-1-1 0,1 1 0,0 0 0,0 0 0,0 0 0,0 1 0,-2 3 0,5-6 0,0-1 0,0 1 0,0-1 0,0 1 0,0 0 0,0-1 0,0 1 0,0 0 0,0-1 0,0 1 0,1 0 0,-1-1 0,0 1 0,0-1 0,1 1 0,-1-1 0,0 1 0,1-1 0,-1 1 0,1-1 0,-1 1 0,0-1 0,1 1 0,-1-1 0,1 1 0,-1-1 0,1 0 0,0 1 0,20 9 0,-17-8 0,33 13 0,74 34 0,-94-40 0,0 1 0,-1 0 0,0 1 0,16 15 0,-28-22 0,0 0 0,-1 0 0,1 0 0,-1 0 0,0 0 0,0 1 0,2 4 0,-4-7 0,-1-1 0,1 0 0,0 1 0,-1-1 0,0 1 0,1-1 0,-1 1 0,0-1 0,0 1 0,0-1 0,0 1 0,0-1 0,0 1 0,0-1 0,0 0 0,-1 1 0,1-1 0,-1 1 0,1-1 0,-1 1 0,1-1 0,-1 0 0,0 1 0,1-1 0,-1 0 0,0 0 0,0 0 0,0 0 0,-2 2 0,-2 1 0,-1 0 0,0-1 0,0 1 0,-1-1 0,1 0 0,0-1 0,-1 1 0,0-1 0,-11 1 0,-70 7 0,72-9 0,-62 3-1365,3-1-5461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2.444"/>
    </inkml:context>
    <inkml:brush xml:id="br0">
      <inkml:brushProperty name="width" value="0.05" units="cm"/>
      <inkml:brushProperty name="height" value="0.05" units="cm"/>
      <inkml:brushProperty name="color" value="#FFFFFF"/>
    </inkml:brush>
  </inkml:definitions>
  <inkml:trace contextRef="#ctx0" brushRef="#br0">184 74 24575,'-47'0'0,"22"1"0,0-1 0,-40-5 0,48 0 0,12-1 0,7 5 0,-1 0 0,0 0 0,0 0 0,0 0 0,1 0 0,-1 0 0,1 1 0,-1-1 0,0 0 0,1 1 0,-1-1 0,1 1 0,0 0 0,-1-1 0,1 1 0,2 0 0,86-12-25,2 3-1,94 5 0,-109 3-231,1129-2-6210,-1 22 1792,-584-8 3152,21 0 406,1485 19-879,-7-45 2139,-1776 4 133,-64-1 559,-193 7-773,291-25 3267,-374 29-3010,-1 1-1,0-1 1,0 1-1,1-1 1,-1 0-1,0 0 1,5-2-1,-9 2-275,0 1 0,0-1 0,0 1 1,1-1-1,-1 1 0,0-1 0,0 1 0,0-1 0,0 1 0,0 0 0,0-1 0,0 1 0,0 0 1,0 0-1,0 0 0,0 0 0,0 0 0,0 0 0,-2 0 0,-42-3-177</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6.164"/>
    </inkml:context>
    <inkml:brush xml:id="br0">
      <inkml:brushProperty name="width" value="0.05" units="cm"/>
      <inkml:brushProperty name="height" value="0.05" units="cm"/>
      <inkml:brushProperty name="color" value="#FFFFFF"/>
    </inkml:brush>
  </inkml:definitions>
  <inkml:trace contextRef="#ctx0" brushRef="#br0">384 260 24575,'0'-3'0,"1"0"0,0 0 0,0 0 0,0 0 0,1 0 0,3-5 0,1-4 0,-5 8 0,1-1 0,-1 1 0,0-1 0,0 1 0,0-1 0,0 0 0,-1 1 0,0-1 0,0 0 0,0 1 0,0-1 0,-1 0 0,0 1 0,0-1 0,0 0 0,-1 1 0,1 0 0,-1-1 0,0 1 0,0 0 0,-1 0 0,1 0 0,-1 0 0,0 0 0,0 1 0,0-1 0,0 1 0,-1 0 0,1 0 0,-1 0 0,0 0 0,0 1 0,0-1 0,0 1 0,-1 0 0,1 1 0,0-1 0,-1 1 0,1-1 0,-1 1 0,-8 0 0,3 1 0,0 0 0,1 1 0,-1 0 0,0 0 0,1 1 0,-1 1 0,1-1 0,0 2 0,0-1 0,0 1 0,0 0 0,1 1 0,-1 0 0,-13 11 0,6-3 0,1 1 0,-1 0 0,2 1 0,0 1 0,-22 33 0,29-38 0,1 0 0,0 1 0,1-1 0,1 1 0,0 0 0,0 0 0,1 0 0,-2 18 0,4-26 0,1 0 0,-1 1 0,1-1 0,0 0 0,0 0 0,1 0 0,-1 0 0,1 0 0,0 0 0,0 0 0,0 0 0,1 0 0,-1 0 0,1-1 0,0 1 0,0-1 0,0 1 0,1-1 0,-1 0 0,1 1 0,0-1 0,0-1 0,0 1 0,0 0 0,0-1 0,1 1 0,-1-1 0,1 0 0,5 2 0,2 0 0,0-1 0,1 0 0,-1-1 0,1-1 0,0 0 0,0 0 0,-1-1 0,1 0 0,0-1 0,-1-1 0,1 0 0,0 0 0,-1-1 0,13-5 0,-3 0 0,-1 0 0,0-2 0,0 0 0,-1-2 0,-1 0 0,28-23 0,-29 20 0,-2 0 0,0-1 0,-1 0 0,0-1 0,-2-1 0,0 0 0,-1-1 0,-1 0 0,0-1 0,8-26 0,-16 41 0,4-13 0,-3 15 0,-1 12 0,-4 109 0,0-67 0,8 87 0,-5-123 0,2 0 0,0 0 0,0-1 0,2 1 0,0-1 0,0 0 0,1-1 0,1 1 0,0-1 0,12 16 0,-16-26 0,0 1 0,0 0 0,0-1 0,1 1 0,0-1 0,-1 0 0,1 0 0,0 0 0,0-1 0,1 1 0,-1-1 0,0 0 0,1-1 0,6 3 0,-8-4 0,0 1 0,0-1 0,0 0 0,0 0 0,0-1 0,0 1 0,0 0 0,0-1 0,0 0 0,-1 0 0,1 0 0,0 0 0,0 0 0,-1 0 0,1-1 0,-1 1 0,1-1 0,-1 0 0,1 0 0,-1 0 0,0 0 0,0 0 0,0 0 0,2-4 0,1-2 0,0 0 0,0-1 0,-1 1 0,0-1 0,-1 0 0,0 0 0,0-1 0,-1 1 0,0 0 0,-1-1 0,1-17 0,-2-6 0,-8-66 0,-3 14 0,15 148 0,30 147 0,-24-166 0,1-1 0,30 74 0,-31-98 0,-6-13 0,-3-11 0,-5-18 0,-12-38 0,-2-9 0,9 21 0,2-1 0,2 1 0,2-1 0,3 0 0,1 0 0,17-98 0,-15 135 0,1 0 0,0 0 0,1 1 0,0-1 0,0 1 0,2 0 0,14-22 0,-18 30 0,0 1 0,-1 0 0,1 0 0,0 0 0,0 0 0,1 0 0,-1 0 0,0 1 0,1-1 0,0 1 0,-1 0 0,1 0 0,0 1 0,0-1 0,0 1 0,0 0 0,1 0 0,-1 0 0,0 1 0,0-1 0,1 1 0,-1 0 0,0 0 0,0 0 0,1 1 0,-1 0 0,0 0 0,7 2 0,-4 0 0,-1 0 0,0 1 0,1-1 0,-1 2 0,-1-1 0,1 0 0,-1 1 0,0 0 0,0 0 0,0 1 0,0-1 0,-1 1 0,0 0 0,-1 0 0,1 1 0,-1-1 0,0 1 0,-1 0 0,1-1 0,-1 1 0,1 9 0,-1-7 0,0 1 0,-1 0 0,0 0 0,-1 0 0,0-1 0,0 1 0,-1 0 0,0 0 0,-1 0 0,0-1 0,-1 1 0,0-1 0,0 1 0,-9 16 0,7-19 0,0 1 0,0-1 0,0 0 0,0-1 0,-1 1 0,-1-1 0,1 0 0,-1-1 0,0 1 0,-13 7 0,16-12 0,5-4 0,11-8 0,20-13 0,2 1 0,-6 4 0,0 2 0,36-17 0,-63 33 0,0 1 0,0-1 0,1 0 0,-1 1 0,0-1 0,1 1 0,-1 0 0,0-1 0,1 1 0,-1 0 0,1 0 0,-1 0 0,0 0 0,1 0 0,-1 0 0,1 0 0,-1 1 0,0-1 0,1 0 0,-1 1 0,0-1 0,1 1 0,-1 0 0,0-1 0,1 1 0,-1 0 0,0 0 0,0 0 0,0 0 0,0 0 0,0 0 0,0 0 0,0 0 0,0 0 0,-1 0 0,2 2 0,2 5 0,-1 0 0,-1-1 0,1 1 0,-1 0 0,1 12 0,1 2 0,50 158 0,-15-55 0,-38-122 0,0-1 0,0 1 0,0 0 0,0-1 0,0 0 0,1 1 0,-1-1 0,3 3 0,-4-5 0,0 0 0,0 0 0,0 0 0,0 0 0,0 0 0,0 0 0,0 0 0,0 0 0,0 0 0,0 1 0,0-1 0,0 0 0,1 0 0,-1 0 0,0 0 0,0 0 0,0 0 0,0 0 0,0 0 0,0 0 0,0 0 0,0 0 0,0 0 0,0 0 0,1 0 0,-1 0 0,0 0 0,0 0 0,0 0 0,0 0 0,0 0 0,0 0 0,0 0 0,0 0 0,0 0 0,0 0 0,1 0 0,-1 0 0,0 0 0,0 0 0,0 0 0,0 0 0,0 0 0,0 0 0,0-1 0,0 1 0,0 0 0,0 0 0,0 0 0,0 0 0,0 0 0,0 0 0,0 0 0,0 0 0,1 0 0,-1 0 0,0 0 0,0 0 0,0-1 0,0 1 0,0 0 0,0 0 0,0 0 0,-3-16 0,-10-37 0,3 0 0,2-1 0,-2-67 0,9 88 0,2 0 0,2 0 0,1-1 0,1 1 0,2 1 0,15-48 0,-19 72 0,1-1 0,0 1 0,0-1 0,0 1 0,1 0 0,0 1 0,1-1 0,8-7 0,-11 12 0,0 0 0,0 0 0,0 1 0,1-1 0,-1 1 0,1 0 0,0 0 0,-1 1 0,1-1 0,0 1 0,0 0 0,0-1 0,0 2 0,0-1 0,0 0 0,0 1 0,1 0 0,-1 0 0,0 0 0,7 2 0,-2 0 0,0 1 0,0 0 0,0 1 0,-1 0 0,1 0 0,-1 1 0,0 0 0,0 0 0,-1 1 0,1 0 0,-1 0 0,0 1 0,11 15 0,-9-10 0,0 0 0,0 1 0,-2 0 0,1 1 0,-2 0 0,0 0 0,8 29 0,-12-36-35,-1 0 0,0 1 0,-1-1 0,0 0 0,0 1 0,0-1 0,-1 0 0,0 1 0,-1-1 0,0 0 0,0 0 0,0 0 0,-1 0 0,0 0 0,0-1 0,-1 1 0,1-1 0,-2 0 0,1 0 0,-1 0 0,1 0 0,-2-1 0,1 0 0,-1 0 0,1-1 0,-1 1 0,0-1 0,-1 0 0,1-1 0,-1 0 0,0 0 0,1 0 0,-1-1 0,-1 0 0,1 0 0,0-1 0,0 1 0,-13-1 0,-2-3-6791</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6.352"/>
    </inkml:context>
    <inkml:brush xml:id="br0">
      <inkml:brushProperty name="width" value="0.05" units="cm"/>
      <inkml:brushProperty name="height" value="0.05" units="cm"/>
      <inkml:brushProperty name="color" value="#FFFFFF"/>
    </inkml:brush>
  </inkml:definitions>
  <inkml:trace contextRef="#ctx0" brushRef="#br0">0 18 24575,'0'3'0,"3"1"0,7-3 0,6-2 0,5 0 0,9-4 0,6-1 0,5 1 0,6 2 0,4 0 0,-7 1-8191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6.744"/>
    </inkml:context>
    <inkml:brush xml:id="br0">
      <inkml:brushProperty name="width" value="0.05" units="cm"/>
      <inkml:brushProperty name="height" value="0.05" units="cm"/>
      <inkml:brushProperty name="color" value="#FFFFFF"/>
    </inkml:brush>
  </inkml:definitions>
  <inkml:trace contextRef="#ctx0" brushRef="#br0">159 171 24575,'-2'-30'0,"1"12"0,2-32 0,-1 46 0,1 1 0,-1-1 0,1 0 0,0 1 0,0 0 0,0-1 0,0 1 0,1-1 0,-1 1 0,1 0 0,0 0 0,0 0 0,0 0 0,0 0 0,3-2 0,-2 3 0,0 0 0,0 0 0,0 0 0,0 0 0,0 1 0,0 0 0,1-1 0,-1 1 0,1 1 0,-1-1 0,1 0 0,-1 1 0,1-1 0,-1 1 0,1 0 0,-1 1 0,1-1 0,-1 0 0,1 1 0,-1 0 0,1 0 0,-1 0 0,4 2 0,2 0 0,0 2 0,0-1 0,-1 1 0,1 0 0,-1 1 0,0 0 0,8 8 0,-9-7 0,-1 0 0,1 0 0,-1 1 0,-1 0 0,1 0 0,-1 0 0,-1 1 0,0 0 0,0 0 0,0 0 0,-1 0 0,-1 0 0,0 1 0,0-1 0,1 19 0,-3-17 0,0 0 0,-1 0 0,-1 0 0,1-1 0,-2 1 0,0 0 0,0-1 0,-1 0 0,0 1 0,0-2 0,-1 1 0,-1 0 0,-12 16 0,4-9 0,-1-1 0,-1 0 0,0-1 0,-1-1 0,-36 23 0,-100 46 0,144-78 0,3-2 0,0-1 0,0 1 0,1 0 0,-1 0 0,1 0 0,0 1 0,0-1 0,0 1 0,-6 7 0,11-10 0,-1-1 0,1 1 0,0-1 0,-1 1 0,1-1 0,0 1 0,-1-1 0,1 1 0,0-1 0,0 1 0,0 0 0,0-1 0,-1 1 0,1-1 0,0 1 0,0 0 0,0-1 0,0 1 0,0 0 0,0-1 0,1 1 0,-1-1 0,0 1 0,0 0 0,0-1 0,0 1 0,1-1 0,-1 1 0,0-1 0,1 1 0,-1-1 0,0 1 0,1-1 0,-1 1 0,1-1 0,-1 1 0,1-1 0,-1 0 0,1 1 0,-1-1 0,1 0 0,-1 1 0,1-1 0,-1 0 0,1 0 0,1 1 0,29 6 0,22-2-455,0-3 0,93-9 0,-100 2-6371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7.338"/>
    </inkml:context>
    <inkml:brush xml:id="br0">
      <inkml:brushProperty name="width" value="0.05" units="cm"/>
      <inkml:brushProperty name="height" value="0.05" units="cm"/>
      <inkml:brushProperty name="color" value="#FFFFFF"/>
    </inkml:brush>
  </inkml:definitions>
  <inkml:trace contextRef="#ctx0" brushRef="#br0">215 37 24575,'0'-4'0,"0"0"0,0 0 0,0 0 0,-1 0 0,-1-6 0,1 9 0,1 1 0,0 0 0,0-1 0,0 1 0,0 0 0,0-1 0,-1 1 0,1 0 0,0-1 0,0 1 0,-1 0 0,1 0 0,0-1 0,0 1 0,-1 0 0,1 0 0,0 0 0,-1-1 0,1 1 0,0 0 0,-1 0 0,1 0 0,0 0 0,-1 0 0,1 0 0,-1-1 0,0 2 0,0-1 0,0 0 0,0 1 0,0-1 0,1 0 0,-1 1 0,0-1 0,0 1 0,0-1 0,0 1 0,1 0 0,-1-1 0,0 1 0,1 0 0,-2 0 0,-13 17 0,1 1 0,0 1 0,-21 41 0,-23 68 0,51-114 0,-26 72 0,30-76 0,0-1 0,0 1 0,1 0 0,1 0 0,0 0 0,0 12 0,1-20 0,1 0 0,-1-1 0,0 1 0,1 0 0,-1-1 0,1 1 0,0 0 0,0-1 0,0 1 0,0-1 0,0 1 0,1-1 0,-1 0 0,1 0 0,0 1 0,-1-1 0,1 0 0,0 0 0,3 2 0,-1-2 0,-1 0 0,1-1 0,-1 1 0,1-1 0,0 1 0,-1-1 0,1 0 0,0-1 0,0 1 0,0-1 0,0 0 0,4 0 0,4 0 0,0-2 0,0 0 0,0 0 0,-1-1 0,1-1 0,-1 1 0,21-12 0,-19 7 0,-1-1 0,0 0 0,0-1 0,0 0 0,-1-1 0,-1 0 0,0-1 0,-1 0 0,0-1 0,-1 0 0,0 0 0,-1-1 0,0 0 0,-1 0 0,-1 0 0,0-1 0,-1 0 0,2-15 0,-5 8 0,-2 22 0,1 0 0,0 0 0,0 0 0,0-1 0,-1 1 0,1 0 0,0 0 0,0 0 0,0 0 0,-1 0 0,1 0 0,0 0 0,0 0 0,0 0 0,-1 0 0,1 0 0,0 0 0,0 0 0,0 1 0,-1-1 0,1 0 0,0 0 0,0 0 0,0 0 0,0 0 0,-1 0 0,1 0 0,0 1 0,0-1 0,0 0 0,0 0 0,0 0 0,-1 0 0,1 1 0,0-1 0,0 0 0,0 0 0,0 0 0,0 0 0,0 1 0,0-1 0,0 0 0,0 0 0,0 1 0,-19 37 0,13-18 86,0 1-1,1 0 0,-3 42 1,7-51-276,1 0 0,0 0 1,1 0-1,1 0 0,-1 0 1,2 0-1,0 0 1,6 17-1,3-5-6636</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8.348"/>
    </inkml:context>
    <inkml:brush xml:id="br0">
      <inkml:brushProperty name="width" value="0.05" units="cm"/>
      <inkml:brushProperty name="height" value="0.05" units="cm"/>
      <inkml:brushProperty name="color" value="#FFFFFF"/>
    </inkml:brush>
  </inkml:definitions>
  <inkml:trace contextRef="#ctx0" brushRef="#br0">38 269 24575,'0'-8'0,"0"-6"0,0 0 0,0 0 0,2 0 0,-1 0 0,7-22 0,-5 32 0,-2 10 0,-1 10 0,-22 131 0,10-83 0,3 1 0,-1 83 0,26-187 0,25-152 0,-30 127 0,3 1 0,37-104 0,-47 159 0,0-1 0,0 1 0,0 0 0,12-15 0,-15 22 0,0 0 0,-1 0 0,1 0 0,0-1 0,0 1 0,1 0 0,-1 0 0,0 0 0,0 1 0,0-1 0,1 0 0,-1 0 0,0 1 0,1-1 0,-1 0 0,0 1 0,1 0 0,-1-1 0,1 1 0,-1 0 0,1 0 0,-1-1 0,1 1 0,-1 0 0,1 1 0,-1-1 0,1 0 0,-1 0 0,1 1 0,-1-1 0,1 1 0,-1-1 0,0 1 0,1-1 0,-1 1 0,0 0 0,1 0 0,1 2 0,3 3 0,0 0 0,-1 1 0,1 0 0,-1 0 0,-1 1 0,1-1 0,-2 1 0,1 0 0,-1 0 0,0 1 0,2 8 0,2 11 0,-2 0 0,3 30 0,-6-18 0,-3-29 0,2 1 0,0-1 0,3 18 0,-3-25 0,1-1 0,-1 1 0,0-1 0,1 1 0,0-1 0,0 1 0,0-1 0,0 0 0,0 0 0,1 0 0,-1 0 0,1 0 0,0-1 0,5 4 0,12 8 0,-9-7 0,0 1 0,0 0 0,17 17 0,-26-23 0,1 0 0,-1 1 0,-1-1 0,1 1 0,0-1 0,0 1 0,-1 0 0,0 0 0,1 0 0,-1 0 0,0 0 0,-1 0 0,1 0 0,0 0 0,-1 0 0,0 0 0,0 0 0,0 0 0,0 0 0,0 0 0,-1 6 0,-1-6 0,1 1 0,-1-1 0,1 0 0,-1 0 0,0 0 0,0 0 0,0-1 0,-1 1 0,1-1 0,-1 1 0,1-1 0,-1 0 0,0 0 0,0 0 0,0 0 0,-5 2 0,-5 3 0,-1-1 0,-23 6 0,-1-2-682,-42 5-1,20-6-6143</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9.522"/>
    </inkml:context>
    <inkml:brush xml:id="br0">
      <inkml:brushProperty name="width" value="0.05" units="cm"/>
      <inkml:brushProperty name="height" value="0.05" units="cm"/>
      <inkml:brushProperty name="color" value="#FFFFFF"/>
    </inkml:brush>
  </inkml:definitions>
  <inkml:trace contextRef="#ctx0" brushRef="#br0">0 10 24575,'0'-5'0,"1"1"0,9 12 0,22 25 0,-1 1 0,26 40 0,-1-2 0,25 24 261,71 90-1887,-138-166-5200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9.692"/>
    </inkml:context>
    <inkml:brush xml:id="br0">
      <inkml:brushProperty name="width" value="0.05" units="cm"/>
      <inkml:brushProperty name="height" value="0.05" units="cm"/>
      <inkml:brushProperty name="color" value="#FFFFFF"/>
    </inkml:brush>
  </inkml:definitions>
  <inkml:trace contextRef="#ctx0" brushRef="#br0">334 45 24575,'0'-6'0,"-3"-5"0,-4-1 0,-5 1 0,-2 7 0,-3 12 0,-1 15 0,-4 15 0,-4 14 0,-4 11 0,-3 10 0,0 5 0,1 1 0,2 1 0,6-5 0,7-9 0,7-9 0,4-14-8191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29.989"/>
    </inkml:context>
    <inkml:brush xml:id="br0">
      <inkml:brushProperty name="width" value="0.05" units="cm"/>
      <inkml:brushProperty name="height" value="0.05" units="cm"/>
      <inkml:brushProperty name="color" value="#FFFFFF"/>
    </inkml:brush>
  </inkml:definitions>
  <inkml:trace contextRef="#ctx0" brushRef="#br0">1 96 24575,'26'-55'0,"-8"18"0,-16 33 0,-4 6 0,-5 10 0,-11 22 0,15-25 0,1-1 0,-1 1 0,1-1 0,1 1 0,0 0 0,0 0 0,0 0 0,1 0 0,1 0 0,1 10 0,-1-12 0,2 1 0,-1-1 0,1 0 0,0 1 0,0-1 0,1-1 0,0 1 0,0 0 0,1-1 0,-1 0 0,12 11 0,13 9 0,34 24 0,-31-25 0,37 36 0,-61-53 0,0 0 0,-1 1 0,0 0 0,0 0 0,-1 1 0,0 0 0,-1 0 0,0 0 0,3 12 0,-6-18 23,-1 0 0,-1 0 0,1 1-1,-1-1 1,1 0 0,-1 0 0,0 0-1,-1 0 1,1 1 0,-1-1 0,0 0-1,0 0 1,0 0 0,-2 5 0,0-3-237,0 0 1,-1 0 0,0 0-1,0 0 1,0-1 0,-1 1-1,-7 7 1,-14 9-6613</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0.145"/>
    </inkml:context>
    <inkml:brush xml:id="br0">
      <inkml:brushProperty name="width" value="0.05" units="cm"/>
      <inkml:brushProperty name="height" value="0.05" units="cm"/>
      <inkml:brushProperty name="color" value="#FFFFFF"/>
    </inkml:brush>
  </inkml:definitions>
  <inkml:trace contextRef="#ctx0" brushRef="#br0">0 276 24575,'10'-13'0,"12"-13"0,11-11 0,10-6 0,7-2 0,1 7 0,-2 6 0,-3 10 0,-3 7 0,-3 10 0,-5 6 0,-8 3-8191</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1.024"/>
    </inkml:context>
    <inkml:brush xml:id="br0">
      <inkml:brushProperty name="width" value="0.05" units="cm"/>
      <inkml:brushProperty name="height" value="0.05" units="cm"/>
      <inkml:brushProperty name="color" value="#FFFFFF"/>
    </inkml:brush>
  </inkml:definitions>
  <inkml:trace contextRef="#ctx0" brushRef="#br0">333 309 24575,'4'-5'0,"-2"0"0,1 0 0,-1-1 0,1 1 0,-1-1 0,-1 1 0,1-1 0,-1 0 0,1-10 0,0 3 0,2-5 0,-2 0 0,0-1 0,-2-36 0,0 48 0,-1-1 0,0 0 0,0 0 0,-1 1 0,0-1 0,-1 1 0,1-1 0,-1 1 0,-1 0 0,1 0 0,-1 0 0,-5-6 0,7 11 0,1 1 0,0-1 0,-1 1 0,0 0 0,1-1 0,-1 1 0,0 0 0,1 0 0,-1 0 0,0 0 0,0 0 0,0 0 0,0 1 0,0-1 0,0 1 0,0-1 0,0 1 0,-2-1 0,0 2 0,1-1 0,-1 0 0,1 1 0,-1 0 0,1-1 0,0 1 0,-1 1 0,1-1 0,-6 4 0,-4 2 0,1 2 0,1 0 0,0 0 0,-11 11 0,20-17 0,-28 26 0,1 1 0,-29 42 0,50-61 0,0 0 0,1 1 0,0 0 0,1 1 0,0-1 0,1 1 0,0 0 0,1 0 0,1 1 0,-3 21 0,6-33 0,0 0 0,-1 0 0,2 0 0,-1 0 0,0 0 0,0 0 0,1 1 0,-1-1 0,1 0 0,-1 0 0,1 0 0,0 0 0,0-1 0,0 1 0,0 0 0,0 0 0,0 0 0,1-1 0,-1 1 0,2 1 0,0-1 0,-1-1 0,1 1 0,0 0 0,0-1 0,-1 0 0,1 0 0,0 0 0,0 0 0,0 0 0,0-1 0,0 1 0,4-1 0,4 1 0,0-2 0,-1 0 0,0 0 0,1 0 0,-1-2 0,20-6 0,-13 2 0,-1 0 0,0-2 0,0 0 0,-1-1 0,0 0 0,-1-1 0,0-1 0,-1 0 0,0-1 0,-1 0 0,0-1 0,-1-1 0,-1 0 0,0 0 0,14-31 0,-15 33 0,-9 13 0,0 0 0,0 0 0,0 0 0,1 0 0,-1 0 0,0 0 0,0 0 0,0 0 0,0 0 0,1 0 0,-1 0 0,0 0 0,0 0 0,0 0 0,0 0 0,0 0 0,1 0 0,-1 0 0,0 0 0,0 0 0,0 1 0,0-1 0,0 0 0,0 0 0,0 0 0,1 0 0,-1 0 0,0 0 0,0 0 0,0 1 0,0-1 0,0 0 0,0 0 0,0 0 0,0 0 0,0 1 0,0-1 0,0 0 0,0 0 0,0 0 0,0 0 0,0 0 0,0 1 0,0-1 0,1 32 0,-1-20 0,0 2 0,1-1 0,1 0 0,0 1 0,1-1 0,0 0 0,1-1 0,0 1 0,10 20 0,-10-28 0,-1 1 0,1-1 0,0 1 0,0-1 0,0 0 0,1-1 0,0 1 0,0-1 0,0 0 0,0 0 0,1-1 0,-1 1 0,1-1 0,0 0 0,0-1 0,0 1 0,0-1 0,1-1 0,10 3 0,-8-3 0,1 0 0,-1-1 0,0 0 0,0 0 0,0-1 0,0 0 0,1-1 0,-1 0 0,-1 0 0,1-1 0,12-5 0,-9 2 0,-1 0 0,-1 0 0,1-1 0,-1-1 0,0 0 0,-1 0 0,15-17 0,-11 9 0,-1 0 0,-1-1 0,0 0 0,-1-1 0,-1 0 0,-1 0 0,0-1 0,-2 0 0,0-1 0,4-25 0,-9 24 0,-1 21 0,-1 0 0,1 0 0,0 1 0,0-1 0,0 0 0,0 0 0,0 0 0,-1 0 0,1 0 0,0 0 0,0 0 0,0 1 0,-1-1 0,1 0 0,0 0 0,0 0 0,0 0 0,0 0 0,-1 0 0,1 0 0,0 0 0,0 0 0,0 0 0,-1 0 0,1 0 0,0 0 0,0 0 0,0 0 0,-1 0 0,1 0 0,0-1 0,0 1 0,0 0 0,0 0 0,-1 0 0,1 0 0,0 0 0,0 0 0,0 0 0,0-1 0,0 1 0,-1 0 0,1 0 0,0 0 0,0 0 0,0 0 0,0-1 0,0 1 0,0 0 0,0 0 0,0-1 0,-7 17 0,1 0 0,1-1 0,0 2 0,1-1 0,-2 23 0,1-9 0,-4 22 0,2 2 0,3-1 0,2 1 0,3 0 0,2-1 0,19 105 0,-19-139 0,-3-14 0,-2-10 0,-9-27 0,2-1 0,1 0 0,2 0 0,1-1 0,2 1 0,1-1 0,4-50 0,0 59 0,1 0 0,1 0 0,1 0 0,1 0 0,2 1 0,0 0 0,2 0 0,0 1 0,2 1 0,22-35 0,-26 48 0,-1-1 0,1 1 0,1 1 0,0-1 0,0 2 0,1-1 0,-1 1 0,15-7 0,-19 11 0,0 0 0,1 1 0,-1 0 0,1 0 0,-1 0 0,1 1 0,0 0 0,0 0 0,-1 0 0,1 0 0,0 1 0,0 0 0,0 1 0,0-1 0,0 1 0,-1 0 0,1 1 0,10 3 0,-13-4 0,1 1 0,-1 0 0,0 1 0,0-1 0,0 0 0,0 1 0,0 0 0,0 0 0,-1-1 0,1 2 0,-1-1 0,0 0 0,0 0 0,0 1 0,0-1 0,-1 1 0,1 0 0,-1-1 0,0 1 0,0 0 0,0 0 0,-1 0 0,1 0 0,-1 0 0,0 7 0,-1-1 0,1-1 0,-2 1 0,1 0 0,-1-1 0,-1 0 0,0 1 0,0-1 0,-1 0 0,-6 12 0,2-8-170,0 1-1,-1-1 0,-1-1 1,0 1-1,-1-2 0,0 1 1,-24 17-1,18-18-6655</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1.462"/>
    </inkml:context>
    <inkml:brush xml:id="br0">
      <inkml:brushProperty name="width" value="0.05" units="cm"/>
      <inkml:brushProperty name="height" value="0.05" units="cm"/>
      <inkml:brushProperty name="color" value="#FFFFFF"/>
    </inkml:brush>
  </inkml:definitions>
  <inkml:trace contextRef="#ctx0" brushRef="#br0">18 110 24575,'1'0'0,"0"0"0,1 0 0,-1 0 0,0 0 0,0 1 0,0-1 0,1 0 0,-1 1 0,0-1 0,0 1 0,0-1 0,0 1 0,0 0 0,0-1 0,0 1 0,0 0 0,0 0 0,0 0 0,-1-1 0,1 1 0,0 0 0,0 1 0,1 1 0,0 0 0,-1 1 0,0-1 0,0 0 0,0 1 0,0-1 0,1 7 0,-1 5 0,-1 0 0,-1 25 0,0-36 0,-51 365 0,95-658 0,-37 240 0,-1-3 0,2 0 0,19-65 0,-25 114 0,-1 0 0,1 1 0,0-1 0,1 1 0,-1-1 0,0 1 0,1-1 0,-1 1 0,1 0 0,0-1 0,0 1 0,0 0 0,3-2 0,-4 3 0,0 1 0,0 0 0,0-1 0,0 1 0,0 0 0,0-1 0,1 1 0,-1 0 0,0 0 0,0 0 0,0 0 0,1 0 0,-1 0 0,0 0 0,0 1 0,0-1 0,0 0 0,1 1 0,-1-1 0,0 0 0,0 1 0,0 0 0,0-1 0,0 1 0,0 0 0,0-1 0,0 1 0,0 0 0,-1 0 0,1 0 0,1 2 0,11 12 0,-1 1 0,-1 0 0,0 1 0,10 24 0,4 3 0,-17-31 0,-3-5 0,0 1 0,0 0 0,-1 0 0,0 0 0,3 11 0,-6-18 0,0 0 0,-1 0 0,0 0 0,0 0 0,1 0 0,-1 0 0,0 0 0,-1 0 0,1 0 0,0 0 0,0 0 0,-1 0 0,0 0 0,1 0 0,-1 0 0,0 0 0,0 0 0,0-1 0,0 1 0,0 0 0,0-1 0,0 1 0,-1 0 0,1-1 0,-1 0 0,1 1 0,-1-1 0,1 0 0,-1 0 0,0 0 0,-2 1 0,-6 2-84,0 0 0,0-1 1,-1-1-1,1 0 0,-1 0 0,0-1 0,1 0 0,-20-2 0,20 1-526,-22 0-6216</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1.789"/>
    </inkml:context>
    <inkml:brush xml:id="br0">
      <inkml:brushProperty name="width" value="0.05" units="cm"/>
      <inkml:brushProperty name="height" value="0.05" units="cm"/>
      <inkml:brushProperty name="color" value="#FFFFFF"/>
    </inkml:brush>
  </inkml:definitions>
  <inkml:trace contextRef="#ctx0" brushRef="#br0">143 94 24575,'19'-9'0,"0"-1"0,-1-1 0,-1 0 0,20-16 0,-37 27 0,1-1 0,-1 1 0,1 0 0,-1-1 0,0 1 0,1-1 0,-1 1 0,1 0 0,-1-1 0,0 1 0,1-1 0,-1 1 0,0-1 0,0 1 0,1-1 0,-1 0 0,0 1 0,0-1 0,0 1 0,0-1 0,0 1 0,0-1 0,0 0 0,0 1 0,0-1 0,0 1 0,0-2 0,-1 1 0,1 1 0,-1-1 0,1 1 0,-1-1 0,0 0 0,1 1 0,-1-1 0,0 1 0,0 0 0,1-1 0,-1 1 0,0 0 0,0-1 0,0 1 0,1 0 0,-2 0 0,-37-3 0,27 4 0,-1 0 0,0 1 0,0 1 0,1 0 0,-1 1 0,1 0 0,-20 10 0,26-11 0,-1 0 0,2 0 0,-1 1 0,0 0 0,1 0 0,-1 1 0,1-1 0,1 1 0,-1 0 0,0 1 0,1-1 0,0 1 0,1-1 0,-1 1 0,1 0 0,-3 9 0,5-10 0,0-1 0,1 1 0,-1-1 0,1 1 0,1 0 0,-1-1 0,0 1 0,1 0 0,0-1 0,0 1 0,1-1 0,-1 1 0,1-1 0,0 0 0,0 0 0,3 6 0,4 3 0,0 1 0,1-1 0,16 16 0,29 22 0,-39-38 0,-2 0 0,0 1 0,0 1 0,19 26 0,-32-40 0,0 0 0,0 0 0,-1 0 0,1 0 0,-1 0 0,1 0 0,0 0 0,-1 0 0,0 0 0,1 1 0,-1-1 0,0 0 0,1 0 0,-1 0 0,0 0 0,0 1 0,0-1 0,0 0 0,0 0 0,0 0 0,-1 1 0,1-1 0,0 0 0,-1 0 0,1 0 0,0 0 0,-1 0 0,1 0 0,-1 0 0,0 0 0,1 0 0,-1 0 0,0 0 0,0 0 0,0 0 0,1 0 0,-1-1 0,0 1 0,0 0 0,0 0 0,0-1 0,0 1 0,-2 0 0,-5 2 0,0 0 0,-1-1 0,1 1 0,-18 1 0,22-4 0,-63 8-1365,-4-3-5461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5.150"/>
    </inkml:context>
    <inkml:brush xml:id="br0">
      <inkml:brushProperty name="width" value="0.05" units="cm"/>
      <inkml:brushProperty name="height" value="0.05" units="cm"/>
      <inkml:brushProperty name="color" value="#FFFFFF"/>
    </inkml:brush>
  </inkml:definitions>
  <inkml:trace contextRef="#ctx0" brushRef="#br0">550 344 24575,'0'0'0,"0"0"0,0 0 0,0 1 0,0-1 0,0 0 0,0 0 0,0 1 0,0-1 0,0 0 0,0 0 0,0 1 0,0-1 0,0 0 0,0 0 0,0 1 0,0-1 0,0 0 0,0 0 0,1 1 0,-1-1 0,0 0 0,0 0 0,0 0 0,0 1 0,1-1 0,-1 0 0,0 0 0,0 0 0,0 0 0,1 1 0,-1-1 0,0 0 0,0 0 0,0 0 0,1 0 0,-1 0 0,0 0 0,0 0 0,1 0 0,-1 0 0,1 1 0,11-8 0,9-13 0,-14 10 0,-1 1 0,0-2 0,0 1 0,-1 0 0,0-1 0,4-16 0,-8 20 0,1 0 0,-1 0 0,-1 0 0,1 0 0,-1 0 0,-1 0 0,1 0 0,-1 0 0,0 0 0,-1 1 0,0-1 0,-3-8 0,2 7 0,0 0 0,-1 0 0,0 0 0,0 0 0,-1 1 0,0-1 0,0 1 0,-1 0 0,0 1 0,0 0 0,-1 0 0,1 0 0,-1 0 0,-1 1 0,1 0 0,-1 1 0,0 0 0,0 0 0,0 1 0,0-1 0,-1 2 0,1-1 0,-1 1 0,1 1 0,-1 0 0,0 0 0,0 0 0,0 1 0,0 1 0,1-1 0,-1 1 0,0 1 0,0 0 0,1 0 0,-1 1 0,-12 5 0,-1 2 0,0 1 0,1 1 0,0 1 0,1 1 0,0 1 0,1 1 0,1 0 0,-29 34 0,30-29 0,0 0 0,2 2 0,0 0 0,2 0 0,0 2 0,2 0 0,-15 43 0,23-58 0,1 0 0,0-1 0,0 1 0,1 0 0,0 1 0,1-1 0,2 19 0,-2-24 0,1-1 0,0 0 0,1 0 0,-1 0 0,1 0 0,-1 0 0,1 0 0,0 0 0,1 0 0,-1-1 0,1 1 0,-1-1 0,1 0 0,0 0 0,0 0 0,1 0 0,-1 0 0,0 0 0,1-1 0,7 4 0,-1-2 0,1 0 0,-1-1 0,1 0 0,0-1 0,0 0 0,0-1 0,0 0 0,0-1 0,0 0 0,20-3 0,0-2 0,-1-1 0,49-16 0,-53 13 0,0-1 0,0-2 0,-1 0 0,-1-2 0,0-1 0,-1 0 0,31-28 0,-43 33 0,0-1 0,-1-1 0,0 0 0,-1 0 0,0-1 0,10-20 0,-15 23 0,0 0 0,0 0 0,-1 0 0,0 0 0,-1-1 0,0 1 0,0-1 0,-1 0 0,-1 1 0,0-13 0,0 21 0,0 0 0,-1 0 0,1 0 0,0 0 0,-1 0 0,1 0 0,-1 0 0,0 1 0,1-1 0,-1 0 0,0 0 0,0 1 0,0-1 0,-3-2 0,4 4 0,0-1 0,-1 1 0,1 0 0,-1 0 0,1-1 0,0 1 0,-1 0 0,1 0 0,0 0 0,-1 0 0,1 0 0,-1-1 0,1 1 0,-1 0 0,1 0 0,0 0 0,-1 0 0,1 0 0,-1 0 0,1 1 0,-1-1 0,1 0 0,0 0 0,-1 0 0,-1 1 0,1 0 0,0 0 0,0 0 0,0-1 0,0 1 0,0 0 0,0 0 0,0 1 0,0-1 0,1 0 0,-2 2 0,-3 7 0,1 1 0,-1-1 0,2 1 0,0 0 0,0 0 0,1 0 0,0 0 0,1 1 0,0-1 0,1 0 0,2 14 0,-1-9 0,1 0 0,0 0 0,2 0 0,0 0 0,1-1 0,0 0 0,10 20 0,-5-17 69,0-1-1,2 0 0,0-1 0,18 20 1,-22-28-240,0 0 0,0-1 1,1 0-1,0-1 0,0 1 1,1-2-1,0 1 0,0-1 1,14 4-1,-7-4-6655</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5.617"/>
    </inkml:context>
    <inkml:brush xml:id="br0">
      <inkml:brushProperty name="width" value="0.05" units="cm"/>
      <inkml:brushProperty name="height" value="0.05" units="cm"/>
      <inkml:brushProperty name="color" value="#FFFFFF"/>
    </inkml:brush>
  </inkml:definitions>
  <inkml:trace contextRef="#ctx0" brushRef="#br0">0 480 24575,'5'-11'0,"-2"-1"0,1 0 0,-2 0 0,0 0 0,1-16 0,2-3 0,6-63 0,-23 175 0,7-20 0,3 1 0,3-1 0,2 0 0,23 119 0,-25-173 0,5 16 0,-4-20 0,-1-14 0,-1-294 0,0 14 0,0 271 0,1 1 0,1 0 0,1-1 0,8-30 0,-9 45 0,0 0 0,0 0 0,0 0 0,1 0 0,-1 1 0,1-1 0,0 1 0,0 0 0,7-7 0,-7 9 0,0 0 0,-1 0 0,1 0 0,0 1 0,0-1 0,0 1 0,0-1 0,0 1 0,1 0 0,-1 0 0,0 1 0,0-1 0,1 1 0,-1-1 0,0 1 0,7 1 0,-1 0 0,1 1 0,-1 0 0,0 1 0,0 0 0,0 0 0,-1 1 0,1 0 0,-1 0 0,0 1 0,0 0 0,0 1 0,8 7 0,-3-2 0,-1 1 0,0 1 0,-1-1 0,0 2 0,16 27 0,-23-35 0,-1 0 0,0 1 0,0 0 0,0 0 0,-1 0 0,0 0 0,0 0 0,-1 1 0,0-1 0,0 0 0,-1 1 0,0-1 0,0 1 0,0-1 0,-3 8 0,1-7 0,0 0 0,-1 0 0,0-1 0,-1 1 0,0-1 0,0 1 0,0-1 0,-1-1 0,0 1 0,0-1 0,-1 0 0,0 0 0,-8 6 0,-4 3 0,0-2 0,-1 0 0,0-1 0,-1-1 0,-1-1 0,0-1 0,0-1 0,-31 9 0,47-16-136,0 0-1,0-1 1,0 1-1,0-1 1,-1 0-1,1 0 1,0 0-1,0-1 0,-5-1 1,-7-4-6690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6.114"/>
    </inkml:context>
    <inkml:brush xml:id="br0">
      <inkml:brushProperty name="width" value="0.05" units="cm"/>
      <inkml:brushProperty name="height" value="0.05" units="cm"/>
      <inkml:brushProperty name="color" value="#FFFFFF"/>
    </inkml:brush>
  </inkml:definitions>
  <inkml:trace contextRef="#ctx0" brushRef="#br0">0 257 24575,'6'1'0,"-1"-1"0,0 1 0,0 0 0,0 0 0,0 1 0,0-1 0,-1 1 0,1 0 0,0 0 0,-1 1 0,0 0 0,1-1 0,-1 2 0,0-1 0,0 0 0,-1 1 0,1-1 0,-1 1 0,1 0 0,-1 0 0,-1 1 0,4 5 0,3 6 0,-1 2 0,0-1 0,-1 1 0,8 32 0,-8-16 0,-1 0 0,-2 0 0,0 36 0,-6 102 0,3-309 0,5-83 0,-5 205 0,5-68 0,29-142 0,-32 216 0,0-1 0,0 1 0,0 0 0,1 0 0,1 0 0,6-11 0,-9 18 0,-1 0 0,1 0 0,-1 0 0,1 0 0,0 0 0,0 0 0,0 0 0,0 0 0,0 1 0,1-1 0,-1 1 0,0 0 0,1 0 0,-1 0 0,1 0 0,-1 0 0,1 0 0,-1 1 0,1-1 0,0 1 0,-1 0 0,1-1 0,0 1 0,-1 1 0,1-1 0,0 0 0,4 2 0,1 1 0,1 0 0,-1 1 0,-1-1 0,1 2 0,-1-1 0,1 1 0,-1 1 0,-1-1 0,1 1 0,-1 0 0,0 1 0,0-1 0,6 10 0,-3-2 0,0 0 0,-1 1 0,0 0 0,-1 0 0,0 0 0,3 18 0,-7-23 0,-1 0 0,0 0 0,0 0 0,-1 0 0,-1 1 0,0-1 0,0 1 0,-1-1 0,0 0 0,-1 0 0,0 1 0,-1-1 0,0-1 0,-5 12 0,4-13 0,1-1 0,-2 0 0,1 0 0,-1 0 0,0-1 0,-1 0 0,1 0 0,-1 0 0,-1 0 0,1-1 0,-1 0 0,0-1 0,0 1 0,0-1 0,0-1 0,-1 1 0,0-1 0,-10 3 0,8-4 57,0 1 0,0-1 0,-1-1 0,1 0 0,-22-1 0,28 0-147,0-1 0,0 1 0,1-1 0,-1 0 0,0 0 1,0 0-1,0 0 0,0-1 0,1 0 0,-1 0 1,1 0-1,-1 0 0,1 0 0,0 0 0,0-1 0,0 0 1,0 0-1,-3-4 0,-3-8-6736</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6.488"/>
    </inkml:context>
    <inkml:brush xml:id="br0">
      <inkml:brushProperty name="width" value="0.05" units="cm"/>
      <inkml:brushProperty name="height" value="0.05" units="cm"/>
      <inkml:brushProperty name="color" value="#FFFFFF"/>
    </inkml:brush>
  </inkml:definitions>
  <inkml:trace contextRef="#ctx0" brushRef="#br0">20 46 24575,'-1'0'0,"0"0"0,1 0 0,-1 0 0,0 0 0,1 0 0,-1 0 0,0 0 0,0 0 0,1 0 0,-1 0 0,0 0 0,0 0 0,1 0 0,-1-1 0,0 1 0,1 0 0,-1-1 0,0 1 0,1 0 0,-1-1 0,1 1 0,-1-1 0,0 1 0,1-1 0,-1 1 0,1-1 0,-1 0 0,1 0 0,1 0 0,-1 0 0,0 1 0,1-1 0,0 1 0,-1-1 0,1 0 0,-1 1 0,1-1 0,0 1 0,-1 0 0,1-1 0,0 1 0,-1-1 0,1 1 0,0 0 0,0 0 0,-1-1 0,1 1 0,0 0 0,0 0 0,0 0 0,-1 0 0,1 0 0,0 0 0,1 0 0,170-10 0,-122 6 285,-28 3-1110,40-8 0,-48 5-6001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6.779"/>
    </inkml:context>
    <inkml:brush xml:id="br0">
      <inkml:brushProperty name="width" value="0.05" units="cm"/>
      <inkml:brushProperty name="height" value="0.05" units="cm"/>
      <inkml:brushProperty name="color" value="#FFFFFF"/>
    </inkml:brush>
  </inkml:definitions>
  <inkml:trace contextRef="#ctx0" brushRef="#br0">1 0 24575,'0'3'0,"0"5"0,3 3 0,1 3 0,3 6 0,1 5 0,1 5 0,0 4 0,1 1 0,-1 5 0,1 2 0,-1 0 0,-2-2 0,0 0 0,0-2 0,-2 0 0,-1-4 0,-2-8-8191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3.053"/>
    </inkml:context>
    <inkml:brush xml:id="br0">
      <inkml:brushProperty name="width" value="0.05" units="cm"/>
      <inkml:brushProperty name="height" value="0.05" units="cm"/>
      <inkml:brushProperty name="color" value="#FFFFFF"/>
    </inkml:brush>
  </inkml:definitions>
  <inkml:trace contextRef="#ctx0" brushRef="#br0">1 273 24575,'6'-6'0,"1"1"0,0 0 0,0 0 0,0 0 0,1 1 0,-1 0 0,1 1 0,10-4 0,72-16 0,-70 19 0,310-46-594,7 24-227,-233 19 746,816-43-2123,-44 4 927,-686 27 1721,-169 15-4132</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3.398"/>
    </inkml:context>
    <inkml:brush xml:id="br0">
      <inkml:brushProperty name="width" value="0.05" units="cm"/>
      <inkml:brushProperty name="height" value="0.05" units="cm"/>
      <inkml:brushProperty name="color" value="#FFFFFF"/>
    </inkml:brush>
  </inkml:definitions>
  <inkml:trace contextRef="#ctx0" brushRef="#br0">94 367 24575,'-23'-6'0,"18"5"0,0 0 0,1 0 0,-1 0 0,0-1 0,1 1 0,-1-1 0,1-1 0,0 1 0,-1 0 0,1-1 0,0 0 0,1 0 0,-5-4 0,8 7 0,-1-1 0,1 0 0,-1 0 0,1 1 0,-1-1 0,1 0 0,-1 0 0,1 1 0,0-1 0,0 0 0,-1 0 0,1 0 0,0 0 0,0 1 0,0-1 0,0 0 0,0 0 0,0 0 0,0 0 0,0 0 0,0 1 0,0-1 0,1 0 0,-1 0 0,0 0 0,1 1 0,-1-1 0,0 0 0,1 0 0,-1 1 0,1-1 0,-1 0 0,1 1 0,-1-1 0,1 0 0,0 1 0,-1-1 0,2 0 0,3-2 0,0 0 0,-1 0 0,1 1 0,0-1 0,6-1 0,31-10 17,1 2 0,45-7-1,97-8-179,-152 23 72,730-72-2043,4 25 1039,117-10 408,-708 46 8,-168 13-2713</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6.483"/>
    </inkml:context>
    <inkml:brush xml:id="br0">
      <inkml:brushProperty name="width" value="0.05" units="cm"/>
      <inkml:brushProperty name="height" value="0.05" units="cm"/>
      <inkml:brushProperty name="color" value="#FFFFFF"/>
    </inkml:brush>
  </inkml:definitions>
  <inkml:trace contextRef="#ctx0" brushRef="#br0">0 214 24575,'5'-109'0,"-3"94"0,0 1 0,1 0 0,0 0 0,1 0 0,9-19 0,-7 75 0,41 1206-1365,-44-1182-5461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6.793"/>
    </inkml:context>
    <inkml:brush xml:id="br0">
      <inkml:brushProperty name="width" value="0.05" units="cm"/>
      <inkml:brushProperty name="height" value="0.05" units="cm"/>
      <inkml:brushProperty name="color" value="#FFFFFF"/>
    </inkml:brush>
  </inkml:definitions>
  <inkml:trace contextRef="#ctx0" brushRef="#br0">16 103 24575,'0'0'0,"0"0"0,0-1 0,0 1 0,0 0 0,0 0 0,0 0 0,0 0 0,0-1 0,0 1 0,1 0 0,-1 0 0,0 0 0,0-1 0,0 1 0,0 0 0,0 0 0,0 0 0,0 0 0,-1-1 0,1 1 0,0 0 0,0 0 0,0 0 0,0 0 0,0-1 0,0 1 0,0 0 0,0 0 0,0 0 0,0 0 0,0-1 0,-1 1 0,1 0 0,0 0 0,0 0 0,0 0 0,0 0 0,0 0 0,-1 0 0,1-1 0,0 1 0,0 0 0,0 0 0,0 0 0,-1 0 0,1 0 0,0 0 0,0 0 0,0 0 0,-1 0 0,1 0 0,0 0 0,0 0 0,0 0 0,0 0 0,-1 0 0,1 0 0,0 0 0,0 0 0,0 0 0,0 1 0,-1-1 0,1 0 0,0 0 0,0 0 0,0 0 0,-8 12 0,7-7 0,1 1 0,-1-1 0,1 1 0,0-1 0,0 0 0,1 1 0,0-1 0,0 1 0,0-1 0,1 0 0,-1 0 0,1 1 0,1-1 0,-1-1 0,6 10 0,-5-9 0,1 0 0,-1 0 0,1-1 0,0 1 0,0-1 0,1 0 0,-1 0 0,1 0 0,0 0 0,0-1 0,0 0 0,0 0 0,1-1 0,5 3 0,-4-3 0,0-1 0,-1 0 0,1 0 0,0 0 0,0-1 0,0 0 0,-1 0 0,1-1 0,0 0 0,0 0 0,-1-1 0,1 0 0,-1 0 0,1 0 0,-1-1 0,0 0 0,0 0 0,0 0 0,0-1 0,0 0 0,-1 0 0,0-1 0,5-4 0,10-13 0,0 0 0,-2-1 0,-1-1 0,16-28 0,-11 16 0,-18 30 0,0 0 0,1 1 0,-1-1 0,7-5 0,-11 10 0,1 1 0,-1-1 0,1 1 0,0 0 0,-1-1 0,1 1 0,-1 0 0,1-1 0,0 1 0,-1 0 0,1-1 0,0 1 0,-1 0 0,1 0 0,0 0 0,-1 0 0,1 0 0,0 0 0,-1 0 0,1 0 0,1 0 0,-1 1 0,-1-1 0,1 1 0,0 0 0,0-1 0,-1 1 0,1 0 0,-1 0 0,1-1 0,-1 1 0,1 0 0,-1 0 0,1 0 0,-1 0 0,0 0 0,1 0 0,-1 0 0,0 0 0,0 0 0,0 0 0,0 1 0,1 10-273,-1 0 0,0 0 0,-1-1 0,-3 17 0,-4 14-6553</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7.521"/>
    </inkml:context>
    <inkml:brush xml:id="br0">
      <inkml:brushProperty name="width" value="0.05" units="cm"/>
      <inkml:brushProperty name="height" value="0.05" units="cm"/>
      <inkml:brushProperty name="color" value="#FFFFFF"/>
    </inkml:brush>
  </inkml:definitions>
  <inkml:trace contextRef="#ctx0" brushRef="#br0">357 423 24575,'58'-56'0,"107"-119"0,-159 168 0,0-1 0,-1 0 0,0 0 0,0-1 0,-1 1 0,0-1 0,0 0 0,-1 0 0,3-15 0,-6 21 0,1 0 0,-1 0 0,0 0 0,0 0 0,0 0 0,0 0 0,-1 0 0,1 0 0,-1 0 0,0 0 0,1 1 0,-1-1 0,-1 0 0,1 0 0,0 1 0,-1-1 0,1 0 0,-1 1 0,0 0 0,0-1 0,0 1 0,0 0 0,0 0 0,-1 0 0,1 0 0,0 0 0,-1 1 0,0-1 0,1 1 0,-1 0 0,0-1 0,0 1 0,-5-1 0,-5-1 0,-1 0 0,0 1 0,0 0 0,0 1 0,1 0 0,-1 2 0,0-1 0,0 2 0,0 0 0,-18 5 0,8-1 0,0 2 0,1 0 0,0 2 0,-42 24 0,51-26 0,2 0 0,-1 1 0,1 1 0,1 0 0,-1 1 0,2 0 0,0 0 0,0 1 0,-11 19 0,17-24 0,0 0 0,1 0 0,0 1 0,0-1 0,1 1 0,0-1 0,0 1 0,1 0 0,0 0 0,1 0 0,-1 0 0,1 0 0,1-1 0,0 1 0,0 0 0,0 0 0,1 0 0,0-1 0,1 1 0,3 7 0,2 2 0,2-1 0,0 1 0,0-2 0,2 0 0,0 0 0,0-1 0,2 0 0,22 18 0,5-1 0,85 51 0,-4-18 0,39 24 0,-154-83 0,0-1 0,0 1 0,-1 0 0,1 1 0,-1 0 0,10 11 0,-15-15 0,0-1 0,0 1 0,-1-1 0,1 1 0,0-1 0,0 1 0,-1-1 0,1 1 0,-1 0 0,0-1 0,1 1 0,-1 0 0,0 0 0,0-1 0,0 1 0,0 0 0,0-1 0,-1 1 0,1 0 0,0 0 0,-1-1 0,1 1 0,-1-1 0,0 1 0,1 0 0,-1-1 0,0 1 0,0-1 0,0 0 0,0 1 0,0-1 0,0 0 0,-1 1 0,1-1 0,0 0 0,-1 0 0,1 0 0,-3 1 0,-8 6 0,0-1 0,-1-1 0,1 0 0,-2-1 0,1 0 0,0-1 0,-22 4 0,-104 11 0,130-19 0,7 1 0,-205 11 342,182-12-586,0-2 0,0 0 0,1-1 0,-1-2 1,1 0-1,-29-11 0,9-4-6582</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7.942"/>
    </inkml:context>
    <inkml:brush xml:id="br0">
      <inkml:brushProperty name="width" value="0.05" units="cm"/>
      <inkml:brushProperty name="height" value="0.05" units="cm"/>
      <inkml:brushProperty name="color" value="#FFFFFF"/>
    </inkml:brush>
  </inkml:definitions>
  <inkml:trace contextRef="#ctx0" brushRef="#br0">279 286 24575,'3'1'0,"0"-1"0,1-1 0,-1 1 0,1-1 0,-1 1 0,1-1 0,-1 0 0,0 0 0,0 0 0,1-1 0,-1 1 0,0-1 0,0 0 0,0 0 0,-1 0 0,1 0 0,2-3 0,-1 2 0,-2-1 0,1 0 0,0 0 0,-1 0 0,0 0 0,0-1 0,0 1 0,0-1 0,-1 1 0,1-1 0,0-5 0,-1-2 0,0 1 0,0-1 0,-1 0 0,0 0 0,-1 0 0,-1 1 0,0-1 0,0 0 0,-5-11 0,4 16 0,1 1 0,-1 0 0,0 0 0,0 0 0,-1 0 0,0 1 0,0 0 0,-6-7 0,8 10 0,1 1 0,-1-1 0,0 1 0,0-1 0,0 1 0,0 0 0,0-1 0,0 1 0,0 0 0,-1 0 0,1 1 0,0-1 0,-1 0 0,1 1 0,0-1 0,-1 1 0,1 0 0,-1 0 0,1 0 0,0 0 0,-1 0 0,1 1 0,-1-1 0,1 1 0,0-1 0,-4 2 0,-3 3 0,-1 1 0,1-1 0,0 2 0,1-1 0,-1 1 0,1 0 0,0 1 0,-11 14 0,-2 6 0,-24 40 0,26-35 0,-30 69 0,42-84 0,1 0 0,1 0 0,1 1 0,0 0 0,-2 34 0,6-51 0,0 1 0,0-1 0,0 0 0,0 1 0,1-1 0,-1 0 0,1 1 0,-1-1 0,1 0 0,0 0 0,0 1 0,0-1 0,0 0 0,0 0 0,0 0 0,0 0 0,1 0 0,-1-1 0,1 1 0,1 1 0,0-1 0,0 0 0,0 0 0,0-1 0,0 0 0,0 1 0,0-1 0,0 0 0,1-1 0,-1 1 0,0 0 0,0-1 0,6 0 0,3 0 0,1-1 0,-1-1 0,0 0 0,0 0 0,0-1 0,18-8 0,5-6 0,-1-1 0,-1-1 0,-1-2 0,50-44 0,-41 33 0,-38 30 0,0 0 0,0 0 0,0 0 0,0 0 0,0 0 0,0 1 0,1 0 0,3-2 0,-6 3 0,0 0 0,0 0 0,0 0 0,0 0 0,-1 0 0,1 0 0,0 0 0,0 0 0,0 0 0,0 0 0,0 1 0,-1-1 0,1 0 0,0 1 0,0-1 0,-1 0 0,1 1 0,0-1 0,0 1 0,-1-1 0,1 1 0,0-1 0,-1 1 0,1 0 0,-1-1 0,1 1 0,-1 0 0,1 0 0,-1-1 0,1 1 0,-1 0 0,0 0 0,0-1 0,1 1 0,-1 0 0,0 0 0,0 2 0,3 17 8,0 0 0,-2 0 0,-1 1-1,-3 34 1,0-8-1412,2-21-5422</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8.298"/>
    </inkml:context>
    <inkml:brush xml:id="br0">
      <inkml:brushProperty name="width" value="0.05" units="cm"/>
      <inkml:brushProperty name="height" value="0.05" units="cm"/>
      <inkml:brushProperty name="color" value="#FFFFFF"/>
    </inkml:brush>
  </inkml:definitions>
  <inkml:trace contextRef="#ctx0" brushRef="#br0">56 55 24575,'0'-4'0,"0"1"0,0 0 0,-1-1 0,1 1 0,-1 0 0,0 0 0,0-1 0,0 1 0,0 0 0,-1 0 0,1 0 0,-1 1 0,0-1 0,0 0 0,-4-4 0,5 7 0,1 0 0,-1 0 0,1 0 0,0 0 0,-1 1 0,1-1 0,-1 0 0,1 0 0,-1 1 0,1-1 0,-1 0 0,1 0 0,0 1 0,-1-1 0,1 0 0,-1 1 0,1-1 0,0 1 0,0-1 0,-1 0 0,1 1 0,0-1 0,0 1 0,-1-1 0,1 1 0,0-1 0,0 1 0,0-1 0,0 1 0,0-1 0,0 1 0,0-1 0,0 1 0,0-1 0,0 2 0,-3 21 0,2-22 0,-12 225 0,10-203 0,2-16 0,-1-1 0,1 1 0,1-1 0,-1 1 0,1 0 0,1-1 0,-1 1 0,1-1 0,2 10 0,-3-15 0,1-1 0,-1 0 0,0 0 0,1 1 0,-1-1 0,0 0 0,1 0 0,-1 1 0,1-1 0,-1 0 0,0 0 0,1 0 0,-1 0 0,1 1 0,-1-1 0,1 0 0,-1 0 0,0 0 0,1 0 0,-1 0 0,1 0 0,-1 0 0,1 0 0,-1-1 0,0 1 0,1 0 0,-1 0 0,1 0 0,-1 0 0,1-1 0,-1 1 0,0 0 0,1 0 0,-1-1 0,0 1 0,1 0 0,-1 0 0,0-1 0,1 1 0,-1 0 0,0-1 0,1 0 0,16-17 0,-16 16 0,46-56 0,48-55 0,-83 102 0,-1 0 0,1 1 0,1 0 0,0 1 0,0 1 0,1 0 0,16-8 0,-27 15 0,0 0 0,0 0 0,0 0 0,1 0 0,-1 0 0,0 0 0,0 1 0,1 0 0,-1-1 0,0 1 0,0 1 0,1-1 0,-1 0 0,0 1 0,0-1 0,1 1 0,-1 0 0,0 0 0,0 1 0,0-1 0,0 0 0,0 1 0,-1 0 0,1 0 0,0 0 0,-1 0 0,1 0 0,-1 0 0,0 1 0,0-1 0,0 1 0,0-1 0,0 1 0,2 4 0,2 4 0,-1 2 0,0-1 0,0 0 0,-1 1 0,-1 0 0,0 0 0,1 16 0,5 62-1365,-4-51-5461</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8.671"/>
    </inkml:context>
    <inkml:brush xml:id="br0">
      <inkml:brushProperty name="width" value="0.05" units="cm"/>
      <inkml:brushProperty name="height" value="0.05" units="cm"/>
      <inkml:brushProperty name="color" value="#FFFFFF"/>
    </inkml:brush>
  </inkml:definitions>
  <inkml:trace contextRef="#ctx0" brushRef="#br0">275 83 24575,'4'-3'0,"-1"-1"0,-1 0 0,1 0 0,0 0 0,-1-1 0,3-7 0,-4 10 0,0 0 0,0-1 0,0 1 0,0 0 0,-1-1 0,0 1 0,1-1 0,-1 1 0,0-1 0,0 1 0,0-1 0,0 1 0,-1 0 0,0-4 0,1 5 0,-1 1 0,1-1 0,0 1 0,-1-1 0,1 1 0,-1-1 0,1 1 0,-1-1 0,1 1 0,-1 0 0,1-1 0,-1 1 0,0 0 0,1-1 0,-1 1 0,1 0 0,-1 0 0,0 0 0,1-1 0,-1 1 0,0 0 0,1 0 0,-1 0 0,0 0 0,1 0 0,-1 0 0,0 1 0,1-1 0,-1 0 0,1 0 0,-1 0 0,0 0 0,1 1 0,-1-1 0,1 0 0,-1 1 0,0 0 0,-24 15 0,23-15 0,-19 16 0,1 2 0,0 0 0,1 1 0,2 1 0,-24 34 0,20-22 0,2 1 0,1 0 0,-18 49 0,32-72 0,0 1 0,1-1 0,0 1 0,-2 15 0,5-25 0,0 0 0,0 0 0,0 0 0,0 0 0,0 0 0,0 0 0,1 0 0,-1 0 0,1 0 0,0 0 0,-1 0 0,1 0 0,0 0 0,1 2 0,-1-3 0,0 0 0,1 0 0,-1 0 0,0-1 0,0 1 0,0 0 0,1 0 0,-1-1 0,0 1 0,1-1 0,-1 1 0,1-1 0,-1 0 0,0 1 0,1-1 0,-1 0 0,1 0 0,-1 0 0,1 0 0,-1 0 0,1 0 0,2-1 0,3-1 0,-1 0 0,1 0 0,0 0 0,-1-1 0,1 0 0,-1 0 0,0-1 0,0 0 0,-1 0 0,9-8 0,7-7 0,22-26 0,-40 42 0,24-31 0,33-52 0,18-22 0,-76 105 0,1 0 0,-1 0 0,1 0 0,0 1 0,0-1 0,0 1 0,0 0 0,5-3 0,-7 5 0,0 0 0,0 0 0,0-1 0,-1 1 0,1 0 0,0 0 0,0 0 0,0 0 0,0 0 0,0 0 0,0 0 0,0 0 0,0 0 0,0 1 0,0-1 0,0 0 0,0 0 0,-1 1 0,1-1 0,0 1 0,0-1 0,0 1 0,0-1 0,-1 1 0,1 0 0,0-1 0,-1 1 0,1 0 0,0-1 0,-1 1 0,1 0 0,-1 0 0,1 0 0,-1-1 0,0 1 0,1 0 0,-1 1 0,5 9 0,0 1 0,-1 0 0,-1 0 0,0 0 0,2 21 0,1 66 0,-6-80 0,-2 82-1365,-2-60-5461</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8.982"/>
    </inkml:context>
    <inkml:brush xml:id="br0">
      <inkml:brushProperty name="width" value="0.05" units="cm"/>
      <inkml:brushProperty name="height" value="0.05" units="cm"/>
      <inkml:brushProperty name="color" value="#FFFFFF"/>
    </inkml:brush>
  </inkml:definitions>
  <inkml:trace contextRef="#ctx0" brushRef="#br0">144 1 24575,'-14'16'0,"0"1"0,2 0 0,0 1 0,0 1 0,2 0 0,1 0 0,0 1 0,1 0 0,1 1 0,-8 38 0,6-7 0,3 0 0,1 1 0,4 69 0,4-42 0,3 0 0,4-1 0,31 119 0,-29-153 0,2 0 0,3-2 0,1 0 0,2 0 0,2-2 0,1-1 0,43 55 0,-45-70-105,2-2 0,0 0 0,2-1 0,0-2 0,1-1 0,1 0 0,1-2 0,0-1 0,1-2 0,1 0 0,1-3 0,44 13 0,31 0-6721</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2:59.212"/>
    </inkml:context>
    <inkml:brush xml:id="br0">
      <inkml:brushProperty name="width" value="0.05" units="cm"/>
      <inkml:brushProperty name="height" value="0.05" units="cm"/>
      <inkml:brushProperty name="color" value="#FFFFFF"/>
    </inkml:brush>
  </inkml:definitions>
  <inkml:trace contextRef="#ctx0" brushRef="#br0">0 1 24575,'0'3'0,"0"4"0,3 8 0,5 6 0,3 7 0,6 8 0,10 6 0,6 9 0,8 9 0,5 6 0,1 7 0,-4 7 0,-9 9 0,-14 4 0,-22 2 0,-27 1 0,-30-1 0,-5-16-8191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2.376"/>
    </inkml:context>
    <inkml:brush xml:id="br0">
      <inkml:brushProperty name="width" value="0.05" units="cm"/>
      <inkml:brushProperty name="height" value="0.05" units="cm"/>
      <inkml:brushProperty name="color" value="#FFFFFF"/>
    </inkml:brush>
  </inkml:definitions>
  <inkml:trace contextRef="#ctx0" brushRef="#br0">14 41 24575,'12'-28'0,"-7"15"0,-4 20 0,-19 302 0,12-184 264,-2 112-1893,11-184-5197</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2.732"/>
    </inkml:context>
    <inkml:brush xml:id="br0">
      <inkml:brushProperty name="width" value="0.05" units="cm"/>
      <inkml:brushProperty name="height" value="0.05" units="cm"/>
      <inkml:brushProperty name="color" value="#FFFFFF"/>
    </inkml:brush>
  </inkml:definitions>
  <inkml:trace contextRef="#ctx0" brushRef="#br0">75 13 24575,'5'-12'0,"-3"11"0,-2 9 0,-23 87 0,-3 16 0,23-92 0,-21 144 0,21-128 0,1-1 0,5 61 0,-2-85 0,0 1 0,1-1 0,0 0 0,1 0 0,8 19 0,-10-27 0,0 0 0,0 0 0,0 1 0,0-1 0,1 0 0,-1-1 0,1 1 0,-1 0 0,1 0 0,0-1 0,0 1 0,-1-1 0,1 1 0,0-1 0,1 0 0,-1 0 0,0 0 0,0 0 0,0 0 0,1 0 0,-1 0 0,0-1 0,1 0 0,-1 1 0,0-1 0,1 0 0,-1 0 0,1 0 0,-1 0 0,0-1 0,4 0 0,0-1 0,1 0 0,-1-1 0,0 0 0,1 0 0,-1 0 0,0-1 0,-1 0 0,1 0 0,-1-1 0,0 1 0,0-1 0,5-6 0,2-3 0,-1-1 0,-1 0 0,13-23 0,-12 16 0,-1 0 0,-1-1 0,-1 0 0,-1 0 0,-1-1 0,-1 0 0,-1 0 0,-1-1 0,-1 1 0,-1 0 0,-5-49 0,3 65 0,-1 1 0,0-1 0,0 1 0,0 0 0,-1 0 0,0 0 0,-1 0 0,1 0 0,-1 1 0,-1-1 0,-5-6 0,7 10 0,0 0 0,0 1 0,0-1 0,0 1 0,-1-1 0,1 1 0,-1 0 0,1 1 0,-1-1 0,0 1 0,0-1 0,1 1 0,-1 0 0,0 0 0,0 1 0,0-1 0,0 1 0,0 0 0,0 0 0,0 0 0,0 1 0,-6 1 0,2 0-136,1 0-1,0 0 1,0 1-1,0 0 1,0 1-1,0-1 1,1 1-1,0 1 0,-10 7 1,-3 6-6690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3.183"/>
    </inkml:context>
    <inkml:brush xml:id="br0">
      <inkml:brushProperty name="width" value="0.05" units="cm"/>
      <inkml:brushProperty name="height" value="0.05" units="cm"/>
      <inkml:brushProperty name="color" value="#FFFFFF"/>
    </inkml:brush>
  </inkml:definitions>
  <inkml:trace contextRef="#ctx0" brushRef="#br0">128 65 24575,'1'-3'0,"1"1"0,0-1 0,-1 0 0,1 0 0,-1 0 0,0 0 0,0 0 0,0-1 0,-1 1 0,1 0 0,-1 0 0,1-1 0,-1 1 0,0 0 0,0 0 0,-2-7 0,2 10 0,0 0 0,0 0 0,0-1 0,0 1 0,0 0 0,0-1 0,0 1 0,0 0 0,0 0 0,-1-1 0,1 1 0,0 0 0,0 0 0,0-1 0,-1 1 0,1 0 0,0 0 0,0 0 0,0 0 0,-1-1 0,1 1 0,0 0 0,0 0 0,-1 0 0,1 0 0,0 0 0,-1 0 0,1-1 0,0 1 0,0 0 0,-1 0 0,1 0 0,0 0 0,-1 0 0,1 0 0,0 0 0,0 0 0,-1 1 0,1-1 0,0 0 0,-1 0 0,1 0 0,0 0 0,0 0 0,-1 0 0,1 0 0,0 1 0,0-1 0,-1 0 0,1 0 0,-12 13 0,-3 18 0,0 1 0,2 0 0,2 0 0,-12 50 0,21-73 0,-10 36 0,3 0 0,-5 59 0,12-78 0,2 0 0,0 0 0,2 0 0,1-1 0,9 41 0,-10-60 0,-1-1 0,1 1 0,0-1 0,1 0 0,-1 0 0,1 0 0,6 8 0,-8-11 0,0-1 0,0 0 0,0 0 0,0 0 0,1 0 0,-1 0 0,1 0 0,-1 0 0,1 0 0,-1 0 0,1 0 0,-1-1 0,1 1 0,-1-1 0,1 1 0,0-1 0,0 0 0,-1 0 0,1 0 0,0 1 0,-1-2 0,1 1 0,0 0 0,-1 0 0,1 0 0,0-1 0,-1 1 0,1-1 0,2-1 0,4-2 0,0 0 0,-1-1 0,1 0 0,-1-1 0,-1 1 0,1-1 0,-1-1 0,0 1 0,0-1 0,-1 0 0,5-9 0,8-13 0,20-46 0,-19 30 0,-2 0 0,-2-2 0,14-77 0,-31 264 0,-4-74 0,-3 61 0,8-104 0,2-1 0,0 1 0,8 33 0,-8-49-195,1 1 0,0-1 0,1 0 0,0 0 0,0 0 0,7 10 0,4 0-6631</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3.870"/>
    </inkml:context>
    <inkml:brush xml:id="br0">
      <inkml:brushProperty name="width" value="0.05" units="cm"/>
      <inkml:brushProperty name="height" value="0.05" units="cm"/>
      <inkml:brushProperty name="color" value="#FFFFFF"/>
    </inkml:brush>
  </inkml:definitions>
  <inkml:trace contextRef="#ctx0" brushRef="#br0">57 290 24575,'1'-2'0,"0"0"0,0 0 0,0 0 0,0 0 0,0-1 0,-1 1 0,1 0 0,-1 0 0,0-1 0,0 1 0,1 0 0,-1-1 0,-1 1 0,1 0 0,-1-5 0,1 7 0,-1 1 0,1-1 0,-1 0 0,1 0 0,-1 0 0,1 0 0,0 1 0,-1-1 0,1 0 0,-1 0 0,1 1 0,0-1 0,-1 0 0,1 1 0,-1-1 0,1 0 0,0 1 0,0-1 0,-1 0 0,1 1 0,0-1 0,0 1 0,-1-1 0,1 1 0,0-1 0,0 0 0,0 1 0,0-1 0,0 1 0,0-1 0,0 1 0,0-1 0,0 2 0,-7 19 0,-11 80 0,4 1 0,0 194 0,14-289 0,-1-1 0,1 1 0,1-1 0,-1 1 0,3 10 0,-3-17 0,0 0 0,0 0 0,0 0 0,0 1 0,0-1 0,0 0 0,0 0 0,0 0 0,0 0 0,0 0 0,0 0 0,0 0 0,1 1 0,-1-1 0,0 0 0,0 0 0,0 0 0,0 0 0,0 0 0,0 0 0,0 0 0,0 0 0,0 0 0,0 0 0,1 0 0,-1 1 0,0-1 0,0 0 0,0 0 0,0 0 0,0 0 0,0 0 0,0 0 0,1 0 0,-1 0 0,0 0 0,0 0 0,0 0 0,0 0 0,0 0 0,0 0 0,0 0 0,1 0 0,-1 0 0,0 0 0,0 0 0,0-1 0,0 1 0,0 0 0,0 0 0,0 0 0,1 0 0,-1 0 0,0 0 0,0 0 0,0 0 0,0 0 0,7-10 0,3-14 0,47-186 0,-35 120 0,21-98 0,14-48 0,-55 226 0,10-28 0,-11 36 0,0 0 0,0 0 0,0-1 0,0 1 0,1 0 0,-1 0 0,1 1 0,-1-1 0,1 0 0,0 0 0,-1 1 0,1-1 0,2-1 0,-3 3 0,0 0 0,-1 0 0,1-1 0,0 1 0,0 0 0,0 0 0,0 0 0,-1 0 0,1 0 0,0 0 0,0 0 0,0 1 0,-1-1 0,1 0 0,0 0 0,0 1 0,-1-1 0,1 0 0,0 1 0,0-1 0,-1 1 0,1-1 0,0 1 0,-1-1 0,1 1 0,-1-1 0,1 1 0,-1-1 0,1 1 0,-1 0 0,1 0 0,16 28 0,-13-23 0,8 18 0,0 0 0,14 44 0,-22-54 0,0 1 0,-1-1 0,-1 1 0,0 0 0,-1 0 0,-1 21 0,-1-31 0,1 0 0,-1-1 0,0 1 0,-1 0 0,1-1 0,-1 1 0,0-1 0,0 0 0,0 0 0,-1 0 0,0 0 0,1 0 0,-1 0 0,-1-1 0,1 1 0,0-1 0,-1 0 0,0 0 0,0 0 0,0 0 0,0-1 0,0 0 0,0 1 0,-6 0 0,-3 2 0,-1 0 0,1-1 0,-1-1 0,0 0 0,0-1 0,-27 0 0,25 0 0,16-2 0,-1 1 0,1-1 0,0 0 0,0 0 0,0 0 0,0 0 0,0 1 0,0-1 0,0 0 0,0 0 0,0 0 0,0 0 0,0 1 0,1-1 0,-1 0 0,0 0 0,0 0 0,0 0 0,0 0 0,0 1 0,0-1 0,0 0 0,0 0 0,0 0 0,0 0 0,1 0 0,-1 0 0,0 1 0,0-1 0,0 0 0,0 0 0,0 0 0,1 0 0,-1 0 0,0 0 0,0 0 0,0 0 0,0 0 0,0 0 0,1 0 0,-1 0 0,0 0 0,0 0 0,35 13 0,-24-10 0,6 3 0,123 49 0,-117-44 0,-1 0 0,-1 1 0,0 1 0,21 17 0,-37-25 0,0 0 0,0 0 0,0 0 0,-1 0 0,1 1 0,-1 0 0,0 0 0,-1 0 0,0 0 0,0 0 0,0 1 0,-1 0 0,0-1 0,2 12 0,-3-14 0,0 1 0,-1-1 0,0 1 0,0 0 0,-1-1 0,1 1 0,-1-1 0,0 1 0,0-1 0,-1 1 0,1-1 0,-1 0 0,0 0 0,0 1 0,0-1 0,-1-1 0,1 1 0,-1 0 0,0-1 0,0 1 0,0-1 0,-8 6 0,3-3 0,-2-1 0,1 0 0,0 0 0,-1-1 0,0 0 0,0-1 0,0 0 0,0 0 0,-1-1 0,-15 1 0,12-2 0,0 0 0,0-1 0,-1-1 0,1 0 0,0-1 0,0 0 0,-18-6 0,22 4-105,0-1 0,0-1 0,0 1 0,1-2 0,0 1 0,0-1 0,1 0 0,0-1 0,0 0 0,1-1 0,0 1 0,-9-15 0,5 7-6721</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1.494"/>
    </inkml:context>
    <inkml:brush xml:id="br0">
      <inkml:brushProperty name="width" value="0.05" units="cm"/>
      <inkml:brushProperty name="height" value="0.05" units="cm"/>
      <inkml:brushProperty name="color" value="#FFFFFF"/>
    </inkml:brush>
  </inkml:definitions>
  <inkml:trace contextRef="#ctx0" brushRef="#br0">133 130 24575,'-20'0'0,"0"1"0,1-1 0,0-2 0,-27-4 0,38 3 0,7 1 0,17-2 0,255 0 34,-122 5-269,461-9-1053,312-1-607,-811 8 1862,839-23-1035,-919 22 1027,-6 1 319,0-1 0,0-1 0,-1-1 0,29-9 0,-52 13-184,0-1 0,1 1 0,-1 0 0,0-1 0,0 0 0,0 1 0,0-1 0,0 1 0,0-1 0,0 0 0,0 0 0,0 0 0,2-1 0,-3 1-62,0 1 0,0 0 1,0-1-1,0 1 0,0 0 0,0-1 1,0 1-1,0 0 0,0-1 0,0 1 1,0 0-1,0-1 0,0 1 0,0 0 1,0-1-1,0 1 0,0 0 1,0-1-1,0 1 0,-1 0 0,1-1 1,0 1-1,0 0 0,0-1 0,-1 1 1,1 0-1,0 0 0,0-1 0,-1 1 1,1 0-1,-3-2 50,0 0-1,0 0 1,0 1 0,0-1 0,0 1 0,0 0-1,0 0 1,-4-1 0,-14-1-509,0 0 0,-23 0 0,20 3-6399</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11.773"/>
    </inkml:context>
    <inkml:brush xml:id="br0">
      <inkml:brushProperty name="width" value="0.05" units="cm"/>
      <inkml:brushProperty name="height" value="0.05" units="cm"/>
      <inkml:brushProperty name="color" value="#FFFFFF"/>
    </inkml:brush>
  </inkml:definitions>
  <inkml:trace contextRef="#ctx0" brushRef="#br0">55 18 24575,'-9'-2'0,"0"0"0,1-1 0,-14-5 0,15 6 0,27 12 0,30 13 0,56 30 0,-94-46 0,0 0 0,-1 1 0,0 1 0,-1 0 0,0 0 0,12 15 0,-20-22 0,1 1 0,-1 0 0,0 0 0,0 0 0,-1 0 0,1 0 0,0 1 0,-1-1 0,0 0 0,0 1 0,0-1 0,0 1 0,-1-1 0,1 1 0,-1-1 0,0 1 0,0-1 0,0 1 0,-1 0 0,1-1 0,-1 1 0,0-1 0,0 1 0,0-1 0,0 0 0,-1 1 0,1-1 0,-1 0 0,0 0 0,0 0 0,0 0 0,0 0 0,0-1 0,-5 5 0,-12 10-194,-1 0 0,-1-2 0,0 0 0,-1-1 0,-40 18 0,58-30-7,-68 34-6625</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35.338"/>
    </inkml:context>
    <inkml:brush xml:id="br0">
      <inkml:brushProperty name="width" value="0.05" units="cm"/>
      <inkml:brushProperty name="height" value="0.05" units="cm"/>
      <inkml:brushProperty name="color" value="#FFFFFF"/>
    </inkml:brush>
  </inkml:definitions>
  <inkml:trace contextRef="#ctx0" brushRef="#br0">3788 258 24575,'-5'-6'0,"1"1"0,-1-2 0,1 1 0,0 0 0,0-1 0,-4-12 0,-15-25 0,13 32 0,-1 0 0,0 1 0,-1 0 0,0 1 0,0 0 0,-1 1 0,-1 1 0,1 0 0,-1 0 0,-1 2 0,1-1 0,-1 2 0,0 0 0,-16-3 0,-20-2 0,-1 2 0,-101-1 0,-346 28-397,2 42 0,3 27 397,5 50 0,365-92 0,-213 112 0,250-108 0,2 4 0,3 3 0,-77 70 0,113-85-4,2 1 0,1 2 1,3 3-1,-56 84 0,75-98-4,2 0 0,2 1 1,1 1-1,2 1 0,1 0 1,2 1-1,2 0 0,-7 57 0,13-60 8,2 0 0,1 0 0,1 0 0,2 0 0,2-1 0,1 1 0,2-1 0,1 0 0,16 37 0,-9-33 0,2 0 0,2-2 0,2 0 0,1-1 0,1-1 0,2-2 0,42 42 0,-8-19-74,2-2-1,3-3 0,2-3 0,2-3 0,1-3 0,117 49 0,-55-37-154,2-6 1,269 55-1,-174-64-15,2-10 0,1-9 1,249-14-1,-139-24-175,487-89-1,-183-45-58,-544 120 382,-3-5 1,-1-4-1,-2-4 1,111-72-1,-158 85 109,-1-3 0,-2-2 0,-1-2-1,-3-1 1,-1-3 0,38-52 0,-48 53 1,-3-1-1,-1-1 1,-2-2-1,-3 0 1,-1-2-1,-3 0 1,14-59-1,-18 50-13,-3-1 0,-3-1 0,-2 1 0,-3-1 0,-2 0 0,-3 0 0,-15-91 0,10 113 0,-1 0 0,-3 0 0,-1 1 0,-1 1 0,-2 0 0,-2 1 0,-1 0 0,-2 2 0,-1 0 0,-2 1 0,-1 1 0,-44-44 0,32 45-1,0 0 0,-2 3 0,-1 1 0,-1 2 0,-1 1 0,-1 3 0,-1 1 0,-60-18 0,6 10-2,-1 5 0,-185-20 0,50 27-274,-387 24 0,432 5-2677</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0.071"/>
    </inkml:context>
    <inkml:brush xml:id="br0">
      <inkml:brushProperty name="width" value="0.05" units="cm"/>
      <inkml:brushProperty name="height" value="0.05" units="cm"/>
      <inkml:brushProperty name="color" value="#FFFFFF"/>
    </inkml:brush>
  </inkml:definitions>
  <inkml:trace contextRef="#ctx0" brushRef="#br0">9517 1080 24575,'-37'-40'0,"2"-1"0,-57-91 0,0 1 0,55 86-65,-2 1 0,-2 2 0,-2 2 0,-1 2-1,-63-41 1,39 35-150,-2 4 0,-2 3 0,-97-36 0,50 31-215,-176-37 0,-124 8 39,-333 11-765,-4 58-1,290 25 461,-642 114 1,604-36 145,-527 178 1,264-13 627,24 56-1094,604-251 920,4 6 1,-217 164 0,270-175 94,2 4 0,5 4 0,2 2 0,-122 169 0,128-141 18,5 2 0,4 3 1,5 2-1,5 3 1,5 1-1,5 3 0,6 0 1,-31 212-1,54-238 90,4 1-1,3-1 1,5 1-1,4-1 0,4 0 1,4-1-1,36 124 1,-20-118-117,4-2 0,4-1 0,5-2 0,3-2 1,4-2-1,96 125 0,-78-128 47,3-4 0,140 122 0,-99-111 85,190 118 1,-83-85-5,5-9 1,255 92 0,-126-78-690,671 151 0,-582-198-230,542 32 0,-502-92 757,0-21 0,0-21 0,-2-22 1,-1-20-1,-4-21 0,764-235 0,-645 100-81,-21-58-152,-423 187 139,226-173 0,-271 173 96,-3-4 1,145-167-1,-155 144 183,-5-3 0,106-189 0,-139 204-36,-5-2 1,-4-2 0,52-184-1,-82 226 41,-3 0 0,-2 0 0,-3-1-1,-3-1 1,-3 1 0,-3-1 0,-3 1-1,-3 0 1,-3 0 0,-2 0 0,-27-80-1,9 62-145,-3 1 0,-78-138 0,45 113 0,-109-137 0,-109-80 0,-17 25 0,-140-92 1696,386 350-1373,-2 3-1,-2 2 1,-1 3 0,-2 3-1,-1 2 1,-98-30 0,-38 13 1637,158 40-1377,-1 2 0,-77 1 0,67 9-1565,12 2-5748</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2.545"/>
    </inkml:context>
    <inkml:brush xml:id="br0">
      <inkml:brushProperty name="width" value="0.05" units="cm"/>
      <inkml:brushProperty name="height" value="0.05" units="cm"/>
      <inkml:brushProperty name="color" value="#FFFFFF"/>
    </inkml:brush>
  </inkml:definitions>
  <inkml:trace contextRef="#ctx0" brushRef="#br0">1 109 24575,'0'-5'0,"0"-4"0,0 0 0,0 1 0,0-1 0,1 0 0,1 0 0,-1 1 0,1-1 0,1 0 0,3-7 0,-6 15 0,0 1 0,0-1 0,0 1 0,1 0 0,-1-1 0,0 1 0,0 0 0,1-1 0,-1 1 0,0-1 0,0 1 0,1 0 0,-1 0 0,0-1 0,1 1 0,-1 0 0,0 0 0,1-1 0,-1 1 0,0 0 0,1 0 0,-1 0 0,1-1 0,-1 1 0,0 0 0,1 0 0,-1 0 0,1 0 0,-1 0 0,1 0 0,-1 0 0,0 0 0,1 0 0,0 0 0,9 13 0,3 23 0,15 91 0,16 201 0,-32-224 0,-8-69 31,25 308-1427,-29-312-5430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2.963"/>
    </inkml:context>
    <inkml:brush xml:id="br0">
      <inkml:brushProperty name="width" value="0.05" units="cm"/>
      <inkml:brushProperty name="height" value="0.05" units="cm"/>
      <inkml:brushProperty name="color" value="#FFFFFF"/>
    </inkml:brush>
  </inkml:definitions>
  <inkml:trace contextRef="#ctx0" brushRef="#br0">325 85 24575,'0'-1'0,"0"0"0,0 1 0,0-1 0,-1 0 0,1 1 0,0-1 0,-1 0 0,1 1 0,0-1 0,-1 1 0,1-1 0,-1 1 0,1-1 0,0 1 0,-1-1 0,1 1 0,-1-1 0,0 1 0,1 0 0,-1-1 0,1 1 0,-1 0 0,0 0 0,1-1 0,-1 1 0,1 0 0,-1 0 0,0 0 0,1 0 0,-1 0 0,-1 0 0,-21 0 0,17 1 0,0 1 0,0 0 0,1 1 0,-1-1 0,1 1 0,0 0 0,0 1 0,0-1 0,0 1 0,0 0 0,1 0 0,-1 0 0,1 1 0,-3 5 0,-9 10 0,-23 44 0,36-59 0,-69 139 0,10-19 0,52-110 0,10-15 0,0 0 0,0 0 0,0 0 0,0 1 0,0-1 0,0 0 0,0 0 0,0 0 0,0 0 0,-1 0 0,1 0 0,0 0 0,0 0 0,0 0 0,0 0 0,0 0 0,0 0 0,0 0 0,0 0 0,0 0 0,-1 1 0,1-1 0,0 0 0,0 0 0,0 0 0,0 0 0,0 0 0,0 0 0,0 0 0,-1 0 0,1 0 0,0-1 0,0 1 0,0 0 0,0 0 0,0 0 0,0 0 0,0 0 0,0 0 0,-1 0 0,1 0 0,0 0 0,0 0 0,0 0 0,0 0 0,0 0 0,0 0 0,0-1 0,0 1 0,0 0 0,0 0 0,0 0 0,0 0 0,-1 0 0,1 0 0,0-3 0,0 0 0,0 0 0,0 0 0,1 1 0,-1-1 0,1 0 0,-1 0 0,2-3 0,9-26 0,1 1 0,31-56 0,44-53 0,-73 119 0,1 0 0,1 1 0,0 1 0,2 0 0,23-20 0,-34 34 0,0 0 0,0 1 0,0 0 0,1 0 0,-1 0 0,1 1 0,0 0 0,13-3 0,-15 5 0,-1 0 0,1 1 0,-1 0 0,0 0 0,1 0 0,-1 1 0,1-1 0,-1 1 0,0 0 0,1 1 0,-1 0 0,0 0 0,0 0 0,8 4 0,-3 2 0,1-1 0,-1 1 0,0 1 0,0 0 0,-1 0 0,-1 1 0,1 0 0,-2 1 0,11 18 0,-1 1 0,-2 2 0,16 45 0,-6-4-1365,-6-6-5461</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3.448"/>
    </inkml:context>
    <inkml:brush xml:id="br0">
      <inkml:brushProperty name="width" value="0.05" units="cm"/>
      <inkml:brushProperty name="height" value="0.05" units="cm"/>
      <inkml:brushProperty name="color" value="#FFFFFF"/>
    </inkml:brush>
  </inkml:definitions>
  <inkml:trace contextRef="#ctx0" brushRef="#br0">10 27 24575,'-8'-21'0,"6"16"0,8 13 0,148 201 0,-72-105 0,-75-95 0,302 418 0,-288-398-1365,-13-21-5461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4.020"/>
    </inkml:context>
    <inkml:brush xml:id="br0">
      <inkml:brushProperty name="width" value="0.05" units="cm"/>
      <inkml:brushProperty name="height" value="0.05" units="cm"/>
      <inkml:brushProperty name="color" value="#FFFFFF"/>
    </inkml:brush>
  </inkml:definitions>
  <inkml:trace contextRef="#ctx0" brushRef="#br0">552 143 24575,'1'-26'0,"0"16"0,0-1 0,-2 1 0,1 0 0,-4-19 0,3 26 0,1 1 0,-1 0 0,0-1 0,0 1 0,0 0 0,0 0 0,0 0 0,0 0 0,-1 0 0,1 0 0,-1 0 0,0 0 0,1 1 0,-1-1 0,0 1 0,0-1 0,0 1 0,0-1 0,0 1 0,0 0 0,0 0 0,-1 0 0,1 1 0,0-1 0,-5-1 0,-3 1 0,-1 0 0,0 1 0,0 0 0,1 1 0,-1 0 0,0 0 0,1 1 0,-17 5 0,-80 33 0,104-39 0,-33 16 0,-52 29 0,73-36 0,0 0 0,1 0 0,0 1 0,1 1 0,-22 25 0,33-34 0,-1 0 0,0 1 0,1 0 0,0-1 0,0 1 0,0 0 0,0 0 0,1 0 0,-1 0 0,1 0 0,0 1 0,0-1 0,1 0 0,-1 0 0,1 1 0,0 7 0,1-8 0,0 0 0,0 0 0,1-1 0,-1 1 0,1 0 0,0-1 0,0 1 0,0-1 0,0 0 0,1 0 0,-1 0 0,1 0 0,0 0 0,0 0 0,0-1 0,0 1 0,0-1 0,7 3 0,8 5 0,1-1 0,0-1 0,0 0 0,1-2 0,0 0 0,36 5 0,128 4 0,-137-13 0,-21 1 0,-20 0 0,-12 3 0,-20 4 0,21-9 0,-191 76 0,142-53 0,-79 48 0,123-66 0,2 0 0,-1 0 0,1 1 0,0 0 0,0 0 0,1 1 0,-12 15 0,18-20 0,-1-1 0,1 0 0,0 1 0,-1-1 0,1 1 0,0 0 0,0-1 0,1 1 0,-1 0 0,1-1 0,-1 1 0,1 0 0,0 0 0,0-1 0,0 1 0,0 0 0,1 0 0,-1 0 0,1-1 0,-1 1 0,1 0 0,0-1 0,0 1 0,0-1 0,1 1 0,-1-1 0,0 1 0,1-1 0,0 0 0,-1 0 0,1 0 0,0 0 0,0 0 0,3 2 0,4 2 0,-1 0 0,1 0 0,1-1 0,-1 0 0,1-1 0,0 0 0,0 0 0,0-1 0,0 0 0,13 1 0,6 0 0,0-1 0,44-2 0,-35-3-227,1-2-1,-1-2 1,0-1-1,0-1 1,55-22-1,-32 6-6598</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4.347"/>
    </inkml:context>
    <inkml:brush xml:id="br0">
      <inkml:brushProperty name="width" value="0.05" units="cm"/>
      <inkml:brushProperty name="height" value="0.05" units="cm"/>
      <inkml:brushProperty name="color" value="#FFFFFF"/>
    </inkml:brush>
  </inkml:definitions>
  <inkml:trace contextRef="#ctx0" brushRef="#br0">3 96 24575,'-1'-51'0,"0"24"0,3 60 0,46 332 0,-44-347 0,-4-18 0,0 0 0,0 0 0,0 0 0,0 0 0,0-1 0,0 1 0,0 0 0,0 0 0,0 0 0,1 0 0,-1 0 0,0 0 0,0 0 0,0 0 0,0 0 0,0 0 0,0 0 0,0 0 0,0 0 0,0 0 0,0 0 0,0-1 0,0 1 0,0 0 0,0 0 0,0 0 0,0 0 0,0 0 0,0 0 0,0 0 0,0 0 0,0 0 0,1 0 0,-1 0 0,0 0 0,0 0 0,0 0 0,0 0 0,0 0 0,0 0 0,0 0 0,0 0 0,0 0 0,0 0 0,0 0 0,0 0 0,0 0 0,0 0 0,1 0 0,-1 0 0,1-33 0,-1 17 0,6-154 0,-4 151 0,1 1 0,1-1 0,0 1 0,1 0 0,1 0 0,17-34 0,-21 48 0,1-1 0,0 1 0,0-1 0,1 1 0,-1 0 0,1 0 0,0 1 0,5-5 0,-7 7 0,-1 0 0,1 0 0,0 0 0,-1 0 0,1 0 0,0 0 0,0 1 0,0-1 0,0 1 0,0-1 0,-1 1 0,1 0 0,0 0 0,0 0 0,0 0 0,0 0 0,0 0 0,0 0 0,0 1 0,0-1 0,0 1 0,0-1 0,0 1 0,3 1 0,9 7-1365,-1 0-5461</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4.685"/>
    </inkml:context>
    <inkml:brush xml:id="br0">
      <inkml:brushProperty name="width" value="0.05" units="cm"/>
      <inkml:brushProperty name="height" value="0.05" units="cm"/>
      <inkml:brushProperty name="color" value="#FFFFFF"/>
    </inkml:brush>
  </inkml:definitions>
  <inkml:trace contextRef="#ctx0" brushRef="#br0">22 150 24575,'-1'-1'0,"0"1"0,0 0 0,1 0 0,-1 0 0,0 0 0,0 0 0,1 1 0,-1-1 0,0 0 0,0 0 0,1 0 0,-1 1 0,0-1 0,0 0 0,1 1 0,-1-1 0,0 0 0,1 1 0,-1-1 0,1 1 0,-1-1 0,0 1 0,1 0 0,-1-1 0,1 1 0,0-1 0,-1 1 0,1 0 0,-1-1 0,1 1 0,0 0 0,0 0 0,-1-1 0,1 1 0,0 0 0,0 0 0,0-1 0,0 1 0,0 0 0,0 0 0,0 0 0,0-1 0,0 1 0,0 0 0,1 1 0,0 5 0,1 0 0,1 0 0,-1 0 0,5 7 0,-1-1 0,74 231 0,-71-223 0,-9-22 0,0 1 0,0 0 0,1 0 0,-1 0 0,0 0 0,0 0 0,1-1 0,-1 1 0,0 0 0,0 0 0,0 0 0,1-1 0,-1 1 0,0 0 0,0 0 0,0 0 0,0-1 0,0 1 0,1 0 0,-1-1 0,0 1 0,0 0 0,0 0 0,0-1 0,0 1 0,0 0 0,0 0 0,0-1 0,0 1 0,0 0 0,0-1 0,0 1 0,0 0 0,0 0 0,-1-1 0,2-48 0,-2 39 0,2-15 0,0-1 0,2 1 0,1 0 0,1 0 0,1 1 0,1-1 0,1 1 0,1 0 0,1 1 0,1 0 0,1 1 0,1 0 0,1 1 0,22-25 0,-31 41-227,0-1-1,1 1 1,-1 0-1,1 0 1,8-5-1,3 1-6598</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5.043"/>
    </inkml:context>
    <inkml:brush xml:id="br0">
      <inkml:brushProperty name="width" value="0.05" units="cm"/>
      <inkml:brushProperty name="height" value="0.05" units="cm"/>
      <inkml:brushProperty name="color" value="#FFFFFF"/>
    </inkml:brush>
  </inkml:definitions>
  <inkml:trace contextRef="#ctx0" brushRef="#br0">49 23 24575,'-1'14'0,"-1"-1"0,0 1 0,-1 0 0,-6 15 0,-3 17 0,7-21 0,0-8 0,2-1 0,0 1 0,1 0 0,1 0 0,1 22 0,0-35 0,1 1 0,0-1 0,0 1 0,0-1 0,1 1 0,-1-1 0,1 0 0,0 0 0,0 0 0,1 0 0,-1 0 0,1 0 0,0-1 0,0 1 0,0-1 0,0 0 0,1 0 0,-1 0 0,1 0 0,0-1 0,-1 1 0,1-1 0,1 0 0,6 3 0,0-2 0,0 0 0,1 0 0,-1-1 0,1 0 0,-1-1 0,1-1 0,0 0 0,-1 0 0,1-1 0,0-1 0,-1 0 0,0 0 0,1-1 0,19-8 0,-20 7 0,0-1 0,-1 0 0,1-1 0,-1 0 0,0 0 0,0-1 0,-1-1 0,0 1 0,-1-2 0,1 1 0,-1-1 0,-1 0 0,0-1 0,9-15 0,-13 19 0,0 0 0,-1 0 0,0 0 0,0 0 0,-1 0 0,1 0 0,-1-1 0,-1 1 0,1 0 0,-1-1 0,0 1 0,-1 0 0,1-1 0,-1 1 0,-1 0 0,1 0 0,-1-1 0,0 1 0,0 1 0,-1-1 0,0 0 0,0 0 0,0 1 0,-7-10 0,2 7 0,0-1 0,0 1 0,0 1 0,-1 0 0,0 0 0,0 0 0,-1 1 0,0 1 0,0-1 0,0 2 0,-1-1 0,1 2 0,-15-4 0,11 4-227,0 0-1,0 1 1,-1 0-1,1 2 1,-28 1-1,15 3-6598</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45.448"/>
    </inkml:context>
    <inkml:brush xml:id="br0">
      <inkml:brushProperty name="width" value="0.05" units="cm"/>
      <inkml:brushProperty name="height" value="0.05" units="cm"/>
      <inkml:brushProperty name="color" value="#FFFFFF"/>
    </inkml:brush>
  </inkml:definitions>
  <inkml:trace contextRef="#ctx0" brushRef="#br0">100 324 24575,'-8'-7'0,"0"1"0,0 0 0,0 0 0,-11-4 0,11 5 0,0 0 0,0 0 0,0-1 0,-7-6 0,14 10 0,3 3 0,12 10 0,19 16 0,-29-23 0,31 27 0,45 52 0,-71-72 0,0 0 0,-1 1 0,0 0 0,-1 0 0,-1 0 0,0 1 0,0 0 0,-2 0 0,6 22 0,-9-29 0,0-1 0,-1 1 0,0 0 0,0 0 0,-1 0 0,0 0 0,0 0 0,-1 5 0,1-9 0,1-1 0,0 1 0,-1-1 0,1 0 0,0 1 0,-1-1 0,0 0 0,1 1 0,-1-1 0,0 0 0,0 0 0,1 0 0,-1 1 0,0-1 0,0 0 0,0 0 0,0 0 0,-1-1 0,1 1 0,0 0 0,0 0 0,-1-1 0,1 1 0,0 0 0,-1-1 0,1 0 0,0 1 0,-1-1 0,1 0 0,-1 1 0,1-1 0,0 0 0,-1 0 0,1 0 0,-1 0 0,1-1 0,-3 1 0,2-1 0,0 0 0,1 0 0,-1 0 0,0 0 0,0 0 0,1 0 0,-1-1 0,0 1 0,1-1 0,-1 1 0,1-1 0,0 1 0,-1-1 0,1 0 0,0 0 0,0 1 0,0-1 0,0 0 0,1 0 0,-1 0 0,0 0 0,1 0 0,0 0 0,-1-4 0,0-4 0,0 1 0,1-1 0,0 0 0,2-11 0,4-12 0,1 1 0,1 0 0,2 0 0,2 1 0,0 0 0,2 1 0,1 1 0,2 0 0,1 1 0,1 1 0,1 1 0,1 1 0,1 0 0,37-30 0,-45 44 0,1-1 0,0 2 0,22-11 0,-31 18 0,1 0 0,0 0 0,-1 1 0,1 0 0,0 0 0,1 0 0,-1 1 0,0 0 0,0 1 0,0-1 0,9 2 0,-14-1 12,1 0 0,-1 1 0,0-1-1,1 1 1,-1 0 0,0-1 0,0 1-1,0 0 1,1 0 0,-1 1 0,0-1-1,0 0 1,-1 1 0,1-1 0,0 1 0,0 0-1,-1-1 1,1 1 0,-1 0 0,1 0-1,-1 0 1,0 0 0,0 0 0,0 0-1,0 1 1,0-1 0,0 0 0,0 4 0,0 0-168,0-1 1,-1 1 0,0 0 0,0 0 0,0 0 0,-1 0 0,0-1-1,0 1 1,0 0 0,-3 6 0,-9 20-6671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7.810"/>
    </inkml:context>
    <inkml:brush xml:id="br0">
      <inkml:brushProperty name="width" value="0.05" units="cm"/>
      <inkml:brushProperty name="height" value="0.05" units="cm"/>
      <inkml:brushProperty name="color" value="#FFFFFF"/>
    </inkml:brush>
  </inkml:definitions>
  <inkml:trace contextRef="#ctx0" brushRef="#br0">408 94 24575,'10'-1'0,"0"1"0,-1-2 0,1 1 0,-1-2 0,1 1 0,9-5 0,-13 5 0,-1 0 0,0 0 0,0-1 0,0 0 0,0 0 0,0 0 0,0-1 0,-1 1 0,0-1 0,0 0 0,5-7 0,-8 11 0,-1-1 0,1 1 0,-1-1 0,0 0 0,0 1 0,1-1 0,-1 1 0,0-1 0,0 0 0,1 1 0,-1-1 0,0 0 0,0 1 0,0-1 0,0 1 0,0-1 0,0 0 0,0 1 0,0-1 0,-1 0 0,1 1 0,0-1 0,0 0 0,0 1 0,-1-1 0,1 1 0,0-1 0,-1 0 0,1 1 0,0-1 0,-1 1 0,1-1 0,-1 1 0,1-1 0,-1 1 0,1 0 0,-1-1 0,1 1 0,-1-1 0,1 1 0,-1 0 0,0 0 0,1-1 0,-1 1 0,1 0 0,-1 0 0,0 0 0,1 0 0,-2 0 0,-37-7 0,36 7 0,-45-2 0,0 2 0,0 2 0,0 2 0,1 2 0,-89 23 0,131-27 0,-1 0 0,0 0 0,1 0 0,-1 1 0,1-1 0,-7 6 0,11-7 0,0-1 0,0 1 0,1 0 0,-1-1 0,0 1 0,1 0 0,-1-1 0,1 1 0,-1 0 0,1 0 0,-1 0 0,1 0 0,0-1 0,-1 1 0,1 0 0,0 0 0,0 0 0,-1 0 0,1 1 0,1-1 0,-1 1 0,0-1 0,1 0 0,-1 0 0,1 1 0,-1-1 0,1 0 0,0 0 0,-1 0 0,1 0 0,0 0 0,0 0 0,0 0 0,0 0 0,0 0 0,0-1 0,0 1 0,1 1 0,21 13 0,0-2 0,1 0 0,37 14 0,81 22 0,-135-47 0,80 23 0,44 15 0,-109-31 0,0 0 0,-1 1 0,34 21 0,-52-29 0,0 0 0,0 0 0,0 1 0,-1-1 0,1 1 0,-1-1 0,1 1 0,-1 0 0,0 0 0,0 0 0,0 0 0,2 4 0,-4-5 0,1 0 0,-1-1 0,0 1 0,0-1 0,0 1 0,0-1 0,0 1 0,0 0 0,0-1 0,-1 1 0,1-1 0,-1 1 0,1-1 0,-1 1 0,1-1 0,-1 1 0,0-1 0,0 0 0,0 1 0,0-1 0,0 0 0,0 0 0,0 1 0,0-1 0,0 0 0,0 0 0,-1 0 0,1-1 0,-3 2 0,-10 8 0,-2-2 0,1 0 0,-1-1 0,0 0 0,-1-1 0,-25 5 0,-106 13 0,102-19-195,0-2 0,-1-1 0,0-3 0,1-2 0,0-2 0,-52-12 0,47 2-6631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8.077"/>
    </inkml:context>
    <inkml:brush xml:id="br0">
      <inkml:brushProperty name="width" value="0.05" units="cm"/>
      <inkml:brushProperty name="height" value="0.05" units="cm"/>
      <inkml:brushProperty name="color" value="#FFFFFF"/>
    </inkml:brush>
  </inkml:definitions>
  <inkml:trace contextRef="#ctx0" brushRef="#br0">1 13 24575,'1'-1'0,"0"0"0,0 0 0,0 0 0,0 0 0,0 0 0,0 0 0,0 0 0,1 1 0,-1-1 0,0 0 0,1 1 0,-1-1 0,0 1 0,1-1 0,1 1 0,-2 0 0,0 0 0,0 0 0,0 0 0,0 0 0,0 0 0,0 1 0,-1-1 0,1 0 0,0 1 0,0-1 0,0 0 0,0 1 0,-1-1 0,1 1 0,0-1 0,-1 1 0,1 0 0,1 0 0,0 2 0,0 1 0,0-1 0,0 0 0,-1 0 0,1 1 0,-1-1 0,0 1 0,1 0 0,-2-1 0,2 6 0,8 42 0,3 1 0,24 58 0,-8-23 0,7 47-682,25 169-1,-55-270-6143</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8.512"/>
    </inkml:context>
    <inkml:brush xml:id="br0">
      <inkml:brushProperty name="width" value="0.05" units="cm"/>
      <inkml:brushProperty name="height" value="0.05" units="cm"/>
      <inkml:brushProperty name="color" value="#FFFFFF"/>
    </inkml:brush>
  </inkml:definitions>
  <inkml:trace contextRef="#ctx0" brushRef="#br0">366 186 24575,'3'0'0,"0"-1"0,-1 0 0,1 1 0,-1-1 0,1 0 0,-1 0 0,1 0 0,-1-1 0,0 1 0,1-1 0,-1 1 0,0-1 0,0 0 0,0 0 0,0 0 0,-1 0 0,1 0 0,0 0 0,2-5 0,-1 2 0,0-1 0,0 0 0,0 1 0,0-1 0,-1 0 0,0-1 0,1-6 0,-2 10 0,-1 0 0,0-1 0,1 1 0,-1 0 0,-1 0 0,1 0 0,0 0 0,-1 0 0,1 0 0,-1 0 0,0 0 0,0 0 0,0 0 0,-1 1 0,1-1 0,0 0 0,-1 1 0,-3-4 0,2 2 0,0 1 0,-1 0 0,1 0 0,-1 1 0,0-1 0,0 1 0,0 0 0,0 0 0,0 0 0,0 1 0,-6-2 0,-5 0 0,0 0 0,0 1 0,0 1 0,0 1 0,0 0 0,-22 3 0,11 0 0,0 2 0,1 1 0,0 1 0,0 1 0,-47 22 0,67-27 0,0 0 0,0 0 0,0 1 0,1 0 0,-5 4 0,8-8 0,1 1 0,-1-1 0,0 1 0,1 0 0,-1-1 0,0 1 0,1 0 0,-1 0 0,1-1 0,-1 1 0,1 0 0,0 0 0,-1 0 0,1 0 0,0-1 0,0 1 0,-1 0 0,1 0 0,0 0 0,0 0 0,0 0 0,0 0 0,0 0 0,0-1 0,0 1 0,0 0 0,1 0 0,-1 0 0,0 0 0,0 0 0,1 0 0,-1-1 0,1 1 0,-1 0 0,1 0 0,-1 0 0,1-1 0,-1 1 0,2 1 0,3 2 0,1-1 0,-1 0 0,1 0 0,0 0 0,0 0 0,0-1 0,7 2 0,50 10 0,-44-11 0,65 12 0,65 13 0,-126-22 0,-1 1 0,0 0 0,0 2 0,28 15 0,-46-21 0,0-1 0,0 1 0,0 0 0,-1 0 0,1 0 0,-1 0 0,1 1 0,-1-1 0,0 1 0,-1 0 0,1 0 0,3 8 0,-5-10 0,0 1 0,0 0 0,0-1 0,-1 1 0,0 0 0,1-1 0,-1 1 0,0 0 0,0-1 0,-1 1 0,1 0 0,0 0 0,-1-1 0,0 1 0,1-1 0,-1 1 0,0-1 0,0 1 0,-1-1 0,1 1 0,0-1 0,-1 0 0,-3 4 0,-1 1 31,0-1 0,-1-1 0,0 1 0,0-1 0,0 0 0,-1 0 0,1-1 0,-1 0 1,0-1-1,-16 5 0,-2 0-600,0-2 0,-32 3 0,8-4-6257</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3:08.795"/>
    </inkml:context>
    <inkml:brush xml:id="br0">
      <inkml:brushProperty name="width" value="0.05" units="cm"/>
      <inkml:brushProperty name="height" value="0.05" units="cm"/>
      <inkml:brushProperty name="color" value="#FFFFFF"/>
    </inkml:brush>
  </inkml:definitions>
  <inkml:trace contextRef="#ctx0" brushRef="#br0">1 0 24575,'3'0'0,"1"0"0,-1 1 0,1-1 0,-1 1 0,1 0 0,-1 0 0,0 0 0,1 0 0,-1 1 0,0-1 0,0 1 0,0 0 0,0-1 0,0 2 0,-1-1 0,1 0 0,0 0 0,-1 1 0,0 0 0,1-1 0,-1 1 0,0 0 0,-1 0 0,1 0 0,0 0 0,1 4 0,3 10 0,-1-1 0,0 1 0,-1 0 0,1 21 0,2 0 0,112 388 0,-52-206 0,-61-201 77,21 90-1519,-24-89-5384</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4.407"/>
    </inkml:context>
    <inkml:brush xml:id="br0">
      <inkml:brushProperty name="width" value="0.05" units="cm"/>
      <inkml:brushProperty name="height" value="0.05" units="cm"/>
      <inkml:brushProperty name="color" value="#FFFFFF"/>
    </inkml:brush>
  </inkml:definitions>
  <inkml:trace contextRef="#ctx0" brushRef="#br0">316 277 24575,'11'-12'0,"-2"0"0,1 0 0,-2-1 0,15-27 0,-11 18 0,-8 15 0,0 0 0,0-1 0,-1 1 0,0 0 0,-1-1 0,0 0 0,0 1 0,1-11 0,-3 15 0,0 0 0,0 0 0,0 0 0,0 1 0,-1-1 0,1 0 0,-1 0 0,0 0 0,0 0 0,0 1 0,0-1 0,-1 0 0,1 1 0,0-1 0,-1 1 0,0-1 0,0 1 0,0 0 0,0 0 0,0 0 0,0 0 0,0 0 0,-1 0 0,1 1 0,-5-3 0,-2 0 0,0 0 0,-1 1 0,1 0 0,-1 0 0,0 1 0,1 0 0,-1 1 0,0 0 0,0 1 0,-17 1 0,0 2 0,1 1 0,-47 12 0,70-15 0,-66 22 0,65-21 0,-1 0 0,1 0 0,-1 0 0,1 1 0,0 0 0,0-1 0,0 1 0,1 1 0,-1-1 0,1 0 0,-1 1 0,-2 4 0,6-7 0,-1 0 0,1-1 0,0 1 0,0 0 0,-1 0 0,1 0 0,0 0 0,0 0 0,0-1 0,0 1 0,0 0 0,0 0 0,0 0 0,0 0 0,0 0 0,0 0 0,1-1 0,-1 1 0,0 0 0,0 0 0,1 0 0,-1-1 0,1 1 0,-1 0 0,1 0 0,-1-1 0,1 1 0,-1 0 0,1-1 0,0 1 0,-1-1 0,1 1 0,0 0 0,1 0 0,1 1 0,1 1 0,0-1 0,1 0 0,-1 0 0,6 1 0,29 7 0,0-2 0,70 4 0,-63-7 0,94 7 0,134 19 0,-267-30 0,-1 0 0,0 1 0,0 0 0,-1 0 0,1 0 0,6 4 0,-11-5 0,-1-1 0,1 0 0,0 1 0,-1-1 0,1 1 0,-1-1 0,1 1 0,-1-1 0,1 1 0,-1-1 0,1 1 0,-1 0 0,0-1 0,1 1 0,-1 0 0,0-1 0,0 1 0,1 0 0,-1-1 0,0 1 0,0 0 0,0 1 0,0-1 0,-1 0 0,1 1 0,-1-1 0,1 0 0,-1 0 0,0 0 0,1 0 0,-1 1 0,0-1 0,0 0 0,0-1 0,0 1 0,0 0 0,0 0 0,0 0 0,0 0 0,-2 0 0,-12 8 0,-1 0 0,0-1 0,-32 10 0,-56 12 0,96-28 0,-288 59-1365,237-53-5461</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4.611"/>
    </inkml:context>
    <inkml:brush xml:id="br0">
      <inkml:brushProperty name="width" value="0.05" units="cm"/>
      <inkml:brushProperty name="height" value="0.05" units="cm"/>
      <inkml:brushProperty name="color" value="#FFFFFF"/>
    </inkml:brush>
  </inkml:definitions>
  <inkml:trace contextRef="#ctx0" brushRef="#br0">1 106 24575,'1'-9'0,"-1"1"0,2-1 0,-1 1 0,1-1 0,1 1 0,-1 0 0,2 0 0,-1 0 0,7-12 0,-9 19 0,-1 1 0,0-1 0,0 0 0,0 1 0,1-1 0,-1 1 0,0-1 0,1 1 0,-1-1 0,0 1 0,1 0 0,-1-1 0,0 1 0,1-1 0,-1 1 0,1 0 0,-1-1 0,1 1 0,-1 0 0,1-1 0,-1 1 0,1 0 0,-1 0 0,1 0 0,0-1 0,-1 1 0,1 0 0,-1 0 0,1 0 0,-1 0 0,1 0 0,0 0 0,-1 0 0,1 0 0,-1 0 0,1 0 0,-1 1 0,1-1 0,0 0 0,-1 0 0,1 1 0,-1-1 0,1 0 0,-1 0 0,1 1 0,-1-1 0,0 0 0,1 1 0,-1-1 0,1 1 0,-1-1 0,0 1 0,1 0 0,2 4 0,0-1 0,-1 1 0,1 0 0,2 8 0,4 14 7,103 264 326,-77-213-1186,73 122 1,-85-163-5974</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4.999"/>
    </inkml:context>
    <inkml:brush xml:id="br0">
      <inkml:brushProperty name="width" value="0.05" units="cm"/>
      <inkml:brushProperty name="height" value="0.05" units="cm"/>
      <inkml:brushProperty name="color" value="#FFFFFF"/>
    </inkml:brush>
  </inkml:definitions>
  <inkml:trace contextRef="#ctx0" brushRef="#br0">345 160 24575,'0'0'0,"1"0"0,0-1 0,0 1 0,0-1 0,-1 1 0,1 0 0,0-1 0,-1 0 0,1 1 0,0-1 0,-1 1 0,1-1 0,-1 0 0,1 1 0,-1-1 0,1 0 0,-1 0 0,1 1 0,-1-1 0,0 0 0,1 0 0,-1 0 0,0 1 0,0-1 0,0 0 0,0 0 0,0-1 0,4-28 0,-4 26 0,0 0 0,0 1 0,0-1 0,0 0 0,0 0 0,-1 0 0,1 0 0,-1 0 0,0 0 0,0 1 0,-1-1 0,1 0 0,-1 1 0,0-1 0,0 1 0,0 0 0,0-1 0,0 1 0,-1 0 0,0 0 0,1 0 0,-1 1 0,0-1 0,0 1 0,-1 0 0,-4-4 0,1 3 0,0 1 0,1-1 0,-1 1 0,0 0 0,0 1 0,0 0 0,-1 0 0,1 0 0,0 1 0,0 0 0,0 0 0,-1 1 0,-9 2 0,3 0 0,0 1 0,0 1 0,0 0 0,1 0 0,0 2 0,-22 13 0,27-15 0,1 1 0,0-1 0,0 1 0,0 0 0,1 1 0,0 0 0,0 0 0,1 0 0,0 0 0,0 1 0,0 0 0,-3 10 0,7-15 0,0 0 0,0 0 0,0 0 0,0 0 0,1 1 0,0-1 0,-1 0 0,1 0 0,0 1 0,1-1 0,-1 0 0,0 0 0,1 0 0,0 1 0,0-1 0,0 0 0,2 4 0,0-2 0,0-1 0,0 1 0,0-1 0,0 0 0,1-1 0,0 1 0,0 0 0,0-1 0,9 6 0,4 1 0,2-2 0,-1 1 0,1-2 0,30 8 0,79 15 0,48 15 0,-170-43 0,0 0 0,0 1 0,0 0 0,7 5 0,-12-8 0,0 0 0,-1 1 0,1-1 0,-1 0 0,1 1 0,0-1 0,-1 1 0,1-1 0,-1 1 0,1-1 0,-1 1 0,1-1 0,-1 1 0,0-1 0,1 1 0,-1 0 0,0-1 0,1 1 0,-1 0 0,0-1 0,0 1 0,1 0 0,-1-1 0,0 1 0,0 0 0,0-1 0,0 1 0,0 0 0,0 0 0,0-1 0,0 1 0,0 0 0,-1-1 0,1 1 0,0 0 0,0-1 0,-1 1 0,1 0 0,0-1 0,-1 1 0,1-1 0,0 1 0,-1 0 0,1-1 0,-1 1 0,1-1 0,-1 1 0,1-1 0,-1 0 0,0 1 0,-8 5 0,0 0 0,0-1 0,-1 0 0,0-1 0,-19 7 0,-55 9 0,24-10-682,-76 3-1,79-11-6143</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5.325"/>
    </inkml:context>
    <inkml:brush xml:id="br0">
      <inkml:brushProperty name="width" value="0.05" units="cm"/>
      <inkml:brushProperty name="height" value="0.05" units="cm"/>
      <inkml:brushProperty name="color" value="#FFFFFF"/>
    </inkml:brush>
  </inkml:definitions>
  <inkml:trace contextRef="#ctx0" brushRef="#br0">1 61 24575,'17'-20'0,"-13"15"0,1-1 0,0 1 0,-1 0 0,2 0 0,-1 1 0,6-5 0,-10 9 0,-1 0 0,0 0 0,0 0 0,1 0 0,-1-1 0,0 1 0,0 0 0,1 0 0,-1 0 0,0 0 0,0 0 0,1 0 0,-1 0 0,0 0 0,0 0 0,1 0 0,-1 0 0,0 0 0,1 0 0,-1 0 0,0 0 0,0 0 0,1 0 0,-1 1 0,0-1 0,0 0 0,1 0 0,-1 0 0,0 0 0,0 0 0,0 1 0,1-1 0,-1 0 0,0 0 0,0 0 0,0 1 0,1-1 0,-1 0 0,0 0 0,0 1 0,0-1 0,0 0 0,0 0 0,0 1 0,0-1 0,0 0 0,1 0 0,-1 1 0,0-1 0,0 0 0,0 0 0,0 1 0,-1-1 0,1 20 0,0-16 0,-7 93 0,6 103 0,4-155 0,2 0 0,2 1 0,1-2 0,23 68 0,-19-79 0,0 0 0,2-1 0,2-1 0,1 0 0,30 42 0,-45-70-195,1 0 0,0 0 0,-1 0 0,1 0 0,0-1 0,4 3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5.945"/>
    </inkml:context>
    <inkml:brush xml:id="br0">
      <inkml:brushProperty name="width" value="0.05" units="cm"/>
      <inkml:brushProperty name="height" value="0.05" units="cm"/>
      <inkml:brushProperty name="color" value="#FFFFFF"/>
    </inkml:brush>
  </inkml:definitions>
  <inkml:trace contextRef="#ctx0" brushRef="#br0">16 89 24575,'-3'0'0,"-4"-3"0,2-1 0,8-3 0,10-1 0,12-1 0,14 0 0,13 2 0,10-1 0,7 1 0,4 2 0,2 1 0,-2 2 0,-5-3 0,-7 1 0,-11 0 0,-14 2-8191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6.132"/>
    </inkml:context>
    <inkml:brush xml:id="br0">
      <inkml:brushProperty name="width" value="0.05" units="cm"/>
      <inkml:brushProperty name="height" value="0.05" units="cm"/>
      <inkml:brushProperty name="color" value="#FFFFFF"/>
    </inkml:brush>
  </inkml:definitions>
  <inkml:trace contextRef="#ctx0" brushRef="#br0">29 8 24575,'-3'0'0,"-1"-3"0,-3-1 0,0 3 0,0 5 0,6 5 0,2 4 0,5 6 0,0 9 0,0 6 0,-1 7 0,1 8 0,0 6 0,-1 5 0,-1 6 0,-5 3 0,-2 3 0,-1-11-8191</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6.521"/>
    </inkml:context>
    <inkml:brush xml:id="br0">
      <inkml:brushProperty name="width" value="0.05" units="cm"/>
      <inkml:brushProperty name="height" value="0.05" units="cm"/>
      <inkml:brushProperty name="color" value="#FFFFFF"/>
    </inkml:brush>
  </inkml:definitions>
  <inkml:trace contextRef="#ctx0" brushRef="#br0">16 40 24575,'-2'-3'0,"0"-1"0,0 1 0,0-1 0,0 0 0,1 1 0,-1-1 0,0-4 0,1 1 0,6 27 0,18 82-455,-4 1 0,5 107 0,-23-185-6371</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6.866"/>
    </inkml:context>
    <inkml:brush xml:id="br0">
      <inkml:brushProperty name="width" value="0.05" units="cm"/>
      <inkml:brushProperty name="height" value="0.05" units="cm"/>
      <inkml:brushProperty name="color" value="#FFFFFF"/>
    </inkml:brush>
  </inkml:definitions>
  <inkml:trace contextRef="#ctx0" brushRef="#br0">69 59 24575,'2'-3'0,"0"0"0,0 0 0,-1-1 0,1 1 0,-1 0 0,0-1 0,0 1 0,-1 0 0,1-1 0,0-3 0,-1 7 0,-1 0 0,1 0 0,0 0 0,0 0 0,0 0 0,0 0 0,0 0 0,0 0 0,0 1 0,-1-1 0,1 0 0,0 0 0,0 0 0,0 0 0,0 0 0,0 0 0,-1 0 0,1 0 0,0 0 0,0 0 0,0 0 0,0 0 0,0 0 0,0 0 0,-1-1 0,1 1 0,0 0 0,0 0 0,0 0 0,0 0 0,0 0 0,0 0 0,-1 0 0,1 0 0,0 0 0,0 0 0,0 0 0,0-1 0,0 1 0,0 0 0,0 0 0,0 0 0,0 0 0,0 0 0,0 0 0,0-1 0,-1 1 0,1 0 0,0 0 0,0 0 0,0 0 0,0 0 0,0-1 0,0 1 0,0 0 0,-8 11 0,-3 7 0,2 2 0,0-1 0,0 1 0,2 0 0,1 0 0,0 1 0,-5 42 0,11-54 0,-1 0 0,2 1 0,-1-1 0,1 1 0,0-1 0,1 0 0,0 1 0,7 16 0,-6-19 0,0-1 0,1 0 0,-1 0 0,1 0 0,1-1 0,-1 1 0,1-1 0,0 0 0,0-1 0,0 1 0,1-1 0,-1 0 0,10 5 0,-11-7 0,1 0 0,-1 0 0,1 0 0,0 0 0,0-1 0,0 0 0,0 0 0,0 0 0,0-1 0,0 0 0,0 0 0,0 0 0,0 0 0,0-1 0,0 0 0,0 0 0,0 0 0,0-1 0,0 0 0,0 1 0,-1-2 0,1 1 0,-1 0 0,0-1 0,1 0 0,6-6 0,-4 2 0,0 1 0,0-1 0,-1-1 0,0 1 0,0-1 0,-1 0 0,0 0 0,0-1 0,-1 1 0,0-1 0,0 0 0,-1 0 0,2-12 0,-3 7 0,0 1 0,-2-1 0,1 1 0,-2-1 0,0 1 0,0-1 0,-2 1 0,-5-21 0,6 26 0,-1 0 0,1 1 0,-2-1 0,1 1 0,-1-1 0,0 1 0,-1 0 0,1 1 0,-1-1 0,-1 1 0,1 0 0,-1 0 0,0 1 0,-1-1 0,-8-5 0,13 10-49,-1-1 1,0 1-1,1 0 0,-1 0 0,0 0 1,0 0-1,1 0 0,-1 1 0,0-1 1,0 1-1,0 0 0,0 0 0,0 0 1,0 0-1,0 0 0,0 1 0,0-1 1,0 1-1,1 0 0,-1 0 0,0 0 1,0 0-1,1 0 0,-1 1 0,1-1 0,-1 1 1,-3 3-1,-7 8-6777</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7.303"/>
    </inkml:context>
    <inkml:brush xml:id="br0">
      <inkml:brushProperty name="width" value="0.05" units="cm"/>
      <inkml:brushProperty name="height" value="0.05" units="cm"/>
      <inkml:brushProperty name="color" value="#FFFFFF"/>
    </inkml:brush>
  </inkml:definitions>
  <inkml:trace contextRef="#ctx0" brushRef="#br0">165 85 24575,'0'-4'0,"-1"1"0,0 0 0,0 0 0,0-1 0,0 1 0,0 0 0,-1 0 0,0 0 0,1 0 0,-1 0 0,0 0 0,0 1 0,-1-1 0,-3-3 0,2 2 0,-1 0 0,1 0 0,-1 0 0,0 0 0,0 1 0,0 0 0,-8-3 0,12 5 0,-1 1 0,0-1 0,1 1 0,-1-1 0,0 1 0,1 0 0,-1 0 0,0 0 0,0 0 0,1 0 0,-1 0 0,0 0 0,0 0 0,1 1 0,-1-1 0,0 1 0,1-1 0,-1 1 0,1 0 0,-1 0 0,1 0 0,-3 1 0,1 0 0,1 1 0,-1 0 0,0 0 0,1 0 0,0 0 0,0 1 0,0-1 0,0 0 0,-2 7 0,-2 6 0,1 0 0,1 0 0,-3 27 0,4-15 0,0 0 0,4 52 0,0-68 0,0 1 0,1-1 0,1 0 0,0 0 0,0 1 0,1-2 0,1 1 0,11 19 0,-13-26 0,0-1 0,1 0 0,0 0 0,-1 0 0,2 0 0,-1-1 0,0 0 0,1 1 0,-1-2 0,1 1 0,0 0 0,0-1 0,0 0 0,1 0 0,-1-1 0,0 1 0,0-1 0,1 0 0,8 0 0,-8-1 0,1 0 0,-1 0 0,1 0 0,-1-1 0,0 0 0,1 0 0,-1 0 0,0-1 0,0 0 0,0 0 0,0-1 0,0 0 0,0 0 0,-1 0 0,0-1 0,8-6 0,-5 2 0,-1-1 0,0-1 0,0 1 0,-1-1 0,0-1 0,-1 1 0,0-1 0,-1 1 0,0-1 0,0-1 0,3-21 0,-2-4 0,-1 0 0,-1-52 0,-5 136 0,-1 56 0,4-87 0,-1 1 0,2-1 0,0 0 0,7 22 0,-7-32-124,0 0 0,1 0 0,0 0 0,0 0 0,0-1 0,1 1-1,-1-1 1,1 0 0,1 0 0,4 5 0,7 3-6702</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7.911"/>
    </inkml:context>
    <inkml:brush xml:id="br0">
      <inkml:brushProperty name="width" value="0.05" units="cm"/>
      <inkml:brushProperty name="height" value="0.05" units="cm"/>
      <inkml:brushProperty name="color" value="#FFFFFF"/>
    </inkml:brush>
  </inkml:definitions>
  <inkml:trace contextRef="#ctx0" brushRef="#br0">20 343 24575,'5'-24'0,"-5"22"0,1-1 0,0 1 0,-1-1 0,1 1 0,-1-1 0,0 1 0,0-1 0,0 1 0,0-1 0,-1-3 0,0 7 0,0 0 0,0 0 0,0 0 0,0 1 0,0-1 0,0 0 0,0 1 0,0-1 0,1 0 0,-1 1 0,0-1 0,0 3 0,-3 14 0,0 0 0,1 0 0,1 1 0,1 27 0,7-57 0,3-12 0,60-149 0,-56 146 0,0 0 0,2 2 0,1 0 0,27-32 0,-37 49 0,0 1 0,0 0 0,1 0 0,0 1 0,0-1 0,0 2 0,1-1 0,-1 1 0,14-5 0,-17 7 0,0 1 0,0 0 0,0 1 0,0-1 0,0 0 0,0 1 0,0 0 0,0 0 0,0 0 0,0 1 0,0-1 0,0 1 0,0 0 0,-1 0 0,1 0 0,0 1 0,0 0 0,-1-1 0,1 1 0,-1 0 0,0 0 0,1 1 0,2 2 0,1 2 0,0 1 0,0-1 0,-1 1 0,0 0 0,0 1 0,-1-1 0,0 1 0,-1 0 0,0 0 0,0 1 0,-1-1 0,0 1 0,-1 0 0,0 0 0,0 0 0,-1 0 0,-1 0 0,1 0 0,-2 0 0,1 0 0,-2 0 0,1 0 0,-1 0 0,-1 0 0,1 0 0,-2-1 0,1 1 0,-1-1 0,-1 0 0,0 0 0,0-1 0,-1 1 0,0-1 0,0 0 0,-1-1 0,0 1 0,0-1 0,-1-1 0,0 0 0,-11 8 0,14-11 0,-30 16 0,33-18 0,0 0 0,0-1 0,0 1 0,-1 0 0,1-1 0,0 1 0,0-1 0,0 1 0,-1-1 0,1 0 0,0 0 0,-1 0 0,-3-1 0,6 1 0,0 0 0,0 0 0,-1 0 0,1 0 0,0-1 0,0 1 0,0 0 0,-1 0 0,1 0 0,0 0 0,0 0 0,-1 0 0,1-1 0,0 1 0,0 0 0,0 0 0,0 0 0,-1 0 0,1-1 0,0 1 0,0 0 0,0 0 0,0 0 0,0-1 0,-1 1 0,1 0 0,0 0 0,0-1 0,0 1 0,0 0 0,0 0 0,0-1 0,0 1 0,0 0 0,0-1 0,7-8 0,13-4 0,-13 9 0,1 1 0,-1 0 0,1 1 0,0-1 0,0 2 0,0-1 0,0 1 0,0 0 0,0 1 0,0-1 0,0 2 0,16 1 0,-15 1 0,0-1 0,1 2 0,-1-1 0,-1 1 0,1 0 0,0 1 0,-1 0 0,0 0 0,0 1 0,11 11 0,-13-12 0,0 1 0,0 0 0,-1 1 0,0-1 0,0 1 0,0 0 0,4 10 0,-8-15 0,0 0 0,0 0 0,0 1 0,-1-1 0,1 0 0,0 1 0,-1-1 0,0 0 0,0 0 0,1 1 0,-2-1 0,1 0 0,0 1 0,0-1 0,-1 0 0,1 1 0,-1-1 0,1 0 0,-1 0 0,0 1 0,0-1 0,0 0 0,0 0 0,-1 0 0,1 0 0,-1 0 0,1-1 0,-1 1 0,1 0 0,-4 1 0,-2 3 0,-1-2 0,1 1 0,-1-1 0,0-1 0,0 1 0,-1-1 0,1-1 0,-1 0 0,1 0 0,-15 1 0,-12 0 0,-46-2 0,53-2 0,-47 0-1365,46 1-5461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8.602"/>
    </inkml:context>
    <inkml:brush xml:id="br0">
      <inkml:brushProperty name="width" value="0.05" units="cm"/>
      <inkml:brushProperty name="height" value="0.05" units="cm"/>
      <inkml:brushProperty name="color" value="#FFFFFF"/>
    </inkml:brush>
  </inkml:definitions>
  <inkml:trace contextRef="#ctx0" brushRef="#br0">2914 188 24575,'-30'-14'0,"0"3"0,-48-13 0,36 12 0,-64-17-168,-2 6 1,-185-18-1,151 33-237,-235 16 1,252 4 127,1 5 0,1 5 0,-231 75 0,278-70 288,0 4 0,3 3 0,0 3 0,3 4 0,1 2 1,2 4-1,-66 60 0,94-71-101,1 2 1,2 1 0,2 3-1,2 0 1,-33 58-1,50-73 81,1 0-1,1 1 1,1 1-1,2 0 1,1 1-1,1 0 1,1 0-1,2 1 1,1-1-1,1 43 1,3-53 78,2-1 0,1 0 0,0 0 0,1 0 0,1 0 1,1 0-1,0-1 0,13 24 0,-7-21-46,1 0 1,0-1 0,2 0-1,0-1 1,36 34-1,-17-24-13,1-1 0,2-2 0,1-2 0,0-1 0,2-2 0,82 30 0,-38-23 119,2-4 0,0-3-1,117 12 1,269-9-1280,-286-27 1061,-1-9 0,321-61 0,-374 43 101,-2-5 0,-1-6 0,-2-6-1,183-96 1,-248 109-124,-2-2 0,-2-3 0,-1-2 0,71-69-1,-103 86 57,-1-1 0,-2-1 1,0-2-1,-2 0 0,-1-1 0,-1-1 0,-2 0 0,-1-2 0,-1 0 0,17-60 0,-27 70 52,0 0 1,-1 0 0,-1 0 0,-1 0 0,-1-1-1,-1 1 1,-1 0 0,-1 0 0,-1 0-1,-1 0 1,-9-25 0,4 21 5,0 1 0,-2 1 0,-1 0 0,-1 1 1,-1 1-1,-1 0 0,0 0 0,-39-35 0,17 23 6,-2 3 0,-1 1 0,-1 1 0,-1 3 0,-2 2 0,-1 1 0,-92-31 0,69 33 5,-1 3-1,-1 3 0,0 3 0,-144-5 1,165 16 131,-93 12 0,123-8 75,0 1 0,1 1 1,-1 0-1,1 2 0,0 0 1,1 1-1,-25 14 0,38-18-236,0-1 0,-1 1 0,2 0 0,-1 0 0,0 0 0,1 1 0,0 0 0,0 0 0,0 0-1,1 0 1,-1 0 0,1 1 0,-4 10 0,-2 21-5841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9.203"/>
    </inkml:context>
    <inkml:brush xml:id="br0">
      <inkml:brushProperty name="width" value="0.05" units="cm"/>
      <inkml:brushProperty name="height" value="0.05" units="cm"/>
      <inkml:brushProperty name="color" value="#FFFFFF"/>
    </inkml:brush>
  </inkml:definitions>
  <inkml:trace contextRef="#ctx0" brushRef="#br0">0 0 24575,'1'1'0,"-1"-1"0,1 0 0,0 0 0,-1 1 0,1-1 0,0 0 0,-1 1 0,1-1 0,0 0 0,-1 1 0,1-1 0,-1 1 0,1-1 0,-1 1 0,1 0 0,-1-1 0,0 1 0,1-1 0,-1 1 0,0 0 0,1-1 0,-1 1 0,0 0 0,0-1 0,1 2 0,5 24 0,-3-12 0,0-8 0,0 1 0,1-1 0,-1 1 0,1-1 0,1 0 0,-1-1 0,1 1 0,6 5 0,47 38 0,-50-43 0,41 30 0,2-3 0,1-1 0,57 24 0,176 63 0,-264-110 0,282 101-597,4-12 0,363 64 0,-262-92-577,509 21 0,-378-69 570,594-54 1,-304-79 138,-562 55 372,275-97 0,417-212 811,-637 236-183,-299 120 295,-14 4-436,0 2-1,0-1 1,1 1 0,-1 0-1,1 1 1,15-2 0,-17 5 116,-8-1-526,0 0 1,1 0-1,-1 1 0,0-1 0,0 0 0,0 0 0,0 0 0,0 0 1,0 0-1,0 0 0,0 0 0,0 0 0,0 0 0,0 0 0,0 1 1,0-1-1,0 0 0,0 0 0,0 0 0,0 0 0,0 0 0,0 0 0,0 0 1,0 1-1,0-1 0,0 0 0,0 0 0,0 0 0,0 0 0,0 0 1,0 0-1,0 0 0,0 0 0,0 0 0,0 1 0,0-1 0,0 0 1,0 0-1,0 0 0,0 0 0,-1 0 0,1 0 0,0 0 0,0 0 1,0 0-1,0 0 0,0 0 0,0 0 0,0 0 0,0 1 0,0-1 1,-1 0-1,1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09.591"/>
    </inkml:context>
    <inkml:brush xml:id="br0">
      <inkml:brushProperty name="width" value="0.05" units="cm"/>
      <inkml:brushProperty name="height" value="0.05" units="cm"/>
      <inkml:brushProperty name="color" value="#FFFFFF"/>
    </inkml:brush>
  </inkml:definitions>
  <inkml:trace contextRef="#ctx0" brushRef="#br0">66 201 24575,'-4'1'0,"0"-1"0,-1 0 0,1 0 0,0-1 0,-1 1 0,1-1 0,0 0 0,-1 0 0,1 0 0,0-1 0,0 0 0,0 1 0,-4-4 0,8 5 0,0-1 0,-1 1 0,1 0 0,0-1 0,-1 1 0,1-1 0,0 1 0,0-1 0,0 1 0,0-1 0,-1 1 0,1-1 0,0 0 0,0 1 0,0-1 0,0 1 0,0-1 0,0 1 0,0-1 0,0 1 0,1-1 0,-1 1 0,0-1 0,0 1 0,0-1 0,1 1 0,-1-1 0,0 1 0,0-1 0,1 1 0,-1-1 0,0 1 0,1-1 0,-1 1 0,1 0 0,-1-1 0,0 1 0,1 0 0,-1-1 0,1 1 0,-1 0 0,1 0 0,-1-1 0,1 1 0,0 0 0,28-15 0,-27 15 0,83-34 0,2 5 0,2 3 0,0 4 0,140-16 0,-229 38 0,9-1 0,-1 0 0,0 0 0,0 1 0,0 1 0,15 1 0,-22-1 0,1-1 0,-1 0 0,1 1 0,-1 0 0,1-1 0,-1 1 0,0 0 0,1 0 0,-1 0 0,0-1 0,0 2 0,1-1 0,-1 0 0,0 0 0,0 0 0,0 0 0,0 1 0,0-1 0,-1 0 0,1 1 0,0-1 0,-1 1 0,1-1 0,-1 1 0,1-1 0,-1 1 0,0-1 0,1 1 0,-1 0 0,0-1 0,0 1 0,0-1 0,0 1 0,-1-1 0,1 1 0,-1 2 0,-4 15 0,0 0 0,-2 0 0,0 0 0,-1-1 0,-1 0 0,-13 20 0,1 1 0,-25 45 0,-44 91 0,90-173-54,-1 1-1,0-1 0,0 1 1,-1-1-1,1 0 1,0 1-1,-1-1 0,0 0 1,1 0-1,-1 0 1,0 0-1,0 0 0,0-1 1,0 1-1,0 0 0,-1-1 1,1 0-1,0 1 1,-1-1-1,1 0 0,-1 0 1,1 0-1,-1-1 1,-3 1-1,-11 0-6771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4:59.818"/>
    </inkml:context>
    <inkml:brush xml:id="br0">
      <inkml:brushProperty name="width" value="0.05" units="cm"/>
      <inkml:brushProperty name="height" value="0.05" units="cm"/>
      <inkml:brushProperty name="color" value="#FFFFFF"/>
    </inkml:brush>
  </inkml:definitions>
  <inkml:trace contextRef="#ctx0" brushRef="#br0">586 753 24575,'1'0'0,"0"-1"0,0 1 0,0 0 0,-1-1 0,1 1 0,0-1 0,0 1 0,-1-1 0,1 1 0,0-1 0,-1 1 0,1-1 0,-1 0 0,1 1 0,-1-1 0,1 0 0,-1 0 0,1 1 0,-1-1 0,0 0 0,1 0 0,-1 0 0,0 1 0,0-1 0,1 0 0,-1 0 0,0-1 0,3-29 0,-2 28 0,-1 1 0,0-1 0,0 0 0,1 1 0,-1-1 0,-1 0 0,1 1 0,0-1 0,-1 1 0,1-1 0,-1 0 0,0 1 0,0-1 0,0 1 0,0 0 0,0-1 0,-1 1 0,1 0 0,-1 0 0,1 0 0,-1 0 0,0 0 0,0 0 0,0 0 0,0 0 0,0 1 0,0-1 0,0 1 0,-1 0 0,1-1 0,0 1 0,-1 0 0,1 1 0,-1-1 0,1 0 0,-1 1 0,-3-1 0,-7 0 0,-1 0 0,1 1 0,-1 1 0,1 0 0,0 1 0,-1 0 0,-18 6 0,-8 5 0,-41 19 0,52-19 0,1 1 0,0 2 0,1 0 0,-43 36 0,59-43 0,0 1 0,0 1 0,1-1 0,1 2 0,0-1 0,0 2 0,1-1 0,1 1 0,0 0 0,0 0 0,2 1 0,-6 19 0,9-28 0,1 1 0,0-1 0,0 0 0,1 1 0,0-1 0,0 1 0,0-1 0,0 0 0,1 1 0,0-1 0,0 0 0,1 1 0,-1-1 0,1 0 0,0 0 0,1 0 0,-1 0 0,1-1 0,0 1 0,0-1 0,0 1 0,1-1 0,-1 0 0,1 0 0,0-1 0,0 1 0,1-1 0,-1 0 0,1 0 0,-1 0 0,1-1 0,0 1 0,0-1 0,0 0 0,6 1 0,6 1 0,0-1 0,0 0 0,0-1 0,1-1 0,-1-1 0,0 0 0,1-2 0,-1 0 0,0 0 0,0-2 0,0 0 0,-1-1 0,28-12 0,-20 7 0,0-2 0,-1-1 0,0-1 0,-2 0 0,1-2 0,-2-1 0,0 0 0,24-28 0,-28 24 0,0 0 0,-2-1 0,-1-1 0,-1 0 0,0-1 0,-2 0 0,-1 0 0,-1-1 0,-1 0 0,-1-1 0,-1 0 0,2-40 0,-5 16 0,-2 0 0,-3 0 0,-1 0 0,-2 1 0,-23-81 0,24 105 0,-2 1 0,0 0 0,-2 1 0,-1 0 0,-1 1 0,-19-31 0,30 51 0,-1 1 0,0-1 0,0 1 0,0-1 0,-1 1 0,1 0 0,0-1 0,0 1 0,-1 0 0,1 0 0,-1 0 0,1 0 0,-1 0 0,1 0 0,-1 1 0,0-1 0,1 0 0,-1 1 0,0-1 0,1 1 0,-1 0 0,-2-1 0,2 2 0,0 0 0,1-1 0,-1 1 0,1 0 0,-1 0 0,1 0 0,-1 0 0,1 1 0,0-1 0,-1 0 0,1 1 0,0-1 0,0 1 0,0-1 0,0 1 0,0-1 0,1 1 0,-1 0 0,0-1 0,1 1 0,-2 3 0,-4 18 0,0 0 0,2 0 0,-4 46 0,5 77 0,3-117 0,4 112-341,6 1 0,6-2-1,39 158 1,-43-250-6485</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0.051"/>
    </inkml:context>
    <inkml:brush xml:id="br0">
      <inkml:brushProperty name="width" value="0.05" units="cm"/>
      <inkml:brushProperty name="height" value="0.05" units="cm"/>
      <inkml:brushProperty name="color" value="#FFFFFF"/>
    </inkml:brush>
  </inkml:definitions>
  <inkml:trace contextRef="#ctx0" brushRef="#br0">15 1 24575,'0'3'0,"-3"4"0,-2 5 0,1 2 0,1 3 0,4 4 0,2 1 0,0 4 0,3 4 0,0 2 0,3 3 0,-1 1 0,2-3 0,-1-3 0,-2-7-8191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0.608"/>
    </inkml:context>
    <inkml:brush xml:id="br0">
      <inkml:brushProperty name="width" value="0.05" units="cm"/>
      <inkml:brushProperty name="height" value="0.05" units="cm"/>
      <inkml:brushProperty name="color" value="#FFFFFF"/>
    </inkml:brush>
  </inkml:definitions>
  <inkml:trace contextRef="#ctx0" brushRef="#br0">376 275 24575,'5'-6'0,"1"0"0,-1-1 0,0 0 0,-1 0 0,0-1 0,0 1 0,0-1 0,-1 0 0,0 1 0,0-2 0,-1 1 0,0 0 0,-1 0 0,0-1 0,0 1 0,-1-1 0,0-9 0,-1 13 0,1-1 0,-1 1 0,0-1 0,0 1 0,0 0 0,-1-1 0,0 1 0,0 0 0,-1 0 0,1 0 0,-1 1 0,0-1 0,0 1 0,0-1 0,-1 1 0,0 0 0,0 0 0,0 0 0,0 1 0,0 0 0,-1 0 0,0 0 0,1 0 0,-1 0 0,0 1 0,-10-3 0,3 2 0,0 1 0,0 0 0,0 1 0,0 0 0,0 1 0,0 0 0,0 1 0,0 0 0,0 1 0,-15 5 0,21-6 0,0 1 0,0 0 0,0 0 0,0 0 0,0 1 0,1 0 0,-1 0 0,1 1 0,-1-1 0,1 1 0,1 0 0,-1 1 0,0-1 0,1 1 0,0 0 0,0 0 0,1 0 0,-1 1 0,1-1 0,-5 12 0,7-12 0,0-1 0,1 0 0,-1 1 0,1-1 0,0 1 0,0-1 0,0 0 0,1 1 0,-1-1 0,1 0 0,0 1 0,1-1 0,-1 0 0,1 0 0,-1 0 0,1 0 0,1 0 0,-1 0 0,0-1 0,1 1 0,0-1 0,0 1 0,0-1 0,0 0 0,4 3 0,8 6 0,0-1 0,0-1 0,1 0 0,27 12 0,89 28 0,4 2 0,-133-50 0,1 0 0,0 0 0,0 0 0,-1 1 0,1-1 0,-1 1 0,4 4 0,-7-7 0,1 1 0,-1-1 0,0 1 0,1-1 0,-1 1 0,0-1 0,1 1 0,-1 0 0,0-1 0,0 1 0,0-1 0,0 1 0,1 0 0,-1-1 0,0 1 0,0 0 0,0-1 0,0 1 0,0 0 0,-1 0 0,1 0 0,-1 0 0,1 0 0,-1 0 0,0 0 0,1 0 0,-1 0 0,0 0 0,0 0 0,0 0 0,0-1 0,0 1 0,1 0 0,-1-1 0,0 1 0,-2 0 0,-8 4 0,0 0 0,0-1 0,-1-1 0,1 0 0,-1 0 0,-13 1 0,-75 2 0,76-6 0,-17 1 171,-53-6 0,77 3-456,0-1 1,0 0-1,0-1 1,1-1-1,-28-13 1,11 0-6542</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0.875"/>
    </inkml:context>
    <inkml:brush xml:id="br0">
      <inkml:brushProperty name="width" value="0.05" units="cm"/>
      <inkml:brushProperty name="height" value="0.05" units="cm"/>
      <inkml:brushProperty name="color" value="#FFFFFF"/>
    </inkml:brush>
  </inkml:definitions>
  <inkml:trace contextRef="#ctx0" brushRef="#br0">11 134 24575,'-6'-83'0,"2"48"0,4 19 0,4 21 0,9 27 0,6 39 0,-3 0 0,-3 2 0,-3 0 0,-3 0 0,-4 0 0,-6 82 0,-8-49-1365,3-66-5461</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1.156"/>
    </inkml:context>
    <inkml:brush xml:id="br0">
      <inkml:brushProperty name="width" value="0.05" units="cm"/>
      <inkml:brushProperty name="height" value="0.05" units="cm"/>
      <inkml:brushProperty name="color" value="#FFFFFF"/>
    </inkml:brush>
  </inkml:definitions>
  <inkml:trace contextRef="#ctx0" brushRef="#br0">122 115 24575,'34'-36'0,"-25"25"0,1 1 0,0 0 0,0 0 0,1 1 0,23-15 0,-17 19 0,-16 5 0,-1 0 0,0 1 0,0-1 0,1 0 0,-1 0 0,0 0 0,0 0 0,1 0 0,-1 0 0,0 1 0,0-1 0,0 0 0,1 0 0,-1 0 0,0 1 0,0-1 0,0 0 0,0 0 0,1 1 0,-1-1 0,0 0 0,0 0 0,0 1 0,0-1 0,0 0 0,0 0 0,0 1 0,0-1 0,0 0 0,0 0 0,0 1 0,0-1 0,0 1 0,0 1 0,-1 1 0,0-1 0,0 1 0,0 0 0,0-1 0,0 0 0,0 1 0,0-1 0,-4 4 0,-8 11 0,-1-1 0,-1-1 0,-31 26 0,-57 33 0,51-39 0,51-35 0,1 0 0,0 0 0,0 0 0,-1 0 0,1 0 0,0 1 0,0-1 0,-1 0 0,1 0 0,0 0 0,0 0 0,0 0 0,-1 1 0,1-1 0,0 0 0,0 0 0,0 0 0,0 1 0,-1-1 0,1 0 0,0 0 0,0 1 0,0-1 0,0 0 0,0 0 0,0 1 0,0-1 0,0 0 0,0 0 0,0 1 0,0-1 0,0 0 0,0 0 0,0 1 0,0-1 0,0 0 0,0 0 0,0 1 0,0-1 0,0 0 0,13 4 0,29-3 0,-32-1 0,4 0 31,-1 1 0,1 1 0,-1 0 0,1 1 0,-1 0 0,0 1 0,0 0 0,0 2 1,0-1-1,17 11 0,-23-11-132,1 0 1,-1 1-1,0 0 1,-1 0 0,1 0-1,-1 1 1,0 0-1,-1 0 1,1 1 0,-2-1-1,1 1 1,-1 0 0,0 1-1,-1-1 1,0 0-1,4 16 1,-2 6-6726</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1.934"/>
    </inkml:context>
    <inkml:brush xml:id="br0">
      <inkml:brushProperty name="width" value="0.05" units="cm"/>
      <inkml:brushProperty name="height" value="0.05" units="cm"/>
      <inkml:brushProperty name="color" value="#FFFFFF"/>
    </inkml:brush>
  </inkml:definitions>
  <inkml:trace contextRef="#ctx0" brushRef="#br0">0 1 24575,'4'0'0,"3"0"0,4 0 0,4 0 0,1 3 0,-1 4 0,-3 4 0,-1 1 0,-2 0 0,-6-1 0,-3-6 0,-2-6 0,3-4 0,4-1 0,1 4 0,0 0 0,2 2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7.036"/>
    </inkml:context>
    <inkml:brush xml:id="br0">
      <inkml:brushProperty name="width" value="0.05" units="cm"/>
      <inkml:brushProperty name="height" value="0.05" units="cm"/>
      <inkml:brushProperty name="color" value="#FFFFFF"/>
    </inkml:brush>
  </inkml:definitions>
  <inkml:trace contextRef="#ctx0" brushRef="#br0">19 27 24575,'-1'0'0,"0"0"0,0 0 0,0 0 0,0 0 0,0 0 0,0 0 0,0 1 0,0-1 0,0 0 0,0 1 0,0-1 0,0 1 0,0-1 0,0 1 0,1-1 0,-1 1 0,0 0 0,-1 0 0,3 6 0,10 0 0,9-2 0,0-1 0,0 0 0,1-2 0,-1-1 0,38-1 0,-13 0 0,1375-49-810,-1314 39-420,-77 5-4921</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3.604"/>
    </inkml:context>
    <inkml:brush xml:id="br0">
      <inkml:brushProperty name="width" value="0.05" units="cm"/>
      <inkml:brushProperty name="height" value="0.05" units="cm"/>
      <inkml:brushProperty name="color" value="#FFFFFF"/>
    </inkml:brush>
  </inkml:definitions>
  <inkml:trace contextRef="#ctx0" brushRef="#br0">90 819 24575,'0'0'0,"0"-1"0,0 1 0,0 0 0,0 0 0,0-1 0,0 1 0,0 0 0,0 0 0,0 0 0,0-1 0,0 1 0,0 0 0,0 0 0,0-1 0,0 1 0,0 0 0,0 0 0,1-1 0,-1 1 0,0 0 0,0 0 0,0 0 0,0-1 0,0 1 0,1 0 0,-1 0 0,0 0 0,0 0 0,0-1 0,0 1 0,1 0 0,-1 0 0,0 0 0,0 0 0,1 0 0,-1 0 0,0 0 0,0-1 0,0 1 0,1 0 0,-1 0 0,0 0 0,0 0 0,1 0 0,-1 0 0,0 0 0,0 0 0,1 0 0,-1 0 0,0 0 0,0 1 0,1-1 0,-1 0 0,0 0 0,0 0 0,0 0 0,1 0 0,-1 0 0,0 0 0,0 1 0,12 11 0,-8-4 0,-1 1 0,-1-1 0,1 1 0,-2 0 0,1 0 0,0 17 0,0 0 0,13 192 0,-15-183 0,-2-1 0,-2 1 0,-1-1 0,-12 43 0,17-75 0,-1 0 0,1 0 0,-1 0 0,1-1 0,-1 1 0,0 0 0,0-1 0,0 1 0,0 0 0,0-1 0,0 1 0,0-1 0,0 0 0,-1 1 0,1-1 0,-3 2 0,3-3 0,1 0 0,-1 0 0,1 1 0,-1-1 0,1 0 0,-1 0 0,1 0 0,-1 0 0,1 0 0,-1 0 0,0 0 0,1 0 0,-1-1 0,1 1 0,-1 0 0,1 0 0,-1 0 0,1 0 0,-1-1 0,1 1 0,0 0 0,-1-1 0,-12-16 0,4-3 0,1-1 0,1 0 0,1-1 0,-5-31 0,-7-92 0,16 122 0,-11-193 0,18-272 0,-5 478 0,15-151 0,-12 145 0,0 0 0,1 1 0,1-1 0,0 1 0,1 0 0,1 0 0,15-23 0,-20 34 0,0 1 0,1 0 0,-1-1 0,1 1 0,0 1 0,0-1 0,0 0 0,0 1 0,0-1 0,1 1 0,-1 0 0,1 0 0,-1 0 0,1 1 0,0-1 0,0 1 0,0 0 0,0 0 0,4 0 0,-3 1 0,0 0 0,0 1 0,0-1 0,0 1 0,1 0 0,-1 1 0,-1-1 0,1 1 0,0 0 0,0 0 0,-1 0 0,1 1 0,-1 0 0,7 5 0,8 8 0,0 1 0,-1 0 0,-1 2 0,-1 0 0,-1 0 0,0 2 0,-2 0 0,21 44 0,-18-29 0,-2 0 0,-1 0 0,-2 2 0,-2-1 0,5 44 0,-11-58 0,-2 0 0,0 1 0,-2-1 0,-1 0 0,0 1 0,-2-1 0,-1-1 0,0 1 0,-2-1 0,-1 1 0,-14 28 0,15-37 0,0 0 0,-1-1 0,-1 0 0,0-1 0,-1 0 0,0-1 0,-1 1 0,0-2 0,0 0 0,-1 0 0,-1-1 0,0-1 0,0 0 0,0 0 0,-1-1 0,0-1 0,-1-1 0,-18 5 0,27-8 0,0-2 0,0 1 0,-1-1 0,1 1 0,0-2 0,-7 0 0,12 1 0,0 0 0,0 0 0,0-1 0,0 1 0,0 0 0,0-1 0,0 1 0,0-1 0,0 1 0,0-1 0,0 1 0,0-1 0,0 1 0,1-1 0,-1 0 0,0 0 0,-1-1 0,2 1 0,0 0 0,0 1 0,-1-1 0,1 0 0,0 0 0,0 0 0,0 0 0,0 0 0,0 0 0,0 0 0,1 0 0,-1 0 0,0 0 0,0 0 0,1 1 0,-1-1 0,1 0 0,-1 0 0,0 0 0,1 0 0,-1 1 0,1-1 0,0 0 0,0 0 0,2-2 0,-1 0 0,1 0 0,0 1 0,-1-1 0,1 1 0,1-1 0,-1 1 0,0 0 0,0 1 0,1-1 0,-1 0 0,1 1 0,-1 0 0,1 0 0,0 0 0,0 0 0,-1 1 0,1-1 0,0 1 0,0 0 0,0 0 0,-1 0 0,1 1 0,0-1 0,0 1 0,-1 0 0,6 2 0,0 0 0,1 1 0,-1 0 0,0 0 0,0 1 0,0 0 0,-1 0 0,0 1 0,0 1 0,9 9 0,-3-1 45,-1 0-1,-1 2 0,-1-1 0,0 2 1,-2-1-1,10 23 0,36 117-581,-32-85-601,-12-38-5688</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3.948"/>
    </inkml:context>
    <inkml:brush xml:id="br0">
      <inkml:brushProperty name="width" value="0.05" units="cm"/>
      <inkml:brushProperty name="height" value="0.05" units="cm"/>
      <inkml:brushProperty name="color" value="#FFFFFF"/>
    </inkml:brush>
  </inkml:definitions>
  <inkml:trace contextRef="#ctx0" brushRef="#br0">70 8 24575,'0'0'0,"0"0"0,0-1 0,0 1 0,0 0 0,0 0 0,0-1 0,0 1 0,0 0 0,0 0 0,0-1 0,0 1 0,0 0 0,0 0 0,0 0 0,0-1 0,0 1 0,0 0 0,0 0 0,0-1 0,0 1 0,0 0 0,0 0 0,0 0 0,0-1 0,-1 1 0,1 0 0,0 0 0,0 0 0,0 0 0,0-1 0,-1 1 0,1 0 0,0 0 0,0 0 0,0 0 0,-1 0 0,1-1 0,0 1 0,0 0 0,0 0 0,-1 0 0,1 0 0,0 0 0,0 0 0,-1 0 0,1 0 0,0 0 0,0 0 0,-1 0 0,1 0 0,0 0 0,0 0 0,0 0 0,-1 0 0,1 0 0,0 1 0,0-1 0,-1 0 0,1 0 0,0 0 0,0 0 0,0 0 0,0 0 0,-1 1 0,1-1 0,0 0 0,0 0 0,0 0 0,-1 1 0,-11 13 0,4 1 0,1 0 0,1 0 0,0 0 0,1 1 0,0 0 0,2 0 0,0 1 0,-2 27 0,5-35 0,0 0 0,1 0 0,0 0 0,0 0 0,1 0 0,0 0 0,6 14 0,-6-18 0,1 1 0,-1-1 0,1 0 0,1 0 0,-1 0 0,1-1 0,0 1 0,0-1 0,0 0 0,1 0 0,-1 0 0,9 5 0,-10-7 0,0 0 0,1 0 0,-1-1 0,1 1 0,-1-1 0,1 0 0,0 0 0,0 0 0,-1 0 0,1-1 0,0 1 0,0-1 0,0 0 0,0 0 0,-1 0 0,7-2 0,-6 1 0,1-1 0,0 0 0,0 0 0,-1 0 0,0 0 0,1-1 0,-1 0 0,0 0 0,0 0 0,0 0 0,4-6 0,0 0 0,0-1 0,-1 0 0,0-1 0,-1 0 0,0 0 0,0-1 0,-2 1 0,1-1 0,3-14 0,-3-3 0,0 0 0,-2 0 0,-1-58 0,-2 81 171,0 13 0,1 16-1878,2-3-5119</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4.338"/>
    </inkml:context>
    <inkml:brush xml:id="br0">
      <inkml:brushProperty name="width" value="0.05" units="cm"/>
      <inkml:brushProperty name="height" value="0.05" units="cm"/>
      <inkml:brushProperty name="color" value="#FFFFFF"/>
    </inkml:brush>
  </inkml:definitions>
  <inkml:trace contextRef="#ctx0" brushRef="#br0">14 182 24575,'0'-6'0,"-1"0"0,0 0 0,0 1 0,-4-11 0,-1-8 0,25 57 0,-2 15 0,-3 0 0,-2 0 0,-2 1 0,6 94 0,2-190 0,-3-4 0,3 0 0,1 1 0,3 1 0,54-88 0,-67 123 0,0 2 0,1-1 0,0 1 0,22-19 0,-29 28 0,0 1 0,0 0 0,0 0 0,1 0 0,-1 0 0,0 1 0,1-1 0,-1 1 0,1 0 0,-1 0 0,7-1 0,-8 2 0,1 0 0,-1 0 0,0 1 0,0-1 0,1 1 0,-1-1 0,0 1 0,0 0 0,0-1 0,0 1 0,0 0 0,0 1 0,0-1 0,0 0 0,0 0 0,0 1 0,-1-1 0,1 1 0,-1 0 0,4 3 0,0 3 0,1 1 0,-1-1 0,0 1 0,-1 0 0,0 1 0,-1-1 0,1 1 0,2 16 0,8 85 0,-10-66 0,-2-15 153,-2-19-342,1 0-1,0 0 0,1 0 0,0 0 0,1-1 1,0 1-1,5 11 0,1-8-6636</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4.524"/>
    </inkml:context>
    <inkml:brush xml:id="br0">
      <inkml:brushProperty name="width" value="0.05" units="cm"/>
      <inkml:brushProperty name="height" value="0.05" units="cm"/>
      <inkml:brushProperty name="color" value="#FFFFFF"/>
    </inkml:brush>
  </inkml:definitions>
  <inkml:trace contextRef="#ctx0" brushRef="#br0">19 117 24575,'0'-10'0,"0"-11"0,0-6 0,0-2 0,-3 8 0,-1 13 0,0 18 0,1 16 0,1 16 0,0 13 0,2 11 0,2 5 0,2 7 0,3 2 0,1-3 0,-2-2 0,-1-14-8191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4.846"/>
    </inkml:context>
    <inkml:brush xml:id="br0">
      <inkml:brushProperty name="width" value="0.05" units="cm"/>
      <inkml:brushProperty name="height" value="0.05" units="cm"/>
      <inkml:brushProperty name="color" value="#FFFFFF"/>
    </inkml:brush>
  </inkml:definitions>
  <inkml:trace contextRef="#ctx0" brushRef="#br0">0 152 24575,'28'-15'0,"-8"4"0,1 1 0,0 1 0,23-7 0,96-14 0,-97 23 0,0-2 0,56-20 0,-84 22 0,-13 6 0,1 0 0,-1 0 0,0 0 0,1 0 0,-1 0 0,0 1 0,1-1 0,-1 1 0,4-1 0,-5 1 0,0 1 0,0-1 0,0 0 0,0 1 0,-1-1 0,1 1 0,0 0 0,-1-1 0,1 1 0,0-1 0,-1 1 0,1 0 0,-1 0 0,1-1 0,-1 1 0,1 0 0,-1 0 0,1 0 0,-1-1 0,0 1 0,1 0 0,-1 0 0,0 0 0,0 0 0,0 0 0,0 0 0,0 0 0,0-1 0,0 1 0,0 0 0,0 2 0,-1 176 261,-1-74-1887,2-84-5200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5"/>
    </inkml:context>
    <inkml:brush xml:id="br0">
      <inkml:brushProperty name="width" value="0.05" units="cm"/>
      <inkml:brushProperty name="height" value="0.05" units="cm"/>
      <inkml:brushProperty name="color" value="#FFFFFF"/>
    </inkml:brush>
  </inkml:definitions>
  <inkml:trace contextRef="#ctx0" brushRef="#br0">1 77 24575,'0'-9'0,"3"-7"0,1-6 0,0 3 0,-1 9 0,2 11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5.918"/>
    </inkml:context>
    <inkml:brush xml:id="br0">
      <inkml:brushProperty name="width" value="0.05" units="cm"/>
      <inkml:brushProperty name="height" value="0.05" units="cm"/>
      <inkml:brushProperty name="color" value="#FFFFFF"/>
    </inkml:brush>
  </inkml:definitions>
  <inkml:trace contextRef="#ctx0" brushRef="#br0">1 163 24575,'1'5'0,"0"0"0,0 0 0,1 0 0,0 0 0,0 0 0,0 0 0,0 0 0,5 6 0,3 8 0,-1 5 0,-1 0 0,-1 0 0,6 38 0,1 4 0,-9-52 0,-4-14 0,-1 0 0,0 0 0,0 0 0,0 0 0,0 0 0,1 0 0,-1 0 0,0 0 0,0 0 0,0 0 0,0 0 0,0 0 0,1 0 0,-1 0 0,0 0 0,0 0 0,0 0 0,0 0 0,0-1 0,0 1 0,1 0 0,-1 0 0,0 0 0,0 0 0,0 0 0,0 0 0,0 0 0,0-1 0,0 1 0,0 0 0,0 0 0,0 0 0,0 0 0,0 0 0,0-1 0,0 1 0,0 0 0,0 0 0,0 0 0,0 0 0,0-1 0,0 1 0,0 0 0,0 0 0,4-35 0,-2 19 0,4-20 0,1-1 0,2 2 0,2-1 0,1 1 0,2 1 0,1 1 0,32-52 0,-43 78 0,1 1 0,0-1 0,1 1 0,-1 0 0,1 1 0,13-10 0,-18 14 0,1 0 0,-1 0 0,0 0 0,1 0 0,0 1 0,-1-1 0,1 0 0,-1 1 0,1-1 0,0 1 0,0 0 0,-1 0 0,1-1 0,0 1 0,-1 0 0,1 0 0,0 1 0,0-1 0,-1 0 0,1 1 0,0-1 0,-1 1 0,1-1 0,0 1 0,-1 0 0,1-1 0,-1 1 0,1 0 0,-1 0 0,0 0 0,1 0 0,-1 1 0,0-1 0,0 0 0,0 0 0,1 1 0,-1-1 0,1 3 0,3 5 0,0 0 0,-1 0 0,0 1 0,-1-1 0,0 1 0,0 0 0,-1 0 0,2 11 0,3 86 0,-7-94 0,-2 53 0,1-42 0,1-1 0,0 0 0,5 28 0,-5-51 0,0 1 0,0-1 0,0 0 0,0 1 0,0-1 0,0 0 0,0 1 0,0-1 0,0 0 0,0 1 0,1-1 0,-1 0 0,0 1 0,0-1 0,0 0 0,0 1 0,1-1 0,-1 0 0,0 0 0,0 1 0,1-1 0,-1 0 0,0 0 0,1 0 0,-1 1 0,0-1 0,0 0 0,1 0 0,-1 0 0,0 0 0,1 0 0,9-6 0,9-21 0,-16 24 0,73-121 0,35-52 0,-109 174 0,4-7 0,0 0 0,1 1 0,14-13 0,-20 19 0,1 1 0,-1 0 0,1 0 0,0 0 0,-1 0 0,1 0 0,0 0 0,-1 0 0,1 1 0,0-1 0,0 1 0,3-1 0,-4 1 0,0 0 0,0 0 0,0 0 0,0 1 0,0-1 0,0 0 0,0 1 0,0-1 0,0 0 0,0 1 0,0-1 0,0 1 0,0 0 0,0-1 0,-1 1 0,1 0 0,0-1 0,0 1 0,-1 0 0,1 0 0,0 0 0,-1 0 0,2 1 0,4 11 0,-1 1 0,0-1 0,-1 1 0,0 0 0,-1 0 0,-1 0 0,2 18 0,1 7 0,-1-10 0,2 0 0,1 0 0,1-1 0,16 38 0,-21-59 0,1 0 0,0 0 0,1 0 0,-1-1 0,1 1 0,0-1 0,1 0 0,0-1 0,7 6 0,-9-7 0,1-1 0,0-1 0,1 1 0,-1-1 0,0 0 0,1 0 0,-1 0 0,1-1 0,0 1 0,-1-1 0,1-1 0,0 1 0,0-1 0,6-1 0,-7 1 0,0-1 0,0 0 0,0-1 0,0 1 0,-1-1 0,1 0 0,0 0 0,-1 0 0,1-1 0,-1 0 0,0 0 0,0 0 0,4-4 0,6-7 0,26-31 0,-27 29 0,24-27 0,-2-1 0,-2-2 0,37-67 0,-68 109 0,-1 0 0,1 0 0,-1 0 0,1 0 0,-1 0 0,0 0 0,-1 0 0,1 0 0,-1 0 0,0-8 0,0 11 0,0 0 0,0 0 0,-1 0 0,1 0 0,0 0 0,-1 0 0,1 0 0,0 0 0,-1 0 0,1 1 0,-1-1 0,0 0 0,1 0 0,-1 1 0,0-1 0,1 0 0,-1 1 0,0-1 0,-1-1 0,0 2 0,0-1 0,0 1 0,0-1 0,1 1 0,-1 0 0,0-1 0,0 1 0,0 0 0,0 0 0,0 0 0,0 1 0,1-1 0,-1 0 0,-3 2 0,-3 0 0,0 1 0,0 0 0,0 0 0,0 1 0,0 0 0,0 1 0,1 0 0,0 0 0,0 0 0,1 1 0,-1 0 0,1 0 0,0 1 0,1 0 0,0 0 0,0 0 0,0 0 0,1 1 0,0 0 0,1 0 0,-1 0 0,2 0 0,-1 1 0,1-1 0,0 1 0,1-1 0,0 1 0,0 0 0,1-1 0,0 1 0,1 0 0,0 0 0,0-1 0,1 1 0,0-1 0,0 1 0,6 12 0,-3-10 0,1-1 0,0 1 0,0-1 0,1 0 0,0-1 0,1 1 0,0-2 0,1 1 0,0-1 0,13 10 0,-16-14 0,1 1 0,-1-1 0,1 0 0,0-1 0,0 0 0,0 0 0,1 0 0,-1-1 0,1 0 0,-1 0 0,1-1 0,0 0 0,0-1 0,-1 1 0,1-2 0,0 1 0,8-2 0,-14 2-97,1-1-1,-1 0 1,0 0-1,1 0 1,-1 0-1,0 0 1,0 0-1,0 0 1,0-1-1,0 1 1,0-1-1,0 0 0,2-2 1,5-8-6729</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7.695"/>
    </inkml:context>
    <inkml:brush xml:id="br0">
      <inkml:brushProperty name="width" value="0.05" units="cm"/>
      <inkml:brushProperty name="height" value="0.05" units="cm"/>
      <inkml:brushProperty name="color" value="#FFFFFF"/>
    </inkml:brush>
  </inkml:definitions>
  <inkml:trace contextRef="#ctx0" brushRef="#br0">27 16 24575,'-15'8'0,"4"-1"0,11-7 0,0 0 0,0 1 0,1-1 0,-1 0 0,0 1 0,0-1 0,0 1 0,1-1 0,-1 0 0,0 0 0,0 1 0,1-1 0,-1 0 0,0 1 0,1-1 0,-1 0 0,0 0 0,1 0 0,-1 1 0,0-1 0,1 0 0,-1 0 0,1 0 0,-1 0 0,0 0 0,1 0 0,-1 0 0,1 0 0,-1 0 0,0 0 0,1 0 0,-1 0 0,1 0 0,41 7 0,0-2 0,0-1 0,68-4 0,-41 0 0,817-33 0,-884 32 1,32-1-684,56-11 0,-77 10-6143</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0.498"/>
    </inkml:context>
    <inkml:brush xml:id="br0">
      <inkml:brushProperty name="width" value="0.05" units="cm"/>
      <inkml:brushProperty name="height" value="0.05" units="cm"/>
      <inkml:brushProperty name="color" value="#FFFFFF"/>
    </inkml:brush>
  </inkml:definitions>
  <inkml:trace contextRef="#ctx0" brushRef="#br0">200 376 24575,'1'-7'0,"0"-1"0,1 0 0,-1 1 0,2-1 0,-1 1 0,6-12 0,3-10 0,0-2 0,-2-1 0,-1-1 0,-2 0 0,-1 0 0,1-49 0,-6 79 0,0 1 0,0-1 0,-1 0 0,1 1 0,-1-1 0,1 0 0,-1 1 0,0-1 0,0 1 0,0-1 0,-2-2 0,3 5 0,-1-1 0,1 1 0,0 0 0,-1-1 0,1 1 0,0 0 0,-1-1 0,1 1 0,-1 0 0,1 0 0,0-1 0,-1 1 0,1 0 0,-1 0 0,1 0 0,-1 0 0,1-1 0,0 1 0,-1 0 0,1 0 0,-1 0 0,1 0 0,-1 0 0,1 0 0,-1 1 0,-1-1 0,1 1 0,0-1 0,0 1 0,-1 0 0,1-1 0,0 1 0,0 0 0,0 0 0,0 0 0,0 0 0,0 0 0,0 0 0,0 2 0,-19 27 0,1 2 0,2 0 0,-21 54 0,23-50 0,-77 211 0,82-212 0,2 0 0,1 1 0,1 0 0,3 1 0,0 43 0,3-69 0,1-1 0,0 1 0,1-1 0,0 1 0,1-1 0,0 0 0,0 1 0,1-1 0,1-1 0,9 18 0,-9-20 0,0-1 0,0-1 0,0 1 0,0-1 0,1 0 0,0 0 0,0 0 0,0-1 0,1 0 0,0 0 0,-1-1 0,1 0 0,1 0 0,-1 0 0,14 2 0,-2-2 0,0-1 0,1 0 0,-1-2 0,1 0 0,-1-1 0,1-1 0,-1-1 0,0 0 0,27-9 0,-15 1 0,0 0 0,-1-2 0,-1-1 0,51-33 0,-43 22 0,-2-2 0,47-45 0,-69 59 0,0-1 0,0-1 0,-2 0 0,0 0 0,0-1 0,-2 0 0,0-1 0,9-24 0,-16 37 0,-1-1 0,1 1 0,-1-1 0,0 0 0,0 1 0,-1-1 0,1 0 0,-1 0 0,-1-6 0,1 10 0,0 1 0,0 0 0,0 0 0,0-1 0,0 1 0,0 0 0,0 0 0,0 0 0,0-1 0,-1 1 0,1 0 0,0 0 0,0-1 0,0 1 0,0 0 0,-1 0 0,1 0 0,0 0 0,0-1 0,0 1 0,-1 0 0,1 0 0,0 0 0,0 0 0,0 0 0,-1 0 0,1 0 0,0 0 0,0 0 0,-1-1 0,1 1 0,0 0 0,0 0 0,-1 0 0,1 0 0,0 0 0,0 0 0,-1 1 0,1-1 0,0 0 0,0 0 0,-1 0 0,1 0 0,0 0 0,0 0 0,0 0 0,-1 0 0,1 1 0,0-1 0,-12 9 0,12-9 0,-8 9 0,1 0 0,0 0 0,0 1 0,1 0 0,0 0 0,1 1 0,0 0 0,-6 19 0,4-8 0,1 1 0,1 1 0,-3 32 0,8-46 0,-1 1 0,1-1 0,1 1 0,0-1 0,0 0 0,1 1 0,1-1 0,0 0 0,0 0 0,1 0 0,0-1 0,7 13 0,-8-17 0,0 0 0,1 0 0,0 0 0,0-1 0,0 1 0,1-1 0,-1 0 0,1-1 0,0 1 0,0-1 0,0 0 0,1 0 0,-1 0 0,1-1 0,-1 0 0,1 0 0,0 0 0,0-1 0,0 0 0,0 0 0,0 0 0,9-1 0,-5-1 0,0 0 0,0 0 0,0-1 0,0-1 0,-1 1 0,1-1 0,-1-1 0,0 0 0,1-1 0,-2 1 0,1-2 0,-1 1 0,1-1 0,-1 0 0,-1-1 0,1 0 0,-1 0 0,-1-1 0,8-10 0,-6 8 0,-2 0 0,1-1 0,-1 0 0,-1 0 0,0 0 0,-1-1 0,0 1 0,0-1 0,-1 0 0,-1 0 0,0 0 0,-1-1 0,0 1 0,-1 0 0,-2-18 0,1 21 0,-1 1 0,0-1 0,0 0 0,-1 1 0,0 0 0,-1 0 0,0 0 0,0 0 0,-1 0 0,0 1 0,0 0 0,-1 0 0,0 0 0,0 1 0,0 0 0,-1 0 0,-13-9 0,14 11 0,-1 1 0,1-1 0,-1 1 0,0 0 0,0 1 0,0 0 0,0 0 0,-1 1 0,1-1 0,0 2 0,-1-1 0,1 1 0,-1 0 0,1 0 0,0 1 0,-1 0 0,1 1 0,0-1 0,-1 1 0,1 1 0,-10 4 0,8-3 0,1 1 0,-1 0 0,1 1 0,0 0 0,1 0 0,-1 1 0,-9 11 0,14-15 0,0 0 0,0 1 0,1-1 0,0 1 0,-1 0 0,1-1 0,0 1 0,1 0 0,-1 1 0,1-1 0,0 0 0,0 0 0,0 1 0,0-1 0,1 0 0,0 1 0,0-1 0,0 0 0,1 6 0,0-7 0,0 0 0,0 0 0,1 0 0,-1 0 0,1 0 0,0 0 0,0 0 0,0-1 0,0 1 0,1-1 0,-1 1 0,1-1 0,-1 0 0,1 0 0,0 0 0,0 0 0,0-1 0,0 1 0,0-1 0,0 0 0,0 0 0,0 0 0,5 1 0,5 1 0,1 0 0,0-2 0,0 1 0,17-2 0,-3-1 0,0-1 0,0-1 0,0-2 0,42-13 0,104-46 0,-170 62 0,0 1 0,0-1 0,0 1 0,0 0 0,0 0 0,0 0 0,0 1 0,0 0 0,1-1 0,-1 1 0,0 1 0,5 0 0,-7-1 0,1 1 0,-1 0 0,0 0 0,1 0 0,-1 1 0,0-1 0,0 1 0,0-1 0,0 1 0,0 0 0,0-1 0,0 1 0,-1 0 0,1 0 0,-1 0 0,1 1 0,-1-1 0,0 0 0,0 0 0,2 5 0,4 15 0,5 13 0,-11-33 0,0 0 0,0 0 0,0 0 0,0-1 0,0 1 0,1 0 0,-1-1 0,0 1 0,1-1 0,-1 1 0,1-1 0,0 0 0,2 2 0,-3-2 0,0-1 0,0 0 0,0 0 0,-1 0 0,1 1 0,0-1 0,0 0 0,0 0 0,0-1 0,-1 1 0,1 0 0,0 0 0,0 0 0,0 0 0,-1-1 0,1 1 0,0 0 0,0-1 0,-1 1 0,1 0 0,0-1 0,-1 1 0,1-1 0,0 1 0,0-2 0,17-19 0,-13 13 0,26-31 0,35-34 0,-54 61 0,0 1 0,1 0 0,1 1 0,0 0 0,1 1 0,25-12 0,-36 19 0,-1 1 0,1 0 0,-1 0 0,1 0 0,-1 0 0,1 0 0,0 1 0,-1-1 0,1 1 0,0 0 0,-1 0 0,1 1 0,5 0 0,-7 0 0,0 0 0,1 0 0,-1 0 0,0 0 0,0 0 0,0 1 0,0-1 0,0 1 0,0 0 0,0-1 0,0 1 0,-1 0 0,1 0 0,-1 0 0,0 0 0,1 0 0,-1 1 0,0-1 0,0 0 0,1 4 0,3 13 0,-1-1 0,-1 0 0,-1 1 0,-1-1 0,0 1 0,-3 28 0,1 19 0,1-63 0,0-1 0,0 0 0,0 0 0,1 0 0,-1 0 0,0 0 0,1 0 0,0 0 0,-1 0 0,1 0 0,0 0 0,0 0 0,0-1 0,0 1 0,0 0 0,1 0 0,-1-1 0,0 1 0,1-1 0,-1 1 0,1-1 0,2 2 0,-3-3 0,1 1 0,0-1 0,0 1 0,0-1 0,0 1 0,-1-1 0,1 0 0,0 0 0,0 0 0,0 0 0,0 0 0,0-1 0,0 1 0,-1 0 0,1-1 0,0 1 0,0-1 0,0 0 0,-1 0 0,1 1 0,0-1 0,-1 0 0,1-1 0,1-1 0,5-3 0,-2 0 0,1-1 0,0 0 0,-1 0 0,-1 0 0,1-1 0,6-12 0,27-65 0,-20 42 0,-12 27 0,-5 10 0,1 0 0,0-1 0,0 1 0,0 1 0,1-1 0,0 0 0,9-9 0,-13 15 0,0-1 0,1 1 0,-1 0 0,1-1 0,-1 1 0,1 0 0,-1-1 0,1 1 0,0 0 0,-1-1 0,1 1 0,-1 0 0,1 0 0,-1 0 0,1 0 0,0 0 0,-1 0 0,1 0 0,0 0 0,-1 0 0,1 0 0,-1 0 0,1 0 0,0 0 0,-1 0 0,1 0 0,-1 1 0,1-1 0,0 0 0,-1 0 0,1 1 0,-1-1 0,1 0 0,-1 1 0,1-1 0,-1 1 0,1-1 0,-1 0 0,0 1 0,1-1 0,-1 1 0,0-1 0,1 1 0,-1 0 0,13 29 0,-12-26 0,24 92 0,-9-28 0,-15-66 0,-1 0 0,1 1 0,0-1 0,0 0 0,0 1 0,0-1 0,0 0 0,0 0 0,1 0 0,-1 0 0,1 0 0,2 2 0,-3-4 0,0 1 0,0-1 0,0 1 0,0-1 0,0 1 0,0-1 0,0 0 0,0 0 0,0 1 0,0-1 0,0 0 0,0 0 0,0 0 0,0 0 0,0-1 0,0 1 0,1 0 0,-1 0 0,0-1 0,0 1 0,0 0 0,0-1 0,0 1 0,0-1 0,0 1 0,-1-1 0,1 0 0,0 1 0,0-1 0,1-1 0,70-61 0,-49 41 0,2 2 0,30-21 0,-54 40 0,0 0 0,0 0 0,0 1 0,0-1 0,0 1 0,0-1 0,0 1 0,1-1 0,-1 1 0,0 0 0,0-1 0,1 1 0,-1 0 0,0 0 0,0 0 0,1 0 0,-1 0 0,0 0 0,0 0 0,1 1 0,-1-1 0,0 0 0,2 1 0,-2 1 0,1-1 0,0 0 0,-1 0 0,1 1 0,-1-1 0,0 1 0,1-1 0,-1 1 0,0 0 0,0 0 0,0-1 0,0 1 0,1 3 0,2 7 0,-1 0 0,0 1 0,2 22 0,-4-26 0,11 94 0,-6-42 0,22 98 0,-19-131 0,-8-27 0,-2-2 0,-4-15 0,-20-48 0,3-2 0,-26-133 0,30 45 0,17 136 0,1-1 0,1 1 0,0 0 0,2 0 0,0 0 0,8-26 0,-9 40 0,0-1 0,-1 0 0,2 1 0,-1-1 0,0 1 0,1 0 0,0 0 0,0 0 0,0 0 0,0 0 0,1 1 0,0-1 0,-1 1 0,1 0 0,1 0 0,7-4 0,-6 5 0,0 0 0,0 0 0,0 1 0,0-1 0,0 2 0,0-1 0,0 1 0,0-1 0,0 2 0,0-1 0,0 1 0,8 1 0,0 2 0,0 0 0,1 1 0,-1 1 0,-1 0 0,1 1 0,-1 0 0,0 1 0,-1 0 0,0 1 0,15 15 0,-23-20 0,0 0 0,1 1 0,-2 0 0,1 0 0,0 0 0,-1 0 0,0 1 0,0-1 0,-1 1 0,1-1 0,-1 1 0,2 11 0,-4-13 0,1 1 0,-1-1 0,-1 0 0,1 1 0,0-1 0,-1 0 0,0 0 0,0 0 0,0 1 0,-1-1 0,1 0 0,-1 0 0,0 0 0,0-1 0,0 1 0,-1 0 0,1-1 0,-7 7 0,-4 2-170,0 0-1,-1-1 0,0 0 1,-1-1-1,0-1 0,-1 0 1,-32 13-1,12-9-6655</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1.075"/>
    </inkml:context>
    <inkml:brush xml:id="br0">
      <inkml:brushProperty name="width" value="0.05" units="cm"/>
      <inkml:brushProperty name="height" value="0.05" units="cm"/>
      <inkml:brushProperty name="color" value="#FFFFFF"/>
    </inkml:brush>
  </inkml:definitions>
  <inkml:trace contextRef="#ctx0" brushRef="#br0">74 485 24575,'0'0'0,"0"0"0,1 0 0,-1 0 0,0 0 0,0 0 0,1 0 0,-1 0 0,0 0 0,1 0 0,-1 0 0,0 0 0,0 0 0,1 1 0,-1-1 0,0 0 0,0 0 0,1 0 0,-1 0 0,0 0 0,0 1 0,1-1 0,-1 0 0,0 0 0,0 0 0,0 1 0,1-1 0,-1 0 0,0 0 0,0 0 0,0 1 0,0-1 0,0 0 0,0 0 0,0 1 0,1-1 0,-1 0 0,0 1 0,0-1 0,-5 14 0,-13 11 0,18-24 0,-7 7 0,0 1 0,1 1 0,1-1 0,-1 1 0,1 0 0,1 0 0,0 1 0,0-1 0,1 1 0,1 0 0,-2 12 0,3-17 0,1 0 0,0 1 0,0-1 0,0 1 0,1-1 0,0 0 0,0 1 0,1-1 0,0 0 0,0 0 0,0 0 0,1 0 0,0 0 0,0-1 0,0 1 0,1-1 0,-1 0 0,1 0 0,1 0 0,7 7 0,-4-6 0,0-1 0,0 0 0,1 0 0,-1-1 0,1 0 0,0-1 0,0 0 0,1 0 0,-1-1 0,0 0 0,1-1 0,-1 0 0,1 0 0,0-1 0,-1 0 0,15-3 0,-7 1 0,0-1 0,0 0 0,0-2 0,0 0 0,-1-1 0,0 0 0,0-2 0,20-12 0,-27 14 0,1-1 0,-1 0 0,-1-1 0,1 0 0,-1 0 0,-1-1 0,1 0 0,-2-1 0,1 1 0,-1-1 0,-1 0 0,7-15 0,-7 9 0,0-1 0,-1 1 0,0-1 0,-1 0 0,-1 0 0,-1 0 0,-1-29 0,-4 27 0,4 19 0,0 0 0,-1 1 0,1-1 0,0 0 0,-1 0 0,1 0 0,0 1 0,-1-1 0,1 0 0,0 1 0,0-1 0,-1 0 0,1 0 0,0 1 0,0-1 0,0 0 0,-1 1 0,1-1 0,0 1 0,0-1 0,0 0 0,0 1 0,0-1 0,0 1 0,0 0 0,-9 39 0,9-28 0,0 1 0,0-1 0,2 0 0,-1 1 0,2-1 0,0 0 0,0 0 0,1 0 0,0 0 0,1-1 0,6 12 0,-6-16 0,0 1 0,0-1 0,0 0 0,0-1 0,1 1 0,1-1 0,-1 0 0,1-1 0,0 1 0,0-1 0,0-1 0,1 1 0,-1-1 0,1-1 0,0 1 0,14 3 0,-11-5 0,0 0 0,0 0 0,0-1 0,0-1 0,0 1 0,0-2 0,0 0 0,0 0 0,0-1 0,0 0 0,-1-1 0,1 0 0,-1 0 0,1-1 0,-1-1 0,-1 0 0,1 0 0,11-9 0,-8 4 0,0-1 0,-1 0 0,-1 0 0,0-1 0,0-1 0,-1 0 0,-1-1 0,0 1 0,-1-2 0,-1 1 0,11-28 0,-9 15 0,-2-1 0,0-1 0,-2 1 0,-1-1 0,-1 0 0,-2-43 0,-3 32 0,-2 1 0,-1-1 0,-2 1 0,-15-45 0,21 82 0,0-4 0,-1 0 0,0 0 0,0 0 0,-1 0 0,0 0 0,0 0 0,0 1 0,-6-8 0,9 13 0,-1-1 0,1 1 0,0-1 0,-1 1 0,1 0 0,-1-1 0,1 1 0,-1 0 0,1 0 0,-1-1 0,1 1 0,-1 0 0,1 0 0,-1 0 0,0 0 0,1-1 0,-1 1 0,1 0 0,-1 0 0,1 0 0,-1 0 0,0 1 0,1-1 0,-1 0 0,1 0 0,-1 0 0,1 0 0,-1 0 0,1 1 0,-1-1 0,1 0 0,-1 0 0,1 1 0,-1-1 0,1 0 0,-1 1 0,1-1 0,-1 1 0,1-1 0,0 1 0,-1-1 0,1 1 0,0-1 0,-1 0 0,1 1 0,0 0 0,0-1 0,0 1 0,-1-1 0,1 1 0,0 0 0,-9 31 0,4 6 69,2 0-1,1 1 0,2-1 0,8 62 1,36 150-1776,-33-200-5119</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1.371"/>
    </inkml:context>
    <inkml:brush xml:id="br0">
      <inkml:brushProperty name="width" value="0.05" units="cm"/>
      <inkml:brushProperty name="height" value="0.05" units="cm"/>
      <inkml:brushProperty name="color" value="#FFFFFF"/>
    </inkml:brush>
  </inkml:definitions>
  <inkml:trace contextRef="#ctx0" brushRef="#br0">20 211 24575,'-4'-7'0,"1"-1"0,0 0 0,1 0 0,0 1 0,0-1 0,1-1 0,0 1 0,0-11 0,1 15 0,0 1 0,0 0 0,0 0 0,1 0 0,-1 0 0,1 0 0,-1 0 0,1 0 0,0 0 0,0 0 0,1 0 0,-1 0 0,1 0 0,-1 1 0,1-1 0,0 0 0,0 1 0,0 0 0,0-1 0,1 1 0,-1 0 0,0 0 0,1 0 0,2-1 0,9-2 0,0 1 0,0 1 0,0 0 0,0 1 0,0 0 0,0 1 0,1 1 0,14 1 0,32-2 0,-23-1 0,-1-3 0,0-1 0,52-15 0,-86 20 0,-1 0 0,1 0 0,0 0 0,0 1 0,0-1 0,0 1 0,0-1 0,0 1 0,0 0 0,0 1 0,4-1 0,-6 1 0,0 0 0,1-1 0,-1 1 0,0 0 0,0 0 0,0 0 0,0 0 0,0 0 0,0 0 0,0 0 0,0 0 0,-1 0 0,1 0 0,0 0 0,0 1 0,-1-1 0,1 0 0,-1 1 0,1-1 0,-1 0 0,0 1 0,0-1 0,1 0 0,-1 1 0,0-1 0,0 3 0,2 34 168,-4 44 0,0-49-735,2 0 0,5 41 0,-1-51-6259</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1.526"/>
    </inkml:context>
    <inkml:brush xml:id="br0">
      <inkml:brushProperty name="width" value="0.05" units="cm"/>
      <inkml:brushProperty name="height" value="0.05" units="cm"/>
      <inkml:brushProperty name="color" value="#FFFFFF"/>
    </inkml:brush>
  </inkml:definitions>
  <inkml:trace contextRef="#ctx0" brushRef="#br0">33 102 24575,'0'-7'0,"-3"-10"0,-1-6 0,-3-3 0,0 7 0,0 10 0,3 9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2.262"/>
    </inkml:context>
    <inkml:brush xml:id="br0">
      <inkml:brushProperty name="width" value="0.05" units="cm"/>
      <inkml:brushProperty name="height" value="0.05" units="cm"/>
      <inkml:brushProperty name="color" value="#FFFFFF"/>
    </inkml:brush>
  </inkml:definitions>
  <inkml:trace contextRef="#ctx0" brushRef="#br0">379 615 24575,'-7'-7'0,"5"6"0,0-1 0,1 1 0,-1-1 0,1 1 0,-1-1 0,1 0 0,0 1 0,0-1 0,0 0 0,0 0 0,0 0 0,0 0 0,0 0 0,1 0 0,-1 0 0,1 0 0,-1 0 0,1 0 0,0 0 0,0-1 0,0 1 0,0-4 0,3-23 0,-1 16 0,-1 1 0,0-1 0,0 0 0,-2 1 0,-2-23 0,2 32 0,0 1 0,0-1 0,1 0 0,-2 1 0,1-1 0,0 1 0,0-1 0,-1 1 0,1 0 0,-1 0 0,0 0 0,0 0 0,0 0 0,0 0 0,0 0 0,0 0 0,0 1 0,-1-1 0,1 1 0,-1 0 0,1-1 0,-1 1 0,1 0 0,-1 1 0,0-1 0,1 0 0,-1 1 0,0-1 0,0 1 0,1 0 0,-6 1 0,-4-1 0,0 1 0,1 1 0,-1 0 0,1 0 0,0 1 0,0 1 0,0 0 0,0 0 0,0 1 0,1 1 0,0 0 0,-15 11 0,12-7 0,1 0 0,0 1 0,1 0 0,0 1 0,1 0 0,1 0 0,-1 1 0,-11 24 0,18-31 0,0 0 0,0 0 0,1 0 0,0 0 0,0 0 0,1 0 0,0 1 0,0-1 0,0 1 0,1-1 0,0 1 0,0-1 0,1 1 0,1 6 0,-1-8 0,1 0 0,0 0 0,0 0 0,1 0 0,-1-1 0,1 1 0,0-1 0,0 0 0,0 0 0,1 0 0,0 0 0,0 0 0,0-1 0,0 0 0,0 0 0,0 0 0,9 4 0,0 0 0,1-2 0,0 1 0,-1-2 0,2 0 0,-1 0 0,0-2 0,1 1 0,0-2 0,-1 0 0,1-1 0,0 0 0,-1-1 0,1-1 0,17-4 0,-22 4 0,-1-1 0,0 1 0,0-2 0,0 1 0,-1-1 0,1-1 0,-1 1 0,0-1 0,0-1 0,0 0 0,-1 0 0,0 0 0,0-1 0,-1 0 0,1 0 0,-2-1 0,1 0 0,-1 0 0,0 0 0,-1 0 0,0-1 0,5-15 0,-1-5 0,5-50 0,-13 76 0,-1 4 0,-3 10 0,-4 20 0,7-25 0,0 0 0,1 0 0,0 0 0,0 0 0,1 0 0,-1 0 0,1 0 0,0 0 0,1 0 0,0 0 0,0 0 0,0-1 0,0 1 0,1-1 0,4 7 0,-4-8 0,1 0 0,-1 0 0,1 0 0,0 0 0,1-1 0,-1 1 0,0-1 0,1 0 0,0 0 0,0-1 0,0 0 0,0 1 0,0-2 0,0 1 0,1-1 0,-1 1 0,6-1 0,0 1 0,0-1 0,-1-1 0,1 1 0,0-2 0,0 0 0,-1 0 0,1-1 0,-1 0 0,1-1 0,-1 0 0,0-1 0,0 0 0,0 0 0,11-8 0,-9 5 0,-1-1 0,-1-1 0,1 0 0,-1-1 0,-1 0 0,0 0 0,0-1 0,-1 0 0,-1 0 0,12-24 0,-7 9 0,-2-1 0,0 0 0,-2-1 0,-1 0 0,6-56 0,-9 31 0,-2-1 0,-7-68 0,5 108 0,-2 0 0,0 0 0,-7-25 0,9 38 0,0 1 0,0-1 0,-1 0 0,1 1 0,0-1 0,0 0 0,-1 1 0,1-1 0,0 1 0,-1-1 0,1 1 0,0-1 0,-1 1 0,1-1 0,-1 1 0,1-1 0,-1 1 0,1-1 0,-2 0 0,-4 8 0,0 24 0,0 50 0,4 1 0,4 0 0,4-1 0,30 158 0,-29-206-455,2-1 0,24 61 0,-17-60-6371</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2.557"/>
    </inkml:context>
    <inkml:brush xml:id="br0">
      <inkml:brushProperty name="width" value="0.05" units="cm"/>
      <inkml:brushProperty name="height" value="0.05" units="cm"/>
      <inkml:brushProperty name="color" value="#FFFFFF"/>
    </inkml:brush>
  </inkml:definitions>
  <inkml:trace contextRef="#ctx0" brushRef="#br0">76 237 24575,'-22'-50'0,"-26"-88"0,47 133 0,0 1 0,0 0 0,0-1 0,0 1 0,1-6 0,0 9 0,0 0 0,0 1 0,0-1 0,0 1 0,0-1 0,0 0 0,0 1 0,0-1 0,1 0 0,-1 1 0,0-1 0,0 1 0,1-1 0,-1 0 0,0 1 0,1-1 0,-1 1 0,1-1 0,-1 1 0,1 0 0,-1-1 0,1 1 0,-1-1 0,1 1 0,-1 0 0,1-1 0,-1 1 0,1 0 0,0 0 0,-1-1 0,1 1 0,-1 0 0,1 0 0,0 0 0,-1 0 0,1 0 0,0 0 0,-1 0 0,1 0 0,0 0 0,-1 0 0,1 0 0,-1 0 0,2 1 0,54 13 0,-38-9 0,37 6 0,-31-9 0,0 0 0,31-3 0,-45 0 0,0 0 0,-1-1 0,1 0 0,-1 0 0,1-1 0,-1 0 0,0-1 0,13-7 0,-22 10 0,1 1 0,-1 0 0,1-1 0,-1 1 0,0 0 0,1-1 0,-1 1 0,1 0 0,0 0 0,-1-1 0,1 1 0,-1 0 0,1 0 0,-1 0 0,1 0 0,-1 0 0,1 0 0,0 0 0,-1 0 0,1 0 0,-1 0 0,1 0 0,-1 0 0,1 0 0,0 0 0,-1 1 0,1-1 0,-1 0 0,1 0 0,-1 1 0,1-1 0,-1 0 0,1 1 0,-1-1 0,0 0 0,1 1 0,-1-1 0,1 1 0,-1-1 0,0 1 0,1-1 0,-1 1 0,0-1 0,0 1 0,1-1 0,-1 1 0,0-1 0,0 1 0,0-1 0,0 1 0,0-1 0,0 1 0,0 0 0,0 0 0,1 7 0,0 0 0,-1 0 0,-2 11 0,1-6 0,-2 277-1365,3-261-5461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2.682"/>
    </inkml:context>
    <inkml:brush xml:id="br0">
      <inkml:brushProperty name="width" value="0.05" units="cm"/>
      <inkml:brushProperty name="height" value="0.05" units="cm"/>
      <inkml:brushProperty name="color" value="#FFFFFF"/>
    </inkml:brush>
  </inkml:definitions>
  <inkml:trace contextRef="#ctx0" brushRef="#br0">0 194 24575,'0'-10'0,"0"-12"0,0-11 0,0-7 0,0 0 0,0 11 0,0 10-8191</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3.431"/>
    </inkml:context>
    <inkml:brush xml:id="br0">
      <inkml:brushProperty name="width" value="0.05" units="cm"/>
      <inkml:brushProperty name="height" value="0.05" units="cm"/>
      <inkml:brushProperty name="color" value="#FFFFFF"/>
    </inkml:brush>
  </inkml:definitions>
  <inkml:trace contextRef="#ctx0" brushRef="#br0">0 150 24575,'1'0'0,"-1"0"0,1 0 0,0 0 0,-1 1 0,1-1 0,0 0 0,-1 1 0,1-1 0,-1 0 0,1 1 0,-1-1 0,1 1 0,-1-1 0,1 1 0,-1-1 0,0 1 0,1-1 0,-1 1 0,1-1 0,-1 1 0,0 0 0,0-1 0,1 1 0,-1 0 0,0-1 0,0 1 0,0 1 0,4 20 0,-4-19 0,1 18 0,-2 0 0,0-1 0,-5 27 0,3-29 0,1 0 0,1 0 0,0 0 0,3 32 0,-1-48 0,-1 1 0,1 0 0,-1 0 0,1-1 0,0 1 0,0-1 0,0 1 0,0-1 0,0 1 0,1-1 0,-1 1 0,1-1 0,0 0 0,0 0 0,-1 0 0,1 0 0,1 0 0,-1 0 0,0-1 0,0 1 0,1-1 0,-1 1 0,0-1 0,1 0 0,0 0 0,3 1 0,-3-2 0,1 1 0,-1-1 0,1 0 0,0 0 0,-1 0 0,1 0 0,-1-1 0,1 0 0,-1 1 0,1-1 0,-1 0 0,1-1 0,-1 1 0,0-1 0,0 1 0,1-1 0,-1 0 0,-1 0 0,7-5 0,-2-1 0,1-1 0,-1 0 0,-1 0 0,0 0 0,0 0 0,0-1 0,-1 0 0,-1-1 0,0 1 0,0-1 0,-1 1 0,-1-1 0,3-14 0,-1-12 0,-1 0 0,-4-62 0,2 89 0,-2-1 0,0 1 0,0-1 0,0 1 0,-2-1 0,1 1 0,-1 0 0,-1 0 0,-4-10 0,7 19 0,1 0 0,-1 0 0,0 0 0,1 0 0,-1 0 0,0 0 0,1 0 0,-1 0 0,0 0 0,0 0 0,0 1 0,0-1 0,0 0 0,0 1 0,0-1 0,0 1 0,0-1 0,0 1 0,0-1 0,0 1 0,-1 0 0,1 0 0,-2-1 0,2 2 0,-1-1 0,1 0 0,-1 1 0,1-1 0,-1 1 0,1 0 0,0 0 0,0-1 0,-1 1 0,1 0 0,0 0 0,0 0 0,0 0 0,0 0 0,-2 3 0,-2 3 0,0 0 0,1 1 0,0 0 0,-6 15 0,1 1 0,2 1 0,-9 47 0,15-64 0,0 0 0,0 0 0,1 0 0,0 1 0,1-1 0,-1 0 0,2 0 0,-1 0 0,1 0 0,0 0 0,1 0 0,0-1 0,4 9 0,-6-14 0,0 0 0,1 0 0,-1-1 0,0 1 0,1 0 0,-1-1 0,1 1 0,0-1 0,0 0 0,-1 0 0,1 1 0,0-1 0,0 0 0,0-1 0,0 1 0,0 0 0,0-1 0,0 1 0,0-1 0,1 1 0,-1-1 0,0 0 0,0 0 0,0 0 0,0 0 0,0 0 0,1-1 0,-1 1 0,2-1 0,7-2 0,-1-1 0,0 0 0,0 0 0,14-9 0,-15 8 0,22-13 0,36-29 0,-43 28 0,2 2 0,39-21 0,-63 37 0,0 0 0,0 0 0,1 0 0,-1 0 0,0 0 0,1 1 0,-1-1 0,0 1 0,1 0 0,-1 0 0,1 0 0,-1 0 0,1 0 0,3 1 0,-5-1 0,0 1 0,0 0 0,1-1 0,-1 1 0,0 0 0,0 0 0,0 0 0,0 0 0,0 0 0,0 0 0,0 0 0,0 0 0,0 1 0,-1-1 0,1 0 0,0 0 0,-1 1 0,1-1 0,-1 0 0,1 1 0,-1-1 0,0 1 0,0-1 0,0 0 0,0 1 0,0 1 0,2 24 0,-4 43 0,0 16 0,2-85 0,0 0 0,0 0 0,0-1 0,0 1 0,0 0 0,0 0 0,0-1 0,0 1 0,1 0 0,-1 0 0,0-1 0,0 1 0,1 0 0,-1-1 0,1 1 0,-1 0 0,0-1 0,1 1 0,-1-1 0,1 1 0,-1-1 0,2 1 0,-2 0 0,1-1 0,0 0 0,-1 0 0,1 0 0,-1 0 0,1 0 0,0-1 0,-1 1 0,1 0 0,0 0 0,-1 0 0,1 0 0,-1-1 0,1 1 0,-1 0 0,1-1 0,-1 1 0,1 0 0,-1-1 0,2 0 0,26-31 0,-23 25 0,9-10 0,-8 9 0,0 0 0,1 0 0,0 0 0,0 1 0,0 0 0,1 1 0,0 0 0,14-8 0,-20 13 0,-1 1 0,1 0 0,-1-1 0,1 1 0,0 0 0,-1 0 0,1 0 0,0 0 0,-1 1 0,1-1 0,0 0 0,-1 1 0,1-1 0,-1 1 0,1-1 0,-1 1 0,1 0 0,-1 0 0,1 0 0,-1-1 0,0 1 0,1 1 0,-1-1 0,0 0 0,0 0 0,0 0 0,0 1 0,0-1 0,0 0 0,0 1 0,0-1 0,0 3 0,5 7 0,0 0 0,-1 1 0,4 13 0,-5-14 0,9 28 224,-6-18-754,0-1 1,15 29-1,-13-35-6296</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5.297"/>
    </inkml:context>
    <inkml:brush xml:id="br0">
      <inkml:brushProperty name="width" value="0.05" units="cm"/>
      <inkml:brushProperty name="height" value="0.05" units="cm"/>
      <inkml:brushProperty name="color" value="#FFFFFF"/>
    </inkml:brush>
  </inkml:definitions>
  <inkml:trace contextRef="#ctx0" brushRef="#br0">4 38 24575,'-3'0'0,"5"0"0,12-3 0,15-1 0,19 0 0,17-2 0,19 0 0,13 0 0,10 2 0,4 2 0,-3 0 0,-21 2-8191</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5.452"/>
    </inkml:context>
    <inkml:brush xml:id="br0">
      <inkml:brushProperty name="width" value="0.05" units="cm"/>
      <inkml:brushProperty name="height" value="0.05" units="cm"/>
      <inkml:brushProperty name="color" value="#FFFFFF"/>
    </inkml:brush>
  </inkml:definitions>
  <inkml:trace contextRef="#ctx0" brushRef="#br0">5 38 24575,'-3'0'0,"2"0"0,7 0 0,9-3 0,15-1 0,14-3 0,15 0 0,16 1 0,15 1 0,7 2 0,5 1 0,-14 2-8191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5.859"/>
    </inkml:context>
    <inkml:brush xml:id="br0">
      <inkml:brushProperty name="width" value="0.05" units="cm"/>
      <inkml:brushProperty name="height" value="0.05" units="cm"/>
      <inkml:brushProperty name="color" value="#FFFFFF"/>
    </inkml:brush>
  </inkml:definitions>
  <inkml:trace contextRef="#ctx0" brushRef="#br0">0 1 24575,'4'0'0,"0"6"0,0 5 0,-1 8 0,-1 8 0,0 11 0,-1 7 0,-1 8 0,0 9 0,-3 2 0,-2 3 0,1-1 0,1-11-8191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6.046"/>
    </inkml:context>
    <inkml:brush xml:id="br0">
      <inkml:brushProperty name="width" value="0.05" units="cm"/>
      <inkml:brushProperty name="height" value="0.05" units="cm"/>
      <inkml:brushProperty name="color" value="#FFFFFF"/>
    </inkml:brush>
  </inkml:definitions>
  <inkml:trace contextRef="#ctx0" brushRef="#br0">158 1 24575,'-3'0'0,"-4"0"0,-5 0 0,-2 3 0,-3 4 0,-1 4 0,-4 3 0,-1 6 0,0 2 0,4-2-8191</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6.201"/>
    </inkml:context>
    <inkml:brush xml:id="br0">
      <inkml:brushProperty name="width" value="0.05" units="cm"/>
      <inkml:brushProperty name="height" value="0.05" units="cm"/>
      <inkml:brushProperty name="color" value="#FFFFFF"/>
    </inkml:brush>
  </inkml:definitions>
  <inkml:trace contextRef="#ctx0" brushRef="#br0">0 103 24575,'6'-4'0,"5"-6"0,8-5 0,5-4 0,6 0 0,4 1 0,2 5 0,2 8 0,-1 10 0,1 11 0,-3 12 0,-8 2-8191</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29.774"/>
    </inkml:context>
    <inkml:brush xml:id="br0">
      <inkml:brushProperty name="width" value="0.05" units="cm"/>
      <inkml:brushProperty name="height" value="0.05" units="cm"/>
      <inkml:brushProperty name="color" value="#FFFFFF"/>
    </inkml:brush>
  </inkml:definitions>
  <inkml:trace contextRef="#ctx0" brushRef="#br0">159 131 24575,'39'-43'0,"-27"30"0,0 0 0,0 0 0,1 1 0,0 1 0,16-11 0,-20 18 0,-5 7 0,-10 14 0,-84 118 0,-35 60 0,122-189 8,-62 118-1381,52-95-5453</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30.052"/>
    </inkml:context>
    <inkml:brush xml:id="br0">
      <inkml:brushProperty name="width" value="0.05" units="cm"/>
      <inkml:brushProperty name="height" value="0.05" units="cm"/>
      <inkml:brushProperty name="color" value="#FFFFFF"/>
    </inkml:brush>
  </inkml:definitions>
  <inkml:trace contextRef="#ctx0" brushRef="#br0">54 7 24575,'0'0'0,"0"0"0,0 0 0,0 0 0,0 0 0,0 0 0,0-1 0,0 1 0,0 0 0,0 0 0,-1 0 0,1-1 0,0 1 0,0 0 0,0 0 0,0 0 0,0 0 0,0-1 0,0 1 0,1 0 0,-1 0 0,0 0 0,0-1 0,0 1 0,0 0 0,0 0 0,0 0 0,0 0 0,0 0 0,0-1 0,0 1 0,1 0 0,-1 0 0,0 0 0,0 0 0,0 0 0,0 0 0,0-1 0,0 1 0,1 0 0,-1 0 0,0 0 0,0 0 0,0 0 0,0 0 0,1 0 0,-1 0 0,0 0 0,0 0 0,0 0 0,1 0 0,-1 0 0,0 0 0,0 0 0,0 0 0,0 0 0,1 0 0,-1 0 0,0 0 0,0 0 0,0 0 0,1 0 0,-1 0 0,0 0 0,0 0 0,0 1 0,8 10 0,-7-5 0,0 0 0,-1 0 0,0-1 0,0 1 0,0 0 0,-1 0 0,-2 10 0,-13 42 0,8-34 0,-5 14 0,6-22 0,2 0 0,0 0 0,1 0 0,-3 19 0,7-31 0,0 0 0,0-1 0,0 1 0,0 0 0,0-1 0,0 1 0,1 0 0,0-1 0,0 1 0,0-1 0,0 1 0,1-1 0,-1 1 0,1-1 0,0 0 0,0 0 0,0 0 0,0 0 0,1 0 0,-1 0 0,1-1 0,-1 1 0,7 3 0,3 2 0,1-2 0,0 1 0,0-2 0,0 0 0,1 0 0,26 5 0,89 6 0,-104-14 0,42 4-1365,-4-2-5461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30.655"/>
    </inkml:context>
    <inkml:brush xml:id="br0">
      <inkml:brushProperty name="width" value="0.05" units="cm"/>
      <inkml:brushProperty name="height" value="0.05" units="cm"/>
      <inkml:brushProperty name="color" value="#FFFFFF"/>
    </inkml:brush>
  </inkml:definitions>
  <inkml:trace contextRef="#ctx0" brushRef="#br0">18 4 24575,'-12'-3'0,"6"2"0,11 5 0,56 29 0,1 1 0,113 80 0,-128-75 0,-16-13 0,41 27 0,-72-53 0,1 0 0,-1 1 0,1-1 0,-1 1 0,1-1 0,-1 0 0,1 0 0,0 1 0,-1-1 0,1 0 0,0 0 0,-1 0 0,1 0 0,0 0 0,-1 0 0,1 1 0,0-2 0,-1 1 0,1 0 0,-1 0 0,1 0 0,0 0 0,-1 0 0,1 0 0,0-1 0,-1 1 0,1 0 0,-1-1 0,1 1 0,0 0 0,-1-1 0,1 1 0,-1-1 0,1 1 0,-1-1 0,0 1 0,1-1 0,-1 1 0,1-1 0,-1 1 0,0-1 0,1 1 0,-1-1 0,0 0 0,0 1 0,0-1 0,1 0 0,-1 1 0,0-1 0,0 0 0,2-8 0,-1 1 0,0-1 0,0-12 0,1 0 0,3-9 0,2 0 0,18-47 0,-25 77 0,0 0 0,0 0 0,0 0 0,0-1 0,0 1 0,0 0 0,0 0 0,0 0 0,0 0 0,0 0 0,0-1 0,0 1 0,0 0 0,0 0 0,0 0 0,0 0 0,0 0 0,0 0 0,0 0 0,0-1 0,0 1 0,1 0 0,-1 0 0,0 0 0,0 0 0,0 0 0,0 0 0,0 0 0,0 0 0,0-1 0,0 1 0,1 0 0,-1 0 0,0 0 0,0 0 0,0 0 0,0 0 0,0 0 0,0 0 0,1 0 0,-1 0 0,0 0 0,0 0 0,0 0 0,0 0 0,0 0 0,0 0 0,1 0 0,-1 0 0,0 0 0,0 0 0,0 0 0,0 0 0,2 10 0,-3 15 0,-4-2-151,-1 0-1,-1-1 0,-1 0 0,-1 0 1,-1-1-1,-1 0 0,0-1 1,-25 33-1,-4-5-6674</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26.748"/>
    </inkml:context>
    <inkml:brush xml:id="br0">
      <inkml:brushProperty name="width" value="0.05" units="cm"/>
      <inkml:brushProperty name="height" value="0.05" units="cm"/>
      <inkml:brushProperty name="color" value="#FFFFFF"/>
    </inkml:brush>
  </inkml:definitions>
  <inkml:trace contextRef="#ctx0" brushRef="#br0">1 1 24575,'3'0'0,"7"3"0,5 11 0,1 14 0,2 16 0,3 13 0,-4 5 0,0 2 0,-4 6 0,-3 0 0,-2 0 0,6 11 0,2-6 0,-1-9 0,-3-22 0,-4-19-8191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27.263"/>
    </inkml:context>
    <inkml:brush xml:id="br0">
      <inkml:brushProperty name="width" value="0.05" units="cm"/>
      <inkml:brushProperty name="height" value="0.05" units="cm"/>
      <inkml:brushProperty name="color" value="#FFFFFF"/>
    </inkml:brush>
  </inkml:definitions>
  <inkml:trace contextRef="#ctx0" brushRef="#br0">0 1 24575,'0'3'0,"0"4"0,0 14 0,0 9 0,6 18 0,2 10 0,0 2 0,-1 6 0,-3 1 0,-1-8 0,-2-10 0,0-14-8191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27.702"/>
    </inkml:context>
    <inkml:brush xml:id="br0">
      <inkml:brushProperty name="width" value="0.05" units="cm"/>
      <inkml:brushProperty name="height" value="0.05" units="cm"/>
      <inkml:brushProperty name="color" value="#FFFFFF"/>
    </inkml:brush>
  </inkml:definitions>
  <inkml:trace contextRef="#ctx0" brushRef="#br0">0 0 24575,'3'0'0,"8"0"0,7 0 0,8 0 0,1 0 0,7 0 0,3 3 0,2 7 0,0 6 0,-4 2 0,-3 2 0,-9-3-8191</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28.313"/>
    </inkml:context>
    <inkml:brush xml:id="br0">
      <inkml:brushProperty name="width" value="0.05" units="cm"/>
      <inkml:brushProperty name="height" value="0.05" units="cm"/>
      <inkml:brushProperty name="color" value="#FFFFFF"/>
    </inkml:brush>
  </inkml:definitions>
  <inkml:trace contextRef="#ctx0" brushRef="#br0">1 300 24575,'3'-6'0,"29"-12"0,53-6 0,74-4 0,87 1 0,104 0-3676,71 5 3676,64-14-2937,26 1 2937,-15 5 0,-41 8 0,-68 8 0,-93 7-1404,-96 3 1230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9.758"/>
    </inkml:context>
    <inkml:brush xml:id="br0">
      <inkml:brushProperty name="width" value="0.05" units="cm"/>
      <inkml:brushProperty name="height" value="0.05" units="cm"/>
      <inkml:brushProperty name="color" value="#FFFFFF"/>
    </inkml:brush>
  </inkml:definitions>
  <inkml:trace contextRef="#ctx0" brushRef="#br0">565 396 24575,'0'-4'0,"1"0"0,0 1 0,0-1 0,0 1 0,0-1 0,0 1 0,1-1 0,-1 1 0,1 0 0,0 0 0,0 0 0,0 0 0,5-5 0,36-34 0,-35 36 0,15-12 0,48-29 0,-53 36 0,0 0 0,0-1 0,-1-1 0,0-1 0,16-18 0,-31 30 0,1-1 0,-1 0 0,0 0 0,0 0 0,0 0 0,-1 0 0,1-1 0,-1 1 0,0-1 0,1 1 0,-2-1 0,1 1 0,0-1 0,-1 1 0,1-6 0,-2 6 0,1 1 0,0-1 0,-1 1 0,0 0 0,0-1 0,0 1 0,0 0 0,0-1 0,0 1 0,0 0 0,-1 0 0,1 0 0,-1 0 0,1 0 0,-1 0 0,0 0 0,0 1 0,0-1 0,0 1 0,0-1 0,0 1 0,-4-2 0,-9-3 0,1 0 0,-1 1 0,0 1 0,0 0 0,0 1 0,-1 1 0,1 0 0,-1 1 0,-30 3 0,0 2 0,-1 2 0,-46 13 0,30-3 0,-78 30 0,111-35 0,1 2 0,1 2 0,0 0 0,-43 32 0,63-40 0,-1 0 0,2 0 0,-1 0 0,1 1 0,0 0 0,1 1 0,0-1 0,0 1 0,-6 14 0,10-19 0,1 0 0,-1 0 0,1 1 0,0-1 0,1 0 0,-1 0 0,1 1 0,-1-1 0,1 0 0,1 0 0,-1 1 0,1-1 0,-1 0 0,1 1 0,0-1 0,1 0 0,-1 0 0,1 0 0,0 0 0,-1 0 0,2-1 0,-1 1 0,0 0 0,1-1 0,4 5 0,4 3 0,1-1 0,0 0 0,0-1 0,1 0 0,0-1 0,0-1 0,23 10 0,104 32 0,-137-49 0,245 67 0,16 4 0,-257-69 0,-4-2 0,1 1 0,0 0 0,-1 0 0,1 0 0,-1 1 0,1-1 0,-1 1 0,1 0 0,-1 0 0,0 0 0,0 1 0,0-1 0,4 6 0,-6-8 0,-1 1 0,0-1 0,0 1 0,0-1 0,0 1 0,0-1 0,0 1 0,0-1 0,0 1 0,0-1 0,0 1 0,0-1 0,0 1 0,0-1 0,-1 1 0,1-1 0,0 1 0,0-1 0,0 1 0,-1-1 0,1 1 0,0-1 0,-1 1 0,1-1 0,0 0 0,-1 1 0,1-1 0,-1 0 0,1 1 0,-1-1 0,1 0 0,0 1 0,-1-1 0,1 0 0,-1 0 0,-22 9 0,20-8 0,-52 13 0,0-3 0,-97 8 0,130-17 0,3 0 13,-32 3 149,-68-2 1,106-3-318,0-1 0,0 0 1,1-1-1,-1 0 0,0-1 0,1-1 0,0 0 0,0-1 1,0 0-1,-20-12 0,2-8-6671</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09.961"/>
    </inkml:context>
    <inkml:brush xml:id="br0">
      <inkml:brushProperty name="width" value="0.05" units="cm"/>
      <inkml:brushProperty name="height" value="0.05" units="cm"/>
      <inkml:brushProperty name="color" value="#FFFFFF"/>
    </inkml:brush>
  </inkml:definitions>
  <inkml:trace contextRef="#ctx0" brushRef="#br0">0 72 24575,'36'-19'0,"-17"8"0,0 2 0,0 0 0,1 1 0,22-6 0,-40 13 0,-1 1 0,1 0 0,0-1 0,0 1 0,0 0 0,0 0 0,0 0 0,0 1 0,0-1 0,0 0 0,0 1 0,0-1 0,0 1 0,0 0 0,-1-1 0,1 1 0,0 0 0,0 0 0,-1 0 0,1 0 0,-1 1 0,1-1 0,-1 0 0,1 1 0,-1-1 0,0 1 0,0-1 0,0 1 0,0 0 0,0-1 0,0 1 0,0 0 0,1 2 0,2 7 0,-1 1 0,0-1 0,-1 1 0,2 17 0,-1-10 0,33 371-575,-32-340-215,-1 1-6036</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0.428"/>
    </inkml:context>
    <inkml:brush xml:id="br0">
      <inkml:brushProperty name="width" value="0.05" units="cm"/>
      <inkml:brushProperty name="height" value="0.05" units="cm"/>
      <inkml:brushProperty name="color" value="#FFFFFF"/>
    </inkml:brush>
  </inkml:definitions>
  <inkml:trace contextRef="#ctx0" brushRef="#br0">0 140 24575,'1'-2'0,"-1"1"0,0 0 0,0-1 0,0 1 0,1 0 0,-1 0 0,1-1 0,-1 1 0,1 0 0,0 0 0,-1 0 0,1-1 0,0 1 0,0 0 0,0 0 0,0 0 0,0 0 0,0 0 0,0 1 0,0-1 0,0 0 0,0 0 0,0 1 0,0-1 0,1 1 0,-1-1 0,0 1 0,1-1 0,1 1 0,5-2 0,0 0 0,0 1 0,14 0 0,-15 0 0,131-4 0,-64 4 0,0-3 0,141-26 0,-207 28 0,0-1 0,-1 0 0,14-6 0,-20 8 0,0 1 0,1-1 0,-1 0 0,0 0 0,1 0 0,-1 0 0,0 0 0,0-1 0,0 1 0,0 0 0,1-2 0,-2 2 0,1 1 0,-1-1 0,0 0 0,0 1 0,0-1 0,0 0 0,0 1 0,0-1 0,0 0 0,0 1 0,0-1 0,0 0 0,0 1 0,0-1 0,0 1 0,-1-1 0,1 0 0,0 1 0,0-1 0,-1 1 0,1-1 0,-1 1 0,1-1 0,0 1 0,-1-1 0,1 1 0,-1-1 0,0 0 0,-2-1 0,1 0 0,-1 1 0,0-1 0,0 1 0,0 0 0,0-1 0,0 1 0,0 0 0,0 1 0,0-1 0,0 1 0,-1-1 0,1 1 0,0 0 0,0 0 0,-7 1 0,-4 1 0,0 0 0,-21 7 0,17-3 0,-1 0 0,2 2 0,-1-1 0,1 2 0,1 1 0,-18 12 0,27-17 0,0 1 0,0-1 0,1 2 0,-1-1 0,2 1 0,-1 0 0,1 0 0,0 0 0,0 1 0,1 0 0,0 0 0,0 0 0,1 0 0,0 0 0,-2 13 0,4-18 0,1 1 0,-1-1 0,1 1 0,0-1 0,0 1 0,0-1 0,0 1 0,1-1 0,-1 1 0,1-1 0,0 1 0,0-1 0,0 0 0,1 0 0,-1 1 0,1-1 0,0 0 0,3 5 0,-1-4 0,0-1 0,0 1 0,0-1 0,0 0 0,0 0 0,1 0 0,-1-1 0,1 0 0,0 0 0,0 0 0,7 2 0,3-1 0,0 0 0,1-1 0,-1 0 0,0-2 0,1 0 0,-1 0 0,26-5 0,-27 2 0,-1 0 0,1-1 0,-1-1 0,0 0 0,0-1 0,-1 0 0,1-1 0,-1 0 0,21-17 0,-28 20 0,-1 0 0,1-1 0,-1 1 0,0-1 0,0 0 0,0 0 0,-1 0 0,0-1 0,0 1 0,0-1 0,-1 0 0,0 1 0,0-1 0,0 0 0,-1-1 0,1 1 0,-2 0 0,1 0 0,-1 0 0,0-1 0,0 1 0,0 0 0,-1 0 0,-2-9 0,1 9 0,1 1 0,-1 0 0,0 1 0,-1-1 0,1 0 0,-1 1 0,0-1 0,0 1 0,0 0 0,-1 0 0,0 0 0,1 0 0,-1 1 0,-1-1 0,1 1 0,0 0 0,-1 1 0,-6-4 0,8 4 0,0 1 0,0 0 0,0 0 0,0 1 0,-1-1 0,1 1 0,0-1 0,0 1 0,-1 0 0,1 0 0,0 0 0,0 1 0,-1-1 0,1 1 0,0 0 0,0-1 0,0 2 0,0-1 0,0 0 0,0 1 0,0-1 0,0 1 0,1 0 0,-1 0 0,0 0 0,1 0 0,0 0 0,-1 0 0,1 1 0,-3 4 0,1-1-91,1-1 0,0 1 0,1-1 0,-1 1 0,1 0 0,0 0 0,1 0 0,-1 0 0,1 0 0,0 1 0,1-1 0,-1 0 0,1 0 0,2 12 0,2 4-6735</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0.758"/>
    </inkml:context>
    <inkml:brush xml:id="br0">
      <inkml:brushProperty name="width" value="0.05" units="cm"/>
      <inkml:brushProperty name="height" value="0.05" units="cm"/>
      <inkml:brushProperty name="color" value="#FFFFFF"/>
    </inkml:brush>
  </inkml:definitions>
  <inkml:trace contextRef="#ctx0" brushRef="#br0">112 140 24575,'-61'-37'0,"55"33"0,0 0 0,1-1 0,-1 0 0,1 0 0,0-1 0,0 1 0,-5-9 0,8 6 0,7 8 0,10 8 0,14 15 0,-1 1 0,0 2 0,-2 1 0,-2 1 0,0 0 0,-2 2 0,34 59 0,-55-87 0,12 27 0,-13-28 0,1 0 0,-1 1 0,0-1 0,1 1 0,-1-1 0,0 1 0,0-1 0,0 1 0,0-1 0,0 1 0,0-1 0,-1 1 0,1-1 0,0 1 0,-1-1 0,1 0 0,-2 3 0,2-4 0,0 1 0,-1-1 0,1 0 0,-1 1 0,1-1 0,-1 0 0,0 1 0,1-1 0,-1 0 0,1 1 0,-1-1 0,1 0 0,-1 0 0,0 0 0,1 0 0,-1 0 0,0 0 0,1 0 0,-1 0 0,0 0 0,1 0 0,-1 0 0,1 0 0,-1 0 0,0 0 0,1 0 0,-1-1 0,1 1 0,-1 0 0,0 0 0,1-1 0,-1 1 0,1-1 0,-1 1 0,1 0 0,-1-1 0,1 1 0,0-1 0,-1 1 0,1-1 0,-1 1 0,1-2 0,-20-22 0,16 14 0,1 0 0,0 0 0,0-1 0,1 1 0,0 0 0,0-1 0,1 0 0,1 1 0,0-1 0,1 1 0,2-19 0,0 11 0,1 0 0,1 0 0,1 0 0,0 1 0,17-32 0,-18 40-195,0 1 0,0 0 0,1 0 0,0 1 0,1 0 0,7-7 0,10-5-6631</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1.443"/>
    </inkml:context>
    <inkml:brush xml:id="br0">
      <inkml:brushProperty name="width" value="0.05" units="cm"/>
      <inkml:brushProperty name="height" value="0.05" units="cm"/>
      <inkml:brushProperty name="color" value="#FFFFFF"/>
    </inkml:brush>
  </inkml:definitions>
  <inkml:trace contextRef="#ctx0" brushRef="#br0">289 286 24575,'2'0'0,"0"0"0,0-1 0,0 1 0,-1 0 0,1-1 0,0 1 0,0-1 0,-1 0 0,1 1 0,0-1 0,-1 0 0,1 0 0,0 0 0,-1 0 0,1 0 0,-1-1 0,2-1 0,0 0 0,0-1 0,-1 0 0,1 0 0,-1 0 0,0 0 0,0 0 0,1-4 0,1-7 0,0 1 0,-1 0 0,2-23 0,-5 33 0,0 0 0,1 0 0,-1 0 0,-1 0 0,1 0 0,-1 0 0,1 0 0,-1 0 0,0 1 0,-1-1 0,1 0 0,0 0 0,-1 1 0,0-1 0,0 1 0,0-1 0,-1 1 0,1 0 0,-1 0 0,1 0 0,-4-3 0,1 3 0,1 0 0,-1 1 0,0-1 0,1 1 0,-1 0 0,0 0 0,0 0 0,-1 1 0,1-1 0,0 1 0,0 1 0,-1-1 0,1 1 0,0 0 0,-8 1 0,0 0 0,0 2 0,1-1 0,-1 2 0,1 0 0,0 0 0,0 1 0,0 1 0,0 0 0,1 0 0,0 1 0,1 1 0,-1 0 0,2 0 0,-1 1 0,-10 12 0,15-15 0,0 1 0,0-1 0,1 1 0,0 0 0,0 0 0,1 0 0,0 0 0,0 1 0,1 0 0,0-1 0,-2 12 0,4-13 0,-1 1 0,2-1 0,-1 1 0,1-1 0,-1 1 0,2-1 0,-1 0 0,1 1 0,0-1 0,0 0 0,1 0 0,0 0 0,0 0 0,0-1 0,6 8 0,-3-5 0,1 0 0,0-1 0,0 0 0,1 0 0,0 0 0,0-1 0,1 0 0,0-1 0,0 0 0,0 0 0,1-1 0,-1 0 0,1-1 0,0 0 0,0-1 0,0 0 0,19 2 0,-21-4 0,-1 1 0,1-1 0,0-1 0,0 0 0,-1 0 0,1 0 0,0-1 0,-1 0 0,0 0 0,1-1 0,-1 0 0,0-1 0,0 1 0,-1-1 0,1 0 0,-1-1 0,0 0 0,0 0 0,0 0 0,-1-1 0,1 1 0,-1-1 0,-1-1 0,5-6 0,-2 0 0,-1 0 0,0 0 0,-1 0 0,-1-1 0,0 0 0,0 0 0,-2 0 0,0 0 0,0-1 0,-1 1 0,-1 0 0,-1-1 0,-1-14 0,1 27 0,1 0 0,0 0 0,-1 1 0,1-1 0,-1 1 0,1-1 0,-1 0 0,0 1 0,0-1 0,0 1 0,0-1 0,0 1 0,0 0 0,0-1 0,0 1 0,0 0 0,-3-2 0,3 3 0,0-1 0,0 1 0,0 0 0,0 0 0,0 0 0,0 0 0,0 0 0,0 0 0,0 0 0,0 0 0,0 0 0,0 1 0,0-1 0,0 0 0,1 1 0,-1-1 0,0 0 0,0 1 0,0-1 0,0 1 0,1-1 0,-1 1 0,0 0 0,0-1 0,1 1 0,-1 0 0,0-1 0,1 1 0,-1 0 0,1 0 0,-1 0 0,0 1 0,-3 5 0,0 0 0,0 1 0,1 0 0,-1 0 0,2 0 0,-1 0 0,1 1 0,0-1 0,1 1 0,0-1 0,1 1 0,0 13 0,0-14 0,0 0 0,1 0 0,1 0 0,-1 0 0,1 0 0,0 0 0,1 0 0,0 0 0,0-1 0,1 1 0,0-1 0,0 0 0,7 8 0,-6-10 0,0 1 0,1-1 0,0 0 0,0 0 0,0-1 0,0 0 0,1 0 0,0 0 0,0-1 0,0 0 0,0 0 0,12 2 0,-8-3 0,0 0 0,0-1 0,0-1 0,0 0 0,0 0 0,0-1 0,21-4 0,-10-1 0,-1 0 0,-1-2 0,1 0 0,-1-1 0,-1-2 0,0 1 0,0-2 0,19-16 0,-20 13 0,-1-1 0,-1 0 0,0-2 0,23-32 0,-32 39 0,0 1 0,-1-1 0,0-1 0,-1 1 0,0-1 0,-1 0 0,0 0 0,-1 0 0,0 0 0,1-16 0,-4 25 0,0 0 0,0 0 0,0 0 0,0 1 0,0-1 0,-1 0 0,1 0 0,-1 0 0,0 1 0,0-1 0,0 0 0,0 1 0,0-1 0,0 1 0,-1-1 0,1 1 0,-1 0 0,0-1 0,-3-2 0,3 4 0,-1-1 0,1 1 0,-1-1 0,1 1 0,-1 0 0,0 0 0,0 0 0,1 1 0,-1-1 0,0 1 0,0-1 0,0 1 0,0 0 0,0 0 0,0 0 0,0 0 0,0 1 0,1-1 0,-4 2 0,-8 2 0,0 1 0,0 0 0,0 1 0,1 0 0,0 1 0,0 1 0,1 0 0,-22 19 0,10-6 0,2 1 0,1 1 0,-23 32 0,30-36 0,2 1 0,0 0 0,2 0 0,0 1 0,1 0 0,1 1 0,1 0 0,1 0 0,1 1 0,-3 28 0,6-23 0,1 0 0,2 0 0,0-1 0,2 1 0,1-1 0,2 1 0,0-1 0,13 31 0,-14-44 0,6 16 0,-10-28 0,-1-1 0,1 1 0,-1-1 0,0 1 0,0 0 0,0-1 0,1 1 0,-2 0 0,1-1 0,0 1 0,0 0 0,0-1 0,-1 1 0,0 1 0,1-3-27,-1 1 0,1-1 0,-1 0 0,1 0 0,-1 0 0,0 1 0,1-1 0,-1 0 0,1 0 0,-1 0 0,0 0 0,1 0 0,-1 0 0,1 0 0,-1 0 0,1 0 0,-1-1 0,0 1 0,1 0 0,-1 0 0,1 0 0,-1-1 0,1 1 0,-1 0 0,1-1 0,-1 1 0,1 0 0,-1-1 0,1 1 0,-1 0 0,1-1 0,0 1 0,-1-2 0,0 2-420,-12-11-6379</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1.831"/>
    </inkml:context>
    <inkml:brush xml:id="br0">
      <inkml:brushProperty name="width" value="0.05" units="cm"/>
      <inkml:brushProperty name="height" value="0.05" units="cm"/>
      <inkml:brushProperty name="color" value="#FFFFFF"/>
    </inkml:brush>
  </inkml:definitions>
  <inkml:trace contextRef="#ctx0" brushRef="#br0">36 365 24575,'4'0'0,"0"0"0,-1 0 0,1 1 0,0-1 0,0 1 0,-1 0 0,1 0 0,-1 0 0,1 1 0,-1-1 0,1 1 0,-1 0 0,0 0 0,1 0 0,-1 0 0,-1 1 0,1-1 0,0 1 0,4 5 0,6 5 0,-9-10 0,1 1 0,-1-1 0,1 0 0,0-1 0,0 1 0,0-1 0,1 0 0,-1 0 0,0 0 0,1-1 0,-1 0 0,1 0 0,0 0 0,-1-1 0,1 0 0,-1 0 0,1 0 0,0-1 0,-1 0 0,10-2 0,-4 0 0,1 0 0,-2-1 0,1 0 0,0-1 0,-1 0 0,0-1 0,0 0 0,-1-1 0,11-8 0,-10 5 0,-1 0 0,0 0 0,-1-1 0,0 0 0,0 0 0,-2-1 0,1 0 0,-1 0 0,-1-1 0,0 0 0,-1 0 0,-1 0 0,3-15 0,-5 19 0,0 0 0,0 1 0,-1-1 0,-1 1 0,1-1 0,-1 1 0,-1-1 0,0 1 0,-4-14 0,4 16 0,-1 0 0,0 0 0,0 1 0,-1-1 0,1 1 0,-1 0 0,-1 0 0,1 0 0,-1 1 0,1-1 0,-1 1 0,0 0 0,-11-6 0,10 6 0,-1 1 0,0 0 0,-1 0 0,1 0 0,0 1 0,-1 0 0,1 1 0,-1-1 0,0 1 0,1 1 0,-1 0 0,-8 0 0,5 1 0,1 1 0,-1 0 0,1 1 0,0 0 0,0 0 0,0 1 0,0 1 0,-11 6 0,8-3 0,1 0 0,0 1 0,0 0 0,1 1 0,1 0 0,-1 1 0,1 0 0,1 1 0,0 0 0,1 1 0,0-1 0,-10 25 0,13-24 0,1 0 0,0 1 0,1-1 0,0 1 0,1 0 0,1 0 0,0 0 0,1 0 0,0 0 0,1 0 0,6 25 0,-5-28 0,1-1 0,1 0 0,0 0 0,0 0 0,1 0 0,0-1 0,1 0 0,0 0 0,0 0 0,1-1 0,0 0 0,1 0 0,0-1 0,0 0 0,18 12 0,19 4-1365,-1-6-5461</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2.905"/>
    </inkml:context>
    <inkml:brush xml:id="br0">
      <inkml:brushProperty name="width" value="0.05" units="cm"/>
      <inkml:brushProperty name="height" value="0.05" units="cm"/>
      <inkml:brushProperty name="color" value="#FFFFFF"/>
    </inkml:brush>
  </inkml:definitions>
  <inkml:trace contextRef="#ctx0" brushRef="#br0">421 473 24575,'26'-26'0,"-1"-2"0,33-46 0,-49 61 0,0-1 0,-2-1 0,1 1 0,-2-1 0,0-1 0,-1 1 0,0-1 0,3-20 0,-7 29 0,-1 1 0,1 0 0,-1-1 0,0 1 0,-1-1 0,0 1 0,0-1 0,0 1 0,-1 0 0,1-1 0,-1 1 0,-1 0 0,1 0 0,-1 0 0,-1 1 0,1-1 0,-1 1 0,-6-9 0,4 8 0,-1 0 0,0 0 0,0 1 0,0 0 0,0 0 0,-1 1 0,0-1 0,0 2 0,0-1 0,0 1 0,-1 0 0,1 1 0,-12-2 0,1 2 0,1 0 0,-1 1 0,0 1 0,0 1 0,0 1 0,0 0 0,1 1 0,-1 1 0,-21 8 0,28-8 0,1 1 0,-1-1 0,1 2 0,-1 0 0,2 0 0,-1 1 0,1 0 0,0 1 0,0 0 0,1 1 0,0 0 0,1 0 0,0 1 0,-12 18 0,17-22 0,-1 1 0,2-1 0,-1 1 0,1 0 0,0 0 0,0 0 0,1 0 0,0 0 0,0 0 0,1 0 0,-1 0 0,2 1 0,0 6 0,1-4 0,0 0 0,1 0 0,0 0 0,1 0 0,0-1 0,0 0 0,1 0 0,7 11 0,6 3 0,1 0 0,1-1 0,1-1 0,0-1 0,33 23 0,64 39 0,-22-16 0,-95-66 0,6 5 0,-1 0 0,1 1 0,-1-1 0,10 12 0,-15-16 0,0 0 0,-1 0 0,1 0 0,0 0 0,0 0 0,-1 1 0,1-1 0,-1 0 0,1 0 0,-1 1 0,1-1 0,-1 0 0,0 0 0,0 1 0,0-1 0,0 0 0,0 1 0,0-1 0,0 0 0,0 1 0,0-1 0,0 0 0,-1 1 0,1-1 0,-1 0 0,1 0 0,-1 1 0,1-1 0,-1 0 0,0 0 0,1 0 0,-1 0 0,0 0 0,0 0 0,0 0 0,0 0 0,-1 1 0,-7 5 0,-1-1 0,1 0 0,-1-1 0,0 0 0,-1-1 0,1 1 0,-1-2 0,-20 5 0,-9-1 0,-43 2 0,77-8 0,-23 2 0,0-2 0,-35-3 0,57 2 0,0-1 0,1 0 0,-1 0 0,0 0 0,0-1 0,1 0 0,0-1 0,-1 1 0,1-1 0,0 0 0,0-1 0,0 0 0,1 1 0,-1-2 0,-6-6 0,9 8 0,1 0 0,-1 0 0,1-1 0,0 1 0,0-1 0,1 1 0,-1-1 0,1 0 0,0 0 0,0 1 0,0-1 0,0 0 0,1 0 0,-1 0 0,1-6 0,1 3 0,0 0 0,0 1 0,1-1 0,-1 0 0,1 1 0,1-1 0,-1 1 0,6-8 0,1-2 0,1 2 0,1-1 0,0 1 0,0 1 0,2 0 0,15-12 0,-6 7 0,0 2 0,1 0 0,1 2 0,1 0 0,42-16 0,-52 24 0,1 1 0,0 0 0,0 1 0,0 1 0,0 1 0,0 0 0,0 1 0,1 1 0,-1 0 0,0 1 0,18 4 0,-30-4 0,1 0 0,0 0 0,0 1 0,-1 0 0,1 0 0,-1 0 0,1 0 0,-1 1 0,0-1 0,0 1 0,0 0 0,0 1 0,0-1 0,-1 1 0,0-1 0,0 1 0,0 0 0,0 0 0,4 8 0,-3-2 0,-1 1 0,1-1 0,-2 1 0,1 0 0,-2 0 0,1 0 0,-1 20 0,-4 279 0,-1-80 0,4-124 0,0-872 0,-1 747 0,1-24 0,1 41 0,-1-1 0,0 0 0,1 0 0,-1 1 0,1-1 0,0 0 0,0 1 0,0-1 0,0 1 0,0-1 0,3-3 0,-3 6 0,-1-1 0,1 1 0,0-1 0,-1 1 0,1 0 0,0-1 0,0 1 0,-1 0 0,1 0 0,0-1 0,0 1 0,-1 0 0,1 0 0,0 0 0,0 0 0,-1 0 0,1 0 0,0 0 0,0 0 0,0 0 0,-1 0 0,1 1 0,0-1 0,0 0 0,-1 0 0,1 1 0,0-1 0,-1 1 0,1-1 0,0 0 0,-1 1 0,1-1 0,-1 1 0,1 0 0,0 0 0,21 22 0,-21-22 0,14 16 0,0 2 0,-2 0 0,0 1 0,-1 0 0,-1 1 0,9 26 0,-17-39 0,-1 0 0,0 0 0,0 1 0,-1-1 0,0 0 0,0 1 0,-1-1 0,0 0 0,-2 9 0,1-11 0,0 0 0,-1 0 0,0 0 0,0-1 0,0 1 0,-1-1 0,0 1 0,0-1 0,0 0 0,-1 0 0,0 0 0,0-1 0,-8 8 0,5-5-105,-2-1 0,1 0 0,0 0 0,-1-1 0,0 0 0,-1 0 0,1-1 0,-1-1 0,1 0 0,-1 0 0,0 0 0,-11 0 0,-8-1-6721</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3.340"/>
    </inkml:context>
    <inkml:brush xml:id="br0">
      <inkml:brushProperty name="width" value="0.05" units="cm"/>
      <inkml:brushProperty name="height" value="0.05" units="cm"/>
      <inkml:brushProperty name="color" value="#FFFFFF"/>
    </inkml:brush>
  </inkml:definitions>
  <inkml:trace contextRef="#ctx0" brushRef="#br0">234 75 24575,'2'0'0,"1"0"0,-1 0 0,1 0 0,0 0 0,-1-1 0,1 1 0,-1-1 0,1 0 0,-1 0 0,1 0 0,-1 0 0,0 0 0,3-2 0,-4 2 0,0 1 0,-1-1 0,1 0 0,0 0 0,-1 0 0,1 0 0,-1 0 0,0 0 0,1 0 0,-1 0 0,0 0 0,1 0 0,-1 0 0,0-1 0,0 1 0,0 0 0,0 0 0,0 0 0,0 0 0,0 0 0,-1 0 0,1 0 0,0 0 0,-1 0 0,1 0 0,0 0 0,-1 0 0,1 0 0,-1 0 0,0 0 0,1 0 0,-1 0 0,-1-1 0,1 0 0,-1 0 0,1 0 0,-1 0 0,1 0 0,-1 0 0,0 0 0,0 0 0,0 1 0,0-1 0,0 1 0,0-1 0,0 1 0,0 0 0,-1 0 0,1 0 0,0 0 0,-1 0 0,-3 0 0,3 1 0,-1-1 0,0 1 0,1 1 0,-1-1 0,1 0 0,-1 1 0,0 0 0,1 0 0,-1 0 0,1 0 0,-5 3 0,-2 2 0,0 0 0,0 0 0,1 1 0,0 0 0,1 1 0,-1 0 0,-6 9 0,-3 5 0,1 1 0,-15 26 0,27-40 0,0 0 0,1 0 0,0 0 0,1 1 0,-1-1 0,2 1 0,-1 0 0,2 0 0,-2 12 0,3-19 0,0-1 0,0 1 0,0 0 0,1 0 0,-1-1 0,1 1 0,-1 0 0,1-1 0,0 1 0,0-1 0,0 1 0,0-1 0,1 0 0,-1 1 0,1-1 0,-1 0 0,1 0 0,3 3 0,-2-2 0,0-1 0,1 0 0,-1 0 0,1 0 0,-1-1 0,1 1 0,-1-1 0,1 0 0,0 0 0,0 0 0,6 0 0,2 0 0,0-1 0,0 0 0,0-1 0,-1 0 0,1-1 0,0-1 0,16-5 0,-14 3 0,-1 0 0,0-1 0,0-1 0,-1 0 0,0-1 0,0 0 0,0 0 0,-1-2 0,13-13 0,-17 15 0,0 0 0,-1-1 0,0 0 0,0 0 0,-1 0 0,0 0 0,-1-1 0,0 0 0,0 0 0,-1 0 0,-1 0 0,1-1 0,0-13 0,-3 21 0,0 0 0,0 0 0,0 0 0,0-1 0,-1 1 0,1 0 0,-1 0 0,0 0 0,-2-5 0,3 7 0,0 1 0,-1 0 0,1-1 0,0 1 0,0-1 0,-1 1 0,1 0 0,0-1 0,-1 1 0,1 0 0,0-1 0,-1 1 0,1 0 0,-1 0 0,1-1 0,0 1 0,-1 0 0,1 0 0,-1 0 0,1-1 0,-1 1 0,1 0 0,-1 0 0,1 0 0,-1 0 0,0 0 0,0 1 0,0-1 0,0 1 0,0-1 0,0 1 0,0-1 0,0 1 0,0 0 0,0-1 0,0 1 0,0 0 0,1 0 0,-1-1 0,0 1 0,0 0 0,0 1 0,-4 7 0,-1 0 0,1 1 0,1-1 0,0 1 0,0 0 0,1 0 0,0 0 0,-2 18 0,2 2 0,0 55 0,3-77 31,0 0 0,1 0 0,0 1 0,0-1 0,1 0 0,0-1 0,1 1 0,-1 0 1,2 0-1,6 12 0,-7-16-132,0 1 1,1-1-1,0 0 1,-1 0 0,1 0-1,0-1 1,1 1-1,-1-1 1,1 0 0,0 0-1,-1 0 1,1-1 0,0 0-1,0 0 1,1 0-1,8 1 1,15 2-6726</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3.528"/>
    </inkml:context>
    <inkml:brush xml:id="br0">
      <inkml:brushProperty name="width" value="0.05" units="cm"/>
      <inkml:brushProperty name="height" value="0.05" units="cm"/>
      <inkml:brushProperty name="color" value="#FFFFFF"/>
    </inkml:brush>
  </inkml:definitions>
  <inkml:trace contextRef="#ctx0" brushRef="#br0">183 215 24575,'-1'-16'0,"0"0"0,0 0 0,-2 0 0,0 0 0,-5-16 0,5 25 0,1 0 0,-1 0 0,0 1 0,0-1 0,-1 0 0,0 1 0,0 0 0,0 0 0,-1 0 0,0 1 0,0-1 0,-11-8 0,14 13 0,1 0 0,-1-1 0,0 1 0,0 0 0,0 0 0,1 0 0,-1 0 0,0 1 0,-1-1 0,1 0 0,0 1 0,0-1 0,0 1 0,0 0 0,0 0 0,0 0 0,0 0 0,-1 0 0,1 0 0,0 1 0,0-1 0,0 1 0,0-1 0,0 1 0,0 0 0,0 0 0,0 0 0,0 0 0,0 0 0,1 0 0,-1 0 0,0 1 0,1-1 0,-1 1 0,1-1 0,-1 1 0,1-1 0,0 1 0,-1 0 0,1 0 0,0 0 0,-1 3 0,-3 5 0,1 0 0,1 0 0,-1 0 0,2 1 0,-1-1 0,1 1 0,0 13 0,1-8 38,1-1 0,1 0 0,0 0 0,1 0 0,1 0 0,1 0 0,0 0 0,7 19 0,-7-25-152,0-1 0,1 1 0,0-1 0,0 1 1,1-1-1,0-1 0,0 1 0,1-1 1,0 0-1,0-1 0,0 0 0,1 0 1,0 0-1,9 4 0,12 3-6712</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3.979"/>
    </inkml:context>
    <inkml:brush xml:id="br0">
      <inkml:brushProperty name="width" value="0.05" units="cm"/>
      <inkml:brushProperty name="height" value="0.05" units="cm"/>
      <inkml:brushProperty name="color" value="#FFFFFF"/>
    </inkml:brush>
  </inkml:definitions>
  <inkml:trace contextRef="#ctx0" brushRef="#br0">50 300 24575,'4'-19'0,"-3"17"0,-1 1 0,1 0 0,-1 0 0,1-1 0,-1 1 0,1 0 0,-1-1 0,0 1 0,0-1 0,0 1 0,0 0 0,0-1 0,0 1 0,0 0 0,0-1 0,0 1 0,-1-1 0,1 1 0,-1 0 0,1 0 0,-1-1 0,0-1 0,1 3 0,0 0 0,-1 0 0,1 0 0,0 0 0,0-1 0,0 1 0,0 0 0,0 0 0,-1 0 0,1 0 0,0 0 0,0 0 0,0-1 0,0 1 0,-1 0 0,1 0 0,0 0 0,0 0 0,0 0 0,-1 0 0,1 0 0,0 0 0,0 0 0,0 0 0,-1 0 0,1 0 0,0 0 0,0 0 0,0 0 0,-1 0 0,1 0 0,0 0 0,0 0 0,0 0 0,-1 1 0,1-1 0,0 0 0,0 0 0,-6 9 0,1 12 0,4-18 0,1 0 0,0-1 0,0 1 0,0 0 0,1 0 0,-1-1 0,1 1 0,-1-1 0,1 1 0,0 0 0,0-1 0,0 1 0,0-1 0,0 0 0,1 1 0,-1-1 0,1 0 0,0 0 0,2 3 0,-1-3 0,1 1 0,-1-1 0,1 1 0,0-1 0,-1 0 0,1-1 0,0 1 0,0-1 0,1 1 0,-1-1 0,5 0 0,2 1 0,0-1 0,0-1 0,0 0 0,0 0 0,0-1 0,0-1 0,0 0 0,17-5 0,-21 4 0,-1 1 0,0-1 0,0 0 0,0-1 0,0 0 0,-1 0 0,1 0 0,-1-1 0,0 1 0,-1-1 0,1 0 0,-1-1 0,0 1 0,0-1 0,0 0 0,-1 0 0,0 0 0,0 0 0,0 0 0,-1-1 0,0 1 0,-1-1 0,2-10 0,-1 6 0,-1 0 0,-1 0 0,0 0 0,-1 0 0,0 0 0,0 0 0,-1 0 0,-1 0 0,1 1 0,-2-1 0,0 1 0,0 0 0,-11-19 0,13 26 0,0 0 0,0 0 0,0 0 0,0 0 0,0 0 0,0 1 0,-1 0 0,0-1 0,1 1 0,-1 0 0,0 0 0,0 0 0,0 0 0,0 1 0,0-1 0,-1 1 0,1 0 0,0 0 0,-1 0 0,-4 0 0,4 1 0,0 0 0,0 1 0,0-1 0,0 1 0,-1 0 0,1 0 0,1 1 0,-1-1 0,0 1 0,0 0 0,0 0 0,1 0 0,-1 0 0,1 1 0,0-1 0,-6 6 0,-5 7 0,1 0 0,0 1 0,1 0 0,1 1 0,0 0 0,1 1 0,-8 19 0,6-8 0,2 0 0,0 1 0,-9 59 0,17-77 0,0 1 0,1 0 0,1-1 0,0 1 0,1 0 0,0-1 0,1 1 0,1-1 0,0 1 0,0-1 0,6 13 0,-5-18 0,0 1 0,0 0 0,1-1 0,0 0 0,0 0 0,1-1 0,0 1 0,0-1 0,0 0 0,1-1 0,0 1 0,0-1 0,1-1 0,-1 1 0,1-2 0,15 7 0,-2-3 0,0-2 0,0 0 0,1-1 0,-1-2 0,1 0 0,28-1 0,-20-3 0,1 0 0,-1-2 0,56-15 0,-82 18 6,43-16 328,-43 16-476,-1-1 0,0 1 0,0-1 0,0 0 0,0 0-1,0-1 1,0 1 0,0-1 0,-1 1 0,1-1 0,2-3 0,-1-6-6684</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5.287"/>
    </inkml:context>
    <inkml:brush xml:id="br0">
      <inkml:brushProperty name="width" value="0.05" units="cm"/>
      <inkml:brushProperty name="height" value="0.05" units="cm"/>
      <inkml:brushProperty name="color" value="#FFFFFF"/>
    </inkml:brush>
  </inkml:definitions>
  <inkml:trace contextRef="#ctx0" brushRef="#br0">334 428 24575,'8'-1'0,"-1"0"0,1 0 0,-1-1 0,1 0 0,-1 0 0,0-1 0,0 1 0,0-2 0,8-4 0,7-6 0,28-21 0,-34 21 0,1 0 0,-2-1 0,0-1 0,-1 0 0,23-34 0,-32 42 0,0 0 0,0 0 0,-1-1 0,0 1 0,-1-1 0,0 0 0,0 0 0,-1 0 0,0-1 0,-1 1 0,0 0 0,0-1 0,-1 1 0,0 0 0,-3-18 0,2 23 0,1 1 0,-1-1 0,0 1 0,-1 0 0,1-1 0,-1 1 0,1 0 0,-1 0 0,0 0 0,0 0 0,0 1 0,0-1 0,-1 0 0,1 1 0,-1 0 0,0-1 0,1 1 0,-1 0 0,0 0 0,0 1 0,-1-1 0,1 1 0,0-1 0,0 1 0,-1 0 0,1 0 0,0 0 0,-1 1 0,1-1 0,-8 1 0,2 0 0,-1 1 0,1 0 0,0 1 0,0 0 0,0 0 0,0 1 0,0 0 0,0 0 0,1 1 0,-15 9 0,6-2 0,1 1 0,1 0 0,0 1 0,1 0 0,0 2 0,1 0 0,-15 21 0,12-11 0,1 0 0,2 1 0,0 0 0,-13 41 0,11-16 0,3 1 0,1 1 0,3-1 0,2 1 0,2 58 0,5-31 0,22 138 0,34 76 0,-30-168 0,-23-105 0,-1-12 0,-1 0 0,0 0 0,-1 0 0,1 0 0,-2 1 0,0-1 0,0 0 0,0 0 0,-4 16 0,4-24 0,0 0 0,-1 0 0,1 0 0,0-1 0,-1 1 0,1 0 0,0 0 0,-1 0 0,1 0 0,-1-1 0,0 1 0,1 0 0,-1 0 0,0-1 0,1 1 0,-1 0 0,0-1 0,0 1 0,0-1 0,1 1 0,-1-1 0,0 1 0,0-1 0,0 0 0,0 0 0,0 1 0,0-1 0,0 0 0,0 0 0,0 0 0,0 0 0,0 0 0,0 0 0,0 0 0,0 0 0,0 0 0,1 0 0,-1-1 0,0 1 0,0 0 0,0-1 0,0 1 0,0-1 0,-1 0 0,-4-2 0,1-1 0,0 1 0,-1-1 0,1 0 0,-7-8 0,-8-10 0,1-1 0,2-1 0,0-1 0,1 0 0,2-1 0,-15-36 0,11 18 0,2-1 0,3-1 0,-10-57 0,21 92 0,-1-3 0,0 0 0,1-1 0,0 1 0,2-1 0,-1 1 0,2-1 0,3-21 0,-3 33 0,0 1 0,0-1 0,1 1 0,-1 0 0,1-1 0,-1 1 0,1 0 0,0 0 0,0 0 0,0 0 0,0 1 0,0-1 0,1 0 0,-1 1 0,0 0 0,1-1 0,-1 1 0,1 0 0,-1 0 0,1 0 0,0 1 0,-1-1 0,1 1 0,5-1 0,9-1 0,-1 2 0,33 1 0,-34 0 0,132 18 0,-3-1 0,-124-17 0,0 0 0,0-2 0,0 0 0,0-2 0,20-4 0,-33 5 0,0 0 0,0 0 0,0-1 0,0 0 0,-1 0 0,1-1 0,-1 0 0,0 0 0,0 0 0,0-1 0,-1 0 0,0 0 0,7-9 0,-6 6 0,0-1 0,0 0 0,-1-1 0,-1 1 0,1-1 0,-2 0 0,1 0 0,2-16 0,-5 17 0,-6 15 0,-4 15 0,-3 29-195,3 1 0,1-1 0,3 2 0,2-1 0,2 0 0,6 52 0,-1-66-6631</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5.427"/>
    </inkml:context>
    <inkml:brush xml:id="br0">
      <inkml:brushProperty name="width" value="0.05" units="cm"/>
      <inkml:brushProperty name="height" value="0.05" units="cm"/>
      <inkml:brushProperty name="color" value="#FFFFFF"/>
    </inkml:brush>
  </inkml:definitions>
  <inkml:trace contextRef="#ctx0" brushRef="#br0">0 28 24575,'0'-7'0,"0"-4"0,0 2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5.662"/>
    </inkml:context>
    <inkml:brush xml:id="br0">
      <inkml:brushProperty name="width" value="0.05" units="cm"/>
      <inkml:brushProperty name="height" value="0.05" units="cm"/>
      <inkml:brushProperty name="color" value="#FFFFFF"/>
    </inkml:brush>
  </inkml:definitions>
  <inkml:trace contextRef="#ctx0" brushRef="#br0">20 47 24575,'0'-5'0,"-1"0"0,0 0 0,-1 0 0,1 0 0,-5-8 0,3 6 0,1 6 0,1 8 0,-1 11 0,2 373 217,1-189-1799,-1-158-5244</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6.301"/>
    </inkml:context>
    <inkml:brush xml:id="br0">
      <inkml:brushProperty name="width" value="0.05" units="cm"/>
      <inkml:brushProperty name="height" value="0.05" units="cm"/>
      <inkml:brushProperty name="color" value="#FFFFFF"/>
    </inkml:brush>
  </inkml:definitions>
  <inkml:trace contextRef="#ctx0" brushRef="#br0">95 285 24575,'12'0'0,"1"0"0,-1-1 0,0-1 0,0 0 0,0-1 0,15-4 0,-19 3 0,0 1 0,-1-1 0,1 0 0,-1-1 0,0 0 0,0 0 0,0-1 0,-1 1 0,10-12 0,-11 11 0,-1 1 0,-1 0 0,1-1 0,-1 0 0,0 1 0,0-1 0,-1-1 0,0 1 0,0 0 0,0 0 0,-1-1 0,0 1 0,0-10 0,-1 13 0,0 0 0,0 0 0,0 0 0,0 1 0,-1-1 0,0 0 0,1 0 0,-1 1 0,0-1 0,0 0 0,-1 1 0,1-1 0,0 1 0,-1 0 0,0-1 0,1 1 0,-1 0 0,0 0 0,0 0 0,0 0 0,0 0 0,-1 0 0,1 1 0,0-1 0,-1 1 0,1 0 0,-1-1 0,0 1 0,1 0 0,-1 1 0,0-1 0,0 0 0,-2 1 0,-3-1 0,1 1 0,0-1 0,-1 2 0,1-1 0,0 1 0,0 1 0,0-1 0,-1 1 0,2 0 0,-1 1 0,0-1 0,0 1 0,1 1 0,-1-1 0,1 1 0,0 0 0,-7 7 0,1-1 0,1 0 0,0 1 0,1 0 0,0 1 0,1 0 0,0 0 0,-9 19 0,12-19 0,1 0 0,0 0 0,1 1 0,1 0 0,0-1 0,0 1 0,1 0 0,1 0 0,1 0 0,1 23 0,-1-31 0,0 1 0,1-1 0,0 1 0,0-1 0,1 1 0,0-1 0,0 0 0,0 0 0,0 1 0,1-2 0,0 1 0,0 0 0,0-1 0,0 1 0,1-1 0,0 0 0,0 0 0,0 0 0,0-1 0,1 1 0,-1-1 0,1 0 0,0 0 0,0-1 0,0 0 0,0 1 0,7 0 0,0 0 0,0-2 0,1 0 0,-1 0 0,0-1 0,1-1 0,-1 0 0,0 0 0,0-1 0,0-1 0,0 0 0,0-1 0,0 0 0,-1-1 0,0 0 0,11-7 0,8-5 0,-1-2 0,-1-1 0,0-1 0,28-29 0,-34 28 0,-1-1 0,-1 0 0,-1-2 0,-1 0 0,-2-1 0,0-1 0,-2 0 0,-1-1 0,12-36 0,-22 40 0,-6 19 0,-5 13 0,5-2 0,0 0 0,1-1 0,-1 1 0,1 0 0,1 1 0,-1-1 0,1 0 0,1 0 0,-1 1 0,1-1 0,0 0 0,0 1 0,1-1 0,0 0 0,0 1 0,0-1 0,1 0 0,4 12 0,5 7 0,1 0 0,28 46 0,-36-64 0,20 28 0,-16-25 0,-1 0 0,0 0 0,-1 1 0,0 0 0,0 0 0,-2 1 0,1-1 0,3 16 0,-8-25 0,0 1 0,0-1 0,-1 1 0,1 0 0,-1-1 0,1 1 0,-1-1 0,0 1 0,0-1 0,0 1 0,0-1 0,0 0 0,0 1 0,-1-1 0,1 0 0,-1 0 0,0 0 0,0 0 0,0 0 0,0-1 0,0 1 0,0 0 0,0-1 0,0 0 0,0 1 0,-1-1 0,1 0 0,-4 1 0,-7 3 0,0 0 0,0-1 0,-27 5 0,-64 1-1365,55-9-5461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6.502"/>
    </inkml:context>
    <inkml:brush xml:id="br0">
      <inkml:brushProperty name="width" value="0.05" units="cm"/>
      <inkml:brushProperty name="height" value="0.05" units="cm"/>
      <inkml:brushProperty name="color" value="#FFFFFF"/>
    </inkml:brush>
  </inkml:definitions>
  <inkml:trace contextRef="#ctx0" brushRef="#br0">1 34 24575,'24'-8'0,"0"1"0,0 1 0,1 1 0,36-2 0,-53 7 0,1 0 0,-1 0 0,0 1 0,0 0 0,0 0 0,1 1 0,-1 0 0,-1 1 0,1-1 0,0 2 0,-1-1 0,1 1 0,-1 0 0,0 0 0,0 1 0,-1 0 0,10 9 0,-5-1 0,1 1 0,-2 1 0,0 0 0,0 0 0,-1 1 0,-1 0 0,-1 1 0,-1-1 0,0 1 0,-1 1 0,3 18 0,-4-15 0,-1-1 0,-1 1 0,-1 0 0,0 0 0,-2 0 0,-1 0 0,0-1 0,-2 1 0,-7 26 0,4-28-195,-1 0 0,-1 0 0,-1-1 0,-1 0 0,0-1 0,-24 28 0,-24 21-6631</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5:16.829"/>
    </inkml:context>
    <inkml:brush xml:id="br0">
      <inkml:brushProperty name="width" value="0.05" units="cm"/>
      <inkml:brushProperty name="height" value="0.05" units="cm"/>
      <inkml:brushProperty name="color" value="#FFFFFF"/>
    </inkml:brush>
  </inkml:definitions>
  <inkml:trace contextRef="#ctx0" brushRef="#br0">101 15 24575,'6'-2'0,"0"-1"0,1 1 0,-1 0 0,0 1 0,1-1 0,-1 1 0,8 0 0,-12 1 0,0 0 0,-1 0 0,1 0 0,-1 0 0,1 0 0,-1 0 0,1 0 0,-1 0 0,1 1 0,-1-1 0,1 0 0,-1 1 0,1 0 0,-1-1 0,0 1 0,1 0 0,-1 0 0,0-1 0,1 1 0,-1 0 0,0 0 0,0 0 0,0 1 0,0-1 0,0 0 0,0 0 0,0 1 0,-1-1 0,1 0 0,0 1 0,-1-1 0,1 1 0,-1-1 0,1 1 0,-1 1 0,0 8 0,0-1 0,-1 1 0,-1 0 0,1 0 0,-2-1 0,0 1 0,-7 19 0,0-2 0,-37 116 0,-37 127 0,72-220 0,2 0 0,2 0 0,-2 75 0,10-104 0,1-1 0,1 1 0,1 0 0,0 0 0,2-1 0,0 0 0,2 0 0,15 35 0,-14-42 0,0 0 0,0 0 0,2 0 0,0-1 0,0-1 0,1 0 0,1 0 0,0-1 0,0 0 0,1-1 0,0-1 0,20 10 0,-1-4-195,1-1 0,1-2 0,0-1 0,1-2 0,0-1 0,62 5 0,-1-4-6631</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32.826"/>
    </inkml:context>
    <inkml:brush xml:id="br0">
      <inkml:brushProperty name="width" value="0.05" units="cm"/>
      <inkml:brushProperty name="height" value="0.05" units="cm"/>
      <inkml:brushProperty name="color" value="#FFFFFF"/>
    </inkml:brush>
  </inkml:definitions>
  <inkml:trace contextRef="#ctx0" brushRef="#br0">261 1 24575,'1'112'19,"-14"420"-298,-64 187-1026,34-371 1309,2-7 6,-21 185-430,37-33 347,25-4-128,16-47-798,-7-343 1054,4 0 0,37 139 0,-39-201 281,1-1 0,1-1 0,25 44-1,-27-59-160,0-2-1,2 0 0,0 0 1,1-1-1,1-1 0,0 0 0,20 14 1,24 14-107,3-2 0,1-4 1,1-1-1,135 52 0,-172-79 103,37 9 0,-56-17-361,0 0 0,1-1 1,0 0-1,-1-1 0,1 0 1,-1 0-1,1-1 1,14-2-1,0-5-6636</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33.792"/>
    </inkml:context>
    <inkml:brush xml:id="br0">
      <inkml:brushProperty name="width" value="0.05" units="cm"/>
      <inkml:brushProperty name="height" value="0.05" units="cm"/>
      <inkml:brushProperty name="color" value="#FFFFFF"/>
    </inkml:brush>
  </inkml:definitions>
  <inkml:trace contextRef="#ctx0" brushRef="#br0">400 0 24575,'4'64'0,"2"0"0,3 0 0,23 81 0,-9-48 0,166 1151-1422,-133-464 1398,-46-4 317,-10-764-246,-2 45-83,-14 98 0,13-141 124,-1-1 1,-1 0-1,0 0 1,-1 0 0,-1 0-1,-1-1 1,0 0 0,-1-1-1,-1 0 1,-14 17-1,19-26-59,-2 0 1,1 0-1,-1 0 0,1-1 0,-1-1 0,-1 1 0,-9 4 0,-7 2-41,-27 7 0,32-12 7,-80 28 161,-230 71-1677,293-96-5305</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49.307"/>
    </inkml:context>
    <inkml:brush xml:id="br0">
      <inkml:brushProperty name="width" value="0.05" units="cm"/>
      <inkml:brushProperty name="height" value="0.05" units="cm"/>
      <inkml:brushProperty name="color" value="#FFFFFF"/>
    </inkml:brush>
  </inkml:definitions>
  <inkml:trace contextRef="#ctx0" brushRef="#br0">1 1 24575,'9'0'0,"19"9"0,17 19 0,13 23 0,7 12 0,0 18 0,-3 3 0,-1 13 0,2 6 0,3-6 0,-3-10 0,-11-17 0,-12-19-8191</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49.758"/>
    </inkml:context>
    <inkml:brush xml:id="br0">
      <inkml:brushProperty name="width" value="0.05" units="cm"/>
      <inkml:brushProperty name="height" value="0.05" units="cm"/>
      <inkml:brushProperty name="color" value="#FFFFFF"/>
    </inkml:brush>
  </inkml:definitions>
  <inkml:trace contextRef="#ctx0" brushRef="#br0">620 1 24575,'0'2'0,"0"0"0,-1 0 0,1 0 0,-1 0 0,0-1 0,1 1 0,-1 0 0,0 0 0,0 0 0,0-1 0,0 1 0,-2 2 0,-5 7 0,-65 109 0,-5-3 0,-166 190 0,200-261 116,-44 52 65,77-84-458,0 1 0,1 0 0,1 0 0,1 1 0,-9 22 0,9-13-6549</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50.260"/>
    </inkml:context>
    <inkml:brush xml:id="br0">
      <inkml:brushProperty name="width" value="0.05" units="cm"/>
      <inkml:brushProperty name="height" value="0.05" units="cm"/>
      <inkml:brushProperty name="color" value="#FFFFFF"/>
    </inkml:brush>
  </inkml:definitions>
  <inkml:trace contextRef="#ctx0" brushRef="#br0">481 1 24575,'-19'385'0,"8"-258"0,-7 59 0,13-152 0,-2 0 0,-1 0 0,-17 41 0,21-65 0,0 0 0,-1-1 0,0 0 0,0 0 0,-1 0 0,0-1 0,-1 0 0,0 0 0,0 0 0,-1-1 0,-8 6 0,4-5 0,1-1 0,-1-1 0,0 0 0,0 0 0,-1-1 0,0-1 0,0 0 0,-15 2 0,-8 0-682,-55 2-1,37-7-6143</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50.751"/>
    </inkml:context>
    <inkml:brush xml:id="br0">
      <inkml:brushProperty name="width" value="0.05" units="cm"/>
      <inkml:brushProperty name="height" value="0.05" units="cm"/>
      <inkml:brushProperty name="color" value="#FFFFFF"/>
    </inkml:brush>
  </inkml:definitions>
  <inkml:trace contextRef="#ctx0" brushRef="#br0">21 0 24575,'-7'147'0,"0"-39"0,4-43 0,0 80 0,3-117 0,2 0 0,1 0 0,8 28 0,-6-35 0,2 0 0,1-1 0,0 0 0,16 25 0,51 71 0,0 0 0,-43-58 0,3-2 0,66 83 0,-92-130-151,-1 0-1,1-1 0,1 0 0,-1-1 1,1 0-1,0 0 0,1-1 1,20 9-1,-12-9-6674</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6:52.184"/>
    </inkml:context>
    <inkml:brush xml:id="br0">
      <inkml:brushProperty name="width" value="0.05" units="cm"/>
      <inkml:brushProperty name="height" value="0.05" units="cm"/>
      <inkml:brushProperty name="color" value="#FFFFFF"/>
    </inkml:brush>
  </inkml:definitions>
  <inkml:trace contextRef="#ctx0" brushRef="#br0">1 993 24575,'1'10'0,"0"-1"0,1 1 0,0-1 0,6 15 0,-4-11 0,-2-7 0,-1-1 0,2 1 0,-1-1 0,1 1 0,-1-1 0,1 0 0,1 0 0,-1 0 0,7 6 0,-8-9 0,0 0 0,0-1 0,0 1 0,0-1 0,0 1 0,1-1 0,-1 0 0,1 0 0,-1 0 0,1 0 0,-1-1 0,1 1 0,-1-1 0,1 1 0,0-1 0,-1 0 0,1 0 0,0 0 0,-1 0 0,1 0 0,0-1 0,-1 1 0,5-3 0,2 0 0,-1 0 0,0-1 0,1 0 0,-2-1 0,1 1 0,10-10 0,44-43 0,-56 52 0,137-141 42,70-67-267,-39 62-476,8 8 1,300-181 0,-374 261-5207</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7:10.186"/>
    </inkml:context>
    <inkml:brush xml:id="br0">
      <inkml:brushProperty name="width" value="0.05" units="cm"/>
      <inkml:brushProperty name="height" value="0.05" units="cm"/>
      <inkml:brushProperty name="color" value="#FFFFFF"/>
    </inkml:brush>
  </inkml:definitions>
  <inkml:trace contextRef="#ctx0" brushRef="#br0">0 181 24575,'9'-6'0,"10"-5"0,10-4 0,14-3 0,4 2 0,8-2 0,0 1 0,-2 2 0,1 2 0,-2 0 0,-3 3 0,-4 0 0,-7 2 0,-6 1 0,-9 3-8191</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57:11.291"/>
    </inkml:context>
    <inkml:brush xml:id="br0">
      <inkml:brushProperty name="width" value="0.05" units="cm"/>
      <inkml:brushProperty name="height" value="0.05" units="cm"/>
      <inkml:brushProperty name="color" value="#FFFFFF"/>
    </inkml:brush>
  </inkml:definitions>
  <inkml:trace contextRef="#ctx0" brushRef="#br0">0 9 24575,'0'0'0,"1"-1"0,-1 1 0,0-1 0,1 1 0,-1-1 0,0 1 0,1-1 0,-1 1 0,0-1 0,1 1 0,-1 0 0,1-1 0,-1 1 0,1 0 0,-1-1 0,1 1 0,-1 0 0,1 0 0,0 0 0,-1-1 0,1 1 0,-1 0 0,1 0 0,-1 0 0,1 0 0,0 0 0,-1 0 0,1 0 0,-1 0 0,1 0 0,-1 0 0,1 0 0,0 1 0,-1-1 0,1 0 0,-1 0 0,1 0 0,0 1 0,29 8 0,-28-9 0,47 21 0,-2 1 0,0 2 0,57 39 0,-68-40 0,-10-8 0,-16-10 0,-1 0 0,16 12 0,-23-15 0,1 1 0,0-1 0,-1 1 0,0 0 0,0 0 0,1 0 0,-2 0 0,1 0 0,0 0 0,-1 1 0,1-1 0,0 5 0,1 4 0,-1 1 0,0-1 0,-1 1 0,0 0 0,-1-1 0,-2 17 0,-16 75 0,17-98 0,-20 71 0,-3 0 0,-59 126 0,41-106 0,15-41-1365,16-39-5461</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2:37.716"/>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2:52.690"/>
    </inkml:context>
    <inkml:brush xml:id="br0">
      <inkml:brushProperty name="width" value="0.05" units="cm"/>
      <inkml:brushProperty name="height" value="0.05" units="cm"/>
      <inkml:brushProperty name="color" value="#FFFFFF"/>
    </inkml:brush>
  </inkml:definitions>
  <inkml:trace contextRef="#ctx0" brushRef="#br0">1 0 24482,'0'7376'0,"11472"-7376"0,-11472-7376 0,-11472 7376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2:56.954"/>
    </inkml:context>
    <inkml:brush xml:id="br0">
      <inkml:brushProperty name="width" value="0.05" units="cm"/>
      <inkml:brushProperty name="height" value="0.05" units="cm"/>
      <inkml:brushProperty name="color" value="#FFFFFF"/>
    </inkml:brush>
  </inkml:definitions>
  <inkml:trace contextRef="#ctx0" brushRef="#br0">0 0 24518,'0'2617'0,"4065"-2617"0,-4065-2617 0,-4065 2617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9.240"/>
    </inkml:context>
    <inkml:brush xml:id="br0">
      <inkml:brushProperty name="width" value="0.05" units="cm"/>
      <inkml:brushProperty name="height" value="0.05" units="cm"/>
      <inkml:brushProperty name="color" value="#FFFFFF"/>
    </inkml:brush>
  </inkml:definitions>
  <inkml:trace contextRef="#ctx0" brushRef="#br0">1 0 24502,'0'2759'0,"5679"-2759"0,-5679-2759 0,-5679 2759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7.210"/>
    </inkml:context>
    <inkml:brush xml:id="br0">
      <inkml:brushProperty name="width" value="0.05" units="cm"/>
      <inkml:brushProperty name="height" value="0.05" units="cm"/>
      <inkml:brushProperty name="color" value="#FFFFFF"/>
    </inkml:brush>
  </inkml:definitions>
  <inkml:trace contextRef="#ctx0" brushRef="#br0">0 1 24515,'0'2527'0,"3845"-2527"0,-3845-2527 0,-3845 2527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4.696"/>
    </inkml:context>
    <inkml:brush xml:id="br0">
      <inkml:brushProperty name="width" value="0.05" units="cm"/>
      <inkml:brushProperty name="height" value="0.05" units="cm"/>
      <inkml:brushProperty name="color" value="#FFFFFF"/>
    </inkml:brush>
  </inkml:definitions>
  <inkml:trace contextRef="#ctx0" brushRef="#br0">0 0 24476,'0'2445'0,"4683"-2445"0,-4683-2445 0,-4683 2445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5.005"/>
    </inkml:context>
    <inkml:brush xml:id="br0">
      <inkml:brushProperty name="width" value="0.05" units="cm"/>
      <inkml:brushProperty name="height" value="0.05" units="cm"/>
      <inkml:brushProperty name="color" value="#FFFFFF"/>
    </inkml:brush>
  </inkml:definitions>
  <inkml:trace contextRef="#ctx0" brushRef="#br0">0 183 24575,'1'-10'0,"1"0"0,0 1 0,0-1 0,1 0 0,1 1 0,7-18 0,-1 4 0,-9 21 0,2-6 0,-1 2 0,1-1 0,0 0 0,1 0 0,-1 1 0,1 0 0,1 0 0,-1 0 0,6-5 0,-10 10 0,0 1 0,0 0 0,1 0 0,-1 0 0,0 0 0,0 0 0,0 0 0,0-1 0,0 1 0,0 0 0,1 0 0,-1 0 0,0 0 0,0 0 0,0 0 0,0 0 0,1 0 0,-1 0 0,0 0 0,0 0 0,0 0 0,0 0 0,1 0 0,-1 0 0,0 0 0,0 0 0,0 0 0,0 0 0,1 0 0,-1 0 0,0 0 0,0 0 0,0 0 0,0 0 0,0 0 0,1 0 0,-1 0 0,0 1 0,0-1 0,0 0 0,0 0 0,0 0 0,1 10 0,-6 13 0,4-22 0,-5 24 0,0 0 0,2 0 0,1 1 0,1-1 0,1 1 0,2 28 0,0-39 0,1 1 0,1-1 0,0 0 0,1 0 0,0 0 0,1 0 0,1 0 0,1-1 0,0 0 0,0-1 0,13 17 0,-18-27 0,1 1 0,0-1 0,0 1 0,1-1 0,-1 0 0,0-1 0,1 1 0,0-1 0,-1 1 0,1-1 0,0 0 0,0 0 0,1-1 0,-1 1 0,0-1 0,1 0 0,-1 0 0,0-1 0,1 1 0,-1-1 0,1 0 0,6 0 0,-5-1 0,0-1 0,0 1 0,0-1 0,0-1 0,0 1 0,-1-1 0,1 1 0,-1-2 0,0 1 0,0-1 0,0 1 0,0-1 0,-1-1 0,1 1 0,6-9 0,-3 1 0,0 0 0,-1-1 0,0 0 0,0 0 0,-2-1 0,6-19 0,17-88 0,-24 100 0,-2 4 0,-5 20 0,-5 28 0,5 12 0,1 1 0,3-1 0,6 48 0,27 128 0,-17-140-1365,-10-49-5461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5.364"/>
    </inkml:context>
    <inkml:brush xml:id="br0">
      <inkml:brushProperty name="width" value="0.05" units="cm"/>
      <inkml:brushProperty name="height" value="0.05" units="cm"/>
      <inkml:brushProperty name="color" value="#FFFFFF"/>
    </inkml:brush>
  </inkml:definitions>
  <inkml:trace contextRef="#ctx0" brushRef="#br0">74 29 24575,'6'-21'0,"-4"14"0,-11 19 0,-1 3 0,1 0 0,0 1 0,1 1 0,1-1 0,1 1 0,0 0 0,1 1 0,1 0 0,1-1 0,-2 31 0,5-45 0,-1-1 0,2 1 0,-1 0 0,0-1 0,0 1 0,1 0 0,0-1 0,-1 1 0,1-1 0,0 1 0,0-1 0,0 1 0,1-1 0,-1 0 0,3 4 0,-2-4 0,-1-1 0,1 0 0,0 0 0,-1 0 0,1 0 0,0 0 0,0-1 0,0 1 0,-1 0 0,1-1 0,0 1 0,0-1 0,0 0 0,0 0 0,0 0 0,0 0 0,0 0 0,0 0 0,0 0 0,0 0 0,3-2 0,55-15 0,-41 11 0,1 0 0,0 1 0,0 1 0,27-2 0,-42 6 0,-1 0 0,1 0 0,0 0 0,-1 1 0,1-1 0,-1 1 0,1 0 0,0 1 0,-1-1 0,0 1 0,1 0 0,-1 0 0,0 0 0,0 1 0,0-1 0,0 1 0,-1 0 0,1 0 0,-1 0 0,0 1 0,0-1 0,0 1 0,5 7 0,-5-5 18,0 1 0,-1-1 0,1 1 0,-2 0 0,1 0 0,0 0 0,-1 0 0,-1 0 0,1 0 0,-1 0 0,0 0 0,0 0 0,-1 0 0,0 0 0,-1 0 0,1 0 0,-1-1 0,-6 14 0,4-10-150,0-1 1,-1 0 0,0 0-1,0 0 1,-1 0 0,-1-1 0,1 0-1,-1-1 1,0 1 0,-1-1 0,0 0-1,-11 7 1,-5-2-6695</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5.536"/>
    </inkml:context>
    <inkml:brush xml:id="br0">
      <inkml:brushProperty name="width" value="0.05" units="cm"/>
      <inkml:brushProperty name="height" value="0.05" units="cm"/>
      <inkml:brushProperty name="color" value="#FFFFFF"/>
    </inkml:brush>
  </inkml:definitions>
  <inkml:trace contextRef="#ctx0" brushRef="#br0">1 95 24575,'3'-6'0,"1"-6"0,3-3 0,4-2 0,2 1 0,6 4 0,3 3 0,3 4 0,7 3 0,5 1 0,1 1 0,2 4 0,-1 1 0,0 3 0,-8 0-8191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5.907"/>
    </inkml:context>
    <inkml:brush xml:id="br0">
      <inkml:brushProperty name="width" value="0.05" units="cm"/>
      <inkml:brushProperty name="height" value="0.05" units="cm"/>
      <inkml:brushProperty name="color" value="#FFFFFF"/>
    </inkml:brush>
  </inkml:definitions>
  <inkml:trace contextRef="#ctx0" brushRef="#br0">40 1 24575,'-1'0'0,"1"0"0,-1 0 0,0 1 0,1-1 0,-1 0 0,0 1 0,1-1 0,-1 0 0,1 1 0,-1-1 0,1 0 0,-1 1 0,1-1 0,-1 1 0,1-1 0,-1 1 0,1 0 0,0-1 0,-1 1 0,1-1 0,0 1 0,-1 0 0,1-1 0,0 2 0,-7 19 0,6-15 0,-6 22 0,2 0 0,1 0 0,2 0 0,0 0 0,2 1 0,1-1 0,8 45 0,-8-65 0,0 0 0,1-1 0,0 1 0,0-1 0,1 1 0,0-1 0,0 0 0,1 0 0,8 12 0,-10-16 0,1-1 0,-1 1 0,1-1 0,0 0 0,-1 1 0,1-1 0,0-1 0,0 1 0,1 0 0,-1-1 0,0 1 0,1-1 0,-1 0 0,0 0 0,1 0 0,-1-1 0,1 1 0,0-1 0,-1 0 0,1 0 0,-1 0 0,1-1 0,6-1 0,2 0 0,-1-2 0,0 1 0,0-2 0,0 0 0,0 0 0,-1-1 0,0 0 0,0 0 0,0-1 0,-1-1 0,0 0 0,12-13 0,-12 11 0,-1 1 0,0-1 0,-1-1 0,0 1 0,-1-1 0,0 0 0,-1-1 0,0 0 0,0 1 0,-2-1 0,5-21 0,-7 28 0,0-1 0,-1 1 0,0-1 0,0 1 0,0-1 0,0 1 0,-1 0 0,0-1 0,0 1 0,-1 0 0,1-1 0,-1 1 0,0 0 0,-1 0 0,1 0 0,-1 1 0,0-1 0,0 1 0,0-1 0,-1 1 0,1 0 0,-1 0 0,0 0 0,0 1 0,-1-1 0,1 1 0,-1 0 0,0 1 0,1-1 0,-1 1 0,0 0 0,-1 0 0,1 0 0,0 1 0,0 0 0,-1 0 0,-6-1 0,-1 1-273,0 0 0,0 0 0,0 1 0,-26 4 0,16 1-6553</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6.478"/>
    </inkml:context>
    <inkml:brush xml:id="br0">
      <inkml:brushProperty name="width" value="0.05" units="cm"/>
      <inkml:brushProperty name="height" value="0.05" units="cm"/>
      <inkml:brushProperty name="color" value="#FFFFFF"/>
    </inkml:brush>
  </inkml:definitions>
  <inkml:trace contextRef="#ctx0" brushRef="#br0">87 280 24575,'-1'-1'0,"0"0"0,1 0 0,-1 0 0,0 0 0,0 0 0,0 0 0,-1 0 0,1 0 0,0 1 0,0-1 0,0 0 0,-1 1 0,1-1 0,0 1 0,0-1 0,-1 1 0,1-1 0,-1 1 0,1 0 0,0 0 0,-1 0 0,1 0 0,0 0 0,-1 0 0,1 0 0,-1 0 0,-1 1 0,2 0 0,0 0 0,0 1 0,-1-1 0,1 0 0,0 0 0,0 1 0,0-1 0,1 1 0,-1-1 0,0 1 0,0-1 0,1 1 0,-1 0 0,1-1 0,0 1 0,-1 0 0,1-1 0,0 1 0,0 0 0,0-1 0,0 1 0,0 1 0,14 337 0,-14-215 0,-1-289 0,-29-210 0,23 332 0,2 19 0,1 0 0,2 0 0,0-1 0,2-23 0,0 45 0,0 0 0,1 0 0,-1 0 0,0 0 0,1 0 0,-1 0 0,1-1 0,0 1 0,0 0 0,0 1 0,0-1 0,0 0 0,0 0 0,0 0 0,1 1 0,-1-1 0,0 0 0,1 1 0,0-1 0,2-1 0,-1 2 0,-1 0 0,1 0 0,0 0 0,-1 0 0,1 1 0,0-1 0,0 1 0,-1 0 0,1 0 0,0 0 0,0 0 0,0 0 0,4 2 0,7 1 0,-1 1 0,0 1 0,0 0 0,-1 1 0,14 8 0,-3 0 0,-1 0 0,38 32 0,-52-38 0,0-1 0,0 1 0,-1 1 0,0-1 0,-1 1 0,1 1 0,-2-1 0,1 1 0,5 15 0,-10-21 13,0 0 1,0 0-1,0 0 0,-1 0 0,1 0 0,-1 0 0,0 1 0,0-1 0,-1 0 1,1 0-1,-1 0 0,0 0 0,0 0 0,0 0 0,0 0 0,-1 0 0,0 0 1,1 0-1,-2-1 0,1 1 0,0 0 0,-1-1 0,1 0 0,-1 0 0,-6 5 1,1 0-204,-1-1 0,-1-1 1,1 1-1,-1-2 0,0 1 1,-1-1-1,1-1 1,-14 4-1,-8 1-6636</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6.947"/>
    </inkml:context>
    <inkml:brush xml:id="br0">
      <inkml:brushProperty name="width" value="0.05" units="cm"/>
      <inkml:brushProperty name="height" value="0.05" units="cm"/>
      <inkml:brushProperty name="color" value="#FFFFFF"/>
    </inkml:brush>
  </inkml:definitions>
  <inkml:trace contextRef="#ctx0" brushRef="#br0">218 84 24575,'0'-4'0,"0"0"0,-1 0 0,1 0 0,-1 0 0,0 0 0,-1 0 0,1 0 0,-1 1 0,1-1 0,-1 0 0,0 1 0,0-1 0,-1 1 0,1 0 0,-1 0 0,0 0 0,-5-5 0,6 6 0,0 1 0,0 0 0,0-1 0,0 1 0,0 0 0,0 0 0,0 0 0,-1 0 0,1 1 0,0-1 0,-1 1 0,1-1 0,0 1 0,-1 0 0,1 0 0,0 0 0,-1 0 0,1 0 0,0 1 0,-1-1 0,1 0 0,0 1 0,0 0 0,-1 0 0,1 0 0,0 0 0,0 0 0,0 0 0,0 0 0,0 1 0,0-1 0,-1 2 0,-6 6 0,0 0 0,1 1 0,1 0 0,0 0 0,0 0 0,1 1 0,-10 22 0,6-7 0,0 1 0,-7 38 0,16-58 0,-1-1 0,1 1 0,1 0 0,-1 0 0,1 0 0,0 0 0,1 0 0,1 10 0,-1-15 0,-1 0 0,1 0 0,0 0 0,0-1 0,0 1 0,0 0 0,0-1 0,0 1 0,0-1 0,0 1 0,1-1 0,-1 1 0,0-1 0,1 0 0,-1 0 0,1 0 0,0 0 0,-1 0 0,1 0 0,0 0 0,0 0 0,-1-1 0,1 1 0,0-1 0,0 1 0,0-1 0,0 0 0,0 0 0,0 0 0,0 0 0,0 0 0,-1 0 0,1 0 0,0-1 0,2 0 0,7-1 0,0-1 0,-1 0 0,1-1 0,-1 0 0,0 0 0,0-1 0,0-1 0,-1 0 0,0 0 0,0 0 0,0-1 0,8-10 0,-3 3 0,-1 0 0,0-2 0,-1 1 0,-1-2 0,18-34 0,-19 28 0,-8 17 0,1 0 0,-1-1 0,1 1 0,8-10 0,-11 15 0,0 1 0,1 0 0,-1-1 0,0 1 0,1-1 0,-1 1 0,1 0 0,-1-1 0,0 1 0,1 0 0,-1-1 0,1 1 0,-1 0 0,1 0 0,-1 0 0,1-1 0,-1 1 0,1 0 0,-1 0 0,1 0 0,0 0 0,-1 0 0,1 0 0,-1 0 0,1 0 0,-1 0 0,1 0 0,-1 0 0,1 0 0,-1 0 0,1 1 0,-1-1 0,1 0 0,-1 0 0,1 1 0,-1-1 0,1 0 0,-1 0 0,0 1 0,1-1 0,-1 1 0,1-1 0,-1 0 0,0 1 0,1-1 0,-1 1 0,0-1 0,0 1 0,1-1 0,-1 1 0,0-1 0,0 1 0,0-1 0,1 1 0,12 34 0,-12-32 0,7 25 74,4 13-793,32 76-1,-35-99-6106</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7.134"/>
    </inkml:context>
    <inkml:brush xml:id="br0">
      <inkml:brushProperty name="width" value="0.05" units="cm"/>
      <inkml:brushProperty name="height" value="0.05" units="cm"/>
      <inkml:brushProperty name="color" value="#FFFFFF"/>
    </inkml:brush>
  </inkml:definitions>
  <inkml:trace contextRef="#ctx0" brushRef="#br0">0 33 24575,'0'-3'0,"0"-5"0,0-3 0,3 3 0,5 6 0,3 6 0,3 9 0,5 8 0,4 8 0,-1 4 0,1 2 0,-2 3 0,-1-3 0,0-1 0,-1-3 0,-4-7-8191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7.292"/>
    </inkml:context>
    <inkml:brush xml:id="br0">
      <inkml:brushProperty name="width" value="0.05" units="cm"/>
      <inkml:brushProperty name="height" value="0.05" units="cm"/>
      <inkml:brushProperty name="color" value="#FFFFFF"/>
    </inkml:brush>
  </inkml:definitions>
  <inkml:trace contextRef="#ctx0" brushRef="#br0">272 28 24575,'0'-3'0,"0"-4"0,-3-1 0,-4 1 0,-5 4 0,-2 7 0,-6 8 0,-5 8 0,-2 8 0,-2 4 0,-3 7 0,2 3 0,2 0 0,3-1 0,5-7-8191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7.817"/>
    </inkml:context>
    <inkml:brush xml:id="br0">
      <inkml:brushProperty name="width" value="0.05" units="cm"/>
      <inkml:brushProperty name="height" value="0.05" units="cm"/>
      <inkml:brushProperty name="color" value="#FFFFFF"/>
    </inkml:brush>
  </inkml:definitions>
  <inkml:trace contextRef="#ctx0" brushRef="#br0">23 20 24575,'-4'0'0,"-3"0"0,-1-3 0,4-2 0,6 1 0,9 1 0,8 1 0,11 0 0,6 2 0,-3-1-8191</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7.970"/>
    </inkml:context>
    <inkml:brush xml:id="br0">
      <inkml:brushProperty name="width" value="0.05" units="cm"/>
      <inkml:brushProperty name="height" value="0.05" units="cm"/>
      <inkml:brushProperty name="color" value="#FFFFFF"/>
    </inkml:brush>
  </inkml:definitions>
  <inkml:trace contextRef="#ctx0" brushRef="#br0">15 1 24575,'-3'3'0,"-4"4"0,2 1 0,5-1 0,9-2 0,9-1 0,11-2 0,6-1 0,7 0 0,-3-1-8191</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9.538"/>
    </inkml:context>
    <inkml:brush xml:id="br0">
      <inkml:brushProperty name="width" value="0.05" units="cm"/>
      <inkml:brushProperty name="height" value="0.05" units="cm"/>
      <inkml:brushProperty name="color" value="#FFFFFF"/>
    </inkml:brush>
  </inkml:definitions>
  <inkml:trace contextRef="#ctx0" brushRef="#br0">1 92 24575,'1'-11'0,"0"1"0,1-1 0,0 1 0,1-1 0,0 1 0,5-12 0,-8 21 0,0 1 0,0 0 0,0 0 0,0-1 0,0 1 0,0 0 0,0 0 0,0-1 0,0 1 0,1 0 0,-1 0 0,0-1 0,0 1 0,0 0 0,0 0 0,0-1 0,1 1 0,-1 0 0,0 0 0,0 0 0,0 0 0,0-1 0,1 1 0,-1 0 0,0 0 0,0 0 0,1 0 0,-1 0 0,0 0 0,0-1 0,1 1 0,-1 0 0,0 0 0,0 0 0,1 0 0,-1 0 0,0 0 0,0 0 0,1 0 0,-1 0 0,0 0 0,5 12 0,-1 22 0,1 151 0,6 81 0,-9-238 0,14 96 0,-14-109 0,2-1 0,0 0 0,0 0 0,2 0 0,-1 0 0,11 16 0,-14-27 10,0 1 0,1-1 0,-1 0 0,1 0-1,0 0 1,0 0 0,0 0 0,0-1 0,0 1 0,1-1-1,-1 0 1,1 0 0,-1 0 0,1-1 0,0 1 0,5 1-1,-3-2 9,1 0-1,-1-1 1,0 1-1,1-1 0,-1 0 1,0-1-1,1 0 1,-1 0-1,10-3 0,7-4-336,-1-1 0,0-1 0,0-1 0,25-17 0,-44 26 208,24-15-6715</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0.186"/>
    </inkml:context>
    <inkml:brush xml:id="br0">
      <inkml:brushProperty name="width" value="0.05" units="cm"/>
      <inkml:brushProperty name="height" value="0.05" units="cm"/>
      <inkml:brushProperty name="color" value="#FFFFFF"/>
    </inkml:brush>
  </inkml:definitions>
  <inkml:trace contextRef="#ctx0" brushRef="#br0">74 129 24575,'2'-2'0,"0"-1"0,0 0 0,0 0 0,-1 0 0,0 0 0,1 0 0,-1 0 0,0-1 0,-1 1 0,1 0 0,0-5 0,1-37 0,-2 44 0,1 0 0,-1 0 0,0 0 0,0 0 0,0 1 0,0-1 0,0 0 0,0 0 0,-1 0 0,1 0 0,0 0 0,0 0 0,-1 0 0,1 1 0,0-1 0,-1 0 0,1 0 0,-1 0 0,1 1 0,-1-1 0,1 0 0,-1 1 0,0-1 0,1 0 0,-1 1 0,0-1 0,0 1 0,1-1 0,-1 1 0,0-1 0,0 1 0,-1-1 0,1 2 0,0-1 0,0 0 0,-1 1 0,1-1 0,0 1 0,0-1 0,0 1 0,0-1 0,0 1 0,-1 0 0,1 0 0,0-1 0,1 1 0,-1 0 0,0 0 0,0 0 0,0 0 0,0 0 0,1 0 0,-1 1 0,1-1 0,-1 0 0,0 2 0,-10 23 0,1 1 0,2 0 0,0 0 0,2 1 0,1 0 0,1 0 0,2 1 0,1 52 0,1-74 0,1-1 0,0 1 0,0-1 0,0 0 0,0 1 0,1-1 0,0 0 0,1 0 0,0 0 0,3 6 0,-5-10 0,1 0 0,-1 0 0,1-1 0,-1 1 0,1 0 0,0-1 0,-1 1 0,1-1 0,0 0 0,0 0 0,0 1 0,0-1 0,0-1 0,0 1 0,0 0 0,0 0 0,1-1 0,-1 1 0,0-1 0,0 0 0,1 0 0,-1 1 0,0-2 0,0 1 0,1 0 0,-1 0 0,0-1 0,0 1 0,0-1 0,1 0 0,-1 1 0,2-2 0,5-2 0,0-1 0,0 0 0,-1 0 0,1-1 0,-1 0 0,-1-1 0,1 1 0,-1-1 0,0-1 0,-1 1 0,0-1 0,0-1 0,0 1 0,7-16 0,-8 13 0,0 0 0,-1-1 0,0 1 0,-1-1 0,0 0 0,0 0 0,-2 0 0,1 0 0,-2-1 0,1 1 0,-4-21 0,2 27 0,0-1 0,0 1 0,-1 0 0,0 1 0,0-1 0,0 0 0,-1 1 0,0-1 0,0 1 0,0 0 0,-1 0 0,0 0 0,0 0 0,0 0 0,0 1 0,-1 0 0,-6-4 0,11 8 0,0-1 0,0 1 0,0 0 0,0 0 0,0 0 0,0 0 0,0 0 0,0 0 0,0 0 0,0 0 0,0 0 0,0 0 0,0 0 0,0-1 0,0 1 0,0 0 0,0 0 0,0 0 0,0 0 0,0 0 0,0 0 0,0 0 0,0 0 0,0 0 0,0-1 0,0 1 0,0 0 0,0 0 0,0 0 0,0 0 0,0 0 0,0 0 0,0 0 0,0 0 0,0 0 0,0 0 0,0 0 0,0 0 0,1 0 0,-1-1 0,0 1 0,0 0 0,0 0 0,0 0 0,0 0 0,0 0 0,0 0 0,0 0 0,0 0 0,0 0 0,1 0 0,-1 0 0,0 0 0,0 0 0,0 0 0,0 0 0,0 0 0,0 0 0,0 0 0,0 0 0,0 0 0,0 0 0,1 0 0,-1 0 0,0 0 0,0 1 0,0-1 0,14-2 0,18 3 0,436 0 0,-455-2 0,78-7 0,-78 6 0,-1 0 0,0-1 0,0-1 0,0 0 0,12-5 0,-24 9 0,1 0 0,-1 0 0,1 0 0,-1 0 0,1-1 0,-1 1 0,0 0 0,1 0 0,-1 0 0,1-1 0,-1 1 0,0 0 0,1 0 0,-1-1 0,0 1 0,1 0 0,-1-1 0,0 1 0,1 0 0,-1-1 0,0 1 0,0 0 0,0-1 0,1 1 0,-1-1 0,0 1 0,0-1 0,0 1 0,0 0 0,0-1 0,0 0 0,-12-5 0,-24 2 0,22 4 0,0 0 0,0 1 0,1 0 0,-1 1 0,0 1 0,1 0 0,0 1 0,-1 1 0,1 0 0,1 0 0,-21 13 0,24-12 0,1 0 0,0 0 0,0 1 0,1 0 0,0 0 0,0 0 0,1 1 0,0 0 0,0 1 0,1-1 0,0 1 0,0 0 0,1 1 0,0-1 0,1 1 0,-4 16 0,6-21 0,0 1 0,0-1 0,1 0 0,0 1 0,0-1 0,0 0 0,1 1 0,-1-1 0,1 0 0,0 0 0,1 0 0,0 1 0,-1-1 0,1-1 0,1 1 0,-1 0 0,1 0 0,6 7 0,-4-6 0,0-1 0,1 0 0,-1 0 0,1-1 0,0 0 0,0 0 0,0 0 0,1-1 0,0 0 0,-1 0 0,1 0 0,0-1 0,10 2 0,1-1-341,-1-1 0,1-1-1,23 0 1,7-4-6485</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0.765"/>
    </inkml:context>
    <inkml:brush xml:id="br0">
      <inkml:brushProperty name="width" value="0.05" units="cm"/>
      <inkml:brushProperty name="height" value="0.05" units="cm"/>
      <inkml:brushProperty name="color" value="#FFFFFF"/>
    </inkml:brush>
  </inkml:definitions>
  <inkml:trace contextRef="#ctx0" brushRef="#br0">288 337 24575,'2'-2'0,"0"-1"0,-1 1 0,1-1 0,-1 1 0,1-1 0,-1 1 0,0-1 0,0 0 0,-1 0 0,1 1 0,0-1 0,-1 0 0,0 0 0,1 0 0,-1 0 0,0 0 0,-1-3 0,1 1 0,-1 1 0,0-1 0,0 1 0,0-1 0,0 1 0,-1-1 0,0 1 0,0 0 0,0 0 0,-3-4 0,3 4 0,-1 0 0,0 1 0,0 0 0,0 0 0,-1 0 0,1 0 0,-1 1 0,0-1 0,1 1 0,-1 0 0,0 0 0,0 0 0,-1 1 0,1-1 0,-8-1 0,5 2 0,1 1 0,0 0 0,-1 0 0,1 0 0,-1 1 0,1 0 0,0 0 0,0 0 0,-1 1 0,-6 3 0,2 0 0,0 0 0,0 1 0,1 0 0,0 0 0,0 2 0,0-1 0,1 1 0,0 0 0,0 1 0,1 0 0,-8 11 0,14-16 0,0-1 0,0 1 0,0-1 0,0 1 0,0 0 0,1 0 0,-1 0 0,1 0 0,0 0 0,0 5 0,1-8 0,0 1 0,0-1 0,0 0 0,1 1 0,-1-1 0,0 0 0,1 0 0,-1 0 0,1 1 0,-1-1 0,1 0 0,0 0 0,-1 0 0,1 0 0,0 0 0,0 0 0,0 0 0,0 0 0,0 0 0,0 0 0,0-1 0,0 1 0,0 0 0,0 0 0,0-1 0,1 1 0,-1-1 0,0 0 0,0 1 0,1-1 0,-1 0 0,0 1 0,0-1 0,1 0 0,1 0 0,13 2 0,0-1 0,1-1 0,-1 0 0,1-1 0,-1 0 0,0-2 0,0 0 0,0-1 0,0 0 0,-1-1 0,1-1 0,26-14 0,-26 14 0,-15 6 0,-1 0 0,0 0 0,1 0 0,-1 0 0,1 0 0,-1 0 0,0 0 0,1 0 0,-1 0 0,0 1 0,1-1 0,-1 0 0,0 0 0,0 1 0,1-1 0,-1 0 0,0 0 0,1 1 0,-1-1 0,0 0 0,0 1 0,0-1 0,1 0 0,-1 0 0,0 1 0,0 0 0,1 2 0,-1 1 0,1-1 0,-1 1 0,0-1 0,0 1 0,-1 6 0,0 0 0,0 0 0,1-1 0,0 1 0,1 0 0,0 0 0,0-1 0,1 1 0,3 10 0,-4-17 0,1 0 0,-1 1 0,1-1 0,0 0 0,0 0 0,0 0 0,0 0 0,1-1 0,-1 1 0,1-1 0,-1 1 0,1-1 0,0 0 0,0 0 0,0 0 0,0 0 0,0 0 0,1-1 0,-1 0 0,0 1 0,1-1 0,6 1 0,-4-2 0,1 1 0,0-1 0,-1 0 0,1-1 0,0 1 0,-1-2 0,1 1 0,0-1 0,-1 1 0,0-2 0,1 1 0,-1-1 0,0 0 0,0 0 0,-1-1 0,1 1 0,-1-1 0,6-5 0,2-2 0,-1-1 0,0 0 0,-1-1 0,0 0 0,-1-1 0,9-15 0,-10 12 0,0 0 0,-1-1 0,-1 0 0,-1-1 0,-1 1 0,0-1 0,1-19 0,-4 24 0,-1 0 0,0 1 0,-1-1 0,-1 0 0,0 0 0,-1 0 0,0 1 0,-1-1 0,-1 1 0,-7-20 0,10 30 0,-1 0 0,1 1 0,0-1 0,-1 1 0,0-1 0,0 1 0,0 0 0,0-1 0,0 1 0,0 0 0,0 0 0,-5-2 0,6 3 0,0 1 0,0-1 0,0 1 0,-1 0 0,1 0 0,0-1 0,0 1 0,0 0 0,0 0 0,-1 0 0,1 0 0,0 0 0,0 0 0,0 1 0,0-1 0,-1 0 0,1 1 0,0-1 0,0 1 0,0-1 0,0 1 0,0-1 0,0 1 0,0 0 0,0-1 0,0 1 0,1 0 0,-1 0 0,0 0 0,0-1 0,0 1 0,1 0 0,-1 0 0,0 2 0,-3 4 0,0 0 0,1 0 0,0 0 0,0 1 0,1-1 0,0 1 0,0 0 0,1 0 0,0-1 0,0 1 0,1 10 0,0 7 0,2 1 0,5 28 0,5 1-273,2-1 0,2 0 0,2-1 0,39 76 0,-45-103-6553</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1.060"/>
    </inkml:context>
    <inkml:brush xml:id="br0">
      <inkml:brushProperty name="width" value="0.05" units="cm"/>
      <inkml:brushProperty name="height" value="0.05" units="cm"/>
      <inkml:brushProperty name="color" value="#FFFFFF"/>
    </inkml:brush>
  </inkml:definitions>
  <inkml:trace contextRef="#ctx0" brushRef="#br0">1 156 24575,'0'-2'0,"0"-1"0,0 0 0,0 0 0,0 1 0,1-1 0,-1 0 0,1 1 0,0-1 0,0 1 0,0-1 0,0 1 0,0-1 0,0 1 0,1 0 0,-1 0 0,3-3 0,-1 3 0,0-1 0,0 1 0,1-1 0,-1 1 0,1 0 0,-1 1 0,1-1 0,0 1 0,-1-1 0,7 0 0,26-6 0,1 1 0,59-2 0,-56 7 0,76-16 0,-112 18 0,-1-1 0,1 0 0,-1 0 0,0 0 0,0-1 0,1 1 0,-1-1 0,0 0 0,0 0 0,0 0 0,-1 0 0,1 0 0,0 0 0,-1-1 0,0 1 0,1-1 0,-1 0 0,0 0 0,0 0 0,1-4 0,-5 20 0,1 0 0,-1-1 0,3 25 0,-2-10 0,0 7 106,0 8-842,5 70 1,0-86-6091</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1.199"/>
    </inkml:context>
    <inkml:brush xml:id="br0">
      <inkml:brushProperty name="width" value="0.05" units="cm"/>
      <inkml:brushProperty name="height" value="0.05" units="cm"/>
      <inkml:brushProperty name="color" value="#FFFFFF"/>
    </inkml:brush>
  </inkml:definitions>
  <inkml:trace contextRef="#ctx0" brushRef="#br0">11 20 24575,'0'-6'0,"-3"-3"0,-4 5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1.989"/>
    </inkml:context>
    <inkml:brush xml:id="br0">
      <inkml:brushProperty name="width" value="0.05" units="cm"/>
      <inkml:brushProperty name="height" value="0.05" units="cm"/>
      <inkml:brushProperty name="color" value="#FFFFFF"/>
    </inkml:brush>
  </inkml:definitions>
  <inkml:trace contextRef="#ctx0" brushRef="#br0">39 57 24575,'1'-10'0,"-1"7"0,1 0 0,-1 1 0,0-1 0,0 0 0,0 1 0,0-1 0,0 0 0,-1 1 0,1-1 0,-1 0 0,0 1 0,0-1 0,0 1 0,0-1 0,-2-3 0,2 6 0,1 0 0,0 0 0,-1 0 0,1 0 0,-1 0 0,1 0 0,-1-1 0,1 2 0,0-1 0,-1 0 0,1 0 0,-1 0 0,1 0 0,0 0 0,-1 0 0,1 0 0,-1 0 0,1 1 0,0-1 0,-1 0 0,1 0 0,0 0 0,-1 1 0,1-1 0,0 0 0,-1 1 0,1-1 0,0 0 0,-1 1 0,1-1 0,0 0 0,0 1 0,0-1 0,-1 0 0,1 1 0,0-1 0,0 1 0,0-1 0,0 0 0,0 2 0,-7 18 0,3 1 0,0 1 0,2-1 0,0 1 0,3 38 0,0-45 0,1 0 0,0-1 0,1 1 0,1-1 0,0 1 0,1-1 0,12 24 0,-15-34 0,0 0 0,1 0 0,0 0 0,0 0 0,0-1 0,0 1 0,0-1 0,1 0 0,-1 0 0,1-1 0,0 1 0,0-1 0,0 1 0,0-1 0,1 0 0,4 1 0,-3-2 0,0 1 0,1-1 0,-1 0 0,1-1 0,-1 0 0,1 0 0,-1 0 0,0-1 0,1 0 0,10-3 0,-7 1 0,0 0 0,0-1 0,-1-1 0,1 1 0,-1-1 0,0-1 0,0 0 0,0 0 0,-1-1 0,0 0 0,-1 0 0,1-1 0,11-16 0,-15 17 0,0 0 0,0-1 0,-1 0 0,0 1 0,-1-1 0,0 0 0,0-1 0,-1 1 0,0 0 0,0 0 0,0-1 0,-2 1 0,1 0 0,-1 0 0,-2-11 0,3 15 0,-1 0 0,-1 0 0,1 0 0,0 0 0,-1 0 0,0 0 0,0 0 0,0 0 0,-1 1 0,1-1 0,-1 1 0,0 0 0,0 0 0,0 0 0,0 0 0,0 0 0,-1 1 0,1-1 0,-1 1 0,0 0 0,0 0 0,0 0 0,0 1 0,0-1 0,0 1 0,0 0 0,0 0 0,0 0 0,-1 1 0,-7 0 0,7 0 0,-1 1 0,1 0 0,0 0 0,0 0 0,0 1 0,0 0 0,0 0 0,0 0 0,0 0 0,1 1 0,-1 0 0,1 0 0,0 0 0,0 1 0,-7 7 0,7-7 0,0 0 0,0 0 0,1 1 0,0-1 0,0 1 0,0 0 0,0 0 0,1 0 0,-1 0 0,2 0 0,-1 1 0,0-1 0,1 1 0,-1 9 0,2-13 0,0-1 0,-1 1 0,2 0 0,-1-1 0,0 1 0,0 0 0,0-1 0,1 1 0,-1 0 0,1-1 0,-1 1 0,1-1 0,0 1 0,-1-1 0,1 1 0,0-1 0,0 0 0,0 1 0,0-1 0,0 0 0,1 0 0,1 2 0,-1-2 0,1 0 0,-1 0 0,0-1 0,0 1 0,0-1 0,1 1 0,-1-1 0,0 0 0,0 0 0,1 0 0,-1 0 0,0 0 0,0-1 0,4 0 0,7-3 0,-1 0 0,0-1 0,0 0 0,17-11 0,37-29 0,-51 33 0,1 1 0,0 0 0,0 1 0,1 1 0,1 1 0,25-9 0,-39 16 0,-1 0 0,1 0 0,0 1 0,-1-1 0,1 1 0,0 0 0,-1 0 0,1 0 0,0 1 0,0-1 0,-1 1 0,1 0 0,-1 0 0,1 0 0,-1 1 0,1-1 0,-1 1 0,0 0 0,1 0 0,-1 0 0,0 0 0,0 0 0,-1 1 0,1-1 0,4 6 0,1 4 0,0 0 0,0 1 0,-1 0 0,-1 0 0,5 16 0,-9-26 0,-1-1 0,0 1 0,0-1 0,0 0 0,0 0 0,1 0 0,-1 0 0,1 0 0,0 0 0,-1 0 0,1 0 0,0 0 0,0-1 0,0 1 0,0-1 0,1 0 0,-1 1 0,0-1 0,0 0 0,1 0 0,-1-1 0,1 1 0,-1 0 0,1-1 0,-1 1 0,1-1 0,-1 0 0,1 0 0,-1 0 0,1 0 0,4-1 0,8-2 0,-1 0 0,0-1 0,0-1 0,19-8 0,0 0 0,-28 10 0,1 2 0,-1-1 0,1 1 0,0 0 0,-1 0 0,1 0 0,0 1 0,0 0 0,0 0 0,-1 1 0,1-1 0,0 1 0,0 0 0,-1 1 0,1 0 0,-1 0 0,1 0 0,-1 0 0,0 1 0,0 0 0,0 0 0,0 0 0,-1 0 0,1 1 0,4 5 0,-2-4 86,-2 0-448,0-1-1,1 0 0,11 7 0,-8-7-6463</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6.288"/>
    </inkml:context>
    <inkml:brush xml:id="br0">
      <inkml:brushProperty name="width" value="0.05" units="cm"/>
      <inkml:brushProperty name="height" value="0.05" units="cm"/>
      <inkml:brushProperty name="color" value="#FFFFFF"/>
    </inkml:brush>
  </inkml:definitions>
  <inkml:trace contextRef="#ctx0" brushRef="#br0">26 71 24575,'-1'0'0,"0"1"0,0-1 0,0 0 0,0 0 0,0 0 0,1 0 0,-1 0 0,0 0 0,0 0 0,0 0 0,0-1 0,0 1 0,1 0 0,-1 0 0,0-1 0,0 1 0,0 0 0,1-1 0,-1 1 0,0-1 0,1 1 0,-1-1 0,0 1 0,1-1 0,-1 0 0,0 1 0,1-1 0,-1 0 0,1 1 0,0-1 0,-1 0 0,1 0 0,-1 0 0,1 1 0,0-1 0,0 0 0,-1 0 0,1 0 0,0 0 0,0 1 0,0-1 0,0-2 0,1 2 0,-1-1 0,1 1 0,-1-1 0,1 0 0,0 1 0,0 0 0,0-1 0,0 1 0,0 0 0,0-1 0,0 1 0,0 0 0,0 0 0,1 0 0,-1 0 0,0 0 0,1 0 0,-1 0 0,1 0 0,-1 1 0,1-1 0,2 0 0,19-4 0,1 2 0,-1 0 0,1 2 0,45 2 0,26-1 0,18-9-1365,-88 6-5461</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6.691"/>
    </inkml:context>
    <inkml:brush xml:id="br0">
      <inkml:brushProperty name="width" value="0.05" units="cm"/>
      <inkml:brushProperty name="height" value="0.05" units="cm"/>
      <inkml:brushProperty name="color" value="#FFFFFF"/>
    </inkml:brush>
  </inkml:definitions>
  <inkml:trace contextRef="#ctx0" brushRef="#br0">58 1 24575,'-3'0'0,"1"-1"0,-1 2 0,1-1 0,0 0 0,-1 0 0,1 1 0,-1-1 0,1 1 0,0 0 0,0 0 0,-1 0 0,1 0 0,0 0 0,0 0 0,-4 3 0,5-2 0,-1 0 0,0 0 0,1 1 0,0-1 0,-1 1 0,1-1 0,0 1 0,0-1 0,0 1 0,1-1 0,-1 1 0,1 0 0,-1-1 0,1 4 0,-2 29 0,3 44 0,1-26 0,-2-51 0,3 23 0,-3-25 0,0 1 0,0-1 0,1 1 0,-1-1 0,0 1 0,0-1 0,1 0 0,-1 1 0,0-1 0,1 1 0,-1-1 0,1 0 0,-1 0 0,0 1 0,1-1 0,-1 0 0,1 0 0,-1 1 0,1-1 0,-1 0 0,1 0 0,-1 0 0,1 0 0,-1 0 0,1 1 0,-1-1 0,1 0 0,-1 0 0,1-1 0,-1 1 0,1 0 0,-1 0 0,1 0 0,-1 0 0,0 0 0,1 0 0,-1-1 0,1 1 0,-1 0 0,1 0 0,-1-1 0,1 1 0,-1 0 0,0-1 0,1 1 0,77-59 0,-62 50 0,1 0 0,-1 2 0,1 0 0,0 1 0,1 1 0,-1 0 0,36-3 0,-46 7 0,0 1 0,0 0 0,0 1 0,-1-1 0,1 1 0,0 1 0,0-1 0,0 1 0,-1 0 0,9 5 0,-10-5 0,-1 1 0,1 0 0,-1 1 0,0-1 0,0 1 0,0-1 0,0 1 0,-1 0 0,0 0 0,0 1 0,0-1 0,0 1 0,-1 0 0,1-1 0,1 7 0,-1 0 0,0 0 0,-1 0 0,0 0 0,0 0 0,-2 0 0,1 1 0,-1-1 0,-1 0 0,0 0 0,0 1 0,-1-1 0,-5 15 0,3-13 0,0-1 0,-1 1 0,-1-1 0,1 0 0,-2-1 0,0 1 0,0-1 0,-1-1 0,-1 1 0,-11 11 0,15-18 27,0-1-1,1 1 0,-2-1 0,1 0 1,0 0-1,0-1 0,-1 1 0,0-1 1,1-1-1,-1 1 0,0-1 0,-11 1 1,6-1-271,1-1 0,-1 0 0,0-1 0,1 0 1,-1-1-1,-12-3 0,-7-4-6582</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7.046"/>
    </inkml:context>
    <inkml:brush xml:id="br0">
      <inkml:brushProperty name="width" value="0.05" units="cm"/>
      <inkml:brushProperty name="height" value="0.05" units="cm"/>
      <inkml:brushProperty name="color" value="#FFFFFF"/>
    </inkml:brush>
  </inkml:definitions>
  <inkml:trace contextRef="#ctx0" brushRef="#br0">142 24 24575,'0'-1'0,"0"1"0,0-1 0,0 1 0,0-1 0,0 1 0,0 0 0,0-1 0,0 1 0,0-1 0,0 1 0,0-1 0,0 1 0,-1 0 0,1-1 0,0 1 0,0 0 0,-1-1 0,1 1 0,0-1 0,0 1 0,-1 0 0,1 0 0,0-1 0,-1 1 0,1 0 0,-1 0 0,1-1 0,0 1 0,-1 0 0,0 0 0,-15 1 0,-13 12 0,21-7 0,1 0 0,0-1 0,1 2 0,-1-1 0,1 1 0,0 0 0,1 1 0,0-1 0,0 1 0,1 0 0,0 0 0,0 0 0,1 1 0,0 0 0,-3 12 0,5-15 0,0-1 0,0 1 0,1 0 0,0 0 0,0-1 0,0 1 0,1 0 0,-1-1 0,1 1 0,1 0 0,-1-1 0,1 1 0,0-1 0,0 0 0,1 1 0,-1-1 0,1 0 0,1-1 0,-1 1 0,0 0 0,1-1 0,0 0 0,0 0 0,0 0 0,8 5 0,-8-6 0,1-1 0,-1 1 0,0-1 0,1 0 0,0 0 0,0 0 0,-1-1 0,1 0 0,0 0 0,0 0 0,0 0 0,0-1 0,7 0 0,-4-1 0,0 0 0,0 0 0,0-1 0,-1 0 0,1-1 0,0 1 0,13-8 0,-10 4 0,-1-1 0,0 0 0,0 0 0,0-1 0,-1 0 0,0 0 0,0-1 0,-1-1 0,0 1 0,11-20 0,-16 22 27,1 0-1,-2 0 0,1 0 0,-1 0 1,0 0-1,0-1 0,-1 1 0,0-1 1,0 1-1,-1-1 0,0 1 0,-1-11 1,1 14-96,-1 0 1,0 0 0,0 0 0,0 1-1,-1-1 1,1 0 0,-1 1-1,0-1 1,0 1 0,0-1 0,0 1-1,-1 0 1,1 0 0,-1 0 0,0 0-1,0 1 1,0-1 0,0 1 0,0 0-1,0-1 1,-1 2 0,1-1-1,-1 0 1,-7-2 0,-6 0-6758</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7.496"/>
    </inkml:context>
    <inkml:brush xml:id="br0">
      <inkml:brushProperty name="width" value="0.05" units="cm"/>
      <inkml:brushProperty name="height" value="0.05" units="cm"/>
      <inkml:brushProperty name="color" value="#FFFFFF"/>
    </inkml:brush>
  </inkml:definitions>
  <inkml:trace contextRef="#ctx0" brushRef="#br0">75 216 24575,'-1'2'0,"0"-1"0,1 1 0,-1-1 0,0 1 0,-1-1 0,1 0 0,0 1 0,0-1 0,-1 0 0,1 0 0,0 0 0,-1 0 0,1 0 0,-1 0 0,-1 0 0,-9 7 0,8-3 0,0 0 0,0 0 0,0 0 0,1 0 0,-1 0 0,1 1 0,1 0 0,-1-1 0,1 1 0,0 0 0,0 0 0,1 1 0,0-1 0,0 0 0,0 0 0,1 13 0,1 7 0,1 0 0,10 46 0,-6-45 0,28 156 0,-33-267 0,-3-1 0,5-136 0,-1 197 0,1 1 0,1 0 0,1 0 0,1 0 0,1 0 0,1 1 0,12-24 0,-16 39 0,0 0 0,0 0 0,1 0 0,0 1 0,1 0 0,-1 0 0,1 0 0,0 0 0,1 1 0,-1 0 0,11-5 0,-14 8 0,0 0 0,1 1 0,-1-1 0,1 1 0,-1 0 0,1 0 0,0 1 0,-1-1 0,1 1 0,0 0 0,0 0 0,-1 0 0,1 0 0,0 0 0,-1 1 0,1 0 0,0 0 0,-1 0 0,1 0 0,-1 0 0,1 1 0,-1 0 0,0-1 0,0 1 0,0 1 0,6 4 0,-4-3 14,-1 0 1,0 1-1,0 0 0,0 0 0,-1 0 1,1 0-1,-1 1 0,-1 0 0,1-1 0,-1 1 1,0 0-1,0 0 0,0 0 0,-1 0 1,0 1-1,0-1 0,-1 0 0,0 0 0,0 1 1,0-1-1,-1 0 0,0 0 0,-2 9 1,1-7-116,0 1 1,-1-1-1,0 0 1,0 0 0,-1 0-1,0 0 1,0-1-1,-1 1 1,0-1 0,-1 0-1,1-1 1,-1 1 0,0-1-1,-1 0 1,1-1-1,-11 7 1,1-3-6726</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7.931"/>
    </inkml:context>
    <inkml:brush xml:id="br0">
      <inkml:brushProperty name="width" value="0.05" units="cm"/>
      <inkml:brushProperty name="height" value="0.05" units="cm"/>
      <inkml:brushProperty name="color" value="#FFFFFF"/>
    </inkml:brush>
  </inkml:definitions>
  <inkml:trace contextRef="#ctx0" brushRef="#br0">205 88 24575,'-1'-3'0,"0"-1"0,1 0 0,-1 1 0,-1-1 0,1 1 0,0-1 0,-1 1 0,0 0 0,0 0 0,0 0 0,0 0 0,0 0 0,-1 0 0,1 0 0,-1 1 0,0-1 0,0 1 0,0 0 0,0 0 0,0 0 0,-7-3 0,4 2 0,0 0 0,0 0 0,-1 0 0,1 1 0,-1 0 0,1 1 0,-1-1 0,0 1 0,1 1 0,-1-1 0,-8 1 0,12 1 0,0 0 0,0 0 0,0 0 0,-1 0 0,2 0 0,-1 1 0,0-1 0,0 1 0,0 0 0,1 0 0,-1 0 0,1 0 0,0 0 0,-1 1 0,1-1 0,0 1 0,0 0 0,1-1 0,-1 1 0,0 0 0,1 0 0,0 0 0,0 0 0,0 0 0,0 0 0,0 0 0,0 5 0,-2 9 0,1 1 0,0 0 0,2 29 0,0-39 0,0 2 0,1 0 0,0 0 0,0 0 0,1 0 0,0-1 0,5 17 0,-6-25 0,0 1 0,0 0 0,0 0 0,0 0 0,0-1 0,0 1 0,0 0 0,1-1 0,-1 1 0,0-1 0,1 1 0,0-1 0,-1 0 0,1 0 0,0 0 0,-1 0 0,1 0 0,0 0 0,0 0 0,0-1 0,0 1 0,0 0 0,0-1 0,0 0 0,0 1 0,0-1 0,0 0 0,0 0 0,0 0 0,0-1 0,0 1 0,0 0 0,0-1 0,0 1 0,0-1 0,0 0 0,0 1 0,2-3 0,5-1 0,-1 0 0,1-1 0,-1 0 0,0 0 0,-1-1 0,1 0 0,-1 0 0,-1-1 0,8-8 0,6-11 0,23-37 0,-17 22 0,-25 39 0,1 0 0,-1 0 0,0 0 0,1 1 0,-1-1 0,1 0 0,-1 1 0,1-1 0,0 1 0,-1 0 0,1 0 0,0-1 0,4 0 0,-5 2 0,0 0 0,0 0 0,0 0 0,0 0 0,0 0 0,0 1 0,0-1 0,0 0 0,0 1 0,0-1 0,0 1 0,0-1 0,0 1 0,-1-1 0,1 1 0,0 0 0,0-1 0,-1 1 0,1 0 0,0 0 0,-1 0 0,1-1 0,0 1 0,-1 0 0,0 0 0,1 0 0,-1 0 0,1 0 0,-1 0 0,0 0 0,1 1 0,24 74 290,-20-58-566,0 0 0,1-1 0,1 0 0,0-1 1,13 21-1,-9-23-6550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8.117"/>
    </inkml:context>
    <inkml:brush xml:id="br0">
      <inkml:brushProperty name="width" value="0.05" units="cm"/>
      <inkml:brushProperty name="height" value="0.05" units="cm"/>
      <inkml:brushProperty name="color" value="#FFFFFF"/>
    </inkml:brush>
  </inkml:definitions>
  <inkml:trace contextRef="#ctx0" brushRef="#br0">0 51 24575,'15'-18'0,"-13"16"0,-1-1 0,1 1 0,-1 0 0,1 0 0,0 0 0,0 0 0,-1 0 0,1 1 0,1-1 0,-1 0 0,0 1 0,0 0 0,1-1 0,-1 1 0,0 0 0,1 0 0,-1 1 0,1-1 0,0 0 0,-1 1 0,1-1 0,-1 1 0,6 0 0,-3 1 0,0 0 0,0 0 0,0 1 0,0-1 0,0 1 0,-1 0 0,1 1 0,-1-1 0,6 4 0,37 32 0,-29-22 0,124 116-1365,-126-119-5461</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8.274"/>
    </inkml:context>
    <inkml:brush xml:id="br0">
      <inkml:brushProperty name="width" value="0.05" units="cm"/>
      <inkml:brushProperty name="height" value="0.05" units="cm"/>
      <inkml:brushProperty name="color" value="#FFFFFF"/>
    </inkml:brush>
  </inkml:definitions>
  <inkml:trace contextRef="#ctx0" brushRef="#br0">266 28 24575,'-3'-3'0,"-1"-4"0,-3-1 0,-3 0 0,-3 6 0,-3 6 0,-4 5 0,-3 4 0,0 6 0,-2 7 0,0 1 0,1 2 0,1 3 0,2-1 0,5-2 0,4-7-8191</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8.474"/>
    </inkml:context>
    <inkml:brush xml:id="br0">
      <inkml:brushProperty name="width" value="0.05" units="cm"/>
      <inkml:brushProperty name="height" value="0.05" units="cm"/>
      <inkml:brushProperty name="color" value="#FFFFFF"/>
    </inkml:brush>
  </inkml:definitions>
  <inkml:trace contextRef="#ctx0" brushRef="#br0">55 35 24575,'-3'-4'0,"-7"0"0,-5 0 0,-1-2 0,7-1 0,7 2 0,8 1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28.629"/>
    </inkml:context>
    <inkml:brush xml:id="br0">
      <inkml:brushProperty name="width" value="0.05" units="cm"/>
      <inkml:brushProperty name="height" value="0.05" units="cm"/>
      <inkml:brushProperty name="color" value="#FFFFFF"/>
    </inkml:brush>
  </inkml:definitions>
  <inkml:trace contextRef="#ctx0" brushRef="#br0">32 1 24575,'-3'0'0,"-5"3"0,-3 1 0,3-1 0,6 1 0,10-2 0,9-1 0,8 0 0,9 2 0,6 1 0,-5 0-8191</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30.950"/>
    </inkml:context>
    <inkml:brush xml:id="br0">
      <inkml:brushProperty name="width" value="0.05" units="cm"/>
      <inkml:brushProperty name="height" value="0.05" units="cm"/>
      <inkml:brushProperty name="color" value="#FFFFFF"/>
    </inkml:brush>
  </inkml:definitions>
  <inkml:trace contextRef="#ctx0" brushRef="#br0">0 240 24575,'5'0'0,"0"-1"0,0 0 0,0 0 0,0 0 0,0-1 0,0 1 0,0-1 0,-1 0 0,7-4 0,39-28 0,-38 25 0,79-68 0,-87 76 0,-6 8 0,-9 12 0,9-16 0,-95 168 0,89-152 0,0 0 0,1 0 0,1 1 0,1 0 0,0 0 0,2 1 0,-2 30 0,5-46 0,0 0 0,0 0 0,0-1 0,1 1 0,0 0 0,0-1 0,0 1 0,0 0 0,1-1 0,0 1 0,0-1 0,0 0 0,0 0 0,1 0 0,0 0 0,0 0 0,0 0 0,0-1 0,7 6 0,-5-5 0,0-1 0,0 0 0,1 0 0,0 0 0,-1-1 0,1 0 0,0 0 0,0-1 0,0 0 0,0 0 0,0 0 0,0 0 0,0-1 0,1 0 0,5-1 0,2-1 0,0 0 0,0-1 0,0 0 0,0-1 0,0-1 0,-1 0 0,0-1 0,0 0 0,-1-1 0,1-1 0,-2 0 0,15-11 0,-21 14 0,0 1 0,0-1 0,-1 0 0,0 0 0,1 0 0,-2-1 0,1 1 0,0-1 0,-1 0 0,0 0 0,-1 0 0,1 0 0,-1-1 0,-1 1 0,1-1 0,-1 1 0,0-1 0,0 0 0,-1 1 0,0-1 0,0 0 0,-1 1 0,1-1 0,-2 0 0,1 1 0,-1-1 0,-4-11 0,1 8 0,0 0 0,-1 1 0,0-1 0,-1 1 0,0 0 0,0 1 0,-1 0 0,0 0 0,0 0 0,-1 1 0,0 0 0,0 1 0,-1 0 0,0 1 0,0 0 0,0 0 0,0 1 0,-1 0 0,0 1 0,-21-4 0,28 7 0,1 0 0,-1 0 0,1 1 0,0-1 0,-1 1 0,1-1 0,0 1 0,-1 0 0,1 0 0,0 1 0,-4 1 0,6-2 0,0-1 0,0 1 0,0-1 0,0 1 0,0 0 0,0-1 0,1 1 0,-1 0 0,0 0 0,0-1 0,1 1 0,-1 0 0,1 0 0,-1 0 0,1 0 0,-1 0 0,1 0 0,-1 0 0,1 0 0,0 0 0,0 0 0,-1 0 0,1 0 0,0 0 0,0 0 0,0 0 0,0 0 0,0 0 0,0 0 0,1 0 0,-1 0 0,0 0 0,0 0 0,1 0 0,-1 0 0,1 0 0,-1 0 0,1 0 0,-1 0 0,2 1 0,0 1 0,0-1 0,1 0 0,-1 0 0,1 0 0,0 0 0,0 0 0,-1 0 0,1-1 0,0 1 0,1-1 0,-1 0 0,0 0 0,0 0 0,0 0 0,1-1 0,-1 1 0,4-1 0,7 1 0,0 0 0,23-3 0,1-4 0,0-1 0,-1-2 0,51-19 0,20-6 0,-105 33 0,0 1 0,0-1 0,0 0 0,0 1 0,0 0 0,0-1 0,0 1 0,1 0 0,-1 1 0,0-1 0,0 1 0,0-1 0,0 1 0,0 0 0,4 2 0,-5-2 0,-1 0 0,1 1 0,0-1 0,0 1 0,-1 0 0,1 0 0,-1 0 0,0-1 0,1 1 0,-1 0 0,0 1 0,0-1 0,0 0 0,0 0 0,-1 0 0,1 1 0,-1-1 0,1 0 0,-1 1 0,0 3 0,0 63 0,-2-49 0,3 31 0,-1-51 0,0 0 0,0 0 0,0 0 0,0 0 0,0 0 0,0 1 0,0-1 0,0 0 0,0 0 0,0 0 0,0 0 0,0 1 0,0-1 0,0 0 0,0 0 0,0 0 0,0 0 0,0 0 0,1 0 0,-1 1 0,0-1 0,0 0 0,0 0 0,0 0 0,0 0 0,0 0 0,0 0 0,1 0 0,-1 0 0,0 0 0,0 1 0,0-1 0,0 0 0,0 0 0,1 0 0,-1 0 0,0 0 0,0 0 0,0 0 0,0 0 0,0 0 0,1 0 0,-1 0 0,0 0 0,0 0 0,0 0 0,0 0 0,1 0 0,-1 0 0,0-1 0,10-6 0,6-13 0,-8 10 0,30-39 0,-36 47 0,1-1 0,0 0 0,-1 1 0,1 0 0,0-1 0,1 1 0,-1 0 0,0 1 0,1-1 0,-1 1 0,1-1 0,-1 1 0,6-1 0,-7 2 0,-1 0 0,1 0 0,0 0 0,-1 1 0,1-1 0,0 0 0,-1 1 0,1-1 0,0 1 0,-1 0 0,1-1 0,-1 1 0,1 0 0,-1 0 0,1 0 0,-1 0 0,0 0 0,1 1 0,-1-1 0,0 0 0,0 1 0,0-1 0,0 0 0,0 1 0,0-1 0,0 3 0,4 5 0,-1 1 0,0 1 0,3 11 0,-2-7 0,-3-8 0,0-1 0,1 1 0,0 0 0,1-1 0,-1 0 0,1 0 0,0 0 0,1 0 0,-1 0 0,1-1 0,7 6 0,-8-8 0,0-1 0,0 1 0,1-1 0,-1 0 0,1 0 0,-1 0 0,1 0 0,0-1 0,0 0 0,0 0 0,-1 0 0,1-1 0,0 0 0,0 0 0,0 0 0,0 0 0,7-2 0,2-1 0,-1 0 0,0-1 0,1-1 0,-2 0 0,1 0 0,0-2 0,-1 1 0,0-2 0,-1 1 0,0-2 0,0 1 0,-1-1 0,0-1 0,0 0 0,10-15 0,-11 13 0,0 0 0,-2 0 0,1-1 0,-2 0 0,0 0 0,0 0 0,-1-1 0,-1 0 0,0 0 0,-1-1 0,-1 1 0,0 0 0,-1-1 0,0-21 0,-2 29 0,-1-1 0,0 0 0,0 0 0,0 1 0,-1-1 0,0 1 0,0 0 0,-1 0 0,-5-9 0,7 14 0,0-1 0,0 1 0,0 0 0,0-1 0,0 1 0,0 0 0,-1 0 0,1 1 0,-1-1 0,0 0 0,-5-2 0,6 4 0,0-1 0,0 1 0,0 0 0,0-1 0,0 1 0,0 0 0,0 0 0,0 0 0,0 1 0,0-1 0,0 0 0,0 1 0,1-1 0,-1 1 0,0 0 0,0 0 0,0-1 0,0 1 0,-3 3 0,2-1 0,-1 0 0,1 1 0,0-1 0,-1 1 0,2 0 0,-1 0 0,0 0 0,1 1 0,0-1 0,0 1 0,0-1 0,0 1 0,1 0 0,0-1 0,0 1 0,0 0 0,1 0 0,-1 6 0,0 6 0,1-1 0,1 1 0,5 33 0,-1-29 38,0-1 0,1 1 0,1-1 0,1 0 0,1-1 0,1 0 0,0 0 0,22 27 0,-24-36-81,0-1 0,0 0 1,1-1-1,0 1 0,1-2 1,0 1-1,12 6 0,-15-10-71,1-1 1,-1 0-1,1 0 0,0 0 0,0-1 1,0 0-1,0-1 0,0 0 0,1 0 1,-1 0-1,12-2 0,7-2-6712</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31.092"/>
    </inkml:context>
    <inkml:brush xml:id="br0">
      <inkml:brushProperty name="width" value="0.05" units="cm"/>
      <inkml:brushProperty name="height" value="0.05" units="cm"/>
      <inkml:brushProperty name="color" value="#FFFFFF"/>
    </inkml:brush>
  </inkml:definitions>
  <inkml:trace contextRef="#ctx0" brushRef="#br0">19 0 24575,'-3'0'0,"-2"3"0,1 5 0,1 3 0,1 4 0,0 4 0,5 3 0,1 1 0,3-1 0,3 0 0,1-5-8191</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31.245"/>
    </inkml:context>
    <inkml:brush xml:id="br0">
      <inkml:brushProperty name="width" value="0.05" units="cm"/>
      <inkml:brushProperty name="height" value="0.05" units="cm"/>
      <inkml:brushProperty name="color" value="#FFFFFF"/>
    </inkml:brush>
  </inkml:definitions>
  <inkml:trace contextRef="#ctx0" brushRef="#br0">43 29 24575,'0'-4'0,"-3"-3"0,-4-1 0,-4 1 0,-1 4 0,3 7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31.790"/>
    </inkml:context>
    <inkml:brush xml:id="br0">
      <inkml:brushProperty name="width" value="0.05" units="cm"/>
      <inkml:brushProperty name="height" value="0.05" units="cm"/>
      <inkml:brushProperty name="color" value="#FFFFFF"/>
    </inkml:brush>
  </inkml:definitions>
  <inkml:trace contextRef="#ctx0" brushRef="#br0">14 49 24575,'-1'0'0,"1"0"0,-1 0 0,0 0 0,1 0 0,-1 1 0,0-1 0,1 0 0,-1 1 0,1-1 0,-1 0 0,1 1 0,-1-1 0,0 1 0,1-1 0,-1 1 0,1-1 0,0 1 0,-1-1 0,1 1 0,-1 0 0,1-1 0,0 1 0,0-1 0,-1 1 0,1 0 0,0-1 0,0 1 0,0 0 0,0-1 0,-1 1 0,1 0 0,0 0 0,0-1 0,1 2 0,2 24 0,-1-18 0,1 0 0,0 0 0,1 0 0,-1-1 0,2 0 0,4 7 0,-8-13 0,-1 0 0,1 0 0,0 0 0,1 0 0,-1 0 0,0 0 0,0 0 0,0-1 0,0 1 0,1 0 0,-1-1 0,0 1 0,1-1 0,-1 1 0,0-1 0,1 0 0,1 1 0,-1-1 0,0-1 0,0 1 0,0-1 0,0 1 0,-1-1 0,1 1 0,0-1 0,0 0 0,0 0 0,-1 0 0,1 0 0,0 0 0,-1 0 0,1-1 0,-1 1 0,2-2 0,1 0 0,4-6 0,1 1 0,0 0 0,0 1 0,1 0 0,10-6 0,-17 12 0,-1 0 0,0 0 0,1 0 0,-1 0 0,1 0 0,-1 0 0,1 1 0,-1-1 0,1 1 0,-1 0 0,1 0 0,-1 0 0,1 0 0,0 0 0,-1 1 0,1-1 0,-1 1 0,1 0 0,-1-1 0,0 1 0,1 0 0,-1 0 0,0 1 0,1-1 0,-1 0 0,0 1 0,0-1 0,0 1 0,3 3 0,4 5 0,-5-5 0,0 0 0,1 0 0,-1 0 0,1-1 0,0 0 0,0 0 0,1 0 0,-1 0 0,1-1 0,0 0 0,-1 0 0,1-1 0,1 0 0,-1 0 0,7 2 0,1-3 0,0 0 0,1-1 0,-1 0 0,0-1 0,0-1 0,0 0 0,0-1 0,25-9 0,-16 4 0,-1-2 0,0 0 0,-1-2 0,28-19 0,-43 26 0,0 0 0,-1 0 0,1 0 0,-1 0 0,6-9 0,-10 13 0,0-1 0,0 1 0,0-1 0,0 0 0,0 0 0,-1 1 0,1-1 0,0 0 0,-1 0 0,0 0 0,1-3 0,-1 4 0,0 0 0,0 0 0,0 0 0,-1 0 0,1 0 0,0 0 0,-1 0 0,1 0 0,0 1 0,-1-1 0,1 0 0,-1 0 0,0 0 0,1 0 0,-1 1 0,0-1 0,1 0 0,-1 0 0,0 1 0,0-1 0,1 1 0,-1-1 0,-2 0 0,1 0 0,0 0 0,0 1 0,0-1 0,-1 1 0,1 0 0,0-1 0,0 1 0,-1 0 0,1 0 0,0 1 0,0-1 0,-1 0 0,1 1 0,0-1 0,0 1 0,0 0 0,-1 0 0,1 0 0,0 0 0,-2 1 0,-4 3 0,1-1 0,0 1 0,0 0 0,-7 8 0,9-9 0,0 1 0,1 1 0,-1-1 0,1 1 0,0-1 0,1 1 0,-1 0 0,1 0 0,0 1 0,1-1 0,0 1 0,0-1 0,0 1 0,1 0 0,-2 12 0,3-13 0,1 0 0,-1-1 0,1 1 0,0 0 0,0 0 0,1 0 0,0 0 0,0-1 0,0 1 0,0-1 0,1 0 0,0 1 0,0-1 0,1-1 0,-1 1 0,1 0 0,0-1 0,7 7 0,-1-4-227,0 1-1,0-2 1,0 1-1,1-1 1,12 4-1,13 4-6598</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32.322"/>
    </inkml:context>
    <inkml:brush xml:id="br0">
      <inkml:brushProperty name="width" value="0.05" units="cm"/>
      <inkml:brushProperty name="height" value="0.05" units="cm"/>
      <inkml:brushProperty name="color" value="#FFFFFF"/>
    </inkml:brush>
  </inkml:definitions>
  <inkml:trace contextRef="#ctx0" brushRef="#br0">84 349 24575,'1'-4'0,"0"8"0,4 21 0,6 35 0,39 244 0,-49-299 0,4 23 0,-4-27 0,-1 0 0,0 0 0,0 0 0,1 0 0,-1 0 0,0 1 0,1-1 0,-1 0 0,1 0 0,0 0 0,-1 0 0,1-1 0,0 1 0,0 0 0,-1 0 0,1 0 0,1 0 0,-1-1 0,-1-1 0,1 0 0,-1 1 0,1-1 0,-1 0 0,1 0 0,-1 0 0,1 1 0,-1-1 0,0 0 0,0 0 0,0 0 0,1 0 0,-1 0 0,0 1 0,0-1 0,0 0 0,0 0 0,0 0 0,-1-1 0,0-18 0,-2 1 0,-1-1 0,0 1 0,-1 0 0,-12-28 0,1-1 0,-8-27 0,-62-225 0,82 283 0,1-1 0,0 0 0,1 1 0,1-35 0,1 47 0,1 1 0,-1-1 0,1 1 0,0-1 0,1 1 0,-1-1 0,1 1 0,0 0 0,0 0 0,4-7 0,-4 9 0,0 0 0,0-1 0,0 1 0,1 0 0,-1 1 0,0-1 0,1 0 0,0 1 0,-1-1 0,1 1 0,0 0 0,-1 0 0,1 0 0,0 0 0,0 0 0,0 1 0,0-1 0,4 1 0,5 0 0,0 0 0,0 2 0,-1-1 0,1 1 0,0 1 0,-1 0 0,1 0 0,-1 1 0,0 1 0,14 7 0,-7-2 0,0 1 0,-1 1 0,0 0 0,0 1 0,15 17 0,-26-24 0,0 1 0,-1 0 0,1 0 0,-1 0 0,-1 0 0,1 1 0,-1 0 0,-1 0 0,0 0 0,0 0 0,0 1 0,1 10 0,-3-12 0,0-1 0,-1 0 0,0 1 0,0-1 0,-1 0 0,0 0 0,0 1 0,0-1 0,-1 0 0,0 0 0,0 0 0,0-1 0,-1 1 0,0 0 0,0-1 0,-1 1 0,-6 7 0,-1-1-151,0-2-1,-1 0 0,0 0 0,-1-1 1,0 0-1,0-2 0,-1 1 1,-14 5-1,2-2-6674</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33.228"/>
    </inkml:context>
    <inkml:brush xml:id="br0">
      <inkml:brushProperty name="width" value="0.05" units="cm"/>
      <inkml:brushProperty name="height" value="0.05" units="cm"/>
      <inkml:brushProperty name="color" value="#FFFFFF"/>
    </inkml:brush>
  </inkml:definitions>
  <inkml:trace contextRef="#ctx0" brushRef="#br0">216 126 24575,'2'0'0,"0"0"0,0 0 0,0 0 0,1-1 0,-1 1 0,0-1 0,0 0 0,0 1 0,0-1 0,0 0 0,0 0 0,0 0 0,-1-1 0,1 1 0,0 0 0,-1-1 0,1 1 0,0-1 0,-1 1 0,0-1 0,1 0 0,-1 0 0,0 0 0,0 0 0,0 1 0,0-1 0,0-1 0,1-3 0,-2 4 0,1-1 0,-1 1 0,1-1 0,-1 1 0,0-1 0,0 1 0,0-1 0,0 1 0,0-1 0,-1 1 0,1-1 0,-1 1 0,0-1 0,0 1 0,0-1 0,0 1 0,0 0 0,0 0 0,0-1 0,-1 1 0,1 0 0,-1 0 0,0 0 0,-2-2 0,-1 1 0,0 0 0,0 0 0,-1 0 0,0 1 0,1-1 0,-1 1 0,0 1 0,0-1 0,0 1 0,0 0 0,0 0 0,0 1 0,-1 0 0,1 0 0,0 0 0,0 1 0,0 0 0,0 0 0,0 0 0,0 1 0,-8 3 0,7-3 0,0 1 0,0 1 0,0-1 0,0 1 0,1 0 0,0 0 0,-1 1 0,1 0 0,1 0 0,-1 0 0,1 1 0,0 0 0,0 0 0,1 0 0,-1 0 0,-5 13 0,9-16 0,0-1 0,1 0 0,-1 1 0,0-1 0,1 0 0,0 1 0,-1-1 0,1 0 0,0 1 0,0-1 0,1 1 0,-1-1 0,0 0 0,1 1 0,0-1 0,-1 0 0,1 1 0,0-1 0,0 0 0,0 0 0,0 0 0,1 0 0,-1 0 0,1 0 0,-1 0 0,1 0 0,-1-1 0,1 1 0,0 0 0,0-1 0,0 0 0,0 1 0,0-1 0,0 0 0,4 1 0,3 2 0,0 0 0,1 0 0,0-1 0,-1-1 0,1 0 0,0 0 0,12 0 0,-7-1 0,-1-1 0,1-1 0,0 0 0,-1 0 0,1-2 0,16-4 0,-27 6 0,1 0 0,-1-1 0,0 1 0,0-1 0,0 0 0,0 0 0,0-1 0,-1 1 0,1-1 0,-1 0 0,1 0 0,-1 0 0,0 0 0,0 0 0,0-1 0,-1 0 0,1 1 0,-1-1 0,0 0 0,0 0 0,0 0 0,0 0 0,-1-1 0,2-5 0,-3 9 0,0 0 0,1 0 0,-1 0 0,0 0 0,0 0 0,0 0 0,0 0 0,0 0 0,0 0 0,0 0 0,0 1 0,0-1 0,-1 0 0,1 0 0,0 0 0,-1 0 0,1 0 0,0 0 0,-1-1 0,0 2 0,0 0 0,1 1 0,-1-1 0,1 0 0,-1 0 0,0 0 0,1 0 0,-1 1 0,1-1 0,-1 0 0,1 1 0,-1-1 0,1 0 0,-1 1 0,1-1 0,-1 1 0,1-1 0,-1 1 0,1-1 0,0 1 0,-1-1 0,1 1 0,0-1 0,-1 1 0,1-1 0,0 1 0,0 0 0,-1 0 0,-1 3 0,1-1 0,-1 0 0,0 1 0,1-1 0,0 1 0,0 0 0,0 0 0,0-1 0,1 1 0,-1 0 0,1 0 0,0 0 0,0 0 0,2 6 0,-2-7 0,1-1 0,0 0 0,-1 0 0,1-1 0,0 1 0,1 0 0,-1 0 0,0 0 0,0-1 0,1 1 0,-1 0 0,1-1 0,-1 1 0,1-1 0,0 0 0,0 0 0,-1 0 0,1 1 0,0-2 0,0 1 0,0 0 0,0 0 0,0-1 0,0 1 0,0-1 0,1 1 0,2-1 0,1 1 0,1 0 0,-1-1 0,0 0 0,0 0 0,1 0 0,-1-1 0,0 0 0,0 0 0,0-1 0,1 1 0,-2-2 0,1 1 0,0 0 0,0-1 0,-1 0 0,1 0 0,-1-1 0,0 0 0,0 0 0,0 0 0,-1 0 0,0-1 0,1 0 0,-1 1 0,-1-2 0,1 1 0,-1 0 0,0-1 0,0 1 0,-1-1 0,1 0 0,-1 0 0,-1 0 0,1 0 0,0-10 0,-2 15 0,0 1 0,0-1 0,0 1 0,0-1 0,0 1 0,0-1 0,0 1 0,0-1 0,1 1 0,-1-1 0,0 1 0,0 0 0,0-1 0,0 1 0,1-1 0,-1 1 0,0 0 0,0-1 0,1 1 0,-1-1 0,0 1 0,1 0 0,-1 0 0,0-1 0,1 1 0,-1 0 0,1-1 0,10 7 0,15 30 0,-14-19 0,-9-13 0,1 0 0,-1 0 0,1-1 0,0 0 0,0 0 0,1 0 0,-1 0 0,1 0 0,-1-1 0,1 0 0,0 0 0,0 0 0,0-1 0,0 1 0,0-1 0,0 0 0,1-1 0,-1 1 0,0-1 0,0 0 0,1-1 0,-1 1 0,0-1 0,0 0 0,0 0 0,0 0 0,0-1 0,0 0 0,0 0 0,0 0 0,-1-1 0,1 1 0,-1-1 0,0 0 0,6-6 0,3-6 0,-11 12 0,0 0 0,0 1 0,0-1 0,0 0 0,0 1 0,1 0 0,0-1 0,5-2 0,-8 5 0,1 0 0,0 0 0,-1 0 0,1 1 0,-1-1 0,1 0 0,0 0 0,-1 1 0,1-1 0,-1 1 0,1-1 0,-1 0 0,1 1 0,-1-1 0,1 1 0,-1-1 0,1 1 0,-1 0 0,0-1 0,1 1 0,-1-1 0,0 1 0,0 0 0,1-1 0,-1 1 0,0-1 0,0 2 0,8 23 0,-8-23 0,48 233 0,-21-90 0,32 162 0,-56-293 0,4 37 0,-7-49 0,0 0 0,0 0 0,0 0 0,0 0 0,0 0 0,-1 0 0,1 0 0,-1 0 0,1 0 0,-1 0 0,0 0 0,0 0 0,0 0 0,0 0 0,0 0 0,0-1 0,0 1 0,-1 0 0,-1 1 0,1-2 0,1 0 0,-1 0 0,1-1 0,-1 1 0,1-1 0,-1 1 0,0-1 0,1 0 0,-1 0 0,0 0 0,1 0 0,-1 0 0,1 0 0,-1 0 0,0 0 0,1-1 0,-1 1 0,0 0 0,1-1 0,-1 0 0,1 1 0,-1-1 0,-1-1 0,-36-24 0,34 23 0,-23-21 0,0 0 0,1-2 0,2 0 0,1-2 0,-22-32 0,29 35 0,1-1 0,1-1 0,2 0 0,0 0 0,2-2 0,-12-45 0,20 63 0,1 0 0,0 1 0,1-1 0,0 0 0,1 0 0,1 0 0,-1 0 0,2 0 0,3-19 0,-3 24 0,0 1 0,0-1 0,1 1 0,0 0 0,-1 0 0,2-1 0,-1 2 0,1-1 0,-1 0 0,1 1 0,1 0 0,-1 0 0,0 0 0,1 0 0,0 1 0,0 0 0,0 0 0,0 0 0,10-3 0,-1 1 43,0 1 0,1 0-1,-1 1 1,1 1 0,0 1-1,0 0 1,19 1 0,-6 2-612,-1 1 0,54 14 0,-38-5-6257</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52.040"/>
    </inkml:context>
    <inkml:brush xml:id="br0">
      <inkml:brushProperty name="width" value="0.05" units="cm"/>
      <inkml:brushProperty name="height" value="0.05" units="cm"/>
      <inkml:brushProperty name="color" value="#FFFFFF"/>
    </inkml:brush>
  </inkml:definitions>
  <inkml:trace contextRef="#ctx0" brushRef="#br0">1 306 24575,'21'-5'0,"-19"4"0,0 0 0,1 0 0,-1 0 0,0 1 0,1-1 0,-1 1 0,1-1 0,3 1 0,-3 0 0,0 1 0,0-1 0,-1 1 0,1-1 0,0 1 0,-1 0 0,1 0 0,0 0 0,-1 1 0,0-1 0,1 1 0,-1-1 0,0 1 0,1 0 0,-1 0 0,0 0 0,3 4 0,1 2 0,0 1 0,-1 0 0,7 16 0,-10-19 0,0 0 0,1 0 0,0-1 0,0 1 0,0-1 0,1 0 0,0 1 0,0-2 0,0 1 0,0 0 0,8 5 0,-9-9 0,-1 0 0,0 0 0,0-1 0,1 1 0,-1-1 0,0 0 0,1 0 0,-1 0 0,0 0 0,1 0 0,-1 0 0,0-1 0,1 1 0,-1-1 0,0 1 0,1-1 0,-1 0 0,0 0 0,3-2 0,44-27 0,-37 22 0,307-225 0,-155 108 0,-154 118-341,1-1 0,0 2-1,13-8 1,-8 9-6485</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0.525"/>
    </inkml:context>
    <inkml:brush xml:id="br0">
      <inkml:brushProperty name="width" value="0.05" units="cm"/>
      <inkml:brushProperty name="height" value="0.05" units="cm"/>
      <inkml:brushProperty name="color" value="#FFFFFF"/>
    </inkml:brush>
  </inkml:definitions>
  <inkml:trace contextRef="#ctx0" brushRef="#br0">12 3 24575,'6'-3'0,"-9"19"0,0 196 333,6-149-899,-4-1 0,-9 69 0,6-107-6260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0.834"/>
    </inkml:context>
    <inkml:brush xml:id="br0">
      <inkml:brushProperty name="width" value="0.05" units="cm"/>
      <inkml:brushProperty name="height" value="0.05" units="cm"/>
      <inkml:brushProperty name="color" value="#FFFFFF"/>
    </inkml:brush>
  </inkml:definitions>
  <inkml:trace contextRef="#ctx0" brushRef="#br0">4 306 24575,'-2'-60'0,"1"29"0,1-1 0,1 1 0,8-47 0,-8 74 0,-1 0 0,1 0 0,0 1 0,1-1 0,-1 1 0,1-1 0,-1 1 0,1 0 0,0-1 0,1 1 0,-1 0 0,0 0 0,1 0 0,-1 1 0,1-1 0,0 1 0,0-1 0,0 1 0,0 0 0,7-3 0,-6 3 0,1 1 0,-1 0 0,1 0 0,-1 1 0,0-1 0,1 1 0,-1 0 0,1 0 0,-1 1 0,1-1 0,-1 1 0,1 0 0,-1 0 0,0 0 0,0 1 0,1-1 0,4 4 0,2 1 0,0 1 0,0 0 0,-1 0 0,0 1 0,0 0 0,-1 1 0,0 0 0,0 0 0,-1 1 0,0 0 0,-1 1 0,9 17 0,-13-23 0,-1 0 0,1 1 0,-1-1 0,-1 0 0,1 1 0,-1-1 0,0 1 0,0-1 0,0 1 0,-1 0 0,0-1 0,0 1 0,-1-1 0,1 1 0,-1 0 0,-1-1 0,1 1 0,-1-1 0,1 0 0,-2 1 0,1-1 0,0 0 0,-1 0 0,0-1 0,0 1 0,-1 0 0,1-1 0,-1 0 0,0 0 0,-5 4 0,2-2-85,0 0 0,-1-1-1,1 0 1,-1 0 0,0-1-1,0 0 1,0-1 0,-1 1-1,1-2 1,-1 1 0,0-1-1,0 0 1,0-1 0,0 0-1,-12-1 1,7-3-6741</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1.349"/>
    </inkml:context>
    <inkml:brush xml:id="br0">
      <inkml:brushProperty name="width" value="0.05" units="cm"/>
      <inkml:brushProperty name="height" value="0.05" units="cm"/>
      <inkml:brushProperty name="color" value="#FFFFFF"/>
    </inkml:brush>
  </inkml:definitions>
  <inkml:trace contextRef="#ctx0" brushRef="#br0">221 115 24575,'1'-28'0,"0"19"0,0 1 0,-1 0 0,0-1 0,-1 1 0,0 0 0,0 0 0,-3-10 0,4 18 0,0-1 0,0 0 0,-1 1 0,1-1 0,0 1 0,-1-1 0,1 1 0,0-1 0,-1 1 0,1-1 0,-1 1 0,1-1 0,0 1 0,-1 0 0,1-1 0,-1 1 0,1 0 0,-1-1 0,0 1 0,1 0 0,-1 0 0,1-1 0,-1 1 0,0 0 0,1 0 0,-1 0 0,0 0 0,-1 0 0,1 0 0,-1 0 0,0 1 0,1-1 0,-1 1 0,1-1 0,-1 1 0,1 0 0,0 0 0,-3 1 0,-29 28 0,31-28 0,-26 27 0,-32 44 0,52-61 0,-1 1 0,2 0 0,-1 0 0,2 1 0,0-1 0,1 1 0,-4 16 0,8-29 0,1 1 0,-1 0 0,1-1 0,-1 1 0,1 0 0,0 0 0,0 0 0,0-1 0,0 1 0,0 0 0,0 0 0,1-1 0,-1 1 0,1 0 0,-1 0 0,1-1 0,0 1 0,-1 0 0,1-1 0,0 1 0,0-1 0,0 1 0,2 1 0,-1-1 0,0-1 0,0 0 0,0 0 0,0-1 0,0 1 0,0 0 0,1-1 0,-1 1 0,0-1 0,0 0 0,0 0 0,1 0 0,-1 0 0,0 0 0,0 0 0,0 0 0,1-1 0,3 0 0,9-4 0,0 0 0,0-1 0,0 0 0,-1-2 0,1 1 0,24-20 0,-21 14 0,-1-1 0,-1-1 0,0 0 0,21-28 0,-31 34 0,7-10 0,-8 18 0,-3 13 0,-2 2 83,-2 0 0,0 0 0,-4 15-1,-4 30-1778,9-43-5130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1.694"/>
    </inkml:context>
    <inkml:brush xml:id="br0">
      <inkml:brushProperty name="width" value="0.05" units="cm"/>
      <inkml:brushProperty name="height" value="0.05" units="cm"/>
      <inkml:brushProperty name="color" value="#FFFFFF"/>
    </inkml:brush>
  </inkml:definitions>
  <inkml:trace contextRef="#ctx0" brushRef="#br0">166 94 24575,'2'-2'0,"0"0"0,0 0 0,0-1 0,-1 1 0,1 0 0,-1-1 0,1 1 0,-1-1 0,0 1 0,0-1 0,0 1 0,0-1 0,0 0 0,-1 0 0,1 1 0,-1-1 0,0 0 0,0 0 0,0 0 0,0 1 0,-1-7 0,0 7 0,0 0 0,0 0 0,0 0 0,0 1 0,0-1 0,-1 0 0,1 0 0,-1 1 0,1-1 0,-1 1 0,1-1 0,-1 1 0,0 0 0,0 0 0,0 0 0,1 0 0,-1 0 0,0 0 0,0 0 0,-1 0 0,1 1 0,0-1 0,0 1 0,0 0 0,0-1 0,0 1 0,0 0 0,-4 1 0,1-1 0,0 1 0,1-1 0,-1 1 0,0 1 0,1-1 0,-1 1 0,0 0 0,1 0 0,0 0 0,-1 0 0,1 1 0,0-1 0,0 1 0,1 0 0,-1 1 0,1-1 0,-1 1 0,1-1 0,0 1 0,0 0 0,-3 7 0,4-8 0,-1 1 0,1 0 0,1 0 0,-1 0 0,0 1 0,1-1 0,0 0 0,0 0 0,0 1 0,1-1 0,-1 1 0,1-1 0,0 1 0,0-1 0,1 0 0,-1 1 0,1-1 0,0 1 0,0-1 0,1 0 0,-1 0 0,1 0 0,3 6 0,1-2 0,1 0 0,0 0 0,0-1 0,1 0 0,0-1 0,0 0 0,14 8 0,26 22 0,-46-35 0,-1 0 0,0 0 0,1 0 0,-1 1 0,0-1 0,0 0 0,0 1 0,0-1 0,0 1 0,-1-1 0,1 1 0,0-1 0,-1 1 0,1 0 0,-1-1 0,1 1 0,-1 0 0,0 0 0,0 3 0,0-4 0,0 0 0,-1 1 0,1-1 0,-1 0 0,0 1 0,1-1 0,-1 0 0,0 0 0,0 0 0,0 0 0,0 0 0,0 0 0,0 0 0,0 0 0,0 0 0,0 0 0,-1 0 0,1 0 0,0-1 0,0 1 0,-1-1 0,1 1 0,0-1 0,-1 1 0,-1-1 0,-13 4-118,0-2 0,0 0 0,-1-1 0,-24-1 0,28 0-657,-16 0-6051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2.052"/>
    </inkml:context>
    <inkml:brush xml:id="br0">
      <inkml:brushProperty name="width" value="0.05" units="cm"/>
      <inkml:brushProperty name="height" value="0.05" units="cm"/>
      <inkml:brushProperty name="color" value="#FFFFFF"/>
    </inkml:brush>
  </inkml:definitions>
  <inkml:trace contextRef="#ctx0" brushRef="#br0">217 56 24575,'1'0'0,"0"-1"0,0 0 0,-1 1 0,1-1 0,0 0 0,-1 0 0,1 0 0,-1 0 0,1 1 0,-1-1 0,1 0 0,-1 0 0,1 0 0,-1 0 0,0 0 0,0 0 0,1 0 0,-1 0 0,0 0 0,0 0 0,0-1 0,0 1 0,0 0 0,0 0 0,-1 0 0,1 0 0,0 0 0,0 0 0,-1 0 0,1 0 0,-1 0 0,1 0 0,-1 1 0,1-1 0,-1 0 0,1 0 0,-1 0 0,0 0 0,0 1 0,1-1 0,-1 0 0,0 1 0,0-1 0,0 0 0,-1 0 0,-2-1 0,1 0 0,-1 0 0,0 1 0,0-1 0,0 1 0,0 0 0,0 0 0,0 0 0,0 0 0,-6 1 0,4 0 0,-1 1 0,1-1 0,-1 2 0,1-1 0,-1 1 0,1 0 0,0 0 0,0 0 0,0 1 0,0 0 0,0 0 0,1 1 0,-1 0 0,1-1 0,-6 8 0,8-9 0,0 1 0,1 0 0,0 0 0,0 0 0,0 0 0,0 1 0,0-1 0,1 0 0,-1 1 0,1-1 0,0 1 0,0 0 0,0-1 0,0 1 0,1 0 0,0 0 0,-1-1 0,2 1 0,-1 0 0,0 0 0,1-1 0,-1 1 0,1 0 0,0-1 0,0 1 0,1 0 0,2 5 0,3 3 0,0 0 0,1-1 0,12 13 0,-14-17 0,0 0 0,0 1 0,0-1 0,-1 1 0,-1 0 0,1 1 0,-1-1 0,6 18 0,-10-23 0,0 0 0,0 0 0,0 0 0,0 0 0,0 0 0,-1 0 0,1 0 0,-1-1 0,0 1 0,0 0 0,0 0 0,0 0 0,0-1 0,-1 1 0,1-1 0,-1 1 0,0-1 0,0 0 0,0 1 0,0-1 0,0 0 0,0 0 0,0 0 0,-1-1 0,1 1 0,-4 1 0,2 0 0,-1 0 0,1-1 0,-1 0 0,1 0 0,-1 0 0,0-1 0,0 1 0,0-1 0,0 0 0,0-1 0,0 1 0,0-1 0,0 0 0,-8-1 0,0-5-1365,3-1-5461</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2.440"/>
    </inkml:context>
    <inkml:brush xml:id="br0">
      <inkml:brushProperty name="width" value="0.05" units="cm"/>
      <inkml:brushProperty name="height" value="0.05" units="cm"/>
      <inkml:brushProperty name="color" value="#FFFFFF"/>
    </inkml:brush>
  </inkml:definitions>
  <inkml:trace contextRef="#ctx0" brushRef="#br0">0 129 24575,'0'1'0,"1"-1"0,-1 1 0,0 0 0,1 0 0,-1 0 0,1-1 0,-1 1 0,1 0 0,-1-1 0,1 1 0,-1 0 0,1-1 0,0 1 0,-1-1 0,1 1 0,0-1 0,0 1 0,-1-1 0,1 1 0,0-1 0,0 0 0,0 1 0,-1-1 0,1 0 0,0 0 0,0 0 0,1 0 0,28 4 0,-26-4 0,4 1 0,1-1 0,0 0 0,0 0 0,-1-1 0,1 0 0,0 0 0,12-5 0,-18 5 0,0 0 0,0-1 0,-1 1 0,1 0 0,-1-1 0,1 0 0,-1 0 0,0 0 0,1 0 0,-1 0 0,0 0 0,0-1 0,-1 1 0,1 0 0,0-1 0,-1 0 0,0 1 0,1-1 0,-1 0 0,0 0 0,0 0 0,-1 0 0,1 0 0,-1 1 0,1-6 0,-1 4 0,0 1 0,0 0 0,0 0 0,0 0 0,0 0 0,-1 0 0,0 0 0,1 0 0,-1 0 0,0 0 0,-1 0 0,1 0 0,0 0 0,-1 0 0,0 1 0,1-1 0,-1 1 0,0-1 0,0 1 0,-1 0 0,1 0 0,-4-3 0,4 4 0,0 0 0,0 0 0,0 0 0,0 0 0,0 0 0,-1 0 0,1 1 0,0-1 0,-1 1 0,1 0 0,0 0 0,-1 0 0,1 0 0,0 0 0,0 0 0,-1 1 0,1-1 0,0 1 0,0-1 0,-1 1 0,1 0 0,0 0 0,0 0 0,0 0 0,0 0 0,0 1 0,0-1 0,0 0 0,1 1 0,-1 0 0,-1 1 0,-6 6 31,1 1 0,1-1 0,0 1 0,0 1 0,1-1 0,1 1 0,-1 0 0,2 1 1,0-1-1,-5 21 0,7-25-69,1 0 0,0 1 0,1-1 0,0 0 0,0 0 0,0 0 0,1 0 0,3 12 0,-3-15-53,1 1 0,-1-1 0,1 0 0,0 1 0,0-1 0,1 0 0,0 0 0,-1-1 0,1 1 0,0 0 0,1-1 0,-1 0 0,0 0 0,5 3 0,12 6-6735</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2.829"/>
    </inkml:context>
    <inkml:brush xml:id="br0">
      <inkml:brushProperty name="width" value="0.05" units="cm"/>
      <inkml:brushProperty name="height" value="0.05" units="cm"/>
      <inkml:brushProperty name="color" value="#FFFFFF"/>
    </inkml:brush>
  </inkml:definitions>
  <inkml:trace contextRef="#ctx0" brushRef="#br0">30 9 24575,'0'-1'0,"-1"0"0,1 1 0,-1-1 0,1 1 0,-1-1 0,0 0 0,1 1 0,-1 0 0,0-1 0,1 1 0,-1-1 0,0 1 0,0 0 0,1-1 0,-1 1 0,0 0 0,0 0 0,0 0 0,1-1 0,-1 1 0,0 0 0,0 0 0,-1 0 0,2 1 0,-1-1 0,0 1 0,1-1 0,-1 1 0,1-1 0,-1 1 0,1-1 0,-1 1 0,1-1 0,-1 1 0,1 0 0,-1-1 0,1 1 0,0 0 0,-1-1 0,1 1 0,0 0 0,0 0 0,-1 0 0,0 4 0,0-1 0,1 1 0,-1-1 0,1 1 0,0-1 0,1 10 0,5 10 0,11 29 0,-11-38 0,-1 1 0,-1 0 0,0 0 0,-1 0 0,2 22 0,-6-13 0,1-20 0,-1-17 0,2-1 0,-1 0 0,2 1 0,0-1 0,0 1 0,1 0 0,1-1 0,0 1 0,0 1 0,1-1 0,1 1 0,0-1 0,9-11 0,-11 17 0,0 1 0,0-1 0,1 1 0,0 0 0,0 0 0,0 1 0,0 0 0,1 0 0,-1 0 0,1 0 0,0 1 0,0 0 0,1 0 0,-1 1 0,1-1 0,-1 1 0,1 1 0,0-1 0,-1 1 0,1 1 0,0-1 0,0 1 0,0 0 0,7 1 0,-9 0 14,-1 1 1,1-1-1,0 1 0,-1 0 0,0 0 1,1 0-1,-1 0 0,0 1 0,0 0 0,0 0 1,0 0-1,-1 0 0,1 0 0,-1 1 1,0 0-1,0 0 0,0-1 0,-1 2 0,1-1 1,-1 0-1,0 0 0,0 1 0,1 4 1,2 6-259,-1 0 0,0-1 0,-2 1 0,1 1 1,-2-1-1,0 16 0,-1-11-6582</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3.380"/>
    </inkml:context>
    <inkml:brush xml:id="br0">
      <inkml:brushProperty name="width" value="0.05" units="cm"/>
      <inkml:brushProperty name="height" value="0.05" units="cm"/>
      <inkml:brushProperty name="color" value="#FFFFFF"/>
    </inkml:brush>
  </inkml:definitions>
  <inkml:trace contextRef="#ctx0" brushRef="#br0">148 125 24575,'2'-2'0,"1"0"0,-1 0 0,0-1 0,0 1 0,-1-1 0,1 1 0,0-1 0,-1 1 0,0-1 0,1 0 0,-1 0 0,0 0 0,0 1 0,-1-1 0,1 0 0,-1 0 0,1 0 0,-1 0 0,0 0 0,0-1 0,0 1 0,-1 0 0,1 0 0,-1 0 0,1 1 0,-1-1 0,0 0 0,0 0 0,0 0 0,-1 0 0,1 1 0,-1-1 0,0 1 0,1-1 0,-1 1 0,0 0 0,0-1 0,0 1 0,-1 0 0,1 0 0,-1 1 0,1-1 0,-6-2 0,6 2 0,0 1 0,-1 0 0,1 0 0,0 0 0,-1 0 0,1 1 0,-1-1 0,0 1 0,1-1 0,-1 1 0,1 0 0,-1 0 0,0 0 0,1 1 0,-1-1 0,1 0 0,-1 1 0,-3 1 0,3-1 0,-1 1 0,0 0 0,1 0 0,0 0 0,-1 0 0,1 1 0,0-1 0,0 1 0,0 0 0,1 0 0,-4 4 0,3-3 0,0 0 0,1 1 0,-1-1 0,1 0 0,0 1 0,0-1 0,0 1 0,1 0 0,-1 0 0,1 0 0,0-1 0,1 1 0,-1 0 0,1 0 0,0 0 0,0 0 0,1 0 0,-1 0 0,4 9 0,-4-12 0,1 0 0,0-1 0,0 1 0,0-1 0,0 1 0,0-1 0,0 0 0,1 1 0,-1-1 0,0 0 0,1 0 0,-1 0 0,1 0 0,-1 0 0,1 0 0,-1 0 0,1-1 0,0 1 0,-1 0 0,1-1 0,0 1 0,0-1 0,0 0 0,-1 0 0,1 0 0,0 0 0,0 0 0,0 0 0,-1 0 0,1 0 0,0-1 0,0 1 0,-1-1 0,4 0 0,5-3 0,0 0 0,0 0 0,0-1 0,10-6 0,-19 10 0,-1 1 0,1-1 0,-1 1 0,1-1 0,0 1 0,-1 0 0,1-1 0,0 1 0,-1 0 0,1 0 0,0 0 0,0-1 0,-1 1 0,1 0 0,0 0 0,0 0 0,-1 0 0,1 0 0,0 0 0,0 0 0,-1 0 0,1 1 0,0-1 0,0 0 0,-1 0 0,1 1 0,0-1 0,-1 0 0,1 1 0,0-1 0,-1 0 0,1 1 0,-1-1 0,1 1 0,-1-1 0,1 1 0,-1 0 0,1-1 0,-1 1 0,1-1 0,-1 1 0,0 0 0,1-1 0,-1 1 0,0 0 0,0 0 0,1-1 0,-1 1 0,0 1 0,2 5 0,-1 1 0,0-1 0,-1 1 0,0 8 0,0-8 0,7 159 0,0 95 0,-7-251 0,0-1 0,-1 1 0,-1 0 0,0-1 0,-1 1 0,-5 15 0,7-24 0,1 0 0,-1 0 0,0 1 0,0-1 0,0-1 0,0 1 0,-1 0 0,1 0 0,0 0 0,-1-1 0,1 1 0,-1 0 0,0-1 0,0 1 0,1-1 0,-1 0 0,0 0 0,0 0 0,0 0 0,0 0 0,0 0 0,0 0 0,-1-1 0,1 1 0,0-1 0,0 1 0,0-1 0,-1 0 0,1 0 0,0 0 0,0 0 0,-1 0 0,1-1 0,0 1 0,0-1 0,0 1 0,-5-3 0,4 1 0,-1 0 0,1 0 0,-1 0 0,1-1 0,0 1 0,0-1 0,0 0 0,0 0 0,0 0 0,1 0 0,-1-1 0,1 1 0,0-1 0,0 1 0,-2-8 0,-3-6 0,1 0 0,-4-21 0,8 29 0,-5-15 69,2-1-1,1-1 0,1 1 0,0-29 1,3 45-183,0 0 0,1 0 0,1 0 0,-1 0 1,1 0-1,1 0 0,-1 1 0,2-1 1,-1 1-1,1 0 0,0 0 0,1 0 1,0 0-1,11-13 0,0 5-6712</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3.783"/>
    </inkml:context>
    <inkml:brush xml:id="br0">
      <inkml:brushProperty name="width" value="0.05" units="cm"/>
      <inkml:brushProperty name="height" value="0.05" units="cm"/>
      <inkml:brushProperty name="color" value="#FFFFFF"/>
    </inkml:brush>
  </inkml:definitions>
  <inkml:trace contextRef="#ctx0" brushRef="#br0">74 125 24575,'-6'0'0,"1"1"0,0-1 0,0 0 0,0-1 0,0 1 0,0-1 0,0 0 0,0 0 0,-5-2 0,16 11 0,7 5 0,-6-10 0,-1 1 0,1-1 0,-1-1 0,1 1 0,0-1 0,0 0 0,0-1 0,0 1 0,0-2 0,0 1 0,0-1 0,1 0 0,-1 0 0,9-2 0,-12 2 0,0-1 0,1 0 0,-1 0 0,0 0 0,0-1 0,0 1 0,-1-1 0,1 0 0,0 0 0,-1 0 0,1 0 0,-1-1 0,0 0 0,1 0 0,-1 1 0,0-2 0,-1 1 0,1 0 0,-1 0 0,1-1 0,-1 0 0,0 1 0,0-1 0,-1 0 0,2-6 0,-2 7 0,0 1 0,-1-1 0,0 0 0,0 0 0,0 0 0,0 0 0,0 0 0,0 0 0,-1 0 0,1 0 0,-1 0 0,0 1 0,0-1 0,0 0 0,0 0 0,-1 1 0,1-1 0,-1 1 0,1-1 0,-1 1 0,0 0 0,0-1 0,0 1 0,0 0 0,-1 0 0,-3-2 0,3 2 0,0 0 0,-1 0 0,1 0 0,-1 0 0,0 1 0,0-1 0,1 1 0,-1 0 0,0 0 0,0 1 0,0-1 0,0 1 0,0 0 0,0 0 0,0 0 0,0 0 0,0 1 0,0 0 0,-4 1 0,1 0 13,1 2 1,-1-1-1,1 0 0,0 1 0,0 0 0,0 1 0,0 0 0,1-1 0,0 2 1,0-1-1,0 0 0,-4 7 0,3-3 6,1 0 0,0 1 0,0-1 0,1 1 0,0 0 0,0 0 0,1 1 0,-2 11 0,4-14-50,0 0 0,0 0-1,1 0 1,0 0 0,0 0 0,1 0 0,0 0 0,0 0 0,1 0 0,5 14 0,-5-17-45,0-1 1,1 1-1,0 0 0,0-1 0,0 0 0,0 0 0,1 0 0,-1 0 1,1 0-1,0 0 0,0-1 0,0 0 0,1 0 0,-1 0 1,1-1-1,0 1 0,6 1 0,13 4-6750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4.110"/>
    </inkml:context>
    <inkml:brush xml:id="br0">
      <inkml:brushProperty name="width" value="0.05" units="cm"/>
      <inkml:brushProperty name="height" value="0.05" units="cm"/>
      <inkml:brushProperty name="color" value="#FFFFFF"/>
    </inkml:brush>
  </inkml:definitions>
  <inkml:trace contextRef="#ctx0" brushRef="#br0">28 37 24575,'0'0'0,"0"-1"0,0 1 0,0 0 0,0-1 0,0 1 0,0-1 0,0 1 0,0-1 0,-1 1 0,1-1 0,0 1 0,0 0 0,0-1 0,-1 1 0,1-1 0,0 1 0,0 0 0,-1-1 0,1 1 0,0 0 0,-1 0 0,1-1 0,-1 1 0,1 0 0,0 0 0,-1-1 0,1 1 0,-1 0 0,1 0 0,0 0 0,-1 0 0,1-1 0,-1 1 0,1 0 0,-1 0 0,1 0 0,-1 0 0,1 0 0,-1 0 0,1 0 0,-1 1 0,0-1 0,1 0 0,-1 0 0,0 0 0,1 0 0,-1 1 0,0-1 0,1 0 0,-1 1 0,0-1 0,1 0 0,-1 1 0,1-1 0,-1 1 0,1-1 0,-1 1 0,1-1 0,-1 1 0,1-1 0,-1 1 0,1 0 0,0-1 0,-1 1 0,1-1 0,0 1 0,0 0 0,-1-1 0,1 1 0,0 1 0,0 7 0,1-1 0,1 0 0,0 0 0,0 1 0,0-1 0,1 0 0,0-1 0,0 1 0,8 11 0,8 24 0,-15-33 0,-1-1 0,-1 0 0,0 1 0,0 0 0,0 0 0,-2-1 0,1 1 0,-1 0 0,-2 15 0,2-24 0,0-1 0,0 1 0,0-1 0,0 0 0,0 1 0,0-1 0,0 1 0,0-1 0,0 0 0,0 1 0,0-1 0,-1 1 0,1-1 0,0 0 0,0 1 0,0-1 0,-1 0 0,1 1 0,0-1 0,0 0 0,-1 1 0,1-1 0,0 0 0,-1 0 0,1 1 0,0-1 0,-1 0 0,1 0 0,-5-9 0,0-21 0,6 16 0,0 0 0,1 1 0,0-1 0,1 1 0,1-1 0,0 1 0,1 0 0,0 1 0,12-21 0,-12 25 0,0 0 0,0 0 0,1 1 0,0 0 0,0 0 0,1 0 0,0 1 0,0 0 0,0 0 0,1 0 0,0 1 0,0 0 0,0 1 0,0 0 0,10-3 0,-15 6-50,-1 0-1,0 1 1,0-1-1,1 0 0,-1 1 1,0 0-1,1 0 1,-1-1-1,0 1 1,1 1-1,-1-1 0,1 0 1,-1 1-1,0-1 1,0 1-1,1-1 1,-1 1-1,0 0 0,0 0 1,0 0-1,0 1 1,0-1-1,0 0 1,0 1-1,0-1 1,2 4-1,6 11-6775</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4.720"/>
    </inkml:context>
    <inkml:brush xml:id="br0">
      <inkml:brushProperty name="width" value="0.05" units="cm"/>
      <inkml:brushProperty name="height" value="0.05" units="cm"/>
      <inkml:brushProperty name="color" value="#FFFFFF"/>
    </inkml:brush>
  </inkml:definitions>
  <inkml:trace contextRef="#ctx0" brushRef="#br0">91 280 24575,'0'-9'0,"0"-18"0,0 26 0,0 0 0,0 0 0,0 0 0,0-1 0,1 1 0,-1 0 0,0 0 0,0 0 0,1 0 0,-1 0 0,1 0 0,-1 0 0,1 0 0,-1 1 0,1-1 0,0 0 0,1-1 0,-2 2 0,1 0 0,-1 0 0,0 0 0,1 1 0,-1-1 0,0 0 0,1 0 0,-1 0 0,0 1 0,1-1 0,-1 0 0,0 1 0,0-1 0,1 0 0,-1 1 0,0-1 0,0 0 0,0 1 0,1-1 0,-1 1 0,0-1 0,0 0 0,0 1 0,0-1 0,0 1 0,0-1 0,0 0 0,0 1 0,0-1 0,0 1 0,0-1 0,0 0 0,0 1 0,0-1 0,0 1 0,0 19 0,-5 18 0,-1 1 0,-19 63 0,-34 71 0,56-166 0,-3 6 0,5-23 0,7-23 0,19-65 0,67-163 0,-82 235 0,33-75 0,-38 90 0,0 1 0,1 0 0,1 0 0,0 1 0,0 0 0,1 0 0,9-8 0,-16 16 0,1 0 0,-1-1 0,1 1 0,0 0 0,0 0 0,0 0 0,0 0 0,-1 0 0,1 0 0,0 0 0,1 1 0,-1-1 0,0 1 0,0-1 0,0 1 0,0 0 0,0 0 0,0 0 0,5 1 0,-4 0 0,-1 0 0,1 0 0,0 0 0,0 0 0,-1 1 0,1 0 0,-1-1 0,1 1 0,-1 0 0,0 0 0,0 0 0,4 4 0,3 7 0,-1 0 0,0 0 0,-1 1 0,9 19 0,-14-27 0,16 36 171,19 70 0,-32-94-415,-1 1 0,-1 0 0,0 0 0,-1 1 1,-2-1-1,-1 28 0,-3-23-6582</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5.263"/>
    </inkml:context>
    <inkml:brush xml:id="br0">
      <inkml:brushProperty name="width" value="0.05" units="cm"/>
      <inkml:brushProperty name="height" value="0.05" units="cm"/>
      <inkml:brushProperty name="color" value="#FFFFFF"/>
    </inkml:brush>
  </inkml:definitions>
  <inkml:trace contextRef="#ctx0" brushRef="#br0">6 153 24575,'0'0'0,"-1"-1"0,1 1 0,-1 0 0,1-1 0,0 1 0,-1-1 0,1 1 0,0 0 0,-1-1 0,1 1 0,0-1 0,-1 1 0,1-1 0,0 1 0,0-1 0,0 0 0,0 1 0,0-1 0,-1 1 0,1-1 0,0 1 0,0-1 0,0 1 0,1-1 0,-1 0 0,0 1 0,0-1 0,0 1 0,0-1 0,1 0 0,0 0 0,0 0 0,0 0 0,-1 0 0,1 0 0,0 0 0,0 1 0,0-1 0,0 0 0,0 1 0,1-1 0,1 0 0,35-9 0,-36 10 0,198-42 0,-90 18 0,-107 23 0,0 0 0,0 1 0,0-1 0,0 1 0,0 0 0,0-1 0,0 2 0,0-1 0,0 0 0,0 0 0,0 1 0,0 0 0,5 2 0,-7-2 0,1 0 0,-1 0 0,1 1 0,-1-1 0,0 1 0,1-1 0,-1 1 0,0-1 0,0 1 0,0 0 0,-1 0 0,1 0 0,0-1 0,-1 1 0,1 0 0,-1 0 0,1 0 0,-1 0 0,0 0 0,0 0 0,0 0 0,0 3 0,-2 25 0,-1 1 0,-12 55 0,0-7 0,12-28 0,2-36 0,0 0 0,-5 26 0,6-41 0,0 1 0,0-1 0,0 0 0,0 1 0,0-1 0,0 1 0,0-1 0,-1 1 0,1-1 0,0 1 0,0-1 0,0 0 0,-1 1 0,1-1 0,0 1 0,-1-1 0,1 0 0,0 1 0,-1-1 0,1 0 0,0 0 0,-1 1 0,1-1 0,-1 1 0,-6-8 0,-3-18 0,5-1 0,2 1 0,0-1 0,2 1 0,0-1 0,2 0 0,1 1 0,1-1 0,1 1 0,2-1 0,0 1 0,14-34 0,-17 53 0,0 0 0,0 1 0,0-1 0,1 1 0,0-1 0,0 1 0,0 0 0,1 1 0,-1-1 0,1 1 0,9-7 0,-10 9 0,-1 1 0,0-1 0,1 1 0,-1-1 0,1 1 0,0 0 0,-1 1 0,1-1 0,0 0 0,-1 1 0,1 0 0,0 0 0,0 0 0,-1 0 0,1 1 0,0 0 0,-1-1 0,1 1 0,0 1 0,-1-1 0,6 3 0,-4-2 0,0 1 0,-1-1 0,1 1 0,-1 0 0,0 0 0,0 0 0,0 1 0,0-1 0,-1 1 0,1 0 0,-1 0 0,0 0 0,0 1 0,-1-1 0,1 1 0,2 6 0,-4-7 0,0 0 0,0 0 0,-1 0 0,0 0 0,1 0 0,-1 0 0,0 0 0,-1 0 0,1 0 0,-1 0 0,0 0 0,0 0 0,0 0 0,-1 0 0,1 0 0,-1-1 0,0 1 0,0-1 0,0 1 0,0-1 0,-5 5 0,0 0-114,-1-1 1,1 0-1,-1 0 0,-1-1 0,1 0 1,-1-1-1,0 0 0,-1 0 0,1-1 1,-1 0-1,-17 4 0,5-2-6712</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5.714"/>
    </inkml:context>
    <inkml:brush xml:id="br0">
      <inkml:brushProperty name="width" value="0.05" units="cm"/>
      <inkml:brushProperty name="height" value="0.05" units="cm"/>
      <inkml:brushProperty name="color" value="#FFFFFF"/>
    </inkml:brush>
  </inkml:definitions>
  <inkml:trace contextRef="#ctx0" brushRef="#br0">1 79 24575,'1'36'0,"1"-1"0,3 1 0,11 46 0,14 71 0,-35-181 0,1 0 0,0-56 0,5 67 0,0-1 0,2 1 0,0 0 0,0 0 0,2 0 0,10-27 0,-10 34 0,0 0 0,0 0 0,1 0 0,0 1 0,0 0 0,1 0 0,0 1 0,1 0 0,0 0 0,12-9 0,-15 14 0,0 0 0,0 0 0,0 0 0,0 1 0,0 0 0,0 0 0,1 0 0,-1 0 0,1 1 0,-1 0 0,1 0 0,-1 1 0,1 0 0,0-1 0,-1 2 0,1-1 0,0 1 0,-1 0 0,1 0 0,-1 0 0,1 1 0,5 3 0,-4-2 0,1 1 0,-1 1 0,-1-1 0,1 1 0,-1 0 0,0 1 0,0 0 0,0 0 0,-1 0 0,1 0 0,-2 1 0,1 0 0,3 7 0,-6-10 0,0 0 0,-1 0 0,1-1 0,-1 1 0,0 0 0,0 0 0,-1 0 0,1 0 0,-1 1 0,0-1 0,0 0 0,0 5 0,-1-6 0,0 0 0,0 0 0,0 0 0,0-1 0,0 1 0,-1 0 0,1-1 0,-1 1 0,1 0 0,-1-1 0,0 0 0,0 1 0,0-1 0,-1 0 0,1 0 0,0 0 0,-1-1 0,-3 3 0,-2 0-170,-1 0-1,0-1 0,0 0 1,0 0-1,0-1 0,0 0 1,-19 1-1,-7 0-6655</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8.157"/>
    </inkml:context>
    <inkml:brush xml:id="br0">
      <inkml:brushProperty name="width" value="0.05" units="cm"/>
      <inkml:brushProperty name="height" value="0.05" units="cm"/>
      <inkml:brushProperty name="color" value="#FFFFFF"/>
    </inkml:brush>
  </inkml:definitions>
  <inkml:trace contextRef="#ctx0" brushRef="#br0">22 16 24575,'0'-1'0,"0"0"0,0 1 0,0-1 0,0 0 0,0 1 0,-1-1 0,1 0 0,0 1 0,0-1 0,0 1 0,-1-1 0,1 0 0,0 1 0,0-1 0,-1 1 0,1-1 0,-1 1 0,1-1 0,0 1 0,-1-1 0,1 1 0,-1-1 0,1 1 0,-2-1 0,2 1 0,-1 0 0,1 0 0,0 0 0,-1 0 0,1 0 0,-1 0 0,1 0 0,0 1 0,-1-1 0,1 0 0,-1 0 0,1 0 0,0 0 0,-1 1 0,1-1 0,0 0 0,-1 1 0,1-1 0,0 0 0,0 0 0,-1 1 0,1-1 0,0 0 0,0 1 0,-1-1 0,1 1 0,0-1 0,0 0 0,0 1 0,0-1 0,0 1 0,0-1 0,0 0 0,-1 1 0,1-1 0,0 1 0,0-1 0,1 0 0,-1 1 0,0 0 0,-5 56 0,6 90 0,1-60 0,-3 1 0,3 92 0,-3-178 0,2 1 0,-1-1 0,0 0 0,0 0 0,1 1 0,-1-1 0,1 0 0,-1 0 0,1 0 0,0 0 0,0 0 0,0 0 0,0 0 0,1 0 0,-1 0 0,0 0 0,1-1 0,-1 1 0,4 2 0,-2-2 0,1 0 0,-1-1 0,1 0 0,-1 0 0,1 0 0,-1 0 0,1 0 0,0-1 0,-1 1 0,1-1 0,5 0 0,221-7-1365,-193 7-5461</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8.519"/>
    </inkml:context>
    <inkml:brush xml:id="br0">
      <inkml:brushProperty name="width" value="0.05" units="cm"/>
      <inkml:brushProperty name="height" value="0.05" units="cm"/>
      <inkml:brushProperty name="color" value="#FFFFFF"/>
    </inkml:brush>
  </inkml:definitions>
  <inkml:trace contextRef="#ctx0" brushRef="#br0">75 131 24575,'0'-8'0,"0"0"0,-1-1 0,0 1 0,0 0 0,-1 0 0,0 0 0,-1 0 0,0 0 0,0 0 0,0 1 0,-1-1 0,-5-7 0,9 15 0,-1-1 0,1 1 0,0-1 0,-1 1 0,1 0 0,0-1 0,-1 1 0,1-1 0,-1 1 0,1 0 0,-1-1 0,1 1 0,-1 0 0,1 0 0,-1-1 0,1 1 0,-1 0 0,1 0 0,-1 0 0,0 0 0,1 0 0,-1 0 0,1 0 0,-1 0 0,0 0 0,1 0 0,-1 0 0,1 0 0,-1 0 0,1 0 0,-1 0 0,1 0 0,-2 1 0,1 0 0,0 0 0,0 0 0,0 1 0,0-1 0,0 0 0,0 1 0,0-1 0,0 0 0,0 1 0,0-1 0,0 4 0,-2 3 0,1 0 0,0 1 0,-1 12 0,1-4 0,1 1 0,1-1 0,1 0 0,0 1 0,1-1 0,8 29 0,-9-42 0,1 1 0,0-1 0,-1 0 0,1 0 0,1 0 0,-1-1 0,0 1 0,1 0 0,0-1 0,0 0 0,0 0 0,0 1 0,6 2 0,-6-4 0,1 0 0,-1-1 0,1 1 0,0-1 0,0 0 0,0 0 0,0 0 0,0 0 0,0-1 0,0 0 0,0 0 0,0 0 0,0 0 0,0 0 0,-1-1 0,1 0 0,6-2 0,-3 1 0,0-1 0,0 0 0,-1-1 0,1 0 0,-1 0 0,0 0 0,0-1 0,-1 1 0,1-2 0,-1 1 0,0 0 0,0-1 0,-1 0 0,0 0 0,0-1 0,0 1 0,-1-1 0,1 1 0,-2-1 0,1 0 0,-1 0 0,2-12 0,-3 13 0,0-1 0,0 0 0,0 1 0,-1-1 0,0 0 0,-1 0 0,1 1 0,-1-1 0,-1 0 0,1 1 0,-4-9 0,3 11 0,0-1 0,0 1 0,0 0 0,-1 0 0,0 0 0,0 0 0,0 0 0,0 1 0,-1-1 0,1 1 0,-1 0 0,0 0 0,0 0 0,0 0 0,0 1 0,-8-3 0,8 3-114,0 0 1,0 1-1,0 0 0,-1 0 0,1 0 1,0 1-1,0-1 0,-1 1 0,1 0 1,0 0-1,-9 2 0,-4 3-6712</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9.373"/>
    </inkml:context>
    <inkml:brush xml:id="br0">
      <inkml:brushProperty name="width" value="0.05" units="cm"/>
      <inkml:brushProperty name="height" value="0.05" units="cm"/>
      <inkml:brushProperty name="color" value="#FFFFFF"/>
    </inkml:brush>
  </inkml:definitions>
  <inkml:trace contextRef="#ctx0" brushRef="#br0">176 289 24575,'1'-1'0,"1"0"0,-1 0 0,0-1 0,0 1 0,-1 0 0,1-1 0,0 1 0,0 0 0,-1-1 0,1 1 0,-1-1 0,1 1 0,-1-1 0,1 1 0,-1-1 0,0 1 0,0-1 0,0 0 0,0 1 0,0-1 0,0 1 0,0-1 0,-1 1 0,1-1 0,0 1 0,-1-1 0,1 1 0,-1-1 0,0 1 0,1-1 0,-1 1 0,0 0 0,0 0 0,0-1 0,0 1 0,0 0 0,0 0 0,0 0 0,-1 0 0,1 0 0,0 0 0,-1 0 0,1 0 0,0 1 0,-1-1 0,1 1 0,-1-1 0,1 1 0,-1-1 0,1 1 0,-1 0 0,1-1 0,-1 1 0,0 0 0,1 0 0,-1 0 0,1 1 0,-1-1 0,-2 1 0,-1 1 0,-1 1 0,0 0 0,1 1 0,-1-1 0,1 1 0,0 0 0,0 1 0,0-1 0,1 1 0,0 0 0,-4 6 0,-4 5 0,1 1 0,-11 23 0,16-30 0,2 1 0,-1-1 0,1 1 0,1 0 0,0 0 0,0 1 0,-1 21 0,4-28 0,0-1 0,0 1 0,1-1 0,-1 1 0,1-1 0,0 0 0,0 1 0,1-1 0,-1 0 0,1 0 0,0 0 0,0 0 0,0 0 0,1 0 0,-1 0 0,1-1 0,0 1 0,0-1 0,0 0 0,1 0 0,-1 0 0,1 0 0,4 2 0,1-1 0,0 1 0,0-2 0,0 0 0,0 0 0,1 0 0,-1-1 0,1-1 0,-1 0 0,1 0 0,0-1 0,0 0 0,-1 0 0,1-1 0,0 0 0,14-5 0,7-2 0,0-2 0,0-1 0,37-19 0,42-27 0,-92 47 0,-1-1 0,-1-1 0,0 0 0,15-16 0,-28 25 0,0 0 0,-1 1 0,1-1 0,-1 0 0,0 0 0,0-1 0,0 1 0,0 0 0,-1-1 0,1 1 0,-1-1 0,0 1 0,2-8 0,-4 9 0,1 0 0,0 0 0,0 0 0,-1 0 0,1-1 0,-1 1 0,0 0 0,1 0 0,-1 0 0,0 1 0,0-1 0,0 0 0,-1 0 0,1 0 0,0 1 0,-1-1 0,1 1 0,-1-1 0,1 1 0,-1-1 0,0 1 0,0 0 0,0 0 0,1 0 0,-4-1 0,-1-1 0,0 0 0,0 0 0,-1 0 0,1 1 0,-1 0 0,0 0 0,1 1 0,-1 0 0,0 0 0,-8 0 0,11 2 0,1-1 0,-1 0 0,0 1 0,1-1 0,-1 1 0,1 0 0,-1 1 0,1-1 0,-1 0 0,1 1 0,0 0 0,0 0 0,0 0 0,0 0 0,0 0 0,0 1 0,1-1 0,-1 1 0,1-1 0,-4 6 0,-28 52 0,31-55 0,0 1 0,1-1 0,0 1 0,0 0 0,1-1 0,0 1 0,0 0 0,0 0 0,0 8 0,1-12 0,1-1 0,-1 0 0,1 1 0,-1-1 0,1 1 0,0-1 0,0 0 0,-1 0 0,1 1 0,0-1 0,0 0 0,0 0 0,0 0 0,0 0 0,0 0 0,1 0 0,-1 0 0,0-1 0,0 1 0,1 0 0,-1 0 0,0-1 0,1 1 0,-1-1 0,1 0 0,-1 1 0,1-1 0,-1 0 0,1 0 0,-1 0 0,3 0 0,6 0 0,-1 0 0,0-1 0,16-2 0,-13 0 0,0 0 0,0-1 0,0 0 0,-1-1 0,1 0 0,-1-1 0,0 0 0,-1-1 0,0 0 0,13-11 0,-23 17 0,1 1 0,0-1 0,0 0 0,-1 1 0,1-1 0,0 1 0,0-1 0,0 1 0,0 0 0,0-1 0,0 1 0,-1 0 0,1-1 0,0 1 0,0 0 0,2 0 0,-2 0 0,-1 0 0,1 1 0,-1-1 0,1 0 0,-1 0 0,1 1 0,-1-1 0,1 0 0,-1 1 0,1-1 0,-1 0 0,0 1 0,1-1 0,-1 1 0,1-1 0,-1 1 0,0-1 0,0 1 0,1-1 0,-1 1 0,0 0 0,2 5 0,0-1 0,-1 1 0,0 0 0,0 11 0,1 4 0,-1-17 0,0 0 0,0-1 0,0 1 0,1 0 0,-1-1 0,1 1 0,0-1 0,0 1 0,0-1 0,1 0 0,-1 0 0,1 0 0,-1 0 0,1 0 0,0-1 0,0 1 0,4 2 0,-2-3 0,-1 0 0,0-1 0,1 1 0,-1-1 0,1 0 0,0 0 0,-1 0 0,1 0 0,0-1 0,0 0 0,-1 0 0,8-1 0,1-2 0,0 1 0,0-2 0,-1 0 0,0 0 0,1-1 0,-1-1 0,-1 0 0,1 0 0,13-12 0,-11 7 0,-2-1 0,1 0 0,-1 0 0,-1-2 0,-1 1 0,0-2 0,0 1 0,-1-1 0,-1 0 0,-1-1 0,7-20 0,-9 23 0,-1-1 0,-1 1 0,0-1 0,-1 0 0,0 1 0,-1-1 0,-1 0 0,0 0 0,-1 0 0,0 0 0,-1 0 0,0 0 0,-2 1 0,-5-18 0,7 27 0,0 0 0,0 0 0,0 0 0,0 0 0,-1 1 0,1-1 0,-1 1 0,0 0 0,0-1 0,0 1 0,-1 1 0,-4-5 0,6 6 0,1 1 0,-1-1 0,0 0 0,1 1 0,-1-1 0,0 1 0,0-1 0,1 1 0,-1 0 0,0 0 0,0 0 0,0 0 0,0 0 0,1 0 0,-1 0 0,0 0 0,0 1 0,1-1 0,-1 1 0,0 0 0,1-1 0,-1 1 0,0 0 0,1 0 0,-1 0 0,1 0 0,-1 0 0,1 0 0,0 1 0,-1-1 0,1 0 0,-1 3 0,-3 2 0,1 0 0,0 0 0,1 0 0,0 1 0,0-1 0,0 1 0,1 0 0,0 0 0,0 0 0,1 0 0,-1 10 0,-1 11 0,2 42 0,3-34-273,1 1 0,2 0 0,2-1 0,13 42 0,-11-47-6553</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9.685"/>
    </inkml:context>
    <inkml:brush xml:id="br0">
      <inkml:brushProperty name="width" value="0.05" units="cm"/>
      <inkml:brushProperty name="height" value="0.05" units="cm"/>
      <inkml:brushProperty name="color" value="#FFFFFF"/>
    </inkml:brush>
  </inkml:definitions>
  <inkml:trace contextRef="#ctx0" brushRef="#br0">0 1 24575,'129'10'0,"-13"-1"0,-101-9 0,0 0 0,0-1 0,21-5 0,-35 6 0,1 0 0,-1 0 0,1 0 0,0 0 0,-1 0 0,1 1 0,-1-1 0,1 1 0,-1-1 0,1 1 0,-1-1 0,0 1 0,1 0 0,-1-1 0,0 1 0,1 0 0,-1 0 0,0 0 0,0 0 0,0 0 0,0 0 0,0 1 0,0-1 0,0 0 0,0 0 0,0 1 0,0-1 0,-1 1 0,1-1 0,-1 0 0,1 1 0,0 2 0,2 7 0,0 0 0,0 0 0,1 14 0,-3-19 0,2 24-682,0 37-1,-3-45-6143</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9.825"/>
    </inkml:context>
    <inkml:brush xml:id="br0">
      <inkml:brushProperty name="width" value="0.05" units="cm"/>
      <inkml:brushProperty name="height" value="0.05" units="cm"/>
      <inkml:brushProperty name="color" value="#FFFFFF"/>
    </inkml:brush>
  </inkml:definitions>
  <inkml:trace contextRef="#ctx0" brushRef="#br0">4 8 24575,'0'-3'0,"-3"-2"0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0.497"/>
    </inkml:context>
    <inkml:brush xml:id="br0">
      <inkml:brushProperty name="width" value="0.05" units="cm"/>
      <inkml:brushProperty name="height" value="0.05" units="cm"/>
      <inkml:brushProperty name="color" value="#FFFFFF"/>
    </inkml:brush>
  </inkml:definitions>
  <inkml:trace contextRef="#ctx0" brushRef="#br0">49 66 24575,'0'0'0,"0"0"0,0 0 0,0-1 0,0 1 0,1 0 0,-1 0 0,0-1 0,0 1 0,0 0 0,0 0 0,0-1 0,0 1 0,0 0 0,-1 0 0,1 0 0,0-1 0,0 1 0,0 0 0,0 0 0,0-1 0,0 1 0,0 0 0,0 0 0,0 0 0,-1-1 0,1 1 0,0 0 0,0 0 0,0 0 0,0 0 0,-1 0 0,1-1 0,0 1 0,0 0 0,0 0 0,-1 0 0,1 0 0,0 0 0,0 0 0,-1 0 0,1 0 0,0 0 0,0 0 0,-1 0 0,1 0 0,0 0 0,0 0 0,0 0 0,-1 0 0,1 0 0,0 0 0,0 0 0,-1 0 0,1 0 0,0 0 0,0 0 0,0 0 0,-1 0 0,1 1 0,0-1 0,0 0 0,0 0 0,-1 0 0,1 0 0,0 0 0,0 1 0,0-1 0,0 0 0,-12 14 0,6-1 0,2-1 0,0 1 0,0-1 0,1 1 0,1 0 0,-2 16 0,4-20 0,-1-1 0,2 0 0,-1 0 0,1 0 0,0 0 0,0 0 0,1 0 0,1-1 0,-1 1 0,1 0 0,5 9 0,-6-14 0,-1-1 0,1 1 0,0-1 0,-1 1 0,1-1 0,1 0 0,-1 0 0,0 1 0,0-2 0,1 1 0,-1 0 0,1 0 0,0-1 0,-1 0 0,1 1 0,0-1 0,0 0 0,0 0 0,4 0 0,-3 0 0,1-1 0,0 0 0,-1-1 0,1 1 0,0-1 0,-1 0 0,1 0 0,-1 0 0,0 0 0,1-1 0,6-3 0,-2 0 0,0-1 0,-1 1 0,1-1 0,-2 0 0,1-1 0,-1 0 0,1 0 0,-2-1 0,1 0 0,-1 0 0,5-10 0,-7 11 0,-1-1 0,0 1 0,0-1 0,-1 1 0,0-1 0,0 0 0,-1 0 0,0 0 0,-1 0 0,0 0 0,-1-16 0,0 20 0,1 0 0,-1 0 0,-1 0 0,1 0 0,0 0 0,-1 0 0,0 0 0,0 1 0,0-1 0,0 1 0,-1-1 0,1 1 0,-1 0 0,0 0 0,0 0 0,0 0 0,0 1 0,0-1 0,-1 1 0,1 0 0,-1 0 0,0 0 0,1 0 0,-8-1 0,0-2 0,10 1 0,18-2 0,-6 3 0,-2 0 0,0 0 0,0 1 0,0 0 0,0 1 0,0 0 0,18 0 0,-23 2 0,-1-1 0,1 1 0,-1 0 0,1 0 0,-1 0 0,0 0 0,1 1 0,-1-1 0,0 1 0,0 0 0,0 0 0,-1 0 0,1 0 0,0 0 0,-1 1 0,1-1 0,-1 1 0,0 0 0,0 0 0,0 0 0,3 5 0,1 6 0,0 0 0,-1 1 0,-1 0 0,0 0 0,-1 1 0,-1-1 0,0 1 0,0 19 0,0-4 0,-2-30 0,0 0 0,0 0 0,0 0 0,0 0 0,0 0 0,0 0 0,0 0 0,0 0 0,1 0 0,-1 0 0,0 0 0,1 0 0,-1 0 0,1 0 0,-1-1 0,1 1 0,-1 0 0,1 0 0,0 0 0,-1-1 0,1 1 0,1 1 0,-1-2 0,0 0 0,0 0 0,0 0 0,0 0 0,-1 0 0,1 0 0,0 0 0,0-1 0,0 1 0,0 0 0,0 0 0,-1-1 0,1 1 0,0 0 0,0-1 0,0 1 0,-1-1 0,1 1 0,0-1 0,0 0 0,7-6 0,0-1 0,-1 1 0,9-13 0,-11 14 0,25-34 0,-19 24 0,1 1 0,0 0 0,1 1 0,19-16 0,-31 29 0,0 0 0,0 1 0,0-1 0,0 0 0,0 0 0,0 1 0,0-1 0,0 1 0,0-1 0,0 1 0,1 0 0,-1-1 0,0 1 0,0 0 0,1 0 0,-1-1 0,0 1 0,3 1 0,-4-1 0,1 0 0,0 1 0,0-1 0,-1 1 0,1-1 0,0 1 0,0-1 0,-1 1 0,1 0 0,-1-1 0,1 1 0,-1 0 0,1-1 0,-1 1 0,1 0 0,-1 0 0,1 0 0,-1-1 0,0 1 0,1 1 0,0 7 0,1-1 0,-1 0 0,-1 1 0,0 12 0,0-7 0,12 123-1365,-5-91-5461</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1.090"/>
    </inkml:context>
    <inkml:brush xml:id="br0">
      <inkml:brushProperty name="width" value="0.05" units="cm"/>
      <inkml:brushProperty name="height" value="0.05" units="cm"/>
      <inkml:brushProperty name="color" value="#FFFFFF"/>
    </inkml:brush>
  </inkml:definitions>
  <inkml:trace contextRef="#ctx0" brushRef="#br0">66 325 24575,'0'-5'0,"-1"0"0,1 1 0,-1-1 0,0 1 0,0-1 0,0 1 0,-1 0 0,-2-6 0,4 10 0,-1 0 0,1 1 0,0-1 0,-1 0 0,1 0 0,0 1 0,-1-1 0,1 0 0,0 1 0,-1-1 0,1 0 0,0 1 0,0-1 0,-1 0 0,1 1 0,0-1 0,0 1 0,0-1 0,0 1 0,0-1 0,-1 0 0,1 1 0,0-1 0,0 1 0,0-1 0,0 1 0,0-1 0,0 0 0,0 1 0,1 0 0,-6 23 0,4-22 0,-5 31 0,-31 137 0,70-260 0,-20 48 0,10-34 0,3 1 0,50-101 0,-76 175 0,5-7 0,-1 0 0,1 1 0,0-1 0,9-8 0,-14 15 0,1 0 0,0 0 0,0 0 0,0 0 0,0 0 0,0 0 0,0 1 0,0-1 0,0 0 0,0 1 0,1-1 0,-1 0 0,0 1 0,0 0 0,1-1 0,-1 1 0,0 0 0,1-1 0,-1 1 0,0 0 0,0 0 0,1 0 0,-1 0 0,0 0 0,1 1 0,-1-1 0,0 0 0,1 1 0,-1-1 0,0 1 0,0-1 0,1 1 0,-1-1 0,0 1 0,0 0 0,0 0 0,2 1 0,1 3 0,1 0 0,-1 0 0,0 1 0,-1-1 0,0 1 0,1 0 0,-2 0 0,1 0 0,1 7 0,16 63 0,-15-55 0,57 297-1365,-59-287-5461</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1.608"/>
    </inkml:context>
    <inkml:brush xml:id="br0">
      <inkml:brushProperty name="width" value="0.05" units="cm"/>
      <inkml:brushProperty name="height" value="0.05" units="cm"/>
      <inkml:brushProperty name="color" value="#FFFFFF"/>
    </inkml:brush>
  </inkml:definitions>
  <inkml:trace contextRef="#ctx0" brushRef="#br0">43 283 24575,'-5'-6'0,"0"0"0,0 0 0,1 0 0,-1 0 0,1-1 0,-5-11 0,9 17 0,-1 0 0,0-1 0,1 1 0,-1 0 0,1-1 0,-1 1 0,1-1 0,-1 1 0,1 0 0,0-1 0,0 1 0,0-1 0,0 1 0,0-1 0,0 1 0,0-1 0,1 1 0,-1-1 0,0 1 0,1 0 0,-1-1 0,1 1 0,-1 0 0,1-1 0,0 1 0,0 0 0,0 0 0,-1 0 0,1-1 0,0 1 0,0 0 0,0 0 0,1 0 0,-1 1 0,0-1 0,0 0 0,1 0 0,-1 1 0,0-1 0,3 0 0,17-4 0,0 0 0,0 2 0,1 1 0,29 0 0,-12 1 0,184-15 0,-221 16 0,-1-1 0,1 1 0,0 0 0,-1 0 0,1 0 0,-1 0 0,1 0 0,0 1 0,-1-1 0,1 0 0,0 1 0,-1-1 0,1 1 0,-1-1 0,1 1 0,-1 0 0,1 0 0,-1 0 0,0 0 0,1 0 0,-1 0 0,0 0 0,0 0 0,0 0 0,0 0 0,0 1 0,0-1 0,0 0 0,0 1 0,0-1 0,-1 1 0,1-1 0,-1 1 0,1 2 0,1 4 0,-1 0 0,-1 0 0,0 1 0,0-1 0,-2 15 0,0-1 0,0 0 0,1 0 0,2 0 0,0 0 0,1 0 0,7 33 0,-6-71 0,-4-15 0,-12-46 0,6 49 0,2-1 0,1 1 0,1-1 0,2 1 0,3-45 0,-2 69 0,1 0 0,-1 1 0,1-1 0,0 0 0,0 0 0,0 1 0,1-1 0,-1 1 0,1-1 0,0 1 0,0-1 0,0 1 0,0 0 0,1 0 0,-1 0 0,1 0 0,0 1 0,0-1 0,0 1 0,0-1 0,0 1 0,0 0 0,1 0 0,-1 1 0,1-1 0,-1 1 0,1-1 0,0 1 0,-1 0 0,1 1 0,0-1 0,0 1 0,0-1 0,0 1 0,-1 0 0,1 0 0,0 1 0,0-1 0,0 1 0,0 0 0,4 2 0,-4-2 14,-1 0 1,0 0-1,1 1 0,-1-1 0,0 1 1,0 0-1,0 0 0,0 0 0,0 1 0,0-1 1,-1 1-1,1-1 0,-1 1 0,1 0 1,-1 0-1,0 0 0,0 0 0,0 0 0,-1 0 1,1 1-1,-1-1 0,0 0 0,2 8 1,-2-6-122,-1 1 0,1-1 1,-1 1-1,0-1 0,-1 1 1,1-1-1,-1 1 0,0-1 1,0 1-1,-1-1 0,1 0 1,-1 1-1,-1-1 0,1 0 1,-4 5-1,-2 2-6719</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1.762"/>
    </inkml:context>
    <inkml:brush xml:id="br0">
      <inkml:brushProperty name="width" value="0.05" units="cm"/>
      <inkml:brushProperty name="height" value="0.05" units="cm"/>
      <inkml:brushProperty name="color" value="#FFFFFF"/>
    </inkml:brush>
  </inkml:definitions>
  <inkml:trace contextRef="#ctx0" brushRef="#br0">0 0 24575,'4'0'0,"0"3"0,0 5 0,-1 3 0,-1 3 0,0 3 0,-1 4 0,-1 2 0,0 3 0,3 3 0,1 4 0,-1 1 0,0-4-8191</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5.457"/>
    </inkml:context>
    <inkml:brush xml:id="br0">
      <inkml:brushProperty name="width" value="0.05" units="cm"/>
      <inkml:brushProperty name="height" value="0.05" units="cm"/>
      <inkml:brushProperty name="color" value="#FFFFFF"/>
    </inkml:brush>
  </inkml:definitions>
  <inkml:trace contextRef="#ctx0" brushRef="#br0">9 0 24575,'-4'0'0,"0"3"0,3 5 0,2 6 0,1 8 0,3 5 0,1 6 0,-1 5 0,-1 6 0,-1 5 0,-2 1 0,0 0 0,-1-1 0,0-4 0,0-5 0,0-4 0,0-11 0,-1-10-8191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5.678"/>
    </inkml:context>
    <inkml:brush xml:id="br0">
      <inkml:brushProperty name="width" value="0.05" units="cm"/>
      <inkml:brushProperty name="height" value="0.05" units="cm"/>
      <inkml:brushProperty name="color" value="#FFFFFF"/>
    </inkml:brush>
  </inkml:definitions>
  <inkml:trace contextRef="#ctx0" brushRef="#br0">88 536 24575,'-28'-92'0,"-25"-156"0,50 232 0,1-1 0,1 0 0,0 0 0,2 0 0,2-25 0,-2 38 0,0 0 0,0 0 0,0 0 0,0 0 0,1 1 0,0-1 0,-1 0 0,1 1 0,1-1 0,-1 1 0,0 0 0,4-4 0,-3 5 0,-1 0 0,1 0 0,0 0 0,0 1 0,-1-1 0,1 1 0,0 0 0,0 0 0,0 0 0,1 0 0,-1 0 0,0 1 0,0-1 0,0 1 0,1 0 0,-1 0 0,5 1 0,2 0 0,0 1 0,0 0 0,0 1 0,0 0 0,0 1 0,-1 0 0,0 1 0,0-1 0,0 2 0,0-1 0,13 12 0,-11-7 0,0 0 0,-1 0 0,0 1 0,-1 0 0,0 1 0,0 0 0,10 22 0,-16-29 0,-1 0 0,0 1 0,0-1 0,-1 1 0,1-1 0,-1 1 0,0 0 0,-1-1 0,1 1 0,-1 0 0,0 0 0,-1-1 0,1 1 0,-1 0 0,0 0 0,-1-1 0,1 1 0,-1-1 0,-4 9 0,1-5 0,0-1 0,-1 1 0,0-1 0,-1 0 0,1-1 0,-2 0 0,1 0 0,-1 0 0,0-1 0,-11 8 0,-12 4-1365,3-2-5461</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6.536"/>
    </inkml:context>
    <inkml:brush xml:id="br0">
      <inkml:brushProperty name="width" value="0.05" units="cm"/>
      <inkml:brushProperty name="height" value="0.05" units="cm"/>
      <inkml:brushProperty name="color" value="#FFFFFF"/>
    </inkml:brush>
  </inkml:definitions>
  <inkml:trace contextRef="#ctx0" brushRef="#br0">93 152 24575,'2'-1'0,"1"0"0,-1-1 0,1 1 0,-1-1 0,0 0 0,1 1 0,-1-1 0,0 0 0,0-1 0,0 1 0,-1 0 0,1 0 0,2-6 0,-1 4 0,4-6 0,0 0 0,8-21 0,-13 28 0,-1 0 0,1 0 0,-1-1 0,0 1 0,-1 0 0,1-1 0,0 1 0,-1-1 0,0 1 0,0-1 0,0 1 0,0-1 0,0 1 0,-2-5 0,2 7 0,0 1 0,-1-1 0,1 1 0,0-1 0,-1 0 0,1 1 0,0-1 0,-1 1 0,1-1 0,-1 1 0,1 0 0,-1-1 0,1 1 0,-1-1 0,1 1 0,-1 0 0,0-1 0,1 1 0,-1 0 0,1 0 0,-1-1 0,0 1 0,1 0 0,-1 0 0,0 0 0,1 0 0,-1 0 0,0 0 0,1 0 0,-1 0 0,1 0 0,-1 0 0,0 0 0,1 0 0,-1 1 0,0-1 0,1 0 0,-1 0 0,1 1 0,-1-1 0,-1 1 0,-23 17 0,10-3 0,1 0 0,1 0 0,1 2 0,0 0 0,1 0 0,-15 34 0,24-47 0,0 0 0,0 1 0,1-1 0,0 1 0,0 0 0,0-1 0,0 1 0,1 0 0,-1 0 0,1 0 0,1-1 0,0 7 0,-1-9 0,1 0 0,0-1 0,0 1 0,0 0 0,-1-1 0,2 1 0,-1 0 0,0-1 0,0 1 0,0-1 0,1 0 0,-1 1 0,1-1 0,-1 0 0,1 0 0,-1 0 0,1 0 0,0 0 0,-1 0 0,1-1 0,0 1 0,0 0 0,-1-1 0,1 1 0,0-1 0,0 0 0,0 0 0,0 0 0,0 0 0,0 0 0,0 0 0,2-1 0,2 0 0,0 0 0,0 0 0,0-1 0,0 0 0,0 0 0,-1-1 0,1 0 0,-1 0 0,0 0 0,0 0 0,0-1 0,0 0 0,-1 0 0,1 0 0,-1-1 0,7-8 0,-1-1 0,1-1 0,-2 0 0,0 0 0,10-27 0,-12 24 0,1 0 0,-7 22 0,0 14 0,-2-11 0,1 1 0,0 0 0,1-1 0,-1 1 0,2 0 0,-1-1 0,5 14 0,-5-18 0,1 0 0,-1 0 0,1-1 0,0 1 0,-1-1 0,1 1 0,0-1 0,0 0 0,1 0 0,-1 0 0,0 0 0,1 0 0,-1-1 0,1 1 0,0-1 0,0 1 0,-1-1 0,1 0 0,0 0 0,0 0 0,0 0 0,6 0 0,-3 0 0,-1-1 0,1 0 0,0 0 0,0 0 0,-1-1 0,1 0 0,0 0 0,-1 0 0,1-1 0,-1 0 0,0 0 0,1 0 0,-1-1 0,0 0 0,6-4 0,5-5 0,-1 0 0,-1-1 0,15-17 0,-29 30 0,0-1 0,0 1 0,1 0 0,-1-1 0,0 1 0,0 0 0,0-1 0,1 1 0,-1 0 0,0 0 0,0-1 0,1 1 0,-1 0 0,0 0 0,1-1 0,-1 1 0,0 0 0,1 0 0,-1 0 0,0 0 0,1 0 0,-1 0 0,0-1 0,1 1 0,-1 0 0,1 0 0,-1 0 0,0 0 0,1 0 0,-1 0 0,0 0 0,1 0 0,-1 1 0,0-1 0,1 0 0,-1 0 0,0 0 0,1 0 0,-1 0 0,0 1 0,1-1 0,-1 0 0,0 0 0,1 0 0,-1 1 0,0-1 0,0 0 0,1 1 0,-1-1 0,0 0 0,0 0 0,0 1 0,1-1 0,-1 0 0,0 1 0,0-1 0,0 0 0,0 1 0,0-1 0,0 1 0,5 31 0,-3-18 0,-1-11 0,0 1 0,0-1 0,0 0 0,1 0 0,-1 0 0,1 0 0,0 0 0,0 0 0,0 0 0,0-1 0,1 1 0,-1-1 0,1 1 0,-1-1 0,1 0 0,0 0 0,0 0 0,3 1 0,0 0 0,-1-1 0,1 0 0,0 0 0,-1-1 0,1 0 0,0 0 0,0 0 0,0-1 0,0 0 0,7 0 0,-5-1 0,0 0 0,-1-1 0,1 1 0,-1-1 0,0-1 0,0 1 0,14-8 0,-17 8 0,0-1 0,0 1 0,-1-1 0,1 0 0,-1 0 0,0 0 0,0 0 0,0-1 0,0 1 0,0-1 0,-1 1 0,1-1 0,1-6 0,-2 0 0,-8 12 0,-11 17 0,6 1 0,0 2 0,1-1 0,2 1 0,0 0 0,-8 37 0,-14 119 0,29-167 0,-7 66 0,5-41 0,-1-1 0,-14 57 0,18-91 0,-1 1 0,1-1 0,-1 1 0,1-1 0,-1 1 0,1-1 0,-1 0 0,0 1 0,0-1 0,0 0 0,0 1 0,0-1 0,0 0 0,0 0 0,0 0 0,-3 1 0,4-1 0,-1-1 0,0 0 0,0 0 0,0 1 0,1-1 0,-1 0 0,0 0 0,0 0 0,0 0 0,0 0 0,1-1 0,-1 1 0,0 0 0,0 0 0,0 0 0,1-1 0,-1 1 0,0 0 0,0-1 0,1 1 0,-1-1 0,-1 0 0,-1-2 0,0 0 0,-1 0 0,1-1 0,1 1 0,-1-1 0,0 0 0,1 1 0,0-1 0,-4-8 0,1-3-136,1-1-1,1 0 1,0 1-1,1-2 1,0 1-1,1 0 1,1 0-1,1 0 0,3-22 1,3-9-6690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7.312"/>
    </inkml:context>
    <inkml:brush xml:id="br0">
      <inkml:brushProperty name="width" value="0.05" units="cm"/>
      <inkml:brushProperty name="height" value="0.05" units="cm"/>
      <inkml:brushProperty name="color" value="#FFFFFF"/>
    </inkml:brush>
  </inkml:definitions>
  <inkml:trace contextRef="#ctx0" brushRef="#br0">51 170 24575,'-2'-4'0,"0"-1"0,0 1 0,-1 0 0,1-1 0,-1 1 0,0 1 0,0-1 0,-1 0 0,1 1 0,-1 0 0,0-1 0,-6-3 0,10 7 0,-1 0 0,1 0 0,0 0 0,0 0 0,-1 0 0,1 0 0,0 0 0,0 0 0,-1 1 0,1-1 0,0 0 0,0 0 0,-1 0 0,1 0 0,0 0 0,0 1 0,0-1 0,0 0 0,-1 0 0,1 0 0,0 1 0,0-1 0,0 0 0,0 0 0,0 1 0,-1-1 0,1 0 0,0 0 0,0 1 0,0-1 0,0 0 0,0 0 0,0 1 0,0-1 0,0 0 0,0 0 0,0 1 0,0-1 0,0 0 0,0 0 0,0 1 0,0-1 0,0 0 0,1 0 0,-1 1 0,0-1 0,0 0 0,0 0 0,0 1 0,4 20 0,-3-17 0,4 45 0,0 94 0,-3-165 0,1-1 0,0 1 0,2-1 0,1 1 0,1 1 0,1-1 0,1 1 0,0 0 0,2 1 0,15-23 0,-24 40 0,0 0 0,0 1 0,1-1 0,-1 1 0,1 0 0,-1-1 0,1 1 0,0 0 0,0 0 0,0 1 0,0-1 0,0 1 0,0-1 0,0 1 0,0 0 0,7-1 0,-8 2 0,1 0 0,-1 0 0,0 1 0,0-1 0,0 1 0,0-1 0,0 1 0,0 0 0,0 0 0,0 0 0,0 0 0,0 0 0,0 0 0,0 1 0,-1-1 0,1 0 0,0 1 0,-1 0 0,1-1 0,-1 1 0,0 0 0,0 0 0,1 0 0,-1 0 0,0-1 0,1 5 0,1 3 0,0 0 0,0 0 0,-1 0 0,1 14 0,-2-14 0,1-1 0,-1 1 0,2-1 0,-1 0 0,5 11 0,-6-18 0,-1 0 0,1 1 0,0-1 0,0 0 0,0 0 0,-1 1 0,1-1 0,1 0 0,-1 0 0,0 0 0,0 0 0,0 0 0,0 0 0,1-1 0,-1 1 0,0 0 0,1-1 0,-1 1 0,1-1 0,-1 1 0,0-1 0,1 0 0,-1 0 0,1 1 0,-1-1 0,1 0 0,-1 0 0,1 0 0,-1-1 0,1 1 0,-1 0 0,1 0 0,-1-1 0,1 1 0,1-2 0,7-2 0,-1-1 0,0 0 0,0-1 0,11-9 0,6-3 0,-25 18 0,0-1 0,1 0 0,-1 1 0,1-1 0,-1 1 0,1-1 0,0 1 0,-1 0 0,1-1 0,-1 1 0,1 0 0,0 0 0,-1 0 0,1 0 0,-1 1 0,1-1 0,-1 0 0,1 1 0,0-1 0,-1 1 0,0-1 0,1 1 0,1 1 0,2 2 0,0 0 0,0 0 0,-1 0 0,8 10 0,-9-10 0,1 0 0,-1 0 0,0-1 0,1 1 0,0-1 0,0 0 0,0 0 0,8 5 0,-2-5 0,0-1 0,0 1 0,0-2 0,1 1 0,-1-1 0,0-1 0,1 0 0,-1 0 0,0-1 0,11-2 0,-13 1 0,1 0 0,-1 0 0,0 0 0,-1-1 0,1 0 0,0-1 0,-1 0 0,0 0 0,0 0 0,0-1 0,0 0 0,10-11 0,-14 12 0,0 0 0,-1 1 0,0-1 0,0 0 0,0 0 0,-1-1 0,1 1 0,-1 0 0,0-1 0,0 1 0,0 0 0,-1-1 0,0 1 0,0-1 0,0 1 0,0-1 0,-1 1 0,1-1 0,-3-7 0,1 5 0,0 1 0,0-1 0,-1 1 0,0-1 0,0 1 0,0 0 0,-1 0 0,1 0 0,-2 1 0,1-1 0,0 1 0,-7-5 0,10 9 0,0 0 0,-1 0 0,1 0 0,0 0 0,-1 0 0,1 0 0,0 1 0,-1-1 0,1 0 0,-1 1 0,1 0 0,-1-1 0,1 1 0,-1 0 0,1-1 0,-1 1 0,1 0 0,-1 0 0,1 1 0,-1-1 0,-2 0 0,2 1 0,0 0 0,0 0 0,0 1 0,0-1 0,0 0 0,0 0 0,1 1 0,-1 0 0,0-1 0,1 1 0,-1 0 0,1-1 0,-2 3 0,-1 4 0,-1 0 0,2 0 0,-1 0 0,1 0 0,0 1 0,-2 12 0,1-2 69,2-1-1,0 1 0,2 0 0,1 30 1,0-39-225,0 0 1,1-1 0,0 1 0,1 0 0,0-1 0,0 1 0,1-1-1,0 0 1,1 0 0,7 11 0,6 1-6671</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7.855"/>
    </inkml:context>
    <inkml:brush xml:id="br0">
      <inkml:brushProperty name="width" value="0.05" units="cm"/>
      <inkml:brushProperty name="height" value="0.05" units="cm"/>
      <inkml:brushProperty name="color" value="#FFFFFF"/>
    </inkml:brush>
  </inkml:definitions>
  <inkml:trace contextRef="#ctx0" brushRef="#br0">1 190 24575,'0'-9'0,"0"16"0,3 45 0,0-35 0,-1-6 0,0 0 0,0-1 0,6 14 0,-7-20 0,1-1 0,0 1 0,0-1 0,0 0 0,0 0 0,1 0 0,-1 0 0,1 0 0,0 0 0,0 0 0,0-1 0,6 5 0,-1-3 0,-1 1 0,1-1 0,1-1 0,-1 0 0,0 0 0,1 0 0,-1-1 0,1 0 0,0-1 0,0 0 0,8 0 0,-5-1 0,-1-1 0,0-1 0,0 0 0,-1-1 0,1 0 0,0 0 0,-1-1 0,15-8 0,-8 4 0,-1 0 0,-1-1 0,29-22 0,-40 27 0,1 0 0,-1 0 0,0-1 0,0 0 0,0 0 0,-1 0 0,0 0 0,0-1 0,0 1 0,0-1 0,-1 0 0,0 0 0,-1 0 0,1 0 0,0-8 0,1-4 0,-2-1 0,0 1 0,-1-1 0,0 1 0,-2 0 0,0-1 0,-1 1 0,-11-34 0,14 52 0,0-1 0,0 1 0,0-1 0,-1 1 0,1-1 0,0 1 0,0-1 0,-1 0 0,1 1 0,0-1 0,0 1 0,-1 0 0,1-1 0,0 1 0,-1-1 0,1 1 0,-1 0 0,1-1 0,-1 1 0,1 0 0,-1-1 0,1 1 0,-1 0 0,1-1 0,-1 1 0,1 0 0,-1 0 0,0 0 0,0 0 0,0 0 0,0 1 0,1-1 0,-1 1 0,1 0 0,-1-1 0,0 1 0,1-1 0,-1 1 0,1 0 0,-1-1 0,1 1 0,-1 0 0,1 0 0,0-1 0,-1 2 0,-10 36 0,8-14 69,0 0-1,1 0 0,1 0 0,4 37 1,-2-50-201,1-1 1,0 1 0,0-1-1,1 0 1,0 0 0,1 0 0,0 0-1,1 0 1,0-1 0,0 0 0,1 0-1,12 14 1,-6-11-6695</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7.980"/>
    </inkml:context>
    <inkml:brush xml:id="br0">
      <inkml:brushProperty name="width" value="0.05" units="cm"/>
      <inkml:brushProperty name="height" value="0.05" units="cm"/>
      <inkml:brushProperty name="color" value="#FFFFFF"/>
    </inkml:brush>
  </inkml:definitions>
  <inkml:trace contextRef="#ctx0" brushRef="#br0">1 119 24575,'0'-3'0,"0"-5"0,0-3 0,3-3 0,4-3 0,7 2 0,8 1 0,6 2 0,4 3 0,3 0 0,-4 2-8191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8.671"/>
    </inkml:context>
    <inkml:brush xml:id="br0">
      <inkml:brushProperty name="width" value="0.05" units="cm"/>
      <inkml:brushProperty name="height" value="0.05" units="cm"/>
      <inkml:brushProperty name="color" value="#FFFFFF"/>
    </inkml:brush>
  </inkml:definitions>
  <inkml:trace contextRef="#ctx0" brushRef="#br0">181 194 24575,'1'-10'0,"0"-1"0,1 0 0,3-12 0,3-21 0,-8 38 0,0 1 0,0 0 0,0 0 0,0 0 0,-1 0 0,0 0 0,0 0 0,-1 0 0,1 0 0,-1 0 0,-5-8 0,6 11 0,0 0 0,0 0 0,-1 1 0,1-1 0,0 0 0,-1 1 0,0-1 0,1 1 0,-1 0 0,0 0 0,0 0 0,1 0 0,-1 0 0,0 0 0,0 0 0,0 0 0,0 1 0,0-1 0,0 1 0,-1-1 0,1 1 0,0 0 0,0 0 0,0 0 0,0 0 0,0 0 0,-1 1 0,1-1 0,0 1 0,0-1 0,-2 2 0,-1 0 0,-1 1 0,1 0 0,0 0 0,0 0 0,1 0 0,-1 1 0,1 0 0,0 0 0,0 0 0,0 1 0,0-1 0,1 1 0,-1 0 0,1 0 0,1 0 0,-1 1 0,-1 5 0,-5 10 0,2 1 0,-10 45 0,11-38 0,2 1 0,1 0 0,1 55 0,3-71 0,0 0 0,1 0 0,0 0 0,1 0 0,1 0 0,0-1 0,1 0 0,1 1 0,0-2 0,10 17 0,-14-25 0,1-1 0,-1 1 0,1-1 0,0 1 0,0-1 0,0 0 0,1-1 0,-1 1 0,0 0 0,1-1 0,0 0 0,0 0 0,0 0 0,0 0 0,0-1 0,0 0 0,0 1 0,0-1 0,1-1 0,-1 1 0,0-1 0,1 1 0,-1-1 0,0-1 0,1 1 0,-1 0 0,0-1 0,0 0 0,8-3 0,-2 0 0,1 0 0,-1-1 0,0 0 0,0-1 0,-1 0 0,0-1 0,0 0 0,0 0 0,-1-1 0,10-13 0,-2 2 0,-2-1 0,0 0 0,-2-1 0,15-32 0,-20 37 0,0-2 0,-1 1 0,-1 0 0,-1-1 0,0 0 0,1-28 0,-6 36 0,-3 9 0,-5 17 0,2 7 0,1-1 0,2 1 0,0 0 0,1 1 0,1-1 0,2 0 0,0 1 0,1-1 0,2 0 0,6 31 0,-8-47-124,1-1 0,0 1 0,0 0 0,1-1 0,0 1 0,0-1-1,0 0 1,1 0 0,0 0 0,9 9 0,2-1-6702</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8.856"/>
    </inkml:context>
    <inkml:brush xml:id="br0">
      <inkml:brushProperty name="width" value="0.05" units="cm"/>
      <inkml:brushProperty name="height" value="0.05" units="cm"/>
      <inkml:brushProperty name="color" value="#FFFFFF"/>
    </inkml:brush>
  </inkml:definitions>
  <inkml:trace contextRef="#ctx0" brushRef="#br0">18 62 24575,'0'-62'0,"0"62"0,0 0 0,0 0 0,0 0 0,0 0 0,0 0 0,0 0 0,0 0 0,0 0 0,0 0 0,0 0 0,0 0 0,0 0 0,0 0 0,0 0 0,0 0 0,0 0 0,0 0 0,0 0 0,0 0 0,0 0 0,0 0 0,0 0 0,0 0 0,-1 0 0,1 0 0,0 0 0,0 0 0,0 0 0,0 0 0,0 0 0,0 0 0,0 0 0,0 0 0,0 0 0,0 0 0,0 0 0,0 0 0,0 0 0,0 0 0,-3 9 0,-3 14 0,-1 54 0,7 139 0,6-153-1365,-2-41-5461</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29.416"/>
    </inkml:context>
    <inkml:brush xml:id="br0">
      <inkml:brushProperty name="width" value="0.05" units="cm"/>
      <inkml:brushProperty name="height" value="0.05" units="cm"/>
      <inkml:brushProperty name="color" value="#FFFFFF"/>
    </inkml:brush>
  </inkml:definitions>
  <inkml:trace contextRef="#ctx0" brushRef="#br0">0 315 24575,'6'-7'0,"0"0"0,-1 0 0,0-1 0,0 0 0,-1 0 0,0 0 0,3-11 0,17-28 0,-24 47 0,0 0 0,0-1 0,0 1 0,0 0 0,0 0 0,0 0 0,0 0 0,0 0 0,0-1 0,0 1 0,0 0 0,0 0 0,0 0 0,0 0 0,0 0 0,0 0 0,1 0 0,-1-1 0,0 1 0,0 0 0,0 0 0,0 0 0,0 0 0,0 0 0,0 0 0,1 0 0,-1 0 0,0 0 0,0 0 0,0 0 0,0 0 0,0 0 0,1 0 0,-1 0 0,0 0 0,0 0 0,0 0 0,0 0 0,0 0 0,0 0 0,1 0 0,-1 0 0,0 0 0,0 0 0,0 0 0,0 0 0,0 0 0,0 0 0,1 0 0,-1 0 0,0 1 0,0-1 0,0 0 0,0 0 0,0 0 0,0 0 0,0 0 0,0 0 0,0 0 0,1 1 0,2 12 0,-2 18 0,-2-18 0,0-2 0,1 1 0,0 0 0,1 0 0,3 14 0,-4-25 0,0 0 0,0 1 0,0-1 0,1 0 0,-1 0 0,0 0 0,1 0 0,-1 1 0,1-1 0,-1 0 0,1 0 0,0 0 0,-1 0 0,1 0 0,0 0 0,0 0 0,0-1 0,0 1 0,-1 0 0,1 0 0,0-1 0,1 1 0,-1 0 0,0-1 0,0 1 0,0-1 0,0 1 0,0-1 0,0 0 0,1 0 0,-1 1 0,0-1 0,0 0 0,1 0 0,-1 0 0,0 0 0,0 0 0,0-1 0,1 1 0,-1 0 0,0 0 0,0-1 0,0 1 0,0-1 0,1 1 0,-1-1 0,0 1 0,0-1 0,0 0 0,1-1 0,6-4 0,0 0 0,-1 0 0,1-1 0,-1 0 0,-1-1 0,1 1 0,-1-1 0,-1-1 0,1 1 0,-2-1 0,6-11 0,-3 6 0,1 0 0,0 1 0,13-15 0,-21 27 0,1 0 0,-1 1 0,1-1 0,-1 0 0,1 0 0,0 1 0,-1-1 0,1 1 0,0-1 0,0 0 0,0 1 0,-1 0 0,1-1 0,0 1 0,0-1 0,0 1 0,0 0 0,0 0 0,0-1 0,-1 1 0,1 0 0,0 0 0,0 0 0,0 0 0,2 0 0,-2 1 0,0 0 0,0-1 0,0 1 0,0 0 0,0 0 0,0 0 0,0 0 0,0 0 0,-1 0 0,1 0 0,0 0 0,-1 0 0,1 0 0,0 0 0,-1 0 0,1 2 0,3 9 0,-1-1 0,-1 1 0,2 15 0,-3-19 0,0 3 0,1-1 0,0 0 0,1 0 0,0 0 0,1 0 0,6 15 0,-8-23 0,0 1 0,0 0 0,-1-1 0,2 0 0,-1 1 0,0-1 0,0 0 0,1 0 0,-1 0 0,1 0 0,0 0 0,-1-1 0,1 1 0,0-1 0,0 0 0,0 0 0,0 0 0,0 0 0,0 0 0,0-1 0,0 1 0,0-1 0,1 0 0,-1 0 0,6-1 0,55-11 0,-17 2 0,-42 9 0,1-1 0,-1 0 0,1 0 0,-1-1 0,0 1 0,0-1 0,0 0 0,0-1 0,0 1 0,-1-1 0,0 0 0,0 0 0,0 0 0,0-1 0,0 1 0,-1-1 0,4-7 0,1-1 0,0-2 0,-2 1 0,0-1 0,0 0 0,4-18 0,-9 28 0,0-1 0,0 1 0,0 0 0,-1 0 0,0 0 0,0-1 0,0 1 0,-1 0 0,0 0 0,0-1 0,0 1 0,0 0 0,-1 0 0,0 0 0,0 1 0,-5-10 0,3 8 0,0 1 0,-1 0 0,1 0 0,-1 0 0,0 1 0,0 0 0,-1 0 0,1 0 0,-1 0 0,0 1 0,0 0 0,-13-5 0,3 3-341,-1 1 0,0 0-1,-22-2 1,-6 2-6485</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3.290"/>
    </inkml:context>
    <inkml:brush xml:id="br0">
      <inkml:brushProperty name="width" value="0.05" units="cm"/>
      <inkml:brushProperty name="height" value="0.05" units="cm"/>
      <inkml:brushProperty name="color" value="#FFFFFF"/>
    </inkml:brush>
  </inkml:definitions>
  <inkml:trace contextRef="#ctx0" brushRef="#br0">666 7 24575,'7'-5'0,"-8"4"0,-4 4 0,-140 142 0,25-22 0,70-75 0,-242 240 0,257-250-1365,10-8-5461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4.443"/>
    </inkml:context>
    <inkml:brush xml:id="br0">
      <inkml:brushProperty name="width" value="0.05" units="cm"/>
      <inkml:brushProperty name="height" value="0.05" units="cm"/>
      <inkml:brushProperty name="color" value="#FFFFFF"/>
    </inkml:brush>
  </inkml:definitions>
  <inkml:trace contextRef="#ctx0" brushRef="#br0">1 0 24575,'0'1'0,"0"-1"0,0 1 0,1 0 0,-1-1 0,0 1 0,0-1 0,1 1 0,-1 0 0,1-1 0,-1 1 0,0-1 0,1 1 0,-1-1 0,1 1 0,-1-1 0,1 0 0,0 1 0,-1-1 0,1 1 0,-1-1 0,1 0 0,0 0 0,-1 1 0,1-1 0,-1 0 0,1 0 0,1 0 0,21 4 0,-20-4 0,253 4 0,-146-6 0,1523 43-776,-1189-23 580,1026 33-1044,148-32 569,199-20 3554,-1797 2-2883,1 1 0,20 5 0,-28-4 0,1 0 0,-1-1 0,0-1 0,0 0 0,1-1 0,-1 0 0,21-4 0,-24 0-1365</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5.281"/>
    </inkml:context>
    <inkml:brush xml:id="br0">
      <inkml:brushProperty name="width" value="0.05" units="cm"/>
      <inkml:brushProperty name="height" value="0.05" units="cm"/>
      <inkml:brushProperty name="color" value="#FFFFFF"/>
    </inkml:brush>
  </inkml:definitions>
  <inkml:trace contextRef="#ctx0" brushRef="#br0">3 43 24575,'-1'-21'0,"-1"0"0,4 22 0,3 12 0,0 3 0,1-1 0,1 0 0,0-1 0,1 1 0,17 21 0,58 63 0,-59-71 0,37 37 0,98 82 0,82 43 0,-124-100 0,-113-83 0,-11-7 0,-29-7 0,7 1 0,12 5-341,0 0 0,0 1-1,-22 3 1,16 1-6485</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5.919"/>
    </inkml:context>
    <inkml:brush xml:id="br0">
      <inkml:brushProperty name="width" value="0.05" units="cm"/>
      <inkml:brushProperty name="height" value="0.05" units="cm"/>
      <inkml:brushProperty name="color" value="#FFFFFF"/>
    </inkml:brush>
  </inkml:definitions>
  <inkml:trace contextRef="#ctx0" brushRef="#br0">12 21 24575,'-1'0'0,"1"0"0,-1 0 0,1 0 0,-1-1 0,1 1 0,-1 0 0,1 0 0,-1-1 0,1 1 0,-1 0 0,1 0 0,-1-1 0,1 1 0,-1-1 0,1 1 0,0 0 0,-1-1 0,1 1 0,0-1 0,-1 1 0,1-1 0,0 1 0,0-1 0,0 1 0,-1-1 0,1 1 0,0-1 0,0 1 0,0-1 0,0 1 0,0-1 0,0 1 0,0-1 0,0 0 0,0 1 0,0-1 0,2-5 0,2 15 0,22 142 311,14 70-1987,-35-200-5150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6.291"/>
    </inkml:context>
    <inkml:brush xml:id="br0">
      <inkml:brushProperty name="width" value="0.05" units="cm"/>
      <inkml:brushProperty name="height" value="0.05" units="cm"/>
      <inkml:brushProperty name="color" value="#FFFFFF"/>
    </inkml:brush>
  </inkml:definitions>
  <inkml:trace contextRef="#ctx0" brushRef="#br0">77 10 24575,'0'0'0,"1"0"0,-1-1 0,0 1 0,0 0 0,0 0 0,0 0 0,1 0 0,-1 0 0,0 0 0,0 0 0,0 0 0,1 0 0,-1 0 0,0-1 0,0 1 0,0 0 0,0 0 0,0 0 0,0 0 0,1 0 0,-1-1 0,0 1 0,0 0 0,0 0 0,0 0 0,0-1 0,0 1 0,0 0 0,0 0 0,0 0 0,0-1 0,0 1 0,0 0 0,0 0 0,0 0 0,0-1 0,0 1 0,0 0 0,0 0 0,0 0 0,0 0 0,0-1 0,0 1 0,0 0 0,0 0 0,0 0 0,0-1 0,-1 1 0,1 0 0,0 0 0,0 0 0,0 0 0,0 0 0,0-1 0,-1 1 0,1 0 0,0 0 0,0 0 0,0 0 0,0 0 0,-1 0 0,1 0 0,0 0 0,0 0 0,0 0 0,-1-1 0,1 1 0,0 0 0,0 0 0,-16 4 0,11 0 0,0 1 0,1-1 0,-1 1 0,1-1 0,0 1 0,1 0 0,-1 1 0,1-1 0,0 1 0,0-1 0,1 1 0,-1 0 0,1 0 0,1 0 0,-2 7 0,0 3 0,1 1 0,1-1 0,1 1 0,2 26 0,-1-39 0,-1 1 0,1-1 0,0 1 0,0-1 0,1 0 0,-1 1 0,1-1 0,0 0 0,0 0 0,0 0 0,1 0 0,-1-1 0,5 6 0,-5-8 0,0 1 0,-1-1 0,1 1 0,0-1 0,0 0 0,0 1 0,0-1 0,0 0 0,0-1 0,0 1 0,1 0 0,-1 0 0,0-1 0,0 1 0,1-1 0,-1 0 0,0 0 0,1 0 0,-1 0 0,0 0 0,1 0 0,-1-1 0,0 1 0,0-1 0,0 0 0,1 1 0,2-3 0,6-3 0,-1 0 0,0 0 0,0-1 0,-1 0 0,0-1 0,0 0 0,-1-1 0,0 1 0,0-1 0,-1-1 0,0 0 0,-1 0 0,0 0 0,-1-1 0,0 0 0,0 0 0,5-21 0,-9 28 0,-1 0 0,1 1 0,-1-1 0,0 0 0,0 0 0,-1 0 0,1 1 0,-1-1 0,0 0 0,0 1 0,0-1 0,0 0 0,0 1 0,-1-1 0,-2-3 0,3 5 0,0 1 0,0-1 0,-1 1 0,1-1 0,-1 1 0,1 0 0,-1-1 0,1 1 0,-1 0 0,1 0 0,-1 0 0,0 0 0,0 0 0,0 1 0,1-1 0,-1 0 0,0 1 0,0-1 0,0 1 0,0 0 0,0 0 0,0 0 0,0 0 0,0 0 0,0 0 0,0 0 0,0 1 0,0-1 0,0 1 0,-2 0 0,-34 19-1365,22-9-5461</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6.683"/>
    </inkml:context>
    <inkml:brush xml:id="br0">
      <inkml:brushProperty name="width" value="0.05" units="cm"/>
      <inkml:brushProperty name="height" value="0.05" units="cm"/>
      <inkml:brushProperty name="color" value="#FFFFFF"/>
    </inkml:brush>
  </inkml:definitions>
  <inkml:trace contextRef="#ctx0" brushRef="#br0">110 10 24575,'0'-1'0,"0"1"0,0-1 0,0 1 0,0 0 0,-1-1 0,1 1 0,0 0 0,0-1 0,0 1 0,0-1 0,0 1 0,-1 0 0,1 0 0,0-1 0,0 1 0,-1 0 0,1-1 0,0 1 0,0 0 0,-1 0 0,1-1 0,0 1 0,-1 0 0,1 0 0,0 0 0,-1-1 0,1 1 0,0 0 0,-1 0 0,1 0 0,-1 0 0,1 0 0,0 0 0,-1 0 0,1 0 0,0 0 0,-1 0 0,1 0 0,-1 0 0,1 0 0,0 0 0,-1 0 0,1 0 0,0 1 0,-1-1 0,1 0 0,0 0 0,-1 0 0,1 0 0,0 1 0,-1-1 0,1 0 0,0 0 0,-1 1 0,-19 12 0,14-6 0,0 1 0,0 0 0,0 0 0,1 1 0,0 0 0,1-1 0,-5 15 0,2-3 0,1 0 0,-6 32 0,12-49 0,-1 0 0,1 1 0,0-1 0,-1 0 0,2 0 0,-1 0 0,0 0 0,0 0 0,1 0 0,0 0 0,-1 0 0,1 0 0,1 0 0,-1 0 0,0 0 0,1 0 0,-1-1 0,4 6 0,-2-6 0,-1-1 0,0 1 0,0 0 0,0-1 0,1 0 0,-1 1 0,1-1 0,-1 0 0,1 0 0,0 0 0,-1-1 0,1 1 0,0-1 0,-1 1 0,1-1 0,0 0 0,0 0 0,-1 0 0,1 0 0,0-1 0,4-1 0,3 0 0,0 0 0,-1-1 0,1 0 0,-1-1 0,0 0 0,0-1 0,-1 1 0,1-2 0,-1 1 0,0-1 0,10-10 0,-14 11 0,1 0 0,-1 0 0,0 0 0,0-1 0,0 0 0,-1 0 0,0 0 0,0 0 0,0 0 0,-1 0 0,0-1 0,0 0 0,-1 1 0,1-1 0,-2 0 0,1 0 0,-1-8 0,0 12 17,0 1 0,0 0 0,-1-1 1,1 1-1,-1-1 0,1 1 0,-1 0 0,0 0 0,0-1 0,0 1 0,0 0 0,-1 0 0,1 0 0,0 0 0,-1 0 0,0 0 0,1 0 0,-1 1 1,-4-4-1,3 3-173,-1 0 1,0 0 0,0 0 0,0 1 0,0-1 0,0 1 0,0 0-1,-1 0 1,1 0 0,-5 0 0,-7 1-6671</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7.102"/>
    </inkml:context>
    <inkml:brush xml:id="br0">
      <inkml:brushProperty name="width" value="0.05" units="cm"/>
      <inkml:brushProperty name="height" value="0.05" units="cm"/>
      <inkml:brushProperty name="color" value="#FFFFFF"/>
    </inkml:brush>
  </inkml:definitions>
  <inkml:trace contextRef="#ctx0" brushRef="#br0">76 0 24575,'-2'1'0,"1"-1"0,-1 0 0,1 1 0,-1-1 0,1 1 0,-1 0 0,1 0 0,-1-1 0,1 1 0,0 0 0,-1 0 0,1 0 0,0 0 0,0 1 0,-1-1 0,1 0 0,0 0 0,0 1 0,-1 1 0,-16 32 0,16-30 0,-3 7 0,0-1 0,1 1 0,1 0 0,0 0 0,0 0 0,1 0 0,1 0 0,0 1 0,1-1 0,1 18 0,0-25 0,-1 0 0,1-1 0,0 1 0,0-1 0,0 1 0,1-1 0,0 1 0,0-1 0,0 0 0,0 0 0,0 0 0,1 0 0,0 0 0,0-1 0,0 1 0,0-1 0,1 0 0,-1 1 0,1-2 0,0 1 0,-1 0 0,2-1 0,-1 0 0,0 0 0,0 0 0,1 0 0,-1-1 0,0 1 0,10 0 0,-7-1 0,-1-1 0,1 1 0,-1-1 0,1-1 0,-1 1 0,0-1 0,1 0 0,-1-1 0,1 0 0,-1 0 0,0 0 0,0-1 0,0 1 0,-1-1 0,1-1 0,0 1 0,4-5 0,-5 4 0,-1 0 0,0 0 0,-1 0 0,1 0 0,-1 0 0,0-1 0,0 0 0,0 1 0,0-1 0,-1 0 0,0 0 0,0-1 0,0 1 0,-1 0 0,0-1 0,0 1 0,0 0 0,-1-1 0,1 0 0,-2-7 0,1 6-62,-1-1 0,0 1 0,-1-1 0,1 1 0,-2 0 0,1 0 0,-1 0 0,0 0 0,0 0 0,-1 1 0,0-1 0,0 1-1,0 0 1,-1 0 0,0 0 0,0 1 0,0 0 0,-1 0 0,0 0 0,0 1 0,-10-6 0,0 3-6764</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7.571"/>
    </inkml:context>
    <inkml:brush xml:id="br0">
      <inkml:brushProperty name="width" value="0.05" units="cm"/>
      <inkml:brushProperty name="height" value="0.05" units="cm"/>
      <inkml:brushProperty name="color" value="#FFFFFF"/>
    </inkml:brush>
  </inkml:definitions>
  <inkml:trace contextRef="#ctx0" brushRef="#br0">186 45 24575,'-7'-6'0,"-1"1"0,0 0 0,0 0 0,0 1 0,0 0 0,-1 0 0,0 1 0,-14-3 0,20 5 0,1 0 0,0 1 0,0 0 0,0-1 0,0 1 0,-1 0 0,1 0 0,0 0 0,0 0 0,0 1 0,-1-1 0,1 1 0,0-1 0,0 1 0,0 0 0,0 0 0,0-1 0,0 2 0,0-1 0,-2 1 0,1 1 0,0 0 0,0 0 0,0 0 0,1 1 0,-1-1 0,1 0 0,0 1 0,0 0 0,-3 7 0,0 3 0,1 0 0,0 0 0,2 1 0,-1-1 0,1 16 0,1-17 0,-1 57 0,3-64 0,-1 0 0,1 0 0,0-1 0,0 1 0,1 0 0,-1 0 0,1-1 0,1 1 0,3 6 0,-4-9 0,0-1 0,1 0 0,-1 0 0,0 0 0,1 0 0,0 0 0,-1 0 0,1-1 0,0 1 0,0-1 0,0 0 0,0 0 0,0 0 0,0 0 0,0 0 0,0-1 0,1 1 0,-1-1 0,0 0 0,0 0 0,0 0 0,6-2 0,0 1 0,-1 0 0,0-1 0,0 0 0,0 0 0,0-1 0,0 0 0,12-6 0,-15 5 0,0 0 0,-1 0 0,1 0 0,-1-1 0,0 0 0,0 0 0,0 0 0,-1 0 0,1 0 0,-1-1 0,-1 0 0,1 1 0,-1-1 0,0 0 0,0 0 0,-1 0 0,0 0 0,0-1 0,0 1 0,-1-9 0,-1 40 51,1 87 223,1-99-515,0 0-1,1 1 1,0-1-1,1 0 1,1 0-1,8 19 1,-3-14-6585</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38.225"/>
    </inkml:context>
    <inkml:brush xml:id="br0">
      <inkml:brushProperty name="width" value="0.05" units="cm"/>
      <inkml:brushProperty name="height" value="0.05" units="cm"/>
      <inkml:brushProperty name="color" value="#FFFFFF"/>
    </inkml:brush>
  </inkml:definitions>
  <inkml:trace contextRef="#ctx0" brushRef="#br0">2 257 24575,'-1'-24'0,"1"19"0,0 17 0,0 33 0,1 54 0,-1-98 0,0 0 0,0 1 0,0-1 0,1 0 0,-1 1 0,0-1 0,0 0 0,1 0 0,-1 1 0,1-1 0,0 0 0,-1 0 0,1 0 0,0 1 0,1 0 0,3-4 0,-2-13 0,3-43 0,12-82 0,-14 116 0,2 1 0,0-1 0,16-37 0,-20 57 0,1-1 0,-1 0 0,1 1 0,0-1 0,0 1 0,0 0 0,1 0 0,0 0 0,-1 1 0,7-5 0,-9 7 0,1 0 0,-1 0 0,1 0 0,0 1 0,-1-1 0,1 0 0,0 1 0,-1-1 0,1 1 0,0 0 0,0-1 0,0 1 0,-1 0 0,1 0 0,0 0 0,0 1 0,-1-1 0,1 0 0,0 1 0,0-1 0,-1 1 0,1-1 0,0 1 0,-1 0 0,1-1 0,-1 1 0,1 0 0,-1 0 0,1 0 0,-1 1 0,0-1 0,1 0 0,0 2 0,3 3 0,0 0 0,-1 0 0,0 0 0,0 1 0,-1 0 0,0-1 0,0 1 0,0 0 0,-1 1 0,0-1 0,0 0 0,-1 1 0,0-1 0,0 14 0,-1-15 0,0 0 0,0 0 0,-1 0 0,1 0 0,-2 0 0,1 0 0,0 0 0,-1 0 0,0-1 0,-1 1 0,1-1 0,-1 1 0,0-1 0,-1 0 0,1 0 0,-1 0 0,0-1 0,-7 8 0,2-7 0,10-6 0,0 1 0,1 0 0,-1-1 0,0 1 0,0 0 0,0 0 0,0-1 0,0 1 0,1 0 0,-1 0 0,0 0 0,0 1 0,2-1 0,5 2 0,-1 1 0,1 0 0,-1 0 0,0 0 0,0 1 0,0 0 0,6 5 0,42 35 0,-49-39 0,-1 0 0,0 0 0,0 1 0,0-1 0,-1 1 0,0 0 0,4 8 0,-7-12 0,0-1 0,-1 1 0,1 0 0,0 0 0,-1 0 0,1 0 0,-1 0 0,0 0 0,0 0 0,0 0 0,0 0 0,0 0 0,0 0 0,0 0 0,-1 0 0,1 0 0,-1 0 0,1 0 0,-1-1 0,0 1 0,0 0 0,0 0 0,0 0 0,0-1 0,0 1 0,0-1 0,0 1 0,-1-1 0,1 1 0,-3 1 0,-4 3 29,1-1-1,0-1 1,-1 0-1,0 0 0,0 0 1,0-1-1,-1 0 1,1 0-1,-1-1 1,1 0-1,-18 1 1,14-3-243,-1 1 1,1-1 0,-1-1-1,1-1 1,0 1 0,0-2-1,-23-7 1,16 3-6613</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08.935"/>
    </inkml:context>
    <inkml:brush xml:id="br0">
      <inkml:brushProperty name="width" value="0.05" units="cm"/>
      <inkml:brushProperty name="height" value="0.05" units="cm"/>
      <inkml:brushProperty name="color" value="#FFFFFF"/>
    </inkml:brush>
  </inkml:definitions>
  <inkml:trace contextRef="#ctx0" brushRef="#br0">39 1 24575,'-27'3'0,"16"3"0,11-6 0,0 0 0,0 0 0,0 1 0,0-1 0,0 0 0,0 1 0,0-1 0,0 0 0,0 1 0,0-1 0,0 0 0,0 1 0,0-1 0,0 0 0,0 0 0,0 1 0,0-1 0,1 0 0,-1 1 0,0-1 0,0 0 0,0 0 0,0 1 0,1-1 0,-1 0 0,0 0 0,0 0 0,1 1 0,-1-1 0,0 0 0,0 0 0,1 0 0,-1 0 0,0 1 0,1-1 0,6 3 0,0 1 0,0-1 0,0-1 0,1 0 0,-1 0 0,1 0 0,-1-1 0,1 0 0,10 0 0,5 2 0,374 25-966,8-24-756,-247-4 1220,1834-15-3847,-1700 11 4598,-191 3-1150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09.229"/>
    </inkml:context>
    <inkml:brush xml:id="br0">
      <inkml:brushProperty name="width" value="0.05" units="cm"/>
      <inkml:brushProperty name="height" value="0.05" units="cm"/>
      <inkml:brushProperty name="color" value="#FFFFFF"/>
    </inkml:brush>
  </inkml:definitions>
  <inkml:trace contextRef="#ctx0" brushRef="#br0">2 13 24575,'-1'-6'0,"1"0"0,9 6 0,4 3 0,-1 1 0,1 1 0,-1 0 0,0 1 0,-1 0 0,1 1 0,-1 0 0,-1 1 0,1 0 0,-1 1 0,-1 0 0,0 0 0,0 1 0,8 12 0,-11-14 23,-1 1 0,-1-1 0,0 1-1,0 0 1,0 0 0,-1 1 0,0-1-1,-1 1 1,0-1 0,-1 1 0,0 0-1,0 0 1,-1 0 0,-2 12 0,1-9-179,-1-1 1,-1 0 0,0 0 0,-1 0 0,0 0 0,0 0 0,-2-1-1,1 0 1,-2 0 0,-12 17 0,-14 12-6671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09.963"/>
    </inkml:context>
    <inkml:brush xml:id="br0">
      <inkml:brushProperty name="width" value="0.05" units="cm"/>
      <inkml:brushProperty name="height" value="0.05" units="cm"/>
      <inkml:brushProperty name="color" value="#FFFFFF"/>
    </inkml:brush>
  </inkml:definitions>
  <inkml:trace contextRef="#ctx0" brushRef="#br0">183 273 24575,'-2'0'0,"0"0"0,0 0 0,0 0 0,0 0 0,0 0 0,1 0 0,-1-1 0,0 1 0,0 0 0,0-1 0,1 0 0,-1 1 0,0-1 0,1 0 0,-1 0 0,1 0 0,-1 0 0,1 0 0,-1 0 0,1-1 0,-1 1 0,1 0 0,0-1 0,0 1 0,0-1 0,0 1 0,0-1 0,0 0 0,0 1 0,1-1 0,-1 0 0,0 1 0,0-3 0,1 0 0,0 0 0,0 0 0,0 0 0,1 0 0,-1 0 0,1 0 0,0 0 0,0 0 0,0 0 0,0 0 0,1 1 0,-1-1 0,1 0 0,4-5 0,6-7 0,0 1 0,2-1 0,0 2 0,0 0 0,1 1 0,1 0 0,0 2 0,1 0 0,0 0 0,0 2 0,29-12 0,-41 19 0,1 0 0,0 0 0,0 1 0,0 0 0,0 0 0,0 0 0,0 1 0,0 0 0,0 0 0,0 0 0,0 1 0,6 1 0,-8-1 0,-1 0 0,0 1 0,1-1 0,-1 1 0,0 0 0,0 0 0,0 0 0,0 0 0,0 0 0,-1 1 0,1-1 0,-1 1 0,0-1 0,1 1 0,-1 0 0,0 0 0,-1 0 0,1 0 0,0 1 0,-1-1 0,2 6 0,1 5 0,-1 0 0,0 1 0,-1 0 0,0-1 0,-2 1 0,1 0 0,-2-1 0,0 1 0,-1 0 0,0-1 0,-1 1 0,-1-1 0,0 0 0,-11 25 0,6-21 0,0-1 0,-1 0 0,-1-1 0,0 0 0,-1 0 0,-1-1 0,0-1 0,-1 0 0,0-1 0,-28 19 0,18-16 0,0-2 0,-1 0 0,-1-2 0,0 0 0,-1-2 0,0-1 0,0-1 0,-46 7 0,70-15 0,0 0 0,1 0 0,-1 0 0,0 0 0,1 0 0,-1 0 0,0-1 0,1 1 0,-1-1 0,0 0 0,-4-2 0,6 3 0,1-1 0,-1 1 0,0-1 0,1 0 0,-1 1 0,0-1 0,1 0 0,-1 0 0,1 1 0,-1-1 0,1 0 0,-1 0 0,1 0 0,0 0 0,-1 0 0,1 0 0,0 0 0,0 0 0,-1 1 0,1-1 0,0 0 0,0 0 0,0 0 0,0 0 0,1 0 0,-1 0 0,0 0 0,0 0 0,0 0 0,1 0 0,-1 0 0,1 0 0,-1 1 0,1-3 0,4-5 0,-1 0 0,1 1 0,0-1 0,1 1 0,0 0 0,0 0 0,0 1 0,1 0 0,0 0 0,14-9 0,-6 6 0,0 0 0,0 2 0,1-1 0,30-8 0,-36 13 0,0 1 0,1 0 0,-1 0 0,0 1 0,1 1 0,-1 0 0,1 0 0,-1 1 0,0 0 0,1 1 0,-1 0 0,0 1 0,17 6 0,-14-3 0,1 1 0,-1 1 0,0 0 0,-1 1 0,0 0 0,0 1 0,-1 0 0,18 21 0,25 33-1365,-39-47-5461</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10.305"/>
    </inkml:context>
    <inkml:brush xml:id="br0">
      <inkml:brushProperty name="width" value="0.05" units="cm"/>
      <inkml:brushProperty name="height" value="0.05" units="cm"/>
      <inkml:brushProperty name="color" value="#FFFFFF"/>
    </inkml:brush>
  </inkml:definitions>
  <inkml:trace contextRef="#ctx0" brushRef="#br0">74 99 24575,'0'-3'0,"0"1"0,0-1 0,0 0 0,0 1 0,0-1 0,-1 1 0,0-1 0,1 1 0,-1-1 0,0 1 0,-2-4 0,3 6 0,0 0 0,0 0 0,-1 0 0,1-1 0,0 1 0,0 0 0,-1 0 0,1 0 0,0-1 0,0 1 0,-1 0 0,1 0 0,0 0 0,-1 0 0,1 0 0,0 0 0,-1 0 0,1 0 0,0 0 0,0 0 0,-1 0 0,1 0 0,0 0 0,-1 0 0,1 0 0,0 0 0,-1 0 0,1 0 0,0 0 0,-1 0 0,1 1 0,-15 14 0,9-5 0,0 1 0,1-1 0,0 1 0,1 0 0,0 0 0,0 0 0,2 1 0,-1-1 0,1 1 0,1 0 0,0-1 0,1 1 0,0 0 0,2 13 0,-1-18 0,1 1 0,-1-1 0,1 0 0,1 0 0,-1 0 0,1 0 0,0-1 0,1 1 0,0-1 0,6 9 0,-7-11 0,1 0 0,1 0 0,-1 0 0,0 0 0,1-1 0,0 0 0,0 0 0,0 0 0,0 0 0,0-1 0,0 0 0,1 0 0,-1 0 0,10 1 0,-2-2 0,0 0 0,1-1 0,-1-1 0,0 0 0,1 0 0,-1-1 0,0-1 0,0-1 0,-1 1 0,1-2 0,-1 0 0,0 0 0,0-1 0,0-1 0,-1 0 0,0-1 0,19-16 0,-23 17 0,1 0 0,-1-1 0,0 0 0,-1 0 0,0-1 0,0 0 0,-1 0 0,0 0 0,0 0 0,4-14 0,-7 15 0,0 1 0,-1-1 0,0 1 0,0-1 0,0 0 0,-1 0 0,-1 1 0,1-1 0,-1 0 0,0 1 0,-1-1 0,0 1 0,0-1 0,0 1 0,-5-8 0,4 10-49,0 0 1,0-1-1,-1 1 0,0 1 0,0-1 1,0 1-1,-1-1 0,1 1 0,-1 0 1,0 1-1,0-1 0,-1 1 0,1 0 1,-1 1-1,1-1 0,-1 1 0,0 0 1,0 0-1,0 1 0,0 0 0,0 0 1,0 0-1,0 1 0,0 0 0,-1 0 0,1 0 1,-9 2-1,-8 3-6777</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10.743"/>
    </inkml:context>
    <inkml:brush xml:id="br0">
      <inkml:brushProperty name="width" value="0.05" units="cm"/>
      <inkml:brushProperty name="height" value="0.05" units="cm"/>
      <inkml:brushProperty name="color" value="#FFFFFF"/>
    </inkml:brush>
  </inkml:definitions>
  <inkml:trace contextRef="#ctx0" brushRef="#br0">131 17 24575,'-2'-1'0,"0"-1"0,0 0 0,0 1 0,0-1 0,0 1 0,0 0 0,-1 0 0,1 0 0,-1 0 0,1 0 0,-1 0 0,1 1 0,-1-1 0,1 1 0,-1 0 0,1 0 0,-1 0 0,1 0 0,-1 0 0,0 0 0,-3 2 0,2-1 0,1 0 0,-1 0 0,1 0 0,0 0 0,0 1 0,-1 0 0,1 0 0,0 0 0,0 0 0,1 0 0,-1 1 0,0-1 0,1 1 0,-4 4 0,2-2 0,1 1 0,0-1 0,0 1 0,1-1 0,0 1 0,0 0 0,0 0 0,0 0 0,1 0 0,0 0 0,1 0 0,-1 1 0,2 11 0,0-10 0,0 1 0,1-1 0,0 0 0,0 1 0,1-1 0,0-1 0,1 1 0,0 0 0,7 10 0,-5-9 0,0-1 0,1 0 0,0 0 0,0 0 0,0-1 0,1 0 0,0-1 0,1 0 0,-1 0 0,1-1 0,1 0 0,-1 0 0,0-1 0,1 0 0,0-1 0,0 0 0,13 1 0,-18-3 0,1-1 0,0 0 0,-1 0 0,1-1 0,0 0 0,-1 0 0,1 0 0,-1-1 0,1 1 0,-1-1 0,0-1 0,0 1 0,0-1 0,0 0 0,0 0 0,0 0 0,6-7 0,-5 4 0,1-1 0,-1 0 0,-1 0 0,0 0 0,0-1 0,0 0 0,-1 1 0,0-2 0,0 1 0,4-16 0,-6 17 0,-1-1 0,1 0 0,-1 0 0,0 0 0,-1 0 0,0 0 0,0 0 0,-1 0 0,0 0 0,0 0 0,-1 0 0,-2-8 0,2 11 0,0 1 0,0-1 0,-1 0 0,1 1 0,-1 0 0,0-1 0,0 1 0,-1 0 0,1 0 0,-1 1 0,0-1 0,0 1 0,0 0 0,-1 0 0,1 0 0,-1 1 0,1-1 0,-1 1 0,-7-2 0,7 2 27,-1 1-1,1 0 0,0 1 0,-1-1 1,1 1-1,0 0 0,-1 0 0,1 1 1,0 0-1,-1-1 0,1 2 0,-10 2 1,2 2-454,0-1 0,0 2 1,-18 12-1,6-3-6399</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11.477"/>
    </inkml:context>
    <inkml:brush xml:id="br0">
      <inkml:brushProperty name="width" value="0.05" units="cm"/>
      <inkml:brushProperty name="height" value="0.05" units="cm"/>
      <inkml:brushProperty name="color" value="#FFFFFF"/>
    </inkml:brush>
  </inkml:definitions>
  <inkml:trace contextRef="#ctx0" brushRef="#br0">139 424 24575,'0'-1'0,"0"0"0,0 0 0,0 0 0,0 0 0,0 0 0,0 0 0,0 0 0,0 0 0,0 0 0,-1 0 0,1 0 0,0 0 0,-1 0 0,1 0 0,0 0 0,-1 0 0,1 1 0,-1-1 0,0 0 0,1 0 0,-1 0 0,0 1 0,1-1 0,-1 0 0,0 1 0,0-1 0,0 1 0,1-1 0,-3 0 0,1 1 0,0-1 0,0 1 0,-1 0 0,1 0 0,0 1 0,0-1 0,0 0 0,0 1 0,0-1 0,0 1 0,0 0 0,0 0 0,-2 1 0,-6 3 0,0 0 0,1 1 0,0 0 0,-13 13 0,19-16 0,0 0 0,0 0 0,0 0 0,0 0 0,1 1 0,0-1 0,-1 1 0,1-1 0,1 1 0,-1 0 0,0 0 0,1 0 0,0 0 0,-2 8 0,4-8 0,-1-1 0,0 1 0,1 0 0,-1 0 0,1 0 0,0 0 0,0-1 0,1 1 0,-1 0 0,1-1 0,0 1 0,0-1 0,0 0 0,0 0 0,0 1 0,4 2 0,2 2 0,0 0 0,0-1 0,1 0 0,0-1 0,0 0 0,1 0 0,-1-1 0,1 0 0,0 0 0,1-1 0,17 4 0,-4-2 0,0-2 0,1 0 0,-1-2 0,30 0 0,-51-2 0,0 0 0,-1 0 0,1 0 0,0-1 0,0 1 0,-1-1 0,1 1 0,0-1 0,-1 0 0,1 0 0,-1 0 0,1-1 0,-1 1 0,4-3 0,-5 3 0,0 0 0,-1 0 0,1-1 0,0 1 0,0 0 0,-1 0 0,1-1 0,-1 1 0,1 0 0,-1-1 0,1 1 0,-1-1 0,0 1 0,0 0 0,0-1 0,0 1 0,0-1 0,0 1 0,0-1 0,0 1 0,0 0 0,-1-1 0,1 1 0,-1-1 0,1 1 0,-1 0 0,1-1 0,-1 1 0,-1-2 0,-11-18 0,0 1 0,-2 1 0,0 0 0,-1 0 0,-20-16 0,-7-10 0,19 20 0,2-1 0,1-1 0,1-1 0,-20-37 0,35 55 0,0-1 0,1 0 0,0 0 0,1 0 0,0-1 0,-2-22 0,4 26 0,1 0 0,0 0 0,1 0 0,0 0 0,0 0 0,1 0 0,0 0 0,0 0 0,1 0 0,0 1 0,5-8 0,-6 11 0,0 0 0,0 0 0,1 1 0,-1-1 0,1 1 0,0 0 0,0 0 0,0 0 0,1 0 0,-1 0 0,1 1 0,-1-1 0,1 1 0,0 0 0,0 0 0,0 1 0,0-1 0,0 1 0,0 0 0,1 0 0,-1 0 0,0 0 0,1 1 0,-1 0 0,0 0 0,1 0 0,-1 0 0,6 2 0,-4-1 0,0 1 0,0-1 0,0 1 0,0 1 0,0-1 0,0 1 0,-1 0 0,1 0 0,-1 1 0,0 0 0,0 0 0,-1 0 0,1 0 0,-1 1 0,1 0 0,-2 0 0,1 0 0,6 11 0,-4-2 0,-1 0 0,0 1 0,-1 0 0,0 0 0,-1 0 0,-1 0 0,0 16 0,-1 2 0,-2 0 0,-5 41 0,2-47-682,-12 39-1,4-27-6143</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11.726"/>
    </inkml:context>
    <inkml:brush xml:id="br0">
      <inkml:brushProperty name="width" value="0.05" units="cm"/>
      <inkml:brushProperty name="height" value="0.05" units="cm"/>
      <inkml:brushProperty name="color" value="#FFFFFF"/>
    </inkml:brush>
  </inkml:definitions>
  <inkml:trace contextRef="#ctx0" brushRef="#br0">30 33 24575,'-6'0'0,"-6"0"0,3 0 0,7 0 0,8-3 0,11-1 0,8 0 0,6-2 0,4-1 0,2 2 0,-5 1-8191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12.268"/>
    </inkml:context>
    <inkml:brush xml:id="br0">
      <inkml:brushProperty name="width" value="0.05" units="cm"/>
      <inkml:brushProperty name="height" value="0.05" units="cm"/>
      <inkml:brushProperty name="color" value="#FFFFFF"/>
    </inkml:brush>
  </inkml:definitions>
  <inkml:trace contextRef="#ctx0" brushRef="#br0">241 149 24575,'0'-20'0,"1"9"0,-1-1 0,0 1 0,-1 0 0,0 0 0,-1-1 0,-4-12 0,5 22 0,1 0 0,-1 0 0,-1-1 0,1 1 0,0 0 0,0 0 0,-1 1 0,1-1 0,-1 0 0,0 0 0,1 1 0,-1-1 0,0 1 0,-3-3 0,2 3 0,0 0 0,0 0 0,0 0 0,0 0 0,0 1 0,0-1 0,-1 1 0,1 0 0,0 0 0,0 0 0,0 0 0,0 1 0,-6 0 0,2 1 0,-1 1 0,1-1 0,0 1 0,0 0 0,0 1 0,1 0 0,-1 0 0,1 1 0,0-1 0,0 1 0,0 0 0,1 1 0,0 0 0,-9 12 0,7-8 0,0 0 0,1 1 0,0 0 0,1 0 0,0 1 0,0 0 0,2 0 0,-4 17 0,6-23 0,0-1 0,0 1 0,1-1 0,0 1 0,0 0 0,0-1 0,1 1 0,0-1 0,0 1 0,1-1 0,-1 0 0,4 8 0,-3-11 0,-1 1 0,1 0 0,0-1 0,0 1 0,0-1 0,1 1 0,-1-1 0,0 0 0,1 0 0,0 0 0,-1 0 0,1-1 0,0 1 0,0-1 0,0 1 0,0-1 0,0 0 0,0 0 0,0-1 0,1 1 0,-1-1 0,5 1 0,1-1 0,0 0 0,0-1 0,1 0 0,-1-1 0,0 1 0,0-2 0,-1 1 0,1-1 0,0-1 0,-1 0 0,0 0 0,0 0 0,0-1 0,0 0 0,-1-1 0,9-7 0,-8 5 0,1 0 0,-2-1 0,1 1 0,-1-2 0,0 1 0,-1-1 0,0 0 0,-1 0 0,0 0 0,0-1 0,-1 0 0,4-16 0,-7 14 0,-1 12 0,0 1 0,0 0 0,0 0 0,0 0 0,-1 0 0,1 0 0,0 0 0,0 0 0,0 0 0,0 0 0,0 0 0,0 0 0,0-1 0,0 1 0,0 0 0,0 0 0,0 0 0,0 0 0,-1 0 0,1 0 0,0 0 0,0 0 0,0 0 0,0 0 0,0 0 0,0 0 0,0 0 0,0 0 0,-1 0 0,1 0 0,0 0 0,0 0 0,0 0 0,0 0 0,0 0 0,0 0 0,0 0 0,0 0 0,0 0 0,-1 0 0,1 0 0,0 0 0,0 0 0,0 0 0,0 1 0,0-1 0,0 0 0,0 0 0,0 0 0,0 0 0,0 0 0,0 0 0,-14 21 0,-8 32 0,1 1 0,4 2 0,1 0 0,3 0 0,-9 98 0,21-140-273,0 1 0,2 0 0,0-1 0,3 18 0,0-12-6553</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9.339"/>
    </inkml:context>
    <inkml:brush xml:id="br0">
      <inkml:brushProperty name="width" value="0.05" units="cm"/>
      <inkml:brushProperty name="height" value="0.05" units="cm"/>
      <inkml:brushProperty name="color" value="#FFFFFF"/>
    </inkml:brush>
  </inkml:definitions>
  <inkml:trace contextRef="#ctx0" brushRef="#br0">0 6 24575,'35'-1'0,"5"1"0,0 1 0,66 10 0,-98-9 0,0-1 0,0 1 0,0-2 0,0 1 0,0-1 0,0 0 0,0-1 0,0 0 0,0 0 0,0 0 0,0-1 0,0-1 0,11-4 0,-10 1-1365</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1.646"/>
    </inkml:context>
    <inkml:brush xml:id="br0">
      <inkml:brushProperty name="width" value="0.05" units="cm"/>
      <inkml:brushProperty name="height" value="0.05" units="cm"/>
      <inkml:brushProperty name="color" value="#FFFFFF"/>
    </inkml:brush>
  </inkml:definitions>
  <inkml:trace contextRef="#ctx0" brushRef="#br0">1365 93 24575,'-2'-2'0,"-1"0"0,1 1 0,0-1 0,-1 1 0,1 0 0,-1 0 0,1 0 0,-1 0 0,1 0 0,-5 0 0,-11-5 0,18 6 0,0 0 0,1 0 0,-1 0 0,0 0 0,0-1 0,1 1 0,-1 0 0,0 0 0,0 0 0,0 0 0,1 0 0,-1 0 0,0 0 0,0-1 0,0 1 0,0 0 0,1 0 0,-1 0 0,0 0 0,0-1 0,0 1 0,0 0 0,0 0 0,0 0 0,1-1 0,-1 1 0,0 0 0,0 0 0,0 0 0,0-1 0,0 1 0,0 0 0,0 0 0,0-1 0,0 1 0,0 0 0,0 0 0,0 0 0,0-1 0,0 1 0,0 0 0,0 0 0,0-1 0,0 1 0,-1 0 0,1 0 0,0 0 0,0-1 0,0 1 0,0 0 0,0 0 0,-1 0 0,1 0 0,0-1 0,0 1 0,0 0 0,0 0 0,-1 0 0,1 0 0,0 0 0,0 0 0,0 0 0,-1-1 0,1 1 0,0 0 0,0 0 0,-1 0 0,1 0 0,21-6 0,-20 6 0,77-12 0,124-5 0,-141 14 0,1224-20-5708,326 51 2976,-111 1 1339,-1333-28 1224,517-3 2324,-563-6 1046,-121 8-3103,1 0 0,-1 0 0,1 0 0,-1 1 0,1-1 0,-1-1 0,1 1 0,-1 0 0,1 0 0,-1 0 0,1 0 0,-1 0 0,0 0 0,1-1 0,-1 1 0,1 0 0,-1 0 0,1 0 0,-1-1 0,0 1 1,1 0-1,-1-1 0,0 1 0,1 0 0,-1-1 0,-11-4 1136,-33-4-607,36 8-442,0-1-171,4 1-11,1 0 0,0 0 1,0 0-1,-1 1 1,1-1-1,0 1 1,-1 0-1,1 0 0,-1 0 1,-5 1-1,9 1-3,1-1 0,0 0 0,-1 1 0,1-1 0,0 0 0,-1 0 0,1 1 0,0-1 0,0 0 0,0 0 0,0 0 0,0 0 0,0 0 0,0 0 0,0 0 0,3 1 0,-1 1 0,14 15 0,-2 1 0,0 1 0,-1 0 0,-1 1 0,20 44 0,2 1 0,139 198 0,17-14 0,29 40 0,-220-290 0,26 36 0,-2 1 0,23 45 0,-41-70 0,-1 0 0,-1 0 0,0 1 0,0-1 0,-1 1 0,0 0 0,-2 0 0,1 0 0,-2 0 0,1 0 0,-4 25 0,2-32 0,-1 0 0,0 1 0,0-1 0,-1 0 0,0 0 0,0-1 0,0 1 0,-5 6 0,-37 42 0,29-36 0,-466 513 0,137-154 0,-26 82 0,368-454 0,-1 0 0,1 0 0,-1 0 0,0-1 0,0 0 0,-6 5 0,9-8 0,-1 0 0,0 0 0,0 0 0,0 0 0,-1 0 0,1-1 0,0 1 0,0-1 0,0 1 0,0-1 0,-1 0 0,1 1 0,0-1 0,0-1 0,-1 1 0,1 0 0,-2-1 0,-57-10 0,-159-22 0,-330-5-988,-3 21-406,-921 40 312,1314-16 1150,-383 17-347,182-11 2902,315-12-2326,9-1 80,-73 11 1,-30 15-378,103-19 0,28-4 0,-1-1 0,1-1 0,-17 1 0,22-2 0,-1 0 0,1-1 0,0 0 0,0 1 0,0-1 0,0-1 0,0 1 0,0-1 0,0 0 0,1 1 0,-1-2 0,-3-2 0,-29-22 0,-39-40 0,-23-20 0,-13 9 0,-133-72 0,-132-39 0,-476-176 0,612 277 0,238 88 0,1 0 0,-1-1 0,1 1 0,0-1 0,0 1 0,-1-1 0,1 0 0,0 1 0,0-1 0,0 0 0,0 0 0,0 0 0,0 0 0,0 0 0,0 0 0,0 0 0,0 0 0,0 0 0,1-1 0,-1 1 0,1 0 0,-1 0 0,1-1 0,-1 1 0,1 0 0,0-1 0,-1 1 0,1-1 0,0 1 0,0 0 0,0-1 0,0-1 0,2-2 0,-1-1 0,1 1 0,0-1 0,1 1 0,-1 0 0,6-8 0,-1 0 0,246-429 0,-171 308 0,6 5 0,5 3 0,5 5 0,6 4 0,138-121 0,-122 125 274,-48 44-1913,-62 61-5187</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2.163"/>
    </inkml:context>
    <inkml:brush xml:id="br0">
      <inkml:brushProperty name="width" value="0.05" units="cm"/>
      <inkml:brushProperty name="height" value="0.05" units="cm"/>
      <inkml:brushProperty name="color" value="#FFFFFF"/>
    </inkml:brush>
  </inkml:definitions>
  <inkml:trace contextRef="#ctx0" brushRef="#br0">142 37 24575,'1'-35'0,"-1"34"0,0 3 0,-2 19 0,-4 44 0,-20 91 0,-28 61 0,9-40 0,44-170 0,-1 2 0,0-1 0,0 0 0,1 1 0,0-1 0,1 11 0,0-17 0,0-1 0,0 0 0,0 0 0,1 1 0,-1-1 0,0 0 0,1 1 0,-1-1 0,1 0 0,-1 0 0,1 0 0,0 1 0,-1-1 0,1 0 0,0 0 0,0 0 0,0 0 0,0 0 0,0 0 0,0-1 0,0 1 0,0 0 0,0 0 0,0-1 0,0 1 0,0-1 0,1 1 0,-1-1 0,0 1 0,0-1 0,1 0 0,-1 1 0,0-1 0,1 0 0,-1 0 0,0 0 0,1 0 0,-1 0 0,0-1 0,3 1 0,30-6 0,0-2 0,45-16 0,-10 3 0,102-19-1365,-125 31-5461</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2.532"/>
    </inkml:context>
    <inkml:brush xml:id="br0">
      <inkml:brushProperty name="width" value="0.05" units="cm"/>
      <inkml:brushProperty name="height" value="0.05" units="cm"/>
      <inkml:brushProperty name="color" value="#FFFFFF"/>
    </inkml:brush>
  </inkml:definitions>
  <inkml:trace contextRef="#ctx0" brushRef="#br0">210 112 24575,'3'-7'0,"0"0"0,-1 0 0,1 0 0,-2-1 0,1 1 0,-1-1 0,0 1 0,-1-1 0,1 1 0,-2-1 0,0-12 0,0 20 0,1-1 0,0 0 0,0 1 0,0 0 0,0-1 0,0 1 0,-1-1 0,1 1 0,0-1 0,0 1 0,-1-1 0,1 1 0,0 0 0,-1-1 0,1 1 0,0-1 0,-1 1 0,1 0 0,-1 0 0,1-1 0,0 1 0,-1 0 0,1 0 0,-1-1 0,1 1 0,-1 0 0,1 0 0,-1 0 0,-14 5 0,-12 21 0,2 5 0,1 2 0,1 0 0,2 2 0,1 0 0,-28 74 0,45-103 0,1 1 0,1-1 0,-1 0 0,1 1 0,0-1 0,0 1 0,1-1 0,0 1 0,1 9 0,-1-13 0,1 0 0,-1 0 0,1-1 0,0 1 0,0 0 0,1-1 0,-1 1 0,0-1 0,1 1 0,0-1 0,-1 0 0,1 1 0,0-1 0,0 0 0,0 0 0,1 0 0,-1-1 0,0 1 0,1-1 0,-1 1 0,1-1 0,-1 0 0,6 2 0,2 0 0,0-1 0,1 0 0,-1 0 0,0-1 0,1-1 0,-1 0 0,0 0 0,1-1 0,-1-1 0,17-3 0,1-3 0,0 0 0,40-20 0,-54 22 0,-1 0 0,-1-2 0,1 1 0,-1-2 0,0 1 0,-1-2 0,0 1 0,-1-2 0,12-14 0,-18 20 0,0 0 0,-1 0 0,0 0 0,0 0 0,0 0 0,-1-1 0,0 0 0,0 1 0,0-1 0,-1 0 0,0 0 0,0 0 0,0 0 0,-1 0 0,0 0 0,0 0 0,0 0 0,-1 0 0,0 0 0,0 0 0,0 0 0,-1 1 0,0-1 0,0 0 0,-3-5 0,-2 0 0,1 0 0,-2 1 0,1-1 0,-2 1 0,1 0 0,-14-11 0,18 17 0,0 1 0,-1-1 0,1 1 0,-1 0 0,1 0 0,-1 0 0,0 1 0,0 0 0,0 0 0,-1 0 0,1 0 0,0 1 0,-1 0 0,1 0 0,0 0 0,-1 1 0,-7 0 0,10 1-114,0-1 1,1 1-1,-1 0 0,1 0 0,-1 0 1,1 0-1,-1 1 0,1-1 0,0 1 1,0-1-1,-4 4 0,-6 7-6712</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2.828"/>
    </inkml:context>
    <inkml:brush xml:id="br0">
      <inkml:brushProperty name="width" value="0.05" units="cm"/>
      <inkml:brushProperty name="height" value="0.05" units="cm"/>
      <inkml:brushProperty name="color" value="#FFFFFF"/>
    </inkml:brush>
  </inkml:definitions>
  <inkml:trace contextRef="#ctx0" brushRef="#br0">436 50 24575,'-4'-4'0,"-1"0"0,0 1 0,-1-1 0,1 1 0,-1 0 0,1 0 0,-1 1 0,-9-3 0,-51-10 0,55 13 0,-1 1 0,0 0 0,0 1 0,0 0 0,1 1 0,-1 1 0,0 0 0,1 0 0,-1 1 0,1 0 0,-1 1 0,1 1 0,1 0 0,-1 0 0,1 1 0,0 0 0,0 1 0,0 0 0,1 0 0,0 1 0,1 0 0,0 1 0,0 0 0,1 0 0,0 1 0,0 0 0,1 0 0,1 0 0,0 1 0,0 0 0,1 0 0,-4 17 0,6-24 0,1 0 0,1 0 0,-1 1 0,1-1 0,-1 0 0,1 1 0,1-1 0,-1 0 0,0 1 0,1-1 0,0 0 0,0 0 0,0 0 0,1 1 0,0-1 0,-1 0 0,1-1 0,0 1 0,1 0 0,4 6 0,-2-6 0,-1 0 0,1 0 0,1 0 0,-1-1 0,0 0 0,1 0 0,-1 0 0,1 0 0,0-1 0,0 0 0,0-1 0,0 1 0,12 0 0,28 3-1365,-3-4-5461</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3.375"/>
    </inkml:context>
    <inkml:brush xml:id="br0">
      <inkml:brushProperty name="width" value="0.05" units="cm"/>
      <inkml:brushProperty name="height" value="0.05" units="cm"/>
      <inkml:brushProperty name="color" value="#FFFFFF"/>
    </inkml:brush>
  </inkml:definitions>
  <inkml:trace contextRef="#ctx0" brushRef="#br0">234 351 24575,'1'-6'0,"-1"1"0,-1 0 0,1 0 0,-1-1 0,0 1 0,0 0 0,0 0 0,-3-6 0,4 10 0,-1-1 0,0 1 0,0-1 0,-1 1 0,1 0 0,0 0 0,0-1 0,0 1 0,-1 0 0,1 0 0,-1 0 0,1 0 0,-1 1 0,1-1 0,-1 0 0,1 1 0,-1-1 0,0 1 0,1-1 0,-1 1 0,0 0 0,0 0 0,1-1 0,-1 1 0,0 1 0,1-1 0,-1 0 0,-3 1 0,-3 0 0,-1 1 0,1 1 0,-1-1 0,1 1 0,0 1 0,0-1 0,0 1 0,1 1 0,-1 0 0,1 0 0,-7 6 0,6-4 0,-1 1 0,1 0 0,1 0 0,0 1 0,0 0 0,0 1 0,1-1 0,-4 12 0,8-18 0,1-1 0,0 1 0,0 0 0,0 0 0,0 1 0,0-1 0,1 0 0,-1 0 0,1 0 0,0 0 0,0 0 0,0 1 0,0-1 0,1 0 0,-1 0 0,1 0 0,0 0 0,1 4 0,0-4 0,0 1 0,1-1 0,-1 1 0,0-1 0,1 0 0,0 0 0,0 0 0,0-1 0,0 1 0,0-1 0,1 1 0,5 2 0,3 0 0,0 0 0,1 0 0,-1-1 0,1 0 0,0-1 0,0-1 0,22 1 0,-25-2 0,-1-1 0,1-1 0,-1 0 0,0 0 0,1-1 0,-1 0 0,0-1 0,0 0 0,0 0 0,-1-1 0,1 0 0,-1-1 0,10-6 0,-15 9 0,0-1 0,1 0 0,-1 0 0,0 0 0,0 0 0,0 0 0,-1 0 0,1-1 0,-1 0 0,0 1 0,0-1 0,0 0 0,0 0 0,-1 0 0,0 0 0,1 0 0,-2-1 0,1 1 0,0 0 0,-1 0 0,0-1 0,0 1 0,0 0 0,0-1 0,-1 1 0,0 0 0,0 0 0,0 0 0,0 0 0,-3-7 0,3 9 0,1 0 0,-1 1 0,0-1 0,1 1 0,-1-1 0,0 1 0,0-1 0,0 1 0,0-1 0,0 1 0,0 0 0,-1 0 0,1-1 0,0 1 0,-1 0 0,1 0 0,0 0 0,-1 0 0,0 1 0,-1-2 0,2 2 0,-1 0 0,1 0 0,-1 0 0,1 0 0,0 0 0,-1 0 0,1 1 0,0-1 0,-1 1 0,1-1 0,0 1 0,0-1 0,-1 1 0,1-1 0,0 1 0,0 0 0,0 0 0,0 0 0,-2 2 0,-1 0 0,1 2 0,-1-1 0,1 0 0,0 1 0,0-1 0,1 1 0,-1 0 0,1 0 0,0 0 0,1 0 0,-3 11 0,3-13 0,1 0 0,0 0 0,-1 1 0,1-1 0,0 0 0,1 1 0,-1-1 0,1 0 0,-1 0 0,1 1 0,0-1 0,0 0 0,0 0 0,1 0 0,-1 0 0,1 0 0,-1 0 0,1-1 0,0 1 0,0-1 0,1 1 0,-1-1 0,0 1 0,1-1 0,-1 0 0,1 0 0,0 0 0,0-1 0,0 1 0,-1-1 0,2 1 0,-1-1 0,0 0 0,3 0 0,2 1 0,-1-1 0,1 0 0,-1 0 0,1-1 0,-1 0 0,1 0 0,-1-1 0,0 0 0,1 0 0,-1-1 0,0 0 0,1 0 0,-1-1 0,8-4 0,1-2 0,0-2 0,-1 0 0,0 0 0,-1-2 0,0 0 0,-1 0 0,0-1 0,19-29 0,-12 12 0,-1 0 0,-2-1 0,21-56 0,-37 86 0,8-21 0,0 0 0,-2-1 0,0 0 0,-2 0 0,3-28 0,-8 51 0,0 0 0,0 0 0,0 0 0,1 0 0,-1 0 0,-1 0 0,1 0 0,0 0 0,0 0 0,0 0 0,0 0 0,-1 0 0,1 0 0,0 1 0,-1-1 0,1 0 0,-1 0 0,0-1 0,1 2 0,-1 0 0,1 0 0,-1 1 0,1-1 0,-1 0 0,1 0 0,-1 0 0,1 1 0,0-1 0,-1 0 0,1 0 0,-1 1 0,1-1 0,0 0 0,-1 1 0,1-1 0,0 1 0,-1-1 0,1 0 0,0 1 0,0-1 0,-1 1 0,1 0 0,-18 36 0,7-4-151,1 0-1,2 0 0,1 1 0,1 0 1,3 0-1,0 0 0,2 0 1,6 52-1,1-33-6674</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3.688"/>
    </inkml:context>
    <inkml:brush xml:id="br0">
      <inkml:brushProperty name="width" value="0.05" units="cm"/>
      <inkml:brushProperty name="height" value="0.05" units="cm"/>
      <inkml:brushProperty name="color" value="#FFFFFF"/>
    </inkml:brush>
  </inkml:definitions>
  <inkml:trace contextRef="#ctx0" brushRef="#br0">21 112 24575,'-5'-11'0,"2"8"0,1-1 0,0 0 0,0-1 0,0 1 0,1 0 0,-2-8 0,2 11 0,1 0 0,1 0 0,-1 0 0,0 0 0,0 0 0,0 0 0,0 0 0,1 0 0,-1 0 0,0 0 0,1 0 0,-1 0 0,1 0 0,-1 0 0,1 0 0,0 0 0,-1 1 0,1-1 0,0 0 0,-1 0 0,1 1 0,0-1 0,0 1 0,0-1 0,0 0 0,-1 1 0,1 0 0,0-1 0,0 1 0,0-1 0,0 1 0,0 0 0,0 0 0,0 0 0,0 0 0,2-1 0,13 0 0,1 0 0,-1 0 0,1 2 0,-1 0 0,26 5 0,12 1 0,-31-5 0,51 2 0,-67-4 0,0-1 0,0 1 0,-1-1 0,1 0 0,0-1 0,0 0 0,-1 0 0,8-3 0,-12 4 0,-1 0 0,1-1 0,-1 1 0,1 0 0,-1-1 0,1 1 0,-1 0 0,0-1 0,0 0 0,0 1 0,0-1 0,0 0 0,0 1 0,0-1 0,0 0 0,0-2 0,1-10 0,-7 88 25,5 87-1,1-77-1438,-1-58-5412</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3.797"/>
    </inkml:context>
    <inkml:brush xml:id="br0">
      <inkml:brushProperty name="width" value="0.05" units="cm"/>
      <inkml:brushProperty name="height" value="0.05" units="cm"/>
      <inkml:brushProperty name="color" value="#FFFFFF"/>
    </inkml:brush>
  </inkml:definitions>
  <inkml:trace contextRef="#ctx0" brushRef="#br0">1 59 24575,'0'-6'0,"0"-9"0,0-4 0,0 1-8191</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4.500"/>
    </inkml:context>
    <inkml:brush xml:id="br0">
      <inkml:brushProperty name="width" value="0.05" units="cm"/>
      <inkml:brushProperty name="height" value="0.05" units="cm"/>
      <inkml:brushProperty name="color" value="#FFFFFF"/>
    </inkml:brush>
  </inkml:definitions>
  <inkml:trace contextRef="#ctx0" brushRef="#br0">186 151 24575,'0'-2'0,"0"0"0,-1 0 0,1 0 0,-1 0 0,1 0 0,-1 0 0,1 0 0,-1 0 0,0 0 0,0 0 0,0 1 0,0-1 0,0 0 0,0 1 0,-1-1 0,1 0 0,-1 1 0,1 0 0,-1-1 0,1 1 0,-1 0 0,0 0 0,1 0 0,-1 0 0,0 0 0,0 0 0,0 0 0,0 1 0,0-1 0,0 1 0,0-1 0,0 1 0,0 0 0,0 0 0,0 0 0,0 0 0,0 0 0,0 0 0,0 0 0,0 1 0,0-1 0,0 1 0,0 0 0,0-1 0,-3 3 0,-2 2 0,1 1 0,0 0 0,0 0 0,0 1 0,1 0 0,0 0 0,0 0 0,-5 11 0,1 1 0,0 1 0,-7 24 0,9-21 0,1 1 0,-3 25 0,8-41 0,0 1 0,1-1 0,0 1 0,0-1 0,0 1 0,1-1 0,1 0 0,-1 1 0,5 11 0,-5-17 0,0-1 0,1 1 0,-1-1 0,0 1 0,1-1 0,-1 0 0,1 0 0,0 1 0,0-1 0,0 0 0,0-1 0,0 1 0,0 0 0,0 0 0,1-1 0,-1 0 0,1 1 0,-1-1 0,4 1 0,-2-1 0,0 0 0,0-1 0,0 0 0,0 1 0,0-1 0,0-1 0,0 1 0,0 0 0,0-1 0,0 0 0,7-3 0,1-1 0,1 0 0,-2-1 0,1-1 0,-1 0 0,1-1 0,18-17 0,-15 11 0,-1-1 0,0-1 0,-1 0 0,-1-1 0,18-31 0,-25 40 0,-1 0 0,-1 0 0,0 0 0,0-1 0,0 1 0,-1-1 0,0 0 0,-1 0 0,0 1 0,0-1 0,-1 0 0,0 0 0,0 0 0,-1 0 0,-1 0 0,-1-8 0,2 13 0,-1 0 0,1 1 0,-1-1 0,0 1 0,0-1 0,0 1 0,0 0 0,0-1 0,-1 1 0,1 1 0,-1-1 0,0 0 0,0 1 0,0-1 0,0 1 0,-1 0 0,-3-2 0,2 2 0,0 0 0,0 0 0,0 1 0,0-1 0,-1 1 0,1 1 0,0-1 0,-1 1 0,1 0 0,-1 0 0,-7 2 0,6-1 0,-1 0 0,1 1 0,0 0 0,0 0 0,1 1 0,-1-1 0,0 2 0,1-1 0,-1 1 0,1 0 0,0 0 0,1 1 0,-1-1 0,1 1 0,0 1 0,0-1 0,0 1 0,-5 9 0,8-13 0,1-1 0,0 1 0,1 0 0,-1 0 0,0-1 0,0 1 0,1 0 0,-1 0 0,1 0 0,0 0 0,-1 0 0,1 0 0,0 0 0,0 0 0,0 0 0,0 0 0,1 0 0,-1-1 0,0 1 0,1 0 0,0 0 0,-1 0 0,1 0 0,0-1 0,0 1 0,0 0 0,0-1 0,0 1 0,0 0 0,0-1 0,1 1 0,-1-1 0,1 0 0,-1 0 0,1 1 0,1 0 0,2 1 0,0-1 0,1 0 0,-1 1 0,1-2 0,0 1 0,-1-1 0,1 0 0,0 0 0,0 0 0,10-1 0,4-1 0,0-1 0,-1-1 0,1 0 0,18-7 0,74-30 0,-68 23 0,-43 17 0,0-1 0,0 1 0,0-1 0,1 1 0,-1 0 0,0 0 0,0-1 0,0 1 0,1 0 0,-1 0 0,0 0 0,0 0 0,0 0 0,1 1 0,-1-1 0,0 0 0,0 1 0,0-1 0,0 0 0,1 1 0,-1-1 0,0 1 0,0 0 0,0-1 0,0 1 0,0 0 0,0 0 0,0-1 0,-1 1 0,1 0 0,0 0 0,0 0 0,-1 0 0,1 0 0,0 0 0,-1 0 0,1 3 0,2 3 0,-1 1 0,0 0 0,0 0 0,1 15 0,-1-2 0,1-9 0,0 0 0,0 0 0,2-1 0,-1 1 0,1-1 0,1 1 0,9 14 0,-13-23 0,0 0 0,0 0 0,0-1 0,1 1 0,-1-1 0,1 1 0,-1-1 0,1 0 0,0 1 0,0-2 0,0 1 0,0 0 0,0 0 0,0-1 0,1 0 0,-1 0 0,0 0 0,1 0 0,-1 0 0,1-1 0,-1 1 0,1-1 0,-1 0 0,1 0 0,-1 0 0,1 0 0,-1-1 0,1 0 0,-1 0 0,6-1 0,7-7 0,0 0 0,0 0 0,-1-2 0,0 0 0,-1 0 0,0-2 0,-1 1 0,15-21 0,-14 16 0,-1-2 0,-2 0 0,0 0 0,-1-1 0,14-39 0,-13 32 0,0 1 0,23-38 0,-34 63 0,1 0 0,-1 1 0,0-1 0,1 0 0,-1 1 0,1-1 0,-1 0 0,1 1 0,-1-1 0,1 1 0,-1-1 0,1 1 0,0-1 0,-1 1 0,1-1 0,0 1 0,-1 0 0,1-1 0,0 1 0,-1 0 0,1-1 0,0 1 0,0 0 0,1 0 0,-2 0 0,1 1 0,0-1 0,-1 1 0,1-1 0,0 1 0,-1-1 0,1 1 0,-1-1 0,1 1 0,-1 0 0,1-1 0,-1 1 0,1 0 0,-1 0 0,0-1 0,1 1 0,-1 0 0,0 0 0,0 0 0,3 11 0,-1-1 0,1 18 0,-2-21 0,23 257-1365,-16-194-5461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5.014"/>
    </inkml:context>
    <inkml:brush xml:id="br0">
      <inkml:brushProperty name="width" value="0.05" units="cm"/>
      <inkml:brushProperty name="height" value="0.05" units="cm"/>
      <inkml:brushProperty name="color" value="#FFFFFF"/>
    </inkml:brush>
  </inkml:definitions>
  <inkml:trace contextRef="#ctx0" brushRef="#br0">144 484 24575,'-57'159'0,"45"-127"0,2-7 0,0 0 0,-2-1 0,-18 30 0,29-53 0,1-1 0,0 1 0,0-1 0,-1 1 0,1-1 0,0 1 0,-1-1 0,1 1 0,-1-1 0,1 1 0,0-1 0,-1 0 0,1 1 0,-1-1 0,1 0 0,-1 1 0,0-1 0,1 0 0,-1 0 0,0 1 0,-2-10 0,9-21 0,64-215 0,38-118 0,-103 346 0,2 0 0,-1 0 0,2 1 0,0 0 0,1 0 0,22-28 0,-30 42 0,1 0 0,-1 1 0,0-1 0,1 1 0,-1-1 0,1 1 0,0 0 0,0-1 0,-1 1 0,1 0 0,0 0 0,0 0 0,0 1 0,0-1 0,0 0 0,0 1 0,0-1 0,0 1 0,0 0 0,0 0 0,1 0 0,-1 0 0,0 0 0,0 0 0,0 0 0,0 1 0,0-1 0,0 1 0,0-1 0,0 1 0,0 0 0,0 0 0,0 0 0,0 0 0,-1 0 0,1 0 0,0 1 0,-1-1 0,3 3 0,4 5 0,0-1 0,-1 1 0,0 1 0,-1 0 0,11 19 0,2 13 0,-1 0 0,19 71 0,10 94 0,-36-144-1365,-4-10-5461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5.561"/>
    </inkml:context>
    <inkml:brush xml:id="br0">
      <inkml:brushProperty name="width" value="0.05" units="cm"/>
      <inkml:brushProperty name="height" value="0.05" units="cm"/>
      <inkml:brushProperty name="color" value="#FFFFFF"/>
    </inkml:brush>
  </inkml:definitions>
  <inkml:trace contextRef="#ctx0" brushRef="#br0">0 588 24575,'0'-6'0,"0"0"0,1 0 0,0 0 0,0 0 0,0 0 0,1 0 0,-1 1 0,2-1 0,-1 0 0,0 1 0,1-1 0,7-8 0,-5 7 0,1 1 0,-1 0 0,1 0 0,1 1 0,-1-1 0,1 2 0,0-1 0,11-5 0,10-2 0,0 2 0,1 0 0,0 2 0,34-5 0,-37 8 0,62-15 0,192-34 0,-276 53 0,1 1 0,0-1 0,-1 1 0,1 0 0,0 0 0,-1 1 0,7 1 0,-9-2 0,0 1 0,-1-1 0,0 1 0,1 0 0,-1-1 0,1 1 0,-1 0 0,0 0 0,0 0 0,1 0 0,-1 0 0,0 1 0,0-1 0,0 0 0,0 0 0,0 1 0,-1-1 0,1 1 0,0-1 0,-1 1 0,1-1 0,-1 1 0,1-1 0,-1 1 0,1 1 0,0 12 0,0 1 0,-1-1 0,-1 1 0,0-1 0,-6 26 0,2-9 0,-4 29 0,0-7 0,3 1 0,0 76 0,6-128 0,0-1 0,1 1 0,-1-1 0,0 1 0,1-1 0,-1 0 0,1 1 0,0-1 0,0 0 0,2 4 0,-3-6 0,0 0 0,0 0 0,0 0 0,0 0 0,0 0 0,0 0 0,0 0 0,0 0 0,0 0 0,1 0 0,-1 1 0,0-1 0,0 0 0,0 0 0,0 0 0,0 0 0,0 0 0,1 0 0,-1 0 0,0 0 0,0 0 0,0 0 0,0 0 0,0 0 0,0 0 0,0 0 0,1 0 0,-1 0 0,0 0 0,0 0 0,0 0 0,0 0 0,0-1 0,0 1 0,1 0 0,-1 0 0,0 0 0,0 0 0,0 0 0,0 0 0,0 0 0,0 0 0,0 0 0,0 0 0,0-1 0,0 1 0,1 0 0,-1 0 0,0 0 0,0 0 0,0 0 0,0-1 0,4-16 0,-3-32 0,-2-1 0,-1 1 0,-18-88 0,-3-49 0,22 162 0,1-1 0,1 0 0,1 0 0,1 1 0,9-36 0,-9 51 0,0-1 0,0 1 0,1 0 0,0 1 0,1-1 0,0 1 0,0 0 0,0 0 0,1 0 0,1 1 0,11-12 0,-11 14 0,0 0 0,0 0 0,0 1 0,0 0 0,1 0 0,-1 1 0,1 0 0,0 0 0,0 1 0,1 0 0,-1 0 0,0 1 0,15-1 0,-9 3 0,1 0 0,0 1 0,-1 0 0,0 2 0,1-1 0,-1 2 0,0 0 0,-1 0 0,1 1 0,-1 1 0,-1 0 0,1 1 0,-1 0 0,0 1 0,-1 1 0,0-1 0,18 23 0,-23-25 0,0 1 0,0 1 0,-1-1 0,0 1 0,0 0 0,-1 0 0,0 0 0,-1 0 0,0 1 0,-1 0 0,3 18 0,-4-20 0,-1 1 0,-1-1 0,0 0 0,0 0 0,0 1 0,-1-1 0,0 0 0,-1-1 0,1 1 0,-2 0 0,1-1 0,-1 1 0,0-1 0,-1 0 0,-9 12 0,6-10-170,0-1-1,0 0 0,-1 0 1,0 0-1,0-1 0,-1-1 1,-13 8-1,5-5-6655</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45.671"/>
    </inkml:context>
    <inkml:brush xml:id="br0">
      <inkml:brushProperty name="width" value="0.05" units="cm"/>
      <inkml:brushProperty name="height" value="0.05" units="cm"/>
      <inkml:brushProperty name="color" value="#FFFFFF"/>
    </inkml:brush>
  </inkml:definitions>
  <inkml:trace contextRef="#ctx0" brushRef="#br0">1 12 24575,'6'-3'0,"5"-1"0,4 0 0,0 4 0,-4 5 0,-3 8 0,-3 11 0,-2 7 0,-2 8 0,-4 10 0,-1 3 0,-1 5 0,2-1 0,0-10-8191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01.866"/>
    </inkml:context>
    <inkml:brush xml:id="br0">
      <inkml:brushProperty name="width" value="0.05" units="cm"/>
      <inkml:brushProperty name="height" value="0.05" units="cm"/>
      <inkml:brushProperty name="color" value="#FFFFFF"/>
    </inkml:brush>
  </inkml:definitions>
  <inkml:trace contextRef="#ctx0" brushRef="#br0">535 0 24575,'3'2'0,"-7"3"0,-7 3 0,-131 68 0,53-32 0,46-22 58,6-3 30,1 1 0,-40 30 1,67-44-210,1 1 0,0 0 1,0 1-1,1-1 1,0 1-1,0 1 1,1-1-1,0 1 1,0 0-1,1 1 1,0-1-1,1 1 0,-5 16 1,5-6-6706</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6.616"/>
    </inkml:context>
    <inkml:brush xml:id="br0">
      <inkml:brushProperty name="width" value="0.05" units="cm"/>
      <inkml:brushProperty name="height" value="0.05" units="cm"/>
      <inkml:brushProperty name="color" value="#FFFFFF"/>
    </inkml:brush>
  </inkml:definitions>
  <inkml:trace contextRef="#ctx0" brushRef="#br0">1714 167 24575,'1'-4'0,"-1"1"0,1 0 0,0 0 0,1-1 0,-1 1 0,0 0 0,1 0 0,3-4 0,6-8 0,-174 249 0,87-127 0,-391 469 0,194-254 0,-468 660 0,739-980 0,0 1 0,0-1 0,0 1 0,1-1 0,-1 1 0,1 0 0,0 0 0,-1 0 0,1-1 0,1 1 0,-2 6 0,2-8 0,1 0 0,-1 0 0,1 1 0,-1-1 0,1 0 0,-1 0 0,1 1 0,0-1 0,0 0 0,0 0 0,-1 0 0,1 0 0,0 0 0,0 0 0,0-1 0,1 1 0,-1 0 0,0 0 0,0-1 0,0 1 0,0-1 0,1 1 0,-1-1 0,0 1 0,1-1 0,-1 0 0,2 1 0,33 12 0,0 1 0,-2 2 0,0 2 0,0 1 0,-2 1 0,-1 2 0,39 34 0,7 15 0,96 115 0,366 452 0,-211-284 0,27-27 0,-297-278 0,-38-34 0,0 0 0,-2 2 0,0 0 0,0 1 0,-2 1 0,17 25 0,-11-2 0,-16-31 0,0 1 0,0-1 0,1 0 0,1 0 0,-1-1 0,13 12 0,-4-6 0,0-2 0,29 21 0,-39-31 0,1 0 0,0-1 0,0 0 0,0 0 0,0 0 0,0-1 0,0 0 0,1-1 0,-1 0 0,1 0 0,9 0 0,183-2 0,612 14 0,-380 13 0,472 30 0,-277 6 0,-170-15 0,73-19 0,1-24 0,-449-4 0,-80 0 0,0 0 0,0 0 0,1 0 0,-1 0 0,0 0 0,0-1 0,0 1 0,0-1 0,0 1 0,0-1 0,0 0 0,0 0 0,0 0 0,0 0 0,0 0 0,0 0 0,2-3 0,-3 2 0,1 0 0,-1 0 0,0-1 0,1 1 0,-1-1 0,0 1 0,-1 0 0,1-1 0,0 0 0,-1 1 0,1-1 0,-1 1 0,0-1 0,0-3 0,1-13 0,2 1 0,0-1 0,1 1 0,1-1 0,10-25 0,45-87 0,291-448 0,-145 294 0,69-106 0,-194 257 0,111-173 0,-129 216 0,94-105 0,-139 176 0,44-47 0,80-116 0,-128 162 0,-2 3 0,20-38 0,-32 54 0,1 0 0,0-1 0,0 1 0,-1-1 0,0 1 0,1-1 0,-1 1 0,0-1 0,0 0 0,0 1 0,-1-1 0,1 1 0,0-1 0,-1 1 0,0-1 0,0 1 0,0 0 0,0-1 0,0 1 0,0 0 0,0 0 0,-1-1 0,1 1 0,-1 0 0,1 0 0,-4-2 0,-5-5 0,0 0 0,-1 0 0,-22-12 0,12 7 0,-155-119 0,6-8 0,-170-181 0,-84-63 0,-29 36 0,192 146 0,-162-110 0,382 287 0,22 12 0,-1 1 0,-1 0 0,0 2 0,-41-15 0,46 23 0,1 1 0,0 0 0,-1 1 0,1 1 0,0 1 0,-1 0 0,-20 5 0,-15 0 0,-394 2 0,-1-31 0,236 10 0,100 6 0,-732-26 0,56 59 0,761-24 0,-236 31 0,257-32 0,-181 31 0,133-25 0,31-3 0,0-1 0,0-2 0,-40-1 0,-50-15 0,61 7 0,0 2 0,-70 1 0,99 8 45,0 1 1,1 0-1,0 2 0,-1 0 0,2 1 0,-35 18 1,28-12-607,0-2 1,-51 14-1,62-22-6265</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7.505"/>
    </inkml:context>
    <inkml:brush xml:id="br0">
      <inkml:brushProperty name="width" value="0.05" units="cm"/>
      <inkml:brushProperty name="height" value="0.05" units="cm"/>
      <inkml:brushProperty name="color" value="#FFFFFF"/>
    </inkml:brush>
  </inkml:definitions>
  <inkml:trace contextRef="#ctx0" brushRef="#br0">34 470 24575,'0'-15'0,"0"0"0,-1 0 0,-1 0 0,0 0 0,-8-23 0,9 76 0,53 872 0,-51-888 0,-2-32 0,-2-20 0,2 13 0,-65-914 0,66 923 0,4-132 0,-3 125 0,1 0 0,1 0 0,0 1 0,1-1 0,0 1 0,2 0 0,7-15 0,-11 25 0,0 0 0,1 0 0,-1 0 0,1 0 0,0 1 0,0-1 0,1 1 0,-1 0 0,1 0 0,-1 0 0,1 0 0,0 1 0,0-1 0,0 1 0,1 0 0,5-2 0,-4 3 0,-1 0 0,1 0 0,0 0 0,0 1 0,0 0 0,0 0 0,0 0 0,0 1 0,0 0 0,0 0 0,8 3 0,-1 1 0,1 0 0,-1 1 0,0 1 0,0 0 0,-1 1 0,0 0 0,0 1 0,-1 1 0,16 16 0,-19-18 0,-1 1 0,0 0 0,-1 1 0,0-1 0,-1 1 0,1 1 0,-2-1 0,0 1 0,0-1 0,-1 1 0,0 0 0,-1 0 0,0 1 0,0-1 0,-2 0 0,1 1 0,-1-1 0,-1 0 0,0 1 0,-1-1 0,0 0 0,-1 0 0,0 0 0,0 0 0,-1 0 0,-1-1 0,0 0 0,0 0 0,-1 0 0,-10 12 0,1-2 57,-1-2 0,-1 0 0,0 0 0,-2-2 0,-26 19 0,13-13-626,-1-2 0,-58 26 0,54-30-6257</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7.972"/>
    </inkml:context>
    <inkml:brush xml:id="br0">
      <inkml:brushProperty name="width" value="0.05" units="cm"/>
      <inkml:brushProperty name="height" value="0.05" units="cm"/>
      <inkml:brushProperty name="color" value="#FFFFFF"/>
    </inkml:brush>
  </inkml:definitions>
  <inkml:trace contextRef="#ctx0" brushRef="#br0">224 243 24575,'1'-45'0,"0"26"0,0-1 0,-1 1 0,-1 0 0,-1-1 0,-1 1 0,-8-30 0,10 46 0,0 1 0,0 0 0,0 0 0,0 0 0,0 0 0,-1 0 0,1 0 0,-1 0 0,1 0 0,-1 1 0,0-1 0,1 0 0,-5-2 0,5 4 0,0-1 0,0 1 0,0 0 0,-1-1 0,1 1 0,0 0 0,0 0 0,0 0 0,-1 0 0,1 0 0,0 0 0,0 0 0,0 0 0,-1 0 0,1 0 0,0 1 0,0-1 0,0 0 0,0 1 0,-1-1 0,1 1 0,0 0 0,0-1 0,0 1 0,0 0 0,0-1 0,0 1 0,-1 2 0,-8 7 0,1 1 0,0 0 0,1 0 0,0 1 0,-11 22 0,-25 69 0,33-73 0,1 1 0,-9 56 0,17-76 0,0 0 0,1 0 0,1 0 0,0 0 0,0 0 0,1 0 0,1 0 0,-1 0 0,2 0 0,0 0 0,7 17 0,-9-26 0,-1 0 0,1 0 0,0 0 0,0 0 0,0 0 0,1 0 0,-1 0 0,0-1 0,1 1 0,-1-1 0,1 1 0,-1-1 0,1 1 0,0-1 0,0 0 0,-1 0 0,1 0 0,0 0 0,0 0 0,0 0 0,0 0 0,0-1 0,1 1 0,-1-1 0,0 0 0,0 1 0,0-1 0,0 0 0,0 0 0,1 0 0,-1-1 0,0 1 0,0 0 0,0-1 0,0 1 0,0-1 0,0 0 0,0 0 0,0 0 0,2-1 0,4-3 0,-1 0 0,1-1 0,-2 1 0,1-1 0,0-1 0,-1 1 0,-1-1 0,9-12 0,9-20 0,-2-1 0,-2-1 0,22-65 0,-7 16 0,-18 58 0,-16 32 0,0 0 0,1-1 0,-1 1 0,0 0 0,0-1 0,1 1 0,-1 0 0,0-1 0,1 1 0,-1 0 0,0-1 0,1 1 0,-1 0 0,0 0 0,1 0 0,-1-1 0,1 1 0,-1 0 0,0 0 0,1 0 0,-1 0 0,1 0 0,-1 0 0,1 0 0,0 0 0,0 1 0,-1-1 0,1 1 0,-1 0 0,1-1 0,-1 1 0,1 0 0,-1-1 0,0 1 0,1 0 0,-1 0 0,0-1 0,0 1 0,1 0 0,-1 0 0,0-1 0,0 1 0,0 0 0,0 1 0,3 31 85,-2 1 0,-1-1-1,-9 62 1,5-65-369,1 0 0,1 1 0,2-1 0,1 1 0,5 32 0,2-32-6542</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8.287"/>
    </inkml:context>
    <inkml:brush xml:id="br0">
      <inkml:brushProperty name="width" value="0.05" units="cm"/>
      <inkml:brushProperty name="height" value="0.05" units="cm"/>
      <inkml:brushProperty name="color" value="#FFFFFF"/>
    </inkml:brush>
  </inkml:definitions>
  <inkml:trace contextRef="#ctx0" brushRef="#br0">282 42 24575,'0'-1'0,"0"-1"0,0 0 0,0 1 0,0-1 0,0 0 0,-1 1 0,1-1 0,0 0 0,-1 1 0,1-1 0,-1 1 0,0-1 0,0 1 0,1-1 0,-1 1 0,0-1 0,0 1 0,0 0 0,-1 0 0,1-1 0,-2 0 0,1 1 0,0 0 0,0 0 0,0 0 0,0 0 0,0 1 0,-1-1 0,1 1 0,0-1 0,-1 1 0,1 0 0,0 0 0,-1 0 0,-2 0 0,-5 2 0,1 0 0,-1 0 0,1 1 0,-1 0 0,1 0 0,-9 6 0,1 0 0,1 0 0,1 1 0,0 1 0,0 0 0,1 1 0,-12 13 0,21-20 0,1 1 0,0-1 0,0 1 0,0 0 0,1 0 0,-1 0 0,2 0 0,-4 11 0,5-13 0,0 0 0,0 0 0,1 0 0,-1 0 0,1 0 0,0 0 0,0 0 0,1 0 0,-1 0 0,1 0 0,0 0 0,0 0 0,0-1 0,1 1 0,2 6 0,4 3 0,0-1 0,1 0 0,0 0 0,0-1 0,1 0 0,13 10 0,73 55 0,-62-51 0,-15-10 0,-1-3 0,28 27 0,-43-36 0,0 0 0,1 1 0,-1 0 0,0-1 0,-1 1 0,1 0 0,-1 0 0,0 1 0,0-1 0,0 0 0,0 1 0,-1-1 0,2 10 0,-3-11 0,0 0 0,-1-1 0,1 1 0,-1 0 0,0 0 0,1-1 0,-1 1 0,0-1 0,-1 1 0,1-1 0,0 1 0,-1-1 0,1 0 0,-1 1 0,0-1 0,0 0 0,0 0 0,0 0 0,0 0 0,0-1 0,0 1 0,-1-1 0,1 1 0,-1-1 0,-4 2 0,-7 3 0,0 0 0,0-2 0,-21 5 0,34-8 1,-50 8 339,47-9-495,0 1 0,0-1 0,0 0 0,0-1 0,0 1 0,0-1-1,0 1 1,0-1 0,0-1 0,-6-1 0,-1-5-6671</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8.581"/>
    </inkml:context>
    <inkml:brush xml:id="br0">
      <inkml:brushProperty name="width" value="0.05" units="cm"/>
      <inkml:brushProperty name="height" value="0.05" units="cm"/>
      <inkml:brushProperty name="color" value="#FFFFFF"/>
    </inkml:brush>
  </inkml:definitions>
  <inkml:trace contextRef="#ctx0" brushRef="#br0">197 149 24575,'7'-7'0,"0"0"0,-1 0 0,-1-1 0,1 1 0,-1-1 0,0-1 0,6-15 0,-10 21 0,0 1 0,-1 0 0,1 0 0,-1 0 0,1-1 0,-1 1 0,0 0 0,0 0 0,0-1 0,0 1 0,-1 0 0,1 0 0,-1-1 0,1 1 0,-2-4 0,0 4 0,1 0 0,-1 0 0,1 0 0,-1 0 0,0 1 0,1-1 0,-1 1 0,0-1 0,0 1 0,0-1 0,-1 1 0,1 0 0,0 0 0,0 0 0,-1 0 0,1 0 0,-5 0 0,-1-1 0,0 1 0,0 0 0,-1 0 0,1 0 0,0 1 0,0 1 0,-1 0 0,1 0 0,0 0 0,0 1 0,0 0 0,0 1 0,0-1 0,1 2 0,-1-1 0,-10 7 0,13-7 0,1 0 0,0 1 0,-1-1 0,1 1 0,0 0 0,1 0 0,-1 0 0,1 0 0,-1 1 0,1-1 0,1 1 0,-1 0 0,1 0 0,0 0 0,0 0 0,0 0 0,1 0 0,-1 1 0,1-1 0,1 1 0,-1-1 0,1 0 0,0 1 0,0-1 0,2 10 0,0-2 0,2 1 0,0-1 0,0 0 0,1 0 0,1 0 0,0-1 0,16 23 0,5 1 0,36 38 0,-37-45 0,43 60 0,-67-85 0,0 0 0,1 0 0,-2 0 0,1 0 0,0 0 0,-1 0 0,0 0 0,1 0 0,-2 1 0,1-1 0,0 0 0,-1 1 0,0-1 0,0 0 0,-1 8 0,-1-7 0,1 0 0,-1-1 0,0 1 0,0-1 0,0 1 0,-1-1 0,1 0 0,-1 0 0,0 0 0,0 0 0,-1 0 0,1-1 0,-1 0 0,-4 4 0,-6 3-151,-1-1-1,0 0 0,-1-1 0,0 0 1,0-1-1,-1-1 0,0-1 1,-21 5-1,-1-2-6674</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8.952"/>
    </inkml:context>
    <inkml:brush xml:id="br0">
      <inkml:brushProperty name="width" value="0.05" units="cm"/>
      <inkml:brushProperty name="height" value="0.05" units="cm"/>
      <inkml:brushProperty name="color" value="#FFFFFF"/>
    </inkml:brush>
  </inkml:definitions>
  <inkml:trace contextRef="#ctx0" brushRef="#br0">204 263 24575,'-1'2'0,"1"1"0,-1 0 0,0-1 0,0 1 0,0-1 0,-1 0 0,1 1 0,-1-1 0,1 0 0,-1 0 0,0 0 0,0 0 0,0 0 0,0 0 0,0 0 0,-3 1 0,-12 14 0,16-17 0,1 0 0,0 1 0,0-1 0,-1 0 0,1 1 0,0-1 0,0 0 0,0 1 0,-1-1 0,1 1 0,0-1 0,0 0 0,0 1 0,0-1 0,0 1 0,0-1 0,0 1 0,0-1 0,0 0 0,0 1 0,0-1 0,0 1 0,0-1 0,0 0 0,1 1 0,-1-1 0,0 1 0,0-1 0,0 0 0,1 1 0,-1-1 0,0 0 0,0 1 0,1-1 0,-1 0 0,0 1 0,0-1 0,1 0 0,-1 0 0,0 1 0,1-1 0,-1 0 0,1 0 0,-1 0 0,0 0 0,1 1 0,-1-1 0,1 0 0,-1 0 0,0 0 0,1 0 0,-1 0 0,1 0 0,-1 0 0,0 0 0,1 0 0,0 0 0,28-1 0,-14-2 0,1-1 0,-1-1 0,0 0 0,-1-1 0,1-1 0,-1 0 0,0-1 0,-1 0 0,0-1 0,18-16 0,-24 19 0,0-1 0,-1-1 0,0 1 0,0-1 0,0 0 0,-1 0 0,0-1 0,3-9 0,-5 12 0,-1 0 0,0-1 0,-1 1 0,1-1 0,-1 0 0,-1 1 0,1-1 0,-1 0 0,0 1 0,-1-1 0,0 0 0,-2-10 0,2 13 0,0 1 0,0-1 0,0 0 0,-1 1 0,1-1 0,-1 1 0,0-1 0,0 1 0,0 0 0,0-1 0,-1 1 0,1 1 0,-1-1 0,0 0 0,0 1 0,0-1 0,-5-2 0,4 3 0,0 0 0,-1 0 0,1 1 0,-1 0 0,1 0 0,-1 0 0,0 0 0,1 1 0,-1 0 0,0 0 0,0 0 0,-7 1 0,-1 2 0,-1 0 0,0 1 0,1 1 0,0 0 0,0 0 0,0 2 0,1-1 0,-19 15 0,14-8 0,0 1 0,1 1 0,1 1 0,1 0 0,0 1 0,1 0 0,1 1 0,0 1 0,2 0 0,0 0 0,-14 40 0,20-46 0,1 0 0,0 0 0,1 1 0,0 0 0,1-1 0,0 1 0,1 0 0,4 24 0,-2-28 0,0 0 0,1 0 0,0 0 0,1 0 0,0 0 0,1-1 0,0 0 0,0 0 0,1 0 0,0 0 0,1-1 0,10 11 0,-7-10-124,1 0 0,-1-1 0,2-1 0,-1 0 0,1 0 0,0-1-1,1-1 1,-1 0 0,1 0 0,20 3 0,18 3-6702</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9.324"/>
    </inkml:context>
    <inkml:brush xml:id="br0">
      <inkml:brushProperty name="width" value="0.05" units="cm"/>
      <inkml:brushProperty name="height" value="0.05" units="cm"/>
      <inkml:brushProperty name="color" value="#FFFFFF"/>
    </inkml:brush>
  </inkml:definitions>
  <inkml:trace contextRef="#ctx0" brushRef="#br0">57 90 24575,'-7'-24'0,"6"19"0,0 0 0,0-1 0,-1 1 0,0 0 0,0 0 0,0 0 0,-1 0 0,0 0 0,0 1 0,-5-7 0,8 10 0,0 1 0,0 0 0,-1-1 0,1 1 0,0 0 0,0 0 0,0-1 0,-1 1 0,1 0 0,0 0 0,0 0 0,-1-1 0,1 1 0,0 0 0,-1 0 0,1 0 0,0 0 0,-1 0 0,1 0 0,0 0 0,-1 0 0,1-1 0,0 1 0,-1 0 0,1 0 0,0 0 0,-1 1 0,1-1 0,0 0 0,-1 0 0,1 0 0,0 0 0,-1 0 0,1 0 0,0 0 0,0 0 0,-1 1 0,1-1 0,0 0 0,-1 0 0,1 0 0,0 1 0,0-1 0,0 0 0,-1 0 0,1 1 0,0-1 0,0 0 0,0 1 0,-1-1 0,1 0 0,0 1 0,0-1 0,0 0 0,0 1 0,-5 20 0,5-21 0,-2 50 0,1 0 0,3 0 0,15 91 0,-1-11 0,-14-111 0,-2-10 0,0-1 0,1 0 0,0 1 0,0-1 0,1 0 0,0 0 0,1 0 0,4 11 0,-6-18 0,-1-1 0,0 0 0,0 1 0,0-1 0,0 0 0,1 1 0,-1-1 0,0 0 0,0 1 0,1-1 0,-1 0 0,0 0 0,1 1 0,-1-1 0,0 0 0,1 0 0,-1 0 0,0 1 0,1-1 0,-1 0 0,1 0 0,-1 0 0,0 0 0,1 0 0,-1 0 0,0 0 0,1 0 0,-1 0 0,1 0 0,-1 0 0,0 0 0,1 0 0,-1 0 0,1 0 0,-1 0 0,0 0 0,1 0 0,-1-1 0,0 1 0,1 0 0,-1 0 0,0 0 0,1-1 0,-1 1 0,0 0 0,1-1 0,-1 1 0,0 0 0,0 0 0,1-1 0,12-21 0,-12 19 0,53-115 0,-36 72 0,2 2 0,3 0 0,50-73 0,-68 110 0,1 0 0,0 0 0,1 1 0,-1 0 0,1 0 0,14-9 0,-19 14 0,-1 1 0,0-1 0,1 0 0,-1 0 0,1 1 0,0-1 0,-1 1 0,1-1 0,-1 1 0,1-1 0,0 1 0,-1 0 0,1 0 0,0 0 0,-1 0 0,1 0 0,-1 0 0,1 1 0,0-1 0,-1 0 0,1 1 0,-1 0 0,1-1 0,0 1 0,-1 0 0,0-1 0,1 1 0,-1 0 0,1 0 0,-1 0 0,0 0 0,0 1 0,0-1 0,0 0 0,0 0 0,0 1 0,0-1 0,0 1 0,0-1 0,0 1 0,-1-1 0,1 1 0,0 2 0,3 8 0,0 0 0,-1 0 0,-1 1 0,0-1 0,0 14 0,-1 68 0,-2-37 0,1-48 6,0 16 105,2 0 1,6 44-1,-6-62-211,-1-1-1,1 0 1,0 0 0,0 0 0,1 0-1,-1 0 1,1 0 0,1-1-1,-1 1 1,1-1 0,0 0-1,0 0 1,1 0 0,-1-1 0,1 1-1,6 3 1,10 4-6726</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29.760"/>
    </inkml:context>
    <inkml:brush xml:id="br0">
      <inkml:brushProperty name="width" value="0.05" units="cm"/>
      <inkml:brushProperty name="height" value="0.05" units="cm"/>
      <inkml:brushProperty name="color" value="#FFFFFF"/>
    </inkml:brush>
  </inkml:definitions>
  <inkml:trace contextRef="#ctx0" brushRef="#br0">276 129 24575,'2'-4'0,"0"0"0,-1 0 0,1 0 0,-1 0 0,0 0 0,0 0 0,0 0 0,-1 0 0,1 0 0,-1 0 0,0 0 0,0-1 0,-1 1 0,1 0 0,-1 0 0,0 0 0,0 0 0,0 0 0,0 0 0,-4-7 0,3 8 0,0 1 0,-1-1 0,1 0 0,0 1 0,-1-1 0,0 1 0,1 0 0,-1 0 0,0 0 0,0 0 0,0 0 0,-1 1 0,1-1 0,0 1 0,0 0 0,-1 0 0,1 0 0,-1 0 0,1 1 0,-1 0 0,1-1 0,-1 1 0,1 0 0,-7 1 0,-2 1 0,0 0 0,-1 1 0,1 1 0,0-1 0,1 2 0,-22 10 0,26-11 0,-1 0 0,1 1 0,0 0 0,0 0 0,0 1 0,1 0 0,0 0 0,0 0 0,0 1 0,-8 13 0,13-18 0,0 0 0,0 0 0,0 0 0,0 0 0,0 0 0,1 0 0,-1 1 0,1-1 0,-1 0 0,1 0 0,0 1 0,0-1 0,0 0 0,0 1 0,0-1 0,0 0 0,1 3 0,0-3 0,0 0 0,0 0 0,0-1 0,0 1 0,0 0 0,0-1 0,0 1 0,1-1 0,-1 0 0,0 1 0,1-1 0,-1 0 0,1 0 0,0 0 0,-1 0 0,4 1 0,0 0 0,0 0 0,0-1 0,0 0 0,0 0 0,0 0 0,0 0 0,1-1 0,-1 0 0,0 0 0,0-1 0,0 1 0,0-1 0,1 0 0,4-2 0,-5 1 0,0-1 0,1 1 0,-2-1 0,9-6 0,9-5 0,-22 14 0,1-1 0,-1 1 0,1 0 0,-1 0 0,1 0 0,-1 0 0,1 0 0,-1-1 0,1 1 0,0 0 0,-1 0 0,1 1 0,-1-1 0,1 0 0,-1 0 0,1 0 0,-1 0 0,1 0 0,-1 0 0,1 1 0,-1-1 0,1 0 0,-1 1 0,1-1 0,-1 0 0,1 1 0,-1-1 0,1 0 0,-1 1 0,0-1 0,1 1 0,-1-1 0,0 0 0,0 1 0,1-1 0,-1 1 0,0-1 0,0 1 0,1-1 0,-1 1 0,0 0 0,0-1 0,0 1 0,0-1 0,0 2 0,4 30 0,-4-29 0,0 132 0,-19 149 0,7-149 0,8-86 0,1 9 0,-3 0 0,-21 91 0,26-144 0,-1 0 0,0 0 0,0-1 0,0 1 0,0-1 0,-1 1 0,-3 3 0,6-7 0,-1 0 0,1-1 0,-1 1 0,0 0 0,1-1 0,-1 1 0,0-1 0,1 1 0,-1-1 0,0 1 0,1-1 0,-1 1 0,0-1 0,0 0 0,0 1 0,0-1 0,1 0 0,-1 0 0,0 0 0,0 0 0,0 0 0,0 0 0,0 0 0,0 0 0,1 0 0,-1 0 0,0 0 0,0 0 0,0-1 0,0 1 0,1 0 0,-1-1 0,0 1 0,0 0 0,0-1 0,1 1 0,-1-1 0,0 1 0,1-1 0,-1 0 0,1 1 0,-1-1 0,0 0 0,1 1 0,-1-1 0,1 0 0,-1 0 0,-3-6 0,0 0 0,0 0 0,1 0 0,0 0 0,0 0 0,1-1 0,-1 1 0,2-1 0,-3-14 0,2-7 0,1-39 0,1 32-124,3 0 0,1-1 0,1 1 0,2 1 0,2-1 0,1 1-1,1 1 1,3 0 0,0 1 0,30-49 0,-10 33-6702</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0.117"/>
    </inkml:context>
    <inkml:brush xml:id="br0">
      <inkml:brushProperty name="width" value="0.05" units="cm"/>
      <inkml:brushProperty name="height" value="0.05" units="cm"/>
      <inkml:brushProperty name="color" value="#FFFFFF"/>
    </inkml:brush>
  </inkml:definitions>
  <inkml:trace contextRef="#ctx0" brushRef="#br0">178 292 24575,'-12'-1'0,"22"-1"0,7-3 0,-8 2 0,-1-2 0,0 1 0,0-1 0,-1 0 0,1-1 0,-1 1 0,0-2 0,-1 1 0,1-1 0,-1 0 0,0 0 0,-1 0 0,0-1 0,0 0 0,6-15 0,-9 18 0,0-1 0,0 0 0,0 0 0,-1 0 0,0 0 0,0-1 0,0 1 0,-1 0 0,0 0 0,-1-11 0,0 12 0,0 1 0,0-1 0,0 1 0,-1-1 0,0 1 0,0 0 0,0 0 0,-1 0 0,1 0 0,-1 0 0,0 0 0,0 1 0,0-1 0,0 1 0,-6-4 0,6 4 0,-1 0 0,0 0 0,1 1 0,-1 0 0,0 0 0,0 0 0,0 0 0,-1 0 0,1 1 0,0 0 0,0 0 0,-1 0 0,1 1 0,-1-1 0,1 1 0,-1 0 0,1 0 0,-1 1 0,1-1 0,-1 1 0,1 0 0,0 0 0,-1 0 0,1 1 0,0 0 0,0-1 0,0 2 0,-6 3 0,0 1 0,0 1 0,1 0 0,0 0 0,1 1 0,0 0 0,0 0 0,1 1 0,0 0 0,-8 17 0,5-8 0,1 0 0,1 1 0,1 0 0,1 0 0,1 1 0,0 0 0,2 0 0,0 0 0,1 34 0,2-46 0,1 1 0,0 0 0,0-1 0,1 1 0,0-1 0,0 0 0,1 0 0,1 0 0,-1 0 0,1 0 0,1-1 0,0 1 0,0-1 0,0 0 0,1-1 0,1 1 0,-1-1 0,1-1 0,0 1 0,0-1 0,1 0 0,0-1 0,12 7 0,23 5-1365,-1-6-5461</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0.415"/>
    </inkml:context>
    <inkml:brush xml:id="br0">
      <inkml:brushProperty name="width" value="0.05" units="cm"/>
      <inkml:brushProperty name="height" value="0.05" units="cm"/>
      <inkml:brushProperty name="color" value="#FFFFFF"/>
    </inkml:brush>
  </inkml:definitions>
  <inkml:trace contextRef="#ctx0" brushRef="#br0">1 88 24575,'4'48'0,"2"0"0,18 69 0,-16-82 0,18 70 0,8 36 0,-34-140 0,1 1 0,-1 0 0,0-1 0,0 1 0,0 0 0,0-1 0,0 1 0,0 0 0,-1-1 0,1 1 0,-1-1 0,1 1 0,-2 2 0,2-4 0,0 1 0,0-1 0,0 0 0,0 0 0,-1 0 0,1 0 0,0 1 0,0-1 0,0 0 0,0 0 0,-1 0 0,1 0 0,0 0 0,0 0 0,0 0 0,-1 1 0,1-1 0,0 0 0,0 0 0,0 0 0,-1 0 0,1 0 0,0 0 0,0 0 0,-1 0 0,1 0 0,0 0 0,0 0 0,0 0 0,-1 0 0,1 0 0,0-1 0,-1 1 0,-8-11 0,4 1 0,1-1 0,0 1 0,1 0 0,0-1 0,1 0 0,0 0 0,1 0 0,-1-18 0,3-8 0,6-44 0,-3 43 0,3 0 0,17-56 0,-18 76 0,0-1 0,2 1 0,0 1 0,2-1 0,-1 2 0,23-29 0,-28 40 0,0 0 0,1 1 0,0-1 0,0 1 0,0 0 0,0 0 0,7-3 0,-10 6 0,0 0 0,0 0 0,0 0 0,1 1 0,-1-1 0,0 0 0,0 1 0,0 0 0,1 0 0,-1-1 0,0 1 0,0 1 0,0-1 0,1 0 0,-1 0 0,0 1 0,0-1 0,0 1 0,0 0 0,0 0 0,0 0 0,0 0 0,4 2 0,-1 2-105,-1-1 0,1 1 0,-1 1 0,0-1 0,0 0 0,-1 1 0,0 0 0,0 0 0,0 0 0,0 0 0,-1 0 0,1 8 0,12 39-6721</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0.916"/>
    </inkml:context>
    <inkml:brush xml:id="br0">
      <inkml:brushProperty name="width" value="0.05" units="cm"/>
      <inkml:brushProperty name="height" value="0.05" units="cm"/>
      <inkml:brushProperty name="color" value="#FFFFFF"/>
    </inkml:brush>
  </inkml:definitions>
  <inkml:trace contextRef="#ctx0" brushRef="#br0">57 431 24575,'0'-10'0,"-1"-20"0,2-1 0,1 0 0,7-33 0,-7 60 0,-1 17 0,-4 24 0,-17 112 0,-27 299 0,48-423 0,-2-25 0,1 0 0,0 0 0,0 0 0,0 1 0,0-1 0,0 0 0,0 0 0,0 0 0,0 0 0,0 0 0,0 0 0,0 0 0,0 1 0,0-1 0,0 0 0,0 0 0,0 0 0,0 0 0,0 0 0,0 1 0,0-1 0,0 0 0,0 0 0,0 0 0,0 0 0,0 0 0,0 0 0,0 0 0,0 1 0,0-1 0,0 0 0,0 0 0,0 0 0,0 0 0,0 0 0,1 0 0,-1 0 0,0 0 0,0 1 0,0-1 0,0 0 0,0 0 0,0 0 0,0 0 0,1 0 0,-1 0 0,0 0 0,0 0 0,0 0 0,0 0 0,0 0 0,0 0 0,1 0 0,-1 0 0,0 0 0,0 0 0,0 0 0,0 0 0,0 0 0,0 0 0,1 0 0,-1 0 0,6-11 0,3-19 0,46-221 0,70-264 0,-118 494 0,0-1 0,20-41 0,-26 61 0,0 1 0,0-1 0,0 1 0,0-1 0,0 0 0,0 1 0,0 0 0,0-1 0,1 1 0,-1 0 0,1 0 0,-1-1 0,1 1 0,-1 0 0,1 0 0,0 1 0,-1-1 0,4-1 0,-4 2 0,0 1 0,1-1 0,-1 0 0,0 1 0,1-1 0,-1 0 0,0 1 0,1 0 0,-1-1 0,0 1 0,0 0 0,1-1 0,-1 1 0,0 0 0,0 0 0,0 0 0,0 0 0,0 0 0,0 0 0,-1 1 0,1-1 0,0 0 0,-1 0 0,2 3 0,6 10 0,-1 1 0,-1 0 0,0 0 0,6 26 0,9 71 0,-16-81 0,23 154-682,5 200-1,-31-337-6143</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2.273"/>
    </inkml:context>
    <inkml:brush xml:id="br0">
      <inkml:brushProperty name="width" value="0.05" units="cm"/>
      <inkml:brushProperty name="height" value="0.05" units="cm"/>
      <inkml:brushProperty name="color" value="#FFFFFF"/>
    </inkml:brush>
  </inkml:definitions>
  <inkml:trace contextRef="#ctx0" brushRef="#br0">29 624 24575,'-4'-9'0,"-1"0"0,1-1 0,1 1 0,0-1 0,0 0 0,1 0 0,0 0 0,0-15 0,2 23 0,1 0 0,-1 0 0,1 0 0,0 0 0,-1 0 0,1 0 0,0 0 0,0 0 0,1 0 0,-1 0 0,0 1 0,0-1 0,1 0 0,-1 1 0,1-1 0,0 1 0,-1 0 0,1-1 0,0 1 0,3-2 0,5-1 0,-1-1 0,1 2 0,11-4 0,-12 4 0,313-86 0,-160 46 0,-149 40 0,-5 0 0,0 1 0,1 0 0,-1 0 0,0 1 0,12 0 0,-18 1 0,-1 0 0,1 0 0,0 0 0,0 0 0,-1 1 0,1-1 0,0 1 0,-1-1 0,1 1 0,0 0 0,-1 0 0,1-1 0,-1 1 0,0 0 0,1 0 0,-1 1 0,0-1 0,1 0 0,-1 0 0,0 1 0,0-1 0,0 0 0,0 1 0,0-1 0,0 1 0,-1 0 0,1-1 0,0 1 0,-1-1 0,1 1 0,-1 3 0,4 24 0,-1 0 0,-2 0 0,-4 44 0,1-17 0,1 23 0,0 157 0,2-227 0,0 25 0,-1-32 0,1 0 0,-1 0 0,0 0 0,0-1 0,1 1 0,-1 0 0,1 0 0,0 0 0,0-1 0,-1 1 0,1-1 0,2 4 0,-2-7 0,0 1 0,0-1 0,-1 0 0,1 1 0,-1-1 0,1 0 0,-1 0 0,0 1 0,1-1 0,-1-2 0,8-151 0,11-101 0,-14 219 0,19-98 0,-18 107 0,2 0 0,17-43 0,-23 66 0,1 0 0,-1 0 0,1 1 0,0-1 0,0 1 0,0 0 0,0-1 0,5-2 0,-6 5 0,-1 1 0,1 0 0,-1 0 0,1 0 0,0 0 0,0 0 0,0 0 0,-1 1 0,1-1 0,0 0 0,0 1 0,0 0 0,0-1 0,0 1 0,0 0 0,0 0 0,0 0 0,0 0 0,0 1 0,0-1 0,0 0 0,0 1 0,4 1 0,2 2 0,1 1 0,-1-1 0,1 2 0,-2-1 0,1 1 0,0 1 0,-1-1 0,8 10 0,2 5 0,27 38 0,-35-45 0,0 0 0,-2 1 0,1 0 0,-2 1 0,0 0 0,-1 0 0,0 0 0,-2 0 0,4 30 0,-6-33 0,-1-1 0,-1 1 0,0-1 0,0 1 0,-1-1 0,-1 0 0,0 0 0,-1 0 0,0 0 0,-1 0 0,0-1 0,-1 0 0,-11 18 0,16-28 0,1 0 0,-1 0 0,1 0 0,-1 0 0,0 0 0,0 0 0,1 0 0,-1 0 0,0 0 0,0 0 0,0 0 0,0-1 0,0 1 0,0 0 0,0-1 0,0 1 0,-1-1 0,-1 1 0,3-1 0,-1 0 0,1-1 0,-1 1 0,1 0 0,-1-1 0,1 1 0,0-1 0,-1 1 0,1-1 0,0 1 0,-1-1 0,1 1 0,0-1 0,-1 1 0,1-1 0,0 1 0,0-1 0,0 1 0,0-1 0,-1 0 0,1 1 0,0-1 0,0 1 0,0-1 0,0-1 0,0-7 0,0 0 0,1-1 0,2-13 0,10-36 0,3 2 0,2 0 0,3 1 0,2 1 0,35-62 0,-55 113 0,-1 0 0,1 0 0,0 1 0,0-1 0,0 1 0,0 0 0,1 0 0,-1 0 0,1 0 0,0 1 0,0-1 0,0 1 0,0 0 0,0 0 0,7-1 0,-8 2 0,0 0 0,0 0 0,0 1 0,0 0 0,1 0 0,-1 0 0,0 0 0,0 0 0,0 0 0,0 1 0,0-1 0,0 1 0,0 0 0,0 0 0,0 0 0,0 1 0,0-1 0,0 1 0,-1-1 0,1 1 0,0 0 0,-1 0 0,3 3 0,-2-1 0,-1-1 0,1 1 0,-1 0 0,0 0 0,0 0 0,0 1 0,-1-1 0,1 0 0,0 6 0,0-4 0,-1 1 0,2-1 0,-1-1 0,5 9 0,-2-4 0,0-1 0,0 1 0,-1 0 0,-1 1 0,1-1 0,-2 1 0,1-1 0,0 16 0,-1 9 0,-2 44 0,-1-34 0,-22 224 0,8-136 0,16-116 0,-1-17 0,0 0 0,0 0 0,0 0 0,1 0 0,-1 1 0,0-1 0,0 0 0,0 0 0,0 0 0,0 0 0,0 0 0,0 0 0,1 0 0,-1 0 0,0 0 0,0 0 0,0 0 0,0 0 0,0 0 0,1 0 0,-1 0 0,0 0 0,0 0 0,0 0 0,0 0 0,0 0 0,0 0 0,1 0 0,-1 0 0,0 0 0,0 0 0,0 0 0,0 0 0,0 0 0,0 0 0,1 0 0,-1-1 0,0 1 0,0 0 0,0 0 0,0 0 0,0 0 0,0 0 0,0 0 0,0 0 0,0-1 0,0 1 0,1 0 0,-1 0 0,13-27 0,-3-14 0,-2-1 0,-2 0 0,1-84 0,-6 104 0,2-237 0,-3 66 0,1 189 0,-1-24 0,8-49 0,-7 70 0,0 1 0,1-1 0,0 0 0,0 0 0,0 1 0,1-1 0,0 1 0,1 0 0,-1 0 0,1 0 0,0 0 0,8-7 0,-10 11 0,0 0 0,0 1 0,0 0 0,0-1 0,0 1 0,0 0 0,1 0 0,-1 0 0,0 1 0,1-1 0,-1 0 0,0 1 0,1 0 0,-1-1 0,1 1 0,-1 0 0,1 0 0,-1 0 0,1 1 0,-1-1 0,0 1 0,1-1 0,-1 1 0,0 0 0,1 0 0,-1 0 0,0 0 0,0 0 0,0 0 0,0 1 0,3 1 0,4 4 0,-1 0 0,1 0 0,-1 1 0,0 0 0,9 14 0,-1-1 0,-1 2 0,-1-1 0,-2 1 0,19 44 0,-28-57 0,1-1 0,-1 1 0,-1 0 0,0 0 0,0 0 0,-1 0 0,0 0 0,-1 0 0,0 0 0,0 1 0,-1-1 0,-1 0 0,0 0 0,0 0 0,-5 14 0,4-19-52,0 1-1,-1-1 1,0 0-1,1 0 1,-1 0-1,-1-1 1,1 0-1,-1 1 1,0-1-1,0-1 1,0 1-1,0-1 1,-1 0-1,1 0 1,-1 0-1,0-1 1,1 0-1,-1 0 1,0-1-1,-1 1 0,1-1 1,0-1-1,0 1 1,0-1-1,-10-1 1,-12-1-6774</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3.028"/>
    </inkml:context>
    <inkml:brush xml:id="br0">
      <inkml:brushProperty name="width" value="0.05" units="cm"/>
      <inkml:brushProperty name="height" value="0.05" units="cm"/>
      <inkml:brushProperty name="color" value="#FFFFFF"/>
    </inkml:brush>
  </inkml:definitions>
  <inkml:trace contextRef="#ctx0" brushRef="#br0">191 286 24575,'0'0'0,"-1"0"0,1 0 0,-1 1 0,0-1 0,1 0 0,-1 0 0,1 1 0,-1-1 0,0 0 0,1 1 0,-1-1 0,1 1 0,-1-1 0,1 1 0,0-1 0,-1 1 0,1-1 0,-1 1 0,1-1 0,0 1 0,0-1 0,-1 1 0,1 1 0,-7 17 0,5-12 0,-22 76 0,-23 66 0,-35 56 0,80-202 0,1 1 0,-1-1 0,0 0 0,1 1 0,-2-1 0,-3 5 0,6-12 0,0 1 0,-1 0 0,2 0 0,-1-1 0,0 1 0,1 0 0,-1 0 0,2-4 0,72-212 0,-30 91 0,-22 62 0,59-163 0,-77 221 0,22-50 0,-23 54 0,-1 0 0,1 0 0,-1 1 0,1-1 0,0 1 0,1-1 0,-1 1 0,0 0 0,1 0 0,7-5 0,-9 8 0,-1-1 0,0 1 0,0-1 0,1 1 0,-1 0 0,0-1 0,1 1 0,-1 0 0,0 0 0,1 0 0,-1 0 0,1 0 0,-1 0 0,0 0 0,1 1 0,-1-1 0,0 0 0,0 1 0,3 0 0,-1 1 0,0 0 0,0 0 0,0 0 0,0 0 0,-1 1 0,1-1 0,3 5 0,2 5 0,0-1 0,12 25 0,-20-34 0,33 74 0,42 148 0,-67-198 0,3 13-682,11 75-1,-18-74-6143</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3.493"/>
    </inkml:context>
    <inkml:brush xml:id="br0">
      <inkml:brushProperty name="width" value="0.05" units="cm"/>
      <inkml:brushProperty name="height" value="0.05" units="cm"/>
      <inkml:brushProperty name="color" value="#FFFFFF"/>
    </inkml:brush>
  </inkml:definitions>
  <inkml:trace contextRef="#ctx0" brushRef="#br0">27 178 24575,'-2'-2'0,"-1"-1"0,1 1 0,0-1 0,0 0 0,0 1 0,0-1 0,0 0 0,1-1 0,-1 1 0,1 0 0,0 0 0,-1-1 0,2 1 0,-1 0 0,0-1 0,1 1 0,-1-6 0,2 6 0,-1 0 0,0 1 0,1-1 0,0 1 0,-1-1 0,1 1 0,0-1 0,0 1 0,0 0 0,1-1 0,-1 1 0,1 0 0,-1 0 0,1 0 0,0 0 0,0 0 0,-1 0 0,1 0 0,1 1 0,-1-1 0,0 1 0,0 0 0,4-2 0,25-9 0,0 1 0,1 1 0,1 2 0,41-5 0,-56 10 0,0 0 0,0 0 0,0 1 0,1 1 0,-1 1 0,30 3 0,-42-2 0,0 0 0,0 1 0,0-1 0,0 1 0,-1 0 0,1 1 0,-1-1 0,0 1 0,1 0 0,-1 0 0,0 1 0,-1 0 0,1-1 0,-1 2 0,0-1 0,1 0 0,-2 1 0,1 0 0,-1 0 0,1 0 0,1 6 0,0 1 0,-1-1 0,0 1 0,-1 1 0,0-1 0,-1 0 0,1 21 0,-3 0 0,-3 43 0,2-75 0,-4 40 0,4-38 0,1-1 0,-1 0 0,1 0 0,-1 0 0,0 0 0,0 0 0,0 0 0,0 0 0,0 0 0,0-1 0,0 1 0,0 0 0,-1 0 0,1-1 0,-4 3 0,5-4 0,0 0 0,-1 0 0,1 0 0,0 0 0,-1 0 0,1 0 0,0 0 0,-1 0 0,1 0 0,0 0 0,-1 0 0,1 0 0,0 0 0,-1 0 0,1 0 0,0 0 0,-1-1 0,1 1 0,0 0 0,0 0 0,-1 0 0,1 0 0,0-1 0,0 1 0,-1 0 0,1 0 0,0-1 0,0 1 0,-1 0 0,1 0 0,0-1 0,0 1 0,0 0 0,0-1 0,0 1 0,-1 0 0,1-1 0,0 1 0,0 0 0,0-1 0,0 1 0,0 0 0,0-1 0,0 1 0,0 0 0,0-1 0,0 1 0,0-1 0,0-18 0,5-8 0,1 1 0,2 0 0,0 0 0,2 1 0,0 0 0,2 0 0,1 2 0,1-1 0,28-35 0,-37 53 0,0 0 0,0 1 0,1-1 0,0 1 0,0 1 0,0-1 0,10-5 0,-13 9 0,-1 0 0,0 0 0,1 0 0,-1 0 0,1 0 0,-1 0 0,1 1 0,-1 0 0,1-1 0,-1 1 0,1 0 0,-1 0 0,1 0 0,0 1 0,-1-1 0,1 1 0,-1-1 0,1 1 0,-1 0 0,0 0 0,1 0 0,-1 0 0,0 0 0,0 0 0,1 1 0,1 1 0,4 5 0,-1 0 0,1 0 0,-2 1 0,1 0 0,-1 0 0,-1 0 0,1 1 0,-2-1 0,8 21 0,-2 3 0,11 61 0,-15-60-1365,-2-5-5461</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3.957"/>
    </inkml:context>
    <inkml:brush xml:id="br0">
      <inkml:brushProperty name="width" value="0.05" units="cm"/>
      <inkml:brushProperty name="height" value="0.05" units="cm"/>
      <inkml:brushProperty name="color" value="#FFFFFF"/>
    </inkml:brush>
  </inkml:definitions>
  <inkml:trace contextRef="#ctx0" brushRef="#br0">256 466 24575,'0'-8'0,"0"1"0,-1 0 0,0-1 0,0 1 0,-1 0 0,0 0 0,0 0 0,0 0 0,-1 0 0,-6-11 0,6 14 0,0-1 0,0 1 0,0 0 0,-1 1 0,0-1 0,0 0 0,0 1 0,0 0 0,0 0 0,0 0 0,-1 1 0,0-1 0,1 1 0,-1 0 0,-10-2 0,10 3 0,0 0 0,0 1 0,0-1 0,0 1 0,0 0 0,0 1 0,0-1 0,0 1 0,0 0 0,0 0 0,0 1 0,0-1 0,1 1 0,-1 0 0,1 0 0,-1 1 0,1 0 0,0-1 0,0 1 0,0 1 0,0-1 0,0 0 0,1 1 0,-1 0 0,1 0 0,-5 8 0,4-5 0,0-1 0,0 1 0,0 0 0,1 1 0,0-1 0,1 0 0,-1 1 0,1 0 0,1-1 0,0 1 0,0 0 0,0 0 0,1 0 0,0 0 0,1 0 0,2 13 0,-3-18 0,1 0 0,0 0 0,0 0 0,1 0 0,-1-1 0,0 1 0,1 0 0,0-1 0,-1 0 0,1 1 0,0-1 0,0 0 0,1 0 0,-1 0 0,0 0 0,1 0 0,4 2 0,-3-2 0,1 0 0,-1 0 0,1-1 0,0 0 0,0 0 0,-1 0 0,1 0 0,0-1 0,0 0 0,6 0 0,2-2 0,0 0 0,0 0 0,0-2 0,-1 1 0,1-1 0,-1-1 0,15-8 0,-15 6 0,-1-1 0,-1 0 0,1-1 0,-2 0 0,1-1 0,-1 0 0,0 0 0,-1-1 0,0 0 0,-1 0 0,-1-1 0,1 0 0,-2 0 0,9-25 0,-6 10 0,-1 0 0,-1-1 0,-1 0 0,-1 0 0,-2 0 0,-1-32 0,-1 48 0,0-1 0,-1 0 0,0 0 0,-1 1 0,-1-1 0,0 1 0,-8-20 0,11 31 0,0 0 0,-1 0 0,1 0 0,0 1 0,-1-1 0,1 0 0,-1 0 0,1 0 0,-1 1 0,1-1 0,-1 0 0,1 0 0,-1 1 0,0-1 0,1 1 0,-1-1 0,0 1 0,0-1 0,1 1 0,-1-1 0,0 1 0,0-1 0,0 1 0,0 0 0,0 0 0,1-1 0,-3 1 0,2 1 0,-1-1 0,1 1 0,0-1 0,0 1 0,0 0 0,0 0 0,0 0 0,0 0 0,0 0 0,0 0 0,0 0 0,0 0 0,1 0 0,-1 0 0,0 0 0,0 2 0,-5 10 0,1-1 0,-6 24 0,10-33 0,-6 24-97,1 1-1,1 0 1,1 0-1,1 0 1,2 1-1,1-1 1,1 0-1,2 1 1,0-1-1,2 0 1,1 0-1,1-1 0,11 27 1,-1-17-6729</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4.272"/>
    </inkml:context>
    <inkml:brush xml:id="br0">
      <inkml:brushProperty name="width" value="0.05" units="cm"/>
      <inkml:brushProperty name="height" value="0.05" units="cm"/>
      <inkml:brushProperty name="color" value="#FFFFFF"/>
    </inkml:brush>
  </inkml:definitions>
  <inkml:trace contextRef="#ctx0" brushRef="#br0">10 110 24575,'-1'-3'0,"-1"0"0,1 0 0,0 0 0,0 0 0,0 0 0,0-1 0,1 1 0,-1 0 0,1 0 0,0-1 0,0 1 0,1-7 0,-1 10 0,0-1 0,0 0 0,0 0 0,1 0 0,-1 1 0,0-1 0,1 0 0,-1 0 0,1 1 0,-1-1 0,1 0 0,-1 1 0,1-1 0,0 1 0,-1-1 0,1 0 0,0 1 0,-1-1 0,1 1 0,1-1 0,0 1 0,-1-1 0,1 1 0,-1 0 0,1 0 0,0 0 0,-1 0 0,1 0 0,-1 0 0,1 0 0,0 0 0,-1 1 0,1-1 0,-1 1 0,4 1 0,4 2 0,0 1 0,-1 0 0,1 0 0,-1 1 0,0 0 0,0 1 0,-1 0 0,0 0 0,8 11 0,-2-1 0,0 1 0,-1 0 0,12 25 0,-19-33 0,-1 1 0,0 0 0,0 0 0,2 14 0,-6-21 0,1 0 0,-1 0 0,0-1 0,0 1 0,0 0 0,0 0 0,-2 5 0,2-7 0,0-1 0,-1 1 0,1-1 0,-1 0 0,0 1 0,1-1 0,-1 0 0,0 0 0,0 1 0,0-1 0,0 0 0,0 0 0,0 0 0,0 0 0,0 0 0,0 0 0,-1 0 0,1 0 0,-2 0 0,2-1 0,0 1 0,1-1 0,-1 0 0,0 1 0,0-1 0,0 0 0,0 0 0,0 0 0,0 0 0,0 0 0,1 0 0,-1 0 0,0 0 0,0 0 0,0 0 0,0 0 0,0-1 0,0 1 0,1 0 0,-1-1 0,0 1 0,0-1 0,-1 0 0,0 0 0,1-1 0,-1 1 0,0-1 0,1 0 0,0 0 0,-1 0 0,1 0 0,0 0 0,-1-2 0,-1-3 0,0 0 0,1 0 0,0 0 0,0 0 0,0-8 0,1 5 23,2 0 0,-1 0 0,1 0-1,1 0 1,0 0 0,0 0 0,1 0-1,0 1 1,1-1 0,0 1 0,1 0-1,0 0 1,0 0 0,9-11 0,-6 9-179,1 1 1,0-1 0,0 2 0,1-1 0,0 1 0,1 1 0,0 0-1,0 0 1,1 1 0,15-7 0,10 2-6671</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4.785"/>
    </inkml:context>
    <inkml:brush xml:id="br0">
      <inkml:brushProperty name="width" value="0.05" units="cm"/>
      <inkml:brushProperty name="height" value="0.05" units="cm"/>
      <inkml:brushProperty name="color" value="#FFFFFF"/>
    </inkml:brush>
  </inkml:definitions>
  <inkml:trace contextRef="#ctx0" brushRef="#br0">142 74 24575,'-6'0'0,"0"0"0,0 1 0,0-1 0,0 1 0,0 0 0,0 0 0,0 1 0,0 0 0,-9 4 0,11-3 0,0 0 0,0 0 0,0 0 0,1 0 0,-1 1 0,1-1 0,0 1 0,0 0 0,0 0 0,1 0 0,-1 1 0,-2 5 0,0 1 0,1 0 0,-1 1 0,2 0 0,0-1 0,0 1 0,1 0 0,1 0 0,0 0 0,0 16 0,1-24 0,1 0 0,-1-1 0,0 1 0,1 0 0,0 0 0,0 0 0,0 0 0,0-1 0,1 1 0,-1 0 0,1-1 0,0 0 0,0 1 0,0-1 0,1 0 0,-1 0 0,1 0 0,0 0 0,0 0 0,0-1 0,0 0 0,0 1 0,0-1 0,1 0 0,-1 0 0,1-1 0,-1 1 0,1-1 0,0 0 0,-1 1 0,9 0 0,-5-2 0,1 0 0,-1 0 0,1-1 0,-1 1 0,0-2 0,1 1 0,-1-1 0,0 0 0,0 0 0,0-1 0,0 0 0,-1-1 0,1 1 0,-1-1 0,7-5 0,-6 4 0,1-1 0,-1 0 0,0-1 0,0 1 0,-1-2 0,0 1 0,0 0 0,-1-1 0,0 0 0,0-1 0,5-11 0,-8 11 0,0 0 0,0 0 0,0 0 0,-1 0 0,-1 0 0,1 0 0,-1 0 0,-1 0 0,0 0 0,0 0 0,-1 0 0,0 0 0,-6-14 0,6 17 0,0 0 0,0 1 0,-1 0 0,0-1 0,0 1 0,0 0 0,0 1 0,-1-1 0,0 1 0,0-1 0,0 1 0,-1 0 0,0 1 0,1-1 0,-1 1 0,0 0 0,0 0 0,-1 0 0,1 1 0,-1 0 0,-10-3 0,13 5 0,0-1 0,0 1 0,0 0 0,0 1 0,0-1 0,0 0 0,0 1 0,0 0 0,0 0 0,0 0 0,0 0 0,0 0 0,-3 2 0,5-3 0,0 1 0,0 0 0,0-1 0,0 1 0,0 0 0,1-1 0,-1 1 0,0 0 0,0 0 0,0 0 0,1 0 0,-1 0 0,0 0 0,1 0 0,-1 0 0,1 0 0,-1 0 0,1 0 0,-1 0 0,1 0 0,0 0 0,0 1 0,-1-1 0,1 0 0,0 0 0,0 0 0,0 0 0,0 1 0,1-1 0,-1 0 0,0 0 0,0 0 0,1 0 0,-1 1 0,1 0 0,1 0 0,-1 0 0,0 0 0,1-1 0,0 1 0,-1-1 0,1 1 0,0-1 0,0 1 0,-1-1 0,1 0 0,0 0 0,0 0 0,0 0 0,1 0 0,-1-1 0,0 1 0,4 0 0,43 5 0,-43-6 0,15 2 0,1-1 0,-1-1 0,1-1 0,-1-1 0,0-1 0,34-9 0,-54 12 0,0-1 0,0 1 0,0-1 0,-1 1 0,1 0 0,0 0 0,0-1 0,0 1 0,0 0 0,0 0 0,0 0 0,0 0 0,0 0 0,0 0 0,0 0 0,0 0 0,0 1 0,0-1 0,-1 0 0,1 1 0,0-1 0,0 0 0,0 1 0,0-1 0,-1 1 0,1-1 0,0 1 0,0 0 0,1 0 0,-1 2 0,0 0 0,0 0 0,0-1 0,0 1 0,0 0 0,0 0 0,0 6 0,1 2 0,32 183-1365,-30-169-5461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4.907"/>
    </inkml:context>
    <inkml:brush xml:id="br0">
      <inkml:brushProperty name="width" value="0.05" units="cm"/>
      <inkml:brushProperty name="height" value="0.05" units="cm"/>
      <inkml:brushProperty name="color" value="#FFFFFF"/>
    </inkml:brush>
  </inkml:definitions>
  <inkml:trace contextRef="#ctx0" brushRef="#br0">3 1 24575,'-3'0'0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5.297"/>
    </inkml:context>
    <inkml:brush xml:id="br0">
      <inkml:brushProperty name="width" value="0.05" units="cm"/>
      <inkml:brushProperty name="height" value="0.05" units="cm"/>
      <inkml:brushProperty name="color" value="#FFFFFF"/>
    </inkml:brush>
  </inkml:definitions>
  <inkml:trace contextRef="#ctx0" brushRef="#br0">122 141 24575,'2'0'0,"0"-1"0,0 1 0,-1-1 0,1 0 0,0 0 0,-1 0 0,1 0 0,0 0 0,-1 0 0,1 0 0,-1 0 0,0-1 0,1 1 0,-1-1 0,0 1 0,0-1 0,0 1 0,0-1 0,0 0 0,0 1 0,1-3 0,14-39 0,-15 38 0,0 1 0,0-1 0,0 1 0,-1-1 0,1 1 0,-1-1 0,0 1 0,-1-1 0,0-4 0,1 8 0,0 0 0,-1 0 0,1 0 0,-1 0 0,1 0 0,-1 0 0,0 0 0,1 0 0,-1 0 0,0 0 0,1 0 0,-1 1 0,0-1 0,0 0 0,0 0 0,0 1 0,0-1 0,0 1 0,0-1 0,0 1 0,0-1 0,0 1 0,0 0 0,0-1 0,0 1 0,0 0 0,0 0 0,0 0 0,0 0 0,-1 0 0,1 0 0,0 0 0,0 0 0,0 0 0,0 0 0,0 1 0,0-1 0,0 0 0,0 1 0,0-1 0,-1 2 0,-9 1 0,2 1 0,-1 1 0,0-1 0,1 2 0,0-1 0,0 2 0,0-1 0,1 1 0,0 0 0,1 1 0,-1-1 0,1 2 0,-7 10 0,13-17 0,0 1 0,0-1 0,0 0 0,0 1 0,1-1 0,-1 0 0,1 1 0,-1-1 0,1 1 0,0-1 0,0 1 0,0-1 0,1 1 0,-1-1 0,0 1 0,2 2 0,0 0 0,-1-1 0,1 0 0,1 0 0,-1 0 0,1 0 0,-1 0 0,1-1 0,4 5 0,6 4 0,1 0 0,0-1 0,24 14 0,-31-21 0,28 17 0,-15-11 0,30 24 0,-45-31 0,-1 0 0,0 1 0,0 0 0,-1 0 0,1 0 0,-1 0 0,0 0 0,0 1 0,0-1 0,0 1 0,-1 0 0,3 6 0,-5-9 0,0 0 0,0 0 0,0 0 0,0 0 0,0-1 0,0 1 0,0 0 0,0 0 0,-1 0 0,1 0 0,-1-1 0,1 1 0,-1 0 0,0-1 0,0 1 0,0 0 0,0-1 0,0 1 0,0-1 0,0 1 0,0-1 0,0 0 0,-1 1 0,1-1 0,-1 0 0,1 0 0,-1 0 0,1 0 0,-1 0 0,-2 1 0,-4 2 0,0-1 0,0 1 0,-1-1 0,-15 3 0,6-2-227,0-2-1,0 0 1,1-1-1,-1 0 1,-30-4-1,23-1-6598</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5.513"/>
    </inkml:context>
    <inkml:brush xml:id="br0">
      <inkml:brushProperty name="width" value="0.05" units="cm"/>
      <inkml:brushProperty name="height" value="0.05" units="cm"/>
      <inkml:brushProperty name="color" value="#FFFFFF"/>
    </inkml:brush>
  </inkml:definitions>
  <inkml:trace contextRef="#ctx0" brushRef="#br0">363 0 24575,'-12'19'0,"1"-1"0,-2-1 0,-15 17 0,-5 7 0,1 4 0,1 2 0,3 1 0,1 1 0,3 1 0,2 2 0,2 0 0,-25 108 0,15-3-1365,24-121-5461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5.791"/>
    </inkml:context>
    <inkml:brush xml:id="br0">
      <inkml:brushProperty name="width" value="0.05" units="cm"/>
      <inkml:brushProperty name="height" value="0.05" units="cm"/>
      <inkml:brushProperty name="color" value="#FFFFFF"/>
    </inkml:brush>
  </inkml:definitions>
  <inkml:trace contextRef="#ctx0" brushRef="#br0">75 0 24575,'-22'46'0,"8"-4"0,3 0 0,1 1 0,2 0 0,3 0 0,1 1 0,3 87 0,2-125 57,-1-1 0,1 0 0,0 1 0,1-1 0,2 6 0,-4-10-99,0-1 0,0 1 1,1 0-1,-1 0 0,0-1 1,1 1-1,-1 0 1,0 0-1,1-1 0,-1 1 1,1 0-1,0-1 0,-1 1 1,1-1-1,-1 1 1,1-1-1,0 1 0,-1-1 1,1 1-1,0-1 0,0 0 1,-1 1-1,1-1 1,0 0-1,0 0 0,0 1 1,-1-1-1,1 0 0,0 0 1,0 0-1,0 0 1,0 0-1,-1 0 0,1 0 1,0 0-1,0-1 0,0 1 1,-1 0-1,1 0 1,1-1-1,7-5-6784</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6.117"/>
    </inkml:context>
    <inkml:brush xml:id="br0">
      <inkml:brushProperty name="width" value="0.05" units="cm"/>
      <inkml:brushProperty name="height" value="0.05" units="cm"/>
      <inkml:brushProperty name="color" value="#FFFFFF"/>
    </inkml:brush>
  </inkml:definitions>
  <inkml:trace contextRef="#ctx0" brushRef="#br0">43 37 24575,'-3'-3'0,"-5"-1"0,0-3 0,-2-1 0,1-1 0,4 4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6.804"/>
    </inkml:context>
    <inkml:brush xml:id="br0">
      <inkml:brushProperty name="width" value="0.05" units="cm"/>
      <inkml:brushProperty name="height" value="0.05" units="cm"/>
      <inkml:brushProperty name="color" value="#FFFFFF"/>
    </inkml:brush>
  </inkml:definitions>
  <inkml:trace contextRef="#ctx0" brushRef="#br0">148 160 24575,'0'-2'0,"-3"-27"0,3 29 0,0 0 0,0-1 0,-1 1 0,1-1 0,0 1 0,0 0 0,0-1 0,-1 1 0,1 0 0,0-1 0,-1 1 0,1 0 0,0 0 0,0-1 0,-1 1 0,1 0 0,-1 0 0,1-1 0,0 1 0,-1 0 0,1 0 0,0 0 0,-1 0 0,0 0 0,0 0 0,0 0 0,0 0 0,0 0 0,0 0 0,0 1 0,0-1 0,1 0 0,-1 1 0,0-1 0,0 1 0,0-1 0,1 1 0,-1-1 0,-1 2 0,-9 8 0,-1 0 0,2 1 0,-1 0 0,2 1 0,-1 0 0,-8 16 0,12-18 0,0 0 0,1 1 0,0 0 0,1 0 0,0 0 0,1 0 0,0 0 0,-2 19 0,5-27 0,0 1 0,0-1 0,0 0 0,0 0 0,1 1 0,-1-1 0,1 0 0,0 0 0,0 0 0,0 0 0,0 0 0,0 0 0,1 0 0,-1 0 0,1 0 0,0-1 0,4 5 0,-3-4 0,0 0 0,1 0 0,-1-1 0,1 1 0,0-1 0,0 0 0,0-1 0,0 1 0,0 0 0,0-1 0,8 1 0,-1 0 0,1-1 0,-1 0 0,1-1 0,-1 0 0,1-1 0,-1-1 0,1 0 0,-1 0 0,12-4 0,-14 2 0,0 1 0,0-1 0,0-1 0,-1 1 0,1-1 0,-1-1 0,0 0 0,-1 0 0,1 0 0,-1-1 0,7-9 0,-11 11 0,1 1 0,-1-1 0,-1 0 0,1 0 0,-1 0 0,0 0 0,0-1 0,0 1 0,-1 0 0,0-1 0,0 0 0,0 1 0,-1-1 0,1 1 0,-1-1 0,-1 0 0,1 1 0,-1-1 0,0 1 0,-3-10 0,0 4 0,-1 0 0,-1 0 0,0 1 0,0 0 0,-1 0 0,0 0 0,-1 1 0,0 0 0,-16-14 0,10 9 0,13 14 0,1 0 0,0 0 0,0 0 0,0-1 0,0 1 0,-1 0 0,1 0 0,0 0 0,0 0 0,0 0 0,0-1 0,0 1 0,-1 0 0,1 0 0,0 0 0,0-1 0,0 1 0,0 0 0,0 0 0,0 0 0,0-1 0,0 1 0,0 0 0,0 0 0,0 0 0,0-1 0,0 1 0,0 0 0,0 0 0,0 0 0,0-1 0,0 1 0,0 0 0,0 0 0,0 0 0,0-1 0,0 1 0,0 0 0,1 0 0,-1 0 0,0-1 0,0 1 0,0 0 0,0 0 0,14-4 0,23 4 0,-32 1 0,28 0 0,0 0 0,1-2 0,-1-2 0,0-1 0,41-10 0,-72 13 0,1 0 0,-1 0 0,1 0 0,-1 0 0,0 0 0,0 0 0,1-1 0,-1 1 0,0-1 0,0 1 0,0-1 0,-1 0 0,1 0 0,0 0 0,-1 0 0,3-3 0,-4 4 0,0 1 0,1-1 0,-1 0 0,0 0 0,0 1 0,0-1 0,1 0 0,-1 0 0,0 1 0,0-1 0,0 0 0,-1 0 0,1 1 0,0-1 0,0 0 0,0 0 0,0 1 0,-1-1 0,1 0 0,0 1 0,-1-2 0,0 1 0,-1-1 0,1 1 0,0 0 0,0 0 0,-1 0 0,1 0 0,-1 0 0,1 0 0,-1 0 0,1 0 0,-1 0 0,0 1 0,-1-1 0,2 0 0,0 1 0,1 0 0,-1-1 0,0 1 0,0-1 0,0 1 0,1 0 0,-1 0 0,0 0 0,0-1 0,0 1 0,1 0 0,-1 0 0,0 0 0,0 0 0,0 0 0,0 1 0,1-1 0,-1 0 0,0 0 0,0 0 0,0 1 0,1-1 0,-1 0 0,0 1 0,0-1 0,1 1 0,-1-1 0,0 1 0,1-1 0,-1 1 0,1-1 0,-1 1 0,1 0 0,-1-1 0,1 1 0,-1 0 0,1 0 0,-1-1 0,0 3 0,1-1 0,0 0 0,0 0 0,0 1 0,0-1 0,0 0 0,0 0 0,1 1 0,-1-1 0,1 0 0,0 0 0,-1 0 0,1 1 0,0-1 0,2 2 0,9 15 0,2 0 0,17 19 0,-13-17 0,19 30 0,-33-45 0,0 1 0,0 0 0,-1 1 0,0-1 0,0 1 0,0-1 0,-1 1 0,2 15 0,-4-20 0,0 0 0,0 0 0,0-1 0,0 1 0,-1 0 0,1 0 0,-1-1 0,0 1 0,1 0 0,-1-1 0,0 1 0,-1-1 0,1 1 0,0-1 0,-1 1 0,-2 2 0,1-1 0,-1-1 0,1 0 0,-1 0 0,0 0 0,0 0 0,0 0 0,0-1 0,-8 4 0,-3-1 0,0 0 0,-1-1 0,1-1 0,-28 3 0,15-4-273,-1 0 0,1-2 0,-1-1 0,-54-9 0,45 1-6553</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3.567"/>
    </inkml:context>
    <inkml:brush xml:id="br0">
      <inkml:brushProperty name="width" value="0.05" units="cm"/>
      <inkml:brushProperty name="height" value="0.05" units="cm"/>
      <inkml:brushProperty name="color" value="#FFFFFF"/>
    </inkml:brush>
  </inkml:definitions>
  <inkml:trace contextRef="#ctx0" brushRef="#br0">31 78 24575,'-1'-6'0,"0"0"0,-1 0 0,1 0 0,-1 0 0,-1 0 0,1 1 0,-5-9 0,-4-8 0,15 37 0,-2-1 0,1 1 0,-1 30 0,-1 80 0,-1-85 0,1 16 148,0-14-652,-2 0-1,-8 61 1,5-82-6322</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3.941"/>
    </inkml:context>
    <inkml:brush xml:id="br0">
      <inkml:brushProperty name="width" value="0.05" units="cm"/>
      <inkml:brushProperty name="height" value="0.05" units="cm"/>
      <inkml:brushProperty name="color" value="#FFFFFF"/>
    </inkml:brush>
  </inkml:definitions>
  <inkml:trace contextRef="#ctx0" brushRef="#br0">1 160 24575,'0'-25'0,"1"-25"0,-1 50 0,0-1 0,0 1 0,0 0 0,0 0 0,0 0 0,0 0 0,0-1 0,0 1 0,0 0 0,0 0 0,0 0 0,0-1 0,0 1 0,0 0 0,0 0 0,0 0 0,0 0 0,0-1 0,0 1 0,0 0 0,0 0 0,1 0 0,-1 0 0,0 0 0,0-1 0,0 1 0,0 0 0,0 0 0,1 0 0,-1 0 0,0 0 0,0 0 0,0 0 0,0 0 0,1 0 0,-1-1 0,0 1 0,0 0 0,0 0 0,0 0 0,1 0 0,6 7 0,6 17 0,-12-22 0,32 61 0,56 79 0,-66-110 0,2-1 0,2-1 0,0-1 0,32 25 0,-55-51 0,-1 0 0,1-1 0,-1 1 0,1-1 0,0 0 0,0 0 0,0 0 0,8 2 0,-11-4 0,0 0 0,0 0 0,1 0 0,-1 0 0,0 0 0,0 0 0,0 0 0,0 0 0,1-1 0,-1 1 0,0 0 0,0-1 0,0 1 0,0 0 0,0-1 0,0 0 0,0 1 0,0-1 0,0 0 0,0 1 0,0-1 0,0 0 0,0 0 0,-1 0 0,1 0 0,0 1 0,-1-1 0,1 0 0,0 0 0,-1-1 0,1 1 0,-1 0 0,0 0 0,1 0 0,-1 0 0,0 0 0,1-2 0,2-21 0,0 0 0,-1 0 0,-2 0 0,-3-37 0,1 5 0,2-9 0,0 13 0,-6-59 0,5 107 0,1 0 0,-1 0 0,0 1 0,0-1 0,0 0 0,0 1 0,-1-1 0,1 0 0,-1 1 0,-3-4 0,5 7 0,0-1 0,-1 1 0,1-1 0,-1 1 0,1-1 0,-1 1 0,1 0 0,-1-1 0,0 1 0,1 0 0,-1-1 0,1 1 0,-1 0 0,0 0 0,1 0 0,-1 0 0,1-1 0,-1 1 0,0 0 0,1 0 0,-1 0 0,0 0 0,0 1 0,-1-1 0,1 1 0,-1-1 0,1 1 0,-1 0 0,1 0 0,0 0 0,-1 0 0,1 0 0,0 0 0,0 0 0,0 0 0,0 1 0,-2 1 0,-6 10 0,0 1 0,1 0 0,1 1 0,0 0 0,-6 21 0,2 0 0,-7 45 0,15-67-124,0 1 0,2 0 0,0 0 0,0-1 0,2 1 0,-1 0-1,2 0 1,0-1 0,1 1 0,5 14 0,3 0-6702</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5.110"/>
    </inkml:context>
    <inkml:brush xml:id="br0">
      <inkml:brushProperty name="width" value="0.05" units="cm"/>
      <inkml:brushProperty name="height" value="0.05" units="cm"/>
      <inkml:brushProperty name="color" value="#FFFFFF"/>
    </inkml:brush>
  </inkml:definitions>
  <inkml:trace contextRef="#ctx0" brushRef="#br0">1 417 24575,'33'-31'0,"9"-9"0,-26 18 0,-11 16 0,-13 26 0,6-12 0,-1 1 0,1-1 0,0 1 0,1-1 0,0 1 0,0-1 0,1 1 0,0 0 0,2 16 0,-1-22 0,-1 1 0,1-1 0,0 0 0,0 1 0,0-1 0,1 0 0,-1 0 0,1 0 0,0 0 0,0 0 0,0 0 0,0 0 0,0-1 0,0 1 0,1-1 0,0 0 0,-1 1 0,1-1 0,0 0 0,0-1 0,0 1 0,0 0 0,0-1 0,0 0 0,1 1 0,-1-1 0,5 0 0,-3 0 0,0 0 0,0 0 0,0-1 0,0 0 0,0 0 0,0-1 0,0 1 0,0-1 0,0 0 0,0 0 0,0-1 0,0 1 0,0-1 0,-1 0 0,1 0 0,-1-1 0,8-4 0,-10 4 0,1 1 0,0-1 0,-1 0 0,0 1 0,0-1 0,0 0 0,0-1 0,0 1 0,0 0 0,-1-1 0,1 1 0,-1 0 0,0-1 0,0 0 0,-1 1 0,1-1 0,-1 1 0,0-1 0,1 0 0,-2 1 0,1-1 0,0 0 0,-1 1 0,1-1 0,-3-4 0,0-1 0,0 0 0,0 0 0,-1 0 0,-1 1 0,1 0 0,-1-1 0,-1 2 0,1-1 0,-1 1 0,-10-10 0,11 13 0,1-1 0,-1 1 0,0 0 0,0 1 0,-1-1 0,1 1 0,-1 0 0,0 1 0,1-1 0,-1 1 0,0 0 0,-1 1 0,1-1 0,0 1 0,0 0 0,-11 0 0,15 1 0,0 1 0,0-1 0,0 0 0,0 0 0,0 1 0,0 0 0,0-1 0,0 1 0,0 0 0,0 0 0,0 0 0,-3 2 0,4-2 0,0 0 0,0 0 0,1-1 0,-1 1 0,0 0 0,1 0 0,-1 0 0,1 0 0,-1 0 0,1 0 0,-1 0 0,1 0 0,-1 0 0,1 1 0,0-1 0,0 0 0,0 0 0,0 2 0,0-1 0,0 0 0,1 1 0,-1-1 0,1 0 0,0 1 0,0-1 0,0 0 0,0 0 0,0 0 0,0 0 0,1 0 0,-1 0 0,1 0 0,-1 0 0,1 0 0,0-1 0,0 1 0,0-1 0,0 1 0,0-1 0,3 2 0,8 3 0,0 0 0,0-1 0,0-1 0,1 0 0,0-1 0,0 0 0,0-1 0,0-1 0,0 0 0,27-2 0,-11-2 0,-1-1 0,0-1 0,0-2 0,34-12 0,-57 16 0,0 0 0,1 0 0,-1 0 0,-1-1 0,1 0 0,0 0 0,-1-1 0,0 1 0,5-7 0,-6 7 0,-11 13 0,1-1 0,0 1 0,0 0 0,1 0 0,0 1 0,0-1 0,1 1 0,1 0 0,0 1 0,0-1 0,1 0 0,0 1 0,1-1 0,0 1 0,0 0 0,2 11 0,-1-20 0,0 0 0,1 1 0,-1-1 0,1 1 0,-1-1 0,1 1 0,0-1 0,0 0 0,0 1 0,0-1 0,0 0 0,1 0 0,-1 0 0,1 0 0,-1 0 0,1 0 0,0 0 0,-1-1 0,1 1 0,0 0 0,0-1 0,0 0 0,1 1 0,-1-1 0,0 0 0,0 0 0,1 0 0,-1 0 0,4 0 0,-3-1 0,0 1 0,0-1 0,1 0 0,-1 0 0,0 0 0,0 0 0,0-1 0,0 1 0,0-1 0,0 0 0,0 0 0,-1 0 0,1 0 0,0-1 0,0 1 0,-1-1 0,1 1 0,-1-1 0,1 0 0,-1 0 0,0 0 0,1 0 0,2-5 0,2-4 0,0-1 0,-2 1 0,1-1 0,-1 0 0,-1 0 0,0-1 0,-1 0 0,0 1 0,-1-1 0,-1 0 0,0 0 0,-1-17 0,-1-4 0,-2 0 0,-2 0 0,-12-49 0,9 54 0,-18-50 0,25 79 0,1-1 0,0 0 0,0 1 0,0-1 0,0 1 0,-1-1 0,1 1 0,0-1 0,0 1 0,-1-1 0,1 1 0,-1-1 0,1 1 0,0-1 0,-1 1 0,1-1 0,-1 1 0,1 0 0,-1-1 0,1 1 0,-2-1 0,-2 11 0,2 24 0,2-30 0,0 34 0,2 0 0,1 0 0,11 48 0,-10-69 0,0 0 0,2 0 0,0-1 0,0 1 0,2-1 0,0 0 0,0-1 0,2 0 0,15 19 0,-20-29 0,0 1 0,1-1 0,0 0 0,0 0 0,0-1 0,1 0 0,-1 0 0,1 0 0,0-1 0,0 0 0,0 0 0,1-1 0,-1 0 0,0 0 0,11 0 0,-14-1 0,0-1 0,0 0 0,1-1 0,-1 1 0,0-1 0,0 0 0,0 0 0,0 0 0,0 0 0,0-1 0,0 1 0,0-1 0,-1 0 0,1 0 0,-1-1 0,1 1 0,-1-1 0,0 0 0,0 1 0,0-1 0,0-1 0,-1 1 0,1 0 0,-1-1 0,0 1 0,0-1 0,0 0 0,0 0 0,1-5 0,1-5 0,0 0 0,3-22 0,-5 24 0,0 1 0,0-1 0,1 1 0,6-14 0,-9 25 0,0 0 0,0-1 0,0 1 0,0 0 0,0 0 0,0 0 0,0-1 0,1 1 0,-1 0 0,0 0 0,0 0 0,0-1 0,0 1 0,0 0 0,0 0 0,1 0 0,-1 0 0,0-1 0,0 1 0,0 0 0,0 0 0,1 0 0,-1 0 0,0 0 0,0 0 0,0 0 0,0 0 0,1 0 0,-1-1 0,0 1 0,0 0 0,1 0 0,-1 0 0,0 0 0,1 0 0,3 8 0,0 15 0,-4-22 0,11 72 0,-4 0 0,-3 1 0,-9 112 0,4-178 0,0 1 0,0-1 0,-1 0 0,-1 0 0,1 0 0,-1 0 0,-1 0 0,1 0 0,-1-1 0,-1 0 0,-8 12 0,10-15 0,0-1 0,-1 0 0,1 0 0,-1-1 0,1 1 0,-1-1 0,0 1 0,0-1 0,0 0 0,0-1 0,0 1 0,0-1 0,0 0 0,-1 0 0,1 0 0,-1 0 0,1-1 0,0 0 0,-1 0 0,1 0 0,-1 0 0,1-1 0,-9-1 0,-19-9-1365,1-2-5461</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5.219"/>
    </inkml:context>
    <inkml:brush xml:id="br0">
      <inkml:brushProperty name="width" value="0.05" units="cm"/>
      <inkml:brushProperty name="height" value="0.05" units="cm"/>
      <inkml:brushProperty name="color" value="#FFFFFF"/>
    </inkml:brush>
  </inkml:definitions>
  <inkml:trace contextRef="#ctx0" brushRef="#br0">0 8 24575,'3'-3'0,"5"-1"0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5.607"/>
    </inkml:context>
    <inkml:brush xml:id="br0">
      <inkml:brushProperty name="width" value="0.05" units="cm"/>
      <inkml:brushProperty name="height" value="0.05" units="cm"/>
      <inkml:brushProperty name="color" value="#FFFFFF"/>
    </inkml:brush>
  </inkml:definitions>
  <inkml:trace contextRef="#ctx0" brushRef="#br0">84 165 24575,'0'2'0,"0"0"0,0 0 0,0 0 0,0 0 0,1 0 0,-1 0 0,1 0 0,0 0 0,-1 0 0,1-1 0,0 1 0,0 0 0,0 0 0,0-1 0,0 1 0,0 0 0,1-1 0,-1 1 0,0-1 0,1 0 0,0 1 0,-1-1 0,1 0 0,-1 0 0,1 0 0,0 0 0,0 0 0,0-1 0,0 1 0,0 0 0,-1-1 0,1 1 0,0-1 0,0 0 0,0 0 0,3 0 0,-1 0 0,1 0 0,-1 0 0,0 0 0,0-1 0,1 0 0,-1 0 0,0 0 0,0 0 0,0-1 0,0 1 0,0-1 0,0 0 0,0 0 0,-1-1 0,1 1 0,3-4 0,-4 2 0,0 0 0,0 0 0,0-1 0,0 1 0,-1-1 0,1 0 0,-1 0 0,-1 0 0,1 0 0,-1 0 0,0 0 0,0 0 0,0 0 0,0 0 0,-1-1 0,0 1 0,0 0 0,-1 0 0,0-1 0,0 1 0,0 0 0,0 0 0,-1 0 0,-3-9 0,3 11 0,1 0 0,-1-1 0,0 1 0,1 0 0,-2 0 0,1 0 0,0 0 0,-1 0 0,1 0 0,-1 1 0,0-1 0,0 1 0,0 0 0,0 0 0,0 0 0,0 0 0,0 1 0,-1-1 0,1 1 0,-1 0 0,1 0 0,-1 0 0,0 0 0,1 1 0,-1-1 0,0 1 0,1 0 0,-1 0 0,0 0 0,0 1 0,1-1 0,-1 1 0,1 0 0,-1 0 0,-4 2 0,1 0 0,0 0 0,1 0 0,-1 1 0,1 0 0,0 0 0,0 1 0,1-1 0,-1 1 0,1 0 0,0 1 0,1-1 0,-1 1 0,1 0 0,0 0 0,0 1 0,1-1 0,0 1 0,0-1 0,1 1 0,0 0 0,0 0 0,0 0 0,-1 12 0,3-12 0,0 0 0,0-1 0,0 1 0,1 0 0,-1-1 0,2 1 0,-1 0 0,1-1 0,0 0 0,0 1 0,1-1 0,0 0 0,0 0 0,0 0 0,1-1 0,0 1 0,0-1 0,0 0 0,1 0 0,0 0 0,0-1 0,0 0 0,0 0 0,1 0 0,10 6 0,21 5-1365,-2-5-5461</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47.011"/>
    </inkml:context>
    <inkml:brush xml:id="br0">
      <inkml:brushProperty name="width" value="0.05" units="cm"/>
      <inkml:brushProperty name="height" value="0.05" units="cm"/>
      <inkml:brushProperty name="color" value="#FFFFFF"/>
    </inkml:brush>
  </inkml:definitions>
  <inkml:trace contextRef="#ctx0" brushRef="#br0">1 36 24575,'2'0'0,"-1"-1"0,1 1 0,0-1 0,-1 0 0,1 1 0,-1-1 0,1 0 0,-1 0 0,1 0 0,-1 0 0,0 0 0,1 0 0,-1-1 0,0 1 0,0 0 0,0-1 0,1-1 0,-1 2 0,0-1 0,1 1 0,-1-1 0,0 1 0,0 0 0,1 0 0,-1-1 0,1 1 0,-1 0 0,1 0 0,-1 0 0,3 0 0,-3 1 0,-1 0 0,1 1 0,-1-1 0,1 0 0,-1 1 0,1-1 0,-1 0 0,1 1 0,-1-1 0,0 1 0,1-1 0,-1 1 0,0-1 0,1 1 0,-1-1 0,0 1 0,0 0 0,1-1 0,-1 1 0,0-1 0,0 1 0,0-1 0,0 1 0,0 0 0,0-1 0,0 1 0,0 0 0,0 0 0,2 24 0,-2-22 0,1 421 0,-3-207 0,1-47-682,-23 185-1,19-323-6143</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47.542"/>
    </inkml:context>
    <inkml:brush xml:id="br0">
      <inkml:brushProperty name="width" value="0.05" units="cm"/>
      <inkml:brushProperty name="height" value="0.05" units="cm"/>
      <inkml:brushProperty name="color" value="#FFFFFF"/>
    </inkml:brush>
  </inkml:definitions>
  <inkml:trace contextRef="#ctx0" brushRef="#br0">234 16 24575,'0'-3'0,"3"-4"0,1 2 0,0 5 0,-4 9 0,-5 6 0,-5 9 0,-7 8 0,-3 7 0,-5 6 0,-1 5 0,0 3 0,-1 3 0,1-3 0,5-4 0,2-4 0,5-7 0,5-9-8191</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47.803"/>
    </inkml:context>
    <inkml:brush xml:id="br0">
      <inkml:brushProperty name="width" value="0.05" units="cm"/>
      <inkml:brushProperty name="height" value="0.05" units="cm"/>
      <inkml:brushProperty name="color" value="#FFFFFF"/>
    </inkml:brush>
  </inkml:definitions>
  <inkml:trace contextRef="#ctx0" brushRef="#br0">0 0 24575,'3'0'0,"1"3"0,4 4 0,2 5 0,4 2 0,4 6 0,4 5 0,3 5 0,4 6 0,4 7 0,-2 2 0,1 3 0,-2 2 0,0 3 0,-2 0 0,-6-7-8191</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2.127"/>
    </inkml:context>
    <inkml:brush xml:id="br0">
      <inkml:brushProperty name="width" value="0.05" units="cm"/>
      <inkml:brushProperty name="height" value="0.05" units="cm"/>
      <inkml:brushProperty name="color" value="#FFFFFF"/>
    </inkml:brush>
  </inkml:definitions>
  <inkml:trace contextRef="#ctx0" brushRef="#br0">1 558 24575,'2'-1'0,"0"1"0,1-1 0,-1 0 0,0 0 0,0 0 0,0 0 0,0-1 0,0 1 0,0 0 0,0-1 0,0 0 0,-1 1 0,1-1 0,1-2 0,6-5 0,39-36 0,-2-2 0,-2-1 0,-2-3 0,-2-1 0,51-91 0,-86 135 0,1-2 0,0 0 0,-1 0 0,0 0 0,-1-1 0,0 0 0,-1 1 0,0-2 0,3-16 0,-6 28 0,0-1 0,0 0 0,0 0 0,0 0 0,0 1 0,0-1 0,0 0 0,0 0 0,0 0 0,-1 1 0,1-1 0,0 0 0,0 0 0,-1 0 0,1 1 0,0-1 0,-1 0 0,1 1 0,-1-1 0,1 0 0,-1 1 0,0-1 0,1 0 0,-1 1 0,1-1 0,-1 1 0,0-1 0,-1 0 0,0 1 0,1 0 0,-1 0 0,0-1 0,0 1 0,1 0 0,-1 1 0,0-1 0,0 0 0,1 0 0,-1 1 0,0-1 0,-3 2 0,-3 2 0,-1 0 0,1 1 0,0 0 0,-10 7 0,-3 6 0,0 2 0,2 0 0,0 2 0,1 0 0,1 0 0,1 2 0,1 0 0,1 1 0,1 0 0,-17 50 0,18-38 0,2 1 0,1 0 0,2 0 0,1 1 0,2 0 0,2 0 0,4 54 0,7-29 0,2-1 0,36 116 0,0-8 0,-46-163 0,7 35 0,-8-40 0,1 0 0,-1 0 0,0 0 0,-1 0 0,1 0 0,0 0 0,-1 0 0,0 0 0,0 0 0,0 0 0,-2 4 0,3-7 0,0 1 0,0-1 0,-1 1 0,1 0 0,-1-1 0,1 1 0,-1-1 0,1 1 0,-1-1 0,1 1 0,-1-1 0,1 1 0,-1-1 0,1 1 0,-1-1 0,0 0 0,1 1 0,-1-1 0,0 0 0,1 0 0,-1 0 0,0 1 0,1-1 0,-1 0 0,0 0 0,0 0 0,-1 0 0,1-1 0,0 1 0,-1-1 0,1 1 0,0-1 0,0 1 0,-1-1 0,1 0 0,0 0 0,0 1 0,0-1 0,-2-2 0,-1-2 0,0 0 0,0 0 0,0-1 0,-5-9 0,2 1 0,1-1 0,1 0 0,0 0 0,1 0 0,1-1 0,0 1 0,1-1 0,1 0 0,0 0 0,1 0 0,1 0 0,0 0 0,1 1 0,5-17 0,-4 22 0,0 0 0,0 0 0,1 0 0,1 1 0,-1 0 0,2 0 0,-1 0 0,1 0 0,13-13 0,-13 16 0,0 0 0,1 1 0,-1 0 0,1 0 0,0 1 0,1 0 0,-1 0 0,1 0 0,0 1 0,-1 0 0,1 1 0,1 0 0,10-2 0,69-4 0,-58 7 0,0-2 0,-1-1 0,31-9 0,-46 7 0,-13 6 0,-1 0 0,0 0 0,1 0 0,-1 0 0,0 0 0,0 0 0,1 0 0,-1-1 0,0 1 0,0 0 0,1 0 0,-1 0 0,0 0 0,0-1 0,1 1 0,-1 0 0,0 0 0,0 0 0,0-1 0,1 1 0,-1 0 0,0 0 0,0-1 0,0 1 0,0 0 0,0-1 0,1 1 0,-1 0 0,0 0 0,0-1 0,0 1 0,0 0 0,0-1 0,0 1 0,0 0 0,0-1 0,0 1 0,0 0 0,0 0 0,0-1 0,-1 1 0,1 0 0,0-1 0,-1 1 0,0 0 0,0 0 0,1-1 0,-1 1 0,0 0 0,0 0 0,0 1 0,0-1 0,1 0 0,-1 0 0,0 0 0,0 1 0,0-1 0,1 0 0,-1 1 0,0-1 0,0 0 0,1 1 0,-1-1 0,0 1 0,1-1 0,-1 1 0,0 0 0,1-1 0,-2 2 0,-16 18 0,10-10 0,1 1 0,1 0 0,0 0 0,0 0 0,1 1 0,0 0 0,1 0 0,-3 19 0,6-26 0,0 1 0,0-1 0,1 0 0,0 1 0,0-1 0,1 1 0,0-1 0,0 0 0,0 1 0,2 4 0,-2-6 0,1-1 0,0 0 0,-1 0 0,1 0 0,1 1 0,-1-2 0,0 1 0,1 0 0,-1 0 0,1-1 0,0 0 0,0 1 0,0-1 0,0 0 0,0 0 0,4 1 0,-3-2 0,-1 0 0,1 0 0,-1 0 0,1 0 0,-1-1 0,1 1 0,0-1 0,-1 0 0,1 0 0,-1 0 0,1-1 0,0 1 0,-1-1 0,1 0 0,-1 0 0,1 0 0,-1-1 0,0 1 0,0-1 0,1 0 0,-1 0 0,0 0 0,0 0 0,-1 0 0,5-4 0,-1 0 0,1-1 0,-1 0 0,0 0 0,-1 0 0,1-1 0,-1 1 0,-1-1 0,0-1 0,4-8 0,-5 6 0,0 0 0,-1 0 0,-1-1 0,1-11 0,-1 12 0,0 1 0,0 0 0,1-1 0,0 1 0,4-10 0,-5 18 0,0 0 0,0 0 0,1 0 0,-1 0 0,0 0 0,1 1 0,-1-1 0,1 0 0,-1 1 0,1-1 0,0 1 0,-1 0 0,1 0 0,0-1 0,0 1 0,0 1 0,0-1 0,0 0 0,0 0 0,0 1 0,1-1 0,-1 1 0,0-1 0,0 1 0,0 0 0,1 0 0,-1 0 0,0 0 0,0 1 0,0-1 0,1 1 0,-1-1 0,4 2 0,2 1 0,0-1 0,-1 1 0,1 1 0,-1 0 0,1 0 0,-1 0 0,11 9 0,-4-1 0,0 0 0,-1 1 0,0 1 0,-1 0 0,0 1 0,-2 0 0,1 0 0,7 18 0,-14-18 0,-4-15 0,0 0 0,0 0 0,0 0 0,0 0 0,0 0 0,0 0 0,0 0 0,0 0 0,0 1 0,-1-1 0,1 0 0,0 0 0,0 0 0,0 0 0,0 0 0,0 0 0,0 0 0,0 0 0,0 0 0,0 0 0,0 0 0,-1 0 0,1 0 0,0 0 0,0 0 0,0 0 0,0 0 0,0 0 0,0 0 0,0 0 0,0 0 0,-1 0 0,1 0 0,0 0 0,0 0 0,0 0 0,0 0 0,0 0 0,0 0 0,0 0 0,0-1 0,0 1 0,0 0 0,-1 0 0,1 0 0,0 0 0,0 0 0,0 0 0,0 0 0,0 0 0,0 0 0,0 0 0,0 0 0,0-1 0,0 1 0,0 0 0,0 0 0,-2-2 0,1 0 0,-1 0 0,1 0 0,0 0 0,-1 0 0,1-1 0,0 1 0,0 0 0,0-4 0,0-1 0,0 0 0,1 0 0,0-1 0,0 1 0,1 0 0,0 0 0,0 0 0,1-1 0,0 1 0,0 1 0,0-1 0,6-9 0,-2 3 0,1 1 0,0 0 0,1 0 0,0 0 0,14-14 0,-19 23-65,-1 1 0,0-1 0,1 1 0,-1 0 0,1-1 0,0 1 0,0 0 0,0 1 0,0-1 0,0 0 0,0 1 0,1 0 0,-1 0 0,0 0 0,1 0 0,-1 0 0,0 1 0,1-1 0,-1 1 0,7 0 0,2 3-6761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2.513"/>
    </inkml:context>
    <inkml:brush xml:id="br0">
      <inkml:brushProperty name="width" value="0.05" units="cm"/>
      <inkml:brushProperty name="height" value="0.05" units="cm"/>
      <inkml:brushProperty name="color" value="#FFFFFF"/>
    </inkml:brush>
  </inkml:definitions>
  <inkml:trace contextRef="#ctx0" brushRef="#br0">175 125 24575,'3'-5'0,"1"0"0,-1 0 0,1-1 0,-2 1 0,1-1 0,0 1 0,-1-1 0,0 0 0,-1 0 0,1 0 0,0-6 0,-2 9 0,1 1 0,-1-1 0,0 1 0,0-1 0,0 1 0,-1 0 0,1-1 0,0 1 0,-1-1 0,0 1 0,1 0 0,-1-1 0,-2-2 0,2 4 0,0 0 0,0 0 0,0 0 0,0 0 0,0 0 0,0 0 0,0 0 0,0 0 0,-1 0 0,1 1 0,0-1 0,-1 0 0,1 1 0,-1-1 0,1 1 0,-1 0 0,1-1 0,0 1 0,-1 0 0,1 0 0,-1 0 0,1 0 0,-3 0 0,-1 1 0,1 0 0,-1 0 0,1 1 0,0-1 0,-1 1 0,1 0 0,0 0 0,0 1 0,0-1 0,0 1 0,1 0 0,-1 0 0,1 0 0,-6 6 0,-2 4 0,0 1 0,-13 21 0,16-22 0,1 0 0,0 0 0,1 0 0,0 1 0,1 0 0,1 0 0,-5 26 0,8-34 0,0 0 0,1 0 0,0-1 0,0 1 0,0 0 0,1 0 0,0-1 0,0 1 0,1-1 0,-1 1 0,1-1 0,0 1 0,1-1 0,-1 0 0,1 0 0,0 0 0,0 0 0,1-1 0,-1 1 0,1-1 0,0 0 0,9 7 0,-3-4-151,1-1-1,-1 0 0,1 0 0,1-1 1,-1-1-1,1 0 0,0-1 1,18 4-1,14 0-6674</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3.341"/>
    </inkml:context>
    <inkml:brush xml:id="br0">
      <inkml:brushProperty name="width" value="0.05" units="cm"/>
      <inkml:brushProperty name="height" value="0.05" units="cm"/>
      <inkml:brushProperty name="color" value="#FFFFFF"/>
    </inkml:brush>
  </inkml:definitions>
  <inkml:trace contextRef="#ctx0" brushRef="#br0">184 451 24575,'6'-5'0,"-1"-1"0,0-1 0,0 1 0,-1-1 0,0 0 0,0 1 0,0-2 0,-1 1 0,0 0 0,-1-1 0,0 0 0,0 1 0,1-10 0,-2 12 0,0-1 0,-1 1 0,0-1 0,0 1 0,0-1 0,-1 1 0,0-1 0,0 1 0,0-1 0,0 1 0,-1 0 0,0 0 0,0-1 0,-1 1 0,1 1 0,-1-1 0,0 0 0,0 1 0,-5-6 0,6 9 0,0-1 0,1 0 0,-1 1 0,0-1 0,0 1 0,0 0 0,0 0 0,-1 0 0,1 0 0,0 0 0,0 0 0,-1 0 0,1 1 0,0-1 0,-1 1 0,1 0 0,-1-1 0,1 1 0,-4 1 0,1 0 0,1 0 0,0 0 0,0 0 0,0 1 0,0-1 0,0 1 0,0 0 0,1 1 0,-1-1 0,-4 4 0,-2 3 0,0 1 0,1-1 0,0 2 0,0-1 0,1 1 0,-7 14 0,9-14 0,0-1 0,1 2 0,0-1 0,1 1 0,1-1 0,-1 1 0,-1 19 0,4-27 0,1-1 0,0 0 0,0 0 0,0 0 0,0 0 0,0 1 0,1-1 0,0 0 0,-1 0 0,1 0 0,0 0 0,1 0 0,-1 0 0,0 0 0,1-1 0,0 1 0,-1 0 0,1-1 0,0 1 0,0-1 0,1 0 0,-1 1 0,0-1 0,1 0 0,0-1 0,-1 1 0,1 0 0,0-1 0,0 1 0,0-1 0,0 0 0,0 0 0,5 1 0,0 0 0,-1-1 0,0 0 0,1 0 0,-1-1 0,0 1 0,1-2 0,-1 1 0,1-1 0,-1 0 0,0-1 0,0 0 0,0 0 0,0 0 0,0-1 0,0 0 0,0 0 0,-1-1 0,11-7 0,-8 4 0,0-1 0,-1 0 0,0 0 0,0-1 0,-1 0 0,0 0 0,0-1 0,-1 0 0,0 0 0,-1-1 0,4-12 0,0-9 0,-7 23 0,-5 20 0,0-2 0,1 1 0,0-1 0,1 0 0,0 1 0,0-1 0,1 1 0,0-1 0,3 13 0,-3-19 0,1-1 0,-1 1 0,1 0 0,0-1 0,0 1 0,0 0 0,1-1 0,-1 0 0,1 1 0,-1-1 0,1 0 0,0 0 0,-1 1 0,1-2 0,0 1 0,1 0 0,-1 0 0,0-1 0,0 1 0,1-1 0,-1 1 0,1-1 0,-1 0 0,1 0 0,0 0 0,-1-1 0,1 1 0,0 0 0,0-1 0,-1 0 0,1 0 0,4 0 0,1 0 0,-1-1 0,0 0 0,0 0 0,0-1 0,1 0 0,-2 0 0,1-1 0,0 1 0,0-2 0,-1 1 0,0-1 0,1 0 0,-1 0 0,-1 0 0,1-1 0,-1 0 0,7-8 0,-3 3 0,-1 0 0,0-1 0,-1 0 0,-1 0 0,0-1 0,0 0 0,-1 0 0,7-24 0,-8 14 0,0 0 0,-2 1 0,-1-1 0,0 0 0,-2 0 0,-1 0 0,0 0 0,-2 0 0,0 1 0,-1-1 0,-9-20 0,14 39 0,-1 1 0,0 0 0,0 0 0,1 0 0,-1 0 0,-1 0 0,1 1 0,0-1 0,-2-2 0,3 4 0,-1 0 0,1 0 0,0-1 0,0 1 0,0 0 0,-1 0 0,1 0 0,0 0 0,0 0 0,0 0 0,-1 0 0,1 1 0,0-1 0,0 0 0,-1 0 0,1 0 0,0 0 0,0 0 0,0 0 0,-1 0 0,1 0 0,0 0 0,0 1 0,0-1 0,0 0 0,-1 0 0,1 0 0,0 0 0,0 1 0,0-1 0,0 0 0,0 0 0,0 0 0,0 1 0,-1-1 0,1 0 0,0 0 0,0 0 0,0 1 0,0-1 0,0 0 0,0 0 0,0 0 0,0 1 0,0-1 0,0 0 0,-1 7 0,0 0 0,1 0 0,-1 0 0,2 11 0,13 143 0,7 153 0,-19-299 0,-2-15 0,0 0 0,0 0 0,0 0 0,0 0 0,0 0 0,0 0 0,0 1 0,0-1 0,1 0 0,-1 0 0,0 0 0,0 0 0,0 0 0,0 0 0,0 0 0,0 0 0,0 0 0,0 0 0,0 0 0,1 0 0,-1 0 0,0 0 0,0 0 0,0 0 0,0 0 0,0 0 0,0 0 0,0 0 0,0 0 0,1 0 0,-1 0 0,0 0 0,0 0 0,0 0 0,0 0 0,0 0 0,0 0 0,0 0 0,0 0 0,0 0 0,0 0 0,1 0 0,-1 0 0,0-1 0,0 1 0,0 0 0,0 0 0,0 0 0,0 0 0,0 0 0,0 0 0,0 0 0,0 0 0,0 0 0,0-1 0,12-23 0,-5 10 0,0 1 0,1-1 0,1 1 0,0 1 0,1 0 0,0 0 0,24-20 0,-31 29 0,0 1 0,0-1 0,1 1 0,-1 0 0,1 0 0,-1 0 0,1 1 0,0-1 0,-1 1 0,1-1 0,0 1 0,0 1 0,0-1 0,0 0 0,0 1 0,0 0 0,0 0 0,0 0 0,0 1 0,0-1 0,0 1 0,0 0 0,0 0 0,0 0 0,-1 1 0,1-1 0,0 1 0,-1 0 0,1 0 0,-1 0 0,7 5 0,-3 0 0,0 0 0,-1 0 0,1 1 0,-1 0 0,-1 0 0,0 0 0,6 12 0,-8-14 0,0 0 0,-1 0 0,1 0 0,-2 0 0,1 0 0,-1 1 0,1-1 0,-2 0 0,1 1 0,-1-1 0,0 1 0,-1 7 0,1-12 9,-1 1-1,1-1 1,-1 0-1,0 0 1,0 0-1,1 1 1,-2-1 0,1 0-1,0 0 1,0 0-1,0-1 1,-1 1-1,1 0 1,-1 0-1,0-1 1,1 1-1,-1-1 1,0 0-1,-3 2 1,2-1 5,0-1 0,0 0 1,-1 0-1,1 0 0,0-1 0,-1 1 0,1-1 1,-1 0-1,1 0 0,0 0 0,-7-1 1,1-1-186,0 0 0,1 0 1,-1-1-1,1 0 0,0-1 1,0 0-1,0 0 0,0 0 1,-7-7-1,-1-2-6655</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3.714"/>
    </inkml:context>
    <inkml:brush xml:id="br0">
      <inkml:brushProperty name="width" value="0.05" units="cm"/>
      <inkml:brushProperty name="height" value="0.05" units="cm"/>
      <inkml:brushProperty name="color" value="#FFFFFF"/>
    </inkml:brush>
  </inkml:definitions>
  <inkml:trace contextRef="#ctx0" brushRef="#br0">283 179 24575,'0'-9'0,"-1"1"0,-1-1 0,0 1 0,0-1 0,0 1 0,-1-1 0,0 1 0,-1 0 0,0 1 0,0-1 0,0 1 0,-1-1 0,0 1 0,-1 1 0,0-1 0,-9-8 0,11 11 0,1 1 0,-2-1 0,1 1 0,0 0 0,-1 0 0,1 1 0,-1-1 0,0 1 0,0 0 0,0 0 0,0 1 0,0-1 0,0 1 0,0 0 0,-1 1 0,1-1 0,0 1 0,-1 0 0,1 0 0,0 1 0,0-1 0,-1 1 0,1 1 0,0-1 0,0 1 0,0-1 0,-7 5 0,7-3 0,0 0 0,0 0 0,0 1 0,0 0 0,1 0 0,0 0 0,-1 0 0,2 1 0,-1 0 0,0-1 0,1 1 0,0 1 0,0-1 0,1 0 0,-4 10 0,5-11 0,0 0 0,0 0 0,1 1 0,-1-1 0,1 0 0,0 1 0,0-1 0,0 0 0,1 1 0,0-1 0,0 0 0,0 1 0,0-1 0,0 0 0,1 0 0,0 0 0,0 0 0,0 0 0,0-1 0,1 1 0,5 6 0,5 2 0,1 0 0,0-1 0,0 0 0,1-1 0,1-1 0,0 0 0,21 8 0,-9-4 0,30 20 0,-56-32 0,1 1 0,-1 0 0,1 0 0,-1 0 0,0 0 0,1 0 0,-1 0 0,0 1 0,0-1 0,-1 1 0,1 0 0,2 4 0,-4-6 0,0 1 0,1-1 0,-1 1 0,0-1 0,0 1 0,0-1 0,0 1 0,0-1 0,-1 0 0,1 1 0,0-1 0,-1 1 0,1-1 0,-1 0 0,1 1 0,-1-1 0,1 0 0,-1 0 0,0 1 0,0-1 0,0 0 0,0 0 0,0 0 0,0 0 0,0 0 0,0 0 0,0 0 0,-3 1 0,-6 4-111,0 0 0,0-1 0,-1-1 0,0 0 0,0 0 0,0-1 0,-1 0-1,-15 1 1,22-2-254,-46 6-6461</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8.840"/>
    </inkml:context>
    <inkml:brush xml:id="br0">
      <inkml:brushProperty name="width" value="0.05" units="cm"/>
      <inkml:brushProperty name="height" value="0.05" units="cm"/>
      <inkml:brushProperty name="color" value="#FFFFFF"/>
    </inkml:brush>
  </inkml:definitions>
  <inkml:trace contextRef="#ctx0" brushRef="#br0">0 0 24575,'3'0'0,"5"0"0,3 0 0,6 0 0,4 0 0,4 0 0,5 0 0,2 0 0,0 0 0,-3 0 0,-3 0 0,-3 0 0,-3 0 0,-3 0-8191</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9.433"/>
    </inkml:context>
    <inkml:brush xml:id="br0">
      <inkml:brushProperty name="width" value="0.05" units="cm"/>
      <inkml:brushProperty name="height" value="0.05" units="cm"/>
      <inkml:brushProperty name="color" value="#FFFFFF"/>
    </inkml:brush>
  </inkml:definitions>
  <inkml:trace contextRef="#ctx0" brushRef="#br0">101 0 24575,'-1'1'0,"0"-1"0,1 0 0,-1 0 0,0 0 0,1 1 0,-1-1 0,0 0 0,1 1 0,-1-1 0,0 1 0,1-1 0,-1 1 0,1-1 0,-1 1 0,1-1 0,-1 1 0,1-1 0,-1 1 0,1 0 0,0-1 0,-1 1 0,1-1 0,0 1 0,-1 0 0,1 0 0,0-1 0,0 1 0,0 0 0,0-1 0,0 1 0,0 0 0,0 0 0,0-1 0,0 3 0,3 27 0,-3-28 0,7 63 0,-3 117 0,-4-153 0,2-15 0,-2-14 0,0 0 0,0 0 0,0 0 0,0 0 0,0 0 0,0 0 0,0 0 0,0 1 0,0-1 0,0 0 0,0 0 0,0 0 0,1 0 0,-1 0 0,0 0 0,0 0 0,0 0 0,0 0 0,0 0 0,0 0 0,0 0 0,0 0 0,1 0 0,-1 0 0,0 0 0,0 0 0,0 0 0,0 0 0,0 0 0,0 0 0,0 0 0,1 0 0,-1 0 0,0 0 0,0 0 0,0 0 0,0 0 0,0 0 0,0 0 0,0 0 0,0 0 0,0 0 0,1 0 0,-1-1 0,0 1 0,0 0 0,0 0 0,0 0 0,0 0 0,0 0 0,13-22 0,-5 7 0,-4 10 0,1-1 0,-1 1 0,1 0 0,0 1 0,0-1 0,0 1 0,1 0 0,10-6 0,-13 8 0,0 1 0,0 0 0,1 0 0,-1 0 0,0 0 0,0 1 0,0-1 0,1 1 0,-1 0 0,0 0 0,0 0 0,1 0 0,-1 0 0,0 1 0,0 0 0,0-1 0,1 1 0,-1 0 0,0 1 0,4 1 0,4 4 0,0 1 0,-1 0 0,0 0 0,0 1 0,-1 0 0,0 1 0,0 0 0,-1 0 0,-1 1 0,1 0 0,5 14 0,-2-4 0,-1 1 0,-1 1 0,-1 0 0,-1 0 0,4 28 0,-8-39 0,-1 0 0,-1 0 0,0 0 0,-1 0 0,-1 15 0,0-23 0,0 0 0,0 0 0,0 0 0,0 0 0,0-1 0,-1 1 0,0 0 0,0-1 0,0 1 0,0-1 0,0 0 0,0 0 0,-1 0 0,0 0 0,0 0 0,0 0 0,0-1 0,0 1 0,-6 2 0,-2 1 0,0-2 0,0 1 0,0-1 0,-1-1 0,0 0 0,0-1 0,0 0 0,-16 0 0,-98-4 0,107 1 0,1 0 0,0-1 0,0-1 0,0-1 0,-20-6 0,30 4-1365</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9.822"/>
    </inkml:context>
    <inkml:brush xml:id="br0">
      <inkml:brushProperty name="width" value="0.05" units="cm"/>
      <inkml:brushProperty name="height" value="0.05" units="cm"/>
      <inkml:brushProperty name="color" value="#FFFFFF"/>
    </inkml:brush>
  </inkml:definitions>
  <inkml:trace contextRef="#ctx0" brushRef="#br0">93 13 24575,'0'-1'0,"0"1"0,0-1 0,0 1 0,0-1 0,0 1 0,0 0 0,0-1 0,0 1 0,0-1 0,-1 1 0,1-1 0,0 1 0,0 0 0,0-1 0,-1 1 0,1-1 0,0 1 0,0 0 0,-1-1 0,1 1 0,0 0 0,-1-1 0,1 1 0,0 0 0,-1 0 0,1-1 0,0 1 0,-1 0 0,1 0 0,-1 0 0,1-1 0,-1 1 0,1 0 0,0 0 0,-1 0 0,1 0 0,-1 0 0,1 0 0,-1 0 0,1 0 0,-1 0 0,1 0 0,0 0 0,-1 0 0,1 0 0,-1 0 0,1 1 0,-1-1 0,1 0 0,0 0 0,-1 1 0,-2 0 0,1-1 0,0 1 0,0 1 0,1-1 0,-1 0 0,0 0 0,0 1 0,0-1 0,-1 3 0,-3 4 0,2 1 0,-1-1 0,1 1 0,0 0 0,1 0 0,-2 11 0,-11 58 0,12-53 0,1 0 0,1 1 0,3 37 0,-1-61 0,0-1 0,0 1 0,0-1 0,0 1 0,0-1 0,0 1 0,1-1 0,-1 1 0,0-1 0,1 1 0,0-1 0,-1 0 0,1 1 0,0-1 0,-1 0 0,1 1 0,0-1 0,0 0 0,0 0 0,0 0 0,1 0 0,-1 0 0,0 0 0,0 0 0,0 0 0,1 0 0,-1-1 0,1 1 0,-1 0 0,0-1 0,1 1 0,-1-1 0,1 0 0,-1 1 0,1-1 0,-1 0 0,1 0 0,0 0 0,-1 0 0,1 0 0,-1 0 0,1-1 0,-1 1 0,3-1 0,3-2 0,0 1 0,0-1 0,0 0 0,0 0 0,-1-1 0,0 0 0,12-9 0,-9 4 0,-1 1 0,0-1 0,0 0 0,-1-1 0,0 0 0,-1 0 0,0 0 0,-1-1 0,0 0 0,5-14 0,-9 19 0,1 0 0,-1 1 0,0-1 0,0 0 0,-1 0 0,0 0 0,0 0 0,0 0 0,-1 0 0,-1-5 0,1 7 0,0 0 0,0 0 0,-1 0 0,0 1 0,0-1 0,0 1 0,0-1 0,0 1 0,-1 0 0,1 0 0,-1 0 0,0 0 0,0 0 0,0 1 0,-7-5 0,6 5-124,0-1 0,-1 1 0,0 1 0,1-1 0,-1 1 0,0-1-1,0 1 1,0 1 0,0-1 0,-5 1 0,-7 0-6702</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0.195"/>
    </inkml:context>
    <inkml:brush xml:id="br0">
      <inkml:brushProperty name="width" value="0.05" units="cm"/>
      <inkml:brushProperty name="height" value="0.05" units="cm"/>
      <inkml:brushProperty name="color" value="#FFFFFF"/>
    </inkml:brush>
  </inkml:definitions>
  <inkml:trace contextRef="#ctx0" brushRef="#br0">114 73 24575,'-1'-1'0,"1"0"0,0 0 0,-1 0 0,1 0 0,-1 0 0,1 1 0,-1-1 0,1 0 0,-1 0 0,0 1 0,0-1 0,1 0 0,-1 1 0,0-1 0,0 1 0,0-1 0,1 1 0,-1-1 0,0 1 0,0 0 0,0-1 0,0 1 0,0 0 0,0 0 0,0-1 0,0 1 0,-1 0 0,-28-2 0,28 2 0,0 0 0,-1 0 0,1 1 0,0-1 0,0 1 0,-1-1 0,1 1 0,0 0 0,0 0 0,0 0 0,0 0 0,0 0 0,0 0 0,0 1 0,1-1 0,-1 1 0,0-1 0,1 1 0,-3 3 0,2-2 0,-1 1 0,1 0 0,0 1 0,0-1 0,1 0 0,-1 0 0,1 1 0,0-1 0,-1 7 0,1-1 0,1 0 0,0 0 0,0 0 0,1 0 0,0-1 0,0 1 0,1 0 0,6 16 0,-6-21 0,1 1 0,0-1 0,0 1 0,0-1 0,1 0 0,0 0 0,0 0 0,0 0 0,0-1 0,8 6 0,-9-8 0,-1-1 0,0 1 0,0-1 0,1 0 0,-1 0 0,1 0 0,-1 0 0,1 0 0,-1-1 0,1 1 0,0-1 0,-1 0 0,1 0 0,0 0 0,-1 0 0,1 0 0,-1 0 0,1-1 0,0 1 0,-1-1 0,1 0 0,-1 1 0,1-1 0,-1-1 0,1 1 0,3-3 0,1-1 0,0 0 0,0 0 0,-1-1 0,0 0 0,0 0 0,-1 0 0,1-1 0,-1 0 0,-1 0 0,1 0 0,-1-1 0,-1 1 0,1-1 0,-1 0 0,0 0 0,2-12 0,-4 13 0,0 1 0,-1-1 0,1 0 0,-1 1 0,0-1 0,-1 0 0,0 1 0,0-1 0,0 0 0,-1 1 0,0 0 0,0-1 0,0 1 0,-1 0 0,0 0 0,-1 0 0,1 0 0,-1 1 0,0-1 0,0 1 0,-6-6 0,7 9-32,1 0 1,0 0-1,0 0 0,-1 0 0,1 1 1,-1-1-1,1 0 0,-1 1 0,0 0 1,0 0-1,1 0 0,-1 0 0,0 0 1,0 0-1,0 1 0,0 0 0,0-1 1,0 1-1,0 0 0,0 1 0,0-1 1,0 0-1,0 1 0,0-1 0,0 1 1,0 0-1,0 0 0,0 0 0,1 1 1,-1-1-1,0 1 0,1-1 0,-1 1 1,1 0-1,0 0 0,0 0 0,-1 0 1,1 0-1,1 1 0,-1-1 0,0 1 1,-2 3-1,-7 13-6794</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0.725"/>
    </inkml:context>
    <inkml:brush xml:id="br0">
      <inkml:brushProperty name="width" value="0.05" units="cm"/>
      <inkml:brushProperty name="height" value="0.05" units="cm"/>
      <inkml:brushProperty name="color" value="#FFFFFF"/>
    </inkml:brush>
  </inkml:definitions>
  <inkml:trace contextRef="#ctx0" brushRef="#br0">144 207 24575,'-4'72'0,"-3"-1"0,-34 140 0,27-147 0,9-47 0,5-17 0,0-1 0,0 1 0,0 0 0,0 0 0,0 0 0,0 0 0,0 0 0,0 0 0,0 0 0,0 0 0,0 0 0,0 0 0,0 0 0,0 0 0,0 0 0,0 0 0,0 0 0,0 0 0,0-1 0,0 1 0,0 0 0,0 0 0,0 0 0,0 0 0,0 0 0,0 0 0,0 0 0,-1 0 0,1 0 0,0 0 0,0 0 0,0 0 0,0 0 0,0 0 0,0 0 0,0 0 0,0 0 0,0 0 0,0 0 0,0 0 0,0 0 0,0 0 0,0 0 0,0 0 0,-1 0 0,1 0 0,0 0 0,0 0 0,0 0 0,0 0 0,0 0 0,0 0 0,0 0 0,-1-29 0,1 13 0,-6-43 0,-22-100 0,15 99 0,-8-91 0,20 141 0,1-1 0,0 1 0,1-1 0,0 1 0,0-1 0,1 1 0,6-19 0,-6 25 0,0 0 0,-1 1 0,1-1 0,1 0 0,-1 1 0,0 0 0,1-1 0,0 1 0,0 0 0,0 1 0,0-1 0,0 0 0,1 1 0,-1 0 0,1-1 0,-1 1 0,1 1 0,0-1 0,0 1 0,0-1 0,0 1 0,6-1 0,1 1 0,0 0 0,0 1 0,0 0 0,0 0 0,0 2 0,0-1 0,-1 1 0,1 1 0,0 0 0,-1 0 0,1 1 0,-1 1 0,0-1 0,-1 2 0,14 8 0,-19-11 0,1 1 0,0 0 0,-1 0 0,0 0 0,0 1 0,0-1 0,0 1 0,-1 0 0,0 0 0,0 0 0,0 1 0,4 10 0,-6-11 0,0 0 0,-1 0 0,1 0 0,-1 0 0,0 0 0,0 0 0,0 0 0,-1 0 0,1 0 0,-1 0 0,-1 0 0,1 0 0,-1 0 0,0 0 0,0-1 0,0 1 0,-3 4 0,-1 0 31,-1 0 0,1-1 0,-2 0 0,1 0 0,-1-1 0,0 0 0,0 0 0,-1-1 1,0 0-1,-10 5 0,-3 0-458,0 0 0,0-2 1,-31 9-1,24-11-6399</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1.204"/>
    </inkml:context>
    <inkml:brush xml:id="br0">
      <inkml:brushProperty name="width" value="0.05" units="cm"/>
      <inkml:brushProperty name="height" value="0.05" units="cm"/>
      <inkml:brushProperty name="color" value="#FFFFFF"/>
    </inkml:brush>
  </inkml:definitions>
  <inkml:trace contextRef="#ctx0" brushRef="#br0">225 197 24575,'3'-3'0,"-1"0"0,1 0 0,-1 0 0,1 0 0,-1-1 0,0 0 0,0 1 0,-1-1 0,1 0 0,-1 0 0,0 0 0,0 0 0,0 0 0,0 0 0,-1 0 0,1 0 0,-1 0 0,0 0 0,0 0 0,-1 0 0,1 0 0,-1 0 0,0 0 0,0 0 0,-1 0 0,1 0 0,-1 0 0,1 0 0,-5-4 0,3 1 0,-2 1 0,1 1 0,-1-1 0,0 0 0,0 1 0,-1 0 0,1 0 0,-1 1 0,0 0 0,0 0 0,-1 0 0,1 1 0,-1 0 0,0 0 0,-12-4 0,16 7 0,0-1 0,1 1 0,-1 0 0,0 0 0,0 0 0,0 0 0,0 0 0,1 0 0,-1 1 0,0-1 0,0 1 0,1 0 0,-1 0 0,0 0 0,1 0 0,-5 3 0,3-1 0,-1 0 0,1 1 0,0-1 0,0 1 0,1 0 0,-1 0 0,1 0 0,-4 7 0,1 0 0,0 1 0,0 0 0,1 0 0,1 1 0,0-1 0,-3 20 0,3-13 0,0 40 0,4-54 0,0 1 0,1 0 0,-1 0 0,1 0 0,0 0 0,1-1 0,-1 1 0,1 0 0,0-1 0,1 1 0,3 4 0,-5-8 0,1 0 0,-1 0 0,1 0 0,0 0 0,0-1 0,0 1 0,0-1 0,0 1 0,0-1 0,1 0 0,-1 0 0,0 0 0,1 0 0,-1 0 0,0-1 0,1 1 0,-1-1 0,1 1 0,-1-1 0,1 0 0,-1 0 0,1 0 0,-1 0 0,1-1 0,-1 1 0,1-1 0,-1 1 0,1-1 0,-1 0 0,3-2 0,6-1 0,-1 0 0,-1-2 0,1 1 0,-1-1 0,14-11 0,18-20 0,-27 24 0,0 0 0,1 1 0,1 0 0,20-11 0,-34 22 0,1-1 0,-1 1 0,1 0 0,-1 0 0,1 0 0,-1 1 0,1-1 0,-1 0 0,1 1 0,0 0 0,-1 0 0,1 0 0,0 0 0,-1 0 0,1 0 0,0 1 0,-1-1 0,1 1 0,3 1 0,-3 0 0,0 0 0,0 0 0,0 0 0,0 1 0,0-1 0,-1 1 0,1 0 0,-1-1 0,0 1 0,0 0 0,0 1 0,0-1 0,2 6 0,28 72 273,-25-59-601,1 0 1,1-1-1,1 0 1,24 36-1,-23-44-6498</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1.424"/>
    </inkml:context>
    <inkml:brush xml:id="br0">
      <inkml:brushProperty name="width" value="0.05" units="cm"/>
      <inkml:brushProperty name="height" value="0.05" units="cm"/>
      <inkml:brushProperty name="color" value="#FFFFFF"/>
    </inkml:brush>
  </inkml:definitions>
  <inkml:trace contextRef="#ctx0" brushRef="#br0">14 16 24575,'-3'-3'0,"-1"-4"0,1 2 0,-1 5 0,5 9 0,5 6 0,5 6 0,3 6 0,2 5 0,5 0 0,2 1 0,-2-3 0,-3-2 0,-1-4 0,0-5 0,0-7 0,-3-7 0,-3-6-8191</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1.564"/>
    </inkml:context>
    <inkml:brush xml:id="br0">
      <inkml:brushProperty name="width" value="0.05" units="cm"/>
      <inkml:brushProperty name="height" value="0.05" units="cm"/>
      <inkml:brushProperty name="color" value="#FFFFFF"/>
    </inkml:brush>
  </inkml:definitions>
  <inkml:trace contextRef="#ctx0" brushRef="#br0">215 124 24575,'0'-6'0,"0"-9"0,0-4 0,0-5 0,-3 0 0,-4 6 0,-5 5 0,-2 8 0,-3 11 0,-1 11 0,-1 9 0,-3 6 0,-1 3 0,0 3 0,5-2 0,1-2 0,4-3 0,4-6-8191</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1.781"/>
    </inkml:context>
    <inkml:brush xml:id="br0">
      <inkml:brushProperty name="width" value="0.05" units="cm"/>
      <inkml:brushProperty name="height" value="0.05" units="cm"/>
      <inkml:brushProperty name="color" value="#FFFFFF"/>
    </inkml:brush>
  </inkml:definitions>
  <inkml:trace contextRef="#ctx0" brushRef="#br0">8 38 24575,'0'-3'0,"-3"-1"0,-1-3 0,4 0 0,4 1 0,8 1 0,5 2 0,6 1 0,5 2 0,4-1 0,-3 1-8191</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1.938"/>
    </inkml:context>
    <inkml:brush xml:id="br0">
      <inkml:brushProperty name="width" value="0.05" units="cm"/>
      <inkml:brushProperty name="height" value="0.05" units="cm"/>
      <inkml:brushProperty name="color" value="#FFFFFF"/>
    </inkml:brush>
  </inkml:definitions>
  <inkml:trace contextRef="#ctx0" brushRef="#br0">16 0 24575,'-4'0'0,"-3"3"0,2 1 0,5 0 0,9-1 0,9 2 0,4 1 0,-1-1-8191</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2.692"/>
    </inkml:context>
    <inkml:brush xml:id="br0">
      <inkml:brushProperty name="width" value="0.05" units="cm"/>
      <inkml:brushProperty name="height" value="0.05" units="cm"/>
      <inkml:brushProperty name="color" value="#FFFFFF"/>
    </inkml:brush>
  </inkml:definitions>
  <inkml:trace contextRef="#ctx0" brushRef="#br0">59 441 24575,'-42'-46'0,"42"46"0,0 0 0,0 0 0,0-1 0,-1 1 0,1 0 0,0 0 0,0 0 0,-1-1 0,1 1 0,0 0 0,0 0 0,-1 0 0,1 0 0,0 0 0,-1-1 0,1 1 0,0 0 0,0 0 0,-1 0 0,1 0 0,0 0 0,-1 0 0,1 0 0,0 0 0,-1 0 0,1 0 0,0 0 0,-1 1 0,1-1 0,0 0 0,0 0 0,-1 0 0,1 0 0,0 0 0,0 0 0,-1 1 0,1-1 0,0 0 0,0 0 0,-1 0 0,1 1 0,0-1 0,0 0 0,0 0 0,0 1 0,-1-1 0,1 0 0,0 1 0,0-1 0,0 0 0,0 0 0,0 1 0,0-1 0,0 0 0,0 1 0,0-1 0,0 0 0,0 1 0,-3 22 0,3-20 0,2 242 0,-3-349 0,-1 23 0,16-161 0,-11 223 0,1 1 0,1-1 0,1 1 0,0 0 0,1 0 0,1 0 0,1 1 0,13-20 0,-18 32 0,0 0 0,0 0 0,1 0 0,-1 0 0,1 1 0,0-1 0,1 1 0,-1 1 0,1-1 0,0 1 0,10-5 0,-10 7 0,-1-1 0,0 1 0,0 0 0,1 1 0,-1-1 0,1 1 0,-1 0 0,0 1 0,1-1 0,-1 1 0,1 0 0,-1 1 0,0-1 0,0 1 0,0 0 0,7 3 0,-6-1 0,1 0 0,-1 0 0,0 0 0,0 0 0,-1 1 0,1 0 0,-1 1 0,0-1 0,-1 1 0,1 0 0,-1 0 0,0 0 0,-1 0 0,1 1 0,-1-1 0,4 14 0,-5-11 0,1 0 0,-2 0 0,1 0 0,-1 0 0,-1 0 0,1 0 0,-2 0 0,1 0 0,-1-1 0,-1 1 0,1 0 0,-1 0 0,-5 12 0,-3 0 0,-1-1 0,0 0 0,-15 19 0,12-19 0,13-19 0,1 0 0,-1-1 0,1 1 0,0 0 0,-1 0 0,1-1 0,-1 1 0,1 0 0,0 0 0,0 0 0,-1-1 0,1 1 0,0 0 0,0 0 0,0 0 0,0 0 0,0-1 0,0 1 0,0 0 0,0 0 0,1 0 0,-1 0 0,0-1 0,0 1 0,1 0 0,-1 0 0,0 0 0,1-1 0,-1 1 0,1 0 0,-1-1 0,1 1 0,-1 0 0,1-1 0,0 1 0,-1 0 0,1-1 0,0 1 0,-1-1 0,2 1 0,4 2 0,0 0 0,0 0 0,0-1 0,10 3 0,4 2 0,7 4 0,-1 2 0,44 28 0,-64-36 0,1-1 0,0 2 0,-1-1 0,0 1 0,0 0 0,-1 0 0,0 0 0,0 1 0,0 0 0,-1 0 0,0 0 0,0 1 0,-1-1 0,4 14 0,-6-19 0,0 1 0,-1 0 0,1 0 0,-1-1 0,0 1 0,0 0 0,0 0 0,0 0 0,0-1 0,-1 1 0,1 0 0,-1 0 0,0-1 0,0 1 0,0-1 0,0 1 0,0 0 0,0-1 0,-1 0 0,-1 3 0,-1-1 0,1-1 0,0-1 0,-1 1 0,1 0 0,-1-1 0,0 0 0,0 0 0,0 0 0,0 0 0,0-1 0,-7 2 0,-9 1 0,1-1 0,-1-1 0,0 0 0,-29-3 0,29 0-195,1-1 0,-1-1 0,0 0 0,1-2 0,0 0 0,-32-14 0,21 4-6631</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3.093"/>
    </inkml:context>
    <inkml:brush xml:id="br0">
      <inkml:brushProperty name="width" value="0.05" units="cm"/>
      <inkml:brushProperty name="height" value="0.05" units="cm"/>
      <inkml:brushProperty name="color" value="#FFFFFF"/>
    </inkml:brush>
  </inkml:definitions>
  <inkml:trace contextRef="#ctx0" brushRef="#br0">202 83 24575,'-1'-3'0,"1"0"0,-1 0 0,0 0 0,0 0 0,0 0 0,0 0 0,0 1 0,-1-1 0,1 0 0,-1 1 0,0-1 0,0 1 0,0 0 0,0 0 0,0-1 0,0 1 0,0 1 0,-3-3 0,-2-1 0,0 0 0,0 1 0,0 0 0,-1 0 0,-10-3 0,16 6 0,-1 0 0,0 1 0,0-1 0,0 1 0,1 0 0,-1 0 0,0 0 0,0 0 0,0 1 0,0-1 0,1 1 0,-1 0 0,0-1 0,1 1 0,-1 0 0,0 1 0,1-1 0,-1 0 0,1 1 0,0-1 0,-1 1 0,1 0 0,0 0 0,0 0 0,0 0 0,0 0 0,1 0 0,-1 1 0,-2 3 0,-1 3 0,-1 0 0,2 1 0,-1-1 0,1 1 0,1 0 0,-5 19 0,6-17 0,1-1 0,-1 1 0,2 0 0,0 0 0,0 0 0,1 0 0,1 0 0,-1-1 0,2 1 0,5 16 0,-6-23 0,-1-1 0,1 0 0,0 0 0,1 0 0,-1 0 0,1-1 0,-1 1 0,1 0 0,0-1 0,0 0 0,1 0 0,-1 0 0,1 0 0,-1 0 0,1-1 0,0 0 0,0 1 0,0-2 0,0 1 0,1 0 0,-1-1 0,0 0 0,1 0 0,-1 0 0,1 0 0,-1-1 0,1 1 0,-1-1 0,1-1 0,5 0 0,2 0 0,-1-2 0,1 0 0,-1 0 0,0-1 0,0 0 0,0-1 0,0 0 0,-1-1 0,16-12 0,-18 13 0,-1-1 0,0 0 0,0 0 0,0-1 0,-1 0 0,0 0 0,0 0 0,-1-1 0,0 0 0,0 0 0,-1-1 0,6-14 0,-9 19-30,0-1 0,0 1-1,0-1 1,-1 1 0,0-1-1,1 1 1,-2-1 0,1 1-1,0-1 1,-1 1 0,0-1-1,0 1 1,0-1 0,-1 1-1,1 0 1,-1-1-1,0 1 1,-1 0 0,1 0-1,0 1 1,-1-1 0,0 0-1,0 1 1,0 0 0,-1-1-1,1 1 1,-1 1 0,1-1-1,-1 0 1,0 1 0,0 0-1,0 0 1,0 0 0,-1 0-1,1 1 1,0-1 0,-1 1-1,1 0 1,-1 1 0,1-1-1,-1 1 1,1 0 0,-1 0-1,-5 1 1,-9 3-6796</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3.483"/>
    </inkml:context>
    <inkml:brush xml:id="br0">
      <inkml:brushProperty name="width" value="0.05" units="cm"/>
      <inkml:brushProperty name="height" value="0.05" units="cm"/>
      <inkml:brushProperty name="color" value="#FFFFFF"/>
    </inkml:brush>
  </inkml:definitions>
  <inkml:trace contextRef="#ctx0" brushRef="#br0">133 33 24575,'0'-2'0,"-1"1"0,1 0 0,-1 0 0,1 0 0,-1-1 0,0 1 0,1 0 0,-1 0 0,0 0 0,0 0 0,0 0 0,0 0 0,0 0 0,0 0 0,0 1 0,0-1 0,0 0 0,0 0 0,-1 1 0,1-1 0,-2 0 0,-29-8 0,30 8 0,0 1 0,-1 0 0,1 0 0,-1 0 0,1 0 0,-1 0 0,1 0 0,0 1 0,-1-1 0,1 1 0,0 0 0,-1 0 0,1 0 0,0 0 0,0 0 0,0 0 0,0 1 0,0-1 0,-2 2 0,1 0 0,0 0 0,1 1 0,-1-1 0,1 0 0,0 1 0,0 0 0,0-1 0,1 1 0,-1 0 0,0 6 0,-1 4 0,1 1 0,0-1 0,1 1 0,1-1 0,2 20 0,-2-30 0,0 0 0,1 0 0,0 0 0,0 0 0,0-1 0,0 1 0,0 0 0,1-1 0,-1 1 0,1-1 0,0 0 0,0 1 0,0-1 0,1 0 0,-1 0 0,1 0 0,0-1 0,0 1 0,6 4 0,-4-4 0,1 0 0,0-1 0,0 0 0,0 0 0,0 0 0,1-1 0,-1 1 0,0-1 0,0-1 0,1 1 0,9-2 0,-6 1 0,1-2 0,-1 1 0,0-1 0,1-1 0,-1 0 0,-1 0 0,1-1 0,0 0 0,-1-1 0,0 0 0,11-8 0,-17 11 0,1-1 0,0 0 0,-1 0 0,0 0 0,1 0 0,-1 0 0,0-1 0,-1 0 0,1 1 0,-1-1 0,0 0 0,1 0 0,-2 0 0,1-1 0,0 1 0,-1 0 0,0-1 0,0 1 0,0-1 0,-1 1 0,1-1 0,-1 1 0,0-1 0,-1 1 0,1-1 0,-1 0 0,0 1 0,-1-5 0,1 5 0,0 1 0,-1 0 0,1 0 0,-1 0 0,0 0 0,1 0 0,-2 0 0,1 0 0,0 1 0,0-1 0,-1 1 0,1-1 0,-1 1 0,0 0 0,0 0 0,0 0 0,0 0 0,0 1 0,0-1 0,0 1 0,-1 0 0,1 0 0,0 0 0,-1 0 0,1 1 0,-1-1 0,1 1 0,-1 0 0,1 0 0,-1 0 0,-3 1 0,3-1 0,-1 1 0,1 0 0,0 0 0,-1 0 0,1 1 0,0-1 0,-1 1 0,1 0 0,0 0 0,0 0 0,1 1 0,-1 0 0,0-1 0,1 1 0,0 1 0,0-1 0,-1 0 0,2 1 0,-1-1 0,0 1 0,1 0 0,0 0 0,-3 6 0,4-8-72,1-1 1,0 0-1,-1 1 0,1-1 0,0 1 0,0-1 0,-1 1 0,1-1 1,0 1-1,1-1 0,-1 1 0,0-1 0,0 1 0,1-1 0,-1 0 1,0 1-1,1-1 0,0 2 0,6 6-6754</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3.716"/>
    </inkml:context>
    <inkml:brush xml:id="br0">
      <inkml:brushProperty name="width" value="0.05" units="cm"/>
      <inkml:brushProperty name="height" value="0.05" units="cm"/>
      <inkml:brushProperty name="color" value="#FFFFFF"/>
    </inkml:brush>
  </inkml:definitions>
  <inkml:trace contextRef="#ctx0" brushRef="#br0">37 98 24575,'-5'-12'0,"0"0"0,-5-22 0,-2-5 0,10 38 0,0 9 0,1 12 0,13 110 0,29 134 0,-34-228 0,21 91-1365,-19-101-5461</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3.979"/>
    </inkml:context>
    <inkml:brush xml:id="br0">
      <inkml:brushProperty name="width" value="0.05" units="cm"/>
      <inkml:brushProperty name="height" value="0.05" units="cm"/>
      <inkml:brushProperty name="color" value="#FFFFFF"/>
    </inkml:brush>
  </inkml:definitions>
  <inkml:trace contextRef="#ctx0" brushRef="#br0">177 112 24575,'16'-27'0,"-13"22"0,1-1 0,-1 1 0,0 0 0,0-1 0,-1 0 0,0 1 0,0-1 0,0 0 0,0 0 0,0-11 0,-2 16 0,0 1 0,0-1 0,0 1 0,0-1 0,0 1 0,0-1 0,0 1 0,0-1 0,-1 1 0,1-1 0,0 1 0,0-1 0,-1 1 0,1-1 0,0 1 0,-1 0 0,1-1 0,0 1 0,-1 0 0,1-1 0,0 1 0,-1 0 0,1-1 0,-1 1 0,1 0 0,-1 0 0,0-1 0,-17 2 0,-18 14 0,34-14 0,-27 14 0,2 0 0,0 2 0,-27 22 0,52-37 0,0-1 0,1 1 0,-1-1 0,1 1 0,-1-1 0,1 1 0,0 0 0,-1 0 0,1-1 0,0 1 0,0 0 0,0 0 0,0 3 0,1-4 0,0 1 0,0-1 0,0 0 0,0 1 0,0-1 0,0 0 0,1 0 0,-1 1 0,0-1 0,1 0 0,-1 0 0,1 1 0,0-1 0,-1 0 0,1 0 0,0 0 0,0 0 0,-1 0 0,1 0 0,0 0 0,0 0 0,2 1 0,43 36 0,-27-24 0,-1 1 0,-1 1 0,23 26 0,21 45-1365,-45-63-5461</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4.883"/>
    </inkml:context>
    <inkml:brush xml:id="br0">
      <inkml:brushProperty name="width" value="0.05" units="cm"/>
      <inkml:brushProperty name="height" value="0.05" units="cm"/>
      <inkml:brushProperty name="color" value="#FFFFFF"/>
    </inkml:brush>
  </inkml:definitions>
  <inkml:trace contextRef="#ctx0" brushRef="#br0">5 0 24575,'-3'0'0,"2"0"0,7 0 0,9 0 0,15 0 0,10 0 0,16 0 0,9 0 0,10 0 0,4 0 0,-1 0 0,-15 0-8191</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5.349"/>
    </inkml:context>
    <inkml:brush xml:id="br0">
      <inkml:brushProperty name="width" value="0.05" units="cm"/>
      <inkml:brushProperty name="height" value="0.05" units="cm"/>
      <inkml:brushProperty name="color" value="#FFFFFF"/>
    </inkml:brush>
  </inkml:definitions>
  <inkml:trace contextRef="#ctx0" brushRef="#br0">1 29 24575,'0'-4'0,"0"-3"0,3-1 0,4 1 0,4 5 0,1 8 0,0 8 0,-1 6 0,-3 9 0,-2 10 0,0 4 0,0 4 0,-2 0 0,-1-1 0,-4-3 0,-2-8-8191</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5.662"/>
    </inkml:context>
    <inkml:brush xml:id="br0">
      <inkml:brushProperty name="width" value="0.05" units="cm"/>
      <inkml:brushProperty name="height" value="0.05" units="cm"/>
      <inkml:brushProperty name="color" value="#FFFFFF"/>
    </inkml:brush>
  </inkml:definitions>
  <inkml:trace contextRef="#ctx0" brushRef="#br0">136 424 24575,'-3'-5'0,"-69"-110"0,60 93 0,1 0 0,1 0 0,-10-34 0,18 49 0,0 1 0,1-1 0,0 0 0,0 1 0,1-1 0,0 0 0,0 1 0,0-1 0,1 0 0,0 1 0,1-1 0,-1 1 0,4-10 0,-3 12 0,1-1 0,-1 1 0,1-1 0,0 1 0,0 0 0,0 0 0,1 0 0,0 1 0,-1-1 0,1 1 0,0 0 0,1 0 0,-1 0 0,0 0 0,1 1 0,0 0 0,9-3 0,1 1 0,0 0 0,-1 2 0,1 0 0,0 0 0,1 2 0,-1 0 0,0 0 0,0 1 0,18 5 0,0 1 0,1 1 0,62 26 0,-67-22 0,-1 2 0,0 1 0,-1 1 0,-1 2 0,32 26 0,-44-32 0,0 1 0,-2 0 0,0 0 0,0 1 0,-1 1 0,-1 0 0,0 1 0,-1-1 0,-1 2 0,10 26 0,-16-35 0,0 0 0,0-1 0,-1 1 0,0 0 0,0 0 0,-1 0 0,0 0 0,0 0 0,-1 0 0,0 0 0,-1 0 0,1 0 0,-2-1 0,1 1 0,-1-1 0,0 1 0,0-1 0,-1 0 0,0 0 0,-1-1 0,1 1 0,-1-1 0,0 0 0,-1 0 0,1 0 0,-8 5 0,-4 2 0,-1 0 0,0-1 0,-1-1 0,0-1 0,-1-1 0,0 0 0,0-1 0,-31 6 0,19-6-682,-48 3-1,34-7-6143</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6.098"/>
    </inkml:context>
    <inkml:brush xml:id="br0">
      <inkml:brushProperty name="width" value="0.05" units="cm"/>
      <inkml:brushProperty name="height" value="0.05" units="cm"/>
      <inkml:brushProperty name="color" value="#FFFFFF"/>
    </inkml:brush>
  </inkml:definitions>
  <inkml:trace contextRef="#ctx0" brushRef="#br0">0 113 24575,'4'-5'0,"1"1"0,-1 0 0,1 1 0,-1-1 0,1 1 0,0 0 0,1 0 0,-1 0 0,0 1 0,1 0 0,-1 0 0,1 0 0,0 1 0,0 0 0,9-1 0,-5 2 0,-1 1 0,0 0 0,0 0 0,0 1 0,-1 0 0,1 1 0,0 0 0,-1 0 0,13 7 0,-3 0 0,0 1 0,0 0 0,-1 1 0,-1 1 0,0 1 0,0 0 0,15 19 0,-24-24 0,0-1 0,-1 1 0,0 0 0,0 1 0,-1-1 0,0 1 0,0 0 0,-1 1 0,-1-1 0,0 1 0,0-1 0,-1 1 0,0 0 0,-1 0 0,0 14 0,-1-23 0,0 0 0,-1-1 0,1 1 0,0-1 0,-1 1 0,1-1 0,0 1 0,-1-1 0,0 0 0,-1 3 0,2-3 0,0-1 0,-1 0 0,1 1 0,0-1 0,-1 0 0,1 1 0,0-1 0,-1 0 0,1 1 0,-1-1 0,1 0 0,0 0 0,-1 0 0,1 0 0,-1 1 0,1-1 0,-1 0 0,1 0 0,0 0 0,-1 0 0,1 0 0,-1 0 0,0 0 0,-1-1 0,1 1 0,-1-1 0,1 0 0,-1 0 0,1 1 0,0-1 0,-1 0 0,1 0 0,0 0 0,0-1 0,0 1 0,0 0 0,0 0 0,0-1 0,0 1 0,0 0 0,0-1 0,0-2 0,-3-5 0,0-1 0,1-1 0,1 1 0,0 0 0,0-1 0,1 1 0,0-1 0,1 1 0,0-1 0,1 1 0,0-1 0,0 1 0,1-1 0,4-12 0,1 1 0,1 1 0,1 0 0,0 0 0,2 1 0,20-31 0,-27 46 0,0-1 0,0 1 0,1 0 0,0 0 0,0 0 0,0 1 0,0 0 0,1 0 0,0 0 0,0 1 0,10-5 0,-13 7 0,0 0 0,0 0 0,0 0 0,0 1 0,0-1 0,0 1 0,0 0 0,1 0 0,-1 0 0,0 0 0,0 0 0,0 1 0,0 0 0,0-1 0,0 1 0,0 0 0,0 1 0,0-1 0,0 0 0,0 1 0,-1-1 0,1 1 0,-1 0 0,1 0 0,-1 0 0,4 5 0,6 8 0,-2 1 0,0 0 0,-1 1 0,0 0 0,-1 0 0,-1 1 0,5 21 0,-1-8 0,15 32 0,-16-43-1365,-1-2-5461</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6.271"/>
    </inkml:context>
    <inkml:brush xml:id="br0">
      <inkml:brushProperty name="width" value="0.05" units="cm"/>
      <inkml:brushProperty name="height" value="0.05" units="cm"/>
      <inkml:brushProperty name="color" value="#FFFFFF"/>
    </inkml:brush>
  </inkml:definitions>
  <inkml:trace contextRef="#ctx0" brushRef="#br0">32 11 24575,'0'-3'0,"-4"-1"0,-3 0 0,-1 4 0,1 5 0,2 5 0,4 7 0,3 0-8191</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6.572"/>
    </inkml:context>
    <inkml:brush xml:id="br0">
      <inkml:brushProperty name="width" value="0.05" units="cm"/>
      <inkml:brushProperty name="height" value="0.05" units="cm"/>
      <inkml:brushProperty name="color" value="#FFFFFF"/>
    </inkml:brush>
  </inkml:definitions>
  <inkml:trace contextRef="#ctx0" brushRef="#br0">0 0 24575,'1'5'0,"0"0"0,0 0 0,0 0 0,1 0 0,0 0 0,0 0 0,4 6 0,7 17 0,42 130 0,-44-132 0,1 0 0,2 0 0,30 42 0,-39-62 0,0 0 0,0-1 0,1 1 0,0-1 0,0 0 0,0 0 0,0-1 0,1 0 0,9 5 0,-14-8 0,1 0 0,-1 0 0,1-1 0,-1 1 0,1 0 0,0-1 0,-1 1 0,1-1 0,0 0 0,-1 0 0,1 0 0,-1 0 0,1-1 0,0 1 0,-1-1 0,1 1 0,-1-1 0,1 0 0,-1 0 0,1 0 0,-1 0 0,0-1 0,1 1 0,-1-1 0,0 1 0,0-1 0,0 0 0,0 0 0,0 0 0,1-2 0,2-4 0,0 1 0,-1 0 0,0-1 0,0 0 0,-1 0 0,4-11 0,10-55 0,-11 44 0,7-49 313,-10 52-872,1 1-1,9-31 1,-9 48-6267</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6.972"/>
    </inkml:context>
    <inkml:brush xml:id="br0">
      <inkml:brushProperty name="width" value="0.05" units="cm"/>
      <inkml:brushProperty name="height" value="0.05" units="cm"/>
      <inkml:brushProperty name="color" value="#FFFFFF"/>
    </inkml:brush>
  </inkml:definitions>
  <inkml:trace contextRef="#ctx0" brushRef="#br0">49 106 24575,'-1'0'0,"1"0"0,0 0 0,-1 0 0,1 1 0,0-1 0,-1 0 0,1 0 0,0 0 0,-1 0 0,1 0 0,0 0 0,-1 1 0,1-1 0,0 0 0,-1 0 0,1 0 0,0 1 0,0-1 0,-1 0 0,1 1 0,0-1 0,0 0 0,-1 0 0,1 1 0,0-1 0,0 0 0,0 1 0,0-1 0,0 0 0,0 1 0,-1-1 0,1 0 0,0 1 0,0-1 0,0 1 0,0-1 0,0 0 0,0 1 0,0-1 0,1 0 0,-1 1 0,0-1 0,0 0 0,0 1 0,0-1 0,0 0 0,0 1 0,1-1 0,-1 0 0,0 1 0,0-1 0,1 1 0,10 17 0,-7-15 0,0 0 0,0-1 0,0 1 0,0-1 0,0 0 0,0 0 0,1 0 0,-1 0 0,1-1 0,-1 0 0,1 0 0,0 0 0,-1 0 0,1-1 0,0 0 0,0 0 0,-1 0 0,1-1 0,0 1 0,-1-1 0,6-2 0,-6 2 0,0 0 0,0 0 0,0-1 0,0 1 0,0-1 0,0 0 0,0 0 0,-1-1 0,1 1 0,-1-1 0,0 1 0,0-1 0,0 0 0,0-1 0,0 1 0,-1 0 0,1-1 0,-1 1 0,0-1 0,0 0 0,0 0 0,-1 0 0,2-6 0,-2 7 0,0 0 0,-1-1 0,1 1 0,-1-1 0,0 1 0,0-1 0,-1 1 0,1-1 0,-1 1 0,1-1 0,-1 1 0,0 0 0,0-1 0,-1 1 0,1 0 0,-4-6 0,3 7 0,0 0 0,0 0 0,0 0 0,0 0 0,0 0 0,0 0 0,0 1 0,-1-1 0,1 1 0,-1 0 0,1 0 0,-1 0 0,0 0 0,1 0 0,-1 0 0,0 1 0,0-1 0,1 1 0,-1 0 0,0 0 0,-5 0 0,0 1 0,1 1 0,-1-1 0,1 1 0,-1 1 0,1-1 0,0 1 0,0 0 0,0 1 0,0 0 0,1 0 0,-1 0 0,1 1 0,0 0 0,1 0 0,-1 1 0,1-1 0,0 1 0,0 0 0,1 1 0,0-1 0,0 1 0,0 0 0,1 0 0,-5 15 0,6-17 0,0 1 0,0 0 0,0 0 0,1 0 0,0 1 0,1-1 0,-1 0 0,1 0 0,1 0 0,-1 1 0,1-1 0,0 0 0,0 0 0,0 0 0,1 0 0,0 0 0,1 0 0,-1-1 0,1 1 0,0-1 0,0 1 0,1-1 0,-1 0 0,1 0 0,1-1 0,-1 1 0,0-1 0,1 0 0,0 0 0,0 0 0,7 3 0,17 7-1365,0-2-5461</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7.345"/>
    </inkml:context>
    <inkml:brush xml:id="br0">
      <inkml:brushProperty name="width" value="0.05" units="cm"/>
      <inkml:brushProperty name="height" value="0.05" units="cm"/>
      <inkml:brushProperty name="color" value="#FFFFFF"/>
    </inkml:brush>
  </inkml:definitions>
  <inkml:trace contextRef="#ctx0" brushRef="#br0">60 74 24575,'-9'-7'0,"1"-1"0,-19-12 0,12 10 0,50 65 0,-15-25 0,26 54 0,-40-72 0,-1 1 0,0 0 0,-1 1 0,0-1 0,-1 1 0,-1-1 0,2 21 0,-4-31 0,0-1 0,-1 1 0,1 0 0,0-1 0,-1 1 0,0-1 0,0 1 0,-1 2 0,-4 0 0,-3-15 0,7 5 0,0 0 0,1 0 0,-1 0 0,1 0 0,1 0 0,-1-1 0,1 1 0,-1 0 0,2 0 0,-1-1 0,0 1 0,1 0 0,0 0 0,0 0 0,4-8 0,0-3 0,1-1 0,1 2 0,14-23 0,-8 16 0,2 0 0,29-35 0,-37 50 0,-1 1 0,1-1 0,0 1 0,0 1 0,1-1 0,-1 1 0,1 1 0,0-1 0,1 1 0,-1 1 0,13-4 0,-19 6 15,0 0 0,1 1 0,-1 0 0,1-1-1,-1 1 1,1 0 0,-1 0 0,1 0 0,-1 1 0,1-1-1,-1 1 1,0-1 0,1 1 0,-1 0 0,1 0 0,-1 0 0,0 0-1,0 0 1,0 0 0,0 1 0,0-1 0,4 3 0,-4 0-158,1-1 1,0 1 0,-1 0 0,1 0-1,-1 0 1,0 0 0,0 0 0,-1 0 0,1 0-1,-1 0 1,1 8 0,1 11-6684</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8.575"/>
    </inkml:context>
    <inkml:brush xml:id="br0">
      <inkml:brushProperty name="width" value="0.05" units="cm"/>
      <inkml:brushProperty name="height" value="0.05" units="cm"/>
      <inkml:brushProperty name="color" value="#FFFFFF"/>
    </inkml:brush>
  </inkml:definitions>
  <inkml:trace contextRef="#ctx0" brushRef="#br0">230 138 24575,'3'0'0,"-1"0"0,0-1 0,0 1 0,0 0 0,0-1 0,0 1 0,1-1 0,-1 0 0,0 1 0,0-1 0,-1 0 0,1 0 0,0-1 0,0 1 0,0 0 0,-1-1 0,1 1 0,0-1 0,-1 1 0,0-1 0,1 0 0,-1 1 0,0-1 0,0 0 0,0 0 0,0 0 0,0 0 0,0 0 0,-1 0 0,1 0 0,-1 0 0,1-1 0,-1 1 0,0-3 0,1 2 0,-1 0 0,0 0 0,0-1 0,0 1 0,-1 0 0,1 0 0,-1 0 0,0 0 0,0 0 0,0 1 0,0-1 0,0 0 0,0 0 0,-1 0 0,0 1 0,1-1 0,-1 1 0,0-1 0,0 1 0,0 0 0,-1 0 0,1 0 0,0 0 0,-4-2 0,2 2 0,0 1 0,0-1 0,0 1 0,0-1 0,0 1 0,0 1 0,0-1 0,-1 0 0,1 1 0,0 0 0,-1 0 0,1 0 0,-7 2 0,4-1 0,0 1 0,1 1 0,-1-1 0,1 1 0,0 0 0,0 0 0,-11 8 0,3 1 0,1 0 0,0 1 0,0 0 0,1 1 0,-15 23 0,23-32 0,1 1 0,-1-1 0,1 1 0,1-1 0,-1 1 0,1 0 0,0 0 0,1 0 0,-1 0 0,1 1 0,0 5 0,1-9 0,0 0 0,0-1 0,0 1 0,1 0 0,-1-1 0,1 1 0,0-1 0,0 1 0,0-1 0,0 1 0,0-1 0,1 0 0,-1 1 0,1-1 0,-1 0 0,1 0 0,0 0 0,0 0 0,0 0 0,0-1 0,0 1 0,0 0 0,1-1 0,-1 0 0,0 1 0,1-1 0,-1 0 0,4 1 0,4 1 0,0-1 0,0 0 0,1 0 0,-1-1 0,0 0 0,0-1 0,1 0 0,-1 0 0,0-1 0,17-4 0,-13 2 0,0-1 0,0-1 0,0 0 0,-1 0 0,0-2 0,25-14 0,-34 18 0,0 0 0,0-1 0,-1 1 0,1-1 0,-1 0 0,0 0 0,0 0 0,0 0 0,0-1 0,-1 1 0,1-1 0,-1 0 0,0 1 0,1-6 0,-1 2 0,-1-1 0,0 1 0,0 0 0,0-1 0,-1 1 0,0 0 0,-3-16 0,-3 7 0,6 17 0,0 0 0,0 0 0,0 0 0,-1 0 0,1 0 0,0 0 0,0 0 0,0 0 0,-1 0 0,1 0 0,0 0 0,0 0 0,0 0 0,-1 1 0,1-1 0,0 0 0,0 0 0,0 0 0,-1 0 0,1 0 0,0 0 0,0 0 0,0 1 0,-1-1 0,1 0 0,0 0 0,0 0 0,0 0 0,0 1 0,0-1 0,0 0 0,-1 0 0,1 0 0,0 0 0,0 1 0,0-1 0,0 0 0,0 1 0,-2 3 0,1 0 0,-1 0 0,1 0 0,0 1 0,-1 7 0,1 14 0,0-1 0,1 1 0,6 32 0,-5-47 0,1 0 0,1 0 0,0 0 0,0-1 0,1 1 0,1-1 0,-1 0 0,2 0 0,12 18 0,-16-25 0,-1-1 0,1 1 0,0-1 0,1 0 0,-1 1 0,0-1 0,1 0 0,-1-1 0,1 1 0,-1 0 0,1-1 0,0 1 0,0-1 0,-1 0 0,1 0 0,0 0 0,0 0 0,0-1 0,0 1 0,1-1 0,-1 0 0,0 0 0,0 0 0,0 0 0,0 0 0,0-1 0,0 1 0,0-1 0,0 0 0,0 0 0,0 0 0,0 0 0,0 0 0,-1-1 0,1 0 0,0 1 0,2-3 0,4-4 0,0 0 0,0 0 0,-1-1 0,0 0 0,-1 0 0,0-1 0,0 0 0,7-15 0,-1 0 0,14-41 0,-24 57 0,0 0 0,-1 0 0,0 0 0,-1-1 0,1 1 0,-2-1 0,1 1 0,-2-12 0,1 21 0,0 0 0,0 0 0,0 0 0,0 0 0,0-1 0,0 1 0,0 0 0,0 0 0,0 0 0,0 0 0,0 0 0,0-1 0,0 1 0,0 0 0,0 0 0,0 0 0,0 0 0,0-1 0,0 1 0,0 0 0,0 0 0,0 0 0,0 0 0,-1 0 0,1 0 0,0-1 0,0 1 0,0 0 0,0 0 0,0 0 0,0 0 0,-1 0 0,1 0 0,0 0 0,0 0 0,0 0 0,0 0 0,0-1 0,-1 1 0,1 0 0,0 0 0,0 0 0,-1 0 0,-4 7 0,-4 14 0,-1 11 0,2 1 0,1 1 0,2-1 0,2 1 0,0 0 0,3 0 0,0 0 0,2 0 0,10 47 0,-11-77 0,0-1 0,0 1 0,0-1 0,0 1 0,1-1 0,-1 1 0,4 4 0,-4-8 0,-1 1 0,0-1 0,0 0 0,0 1 0,1-1 0,-1 0 0,0 0 0,1 1 0,-1-1 0,0 0 0,0 0 0,1 0 0,-1 1 0,0-1 0,1 0 0,-1 0 0,0 0 0,1 0 0,-1 0 0,0 0 0,1 0 0,-1 0 0,1 0 0,-1 0 0,0 0 0,1 0 0,-1 0 0,0 0 0,1 0 0,-1 0 0,1-1 0,0 0 0,0 1 0,0-1 0,0 0 0,-1 0 0,1 0 0,0 0 0,-1 0 0,1 0 0,-1-1 0,1 1 0,-1 0 0,1 0 0,-1-2 0,5-20 0,-1-1 0,-1 1 0,-1-31 0,1 2 0,3-26 0,15-155 0,-20 231 0,-1-1 0,0-1 0,1 1 0,-1 0 0,1 0 0,0-1 0,0 1 0,0 0 0,2-4 0,-3 7 0,0 0 0,0 0 0,0 0 0,1 0 0,-1 0 0,0 0 0,0 0 0,0 0 0,0 0 0,0 0 0,0-1 0,0 1 0,0 0 0,0 0 0,1 0 0,-1 0 0,0 0 0,0 0 0,0 0 0,0 0 0,0 0 0,0 0 0,1 0 0,-1 0 0,0 0 0,0 0 0,0 0 0,0 0 0,0 0 0,0 0 0,0 0 0,0 0 0,1 0 0,-1 1 0,0-1 0,0 0 0,0 0 0,0 0 0,0 0 0,0 0 0,0 0 0,0 0 0,0 0 0,1 0 0,-1 0 0,0 1 0,5 7 0,2 10 0,-7-18 0,23 66 0,-7-24 0,-2 1 0,10 54 0,-24-93-35,1 1 0,-1-1 0,-1 1 0,1 0 0,-1-1 0,0 1 0,0-1 0,0 1 0,0-1 0,-1 1 0,0-1 0,0 0 0,0 0 0,0 0 0,-1 0 0,1 0 0,-1 0 0,0-1 0,0 1 0,-1-1 0,1 0 0,-1 0 0,1 0 0,-1-1 0,0 1 0,0-1 0,0 0 0,-1 0 0,1 0 0,0-1 0,-1 1 0,1-1 0,-1 0 0,1 0 0,-1-1 0,1 1 0,-1-1 0,-7-1 0,0-2-6791</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9.009"/>
    </inkml:context>
    <inkml:brush xml:id="br0">
      <inkml:brushProperty name="width" value="0.05" units="cm"/>
      <inkml:brushProperty name="height" value="0.05" units="cm"/>
      <inkml:brushProperty name="color" value="#FFFFFF"/>
    </inkml:brush>
  </inkml:definitions>
  <inkml:trace contextRef="#ctx0" brushRef="#br0">0 131 24575,'1'5'0,"0"-1"0,1 0 0,-1 0 0,1 0 0,3 7 0,2 3 0,7 21 0,-2 0 0,14 68 0,-23-87 0,16 128 0,-21-425 0,4 147 0,-2 129 0,-1-5 0,2 0 0,-1 0 0,1 1 0,4-17 0,-5 25 0,0 0 0,1-1 0,-1 1 0,0 0 0,1 0 0,-1 0 0,1 0 0,-1-1 0,1 1 0,0 0 0,0 0 0,-1 0 0,1 0 0,0 1 0,0-1 0,0 0 0,0 0 0,0 0 0,0 1 0,0-1 0,0 0 0,0 1 0,0-1 0,0 1 0,1-1 0,-1 1 0,0 0 0,0 0 0,0-1 0,1 1 0,-1 0 0,0 0 0,0 0 0,1 0 0,-1 0 0,0 1 0,0-1 0,1 0 0,-1 0 0,0 1 0,0-1 0,0 1 0,0-1 0,0 1 0,1 0 0,0 0 0,4 3 0,0 1 0,0-1 0,-1 1 0,1 0 0,-1 0 0,0 0 0,-1 1 0,0 0 0,1 0 0,-2 0 0,1 0 0,3 10 0,-3-9 0,-1 1 0,0 0 0,-1 0 0,1-1 0,-2 2 0,1-1 0,-1 0 0,0 0 0,-1 0 0,-1 15 0,1-18 22,-2-1-1,1 1 0,0-1 1,-1 1-1,0-1 0,0 1 1,0-1-1,-1 0 0,1 0 1,-1 0-1,0 0 0,0-1 1,0 1-1,-1-1 0,-3 4 1,0-2-236,0-1 1,0 0 0,0 0-1,0 0 1,-1-1 0,0 0-1,-14 4 1,-10 0-6613</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09.572"/>
    </inkml:context>
    <inkml:brush xml:id="br0">
      <inkml:brushProperty name="width" value="0.05" units="cm"/>
      <inkml:brushProperty name="height" value="0.05" units="cm"/>
      <inkml:brushProperty name="color" value="#FFFFFF"/>
    </inkml:brush>
  </inkml:definitions>
  <inkml:trace contextRef="#ctx0" brushRef="#br0">15 55 24575,'-3'0'0,"-4"-3"0,2-1 0,5 1 0,6-1 0,5-1 0,3 0 0,7 0 0,4 1 0,6-1 0,-1 0 0,2 0 0,1 2 0,2 1 0,-6 1-8191</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0.087"/>
    </inkml:context>
    <inkml:brush xml:id="br0">
      <inkml:brushProperty name="width" value="0.05" units="cm"/>
      <inkml:brushProperty name="height" value="0.05" units="cm"/>
      <inkml:brushProperty name="color" value="#FFFFFF"/>
    </inkml:brush>
  </inkml:definitions>
  <inkml:trace contextRef="#ctx0" brushRef="#br0">68 238 24575,'0'0'0,"1"-1"0,-1 1 0,0 0 0,1 0 0,-1 0 0,0-1 0,0 1 0,1 0 0,-1 0 0,0 0 0,1 0 0,-1 0 0,0 0 0,1 0 0,-1-1 0,0 1 0,1 0 0,-1 0 0,1 0 0,-1 0 0,0 0 0,1 1 0,-1-1 0,0 0 0,1 0 0,-1 0 0,0 0 0,1 0 0,-1 0 0,0 1 0,0-1 0,1 0 0,-1 0 0,0 0 0,1 1 0,-1-1 0,0 0 0,0 0 0,1 1 0,-1-1 0,0 0 0,0 1 0,0-1 0,0 0 0,1 1 0,-1-1 0,0 0 0,0 1 0,0-1 0,0 0 0,0 1 0,0-1 0,0 0 0,0 1 0,7 26 0,-6-22 0,16 70 0,-3 0 0,-3 0 0,0 96 0,-13-152 0,2-19 0,0 0 0,-1 0 0,1 0 0,0 0 0,0 0 0,0 0 0,0 1 0,0-1 0,-1 0 0,1 0 0,0 0 0,0 0 0,0 0 0,0 0 0,-1 0 0,1 0 0,0 0 0,0 0 0,0 0 0,0 0 0,0 0 0,-1-1 0,1 1 0,0 0 0,0 0 0,0 0 0,0 0 0,0 0 0,-1 0 0,1 0 0,0 0 0,0 0 0,0 0 0,0-1 0,0 1 0,0 0 0,0 0 0,-1 0 0,1 0 0,0 0 0,0-1 0,0 1 0,0 0 0,0 0 0,0 0 0,0 0 0,0 0 0,0-1 0,-15-33 0,12 24 0,-23-53 0,4-1 0,2-1 0,3 0 0,-12-103 0,27 152 0,2-1 0,0 0 0,1 0 0,0 1 0,1-1 0,6-20 0,-7 32 0,1-1 0,0 1 0,1 0 0,-1-1 0,1 1 0,0 0 0,0 0 0,1 1 0,5-7 0,-6 8 0,0 1 0,0 0 0,0-1 0,0 1 0,0 0 0,0 1 0,1-1 0,-1 1 0,1-1 0,-1 1 0,1 0 0,0 0 0,-1 1 0,1-1 0,7 0 0,-4 2 0,1-1 0,0 1 0,-1 0 0,1 0 0,-1 1 0,1 0 0,-1 1 0,0-1 0,0 1 0,0 1 0,0-1 0,-1 1 0,1 0 0,-1 1 0,0 0 0,0 0 0,-1 0 0,0 0 0,1 1 0,4 7 0,-6-7 0,0 0 0,-1 0 0,1 0 0,-2 0 0,1 1 0,0-1 0,-1 1 0,0 0 0,-1-1 0,0 1 0,0 0 0,0 0 0,-1 0 0,0 0 0,0 0 0,0 0 0,-1 0 0,0 0 0,-1 0 0,0-1 0,0 1 0,-4 8 0,1-4 34,-2 0 1,1 0-1,-1-1 0,-1 0 0,0 0 0,0-1 0,-1 0 0,0 0 0,-16 10 1,9-7-320,-1-2 1,0 0-1,-1-1 1,0 0-1,-23 7 1,15-8-6542</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1.067"/>
    </inkml:context>
    <inkml:brush xml:id="br0">
      <inkml:brushProperty name="width" value="0.05" units="cm"/>
      <inkml:brushProperty name="height" value="0.05" units="cm"/>
      <inkml:brushProperty name="color" value="#FFFFFF"/>
    </inkml:brush>
  </inkml:definitions>
  <inkml:trace contextRef="#ctx0" brushRef="#br0">161 170 24575,'2'0'0,"0"0"0,0 0 0,-1-1 0,1 1 0,0 0 0,0 0 0,0-1 0,0 1 0,-1-1 0,1 0 0,0 0 0,-1 1 0,1-1 0,0 0 0,-1 0 0,1 0 0,-1-1 0,1 1 0,-1 0 0,0-1 0,0 1 0,1-1 0,-1 1 0,1-3 0,-1 1 0,0 0 0,0 0 0,0 0 0,0 1 0,-1-1 0,1 0 0,-1 0 0,0 0 0,0 0 0,0 0 0,0 0 0,-1 0 0,1 0 0,-2-4 0,1 3 0,0 1 0,0 0 0,0 0 0,-1 0 0,1 0 0,-1 0 0,0 0 0,0 0 0,0 1 0,0-1 0,0 1 0,-1-1 0,-3-2 0,5 4 0,-1 0 0,0 0 0,0 0 0,0 0 0,0 0 0,0 0 0,0 0 0,-1 1 0,1-1 0,0 1 0,0 0 0,0 0 0,-1-1 0,1 1 0,0 1 0,0-1 0,0 0 0,-1 0 0,1 1 0,0-1 0,-4 3 0,0 0 0,0 0 0,0 1 0,0 0 0,1 0 0,-1 0 0,1 1 0,0-1 0,0 1 0,1 1 0,0-1 0,0 1 0,-4 6 0,-3 6 0,1 1 0,-12 32 0,19-45 0,1 0 0,0 1 0,0-1 0,1 0 0,0 1 0,0 0 0,0-1 0,1 1 0,0 9 0,1-13 0,-1 0 0,1-1 0,0 1 0,0-1 0,0 1 0,0-1 0,0 0 0,0 1 0,1-1 0,-1 0 0,1 0 0,-1 0 0,1 0 0,0 0 0,0 0 0,0 0 0,0-1 0,0 1 0,0-1 0,0 1 0,1-1 0,-1 0 0,1 0 0,-1 0 0,0 0 0,5 0 0,-4 0 0,1 0 0,-1 0 0,1-1 0,0 1 0,-1-1 0,1 0 0,0 0 0,-1-1 0,1 1 0,0-1 0,-1 1 0,1-1 0,-1 0 0,1-1 0,3-1 0,-2 0 0,0 0 0,0 0 0,0 0 0,-1-1 0,1 0 0,-1 0 0,0 0 0,6-9 0,-1 0 0,-1-1 0,-1 1 0,0-1 0,-1 0 0,0-1 0,4-19 0,-8 26 0,-2 5 0,1 0 0,0-1 0,-1 1 0,1 0 0,0 0 0,0 0 0,1 0 0,-1 1 0,1-1 0,-1 0 0,4-4 0,-4 8 0,-1-1 0,1 1 0,-1-1 0,0 1 0,1-1 0,-1 1 0,0-1 0,1 1 0,-1 0 0,0-1 0,1 1 0,-1-1 0,0 1 0,0 0 0,0-1 0,0 1 0,0 0 0,0-1 0,0 1 0,0 0 0,0 0 0,2 19 0,-4 28 0,1-34 0,1 1 0,0 0 0,0-1 0,5 25 0,-4-37 0,0 0 0,-1 0 0,1 0 0,0 0 0,0 0 0,0 0 0,0 0 0,0 0 0,0 0 0,1 0 0,-1-1 0,1 1 0,-1-1 0,1 1 0,0-1 0,-1 1 0,1-1 0,0 0 0,4 2 0,-3-2 0,1 0 0,0 0 0,0 0 0,-1 0 0,1-1 0,0 0 0,0 0 0,0 0 0,0 0 0,6-1 0,0-1 0,0-1 0,0 0 0,0 0 0,-1-1 0,1 0 0,-1-1 0,15-10 0,-17 10 0,0-1 0,0 0 0,0 0 0,-1 0 0,0-1 0,-1 0 0,1 0 0,-1-1 0,-1 0 0,0 1 0,7-18 0,-9 19 0,0 0 0,-1 0 0,0 0 0,0-1 0,0 1 0,-1 0 0,0-1 0,0 1 0,0-1 0,-1 1 0,0 0 0,-1-1 0,1 1 0,-1 0 0,0 0 0,-1 0 0,-4-8 0,3 6 0,0 0 0,-1 1 0,0-1 0,0 1 0,-8-7 0,13 14 0,0 0 0,0 0 0,0 0 0,0 0 0,0 0 0,0 0 0,0 0 0,0 0 0,0 0 0,0 0 0,0 0 0,0 0 0,0 0 0,0 1 0,0-1 0,0 0 0,0 0 0,-1 0 0,1 0 0,0 0 0,0 0 0,0 0 0,0 0 0,0 0 0,0 0 0,0 0 0,0 0 0,0 0 0,0 0 0,0 0 0,0 0 0,0 0 0,0 0 0,0 0 0,0 0 0,-1 0 0,1 0 0,0 0 0,0 0 0,0 0 0,0 0 0,0 0 0,0 0 0,0 0 0,0 0 0,0 0 0,0 0 0,0 0 0,0 0 0,4 12 0,9 15 0,18 19 0,-14-21 0,25 49 0,-38-67 0,-1 0 0,-1 1 0,1-1 0,-1 0 0,0 1 0,-1-1 0,0 1 0,0 0 0,0-1 0,-1 1 0,-1 0 0,0 9 0,-1-11 0,0 0 0,0 0 0,0 0 0,-1 0 0,-4 8 0,5-11 0,1 0 0,-1-1 0,0 1 0,0-1 0,0 0 0,0 1 0,0-1 0,0 0 0,-1 0 0,1-1 0,-1 1 0,1 0 0,-4 1 0,6-3 0,0 0 0,0 0 0,-1 0 0,1 0 0,0 0 0,0 0 0,0 0 0,0 0 0,-1 0 0,1 0 0,0 0 0,0 0 0,0 0 0,-1 0 0,1 0 0,0 0 0,0 0 0,0-1 0,-1 1 0,1 0 0,0 0 0,0 0 0,0 0 0,0 0 0,0 0 0,-1 0 0,1-1 0,0 1 0,0 0 0,0 0 0,0 0 0,0 0 0,0-1 0,0 1 0,0 0 0,-1 0 0,1 0 0,0 0 0,0-1 0,0 1 0,0 0 0,0 0 0,0 0 0,0-1 0,0 1 0,0 0 0,0 0 0,0 0 0,0-1 0,0 1 0,0 0 0,1 0 0,-1 0 0,0 0 0,0-1 0,0 1 0,0 0 0,0 0 0,0 0 0,0 0 0,1-1 0,-1 1 0,0 0 0,0 0 0,0 0 0,0 0 0,1 0 0,6-14 0,11-9 0,1 0 0,1 2 0,25-21 0,3-4 0,8-7 0,-29 29 0,-1-2 0,38-47 0,-63 72 0,-1 0 0,1 0 0,0-1 0,0 1 0,-1 0 0,1 0 0,0 0 0,-1 0 0,1-1 0,-1 1 0,0 0 0,1 0 0,-1-1 0,0 1 0,0 0 0,0-1 0,0 1 0,0 0 0,0 0 0,0-1 0,0 1 0,-1 0 0,1-1 0,0 1 0,-1-2 0,0 3 0,0-1 0,0 0 0,0 0 0,0 1 0,0-1 0,0 0 0,0 1 0,0-1 0,0 1 0,0-1 0,0 1 0,-1 0 0,1-1 0,0 1 0,0 0 0,0 0 0,-1 0 0,1 0 0,0 0 0,0 0 0,0 0 0,-1 0 0,1 1 0,0-1 0,0 0 0,-2 2 0,1-2 0,0 0 0,0 1 0,0 0 0,1-1 0,-1 1 0,0 0 0,1 0 0,-1 0 0,1 0 0,-1 0 0,1 1 0,-1-1 0,1 0 0,0 1 0,0-1 0,0 0 0,0 1 0,0 0 0,0-1 0,0 1 0,-1 3 0,1-2 0,0 0 0,1 1 0,0 0 0,-1-1 0,1 1 0,0-1 0,1 1 0,-1-1 0,1 1 0,1 5 0,3 7 0,1-1 0,1 0 0,15 26 0,-22-41 0,3 5 4,8 13 108,-2-1 0,15 38 1,-22-49-220,0-1 0,-1 1 1,0-1-1,0 1 1,0-1-1,-1 1 0,0 0 1,0 0-1,0-1 1,-1 1-1,0 0 0,0-1 1,0 1-1,-1-1 1,-2 7-1,-4 4-6719</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4:11.188"/>
    </inkml:context>
    <inkml:brush xml:id="br0">
      <inkml:brushProperty name="width" value="0.05" units="cm"/>
      <inkml:brushProperty name="height" value="0.05" units="cm"/>
      <inkml:brushProperty name="color" value="#FFFFFF"/>
    </inkml:brush>
  </inkml:definitions>
  <inkml:trace contextRef="#ctx0" brushRef="#br0">0 7 24575,'3'0'0,"4"0"0,4 0 0,3-3 0,0-1-8191</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4.388"/>
    </inkml:context>
    <inkml:brush xml:id="br0">
      <inkml:brushProperty name="width" value="0.05" units="cm"/>
      <inkml:brushProperty name="height" value="0.05" units="cm"/>
      <inkml:brushProperty name="color" value="#FFFFFF"/>
    </inkml:brush>
  </inkml:definitions>
  <inkml:trace contextRef="#ctx0" brushRef="#br0">99 1 24575,'-12'0'0,"5"0"0,1-1 0,-1 2 0,1-1 0,-1 1 0,-10 2 0,16-2 0,-1-1 0,0 1 0,0 0 0,1 0 0,-1 0 0,1 0 0,-1 0 0,1 0 0,-1 1 0,1-1 0,0 0 0,-1 1 0,1-1 0,0 1 0,0-1 0,0 1 0,0 0 0,0-1 0,1 1 0,-1 0 0,0 0 0,1 0 0,-1 3 0,-3 22 0,2 0 0,1 0 0,4 42 0,-1-12 0,-1 89-1365,-1-122-5461</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4.780"/>
    </inkml:context>
    <inkml:brush xml:id="br0">
      <inkml:brushProperty name="width" value="0.05" units="cm"/>
      <inkml:brushProperty name="height" value="0.05" units="cm"/>
      <inkml:brushProperty name="color" value="#FFFFFF"/>
    </inkml:brush>
  </inkml:definitions>
  <inkml:trace contextRef="#ctx0" brushRef="#br0">41 19 24575,'0'0'0,"0"-1"0,0 1 0,0 0 0,0-1 0,0 1 0,0 0 0,0-1 0,0 1 0,0 0 0,0 0 0,0-1 0,0 1 0,0 0 0,0-1 0,0 1 0,-1 0 0,1 0 0,0-1 0,0 1 0,0 0 0,0 0 0,-1-1 0,1 1 0,0 0 0,0 0 0,-1 0 0,1-1 0,0 1 0,0 0 0,-1 0 0,1 0 0,0 0 0,0 0 0,-1-1 0,1 1 0,0 0 0,-1 0 0,1 0 0,0 0 0,-1 0 0,1 0 0,0 0 0,-1 0 0,1 0 0,0 0 0,0 0 0,-1 0 0,1 0 0,0 1 0,-1-1 0,1 0 0,0 0 0,0 0 0,-1 0 0,1 0 0,0 1 0,0-1 0,-1 0 0,1 1 0,-15 12 0,12-3 0,0 0 0,1 0 0,0 0 0,0 0 0,1 1 0,1-1 0,0 0 0,2 17 0,-1 2 0,-1-8 0,5 35 0,-4-49 0,1 0 0,-1 0 0,1-1 0,1 1 0,-1 0 0,1 0 0,0-1 0,7 10 0,-9-14 0,1 0 0,-1 0 0,1-1 0,-1 1 0,1-1 0,0 1 0,-1-1 0,1 0 0,0 1 0,0-1 0,0 0 0,0 0 0,0 0 0,0-1 0,0 1 0,0 0 0,0-1 0,1 1 0,-1-1 0,3 0 0,-1 0 0,0-1 0,0 1 0,0-1 0,-1 0 0,1 0 0,0-1 0,0 1 0,-1-1 0,1 0 0,5-3 0,2-3 0,-1 0 0,0-1 0,0 0 0,-1-1 0,15-18 0,-15 15 0,-1 0 0,0-1 0,-1 0 0,0 0 0,6-23 0,-10 32 0,-2-1 0,1 0 0,-1 1 0,0-1 0,0 0 0,0 0 0,-1 0 0,0 0 0,0 0 0,-1 0 0,0 0 0,0 1 0,0-1 0,0 0 0,-1 0 0,0 1 0,-4-8 0,5 11 17,-1 0-1,1 0 0,-1 0 0,1 0 1,-1 0-1,0 0 0,0 1 0,0-1 1,0 1-1,0 0 0,0-1 0,0 1 1,0 0-1,-1 0 0,1 0 0,0 0 1,-1 1-1,1-1 0,0 1 0,-4-1 1,3 1-149,-1 0 1,0 0 0,1 1-1,-1-1 1,1 1 0,-1 0 0,1 0-1,-1 0 1,1 0 0,0 1 0,-1 0-1,-5 3 1,-7 7-6695</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5.188"/>
    </inkml:context>
    <inkml:brush xml:id="br0">
      <inkml:brushProperty name="width" value="0.05" units="cm"/>
      <inkml:brushProperty name="height" value="0.05" units="cm"/>
      <inkml:brushProperty name="color" value="#FFFFFF"/>
    </inkml:brush>
  </inkml:definitions>
  <inkml:trace contextRef="#ctx0" brushRef="#br0">115 6 24575,'-28'-2'0,"26"1"0,0 0 0,0 1 0,-1-1 0,1 1 0,0 0 0,0 0 0,-1-1 0,1 1 0,0 1 0,0-1 0,-1 0 0,1 1 0,0-1 0,0 1 0,0 0 0,0-1 0,0 1 0,0 0 0,0 0 0,0 0 0,0 1 0,0-1 0,0 0 0,1 1 0,-1-1 0,0 1 0,1 0 0,-1 0 0,-1 2 0,0 3 0,-1-1 0,1 1 0,0 0 0,1 1 0,-1-1 0,2 0 0,-1 1 0,1-1 0,0 1 0,0 10 0,1 5 0,0 0 0,5 26 0,-3-40 0,-1 0 0,1 1 0,1-1 0,0 0 0,0 0 0,0 0 0,2-1 0,-1 1 0,11 14 0,-13-19 0,1-1 0,0 0 0,1 0 0,-1 0 0,0 0 0,1 0 0,0-1 0,-1 1 0,1-1 0,0 0 0,0 0 0,0-1 0,0 1 0,1-1 0,-1 0 0,0 0 0,1 0 0,-1-1 0,1 1 0,-1-1 0,0 0 0,1-1 0,6 0 0,-2-1 0,0-1 0,-1 1 0,1-2 0,-1 1 0,0-1 0,0 0 0,0-1 0,0 0 0,-1 0 0,1-1 0,-1 0 0,-1 0 0,1-1 0,-1 0 0,0 0 0,5-9 0,-7 10 0,1 0 0,-1-1 0,-1 1 0,1-1 0,-1 0 0,-1 0 0,1-1 0,-1 1 0,0 0 0,-1-1 0,0 1 0,0-1 0,0 0 0,-1 1 0,0-1 0,-1 1 0,0-1 0,0 0 0,-3-11 0,2 16 18,1-1 0,-1 1 0,0-1 0,0 1 0,0 0 0,0-1 0,-1 1 0,1 0 0,-1 1 0,0-1 0,0 0 0,0 1 0,0-1 0,0 1 0,-1 0 0,1 0 0,-1 1 0,-3-3 0,-2 1-262,-1 1 0,1 0 0,-1 0 0,1 0 1,-1 1-1,-11 1 0,-4 0-6582</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5.576"/>
    </inkml:context>
    <inkml:brush xml:id="br0">
      <inkml:brushProperty name="width" value="0.05" units="cm"/>
      <inkml:brushProperty name="height" value="0.05" units="cm"/>
      <inkml:brushProperty name="color" value="#FFFFFF"/>
    </inkml:brush>
  </inkml:definitions>
  <inkml:trace contextRef="#ctx0" brushRef="#br0">95 4 24575,'-4'0'0,"-1"0"0,1 0 0,-1 0 0,1 0 0,-1 1 0,1 0 0,0 0 0,-1 0 0,1 1 0,-5 2 0,6-2 0,1 0 0,0 0 0,-1 0 0,1 0 0,0 0 0,0 1 0,1-1 0,-1 1 0,0 0 0,1-1 0,0 1 0,-1 0 0,1 0 0,0 0 0,0 0 0,0 3 0,-3 15 0,0 1 0,1-1 0,2 1 0,0 0 0,1 0 0,6 40 0,-5-58 0,-1 0 0,1-1 0,0 1 0,0-1 0,0 1 0,0 0 0,1-1 0,-1 0 0,1 1 0,0-1 0,0 0 0,4 5 0,-3-6 0,-1 0 0,1 0 0,-1 0 0,1-1 0,0 1 0,0-1 0,0 0 0,0 0 0,0 0 0,0 0 0,0-1 0,0 1 0,0-1 0,0 1 0,5-1 0,0-1 0,0 1 0,0-1 0,0 0 0,-1-1 0,1 0 0,0 0 0,-1-1 0,0 1 0,0-2 0,0 1 0,0-1 0,0 0 0,0 0 0,-1-1 0,0 0 0,0 0 0,-1-1 0,1 1 0,-1-1 0,0-1 0,-1 1 0,1 0 0,4-11 0,-6 12 0,0-1 0,-1 0 0,0 1 0,0-1 0,0 0 0,-1 0 0,0-1 0,0 1 0,0 0 0,-1 0 0,0 0 0,0-1 0,0 1 0,-1 0 0,0 0 0,0 0 0,-1 0 0,0 0 0,0 0 0,0 0 0,-1 1 0,0-1 0,0 1 0,0-1 0,0 1 0,-1 0 0,0 0 0,0 1 0,-9-8 0,8 7-151,-1 1-1,0 0 0,0 0 0,-1 0 1,1 1-1,-1 0 0,0 0 1,-11-2-1,-1 0-6674</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6.059"/>
    </inkml:context>
    <inkml:brush xml:id="br0">
      <inkml:brushProperty name="width" value="0.05" units="cm"/>
      <inkml:brushProperty name="height" value="0.05" units="cm"/>
      <inkml:brushProperty name="color" value="#FFFFFF"/>
    </inkml:brush>
  </inkml:definitions>
  <inkml:trace contextRef="#ctx0" brushRef="#br0">94 98 24575,'-8'23'0,"1"-7"0,0 16 0,1 0 0,2 1 0,1-1 0,4 66 0,0-51 0,-8 66 0,7-107 0,-1 0 0,0 0 0,0 0 0,0 0 0,-1-1 0,0 1 0,0-1 0,-6 11 0,8-16 0,0 1 0,0-1 0,0 0 0,-1 0 0,1 1 0,0-1 0,0 0 0,0 0 0,0 0 0,-1 1 0,1-1 0,0 0 0,0 0 0,0 0 0,-1 0 0,1 1 0,0-1 0,0 0 0,-1 0 0,1 0 0,0 0 0,0 0 0,-1 0 0,1 0 0,0 0 0,-1 0 0,1 0 0,0 0 0,0 0 0,-1 0 0,1 0 0,0 0 0,0 0 0,-1 0 0,1 0 0,0 0 0,-1 0 0,1 0 0,0 0 0,0-1 0,-1 1 0,1 0 0,0 0 0,0 0 0,0 0 0,-1-1 0,1 1 0,0 0 0,0 0 0,0 0 0,0-1 0,-1 1 0,1 0 0,0 0 0,0-1 0,0 1 0,0 0 0,0 0 0,0-1 0,0 1 0,0 0 0,0-1 0,-6-22 0,5 20 0,-6-38 0,2 0 0,2 0 0,2 0 0,1-1 0,2 1 0,2 0 0,2 0 0,12-43 0,-14 66 0,1 1 0,1-1 0,9-18 0,-13 32 0,-1 1 0,1-1 0,0 1 0,0 0 0,0 0 0,0-1 0,1 1 0,0 1 0,-1-1 0,1 0 0,0 1 0,0-1 0,0 1 0,0 0 0,1 0 0,-1 0 0,1 1 0,-1-1 0,1 1 0,0 0 0,6-2 0,-7 3 0,-1 0 0,1 1 0,0-1 0,-1 0 0,1 1 0,-1 0 0,1 0 0,-1 0 0,1 0 0,-1 0 0,0 0 0,1 0 0,-1 1 0,0-1 0,0 1 0,0 0 0,0 0 0,0-1 0,-1 1 0,1 0 0,0 1 0,-1-1 0,0 0 0,1 0 0,-1 1 0,1 2 0,2 3 0,-1-1 0,-1 1 0,1 0 0,-1 0 0,-1 0 0,1 0 0,-1 10 0,-1-11-72,-1 1 1,0-1-1,0 0 0,-1 0 0,0 0 0,-1 0 0,1 0 0,-1 0 1,0-1-1,-1 1 0,0-1 0,0 0 0,0 0 0,-1 0 0,1-1 1,-1 1-1,-1-1 0,-10 8 0,0-1-6754</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6.556"/>
    </inkml:context>
    <inkml:brush xml:id="br0">
      <inkml:brushProperty name="width" value="0.05" units="cm"/>
      <inkml:brushProperty name="height" value="0.05" units="cm"/>
      <inkml:brushProperty name="color" value="#FFFFFF"/>
    </inkml:brush>
  </inkml:definitions>
  <inkml:trace contextRef="#ctx0" brushRef="#br0">223 163 24575,'2'-3'0,"0"0"0,-1 0 0,1 0 0,-1 0 0,1 0 0,-1 0 0,0 0 0,0 0 0,-1-1 0,1 1 0,-1 0 0,1-1 0,-1 1 0,0 0 0,0-1 0,0 1 0,-2-6 0,0-3 0,0 2 0,-1-1 0,-9-21 0,12 30 0,-1 0 0,0 0 0,0 0 0,0 0 0,0 0 0,0 0 0,0 1 0,-1-1 0,1 0 0,-1 1 0,1-1 0,-1 1 0,0-1 0,1 1 0,-1 0 0,0 0 0,0-1 0,0 2 0,0-1 0,0 0 0,-2-1 0,1 2 0,0 0 0,0 0 0,1 0 0,-1 0 0,0 1 0,0-1 0,0 1 0,1-1 0,-1 1 0,0 0 0,1 0 0,-1 0 0,1 1 0,-4 1 0,-4 4 0,-1 1 0,1 0 0,1 1 0,0 0 0,-15 19 0,14-16 0,2 1 0,0 0 0,0 0 0,-7 18 0,12-23 0,0 1 0,0-1 0,1 1 0,0 0 0,0 0 0,1 0 0,0 0 0,1 13 0,0-20 0,0 0 0,0 1 0,1-1 0,-1 0 0,0 0 0,1 0 0,0 0 0,-1 0 0,1 0 0,0 0 0,0 0 0,0-1 0,0 1 0,0 0 0,1 0 0,-1-1 0,0 1 0,1-1 0,-1 1 0,1-1 0,-1 0 0,1 1 0,0-1 0,0 0 0,0 0 0,0 0 0,-1 0 0,1-1 0,0 1 0,0-1 0,0 1 0,1-1 0,-1 1 0,0-1 0,0 0 0,0 0 0,0 0 0,0 0 0,0-1 0,4 0 0,3 0 0,0-1 0,0 0 0,-1-1 0,1 0 0,0-1 0,-1 1 0,15-11 0,-6 2 0,0-2 0,-1 0 0,20-23 0,-18 18 0,31-27 0,-48 45 0,1-1 0,0 1 0,0 0 0,0 0 0,0-1 0,0 1 0,0 0 0,0 1 0,0-1 0,1 0 0,-1 1 0,0-1 0,0 1 0,1 0 0,-1-1 0,3 1 0,-4 1 0,1-1 0,-1 1 0,1-1 0,-1 1 0,1 0 0,-1 0 0,1-1 0,-1 1 0,0 0 0,1 0 0,-1 1 0,0-1 0,0 0 0,0 0 0,0 0 0,0 1 0,0-1 0,0 1 0,0-1 0,0 1 0,-1-1 0,1 1 0,0 1 0,11 30 129,-5-13-428,1 0 0,1-1 0,1 0 1,13 21-1,-12-25-6527</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6.757"/>
    </inkml:context>
    <inkml:brush xml:id="br0">
      <inkml:brushProperty name="width" value="0.05" units="cm"/>
      <inkml:brushProperty name="height" value="0.05" units="cm"/>
      <inkml:brushProperty name="color" value="#FFFFFF"/>
    </inkml:brush>
  </inkml:definitions>
  <inkml:trace contextRef="#ctx0" brushRef="#br0">15 30 24575,'-3'-3'0,"-2"-4"0,1-4 0,1 2 0,4 10 0,5 8 0,4 5 0,4 6 0,3 7 0,1 4 0,4 4 0,1-2 0,1-3 0,-2-3 0,-1-4 0,-4-2 0,-2-5 0,-4-5-8191</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6.941"/>
    </inkml:context>
    <inkml:brush xml:id="br0">
      <inkml:brushProperty name="width" value="0.05" units="cm"/>
      <inkml:brushProperty name="height" value="0.05" units="cm"/>
      <inkml:brushProperty name="color" value="#FFFFFF"/>
    </inkml:brush>
  </inkml:definitions>
  <inkml:trace contextRef="#ctx0" brushRef="#br0">233 58 24575,'0'-7'0,"0"-4"0,0-4 0,-3 0 0,-4 7 0,-4 7 0,-3 10 0,-3 7 0,-4 6 0,-2 7 0,0 3 0,1 4 0,1 1 0,1-2 0,3-5 0,3-3 0,2-4 0,5-6-8191</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7.161"/>
    </inkml:context>
    <inkml:brush xml:id="br0">
      <inkml:brushProperty name="width" value="0.05" units="cm"/>
      <inkml:brushProperty name="height" value="0.05" units="cm"/>
      <inkml:brushProperty name="color" value="#FFFFFF"/>
    </inkml:brush>
  </inkml:definitions>
  <inkml:trace contextRef="#ctx0" brushRef="#br0">39 32 24575,'-3'0'0,"-4"-3"0,-4-1 0,0-2 0,4-2 0,8 2 0,6 1 0,8 6 0,4 1 0,3 4 0,-3 1-8191</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7.301"/>
    </inkml:context>
    <inkml:brush xml:id="br0">
      <inkml:brushProperty name="width" value="0.05" units="cm"/>
      <inkml:brushProperty name="height" value="0.05" units="cm"/>
      <inkml:brushProperty name="color" value="#FFFFFF"/>
    </inkml:brush>
  </inkml:definitions>
  <inkml:trace contextRef="#ctx0" brushRef="#br0">1 1 24575,'0'3'0,"3"4"0,4 1 0,7-1 0,4-2 0,3-1 0,-3-2-8191</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8.005"/>
    </inkml:context>
    <inkml:brush xml:id="br0">
      <inkml:brushProperty name="width" value="0.05" units="cm"/>
      <inkml:brushProperty name="height" value="0.05" units="cm"/>
      <inkml:brushProperty name="color" value="#FFFFFF"/>
    </inkml:brush>
  </inkml:definitions>
  <inkml:trace contextRef="#ctx0" brushRef="#br0">227 256 24575,'1'-6'0,"1"0"0,-1 1 0,1-1 0,0 1 0,0-1 0,1 1 0,0 0 0,3-6 0,3-5 0,-2 3 0,-1-1 0,0 0 0,-1 0 0,0 0 0,2-18 0,-6 30 0,0-1 0,-1 0 0,0 0 0,0 0 0,0 1 0,0-1 0,0 0 0,0 0 0,-1 0 0,0 1 0,1-1 0,-1 0 0,0 0 0,0 1 0,0-1 0,-1 1 0,1-1 0,-1 1 0,1 0 0,-1-1 0,0 1 0,0 0 0,0 0 0,0 0 0,0 1 0,0-1 0,0 0 0,-1 1 0,1-1 0,-1 1 0,1 0 0,-1 0 0,0 0 0,-4-1 0,-1 0 0,-1 0 0,1 1 0,-1 0 0,0 1 0,1 0 0,-1 0 0,0 1 0,1 0 0,-1 1 0,1 0 0,-14 4 0,10-1 0,-1 0 0,2 0 0,-1 1 0,1 0 0,0 1 0,0 0 0,-11 11 0,20-17 0,0 1 0,0 0 0,0 0 0,0 1 0,0-1 0,0 0 0,1 1 0,-1-1 0,1 1 0,0-1 0,0 1 0,-1 0 0,2-1 0,-1 1 0,0 0 0,1 0 0,-1 0 0,1 5 0,0-4 0,1 0 0,-1 0 0,1-1 0,1 1 0,-1 0 0,0 0 0,1-1 0,0 1 0,0-1 0,0 1 0,0-1 0,3 4 0,8 6 0,0 0 0,1 0 0,0-1 0,26 16 0,47 27 0,-49-32 0,-1 1 0,-1 1 0,51 48 0,-83-69 0,0 1 0,0-1 0,-1 0 0,1 1 0,-1 0 0,0 0 0,-1 0 0,1 0 0,-1 0 0,0 1 0,0-1 0,2 10 0,-4-12 0,0 0 0,0 0 0,0 0 0,0 0 0,-1 0 0,0 0 0,1 0 0,-1 0 0,0 0 0,0 0 0,-1 0 0,1-1 0,0 1 0,-1-1 0,0 1 0,0-1 0,1 1 0,-1-1 0,-1 0 0,1 0 0,0 0 0,0 0 0,-1 0 0,1-1 0,-5 3 0,-6 3 43,1-1 0,-1 0-1,0-1 1,0 0 0,-1-1-1,1-1 1,-25 3 0,30-5-157,0 0 0,0-1 0,0 0 0,0 0 1,0-1-1,0 0 0,0 0 0,0-1 1,0 0-1,0 0 0,1-1 0,-1 0 1,1 0-1,-11-7 0,0-5-6712</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8.426"/>
    </inkml:context>
    <inkml:brush xml:id="br0">
      <inkml:brushProperty name="width" value="0.05" units="cm"/>
      <inkml:brushProperty name="height" value="0.05" units="cm"/>
      <inkml:brushProperty name="color" value="#FFFFFF"/>
    </inkml:brush>
  </inkml:definitions>
  <inkml:trace contextRef="#ctx0" brushRef="#br0">74 105 24575,'-1'2'0,"1"-1"0,-1 1 0,1-1 0,-1 1 0,1-1 0,-1 1 0,0-1 0,1 1 0,-1-1 0,0 0 0,0 1 0,0-1 0,0 0 0,-2 2 0,-8 13 0,11-15 0,0 0 0,0 0 0,0 0 0,0 0 0,0-1 0,0 1 0,0 0 0,1 0 0,-1 0 0,0 0 0,1-1 0,-1 1 0,0 0 0,1 0 0,-1-1 0,1 1 0,-1 0 0,1-1 0,-1 1 0,1-1 0,0 1 0,-1 0 0,1-1 0,0 1 0,0 0 0,4 1 0,-1 1 0,1-1 0,-1 0 0,1 0 0,0 0 0,-1-1 0,1 1 0,0-1 0,0 0 0,0-1 0,0 1 0,0-1 0,0 0 0,0 0 0,10-2 0,-10 1 0,0 0 0,0 0 0,0 0 0,0-1 0,0 0 0,0 0 0,0 0 0,0 0 0,-1-1 0,1 0 0,-1 0 0,0 0 0,0-1 0,0 1 0,4-5 0,-6 5 0,1-1 0,0 1 0,-1-1 0,0 0 0,0 1 0,0-1 0,-1 0 0,1 0 0,-1 0 0,0 0 0,0-1 0,0 1 0,-1 0 0,1 0 0,-1-6 0,-1 7 0,0 0 0,1 0 0,-1 0 0,-1 0 0,1 0 0,0 0 0,-1 0 0,1 0 0,-1 1 0,0-1 0,0 1 0,0-1 0,0 1 0,0 0 0,-1-1 0,1 1 0,-1 0 0,1 1 0,-1-1 0,0 0 0,-3-1 0,1 1 0,0-1 0,0 1 0,0 0 0,0 1 0,0-1 0,0 1 0,-1 0 0,1 0 0,0 1 0,-1-1 0,1 1 0,0 0 0,-1 1 0,1-1 0,0 1 0,-1 0 0,1 1 0,0-1 0,0 1 0,0 0 0,0 0 0,0 1 0,0-1 0,1 1 0,-1 0 0,1 0 0,0 1 0,0-1 0,0 1 0,0 0 0,-3 5 0,2-2 0,0-1 0,0 1 0,1 0 0,0 1 0,0-1 0,1 0 0,0 1 0,0 0 0,1 0 0,0 0 0,1 0 0,-1 0 0,1 0 0,1 0 0,0 1 0,0-1 0,0 0 0,1 0 0,1 0 0,1 10 0,0-11-65,0-1 0,0 1 0,0 0 0,1-1 0,0 0 0,0 0 0,1 0 0,-1 0 0,1-1 0,1 0 0,-1 0 0,1 0 0,-1 0 0,2-1 0,-1 0 0,0-1 0,1 1 0,-1-1 0,1 0 0,7 2 0,17 4-6761</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8.847"/>
    </inkml:context>
    <inkml:brush xml:id="br0">
      <inkml:brushProperty name="width" value="0.05" units="cm"/>
      <inkml:brushProperty name="height" value="0.05" units="cm"/>
      <inkml:brushProperty name="color" value="#FFFFFF"/>
    </inkml:brush>
  </inkml:definitions>
  <inkml:trace contextRef="#ctx0" brushRef="#br0">258 113 24575,'-1'-5'0,"1"0"0,-1 0 0,0 0 0,0 0 0,0 1 0,0-1 0,-1 0 0,0 1 0,0-1 0,0 1 0,-1 0 0,1 0 0,-1 0 0,0 0 0,0 0 0,-1 0 0,1 1 0,-1-1 0,1 1 0,-1 0 0,0 1 0,-1-1 0,1 0 0,0 1 0,-8-3 0,8 3 0,-1 1 0,1 0 0,-1-1 0,1 1 0,-1 1 0,0-1 0,1 1 0,-1-1 0,0 2 0,1-1 0,-1 0 0,0 1 0,1 0 0,-1 0 0,1 0 0,-1 0 0,1 1 0,0 0 0,-1 0 0,1 0 0,0 1 0,0-1 0,0 1 0,1 0 0,-1 0 0,1 0 0,-4 4 0,0 3 0,0 0 0,0 0 0,2 0 0,-1 1 0,1-1 0,-4 16 0,6-18 0,1-1 0,0 1 0,0 0 0,1 0 0,0 0 0,0 0 0,1 0 0,0 0 0,0 0 0,3 10 0,-2-15 0,0 0 0,0 1 0,1-1 0,0 0 0,-1 1 0,1-1 0,1 0 0,-1-1 0,0 1 0,1 0 0,-1-1 0,1 1 0,0-1 0,0 0 0,0 1 0,0-2 0,0 1 0,0 0 0,0-1 0,1 1 0,-1-1 0,1 0 0,-1 0 0,1 0 0,-1-1 0,1 1 0,0-1 0,-1 0 0,8 0 0,-5 0 0,1 0 0,-1-1 0,0 0 0,1 0 0,-1 0 0,0-1 0,0 0 0,0 0 0,0 0 0,0-1 0,-1 0 0,1 0 0,-1-1 0,1 1 0,-1-1 0,6-6 0,-3-2 0,0 0 0,0 0 0,-1 0 0,8-22 0,14-24 0,-29 58 0,0-1 0,0 1 0,1-1 0,-1 0 0,1 1 0,-1-1 0,0 1 0,1-1 0,-1 1 0,1-1 0,-1 1 0,1-1 0,-1 1 0,1 0 0,0-1 0,-1 1 0,1 0 0,-1-1 0,1 1 0,0 0 0,-1 0 0,2-1 0,-1 1 0,0 1 0,-1-1 0,1 0 0,-1 1 0,1-1 0,-1 0 0,1 1 0,-1-1 0,1 0 0,-1 1 0,1-1 0,-1 1 0,0-1 0,1 1 0,-1-1 0,1 1 0,-1-1 0,0 1 0,1 1 0,9 36 0,-9-32 0,1 0 7,3 21-350,1-1 0,2 1 0,16 37 0,-11-39-6483</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49.178"/>
    </inkml:context>
    <inkml:brush xml:id="br0">
      <inkml:brushProperty name="width" value="0.05" units="cm"/>
      <inkml:brushProperty name="height" value="0.05" units="cm"/>
      <inkml:brushProperty name="color" value="#FFFFFF"/>
    </inkml:brush>
  </inkml:definitions>
  <inkml:trace contextRef="#ctx0" brushRef="#br0">6 74 24575,'-3'-16'0,"3"14"0,-1 1 0,1-1 0,-1 0 0,1 1 0,0-1 0,0 0 0,0 0 0,0 1 0,0-1 0,1-3 0,-1 5 0,1-1 0,-1 0 0,1 1 0,0-1 0,-1 1 0,1-1 0,0 1 0,-1-1 0,1 1 0,0-1 0,-1 1 0,1 0 0,0-1 0,0 1 0,0 0 0,-1 0 0,1-1 0,0 1 0,0 0 0,0 0 0,0 0 0,-1 0 0,1 0 0,0 0 0,0 0 0,0 1 0,0-1 0,-1 0 0,2 1 0,4 0 0,1 1 0,-1 0 0,0 0 0,0 1 0,0-1 0,-1 1 0,1 1 0,10 7 0,-3-1 0,1 2 0,13 14 0,-20-18 0,-1-1 0,1 2 0,-1-1 0,0 1 0,-1-1 0,0 2 0,0-1 0,-1 0 0,0 1 0,-1 0 0,0 0 0,-1 0 0,0 0 0,0 0 0,-1 1 0,-1-1 0,0 16 0,0-25 0,0 1 0,0-1 0,0 0 0,0 0 0,0 0 0,0 0 0,-1 0 0,1 0 0,0 0 0,-1 0 0,1 0 0,0-1 0,-1 1 0,1 0 0,-1 0 0,0 0 0,1 0 0,-1 0 0,0-1 0,1 1 0,-1 0 0,0-1 0,0 1 0,1 0 0,-1-1 0,0 1 0,0-1 0,-1 1 0,1-1 0,0 0 0,0-1 0,0 1 0,0 0 0,0-1 0,0 1 0,0 0 0,1-1 0,-1 1 0,0-1 0,0 0 0,0 1 0,1-1 0,-1 0 0,0 1 0,1-1 0,-1 0 0,1 0 0,-1 1 0,1-1 0,-1 0 0,1 0 0,-1 0 0,1 0 0,0 0 0,0 0 0,-1 0 0,1 0 0,0 0 0,0-1 0,-2-11 0,1-1 0,0 1 0,1-1 0,0 0 0,1 1 0,1-1 0,0 1 0,1-1 0,1 1 0,-1 0 0,2 0 0,0 1 0,1-1 0,0 1 0,11-17 0,-12 23-151,0-1-1,1 1 0,-1 0 0,1 0 1,0 0-1,1 1 0,0 0 1,12-7-1,0 3-6674</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0.048"/>
    </inkml:context>
    <inkml:brush xml:id="br0">
      <inkml:brushProperty name="width" value="0.05" units="cm"/>
      <inkml:brushProperty name="height" value="0.05" units="cm"/>
      <inkml:brushProperty name="color" value="#FFFFFF"/>
    </inkml:brush>
  </inkml:definitions>
  <inkml:trace contextRef="#ctx0" brushRef="#br0">290 282 24575,'-1'-6'0,"-1"1"0,1-1 0,-1 1 0,0 0 0,0-1 0,-1 1 0,1 0 0,-5-6 0,-2-5 0,5 8 0,1 1 0,-1-1 0,0 1 0,0 0 0,-10-11 0,13 16 0,0 1 0,0 0 0,-1 0 0,1 0 0,0 0 0,-1 0 0,1 0 0,-1 0 0,1 0 0,-1 0 0,0 0 0,1 1 0,-1-1 0,0 1 0,1 0 0,-1-1 0,0 1 0,0 0 0,1 0 0,-1 0 0,0 0 0,0 0 0,0 0 0,1 1 0,-1-1 0,0 0 0,1 1 0,-3 0 0,-5 4 0,0 0 0,0 0 0,0 1 0,1 1 0,0-1 0,0 1 0,0 0 0,1 1 0,-10 13 0,3-2 0,2 0 0,-1 1 0,-10 27 0,19-38 0,0 0 0,0 0 0,2 0 0,-1 1 0,1 0 0,0-1 0,0 19 0,2-25 0,0 1 0,0-1 0,1 0 0,-1 0 0,1 1 0,-1-1 0,1 0 0,0 0 0,1 0 0,-1 0 0,0 0 0,1 0 0,0 0 0,-1 0 0,1-1 0,0 1 0,1 0 0,-1-1 0,0 0 0,1 0 0,-1 1 0,1-2 0,0 1 0,-1 0 0,1 0 0,0-1 0,4 2 0,2 0 0,0-1 0,0 0 0,1 0 0,-1-1 0,1 0 0,-1-1 0,1 0 0,-1-1 0,1 0 0,-1 0 0,1-1 0,-1 0 0,0 0 0,0-1 0,0-1 0,12-5 0,-5 1 0,-1 0 0,0-1 0,-1-1 0,0 0 0,-1-1 0,0 0 0,0-1 0,13-18 0,-14 14 0,0-1 0,-1-1 0,-1 0 0,-1-1 0,-1 0 0,0 0 0,5-23 0,-3 3 0,-2 0 0,4-68 0,-12 90 0,0 17 0,0 0 0,0 0 0,0 1 0,0-1 0,0 0 0,0 0 0,0 0 0,0 0 0,0 0 0,0 0 0,0 0 0,-1 0 0,1 0 0,0 0 0,0 0 0,0 0 0,0 0 0,0 0 0,0 0 0,0 0 0,0 0 0,0 0 0,0 0 0,0 0 0,0 0 0,0 0 0,-1 0 0,1 0 0,0 0 0,0 0 0,0 0 0,0 0 0,0 0 0,0 0 0,0 0 0,0 0 0,0 0 0,0 0 0,0 0 0,0 0 0,0 0 0,-1 0 0,1 0 0,0 0 0,0 0 0,0-1 0,0 1 0,0 0 0,0 0 0,0 0 0,0 0 0,0 0 0,0 0 0,0 0 0,0 0 0,0 0 0,0 0 0,0 0 0,0 0 0,0 0 0,0-1 0,0 1 0,0 0 0,0 0 0,0 0 0,0 0 0,0 0 0,0 0 0,-7 26 0,-1 51 0,5 154 0,4-137 0,-1-89 0,0 0 0,1 0 0,-1 0 0,1-1 0,0 1 0,2 5 0,-3-9 0,0 0 0,1 0 0,-1-1 0,0 1 0,1 0 0,-1 0 0,1-1 0,-1 1 0,1-1 0,-1 1 0,1 0 0,0-1 0,-1 1 0,1-1 0,0 1 0,-1-1 0,1 1 0,0-1 0,-1 0 0,1 1 0,0-1 0,0 0 0,0 0 0,-1 0 0,1 1 0,0-1 0,0 0 0,0 0 0,0 0 0,-1 0 0,1 0 0,0-1 0,0 1 0,0 0 0,-1 0 0,1 0 0,0-1 0,0 1 0,-1 0 0,1-1 0,0 1 0,0-1 0,-1 1 0,2-1 0,5-5 0,1 0 0,-1 0 0,0 0 0,-1-1 0,1 0 0,-1 0 0,9-15 0,14-16 0,-23 31 0,0 1 0,0 0 0,1 1 0,13-11 0,-18 15 0,-1 1 0,1-1 0,0 0 0,-1 0 0,1 1 0,0-1 0,0 0 0,-1 1 0,1 0 0,0-1 0,0 1 0,0 0 0,0 0 0,0 0 0,-1 0 0,1 1 0,0-1 0,0 0 0,0 1 0,-1-1 0,1 1 0,0 0 0,0-1 0,-1 1 0,1 0 0,-1 0 0,1 0 0,-1 0 0,3 2 0,26 31 0,-26-28 0,1 0 0,0-1 0,0 1 0,0-1 0,1 0 0,0 0 0,12 7 0,-12-9 0,-1 0 0,1 0 0,0-1 0,0 0 0,0 0 0,0-1 0,1 1 0,-1-1 0,0-1 0,0 1 0,1-1 0,-1 0 0,0-1 0,8 0 0,-10-1 0,1 1 0,-1-1 0,1 0 0,-1 0 0,0 0 0,0 0 0,0-1 0,0 0 0,0 0 0,0 0 0,-1 0 0,1-1 0,-1 1 0,0-1 0,0 0 0,-1 0 0,1 0 0,-1 0 0,3-6 0,2-6 0,9-29 0,-14 41 0,-1 0 0,0-1 0,0 0 0,0 1 0,-1-1 0,0 1 0,0-1 0,0 0 0,0 1 0,-1-1 0,-1-6 0,2 11 0,0 0 0,0 0 0,0 0 0,0 0 0,0 1 0,0-1 0,0 0 0,0 0 0,0 0 0,-1 0 0,1 0 0,0 1 0,0-1 0,0 0 0,0 0 0,0 0 0,0 0 0,0 0 0,-1 0 0,1 0 0,0 0 0,0 0 0,0 0 0,0 1 0,0-1 0,-1 0 0,1 0 0,0 0 0,0 0 0,0 0 0,0 0 0,-1 0 0,1 0 0,0 0 0,0 0 0,0 0 0,0 0 0,-1 0 0,1-1 0,0 1 0,0 0 0,0 0 0,0 0 0,0 0 0,-1 0 0,1 0 0,0 0 0,0 0 0,0 0 0,0-1 0,0 1 0,0 0 0,0 0 0,0 0 0,-1 0 0,1 0 0,0 0 0,0-1 0,0 1 0,0 0 0,0 0 0,0 0 0,0-1 0,-4 15 0,0 17 0,1 0 0,2 0 0,3 35 0,-1-62-105,-1 1 0,1-1 0,0 0 0,0 1 0,0-1 0,0 0 0,1 0 0,-1 0 0,1 0 0,1 0 0,-1 0 0,4 5 0,5 3-6721</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0.174"/>
    </inkml:context>
    <inkml:brush xml:id="br0">
      <inkml:brushProperty name="width" value="0.05" units="cm"/>
      <inkml:brushProperty name="height" value="0.05" units="cm"/>
      <inkml:brushProperty name="color" value="#FFFFFF"/>
    </inkml:brush>
  </inkml:definitions>
  <inkml:trace contextRef="#ctx0" brushRef="#br0">49 1 24575,'-3'0'0,"-4"3"0,-4 1 0,-1 3 0,3 3 0,2 1-8191</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50.928"/>
    </inkml:context>
    <inkml:brush xml:id="br0">
      <inkml:brushProperty name="width" value="0.05" units="cm"/>
      <inkml:brushProperty name="height" value="0.05" units="cm"/>
      <inkml:brushProperty name="color" value="#FFFFFF"/>
    </inkml:brush>
  </inkml:definitions>
  <inkml:trace contextRef="#ctx0" brushRef="#br0">1 9 24575,'1'0'0,"1"0"0,-1 1 0,1-1 0,0 1 0,-1 0 0,1-1 0,-1 1 0,1 0 0,-1 0 0,0 0 0,1 0 0,-1 0 0,0 0 0,0 0 0,0 1 0,0-1 0,0 0 0,0 1 0,0-1 0,0 1 0,1 2 0,15 36 0,-15-34 0,9 31 0,-9-26 0,2 1 0,8 19 0,-12-30 0,0 0 0,1 0 0,-1 0 0,1 0 0,-1 0 0,1 0 0,0 0 0,-1 0 0,1 0 0,0 0 0,0-1 0,-1 1 0,1 0 0,0 0 0,0-1 0,0 1 0,0-1 0,0 1 0,0-1 0,0 1 0,0-1 0,0 0 0,0 1 0,1-1 0,-1 0 0,0 0 0,0 0 0,2 0 0,1-1 0,-1 0 0,1 0 0,-1 0 0,0-1 0,0 0 0,1 1 0,3-5 0,-5 5 0,0-1 0,0 0 0,0 1 0,1-1 0,-1 1 0,0 0 0,0 0 0,1 0 0,-1 0 0,1 0 0,-1 1 0,1-1 0,-1 1 0,1-1 0,-1 1 0,1 0 0,0 0 0,3 1 0,10 3 0,0 0 0,1 0 0,-1-2 0,1 0 0,-1-1 0,1 0 0,22-3 0,-11-1 0,0-2 0,0 0 0,40-14 0,-54 14 0,-1 0 0,0 0 0,-1-2 0,22-13 0,-29 16 0,0 1 0,0-2 0,0 1 0,-1 0 0,1-1 0,-1 0 0,0 0 0,-1 0 0,1-1 0,-1 1 0,0-1 0,4-9 0,-7 13 0,0 1 0,1-1 0,-1 1 0,0 0 0,1-1 0,-1 1 0,0-1 0,0 1 0,0 0 0,0-1 0,-1-2 0,1 4 0,0-1 0,0 1 0,-1-1 0,1 1 0,0-1 0,0 1 0,0 0 0,-1-1 0,1 1 0,0 0 0,-1-1 0,1 1 0,0 0 0,-1-1 0,1 1 0,0 0 0,-1 0 0,1-1 0,-1 1 0,1 0 0,-1 0 0,1 0 0,0 0 0,-1-1 0,-1 1 0,1 0 0,-1 1 0,1-1 0,0 0 0,-1 1 0,1-1 0,0 0 0,0 1 0,-1-1 0,1 1 0,0 0 0,0-1 0,0 1 0,0 0 0,0 0 0,0 0 0,0 0 0,0 0 0,0 0 0,0 0 0,0 0 0,-1 2 0,-2 6 0,-1-1 0,2 1 0,-1 0 0,1 0 0,0 0 0,1 0 0,0 0 0,0 12 0,-2 78 0,7-31 0,14 70 0,-8-80 0,-3 0 0,-2 65 0,-4-120 0,0 0 0,0 1 0,-1-1 0,1 0 0,-1 0 0,0 0 0,0 0 0,0 0 0,0 0 0,0-1 0,-1 1 0,1 0 0,-1-1 0,0 1 0,0-1 0,0 1 0,0-1 0,0 0 0,0 0 0,-3 2 0,3-2 0,0-2 0,0 1 0,0 0 0,-1 0 0,1-1 0,0 1 0,0-1 0,0 0 0,0 1 0,0-1 0,-1 0 0,1 0 0,0-1 0,0 1 0,0 0 0,0-1 0,0 1 0,0-1 0,-1 0 0,1 0 0,0 1 0,1-1 0,-1-1 0,0 1 0,0 0 0,0 0 0,1-1 0,-4-2 0,1 0 0,1 0 0,-1 0 0,1-1 0,0 1 0,0-1 0,0 1 0,1-1 0,-1 0 0,1 0 0,0 0 0,1-1 0,-1 1 0,1 0 0,0-1 0,1 1 0,-1 0 0,1-1 0,0 1 0,0-1 0,1 1 0,0-1 0,0 1 0,2-8 0,0 1 0,1 0 0,1 0 0,-1 1 0,2 0 0,-1 0 0,2 0 0,-1 1 0,2 0 0,10-13 0,-9 15-91,0 0 0,0 1 0,0-1 0,1 2 0,-1-1 0,2 1 0,-1 1 0,1 0 0,0 1 0,0-1 0,0 2 0,0 0 0,1 0 0,16-1 0,-3 3-6735</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2.759"/>
    </inkml:context>
    <inkml:brush xml:id="br0">
      <inkml:brushProperty name="width" value="0.05" units="cm"/>
      <inkml:brushProperty name="height" value="0.05" units="cm"/>
      <inkml:brushProperty name="color" value="#FFFFFF"/>
    </inkml:brush>
  </inkml:definitions>
  <inkml:trace contextRef="#ctx0" brushRef="#br0">34 579 24575,'0'-4'0,"-1"1"0,0 0 0,0 0 0,0 0 0,0 0 0,0 0 0,-1 0 0,0 1 0,-2-5 0,-7-12 0,3-16 0,8 34 0,0 0 0,0 0 0,0 0 0,0 0 0,0 0 0,0 0 0,0 0 0,0 0 0,0 0 0,0 0 0,1 1 0,-1-1 0,0 0 0,2-2 0,-2 3 0,1 0 0,-1 0 0,0-1 0,1 1 0,-1 0 0,1 0 0,-1 0 0,1 0 0,-1-1 0,1 1 0,-1 0 0,1 0 0,-1 0 0,1 0 0,-1 0 0,1 0 0,-1 0 0,1 0 0,-1 0 0,1 1 0,-1-1 0,1 0 0,-1 0 0,1 0 0,-1 1 0,1-1 0,-1 0 0,1 0 0,0 1 0,38 21 0,-24-13 0,0 0 0,1-1 0,0-1 0,0 0 0,0-2 0,31 8 0,-25-11 0,1-1 0,-1 0 0,1-2 0,-1 0 0,0-2 0,0 0 0,0-1 0,0-2 0,-1 0 0,0-1 0,0-1 0,0-1 0,37-23 0,-24 9 0,-1 0 0,-1-2 0,-2-1 0,0-2 0,-2-1 0,46-60 0,-1-21 0,-16 23 0,-56 84 8,1 0-122,0 0-1,1 0 1,-1 0 0,0 0-1,1 0 1,0 0-1,-1 1 1,1-1-1,0 1 1,0 0-1,5-3 1,4 4-6712</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3.056"/>
    </inkml:context>
    <inkml:brush xml:id="br0">
      <inkml:brushProperty name="width" value="0.05" units="cm"/>
      <inkml:brushProperty name="height" value="0.05" units="cm"/>
      <inkml:brushProperty name="color" value="#FFFFFF"/>
    </inkml:brush>
  </inkml:definitions>
  <inkml:trace contextRef="#ctx0" brushRef="#br0">93 288 24575,'-9'0'0,"2"-1"0,0 1 0,-1 0 0,2 1 0,-1 0 0,0 0 0,-9 3 0,14-4 0,1 1 0,-1 0 0,1 0 0,-1-1 0,1 1 0,0 0 0,-1 1 0,1-1 0,0 0 0,0 0 0,0 0 0,0 1 0,0-1 0,0 0 0,0 1 0,0-1 0,0 1 0,1-1 0,-1 1 0,1 0 0,-1-1 0,1 1 0,-1 0 0,1-1 0,0 1 0,0 0 0,0-1 0,0 1 0,0 0 0,0-1 0,1 4 0,0 0 0,0-1 0,-1 1 0,2 0 0,-1-1 0,0 1 0,1-1 0,0 0 0,0 1 0,0-1 0,0 0 0,1 0 0,0-1 0,0 1 0,0 0 0,0-1 0,0 0 0,1 1 0,-1-1 0,1-1 0,0 1 0,0-1 0,0 1 0,0-1 0,1 0 0,-1-1 0,0 1 0,1-1 0,0 1 0,-1-1 0,1-1 0,-1 1 0,1-1 0,0 0 0,0 0 0,-1 0 0,6-1 0,13-3 0,-1 0 0,0-2 0,0 0 0,28-13 0,86-45 0,-112 51 0,356-194-761,-283 153-432,11-7-5044</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5.383"/>
    </inkml:context>
    <inkml:brush xml:id="br0">
      <inkml:brushProperty name="width" value="0.05" units="cm"/>
      <inkml:brushProperty name="height" value="0.05" units="cm"/>
      <inkml:brushProperty name="color" value="#FFFFFF"/>
    </inkml:brush>
  </inkml:definitions>
  <inkml:trace contextRef="#ctx0" brushRef="#br0">1297 39 24575,'2'-1'0,"1"0"0,-1 0 0,1 0 0,-1 0 0,1 0 0,-1 0 0,1-1 0,-1 1 0,0-1 0,0 1 0,0-1 0,0 0 0,0 0 0,3-4 0,10-7 0,-31 47 0,-209 450-339,-129 250-303,235-526 604,-9-6 0,-199 242 1,275-384 30,13-14 508,-36 52 0,73-96-498,1 0 0,-1 0-1,1 1 1,0-1 0,0 0-1,0 0 1,0 1 0,0-1-1,0 0 1,1 1 0,-1-1-1,1 1 1,0-1 0,0 1 0,0-1-1,0 1 1,0 0 0,0-1-1,0 1 1,1-1 0,0 0-1,-1 1 1,3 3 0,-1-2-1,1-1 1,-1 1 0,1-1-1,0 0 1,1 0 0,-1 0-1,0 0 1,1 0 0,0-1-1,-1 1 1,1-1 0,7 3-1,111 57-93,-2 6-1,212 159 0,182 213-183,-259-192 275,55 48 0,-261-256 141,-33-29-59,-1 2 0,0-1-1,0 2 1,17 21 0,-7-5-82,1-1 0,2-1 0,32 23 0,-42-35 0,-14-12 0,1-1 0,0 0 0,0 0 0,0 0 0,0-1 0,0 0 0,1 0 0,-1 0 0,1 0 0,-1-1 0,11 1 0,6 0 0,40-3 0,-24-1 0,1208 36-1029,-414 56 1031,-163-14-22,-427-56-147,-163-17 633,83-8-1,-159 5-451,1 0-1,-1-1 1,0 0-1,1 0 1,-1 0-1,0 0 1,1 0-1,-1-1 1,0 0-1,0 1 1,0-1-1,0 0 1,0 0-1,-1-1 1,1 1 0,0-1-1,3-4 1,1-3-4,-1 0 1,0-1 0,8-21 0,4-6-15,59-105 4,133-241 0,-12 32 0,183-309 0,-317 554 0,94-142 0,-144 229 0,-7 13 0,-2-2 0,1 1 0,-1 0 0,8-18 0,-12 23 0,0-1 0,0 0 0,-1 0 0,1 0 0,-1 1 0,0-1 0,0 0 0,0 0 0,0 0 0,-1 0 0,1 0 0,-1 0 0,0 1 0,0-1 0,-1 0 0,-1-3 0,-12-24 0,-1 1 0,-1 1 0,-2 1 0,-1 1 0,-25-28 0,-128-114 0,-308-211-278,-29 33-112,336 232 349,152 100 51,-14-8 117,2-1 1,-39-36-1,63 51-101,2-1 1,-1 1-1,1-1 1,0-1-1,1 0 1,0 0-1,1 0 0,0-1 1,1 0-1,0 0 1,-4-20-1,6 24-26,-1 0 0,1 0 0,-1 0 0,0 0 0,-1 1 0,0-1 0,0 1 0,-1 1 0,0-1 0,0 1 0,0 0 0,-10-7 0,-7-9 0,20 20 0,0-1 0,-1 1 0,1-1 0,-1 1 0,1 0 0,-1 1 0,0-1 0,0 1 0,0-1 0,0 1 0,0 0 0,-8 0 0,-5-1 0,-32 2 0,23 1 0,-180 0-88,-786 14-955,-882 8 947,1862-23 109,6 0 22,0 0 0,-1 0 0,1 0-1,-11 3 1,17-3-16,0 0-1,-1 0 0,1 0 1,0 0-1,0 0 0,-1 1 1,1-1-1,0 0 1,0 0-1,-1 0 0,1 0 1,0 0-1,0 0 1,0 0-1,-1 1 0,1-1 1,0 0-1,0 0 0,0 0 1,0 1-1,-1-1 1,1 0-1,0 0 0,0 0 1,0 1-1,0-1 1,0 0-1,0 0 0,0 1 1,0-1-1,0 0 0,0 0 1,0 0-1,0 1 1,0-1-1,0 0 0,0 0 1,0 1-1,0-1 1,0 0-1,0 0 0,0 1 1,0-1-1,0 0 0,0 0 1,0 1-1,0-1 1,0 0-1,1 0 0,-1 0 1,0 1-1,0-1 1,0 0-1,0 0 0,1 0 1,-1 1-1,12 9-1064,-11-10 702,14 11-6465</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5.774"/>
    </inkml:context>
    <inkml:brush xml:id="br0">
      <inkml:brushProperty name="width" value="0.05" units="cm"/>
      <inkml:brushProperty name="height" value="0.05" units="cm"/>
      <inkml:brushProperty name="color" value="#FFFFFF"/>
    </inkml:brush>
  </inkml:definitions>
  <inkml:trace contextRef="#ctx0" brushRef="#br0">1 50 24575,'0'-7'0,"0"-4"0,0-7 0,0 5 0,3 12 0,1 15 0,0 18 0,-1 15 0,2 13 0,1 8 0,-2 5 0,0 6 0,1 2 0,1-13-8191</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6.087"/>
    </inkml:context>
    <inkml:brush xml:id="br0">
      <inkml:brushProperty name="width" value="0.05" units="cm"/>
      <inkml:brushProperty name="height" value="0.05" units="cm"/>
      <inkml:brushProperty name="color" value="#FFFFFF"/>
    </inkml:brush>
  </inkml:definitions>
  <inkml:trace contextRef="#ctx0" brushRef="#br0">103 676 24575,'-29'-74'0,"-24"-94"0,47 143 0,1-1 0,0-1 0,3 1 0,0 0 0,1-1 0,2 0 0,5-39 0,-4 56 0,0 0 0,1 1 0,0-1 0,0 0 0,1 1 0,1 0 0,-1 0 0,1 0 0,1 0 0,0 1 0,0 0 0,0 0 0,9-7 0,-8 9 0,0 1 0,0 0 0,0 0 0,0 1 0,1-1 0,0 2 0,0-1 0,0 1 0,0 1 0,0-1 0,1 1 0,-1 1 0,1 0 0,-1 0 0,17 0 0,-6 3 0,0 1 0,0 0 0,0 1 0,0 1 0,-1 1 0,0 1 0,0 0 0,-1 1 0,1 1 0,-2 1 0,31 23 0,-21-13 0,-1 2 0,-1 1 0,-1 0 0,-1 2 0,-1 1 0,21 34 0,-28-38 0,-1 0 0,-1 2 0,-1-1 0,-2 2 0,0-1 0,-1 1 0,-2 0 0,7 48 0,-12-56 0,0 1 0,-1-1 0,-1 1 0,-1-1 0,-1 0 0,0 1 0,-1-1 0,0-1 0,-2 1 0,0-1 0,-1 0 0,0 0 0,-2 0 0,-10 15 0,4-10 0,-1-1 0,-1-1 0,-1-1 0,0 0 0,-1-1 0,-1-1 0,-30 18 0,33-23 0,-1-1 0,-1-1 0,1-1 0,-2 0 0,1-2 0,-1 0 0,1-1 0,-2-1 0,-32 2 0,44-5 43,0-1 0,0 0-1,1-1 1,-1 0 0,0-1-1,1 0 1,-15-5 0,20 6-115,0 0 1,0 0 0,0-1 0,1 0 0,-1 1 0,0-1 0,1 0 0,-1 0 0,1-1-1,0 1 1,-1 0 0,1-1 0,0 1 0,1-1 0,-1 0 0,0 0 0,1 1 0,-1-1 0,1 0-1,0 0 1,0-1 0,0 1 0,0-4 0,0-26-6755</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6.427"/>
    </inkml:context>
    <inkml:brush xml:id="br0">
      <inkml:brushProperty name="width" value="0.05" units="cm"/>
      <inkml:brushProperty name="height" value="0.05" units="cm"/>
      <inkml:brushProperty name="color" value="#FFFFFF"/>
    </inkml:brush>
  </inkml:definitions>
  <inkml:trace contextRef="#ctx0" brushRef="#br0">0 23 24575,'30'-7'0,"-1"1"0,1 1 0,0 2 0,1 1 0,40 3 0,-58 0 0,0 0 0,0 1 0,0 1 0,-1 1 0,1-1 0,-1 2 0,0 0 0,-1 0 0,1 1 0,-1 1 0,0 0 0,0 0 0,-1 1 0,0 0 0,9 11 0,0 4 0,-1 2 0,-1 0 0,-1 1 0,-2 1 0,13 31 0,-4-11 0,-11-24 0,-5-11 0,-1 1 0,0-1 0,-1 1 0,0 0 0,5 25 0,-10-37 0,0 0 0,0 0 0,1 0 0,-1 0 0,0-1 0,0 1 0,0 0 0,0 0 0,0 0 0,0 0 0,0 0 0,-1 0 0,1 0 0,0 0 0,0 0 0,-1 0 0,1-1 0,-1 1 0,1 0 0,-1 0 0,1 0 0,-1-1 0,1 1 0,-1 0 0,0-1 0,1 1 0,-1 0 0,0-1 0,1 1 0,-3 0 0,2-1 0,0 0 0,0 0 0,0 0 0,0 0 0,0 0 0,0 0 0,0-1 0,0 1 0,0 0 0,0-1 0,0 1 0,0 0 0,0-1 0,0 1 0,0-1 0,0 0 0,0 1 0,1-1 0,-1 0 0,0 0 0,0 1 0,1-1 0,-1 0 0,0 0 0,1 0 0,-1-1 0,-3-5 0,0 0 0,0-1 0,1 1 0,0-1 0,0 0 0,1 1 0,0-1 0,0 0 0,1-1 0,0 1 0,1 0 0,0 0 0,0 0 0,1-1 0,0 1 0,0 0 0,0 0 0,1 0 0,4-9 0,-1 3 0,1 1 0,0-1 0,1 1 0,0 0 0,1 1 0,0 0 0,1 0 0,0 1 0,1 0 0,12-9 0,-18 16 0,-1 1 0,2 0 0,-1 0 0,0 0 0,0 1 0,1 0 0,0 0 0,-1 0 0,1 0 0,0 0 0,0 1 0,0 0 0,0 0 0,7 0 0,-9 1 0,0 1 0,0-1 0,0 1 0,0-1 0,0 1 0,-1 0 0,1 0 0,0 0 0,0 1 0,-1-1 0,1 0 0,0 1 0,-1 0 0,0 0 0,1 0 0,-1 0 0,0 0 0,0 0 0,0 0 0,0 1 0,0-1 0,-1 1 0,1-1 0,-1 1 0,2 3 0,5 18 16,0 0 0,-1 1-1,-2 0 1,0 0 0,-2 0 0,0 31-1,5 27-1490,-4-55-5351</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6.539"/>
    </inkml:context>
    <inkml:brush xml:id="br0">
      <inkml:brushProperty name="width" value="0.05" units="cm"/>
      <inkml:brushProperty name="height" value="0.05" units="cm"/>
      <inkml:brushProperty name="color" value="#FFFFFF"/>
    </inkml:brush>
  </inkml:definitions>
  <inkml:trace contextRef="#ctx0" brushRef="#br0">0 123 24575,'0'-10'0,"0"-12"0,0-5 0,0-1 0,4 6 0,0 9-8191</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6.879"/>
    </inkml:context>
    <inkml:brush xml:id="br0">
      <inkml:brushProperty name="width" value="0.05" units="cm"/>
      <inkml:brushProperty name="height" value="0.05" units="cm"/>
      <inkml:brushProperty name="color" value="#FFFFFF"/>
    </inkml:brush>
  </inkml:definitions>
  <inkml:trace contextRef="#ctx0" brushRef="#br0">15 159 24575,'-1'-3'0,"1"0"0,-1 0 0,0 0 0,0 0 0,0 1 0,-1-1 0,-1-3 0,-1 3 0,7 18 0,74 281 0,-76-293 0,0 1 0,1 0 0,-1-1 0,1 1 0,-1-1 0,5 6 0,-6-9 0,0 1 0,1-1 0,-1 1 0,1-1 0,-1 0 0,1 1 0,-1-1 0,1 0 0,-1 1 0,1-1 0,-1 0 0,1 1 0,-1-1 0,1 0 0,-1 0 0,1 0 0,0 0 0,-1 1 0,1-1 0,-1 0 0,1 0 0,0 0 0,-1 0 0,1 0 0,-1-1 0,1 1 0,0 0 0,-1 0 0,1 0 0,-1 0 0,1-1 0,-1 1 0,1 0 0,-1-1 0,1 1 0,-1 0 0,1-1 0,-1 1 0,1 0 0,-1-1 0,1 1 0,-1-1 0,0 1 0,1-1 0,-1 1 0,0-1 0,1 1 0,-1-1 0,0 0 0,12-18 0,-2 0 0,0 0 0,-1-1 0,-1-1 0,8-32 0,-3 12 0,4-13 0,-7 21 0,1 0 0,1 1 0,2 0 0,26-43 0,-40 75 1,0-1-58,1 0 0,-1 0 0,0 0 0,1 0 0,0 0 1,-1 1-1,1-1 0,0 0 0,-1 0 0,1 1 0,0-1 0,0 0 0,-1 1 0,1-1 0,0 1 0,0-1 0,0 1 0,0-1 1,0 1-1,0 0 0,0-1 0,0 1 0,1 0 0</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7.231"/>
    </inkml:context>
    <inkml:brush xml:id="br0">
      <inkml:brushProperty name="width" value="0.05" units="cm"/>
      <inkml:brushProperty name="height" value="0.05" units="cm"/>
      <inkml:brushProperty name="color" value="#FFFFFF"/>
    </inkml:brush>
  </inkml:definitions>
  <inkml:trace contextRef="#ctx0" brushRef="#br0">108 219 24575,'-3'-15'0,"3"15"0,0 0 0,0-1 0,0 1 0,0 0 0,-1 0 0,1 0 0,0 0 0,0 0 0,0 0 0,0 0 0,0-1 0,0 1 0,-1 0 0,1 0 0,0 0 0,0 0 0,0 0 0,0 0 0,-1 0 0,1 0 0,0 0 0,0 0 0,0 0 0,0 0 0,-1 0 0,1 0 0,0 0 0,0 0 0,0 0 0,0 0 0,-1 0 0,1 0 0,0 0 0,0 0 0,0 1 0,0-1 0,0 0 0,-1 0 0,1 0 0,0 0 0,0 0 0,0 0 0,-1 1 0,1 0 0,-1 0 0,1 0 0,0 0 0,-1 0 0,1 0 0,0 1 0,0-1 0,0 0 0,0 0 0,0 0 0,0 0 0,0 0 0,0 0 0,0 0 0,0 0 0,0 0 0,1 0 0,-1 0 0,0 0 0,1 0 0,-1 0 0,1 0 0,-1 0 0,2 2 0,0-1 0,0 1 0,0 0 0,0-1 0,0 0 0,0 1 0,0-1 0,1 0 0,-1 0 0,1 0 0,-1 0 0,1-1 0,0 1 0,0-1 0,0 0 0,0 1 0,0-1 0,4 0 0,-3 0 0,1 0 0,0-1 0,0 0 0,-1 0 0,1-1 0,0 1 0,-1-1 0,1 0 0,0 0 0,8-4 0,-7 3 0,1-1 0,-1 0 0,0-1 0,0 1 0,0-1 0,-1 0 0,1-1 0,-1 1 0,0-1 0,0 0 0,-1-1 0,1 1 0,-1-1 0,0 0 0,-1 0 0,4-6 0,-5 6 0,-1 1 0,0 0 0,0-1 0,0 1 0,0-1 0,-1 1 0,0 0 0,0-1 0,0 1 0,-1-1 0,0 1 0,0-1 0,0 1 0,0 0 0,-1 0 0,0-1 0,0 1 0,-1 0 0,0 1 0,1-1 0,-1 0 0,-1 1 0,1 0 0,-1 0 0,0 0 0,1 0 0,-2 0 0,-6-4 0,6 4 0,0 1 0,0 0 0,0 0 0,0 1 0,-1-1 0,1 1 0,-1 0 0,1 1 0,-1-1 0,0 1 0,0 0 0,0 1 0,1-1 0,-1 1 0,0 0 0,0 1 0,0-1 0,0 1 0,0 1 0,1-1 0,-1 1 0,1 0 0,-1 0 0,1 0 0,-1 1 0,-7 5 0,5-2 0,0 1 0,1 1 0,-1 0 0,2-1 0,-1 2 0,1-1 0,0 1 0,1 0 0,0 0 0,1 1 0,-1-1 0,2 1 0,0 0 0,0 0 0,0 1 0,2-1 0,-1 0 0,0 17 0,2-16 0,0 0 0,0-1 0,1 1 0,0 0 0,1 0 0,0 0 0,1-1 0,0 1 0,0-1 0,1 0 0,1 0 0,0 0 0,0 0 0,1-1 0,0 0 0,0 0 0,14 13 0,19 7-1365,0-6-5461</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7.510"/>
    </inkml:context>
    <inkml:brush xml:id="br0">
      <inkml:brushProperty name="width" value="0.05" units="cm"/>
      <inkml:brushProperty name="height" value="0.05" units="cm"/>
      <inkml:brushProperty name="color" value="#FFFFFF"/>
    </inkml:brush>
  </inkml:definitions>
  <inkml:trace contextRef="#ctx0" brushRef="#br0">56 213 24575,'0'-1'0,"0"0"0,-1 0 0,1 0 0,-1 0 0,1 0 0,-1 0 0,0 0 0,0 0 0,1 0 0,-1 0 0,0 0 0,0 0 0,0 0 0,0 1 0,0-1 0,0 0 0,0 1 0,0-1 0,0 1 0,0-1 0,0 1 0,0-1 0,0 1 0,0 0 0,-1 0 0,1 0 0,0-1 0,-2 1 0,1 1 0,1 0 0,0-1 0,-1 1 0,1 0 0,0 0 0,0 0 0,0 0 0,-1 0 0,1 0 0,0 0 0,1 0 0,-1 0 0,0 1 0,0-1 0,0 0 0,1 0 0,-1 1 0,1-1 0,-1 1 0,1-1 0,-1 0 0,1 4 0,-3 11 0,0 1 0,2 0 0,0 0 0,1 0 0,1 0 0,3 19 0,1-7 0,1 0 0,17 46 0,-22-70 0,1-1 0,0 0 0,0 1 0,1-1 0,-1 0 0,5 4 0,-7-7 0,0-1 0,0 0 0,0 0 0,1 1 0,-1-1 0,0 0 0,0 0 0,1 1 0,-1-1 0,0 0 0,0 0 0,1 0 0,-1 0 0,0 1 0,1-1 0,-1 0 0,0 0 0,1 0 0,-1 0 0,0 0 0,1 0 0,-1 0 0,0 0 0,1 0 0,-1 0 0,0 0 0,1 0 0,-1 0 0,0 0 0,0 0 0,1 0 0,-1-1 0,1 1 0,0-1 0,-1 0 0,1 0 0,0 0 0,-1 0 0,1-1 0,-1 1 0,1 0 0,-1 0 0,0-1 0,1 1 0,-1 0 0,0-1 0,0 1 0,0-2 0,3-43 0,-2 25 0,1 0 0,8-40 0,-2 35 0,1-1 0,1 2 0,2-1 0,0 1 0,1 1 0,20-27 0,-22 37 0,0-1 0,1 2 0,0 0 0,1 0 0,0 1 0,1 1 0,1 0 0,0 1 0,0 0 0,26-11 0,-35 18 0,0 1 0,0 0 0,0 1 0,0-1 0,0 1 0,1 0 0,-1 1 0,10-1 0,-12 2 0,-1-1 0,0 0 0,0 1 0,0 0 0,1 0 0,-1 0 0,0 0 0,0 1 0,-1-1 0,1 1 0,0-1 0,0 1 0,-1 0 0,1 0 0,-1 1 0,1-1 0,-1 0 0,2 4 0,1 0-273,-2 0 0,1 0 0,-1 1 0,4 10 0,7 29-6553</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7.944"/>
    </inkml:context>
    <inkml:brush xml:id="br0">
      <inkml:brushProperty name="width" value="0.05" units="cm"/>
      <inkml:brushProperty name="height" value="0.05" units="cm"/>
      <inkml:brushProperty name="color" value="#FFFFFF"/>
    </inkml:brush>
  </inkml:definitions>
  <inkml:trace contextRef="#ctx0" brushRef="#br0">96 612 24575,'-3'0'0,"1"0"0,0 1 0,0 0 0,0-1 0,0 1 0,1 0 0,-1 0 0,0 0 0,0 0 0,0 0 0,1 1 0,-1-1 0,1 1 0,-1-1 0,1 1 0,-1-1 0,1 1 0,0 0 0,-2 2 0,-18 38 0,12-13 0,1 0 0,1 1 0,2 0 0,0 1 0,2-1 0,2 1 0,2 35 0,3-51 0,-4-14 0,0-1 0,0 0 0,1 0 0,-1 0 0,0 0 0,0 0 0,0 0 0,0 0 0,1 0 0,-1 0 0,0 0 0,0 0 0,0 0 0,0 0 0,1 0 0,-1 0 0,0 0 0,0 0 0,0 0 0,0 0 0,1 0 0,-1 0 0,0 0 0,0 0 0,0 0 0,0 0 0,1 0 0,-1 0 0,0 0 0,0-1 0,0 1 0,0 0 0,0 0 0,1 0 0,-1 0 0,0 0 0,0 0 0,0-1 0,0 1 0,0 0 0,13-28 0,3-39 0,-3 0 0,4-72 0,-3 23 0,-9 80 0,26-167 0,-19 142 0,26-75 0,-34 123 0,1 1 0,0-1 0,1 1 0,1 0 0,13-19 0,-19 29 0,1 0 0,0 0 0,0 1 0,-1-1 0,1 0 0,0 1 0,0-1 0,1 1 0,-1 0 0,0-1 0,0 1 0,1 0 0,-1 0 0,0 1 0,5-2 0,-4 2 0,-1 0 0,0 1 0,1-1 0,-1 1 0,0-1 0,1 1 0,-1 0 0,0 0 0,0 0 0,1 0 0,-1 0 0,0 0 0,0 0 0,0 1 0,-1-1 0,1 1 0,0 0 0,0-1 0,-1 1 0,2 2 0,5 7 0,0-1 0,-1 1 0,-1 1 0,0-1 0,0 1 0,7 25 0,17 82 0,-24-92 0,30 146-682,15 187-1,-47-301-6143</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8.459"/>
    </inkml:context>
    <inkml:brush xml:id="br0">
      <inkml:brushProperty name="width" value="0.05" units="cm"/>
      <inkml:brushProperty name="height" value="0.05" units="cm"/>
      <inkml:brushProperty name="color" value="#FFFFFF"/>
    </inkml:brush>
  </inkml:definitions>
  <inkml:trace contextRef="#ctx0" brushRef="#br0">1 423 24575,'0'-45'0,"1"-52"0,-1 95 0,0 0 0,0 0 0,1 0 0,-1 0 0,1 0 0,0 0 0,0 0 0,-1 0 0,1 0 0,0 0 0,1 1 0,-1-1 0,0 0 0,0 1 0,1-1 0,-1 1 0,3-2 0,-1 0 0,1 1 0,-1 0 0,1 0 0,0 0 0,0 0 0,0 0 0,0 1 0,4-1 0,9-1 0,0 0 0,1 1 0,21 1 0,-27 1 0,25-1 0,22-1 0,106 11 0,-157-8 0,1 0 0,-1 1 0,0 0 0,0 1 0,0 0 0,0 0 0,7 5 0,-11-6 0,0 1 0,-1 0 0,1-1 0,-1 1 0,0 0 0,0 1 0,0-1 0,0 1 0,0-1 0,-1 1 0,1 0 0,-1 0 0,0 0 0,-1 0 0,3 5 0,5 30 0,-1 1 0,-2 0 0,0 46 0,0-13 0,21 127 0,-34-248 0,-3-98 0,17-54 0,13 37 0,-15 139 0,1 1 0,1 0 0,1 0 0,18-37 0,-23 54 0,1 0 0,-1 0 0,1 0 0,1 1 0,-1-1 0,1 1 0,0 1 0,0-1 0,0 0 0,11-6 0,-13 9 0,1 1 0,-1-1 0,1 1 0,-1 0 0,1 0 0,0 0 0,-1 0 0,1 1 0,0-1 0,-1 1 0,1 0 0,0 0 0,0 0 0,-1 1 0,1 0 0,0-1 0,-1 1 0,1 0 0,-1 1 0,1-1 0,4 3 0,2 2 0,-1 0 0,1 1 0,-1 0 0,0 0 0,-1 1 0,0 0 0,0 0 0,-1 1 0,0 0 0,-1 1 0,10 15 0,-11-15 0,-1-1 0,0 1 0,0 0 0,-1-1 0,0 2 0,0-1 0,-1 0 0,-1 0 0,0 1 0,0-1 0,-1 1 0,-2 19 0,-1-20-76,0-1 1,0 1-1,-1 0 0,0-1 0,-1 0 0,0 0 0,0-1 0,-1 1 1,0-1-1,-1 0 0,0-1 0,0 1 0,0-1 0,-1-1 1,0 0-1,-1 0 0,-11 7 0,-5 0-6750</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38.860"/>
    </inkml:context>
    <inkml:brush xml:id="br0">
      <inkml:brushProperty name="width" value="0.05" units="cm"/>
      <inkml:brushProperty name="height" value="0.05" units="cm"/>
      <inkml:brushProperty name="color" value="#FFFFFF"/>
    </inkml:brush>
  </inkml:definitions>
  <inkml:trace contextRef="#ctx0" brushRef="#br0">1 379 24575,'1'0'0,"1"0"0,-1 0 0,1 1 0,0-1 0,-1 0 0,1 1 0,-1 0 0,1-1 0,-1 1 0,1 0 0,-1 0 0,0 0 0,1 0 0,-1 0 0,0 0 0,0 0 0,0 0 0,1 0 0,-1 1 0,-1-1 0,1 0 0,0 1 0,0-1 0,0 1 0,-1-1 0,1 1 0,-1-1 0,1 1 0,-1 0 0,0-1 0,1 4 0,1 7 0,-1 0 0,-1 0 0,0 17 0,-1-15 0,1 19 0,1-1 0,8 43 0,-6-61 0,0 0 0,1 0 0,0 0 0,1-1 0,1 0 0,0 0 0,13 20 0,-18-31 0,0-1 0,-1 0 0,1 0 0,0 0 0,0 0 0,0 0 0,0 0 0,0 0 0,0 0 0,0 0 0,0 0 0,0 0 0,0-1 0,0 1 0,2 0 0,-3-1 0,1 0 0,-1 0 0,0 0 0,1-1 0,-1 1 0,0 0 0,1 0 0,-1 0 0,0-1 0,1 1 0,-1 0 0,0 0 0,0-1 0,1 1 0,-1 0 0,0-1 0,0 1 0,1 0 0,-1-1 0,0 1 0,0 0 0,0-1 0,0 1 0,0 0 0,1-1 0,-1 1 0,0 0 0,0-1 0,0 1 0,0-1 0,0 0 0,0-5 0,0-1 0,0 0 0,0 0 0,-3-10 0,-32-144 0,15 80 0,-12-110 0,31 173 0,0 0 0,1 0 0,1 1 0,0-1 0,2 1 0,0-1 0,1 1 0,0 0 0,9-20 0,-11 31 0,1 1 0,0-1 0,0 0 0,0 1 0,1-1 0,0 1 0,0 0 0,0 0 0,1 1 0,0-1 0,-1 1 0,2 0 0,-1 0 0,0 1 0,1-1 0,0 1 0,-1 1 0,1-1 0,1 1 0,-1 0 0,0 0 0,0 1 0,1-1 0,-1 2 0,0-1 0,1 1 0,11 0 0,-7 1 0,-1 1 0,0 0 0,0 0 0,0 1 0,0 0 0,-1 1 0,1 0 0,-1 1 0,0 0 0,0 0 0,0 1 0,-1 0 0,0 1 0,0 0 0,0 0 0,-1 0 0,0 1 0,-1 0 0,0 0 0,0 1 0,-1 0 0,6 11 0,-6-10 0,-1 0 0,0 0 0,0 0 0,-1 0 0,0 1 0,-1-1 0,-1 1 0,1-1 0,-1 1 0,-1 0 0,0-1 0,-1 1 0,0 0 0,0 0 0,-1-1 0,-1 1 0,0-1 0,0 0 0,-1 0 0,0 0 0,-8 13 0,0-6-195,-1-1 0,-1 0 0,-1-1 0,0-1 0,0 0 0,-27 18 0,-34 19-6631</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8.545"/>
    </inkml:context>
    <inkml:brush xml:id="br0">
      <inkml:brushProperty name="width" value="0.05" units="cm"/>
      <inkml:brushProperty name="height" value="0.05" units="cm"/>
      <inkml:brushProperty name="color" value="#FFFFFF"/>
    </inkml:brush>
  </inkml:definitions>
  <inkml:trace contextRef="#ctx0" brushRef="#br0">14 2 24575,'-7'-1'0,"1"0"0,5 12 0,22 114 0,-1-7 0,7 149 0,-28-248 0,1-19 0,0 0 0,0 0 0,0 0 0,0 0 0,0 0 0,0 0 0,0 1 0,0-1 0,0 0 0,-1 0 0,1 0 0,0 0 0,0 0 0,0 0 0,0 0 0,0 0 0,0 0 0,0 0 0,0 0 0,0 0 0,-1 0 0,1 0 0,0 0 0,0 0 0,0 0 0,0 0 0,0 0 0,0 0 0,0 0 0,0 0 0,-1 0 0,1 0 0,0 0 0,0 0 0,0 0 0,0 0 0,0 0 0,0 0 0,0 0 0,0 0 0,0 0 0,0 0 0,-1-1 0,1 1 0,0 0 0,0 0 0,0 0 0,0 0 0,0 0 0,0 0 0,0 0 0,0 0 0,0 0 0,0 0 0,0-1 0,0 1 0,0 0 0,0 0 0,0 0 0,0 0 0,0 0 0,0 0 0,0 0 0,0 0 0,0-1 0,-9-32 0,2-23-682,-15-58-1,17 94-6143</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8.822"/>
    </inkml:context>
    <inkml:brush xml:id="br0">
      <inkml:brushProperty name="width" value="0.05" units="cm"/>
      <inkml:brushProperty name="height" value="0.05" units="cm"/>
      <inkml:brushProperty name="color" value="#FFFFFF"/>
    </inkml:brush>
  </inkml:definitions>
  <inkml:trace contextRef="#ctx0" brushRef="#br0">14 433 24575,'-4'-14'0,"1"1"0,1-1 0,0 0 0,0 0 0,2 0 0,0 0 0,0 0 0,1 0 0,1 0 0,5-20 0,-3 15 0,2 1 0,0-1 0,2 1 0,0 0 0,0 1 0,22-32 0,-24 41 0,0 0 0,1 0 0,0 0 0,1 1 0,-1 0 0,1 0 0,1 1 0,-1 0 0,1 1 0,0 0 0,1 0 0,-1 1 0,1 0 0,11-3 0,-12 5 0,1 0 0,-1 1 0,1 0 0,-1 1 0,0 0 0,1 0 0,-1 1 0,1 1 0,-1-1 0,0 1 0,0 1 0,0 0 0,0 0 0,0 1 0,15 8 0,-6 0 0,0 1 0,-1 0 0,0 1 0,-2 1 0,1 1 0,-2 0 0,0 1 0,-1 0 0,14 24 0,-5-2 0,-1 1 0,-2 1 0,20 63 0,-26-57-227,-1 1-1,-3 1 1,-2 0-1,-2 0 1,-1 60-1,-5-63-6598</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19.802"/>
    </inkml:context>
    <inkml:brush xml:id="br0">
      <inkml:brushProperty name="width" value="0.05" units="cm"/>
      <inkml:brushProperty name="height" value="0.05" units="cm"/>
      <inkml:brushProperty name="color" value="#FFFFFF"/>
    </inkml:brush>
  </inkml:definitions>
  <inkml:trace contextRef="#ctx0" brushRef="#br0">14 127 24575,'-1'0'0,"0"-1"0,0 0 0,0 0 0,0 0 0,0 0 0,0 0 0,0 0 0,1 0 0,-1 0 0,0 0 0,1-1 0,-1 1 0,1 0 0,-1 0 0,1-1 0,0 1 0,-1 0 0,1 0 0,0-1 0,0 1 0,0 0 0,0-1 0,0 1 0,0 0 0,1-2 0,0 1 0,0 1 0,0-1 0,0 0 0,0 1 0,0-1 0,1 1 0,-1 0 0,1-1 0,-1 1 0,1 0 0,-1 0 0,1 0 0,0 0 0,3-2 0,7-2 0,1 1 0,0 0 0,23-3 0,-31 6 0,334-50 0,-334 51 0,0-1 0,0 1 0,0 0 0,-1 0 0,1 0 0,0 1 0,0 0 0,0 0 0,-1 0 0,1 0 0,5 3 0,-7-2 0,-1 0 0,1 0 0,-1-1 0,0 1 0,1 1 0,-1-1 0,-1 0 0,1 0 0,0 1 0,0-1 0,-1 1 0,1 0 0,-1-1 0,0 1 0,0 0 0,0 0 0,0 0 0,0 0 0,0 4 0,11 116 0,-9-85 0,10 63 0,-8-87 0,-5-14 0,0 0 0,0 0 0,0 0 0,0 0 0,0 0 0,0 0 0,0 1 0,0-1 0,0 0 0,0 0 0,0 0 0,0 0 0,1 0 0,-1 0 0,0 0 0,0 0 0,0 0 0,0 0 0,0 0 0,0 0 0,0 0 0,0 0 0,0 0 0,0 0 0,0 0 0,0 0 0,1 0 0,-1 0 0,0 0 0,0 0 0,0 0 0,0 0 0,0 0 0,0 0 0,0 0 0,0 0 0,0 0 0,0 0 0,0 0 0,1 0 0,-1 0 0,0 0 0,0 0 0,0 0 0,0 0 0,0 0 0,0 0 0,0 0 0,0 0 0,0-1 0,0 1 0,0 0 0,0 0 0,0 0 0,0 0 0,0 0 0,0 0 0,0 0 0,0 0 0,0 0 0,0 0 0,0 0 0,6-24 0,-4 9 0,4-9 0,1-1 0,1 2 0,18-40 0,-21 53 0,1-1 0,0 1 0,1 0 0,0 0 0,0 1 0,1 0 0,0 0 0,1 1 0,18-14 0,-24 20 0,0 0 0,0 0 0,1 0 0,-1 1 0,1-1 0,-1 1 0,1 0 0,-1 0 0,1 0 0,0 1 0,-1-1 0,1 1 0,0 0 0,-1 0 0,1 0 0,0 0 0,-1 1 0,5 0 0,-5 1 0,0-1 0,0 0 0,0 1 0,0 0 0,0 0 0,0 0 0,-1 0 0,1 0 0,-1 0 0,1 1 0,-1-1 0,0 1 0,0 0 0,0-1 0,0 1 0,0 0 0,-1 0 0,1 0 0,1 7 0,3 10 0,-1 1 0,-1 1 0,2 23 0,-4-26 0,1 0 0,0 0 0,1 0 0,11 26 0,-14-41 0,0-1 0,1 1 0,0-1 0,0 1 0,0-1 0,0 0 0,0 0 0,1 0 0,-1 0 0,1-1 0,0 1 0,0-1 0,0 1 0,0-1 0,0 0 0,1 0 0,-1-1 0,1 1 0,-1 0 0,1-1 0,-1 0 0,1 0 0,0 0 0,0-1 0,-1 1 0,1-1 0,0 0 0,0 0 0,0 0 0,0 0 0,-1-1 0,6-1 0,2-1 0,0 0 0,0-1 0,-1 0 0,1-1 0,-1 0 0,0-1 0,-1 0 0,1 0 0,15-15 0,-11 7 0,0 0 0,0-1 0,-2-1 0,20-30 0,-27 37 0,0 0 0,0-1 0,-1 1 0,0-1 0,-1 0 0,0 0 0,-1 0 0,0 0 0,0 0 0,-1 0 0,0-13 0,-1 20 0,0 1 0,0-1 0,0 1 0,-1-1 0,1 1 0,-1-1 0,1 0 0,-1 1 0,0 0 0,0-1 0,0 1 0,0-1 0,0 1 0,-1 0 0,1 0 0,-1 0 0,1 0 0,-1 0 0,0 0 0,0 0 0,0 0 0,0 1 0,0-1 0,0 1 0,0 0 0,-1-1 0,1 1 0,0 0 0,-1 0 0,1 0 0,-1 1 0,1-1 0,-1 1 0,-4-1 0,1 1 0,0 0 0,0 1 0,0 0 0,0 0 0,0 0 0,0 0 0,1 1 0,-1 0 0,0 1 0,1-1 0,0 1 0,0 0 0,-1 0 0,-4 5 0,5-4 0,0 1 0,0 0 0,1 0 0,-1 1 0,1-1 0,1 1 0,-1 0 0,1 0 0,0 0 0,0 0 0,-3 13 0,5-17 0,1 0 0,-1 0 0,1 1 0,-1-1 0,1 0 0,0 1 0,0-1 0,0 0 0,0 0 0,1 1 0,-1-1 0,0 0 0,1 1 0,0-1 0,-1 0 0,1 0 0,0 0 0,0 0 0,1 0 0,-1 0 0,0 0 0,0 0 0,1 0 0,0-1 0,-1 1 0,1 0 0,0-1 0,-1 1 0,1-1 0,0 0 0,0 0 0,0 0 0,0 0 0,1 0 0,-1 0 0,0 0 0,0-1 0,3 1 0,10 2 0,0 0 0,1-2 0,-1 0 0,1-1 0,-1 0 0,0-1 0,1-1 0,-1 0 0,0-2 0,0 1 0,0-2 0,-1 0 0,1-1 0,22-12 0,-36 17 0,0 1 0,-1-1 0,1 0 0,0 1 0,0-1 0,0 1 0,0-1 0,0 1 0,0 0 0,0-1 0,0 1 0,0 0 0,0 0 0,0 0 0,0 0 0,0 0 0,0 0 0,0 0 0,1 0 0,-1 0 0,0 0 0,0 0 0,0 1 0,0-1 0,0 0 0,0 1 0,0-1 0,1 1 0,-1 1 0,0 0 0,0 0 0,0 0 0,0 0 0,0 0 0,0 1 0,-1-1 0,1 0 0,-1 0 0,1 0 0,-1 1 0,0-1 0,0 3 0,1 266 0,-4-137 0,11 140 0,0 9 0,-8-276 0,1-3 0,-1 0 0,0-1 0,-1 1 0,1 0 0,0 0 0,-1 0 0,0 0 0,-3 6 0,4-9 0,0-1 0,0 0 0,0 0 0,0 0 0,0 1 0,0-1 0,0 0 0,-1 0 0,1 0 0,0 0 0,0 0 0,0 1 0,0-1 0,0 0 0,-1 0 0,1 0 0,0 0 0,0 0 0,0 0 0,0 0 0,-1 0 0,1 1 0,0-1 0,0 0 0,0 0 0,-1 0 0,1 0 0,0 0 0,0 0 0,0 0 0,-1 0 0,1 0 0,0 0 0,0 0 0,0-1 0,-1 1 0,1 0 0,0 0 0,0 0 0,-7-8 0,-3-13 0,10 21 0,-12-32 0,3-1 0,0 0 0,-6-57 0,2-104 0,16-23 0,0 174 0,2 0 0,2 0 0,13-41 0,-16 71 114,0 1 0,11-22 0,-13 30-246,0 1 1,0-1 0,1 1-1,-1-1 1,1 1 0,0 0 0,0 0-1,0 0 1,0 0 0,1 1 0,-1 0-1,6-4 1,6 0-6695</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0.145"/>
    </inkml:context>
    <inkml:brush xml:id="br0">
      <inkml:brushProperty name="width" value="0.05" units="cm"/>
      <inkml:brushProperty name="height" value="0.05" units="cm"/>
      <inkml:brushProperty name="color" value="#FFFFFF"/>
    </inkml:brush>
  </inkml:definitions>
  <inkml:trace contextRef="#ctx0" brushRef="#br0">129 86 24575,'-11'-11'0,"8"7"0,1 1 0,-1 0 0,0 0 0,0 1 0,0-1 0,-7-3 0,9 5 0,0 1 0,0-1 0,0 1 0,0 0 0,0 0 0,0-1 0,-1 1 0,1 0 0,0 0 0,0 0 0,0 0 0,0 0 0,-1 1 0,1-1 0,0 0 0,0 1 0,0-1 0,0 0 0,0 1 0,0-1 0,0 1 0,0-1 0,0 1 0,0 0 0,0 0 0,0-1 0,0 1 0,-1 2 0,-3 2 0,0 1 0,1 0 0,-1 0 0,2 1 0,-1-1 0,0 1 0,1 0 0,1 0 0,-3 8 0,-1 5 0,2 0 0,-3 24 0,6-37 0,0 0 0,1 0 0,0 0 0,1 1 0,-1-1 0,1 0 0,1 0 0,-1 0 0,1 0 0,0 0 0,1-1 0,3 7 0,-4-9 0,0-1 0,0 0 0,0 0 0,1 0 0,-1 0 0,1 0 0,0-1 0,0 1 0,0-1 0,0 0 0,0 0 0,0 0 0,1 0 0,-1 0 0,1-1 0,-1 0 0,1 1 0,0-1 0,-1-1 0,1 1 0,0 0 0,0-1 0,7 0 0,-4 0 0,1-1 0,-1 0 0,0 0 0,1-1 0,-1 0 0,0 0 0,0-1 0,0 0 0,-1 0 0,1 0 0,-1-1 0,11-8 0,-9 6 0,0-2 0,0 1 0,-1-1 0,0 0 0,0 0 0,-1-1 0,0 0 0,8-16 0,-10 16 0,0-1 0,0 0 0,-1 0 0,-1 0 0,1 0 0,-1 0 0,-1 0 0,0-20 0,-1 23 0,0-1 0,-1 1 0,0 0 0,-1 0 0,0 0 0,0 0 0,0 1 0,-1-1 0,0 0 0,0 1 0,-1 0 0,1 0 0,-7-8 0,9 13 13,0-1 0,-1 0-1,1 1 1,-1-1-1,1 1 1,-1 0 0,0-1-1,1 1 1,-1 0 0,0 0-1,0 0 1,0 0 0,0 0-1,0 0 1,0 1 0,0-1-1,0 1 1,0-1-1,0 1 1,0 0 0,0 0-1,-1 0 1,1 0 0,0 0-1,0 0 1,-4 2 0,3-1-127,0 1 0,-1-1 0,1 1 0,0 0 1,0 0-1,0 0 0,0 1 0,0-1 1,1 1-1,-1-1 0,1 1 0,-1 0 1,1 0-1,-3 5 0,-4 9-6712</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0.365"/>
    </inkml:context>
    <inkml:brush xml:id="br0">
      <inkml:brushProperty name="width" value="0.05" units="cm"/>
      <inkml:brushProperty name="height" value="0.05" units="cm"/>
      <inkml:brushProperty name="color" value="#FFFFFF"/>
    </inkml:brush>
  </inkml:definitions>
  <inkml:trace contextRef="#ctx0" brushRef="#br0">94 113 24575,'0'-6'0,"0"-12"0,0-9 0,0-2 0,-4 6 0,0 13 0,-3 15 0,-3 16 0,-4 17 0,2 14 0,-2 7 0,3 7 0,3 4 0,2 0 0,3-3 0,2-13-8191</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1.097"/>
    </inkml:context>
    <inkml:brush xml:id="br0">
      <inkml:brushProperty name="width" value="0.05" units="cm"/>
      <inkml:brushProperty name="height" value="0.05" units="cm"/>
      <inkml:brushProperty name="color" value="#FFFFFF"/>
    </inkml:brush>
  </inkml:definitions>
  <inkml:trace contextRef="#ctx0" brushRef="#br0">251 198 24575,'9'-17'0,"-4"8"0,0 0 0,0-1 0,-1 1 0,0-1 0,0 0 0,-2 0 0,1 0 0,1-11 0,-4 20 0,0 0 0,0-1 0,0 1 0,0 0 0,0 0 0,0 0 0,0 0 0,0 0 0,-1 0 0,1 0 0,0 0 0,-1 0 0,1 0 0,-1 0 0,1 0 0,-1 0 0,1 0 0,-1 0 0,0 0 0,1 1 0,-1-1 0,0 0 0,0 0 0,0 1 0,0-1 0,1 0 0,-1 1 0,0-1 0,0 1 0,0-1 0,0 1 0,0 0 0,0-1 0,0 1 0,0 0 0,-1 0 0,1 0 0,0 0 0,0 0 0,0 0 0,0 0 0,0 0 0,-2 0 0,-4 1 0,0 1 0,0 0 0,1-1 0,-1 2 0,-9 4 0,-12 7 0,1 2 0,0 1 0,2 1 0,0 1 0,-24 24 0,45-40 0,1 1 0,-1-1 0,1 1 0,0-1 0,1 1 0,-1 0 0,0 0 0,1 1 0,-3 6 0,5-10 0,0 0 0,-1 1 0,1-1 0,0 0 0,0 0 0,0 0 0,0 0 0,0 0 0,0 1 0,0-1 0,1 0 0,-1 0 0,0 0 0,1 0 0,-1 0 0,0 0 0,2 2 0,-1-2 0,0 1 0,1-1 0,-1 1 0,1-1 0,-1 0 0,1 0 0,-1 0 0,1 0 0,0 0 0,0 0 0,-1 0 0,1 0 0,3 0 0,13 3 0,0-1 0,0-1 0,0 0 0,0-2 0,0 0 0,0-1 0,35-6 0,8 0 0,-60 7 0,1 0 0,-1 0 0,1 0 0,0 0 0,-1 0 0,1 0 0,-1 1 0,1-1 0,-1 0 0,1 1 0,-1-1 0,1 1 0,-1 0 0,1-1 0,-1 1 0,0 0 0,1 0 0,-1 0 0,0 0 0,0 0 0,0 0 0,0 0 0,0 1 0,0-1 0,0 0 0,1 3 0,12 11 0,-13-14 0,-1-1 0,1 0 0,-1 1 0,0-1 0,1 0 0,-1 0 0,1 1 0,-1-1 0,1 0 0,-1 0 0,1 0 0,0 0 0,-1 0 0,1 0 0,-1 0 0,1 0 0,-1 0 0,1 0 0,-1 0 0,1 0 0,-1 0 0,1 0 0,-1 0 0,1-1 0,-1 1 0,2-1 0,13-12 0,-11 8 0,-1 0 0,1 0 0,-1 0 0,3-8 0,3-17 0,-8 24 0,0 1 0,0 0 0,1 0 0,-1 0 0,1 0 0,0 0 0,1 0 0,-1 1 0,1-1 0,6-8 0,-8 13 0,1-1 0,-1 1 0,0-1 0,1 1 0,-1-1 0,0 1 0,1 0 0,-1 0 0,1-1 0,-1 1 0,1 0 0,-1 0 0,0 1 0,1-1 0,-1 0 0,1 0 0,-1 1 0,0-1 0,1 1 0,-1-1 0,0 1 0,0 0 0,1-1 0,-1 1 0,0 0 0,0 0 0,0 0 0,0 0 0,0 0 0,2 1 0,3 4 0,0 0 0,0 1 0,8 11 0,72 119 0,-77-129 0,-4-15 0,-3-25 0,-2 23 0,1-6 0,2 0 0,0 0 0,1 0 0,0 0 0,1 1 0,1-1 0,0 1 0,1 0 0,14-22 0,-10 21 0,-1 0 0,2 1 0,0 0 0,1 1 0,0 1 0,1 0 0,29-20 0,-39 29 0,1 1 0,0-1 0,0 1 0,0 0 0,0 0 0,0 0 0,0 1 0,10-2 0,-13 3 0,0 0 0,0 0 0,0 0 0,-1 0 0,1 1 0,0-1 0,0 1 0,0-1 0,-1 1 0,1-1 0,0 1 0,-1 0 0,1 0 0,0 0 0,-1 0 0,1 0 0,-1 0 0,0 0 0,1 1 0,-1-1 0,0 0 0,0 1 0,0-1 0,1 1 0,-2 0 0,1-1 0,0 1 0,0 0 0,0 1 0,7 21-1365,-1 0-5461</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1.364"/>
    </inkml:context>
    <inkml:brush xml:id="br0">
      <inkml:brushProperty name="width" value="0.05" units="cm"/>
      <inkml:brushProperty name="height" value="0.05" units="cm"/>
      <inkml:brushProperty name="color" value="#FFFFFF"/>
    </inkml:brush>
  </inkml:definitions>
  <inkml:trace contextRef="#ctx0" brushRef="#br0">217 11 24575,'18'-5'0,"-17"4"0,-1 1 0,1-1 0,0 1 0,0-1 0,-1 1 0,1-1 0,0 1 0,0 0 0,0 0 0,0-1 0,-1 1 0,1 0 0,0 0 0,0 0 0,0 0 0,0 0 0,0 0 0,0 0 0,-1 0 0,1 0 0,0 1 0,0-1 0,0 0 0,0 0 0,-1 1 0,1-1 0,0 1 0,0-1 0,0 1 0,-1-1 0,1 1 0,0-1 0,-1 1 0,2 1 0,1 1 0,0 1 0,-1 0 0,0 0 0,1 0 0,-1 0 0,0 0 0,-1 0 0,1 1 0,-1-1 0,0 0 0,0 1 0,0-1 0,-1 1 0,1 5 0,-1 10 0,-3 37 0,2-47 0,-5 44 0,-23 94 0,19-114 0,-1 0 0,-1-1 0,-30 56 0,37-81 43,0 1 0,-1-1-1,1-1 1,-2 1 0,1-1-1,-1 0 1,-12 10 0,15-14-144,0-1 1,0 1-1,0-1 1,0 0 0,-1 0-1,1 0 1,-1 0-1,0-1 1,1 0 0,-1 0-1,0 0 1,0-1 0,0 1-1,1-1 1,-1 0-1,-9-2 1,-14-4-6726</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1.490"/>
    </inkml:context>
    <inkml:brush xml:id="br0">
      <inkml:brushProperty name="width" value="0.05" units="cm"/>
      <inkml:brushProperty name="height" value="0.05" units="cm"/>
      <inkml:brushProperty name="color" value="#FFFFFF"/>
    </inkml:brush>
  </inkml:definitions>
  <inkml:trace contextRef="#ctx0" brushRef="#br0">0 23 24575,'3'-3'0,"1"-4"0,3-2 0,0 5 0,0 6 0</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1.769"/>
    </inkml:context>
    <inkml:brush xml:id="br0">
      <inkml:brushProperty name="width" value="0.05" units="cm"/>
      <inkml:brushProperty name="height" value="0.05" units="cm"/>
      <inkml:brushProperty name="color" value="#FFFFFF"/>
    </inkml:brush>
  </inkml:definitions>
  <inkml:trace contextRef="#ctx0" brushRef="#br0">91 91 24575,'4'-1'0,"0"0"0,0 0 0,0 0 0,0 0 0,0-1 0,0 0 0,0 0 0,0 0 0,0 0 0,-1 0 0,1-1 0,4-4 0,-6 5 0,0 0 0,0 0 0,-1 1 0,1-1 0,-1-1 0,1 1 0,-1 0 0,0 0 0,0 0 0,1-4 0,-1 5 0,-1 0 0,0 0 0,0 0 0,0 0 0,1 0 0,-1 0 0,0-1 0,-1 1 0,1 0 0,0 0 0,0 0 0,0 0 0,-1 0 0,1 0 0,-1 0 0,1 0 0,-1 0 0,1 0 0,-1 0 0,1 0 0,-1 0 0,-1-2 0,0 2 0,1 0 0,-1 0 0,1 0 0,-1 0 0,0 0 0,0 0 0,0 0 0,1 0 0,-1 1 0,0-1 0,0 1 0,0-1 0,0 1 0,0 0 0,0 0 0,0-1 0,0 2 0,0-1 0,0 0 0,0 0 0,0 1 0,0-1 0,0 1 0,0-1 0,0 1 0,1 0 0,-1 0 0,0 0 0,-2 2 0,1-2 0,0 1 0,1-1 0,-1 1 0,1 0 0,0 0 0,-1 0 0,1 0 0,0 1 0,0-1 0,1 0 0,-1 1 0,0 0 0,1-1 0,-1 1 0,1 0 0,0 0 0,0-1 0,0 1 0,0 4 0,1 3 0,2 1 0,-1-1 0,1 1 0,1-1 0,0 0 0,0 0 0,1 0 0,0 0 0,10 14 0,-7-9 0,0-1 0,-1 1 0,5 20 0,-9-30 22,-1 1-1,-1-1 0,1 1 1,-1-1-1,0 1 0,0-1 1,0 1-1,-1 0 0,0-1 1,0 0-1,-1 1 0,1-1 1,-1 0-1,0 1 0,-4 5 1,1-3-212,0 0 0,-1-1 1,0 0-1,0 0 0,-1 0 1,0-1-1,0 0 1,-9 6-1,-36 23-6636</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5.097"/>
    </inkml:context>
    <inkml:brush xml:id="br0">
      <inkml:brushProperty name="width" value="0.05" units="cm"/>
      <inkml:brushProperty name="height" value="0.05" units="cm"/>
      <inkml:brushProperty name="color" value="#FFFFFF"/>
    </inkml:brush>
  </inkml:definitions>
  <inkml:trace contextRef="#ctx0" brushRef="#br0">113 387 24575,'-8'-11'0,"1"-1"0,-1 0 0,2 0 0,0 0 0,0-1 0,2 0 0,-1 0 0,-3-20 0,6 25 0,0 0 0,1-1 0,0 1 0,0 0 0,0-1 0,1 1 0,1-1 0,0 1 0,0-1 0,0 1 0,1-1 0,0 1 0,1 0 0,0 0 0,0 0 0,1 1 0,0-1 0,0 1 0,0-1 0,1 1 0,1 1 0,-1-1 0,1 1 0,0 0 0,0 0 0,1 1 0,-1 0 0,1 0 0,1 0 0,-1 1 0,0 0 0,1 0 0,0 1 0,9-3 0,-5 3 0,0 0 0,0 0 0,0 1 0,0 1 0,1 0 0,-1 1 0,0 0 0,1 0 0,-1 2 0,0-1 0,0 2 0,15 4 0,-20-5 0,-1 1 0,1 0 0,-1 0 0,0 0 0,0 1 0,0 0 0,0 0 0,-1 1 0,0-1 0,0 1 0,0 0 0,0 1 0,-1-1 0,0 1 0,0 0 0,-1 0 0,1 0 0,-1 0 0,0 1 0,-1-1 0,0 1 0,3 13 0,-3-10 0,-1 1 0,0-1 0,-1 1 0,0-1 0,-1 1 0,0-1 0,0 0 0,-1 1 0,-6 18 0,2-14 0,0 0 0,-1-1 0,-1 1 0,0-1 0,-19 24 0,10-18 0,-2 0 0,0-1 0,-1-1 0,-1 0 0,0-2 0,-1-1 0,-34 18 0,-43 13 0,93-40 0,11-5 0,15-2 0,-16 0 0,24-3 0,1 2 0,0 1 0,32 3 0,-50-1 0,0 0 0,0 1 0,0 1 0,0 0 0,0 0 0,0 1 0,-1 0 0,0 1 0,0 0 0,0 1 0,10 7 0,-17-11 0,0 1 0,0-1 0,0 1 0,-1-1 0,1 1 0,-1 0 0,0 0 0,0 0 0,0 0 0,0 0 0,0 1 0,-1-1 0,1 1 0,-1-1 0,0 1 0,0-1 0,0 1 0,-1 0 0,1-1 0,-1 1 0,0 0 0,0 0 0,0-1 0,0 1 0,-2 4 0,1-2 0,-1 0 0,-1-1 0,1 1 0,-1-1 0,0 1 0,0-1 0,-1 0 0,1 0 0,-1 0 0,0-1 0,0 1 0,-1-1 0,0 0 0,-8 6 0,-2-1-68,0-1 0,0 0-1,-1-1 1,0 0 0,-1-2 0,1 0-1,-1-1 1,0 0 0,0-1 0,0-1-1,0-1 1,-1-1 0,1 0 0,0-1-1,-1-1 1,1 0 0,0-2-1,1 0 1,-21-7 0,1-5-6758</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5.457"/>
    </inkml:context>
    <inkml:brush xml:id="br0">
      <inkml:brushProperty name="width" value="0.05" units="cm"/>
      <inkml:brushProperty name="height" value="0.05" units="cm"/>
      <inkml:brushProperty name="color" value="#FFFFFF"/>
    </inkml:brush>
  </inkml:definitions>
  <inkml:trace contextRef="#ctx0" brushRef="#br0">2 1 24575,'1'0'0,"-1"0"0,1 0 0,0 1 0,-1-1 0,1 0 0,-1 0 0,1 1 0,-1-1 0,1 0 0,0 1 0,-1-1 0,0 0 0,1 1 0,-1-1 0,1 1 0,-1-1 0,1 1 0,-1-1 0,0 1 0,1-1 0,-1 1 0,0 0 0,0-1 0,1 1 0,-1-1 0,0 1 0,0 0 0,0-1 0,0 1 0,0 0 0,0-1 0,0 1 0,0-1 0,0 1 0,0 1 0,-4 29 0,3-23 0,-4 41 0,2 92 0,4-123 0,1 0 0,0 0 0,1 0 0,1 0 0,1-1 0,1 0 0,0 0 0,12 24 0,-15-36 0,0 0 0,1-1 0,-1 1 0,1-1 0,0 1 0,0-1 0,1 0 0,-1-1 0,1 1 0,0-1 0,0 0 0,0 0 0,0 0 0,0-1 0,1 0 0,-1 0 0,1 0 0,0-1 0,-1 1 0,1-1 0,0-1 0,0 1 0,0-1 0,0 0 0,-1 0 0,1-1 0,0 0 0,0 0 0,0 0 0,-1-1 0,1 0 0,-1 0 0,1 0 0,-1-1 0,0 1 0,0-1 0,0 0 0,0-1 0,-1 0 0,1 1 0,7-10 0,-5 4 0,0 0 0,0 0 0,-1-1 0,0 0 0,-1 0 0,0-1 0,-1 1 0,0-1 0,-1 0 0,3-17 0,-2 10 0,-2-1 0,0-1 0,-1 1 0,-1 0 0,-4-29 0,3 38 0,-1 1 0,-1-1 0,0 1 0,0-1 0,-1 1 0,0 0 0,0 0 0,-1 1 0,0-1 0,-11-11 0,15 17 0,-1 1 0,0 0 0,0 0 0,-1 0 0,1 0 0,0 0 0,-1 0 0,1 1 0,-1-1 0,1 1 0,-1-1 0,0 1 0,1 0 0,-1 0 0,0 1 0,0-1 0,0 0 0,0 1 0,0 0 0,0 0 0,0 0 0,0 0 0,0 0 0,0 0 0,1 1 0,-1-1 0,0 1 0,0 0 0,0 0 0,0 0 0,1 0 0,-1 1 0,0-1 0,1 1 0,0-1 0,-1 1 0,1 0 0,-4 4 0,-1 1-105,1 0 0,0 0 0,0 1 0,1 0 0,-1 0 0,2 0 0,-1 1 0,1 0 0,1 0 0,0 0 0,0 0 0,-3 18 0,1 3-6721</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5.813"/>
    </inkml:context>
    <inkml:brush xml:id="br0">
      <inkml:brushProperty name="width" value="0.05" units="cm"/>
      <inkml:brushProperty name="height" value="0.05" units="cm"/>
      <inkml:brushProperty name="color" value="#FFFFFF"/>
    </inkml:brush>
  </inkml:definitions>
  <inkml:trace contextRef="#ctx0" brushRef="#br0">145 132 24575,'1'-24'0,"0"16"0,-1 0 0,0 0 0,0 0 0,-1 0 0,0 0 0,0 0 0,-1 0 0,1 0 0,-6-11 0,7 18 0,-1 0 0,1 0 0,-1 0 0,1 0 0,-1 0 0,0 1 0,1-1 0,-1 0 0,0 0 0,1 0 0,-1 1 0,0-1 0,0 0 0,0 1 0,0-1 0,0 1 0,0-1 0,0 1 0,0-1 0,0 1 0,0 0 0,0-1 0,-2 1 0,1 0 0,1 0 0,-1 1 0,1-1 0,-1 1 0,1-1 0,-1 1 0,1-1 0,-1 1 0,1 0 0,0 0 0,-1 0 0,1 0 0,0 0 0,-2 1 0,-3 4 0,1 1 0,0-1 0,0 1 0,-8 15 0,3-4 0,2 1 0,0 1 0,1 0 0,2 0 0,-1 0 0,2 1 0,1 0 0,1-1 0,0 1 0,2 0 0,2 25 0,-1-34 0,1 1 0,1-2 0,0 1 0,0 0 0,1-1 0,1 1 0,0-1 0,0 0 0,7 10 0,-6-13 0,0-1 0,0 0 0,0 0 0,1 0 0,0-1 0,0 0 0,1 0 0,0-1 0,0 0 0,0 0 0,0-1 0,16 6 0,-11-6 0,1 0 0,-1 0 0,1-2 0,0 1 0,0-2 0,0 0 0,0-1 0,0 0 0,0-1 0,0 0 0,26-7 0,-33 6 0,1 0 0,0-1 0,0 0 0,-1-1 0,1 1 0,-1-2 0,0 1 0,-1-1 0,1 0 0,-1 0 0,0 0 0,0-1 0,0 0 0,-1-1 0,0 1 0,0-1 0,-1 0 0,1 0 0,-2 0 0,1-1 0,3-11 0,-2 0 0,0 0 0,-2 0 0,0 0 0,-2-1 0,0 1 0,-1-1 0,0 1 0,-2-1 0,-1 1 0,0 0 0,-1 0 0,-1 0 0,-1 1 0,-1-1 0,-10-21 0,14 35 0,0 0 0,0 0 0,-1 1 0,1-1 0,-1 1 0,0-1 0,0 1 0,0 1 0,-1-1 0,0 0 0,1 1 0,-1 0 0,-10-4 0,11 5 0,0 1 0,1 0 0,-1 1 0,0-1 0,0 0 0,1 1 0,-1 0 0,0 0 0,0 0 0,0 1 0,1-1 0,-1 1 0,0 0 0,1 0 0,-1 0 0,0 1 0,1-1 0,0 1 0,-1 0 0,1-1 0,-6 6 0,-1 1 0,1 1 0,0 0 0,0 1 0,1 0 0,0 0 0,1 1 0,0 0 0,-9 19 0,11-19 0,0 0 0,1 0 0,0 0 0,1 0 0,0 1 0,1 0 0,0-1 0,1 1 0,1 19 0,6 3-1365,5-7-5461</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6.160"/>
    </inkml:context>
    <inkml:brush xml:id="br0">
      <inkml:brushProperty name="width" value="0.05" units="cm"/>
      <inkml:brushProperty name="height" value="0.05" units="cm"/>
      <inkml:brushProperty name="color" value="#FFFFFF"/>
    </inkml:brush>
  </inkml:definitions>
  <inkml:trace contextRef="#ctx0" brushRef="#br0">203 103 24575,'0'-10'0,"0"1"0,-1-1 0,0 1 0,0-1 0,-5-14 0,6 23 0,-1-1 0,1 0 0,-1 1 0,0-1 0,0 0 0,1 1 0,-1-1 0,0 1 0,0 0 0,-1-1 0,1 1 0,0 0 0,0 0 0,-1-1 0,1 1 0,0 0 0,-1 0 0,1 1 0,-1-1 0,0 0 0,1 0 0,-1 1 0,0-1 0,1 1 0,-1-1 0,0 1 0,1 0 0,-1 0 0,0 0 0,0 0 0,1 0 0,-1 0 0,0 0 0,0 0 0,1 1 0,-1-1 0,0 1 0,-1 0 0,-3 1 0,1 1 0,0 0 0,-1-1 0,1 2 0,1-1 0,-1 1 0,0-1 0,1 1 0,0 0 0,0 1 0,0-1 0,0 1 0,-3 5 0,-1 4 0,-1 0 0,2 0 0,-9 24 0,9-17 0,1-1 0,0 1 0,2 0 0,1 0 0,0 1 0,2-1 0,0 23 0,2-34 0,-1 1 0,1-1 0,1 1 0,0-1 0,0 0 0,1 0 0,0 0 0,1 0 0,0 0 0,1-1 0,0 1 0,0-1 0,1-1 0,0 1 0,1-1 0,9 10 0,-12-14 0,0-1 0,0 0 0,0 0 0,1 0 0,-1-1 0,1 1 0,0-1 0,-1 0 0,1-1 0,0 1 0,0-1 0,0 0 0,0 0 0,0 0 0,0-1 0,0 0 0,1 0 0,-1 0 0,0 0 0,0-1 0,0 0 0,0 0 0,0-1 0,0 1 0,0-1 0,-1 0 0,9-5 0,-1 0 0,1-2 0,-1 1 0,-1-1 0,0-1 0,0 0 0,-1-1 0,0 0 0,11-18 0,-4 10 0,-17 19 0,0 0 0,0-1 0,0 1 0,0 0 0,0 0 0,0 0 0,0 0 0,0 0 0,1 0 0,-1 0 0,0 0 0,0 0 0,0 0 0,0 0 0,0 0 0,0 0 0,1 0 0,-1 0 0,0 0 0,0 0 0,0 0 0,0 0 0,0 0 0,0 0 0,1 0 0,-1 0 0,0 0 0,0 0 0,0 0 0,0 0 0,0 0 0,0 0 0,0 0 0,1 1 0,-1-1 0,0 0 0,0 0 0,0 0 0,0 0 0,0 0 0,0 0 0,0 0 0,0 0 0,0 1 0,0-1 0,0 0 0,0 0 0,0 0 0,0 0 0,0 0 0,0 0 0,0 1 0,0-1 0,0 0 0,0 0 0,0 0 0,0 0 0,0 0 0,0 0 0,0 1 0,0-1 0,0 0 0,0 0 0,0 0 0,0 0 0,-10 42 0,9-38 0,0 0 2,-8 25-276,1 0 1,2 1 0,1 0-1,-3 47 1,10-47-6553</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6.719"/>
    </inkml:context>
    <inkml:brush xml:id="br0">
      <inkml:brushProperty name="width" value="0.05" units="cm"/>
      <inkml:brushProperty name="height" value="0.05" units="cm"/>
      <inkml:brushProperty name="color" value="#FFFFFF"/>
    </inkml:brush>
  </inkml:definitions>
  <inkml:trace contextRef="#ctx0" brushRef="#br0">1 147 24575,'0'-14'0,"-1"8"0,1 1 0,0 0 0,1-1 0,-1 1 0,3-11 0,-3 16 0,0 1 0,0-1 0,0 0 0,1 0 0,-1 0 0,0 0 0,0 0 0,0 0 0,0 1 0,0-1 0,0 0 0,0 0 0,1 0 0,-1 0 0,0 0 0,0 0 0,0 0 0,0 0 0,1 0 0,-1 0 0,0 1 0,0-1 0,0 0 0,0 0 0,0 0 0,1 0 0,-1 0 0,0 0 0,0 0 0,0 0 0,1 0 0,-1 0 0,0-1 0,0 1 0,0 0 0,0 0 0,0 0 0,1 0 0,-1 0 0,0 0 0,0 0 0,0 0 0,0 0 0,0 0 0,1-1 0,-1 1 0,0 0 0,0 0 0,0 0 0,0 0 0,0 0 0,0-1 0,0 1 0,0 0 0,0 0 0,0 0 0,0 0 0,1-1 0,-1 1 0,0 0 0,0 0 0,0 0 0,0 0 0,0-1 0,6 18 0,-5-14 0,39 156 0,-28-102 0,2-1 0,35 85 0,-44-127 0,-12-25 0,-12-25 0,4-2 0,1-1 0,3 0 0,0-1 0,3 0 0,-5-58 0,12 85 0,1 0 0,0 0 0,1 0 0,0 0 0,1 0 0,6-22 0,-7 30 0,1 1 0,-1-1 0,1 1 0,0 0 0,1 0 0,-1 0 0,1 0 0,-1 0 0,1 1 0,0-1 0,1 1 0,-1 0 0,1 0 0,-1 0 0,1 0 0,0 0 0,0 1 0,0 0 0,0 0 0,1 0 0,-1 0 0,6-1 0,0 1 0,1 1 0,0 0 0,-1 1 0,1 0 0,0 1 0,-1 0 0,1 0 0,-1 1 0,0 1 0,14 4 0,9 5 0,57 29 0,-79-35 0,0 0 0,0 1 0,0 0 0,-1 0 0,0 1 0,16 18 0,-24-24 0,0 0 0,0 1 0,0-1 0,-1 0 0,1 1 0,-1-1 0,0 1 0,0 0 0,0-1 0,0 1 0,0 0 0,0 0 0,-1-1 0,1 1 0,-1 0 0,0 0 0,0 0 0,0 0 0,0 0 0,-1-1 0,1 1 0,-1 0 0,0 0 0,1 0 0,-1-1 0,0 1 0,-1 0 0,1-1 0,0 1 0,-1-1 0,0 0 0,1 1 0,-1-1 0,0 0 0,0 0 0,-3 2 0,-7 7 0,-1-1 0,0 0 0,-1-1 0,0-1 0,-18 9 0,11-7 0,-29 21 0,48-30 0,1 0 0,0 0 0,-1 0 0,1 0 0,0 0 0,0 0 0,0 0 0,0 0 0,0 1 0,0-1 0,0 0 0,0 0 0,0 1 0,1-1 0,-1 1 0,0-1 0,1 1 0,-1-1 0,1 1 0,0-1 0,-1 1 0,1-1 0,0 1 0,0 0 0,0-1 0,0 1 0,1-1 0,-1 1 0,0-1 0,0 1 0,1-1 0,-1 1 0,1-1 0,0 1 0,-1-1 0,1 1 0,0-1 0,0 0 0,1 2 0,4 5 0,1-1 0,0 0 0,0-1 0,0 0 0,11 7 0,-11-7 0,6 3 0,92 74 0,-87-67 0,0 1 0,-2 0 0,23 30 0,-37-44 0,1 1 0,-1 0 0,0-1 0,0 1 0,0 0 0,0 0 0,-1 1 0,0-1 0,1 0 0,-2 0 0,1 1 0,0 4 0,-1-6 0,0-1 0,-1 0 0,1 0 0,-1 0 0,1 0 0,-1 0 0,0 0 0,0 0 0,0 0 0,0-1 0,0 1 0,0 0 0,0 0 0,-1-1 0,1 1 0,-1-1 0,1 1 0,-1-1 0,1 1 0,-1-1 0,0 0 0,0 0 0,0 0 0,0 0 0,0 0 0,0-1 0,-2 2 0,-12 2-91,0-1 0,0 0 0,0-1 0,0-1 1,0-1-1,-1 0 0,1-1 0,-18-3 0,22 3-456,-60-7-6279</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8.630"/>
    </inkml:context>
    <inkml:brush xml:id="br0">
      <inkml:brushProperty name="width" value="0.05" units="cm"/>
      <inkml:brushProperty name="height" value="0.05" units="cm"/>
      <inkml:brushProperty name="color" value="#FFFFFF"/>
    </inkml:brush>
  </inkml:definitions>
  <inkml:trace contextRef="#ctx0" brushRef="#br0">0 54 24575,'0'-3'0,"0"-4"0,0-7 0,0-4 0,0 6 0,0 13 0,0 11 0,0 14 0,0 14 0,0 14 0,0 6 0,0 5 0,0 2 0,0-2 0,0-3 0,0-11-8191</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8.925"/>
    </inkml:context>
    <inkml:brush xml:id="br0">
      <inkml:brushProperty name="width" value="0.05" units="cm"/>
      <inkml:brushProperty name="height" value="0.05" units="cm"/>
      <inkml:brushProperty name="color" value="#FFFFFF"/>
    </inkml:brush>
  </inkml:definitions>
  <inkml:trace contextRef="#ctx0" brushRef="#br0">102 13 24575,'0'-10'0,"0"7"0,-2 9 0,-1 0 0,-23 50 0,4 2 0,-19 68 0,39-118 0,0-1 0,1 1 0,0 0 0,0-1 0,1 1 0,0 0 0,0 0 0,1-1 0,0 1 0,0 0 0,1-1 0,0 1 0,3 7 0,-1-6 0,1-1 0,0 1 0,0-1 0,1 0 0,0 0 0,0-1 0,1 0 0,0 0 0,15 11 0,31 16 0,-22-16 0,-30-17 5,-1-1-1,1 0 1,-1 0 0,1 0-1,-1 0 1,0 1 0,1-1-1,-1 0 1,1 0-1,-1 1 1,0-1 0,1 0-1,-1 1 1,0-1-1,0 0 1,1 1 0,-1-1-1,0 1 1,0-1 0,1 0-1,-1 1 1,0-1-1,0 1 1,0-1 0,0 1-1,0-1 1,0 0-1,1 1 1,-1-1 0,0 1-1,0-1 1,-1 1-1,1-1 1,0 1 0,0-1-1,0 1 1,-1 0 8,0 0 0,0 0 0,0 0 0,0 0 1,0 0-1,0-1 0,-1 1 0,1 0 0,0-1 0,0 1 0,-1-1 0,0 1 1,-40 8-1721,16-6-5119</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9.335"/>
    </inkml:context>
    <inkml:brush xml:id="br0">
      <inkml:brushProperty name="width" value="0.05" units="cm"/>
      <inkml:brushProperty name="height" value="0.05" units="cm"/>
      <inkml:brushProperty name="color" value="#FFFFFF"/>
    </inkml:brush>
  </inkml:definitions>
  <inkml:trace contextRef="#ctx0" brushRef="#br0">75 1 24575,'0'7'0,"-1"0"0,-1 0 0,1 0 0,-1 0 0,-4 9 0,-4 14 0,-8 46 0,-12 106 0,27-158 0,2 0 0,1-1 0,1 1 0,1 0 0,0-1 0,2 1 0,1-1 0,1 0 0,9 23 0,-12-40 0,-1-1 0,0 0 0,1 0 0,0 0 0,0 0 0,1-1 0,-1 1 0,1-1 0,0 0 0,0 0 0,1 0 0,-1-1 0,1 0 0,0 1 0,-1-2 0,2 1 0,6 3 0,-8-5 0,1 0 0,0 0 0,0 0 0,0 0 0,0-1 0,0 0 0,0 0 0,0 0 0,0 0 0,0-1 0,0 0 0,0 0 0,-1 0 0,1-1 0,0 0 0,0 0 0,-1 0 0,0 0 0,1-1 0,3-2 0,2-4 0,0 1 0,0-1 0,-1-1 0,0 1 0,-1-2 0,0 1 0,-1-1 0,0 0 0,0-1 0,-1 1 0,-1-1 0,0-1 0,6-22 0,-6 14 0,0 0 0,-2-1 0,0 1 0,-1-1 0,-2 0 0,0 0 0,-5-34 0,3 42 0,-1 0 0,-1 0 0,-1 0 0,0 1 0,0 0 0,-1-1 0,-1 2 0,-10-16 0,13 23 0,1 0 0,-1 0 0,-1 1 0,1 0 0,-1 0 0,0 0 0,1 0 0,-2 0 0,-8-4 0,10 7 0,0-1 0,0 1 0,0 0 0,0 0 0,0 0 0,0 1 0,0-1 0,-1 1 0,1 0 0,0 0 0,0 0 0,0 1 0,-1 0 0,1-1 0,-5 3 0,4-1-65,0 0 0,0 0 0,1 1 0,-1-1 0,1 1 0,0 0 0,0 0 0,0 0 0,0 1 0,0 0 0,1-1 0,-1 1 0,1 1 0,0-1 0,0 0 0,1 1 0,0-1 0,-1 1 0,1 0 0,-1 6 0,-2 14-6761</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9.739"/>
    </inkml:context>
    <inkml:brush xml:id="br0">
      <inkml:brushProperty name="width" value="0.05" units="cm"/>
      <inkml:brushProperty name="height" value="0.05" units="cm"/>
      <inkml:brushProperty name="color" value="#FFFFFF"/>
    </inkml:brush>
  </inkml:definitions>
  <inkml:trace contextRef="#ctx0" brushRef="#br0">212 93 24575,'0'-22'0,"1"15"0,0 0 0,-1 0 0,-1 0 0,1 0 0,-1 1 0,0-1 0,-2-7 0,3 14 0,0-1 0,0 1 0,-1-1 0,1 1 0,0-1 0,0 1 0,0 0 0,-1-1 0,1 1 0,0-1 0,-1 1 0,1 0 0,0-1 0,-1 1 0,1 0 0,0-1 0,-1 1 0,1 0 0,-1 0 0,1 0 0,0-1 0,-1 1 0,1 0 0,-1 0 0,1 0 0,-1 0 0,1 0 0,-1-1 0,0 1 0,-13 8 0,-12 22 0,25-28 0,-23 36 0,1 1 0,2 0 0,2 2 0,2 1 0,2 0 0,-11 46 0,23-78 0,1 0 0,0-1 0,0 1 0,1 0 0,0 0 0,1 0 0,0 0 0,3 16 0,-3-23 0,1 0 0,0 0 0,0 0 0,1 0 0,-1 0 0,0 0 0,1 0 0,0 0 0,-1-1 0,1 1 0,1-1 0,-1 1 0,0-1 0,0 0 0,1 0 0,-1 0 0,1 0 0,0 0 0,0 0 0,-1-1 0,1 1 0,0-1 0,0 0 0,0 0 0,1 0 0,-1 0 0,0-1 0,0 1 0,6-1 0,-1 0 0,0 0 0,0 0 0,0-1 0,0-1 0,0 1 0,-1-1 0,1 0 0,0-1 0,-1 0 0,0 0 0,1-1 0,11-8 0,-5 3 0,-1-1 0,0 0 0,-1-1 0,0-1 0,13-16 0,-14 14 0,0 0 0,-1-1 0,0-1 0,-2 0 0,0 0 0,0-1 0,-2 1 0,0-2 0,7-31 0,-14 35 0,-4 10 0,4 5 0,0-1 0,0 1 0,0 0 0,0 0 0,0 0 0,0 0 0,0 0 0,0 0 0,0 0 0,1 0 0,-1 0 0,0 0 0,1 0 0,-1 0 0,0 2 0,-9 21 69,0 1-1,2 0 0,1 1 0,-3 26 1,-8 105-1776,16-109-5119</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0.406"/>
    </inkml:context>
    <inkml:brush xml:id="br0">
      <inkml:brushProperty name="width" value="0.05" units="cm"/>
      <inkml:brushProperty name="height" value="0.05" units="cm"/>
      <inkml:brushProperty name="color" value="#FFFFFF"/>
    </inkml:brush>
  </inkml:definitions>
  <inkml:trace contextRef="#ctx0" brushRef="#br0">184 286 24575,'-2'-1'0,"-1"1"0,1-1 0,-1 0 0,1-1 0,0 1 0,-1 0 0,1-1 0,0 1 0,0-1 0,0 0 0,0 0 0,0 0 0,0 0 0,0 0 0,1 0 0,-1 0 0,1 0 0,-2-4 0,-10-11 0,12 17 0,1-1 0,-1 1 0,1 0 0,-1 0 0,1-1 0,0 1 0,-1 0 0,1 0 0,-1 0 0,1 0 0,-1 0 0,1 0 0,-1 0 0,1 0 0,-1 0 0,1 0 0,-1 0 0,1 0 0,-1 0 0,1 0 0,-1 0 0,1 1 0,0-1 0,-1 0 0,1 0 0,-1 0 0,1 1 0,-1-1 0,1 0 0,0 1 0,-1-1 0,1 0 0,0 1 0,-1-1 0,1 0 0,0 1 0,0-1 0,-1 1 0,1-1 0,0 0 0,0 1 0,-1 0 0,-10 23 0,10-22 0,-41 125 0,22-61 0,18-61 0,-6 18 0,1 1 0,0 0 0,2 1 0,1-1 0,-2 27 0,6-49 0,0-1 0,0 0 0,0 1 0,0-1 0,0 1 0,1-1 0,-1 0 0,0 0 0,1 1 0,-1-1 0,1 0 0,-1 1 0,1-1 0,0 0 0,0 1 0,0-1 0,-1-1 0,0 0 0,1 0 0,-1 1 0,1-1 0,-1 0 0,0 0 0,1 0 0,-1 0 0,1 1 0,-1-1 0,1 0 0,-1 0 0,1 0 0,-1 0 0,1 0 0,-1 0 0,1 0 0,-1 0 0,1-1 0,-1 1 0,0 0 0,1 0 0,-1 0 0,1 0 0,-1-1 0,1 1 0,2-2 0,0 0 0,-1 0 0,1 0 0,-1-1 0,0 1 0,0 0 0,0-1 0,0 0 0,0 1 0,2-6 0,4-9 0,-1-1 0,0 0 0,-2 0 0,0-1 0,-1 1 0,2-23 0,-1-116 0,-7 122 0,2-1 0,2 1 0,1 0 0,2 0 0,10-39 0,-13 69 0,-1 1 0,1-1 0,0 1 0,0 0 0,0-1 0,0 1 0,1 0 0,0 0 0,0 0 0,0 1 0,0-1 0,1 1 0,4-5 0,-5 7 0,0-1 0,0 1 0,0 0 0,0-1 0,0 1 0,0 1 0,0-1 0,0 0 0,1 1 0,-1 0 0,0 0 0,0 0 0,0 0 0,1 0 0,-1 0 0,0 1 0,0 0 0,0-1 0,0 1 0,6 3 0,-1-1 0,1 1 0,0 1 0,-1-1 0,0 2 0,0-1 0,0 1 0,0 0 0,-1 0 0,0 1 0,-1 0 0,0 0 0,0 1 0,0 0 0,5 10 0,-8-13 0,-1 1 0,1-1 0,-1 1 0,0 0 0,-1 0 0,1 0 0,-1 0 0,0 0 0,-1 0 0,1 0 0,-1 0 0,-1 1 0,1-1 0,-1 0 0,0 0 0,0 0 0,-1 0 0,1 0 0,-2 0 0,1-1 0,0 1 0,-7 10 0,2-8 0,0 0 0,0 0 0,-1 0 0,0-1 0,0 0 0,-1-1 0,0 1 0,0-2 0,0 1 0,-1-1 0,0-1 0,0 0 0,-19 5 0,44-13 0,1 0 0,-1 1 0,1 1 0,30-1 0,-34 4 0,0 1 0,0 1 0,-1 0 0,1 0 0,-1 1 0,0 1 0,0 0 0,0 1 0,0 0 0,-1 0 0,0 1 0,-1 0 0,14 13 0,-17-13 0,0-1 0,0 1 0,0 0 0,-1 0 0,-1 1 0,1 0 0,-1-1 0,5 14 0,-7-15 0,0 0 0,-1-1 0,0 1 0,0 1 0,0-1 0,-1 0 0,0 0 0,0 0 0,-1 0 0,1 0 0,-1 0 0,0 0 0,-3 7 0,1-6 0,-1 0 0,1 0 0,-1 0 0,-1 0 0,1-1 0,-1 0 0,0 0 0,-1 0 0,0 0 0,0-1 0,0 0 0,0 0 0,-1-1 0,1 0 0,-1 0 0,0 0 0,-14 4 0,-4 1 0,-1-1 0,-1-1 0,-49 7 0,-55-4-1365,76-8-5461</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13.044"/>
    </inkml:context>
    <inkml:brush xml:id="br0">
      <inkml:brushProperty name="width" value="0.05" units="cm"/>
      <inkml:brushProperty name="height" value="0.05" units="cm"/>
      <inkml:brushProperty name="color" value="#FFFFFF"/>
    </inkml:brush>
  </inkml:definitions>
  <inkml:trace contextRef="#ctx0" brushRef="#br0">0 471 24575,'2'-5'0,"-1"0"0,1 1 0,0 0 0,0-1 0,0 1 0,1 0 0,3-6 0,-2 5 0,-4 5 0,0-1 0,0 1 0,0 0 0,0-1 0,0 1 0,0 0 0,0 0 0,0-1 0,1 1 0,-1 0 0,0-1 0,0 1 0,0 0 0,1 0 0,-1 0 0,0-1 0,0 1 0,0 0 0,1 0 0,-1 0 0,0-1 0,0 1 0,1 0 0,-1 0 0,0 0 0,1 0 0,-1 0 0,0 0 0,0 0 0,1 0 0,-1 0 0,0 0 0,1 0 0,-1 0 0,0 0 0,1 0 0,-1 0 0,0 0 0,0 0 0,1 0 0,-1 0 0,0 0 0,1 0 0,-1 0 0,0 0 0,0 1 0,1-1 0,-1 0 0,0 0 0,0 0 0,1 1 0,-1-1 0,0 0 0,0 0 0,0 0 0,1 1 0,-1-1 0,0 0 0,0 1 0,0-1 0,0 0 0,0 0 0,0 1 0,1-1 0,-1 0 0,0 1 0,0-1 0,6 28 0,-5-24 0,5 39 0,1 51 0,5 37 0,-9-116 0,8 42 0,-10-54 0,0 0 0,0 0 0,0-1 0,0 1 0,0 0 0,1-1 0,-1 1 0,1 0 0,0-1 0,0 0 0,0 1 0,0-1 0,0 0 0,0 0 0,3 2 0,-4-4 0,1 1 0,-1-1 0,0 0 0,1 1 0,-1-1 0,0 0 0,1 0 0,-1 0 0,0 0 0,1 0 0,-1-1 0,0 1 0,1 0 0,-1 0 0,0-1 0,1 1 0,-1-1 0,0 0 0,0 1 0,0-1 0,0 0 0,1 1 0,1-3 0,24-24 0,-25 25 0,25-32 0,-1-1 0,25-47 0,-6 9 0,3-1 0,93-136 0,-102 158 0,83-87 0,-106 124 86,1 0-1,0 1 0,26-17 1,-36 27-218,0 0 1,0 0 0,0 1-1,0 0 1,0 1 0,1-1 0,-1 1-1,1 1 1,-1 0 0,1 0 0,0 0-1,15 1 1,13 8-6695</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14.364"/>
    </inkml:context>
    <inkml:brush xml:id="br0">
      <inkml:brushProperty name="width" value="0.05" units="cm"/>
      <inkml:brushProperty name="height" value="0.05" units="cm"/>
      <inkml:brushProperty name="color" value="#FFFFFF"/>
    </inkml:brush>
  </inkml:definitions>
  <inkml:trace contextRef="#ctx0" brushRef="#br0">0 0 24575,'6'5'0,"-1"-1"0,1 0 0,0-1 0,0 1 0,1-1 0,-1-1 0,7 3 0,11 5 0,129 61 0,163 73 0,348 150 0,-659-292-227,-1 0-1,1 0 1,0-1-1,0 1 1,6 0-1,0-2-6598</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14.826"/>
    </inkml:context>
    <inkml:brush xml:id="br0">
      <inkml:brushProperty name="width" value="0.05" units="cm"/>
      <inkml:brushProperty name="height" value="0.05" units="cm"/>
      <inkml:brushProperty name="color" value="#FFFFFF"/>
    </inkml:brush>
  </inkml:definitions>
  <inkml:trace contextRef="#ctx0" brushRef="#br0">183 46 24575,'-1'-4'0,"0"0"0,0 0 0,0 0 0,-1 0 0,1 1 0,-1-1 0,0 0 0,0 1 0,0 0 0,-4-5 0,6 8 0,0 0 0,0 0 0,0 0 0,0 0 0,0 0 0,0 0 0,0 0 0,0 0 0,0 0 0,0 0 0,-1 0 0,1 0 0,0 0 0,0 0 0,0 0 0,0 0 0,0 0 0,0 0 0,0 0 0,0 0 0,0 0 0,0 0 0,0 0 0,0 0 0,0 0 0,0 0 0,0 0 0,0 0 0,0 0 0,3 8 0,7 10 0,301 362 0,-310-378 0,1 0 0,0 0 0,0 0 0,-1 0 0,1 1 0,-1-1 0,1 0 0,-1 1 0,0-1 0,0 1 0,0-1 0,-1 1 0,1-1 0,0 1 0,-1 4 0,0-5 0,-1 0 0,1 0 0,-1-1 0,0 1 0,0 0 0,1 0 0,-1-1 0,-1 1 0,1 0 0,0-1 0,0 1 0,-1-1 0,1 1 0,0-1 0,-1 0 0,0 0 0,1 0 0,-1 0 0,0 0 0,1 0 0,-4 1 0,-19 9 0,0-1 0,0-1 0,-51 11 0,-81 6 0,104-19 0,-46 11-1365,77-13-5461</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16.119"/>
    </inkml:context>
    <inkml:brush xml:id="br0">
      <inkml:brushProperty name="width" value="0.05" units="cm"/>
      <inkml:brushProperty name="height" value="0.05" units="cm"/>
      <inkml:brushProperty name="color" value="#FFFFFF"/>
    </inkml:brush>
  </inkml:definitions>
  <inkml:trace contextRef="#ctx0" brushRef="#br0">1908 1 24575,'-3'0'0,"1"1"0,0 0 0,0-1 0,0 1 0,0 0 0,0 0 0,0 0 0,0 1 0,0-1 0,-2 3 0,-5 2 0,-20 12 0,-624 363 0,449-288 0,-3-9 0,-402 104 0,450-137-1365,147-47-5461</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16.447"/>
    </inkml:context>
    <inkml:brush xml:id="br0">
      <inkml:brushProperty name="width" value="0.05" units="cm"/>
      <inkml:brushProperty name="height" value="0.05" units="cm"/>
      <inkml:brushProperty name="color" value="#FFFFFF"/>
    </inkml:brush>
  </inkml:definitions>
  <inkml:trace contextRef="#ctx0" brushRef="#br0">37 13 24575,'1'-1'0,"1"0"0,-1 0 0,1-1 0,-1 1 0,1 0 0,0 0 0,-1 1 0,1-1 0,0 0 0,0 1 0,0-1 0,0 1 0,-1-1 0,1 1 0,0 0 0,0 0 0,0 0 0,0 0 0,0 0 0,0 0 0,0 1 0,0-1 0,-1 0 0,1 1 0,0 0 0,0-1 0,0 1 0,-1 0 0,1 0 0,0 0 0,-1 0 0,1 0 0,-1 1 0,3 1 0,0 0 0,0 1 0,0 0 0,0 1 0,-1-1 0,0 1 0,1 0 0,-1-1 0,-1 1 0,1 1 0,2 7 0,-3-6 0,-1 1 0,0-1 0,0 0 0,-1 1 0,0-1 0,0 1 0,0-1 0,-1 1 0,-1-1 0,1 0 0,-1 1 0,0-1 0,-1 0 0,1 0 0,-1 0 0,-1-1 0,-4 8 0,-8 10 0,-1 0 0,-2-1 0,-20 21 0,22-27 0,17-16 0,-1 0 0,0-1 0,1 1 0,-1 0 0,0 0 0,1 0 0,-1 0 0,1-1 0,-1 1 0,1 0 0,0 0 0,-1 0 0,1 0 0,-1 2 0,2-3 0,-1 1 0,0-1 0,0 0 0,0 1 0,0-1 0,0 0 0,0 1 0,1-1 0,-1 0 0,0 1 0,0-1 0,0 0 0,1 0 0,-1 1 0,0-1 0,1 0 0,-1 0 0,0 1 0,0-1 0,1 0 0,-1 0 0,0 0 0,1 0 0,-1 1 0,0-1 0,1 0 0,33 1 0,-25-1 0,35 0 43,33-2-512,1 3-1,116 18 1,-138-8-6357</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25.297"/>
    </inkml:context>
    <inkml:brush xml:id="br0">
      <inkml:brushProperty name="width" value="0.05" units="cm"/>
      <inkml:brushProperty name="height" value="0.05" units="cm"/>
      <inkml:brushProperty name="color" value="#FFFFFF"/>
    </inkml:brush>
  </inkml:definitions>
  <inkml:trace contextRef="#ctx0" brushRef="#br0">1 0 24575,'76'94'0,"-43"-58"0,1-1 0,2-2 0,70 50 0,-90-75-1365,-3-3-5461</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25.606"/>
    </inkml:context>
    <inkml:brush xml:id="br0">
      <inkml:brushProperty name="width" value="0.05" units="cm"/>
      <inkml:brushProperty name="height" value="0.05" units="cm"/>
      <inkml:brushProperty name="color" value="#FFFFFF"/>
    </inkml:brush>
  </inkml:definitions>
  <inkml:trace contextRef="#ctx0" brushRef="#br0">324 8 24575,'-1'-1'0,"-1"0"0,1 1 0,0-1 0,-1 0 0,1 1 0,0-1 0,-1 1 0,1-1 0,-1 1 0,1-1 0,-1 1 0,1 0 0,-1 0 0,1 0 0,-1 0 0,1 0 0,-1 0 0,1 0 0,-1 1 0,1-1 0,-1 0 0,1 1 0,0-1 0,-1 1 0,1 0 0,0-1 0,-1 1 0,1 0 0,0 0 0,-2 1 0,-7 5 0,1 0 0,-16 16 0,15-13 0,-27 23 0,2 2 0,2 1 0,1 2 0,-31 48 0,62-84 33,-10 13 266,11-15-360,0 0 0,0 1 1,-1-1-1,1 1 1,0-1-1,-1 0 0,1 1 1,-1-1-1,1 0 1,-1 1-1,1-1 0,0 0 1,-1 0-1,1 1 1,-1-1-1,1 0 0,-1 0 1,1 0-1,-1 0 1,1 0-1,-1 0 1,1 0-1,-1 0 0,0 0 1,1 0-1,-1 0 1,0 0-1</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25.888"/>
    </inkml:context>
    <inkml:brush xml:id="br0">
      <inkml:brushProperty name="width" value="0.05" units="cm"/>
      <inkml:brushProperty name="height" value="0.05" units="cm"/>
      <inkml:brushProperty name="color" value="#FFFFFF"/>
    </inkml:brush>
  </inkml:definitions>
  <inkml:trace contextRef="#ctx0" brushRef="#br0">144 10 24575,'-19'-5'0,"18"4"0,-1 1 0,1-1 0,0 0 0,0 1 0,0 0 0,0-1 0,-1 1 0,1 0 0,0-1 0,0 1 0,-1 0 0,1 0 0,0 0 0,0 0 0,-1 0 0,1 0 0,0 1 0,0-1 0,-1 0 0,1 1 0,0-1 0,0 1 0,0-1 0,-2 2 0,-2 1 0,-1 1 0,2 0 0,-1 1 0,0-1 0,1 1 0,0 0 0,0 0 0,0 0 0,1 1 0,-1-1 0,1 1 0,-3 8 0,-2 7 0,1 0 0,-6 27 0,11-38 38,0-1 0,1 1 0,0 0 0,0-1 0,1 1 0,0 0 0,1 0 0,1 9 0,-1-14-133,1 0 0,-1-1 0,1 1 0,0-1 1,0 1-1,0-1 0,0 0 0,1 0 0,0 0 0,0 0 1,0 0-1,0-1 0,1 1 0,-1-1 0,1 0 1,0 0-1,7 4 0,13 5-6731</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26.090"/>
    </inkml:context>
    <inkml:brush xml:id="br0">
      <inkml:brushProperty name="width" value="0.05" units="cm"/>
      <inkml:brushProperty name="height" value="0.05" units="cm"/>
      <inkml:brushProperty name="color" value="#FFFFFF"/>
    </inkml:brush>
  </inkml:definitions>
  <inkml:trace contextRef="#ctx0" brushRef="#br0">67 53 24575,'0'-6'0,"0"-5"0,0-5 0,4 2 0,0 9 0,3 8 0,3 7 0,1 8 0,0 7 0,3 6 0,-2 6 0,-3 4 0,-9 0 0,-11 4 0,-9-1 0,-12-4 0,-11-3 0,0-7-8191</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49.805"/>
    </inkml:context>
    <inkml:brush xml:id="br0">
      <inkml:brushProperty name="width" value="0.05" units="cm"/>
      <inkml:brushProperty name="height" value="0.05" units="cm"/>
      <inkml:brushProperty name="color" value="#FFFFFF"/>
    </inkml:brush>
  </inkml:definitions>
  <inkml:trace contextRef="#ctx0" brushRef="#br0">216 102 24575,'0'-101'0,"-25"160"0,-10 19 0,-4-1 0,-77 116 0,136-213 0,2 1 0,40-26 0,-37 28 0,1 2 0,1 1 0,0 1 0,1 2 0,0 0 0,0 2 0,38-7 0,-47 13 0,-1 1 0,1 0 0,0 2 0,-1 0 0,29 4 0,-35-2 0,0 1 0,0 0 0,0 0 0,-1 1 0,1 1 0,-1 0 0,0 1 0,0 0 0,10 7 0,-13-6 0,-1 0 0,1 0 0,-2 0 0,1 1 0,-1 0 0,0 0 0,0 1 0,-1-1 0,-1 1 0,1 0 0,-1 1 0,-1-1 0,0 1 0,0 0 0,-1-1 0,0 1 0,-1 0 0,0 0 0,0 1 0,-2 14 0,1-12 0,-2 1 0,0 0 0,0 0 0,-1-1 0,-1 1 0,0-1 0,0 0 0,-2 0 0,0-1 0,0 1 0,-1-1 0,0-1 0,-1 1 0,-14 14 0,-21 11-1365,0-8-5461</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49.960"/>
    </inkml:context>
    <inkml:brush xml:id="br0">
      <inkml:brushProperty name="width" value="0.05" units="cm"/>
      <inkml:brushProperty name="height" value="0.05" units="cm"/>
      <inkml:brushProperty name="color" value="#FFFFFF"/>
    </inkml:brush>
  </inkml:definitions>
  <inkml:trace contextRef="#ctx0" brushRef="#br0">1 38 24575,'6'-3'0,"8"-5"0,12 0 0,10 1 0,8 1 0,9 2 0,6 2 0,4 4 0,-8 2-8191</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0.319"/>
    </inkml:context>
    <inkml:brush xml:id="br0">
      <inkml:brushProperty name="width" value="0.05" units="cm"/>
      <inkml:brushProperty name="height" value="0.05" units="cm"/>
      <inkml:brushProperty name="color" value="#FFFFFF"/>
    </inkml:brush>
  </inkml:definitions>
  <inkml:trace contextRef="#ctx0" brushRef="#br0">168 37 24575,'-19'23'0,"1"2"0,1 0 0,1 1 0,1 1 0,-18 47 0,22-49 0,2 1 0,1 0 0,-7 39 0,12-51 0,2 0 0,-1 1 0,2-1 0,0 1 0,0-1 0,2 0 0,0 1 0,4 16 0,-5-27 0,0 0 0,1 0 0,-1 0 0,1 0 0,0 0 0,0 0 0,1 0 0,-1 0 0,1-1 0,0 0 0,-1 1 0,2-1 0,-1 0 0,0 0 0,0 0 0,1-1 0,0 1 0,-1-1 0,1 0 0,0 0 0,0 0 0,0-1 0,1 1 0,-1-1 0,0 0 0,0 0 0,1-1 0,-1 1 0,1-1 0,-1 0 0,0 0 0,1 0 0,-1-1 0,5 0 0,5-2 0,-1 0 0,0-1 0,0 0 0,0-1 0,-1 0 0,0-1 0,0-1 0,0 0 0,-1 0 0,11-10 0,-8 5 0,-1-1 0,-1-1 0,0 0 0,0 0 0,-2-2 0,0 1 0,-1-1 0,0 0 0,-1-1 0,-1 0 0,-1 0 0,0-1 0,5-30 0,-9 36 0,0 0 0,-2-1 0,1 1 0,-2 0 0,1 0 0,-2-1 0,1 1 0,-2 0 0,-4-17 0,3 21 0,0-1 0,0 0 0,0 1 0,-1-1 0,0 1 0,-1 1 0,0-1 0,0 1 0,-1 0 0,0 0 0,0 1 0,0-1 0,-9-4 0,8 6 31,-1 0 0,1 1 0,-1 0 0,1 0 0,-1 1 0,0 1 0,-1-1 0,1 1 1,0 1-1,-11-1 0,15 1-100,1 1 1,0 0 0,0 0 0,-1 1-1,1-1 1,0 1 0,0 0-1,-1 0 1,1 0 0,0 1 0,0 0-1,0-1 1,1 1 0,-1 1 0,0-1-1,1 0 1,-1 1 0,1 0 0,0 0-1,0 0 1,0 0 0,0 0-1,1 1 1,-3 3 0,-3 10-6758</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0.674"/>
    </inkml:context>
    <inkml:brush xml:id="br0">
      <inkml:brushProperty name="width" value="0.05" units="cm"/>
      <inkml:brushProperty name="height" value="0.05" units="cm"/>
      <inkml:brushProperty name="color" value="#FFFFFF"/>
    </inkml:brush>
  </inkml:definitions>
  <inkml:trace contextRef="#ctx0" brushRef="#br0">198 71 24575,'0'-4'0,"0"1"0,-1 0 0,1 0 0,-1 0 0,1 0 0,-1 0 0,0 0 0,0 0 0,0 0 0,0 0 0,-1 0 0,1 0 0,-1 0 0,0 1 0,1-1 0,-1 1 0,-1-1 0,1 1 0,-4-4 0,4 5 0,0 0 0,0 0 0,-1-1 0,1 1 0,-1 1 0,1-1 0,-1 0 0,1 1 0,-1-1 0,1 1 0,-1 0 0,1-1 0,-1 1 0,1 0 0,-1 1 0,0-1 0,1 0 0,-1 1 0,1 0 0,-1-1 0,1 1 0,0 0 0,-1 0 0,-3 3 0,-1 1 0,0 0 0,0 0 0,1 1 0,0 0 0,0 0 0,0 1 0,1-1 0,0 1 0,0 0 0,0 1 0,1-1 0,0 1 0,1 0 0,-5 16 0,3-7 0,0 1 0,2-1 0,0 1 0,1 0 0,0 0 0,2 22 0,1-24 0,1 0 0,1 0 0,0 0 0,1-1 0,1 1 0,0-1 0,1 0 0,1-1 0,0 1 0,1-1 0,1-1 0,0 1 0,18 19 0,-20-25 0,0-1 0,1 0 0,0 0 0,1 0 0,0-1 0,0 0 0,0-1 0,0 0 0,1-1 0,0 0 0,0 0 0,0-1 0,0 0 0,1-1 0,-1 0 0,1-1 0,0 0 0,-1 0 0,1-1 0,-1-1 0,16-2 0,-12-1 0,0 0 0,-1 0 0,1-1 0,-1-1 0,-1-1 0,1 1 0,-1-2 0,0 0 0,-1 0 0,0-1 0,0-1 0,-1 0 0,0 0 0,-1-1 0,0 0 0,13-22 0,-12 18 0,-2-1 0,1 0 0,-2 0 0,0-1 0,-1 1 0,-1-2 0,0 1 0,-1-1 0,-1 1 0,-1-1 0,-1 0 0,-1-35 0,-1 46 0,0-1 0,0 1 0,-1-1 0,0 1 0,0 0 0,-1-1 0,0 1 0,0 1 0,-1-1 0,0 0 0,-9-11 0,10 14 0,-1 0 0,0 1 0,0-1 0,0 1 0,0 0 0,-1 0 0,1 1 0,-1-1 0,0 1 0,0 0 0,0 0 0,0 1 0,0-1 0,0 1 0,0 0 0,-1 1 0,1-1 0,-6 1 0,-3 1-170,0 0-1,1 1 0,-1 1 1,1 0-1,-1 0 0,1 2 1,-19 8-1,-1 3-6655</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1.095"/>
    </inkml:context>
    <inkml:brush xml:id="br0">
      <inkml:brushProperty name="width" value="0.05" units="cm"/>
      <inkml:brushProperty name="height" value="0.05" units="cm"/>
      <inkml:brushProperty name="color" value="#FFFFFF"/>
    </inkml:brush>
  </inkml:definitions>
  <inkml:trace contextRef="#ctx0" brushRef="#br0">258 124 24575,'3'-8'0,"-1"1"0,1 0 0,-1 0 0,0-1 0,-1 1 0,0-1 0,0 0 0,0-11 0,-1 16 0,0 1 0,-1-1 0,1 1 0,0 0 0,-1-1 0,0 1 0,1 0 0,-1-1 0,0 1 0,0 0 0,0 0 0,-1 0 0,-1-3 0,2 4 0,0 0 0,0 0 0,-1 0 0,1 0 0,0 1 0,-1-1 0,1 0 0,0 1 0,-1-1 0,1 1 0,-1-1 0,1 1 0,-1 0 0,1 0 0,-1-1 0,1 1 0,-1 0 0,0 0 0,1 1 0,-1-1 0,1 0 0,-4 1 0,-1 1 0,-1 0 0,1 1 0,-1 0 0,1 0 0,0 0 0,0 1 0,0 0 0,0 0 0,1 0 0,0 1 0,0 0 0,-7 8 0,0 1 0,1 2 0,0 0 0,-11 22 0,7-8 0,1 0 0,2 1 0,1 0 0,2 1 0,1 0 0,-4 34 0,9-44 0,1-1 0,1 1 0,1-1 0,1 1 0,1 0 0,1-1 0,0 0 0,2 0 0,0 0 0,11 26 0,-13-41 0,-1 0 0,1-1 0,0 1 0,1-1 0,-1 0 0,1 0 0,0 0 0,1 0 0,-1-1 0,1 0 0,-1 0 0,1 0 0,1 0 0,-1-1 0,12 6 0,-13-7 0,1-1 0,0 0 0,0 0 0,0 0 0,0 0 0,1-1 0,-1 0 0,0 0 0,0 0 0,0-1 0,0 0 0,0 0 0,0 0 0,0 0 0,0-1 0,0 0 0,-1 0 0,1 0 0,8-5 0,-1-2 0,0 0 0,0-1 0,-1-1 0,0 1 0,0-2 0,-2 1 0,1-1 0,9-18 0,55-112 0,-64 120 0,13-28 0,20-40 0,-43 89 0,1 0 0,-1-1 0,1 1 0,-1 0 0,1 0 0,0 0 0,0 0 0,-1 0 0,1 1 0,0-1 0,0 0 0,0 0 0,0 0 0,0 1 0,2-2 0,-3 2 0,0 0 0,1 0 0,-1 0 0,1 1 0,-1-1 0,0 0 0,1 0 0,-1 0 0,0 1 0,1-1 0,-1 0 0,0 0 0,0 1 0,1-1 0,-1 0 0,0 0 0,0 1 0,1-1 0,-1 0 0,0 1 0,0-1 0,0 1 0,1-1 0,-1 0 0,0 1 0,0-1 0,0 0 0,0 1 0,0-1 0,0 1 0,4 42 0,-6 50 230,0-44-762,3 0 1,8 65-1,-2-75-6294</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51.645"/>
    </inkml:context>
    <inkml:brush xml:id="br0">
      <inkml:brushProperty name="width" value="0.05" units="cm"/>
      <inkml:brushProperty name="height" value="0.05" units="cm"/>
      <inkml:brushProperty name="color" value="#FFFFFF"/>
    </inkml:brush>
  </inkml:definitions>
  <inkml:trace contextRef="#ctx0" brushRef="#br0">3 384 24575,'0'-59'0,"-1"135"0,0-7 0,2 1 0,15 92 0,-16-160 0,1-5 0,0-15 0,-2-28 0,0 35 0,-14-196 0,14 162 0,2 0 0,10-71 0,-8 101 0,0-1 0,2 1 0,-1-1 0,2 1 0,0 1 0,1-1 0,1 1 0,10-16 0,-14 25 0,-1 0 0,1 1 0,-1-1 0,1 1 0,0 0 0,1 0 0,-1 1 0,1-1 0,0 1 0,-1 0 0,2 0 0,-1 0 0,0 1 0,0 0 0,1 0 0,-1 0 0,1 1 0,0-1 0,-1 1 0,1 1 0,0-1 0,0 1 0,0 0 0,-1 0 0,10 2 0,-8 0 0,0 1 0,0-1 0,0 1 0,0 0 0,-1 1 0,1-1 0,-1 1 0,0 1 0,0-1 0,-1 1 0,1 0 0,-1 0 0,0 1 0,0-1 0,-1 1 0,1 0 0,-1 1 0,-1-1 0,1 1 0,3 10 0,-4-10 0,-1-1 0,0 1 0,0 0 0,-1 0 0,1-1 0,-1 1 0,-1 0 0,0 0 0,0 0 0,0 0 0,0 0 0,-1 0 0,-1 0 0,1 0 0,-1 0 0,0 0 0,-1-1 0,1 1 0,-1-1 0,0 0 0,-7 10 0,-27 20 0,31-32 0,1 1 0,-1 0 0,1-1 0,0 2 0,1-1 0,-1 1 0,1-1 0,0 1 0,1 0 0,-4 7 0,7-10 0,-1-1 0,1 0 0,0 0 0,0 0 0,0 0 0,0 0 0,0 0 0,0 0 0,1 0 0,-1 0 0,1 0 0,0 0 0,-1 0 0,1 0 0,0 0 0,0 0 0,0 0 0,0-1 0,0 1 0,1 0 0,-1-1 0,2 2 0,5 5 0,0 0 0,18 13 0,-13-11 0,6 4 0,-3-2 0,-1 0 0,0 1 0,-1 1 0,0 0 0,12 17 0,-24-28 0,0 0 0,0 0 0,0 0 0,-1 0 0,1 0 0,-1 0 0,1 1 0,-1-1 0,0 1 0,-1-1 0,1 1 0,0-1 0,-1 1 0,0-1 0,0 1 0,0-1 0,0 1 0,-1 0 0,1-1 0,-1 1 0,0-1 0,0 0 0,0 1 0,-1-1 0,1 0 0,-1 0 0,1 1 0,-1-1 0,0 0 0,0-1 0,-1 1 0,1 0 0,-1-1 0,-3 4 0,-3 1 34,0 0 1,0-1-1,-1 0 0,0 0 0,0-1 0,0-1 0,-1 1 0,1-2 0,-14 4 1,-10 0-889,-55 6 1,33-8-5973</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9.662"/>
    </inkml:context>
    <inkml:brush xml:id="br0">
      <inkml:brushProperty name="width" value="0.05" units="cm"/>
      <inkml:brushProperty name="height" value="0.05" units="cm"/>
      <inkml:brushProperty name="color" value="#FFFFFF"/>
    </inkml:brush>
  </inkml:definitions>
  <inkml:trace contextRef="#ctx0" brushRef="#br0">1 1360 24575,'0'5'0,"1"0"0,0-1 0,0 1 0,1-1 0,-1 0 0,1 0 0,0 1 0,0-1 0,0 0 0,5 6 0,6 13 0,-11-20 0,11 18 0,-13-21 0,0 1 0,1-1 0,-1 0 0,1 1 0,-1-1 0,1 0 0,-1 1 0,1-1 0,-1 0 0,1 0 0,-1 0 0,1 1 0,-1-1 0,1 0 0,-1 0 0,1 0 0,-1 0 0,1 0 0,0 0 0,-1 0 0,1 0 0,-1 0 0,1-1 0,-1 1 0,1 0 0,-1 0 0,1 0 0,-1-1 0,1 1 0,-1 0 0,1 0 0,-1-1 0,0 1 0,1 0 0,-1-1 0,1 1 0,-1-1 0,0 1 0,1 0 0,-1-1 0,1 0 0,6-8 0,-1 0 0,0 0 0,0 0 0,-1-1 0,5-12 0,19-58 0,-23 60 0,32-105 0,-5-2 0,-6-2 0,-6 0 0,-5-2 0,-6 0 0,-11-208 0,-1 309 0,-1 0 0,-11-48 0,13 75 0,1-1 0,-2 1 0,1 0 0,0 0 0,-1 0 0,1 0 0,-1 0 0,0 0 0,0 0 0,-2-2 0,3 4 0,1 1 0,-1-1 0,1 1 0,-1 0 0,1-1 0,-1 1 0,1 0 0,-1 0 0,1 0 0,-1-1 0,1 1 0,-1 0 0,0 0 0,1 0 0,-1 0 0,1 0 0,-1 0 0,0 0 0,1 0 0,-1 0 0,1 0 0,-1 0 0,0 1 0,-1-1 0,1 1 0,0 0 0,0 0 0,-1 0 0,1 0 0,0 0 0,0 0 0,0 0 0,0 0 0,0 1 0,0-1 0,-1 3 0,-4 6 0,1 0 0,0 0 0,1 1 0,0 0 0,-4 21 0,-5 62 0,12-81 0,-9 109 0,6 0 0,5 0 0,5-1 0,44 234 0,-38-297 0,24 69 0,-30-110 0,0-1 0,1-1 0,1 1 0,0-1 0,1 0 0,1-1 0,0 0 0,24 25 0,-29-35 0,-1-1 0,1 1 0,0-1 0,0 1 0,0-1 0,0-1 0,0 1 0,1-1 0,-1 0 0,1 0 0,-1-1 0,1 1 0,0-1 0,0-1 0,0 1 0,0-1 0,0 0 0,-1 0 0,1 0 0,0-1 0,0 0 0,0-1 0,-1 1 0,1-1 0,0 0 0,7-4 0,3-2 0,-1-1 0,0 0 0,-1-2 0,0 1 0,0-2 0,-1 0 0,19-23 0,-4 1 0,-3 0 0,0-3 0,23-48 0,-17 23 0,28-85 0,-33 63 0,-25 73 0,-5 17 0,-6 22 0,-50 228 0,52-207 0,3 1 0,1 0 0,4 64 0,0-102-136,1 0-1,1 0 1,0-1-1,0 1 1,1 0-1,1-1 1,-1 0-1,2 0 0,8 16 1,5-2-6690</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0.037"/>
    </inkml:context>
    <inkml:brush xml:id="br0">
      <inkml:brushProperty name="width" value="0.05" units="cm"/>
      <inkml:brushProperty name="height" value="0.05" units="cm"/>
      <inkml:brushProperty name="color" value="#FFFFFF"/>
    </inkml:brush>
  </inkml:definitions>
  <inkml:trace contextRef="#ctx0" brushRef="#br0">162 361 24575,'7'-37'0,"0"6"0,-3-7 0,-1 0 0,-3-1 0,-6-69 0,5 104 0,0 0 0,0 0 0,0 0 0,0 0 0,0 0 0,-1 0 0,0 0 0,0 0 0,0 0 0,0 1 0,-1-1 0,1 1 0,-1 0 0,-3-4 0,4 6 0,0 0 0,0 0 0,0 0 0,0 0 0,0 0 0,0 0 0,-1 0 0,1 1 0,0-1 0,0 1 0,0 0 0,-1-1 0,1 1 0,0 0 0,0 0 0,-1 1 0,1-1 0,0 0 0,0 1 0,-1 0 0,1-1 0,0 1 0,0 0 0,0 0 0,0 0 0,0 0 0,-3 3 0,-2 0 0,1 0 0,0 0 0,1 1 0,-1 0 0,1 0 0,0 1 0,0-1 0,0 1 0,1 0 0,0 0 0,0 1 0,1-1 0,-1 1 0,1 0 0,1 0 0,-1 0 0,1 0 0,1 0 0,-1 0 0,1 1 0,1-1 0,-1 1 0,1 9 0,1-6 0,1 0 0,-1 0 0,2 0 0,0 0 0,0-1 0,0 1 0,2-1 0,-1 0 0,1 0 0,1 0 0,0-1 0,0 0 0,1 0 0,0 0 0,8 7 0,18 13 0,1-2 0,56 34 0,-8-6 0,-78-52 0,0 0 0,1 1 0,-1-1 0,0 1 0,-1 0 0,5 5 0,-8-8 0,1 0 0,-1-1 0,0 1 0,1 0 0,-1 0 0,1 0 0,-1-1 0,0 1 0,0 0 0,1 0 0,-1 0 0,0 0 0,0 0 0,0 0 0,0-1 0,0 1 0,0 0 0,0 0 0,-1 0 0,1 0 0,0 0 0,0-1 0,-1 1 0,1 0 0,0 0 0,-1 0 0,1 0 0,-1-1 0,1 1 0,-1 0 0,1-1 0,-1 1 0,1 0 0,-1-1 0,0 1 0,0-1 0,1 1 0,-1-1 0,0 1 0,0-1 0,1 1 0,-1-1 0,0 0 0,-1 1 0,-15 5-151,0-1-1,0-1 0,-1 0 0,1-1 1,-1-1-1,0-1 0,1 0 1,-28-3-1,9-1-6674</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0.395"/>
    </inkml:context>
    <inkml:brush xml:id="br0">
      <inkml:brushProperty name="width" value="0.05" units="cm"/>
      <inkml:brushProperty name="height" value="0.05" units="cm"/>
      <inkml:brushProperty name="color" value="#FFFFFF"/>
    </inkml:brush>
  </inkml:definitions>
  <inkml:trace contextRef="#ctx0" brushRef="#br0">2 195 24575,'0'21'0,"-1"-13"0,1 0 0,0-1 0,0 1 0,1 0 0,2 9 0,-3-15 0,1 0 0,-1-1 0,1 1 0,0 0 0,0 0 0,-1-1 0,1 1 0,1-1 0,-1 1 0,0-1 0,0 1 0,1-1 0,-1 0 0,0 1 0,1-1 0,-1 0 0,1 0 0,0 0 0,-1 0 0,1 0 0,0-1 0,0 1 0,-1-1 0,1 1 0,0-1 0,3 1 0,10 1 0,0-1 0,0-1 0,0 0 0,1-1 0,-1-1 0,0 0 0,0-1 0,0 0 0,-1-2 0,20-7 0,-23 7 0,0 1 0,-1-2 0,1 0 0,-1 0 0,-1 0 0,1-2 0,-1 1 0,0-1 0,-1 0 0,0-1 0,0 0 0,-1 0 0,11-19 0,-15 23 0,-1 0 0,0 0 0,0 1 0,-1-1 0,1 0 0,-1-1 0,0 1 0,-1 0 0,1 0 0,-1 0 0,0 0 0,0 0 0,-1-1 0,1 1 0,-1 0 0,0 0 0,-3-5 0,3 6 0,-1 0 0,0 0 0,0 0 0,-1 1 0,1-1 0,-1 1 0,0-1 0,0 1 0,0 0 0,0 0 0,0 1 0,-1-1 0,1 0 0,-1 1 0,0 0 0,1 0 0,-1 0 0,0 1 0,0-1 0,0 1 0,-5-1 0,1 1 0,0 0 0,1 0 0,-1 0 0,0 1 0,0 1 0,0-1 0,0 1 0,0 1 0,1-1 0,-1 1 0,1 1 0,-1-1 0,1 1 0,0 1 0,0-1 0,0 1 0,0 0 0,1 1 0,-1 0 0,1 0 0,-5 6 0,1-1 0,0 0 0,1 1 0,1 0 0,0 0 0,0 1 0,1 0 0,1 0 0,0 1 0,1 0 0,0 0 0,-3 16 0,5-17 0,1-1 0,0 1 0,1 0 0,1 0 0,-1 0 0,2 0 0,0 0 0,0-1 0,1 1 0,1 0 0,6 18 0,-5-22 0,-1 1 0,2-1 0,-1 0 0,1 0 0,1-1 0,-1 0 0,1 0 0,1 0 0,-1 0 0,1-1 0,0 0 0,0-1 0,1 0 0,0 0 0,13 7 0,28 7-1365,-3-6-5461</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1.110"/>
    </inkml:context>
    <inkml:brush xml:id="br0">
      <inkml:brushProperty name="width" value="0.05" units="cm"/>
      <inkml:brushProperty name="height" value="0.05" units="cm"/>
      <inkml:brushProperty name="color" value="#FFFFFF"/>
    </inkml:brush>
  </inkml:definitions>
  <inkml:trace contextRef="#ctx0" brushRef="#br0">28 152 24575,'-22'-28'0,"21"27"0,1 0 0,-1 0 0,0 0 0,1 0 0,-1 0 0,1 0 0,0 0 0,-1 0 0,1 0 0,0-1 0,-1 1 0,1 0 0,0 0 0,0 0 0,0-1 0,0 1 0,0 0 0,0 0 0,1 0 0,-1 0 0,0-1 0,1 1 0,-1 0 0,1 0 0,-1 0 0,1-1 0,0 1 0,0 0 0,0 1 0,0-1 0,1 1 0,-1-1 0,0 1 0,0-1 0,0 1 0,0 0 0,1 0 0,-1-1 0,0 1 0,0 0 0,0 0 0,1 0 0,-1 0 0,0 0 0,0 1 0,0-1 0,1 0 0,-1 1 0,0-1 0,0 0 0,0 1 0,0-1 0,0 1 0,1 0 0,33 20 0,-32-18 0,23 14 0,-2 2 0,0 1 0,-1 1 0,-2 1 0,0 1 0,-1 1 0,30 46 0,-47-64 0,0-1 0,-1 1 0,1-1 0,-1 1 0,2 7 0,-4-12 0,1 0 0,-1 0 0,0 0 0,0 0 0,0 0 0,1 1 0,-1-1 0,0 0 0,0 0 0,0 0 0,-1 0 0,1 0 0,0 0 0,0 0 0,-1 0 0,1 0 0,0 0 0,-1 0 0,1 0 0,-1 0 0,1 0 0,-1 0 0,0 0 0,1 0 0,-1 0 0,0-1 0,0 1 0,0 0 0,1 0 0,-1-1 0,0 1 0,0-1 0,0 1 0,0-1 0,0 1 0,-1 0 0,0-1 0,0 0 0,1 0 0,-1 0 0,0-1 0,1 1 0,-1 0 0,1-1 0,-1 1 0,0-1 0,1 1 0,-1-1 0,1 1 0,-1-1 0,1 0 0,0 0 0,-1 0 0,1 0 0,0 0 0,0 0 0,-1 0 0,1-1 0,0 1 0,0 0 0,0-1 0,1 1 0,-1 0 0,0-1 0,-1-2 0,-2-4 0,0-1 0,0 0 0,-4-14 0,6 9 0,0 1 0,0-1 0,1 0 0,1 0 0,0 0 0,1 1 0,1-1 0,0 0 0,0 1 0,2-1 0,-1 1 0,2 0 0,0 0 0,8-14 0,-9 18 0,2 0 0,-1 0 0,1 1 0,0-1 0,1 2 0,0-1 0,0 1 0,16-12 0,-17 15 0,-1 0 0,1 1 0,0 0 0,1 0 0,-1 0 0,0 1 0,1 0 0,0 0 0,-1 1 0,1 0 0,0 0 0,0 0 0,-1 1 0,9 1 0,-8 0 0,-1 0 0,1 1 0,-1-1 0,1 2 0,-1-1 0,0 1 0,0 0 0,0 0 0,0 0 0,-1 1 0,1 0 0,-1 0 0,0 1 0,0-1 0,8 11 0,4 6 0,-1 2 0,21 36 0,-26-40 0,29 57 0,-30-54 0,1 0 0,1-1 0,1 0 0,1-1 0,1-1 0,24 26 0,-36-42 0,-1-1 0,0 0 0,1 0 0,-1 0 0,1-1 0,0 1 0,0-1 0,0 1 0,0-1 0,0 0 0,0 0 0,0 0 0,0 0 0,0-1 0,0 1 0,0-1 0,6 0 0,-6 0 0,0-1 0,-1 0 0,1 0 0,0 0 0,-1 0 0,1-1 0,-1 1 0,1-1 0,-1 1 0,0-1 0,0 0 0,0 0 0,0 0 0,0 0 0,0 0 0,0-1 0,-1 1 0,1 0 0,-1-1 0,2-3 0,6-14 0,0 1 0,-2-1 0,0-1 0,4-26 0,9-86 0,-8 47 0,-5 59 0,-7 26 0,0 1 0,0 0 0,0 0 0,0 0 0,0 0 0,0 0 0,0 0 0,0 0 0,0 0 0,0-1 0,0 1 0,0 0 0,0 0 0,0 0 0,0 0 0,0 0 0,0 0 0,0 0 0,0 0 0,0 0 0,0 0 0,0 0 0,0-1 0,0 1 0,0 0 0,1 0 0,-1 0 0,0 0 0,0 0 0,0 0 0,0 0 0,0 0 0,0 0 0,0 0 0,0 0 0,0 0 0,0 0 0,1 0 0,-1 0 0,0 0 0,0 0 0,0 0 0,0 0 0,0 0 0,0 0 0,0 0 0,0 0 0,1 0 0,-1 0 0,0 0 0,0 0 0,0 0 0,0 0 0,0 0 0,0 0 0,0 0 0,0 0 0,0 1 0,0-1 0,3 15 0,-1 22 27,-1-2 34,2 0 1,1 0-1,1 0 0,13 40 1,-16-67-136,1 0 0,0 0 0,0 0 0,1-1 0,0 1 0,1-1 1,-1 0-1,1 0 0,1-1 0,-1 1 0,1-1 0,0 0 0,1 0 1,-1-1-1,1 0 0,0 0 0,0-1 0,1 0 0,-1 0 1,1-1-1,0 0 0,15 4 0,2-2-6752</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1.314"/>
    </inkml:context>
    <inkml:brush xml:id="br0">
      <inkml:brushProperty name="width" value="0.05" units="cm"/>
      <inkml:brushProperty name="height" value="0.05" units="cm"/>
      <inkml:brushProperty name="color" value="#FFFFFF"/>
    </inkml:brush>
  </inkml:definitions>
  <inkml:trace contextRef="#ctx0" brushRef="#br0">68 23 24575,'-3'-3'0,"-1"-4"0,-3-1 0,-1 4 0,2 6 0,-1 5 0,0 5 0,1 7 0,-1 3 0,1 4 0,0 4 0,6 0 0,5 0 0,2 0 0,2-4 0,4-2 0,2-2 0,-1-5-8191</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1.470"/>
    </inkml:context>
    <inkml:brush xml:id="br0">
      <inkml:brushProperty name="width" value="0.05" units="cm"/>
      <inkml:brushProperty name="height" value="0.05" units="cm"/>
      <inkml:brushProperty name="color" value="#FFFFFF"/>
    </inkml:brush>
  </inkml:definitions>
  <inkml:trace contextRef="#ctx0" brushRef="#br0">103 0 24575,'-7'0'0,"-7"0"0,-6 0 0,-1 4 0,-1 3 0,3 1-8191</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1.860"/>
    </inkml:context>
    <inkml:brush xml:id="br0">
      <inkml:brushProperty name="width" value="0.05" units="cm"/>
      <inkml:brushProperty name="height" value="0.05" units="cm"/>
      <inkml:brushProperty name="color" value="#FFFFFF"/>
    </inkml:brush>
  </inkml:definitions>
  <inkml:trace contextRef="#ctx0" brushRef="#br0">226 126 24575,'1'-3'0,"-1"1"0,1 0 0,0 0 0,0-1 0,0 1 0,0 0 0,1 0 0,-1 0 0,3-3 0,4-8 0,-5 8 0,-1-1 0,0 1 0,-1-1 0,1 0 0,-1 1 0,0-1 0,0-11 0,-1 16 0,0 0 0,0 0 0,0-1 0,0 1 0,0 0 0,-1 0 0,1-1 0,0 1 0,-1 0 0,1 0 0,-1 0 0,1-1 0,-1 1 0,1 0 0,-1 0 0,0 0 0,0 0 0,1 0 0,-1 0 0,0 0 0,0 1 0,0-1 0,0 0 0,0 0 0,0 1 0,0-1 0,0 1 0,-1-1 0,1 1 0,0-1 0,0 1 0,0-1 0,-1 1 0,1 0 0,0 0 0,0 0 0,-1 0 0,1 0 0,0 0 0,0 0 0,-3 1 0,-4 0 0,0 1 0,0 0 0,0 1 0,1-1 0,-1 2 0,1-1 0,0 1 0,0 0 0,0 0 0,-12 11 0,3-1 0,0 0 0,2 1 0,-14 19 0,21-26 0,1 1 0,0-1 0,0 2 0,1-1 0,1 0 0,0 1 0,0 0 0,0 0 0,1 0 0,1 0 0,-2 14 0,4-17 0,-1-1 0,2 1 0,-1 0 0,1-1 0,0 1 0,0 0 0,1-1 0,0 0 0,0 1 0,0-1 0,1 0 0,0 0 0,0 0 0,1 0 0,-1-1 0,1 1 0,1-1 0,-1 0 0,6 4 0,0 0 43,0-1 0,1 0-1,0 0 1,1-1 0,0-1-1,0 0 1,25 8 0,-10-5-612,0-2 0,49 6 0,-23-8-6257</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2.263"/>
    </inkml:context>
    <inkml:brush xml:id="br0">
      <inkml:brushProperty name="width" value="0.05" units="cm"/>
      <inkml:brushProperty name="height" value="0.05" units="cm"/>
      <inkml:brushProperty name="color" value="#FFFFFF"/>
    </inkml:brush>
  </inkml:definitions>
  <inkml:trace contextRef="#ctx0" brushRef="#br0">155 253 24575,'0'0'0,"0"0"0,0 0 0,-1 0 0,1 1 0,0-1 0,0 0 0,0 0 0,0 0 0,-1 0 0,1 0 0,0 0 0,0 0 0,0 0 0,-1 0 0,1 0 0,0 0 0,0 0 0,0 0 0,-1 0 0,1 0 0,0 0 0,0 0 0,0 0 0,0 0 0,-1-1 0,1 1 0,0 0 0,0 0 0,0 0 0,0 0 0,-1 0 0,1 0 0,0 0 0,0-1 0,0 1 0,0 0 0,0 0 0,0 0 0,-1 0 0,1-1 0,0 1 0,0 0 0,0 0 0,0 0 0,0 0 0,0-1 0,0 1 0,0 0 0,0 0 0,0 0 0,0-1 0,0 1 0,0 0 0,0 0 0,0 0 0,0-1 0,0 1 0,0 0 0,0 0 0,0 0 0,0-1 0,1 1 0,-1 0 0,0 0 0,12-9 0,38-7 0,-32 12 0,-1-1 0,1-1 0,-1-1 0,0-1 0,-1 0 0,0-1 0,16-11 0,-30 18 0,0 0 0,0 1 0,0-1 0,0 0 0,0 0 0,0 0 0,-1 0 0,1-1 0,-1 1 0,1 0 0,-1-1 0,0 1 0,0-1 0,0 1 0,0-1 0,0 1 0,0-1 0,-1 0 0,0 1 0,1-1 0,-1 0 0,0 0 0,0 1 0,-1-1 0,1 0 0,0 0 0,-1 1 0,0-1 0,1 1 0,-1-1 0,0 0 0,0 1 0,-1-1 0,1 1 0,-2-3 0,-1 0 0,0 0 0,-1 0 0,1 0 0,-1 1 0,0 0 0,0 0 0,0 0 0,0 0 0,-1 1 0,0 0 0,0 0 0,0 0 0,-12-3 0,6 4 0,0 0 0,0 1 0,-1 0 0,1 1 0,-1 0 0,1 1 0,0 0 0,-1 1 0,1 1 0,0 0 0,0 0 0,1 1 0,-1 1 0,-19 10 0,24-11 0,0 1 0,0 0 0,0 0 0,0 0 0,1 1 0,0 0 0,0 0 0,1 1 0,-10 13 0,12-14 0,0 0 0,1 0 0,-1 0 0,1 0 0,0 0 0,1 0 0,0 0 0,0 1 0,0-1 0,0 0 0,1 1 0,0-1 0,1 1 0,1 7 0,0-4 0,1 0 0,0 0 0,1-1 0,0 0 0,0 0 0,1 0 0,0 0 0,1-1 0,0 0 0,0 0 0,1 0 0,-1-1 0,2 0 0,-1 0 0,1-1 0,12 9 0,3-1 0,0-1 0,1-1 0,0-1 0,1-1 0,28 8 0,-15-8 0,0-1 0,1-1 0,53 2 0,-70-8 0,-1-2 0,1-1 0,-1 0 0,1-2 0,-1 0 0,0-2 0,35-11 0,-50 14-124,-1 0 0,0-1 0,0 0 0,0 1 0,0-2 0,0 1-1,0-1 1,-1 1 0,0-1 0,7-7 0,2-11-6702</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5.554"/>
    </inkml:context>
    <inkml:brush xml:id="br0">
      <inkml:brushProperty name="width" value="0.05" units="cm"/>
      <inkml:brushProperty name="height" value="0.05" units="cm"/>
      <inkml:brushProperty name="color" value="#FFFFFF"/>
    </inkml:brush>
  </inkml:definitions>
  <inkml:trace contextRef="#ctx0" brushRef="#br0">1 148 24575,'3'-3'0,"4"-1"0,4 0 0,7-2 0,12-1 0,14-1 0,11-4 0,16-1 0,14-3 0,11 2 0,5 0 0,1 2 0,-5 1 0,-6 1 0,-13 3 0,-16 3 0,-19 1-8191</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5.848"/>
    </inkml:context>
    <inkml:brush xml:id="br0">
      <inkml:brushProperty name="width" value="0.05" units="cm"/>
      <inkml:brushProperty name="height" value="0.05" units="cm"/>
      <inkml:brushProperty name="color" value="#FFFFFF"/>
    </inkml:brush>
  </inkml:definitions>
  <inkml:trace contextRef="#ctx0" brushRef="#br0">0 57 24575,'819'-46'0,"-805"44"0,107-6-1365</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16.422"/>
    </inkml:context>
    <inkml:brush xml:id="br0">
      <inkml:brushProperty name="width" value="0.05" units="cm"/>
      <inkml:brushProperty name="height" value="0.05" units="cm"/>
      <inkml:brushProperty name="color" value="#FFFFFF"/>
    </inkml:brush>
  </inkml:definitions>
  <inkml:trace contextRef="#ctx0" brushRef="#br0">1 486 24575,'0'-1'0,"-1"-1"0,2 0 0,-1 0 0,0 0 0,0 1 0,0-1 0,1 0 0,-1 0 0,1 1 0,0-1 0,-1 0 0,1 1 0,0-1 0,0 0 0,2-2 0,-3 4 0,1-1 0,0 1 0,0-1 0,0 0 0,0 1 0,0-1 0,-1 1 0,1 0 0,0-1 0,0 1 0,0 0 0,0-1 0,0 1 0,0 0 0,0 0 0,0 0 0,0 0 0,0 0 0,0 0 0,2 1 0,0-1 0,0 1 0,-1 0 0,1 0 0,0 0 0,-1 1 0,1-1 0,-1 1 0,0-1 0,1 1 0,-1 0 0,0 0 0,0 0 0,0 0 0,0 0 0,0 1 0,-1-1 0,1 1 0,1 2 0,3 9 0,-1 0 0,0 1 0,5 30 0,4 10 0,-14-54 0,0 1 0,1-1 0,-1 1 0,1-1 0,-1 1 0,1-1 0,0 0 0,0 1 0,0-1 0,-1 0 0,1 0 0,0 1 0,1-1 0,-1 0 0,0 0 0,0 0 0,0 0 0,1 0 0,1 1 0,-2-2 0,0 0 0,1 0 0,-1 0 0,0 0 0,1 0 0,-1 0 0,0 0 0,1 0 0,-1 0 0,0-1 0,0 1 0,1 0 0,-1-1 0,0 1 0,0-1 0,0 0 0,1 1 0,0-2 0,6-4 0,0-1 0,-1 0 0,0 0 0,11-14 0,-13 15 0,49-60 0,175-199 0,-189 225 0,1 1 0,1 3 0,3 1 0,56-34 0,-86 61 114,1-1 0,25-9 0,-34 16-304,-1 0 0,2 0 1,-1 1-1,0 0 0,0 0 1,0 0-1,0 1 1,13 1-1,12 7-6636</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29.997"/>
    </inkml:context>
    <inkml:brush xml:id="br0">
      <inkml:brushProperty name="width" value="0.05" units="cm"/>
      <inkml:brushProperty name="height" value="0.05" units="cm"/>
      <inkml:brushProperty name="color" value="#FFFFFF"/>
    </inkml:brush>
  </inkml:definitions>
  <inkml:trace contextRef="#ctx0" brushRef="#br0">9 898 24575,'-1'0'0,"1"0"0,0-1 0,-1 1 0,1 0 0,-1 0 0,1 0 0,0-1 0,-1 1 0,1 0 0,0 0 0,-1-1 0,1 1 0,0 0 0,-1-1 0,1 1 0,0 0 0,0-1 0,-1 1 0,1 0 0,0-1 0,0 1 0,0-1 0,-1 1 0,1-1 0,0 1 0,0 0 0,0-1 0,0 1 0,0-1 0,0 1 0,0-1 0,0 1 0,0-1 0,0 1 0,0 0 0,0-1 0,1 0 0,3-18 0,-1 12 0,1 0 0,0 0 0,0 1 0,1 0 0,0 0 0,0 0 0,0 0 0,1 1 0,0 0 0,6-5 0,2 1 0,-1 0 0,1 0 0,27-10 0,-39 17 0,1 1 0,0 0 0,0 0 0,0 0 0,0 0 0,0 1 0,0-1 0,1 1 0,-1 0 0,0 0 0,0 0 0,0 0 0,0 0 0,0 1 0,0-1 0,0 1 0,6 2 0,-6-1 0,0 0 0,0 0 0,0 1 0,0-1 0,0 1 0,-1 0 0,1-1 0,-1 1 0,0 0 0,1 1 0,-1-1 0,-1 0 0,1 1 0,1 3 0,26 72 0,-29-78 0,1 0 0,-1 0 0,0-1 0,1 1 0,-1 0 0,1 0 0,0-1 0,-1 1 0,1-1 0,-1 1 0,1-1 0,0 1 0,-1-1 0,1 1 0,0-1 0,0 1 0,-1-1 0,1 0 0,0 0 0,0 1 0,0-1 0,0 0 0,-1 0 0,1 0 0,0 0 0,0 0 0,0 0 0,0 0 0,-1 0 0,1 0 0,0 0 0,0 0 0,0-1 0,0 1 0,-1 0 0,1-1 0,0 1 0,0 0 0,-1-1 0,1 1 0,0-2 0,5-1 0,-1-1 0,0 0 0,0-1 0,5-5 0,-9 9 0,261-331 0,-142 170 0,-110 149 7,47-63-465,3 3 1,85-79 0,-97 111-6369</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31.162"/>
    </inkml:context>
    <inkml:brush xml:id="br0">
      <inkml:brushProperty name="width" value="0.05" units="cm"/>
      <inkml:brushProperty name="height" value="0.05" units="cm"/>
      <inkml:brushProperty name="color" value="#FFFFFF"/>
    </inkml:brush>
  </inkml:definitions>
  <inkml:trace contextRef="#ctx0" brushRef="#br0">1 490 24575,'0'-26'0,"-1"-3"0,5-39 0,-3 59 0,1 1 0,0-1 0,0 1 0,1-1 0,0 1 0,0 0 0,1 0 0,8-14 0,-11 21 0,0-1 0,0 1 0,0 0 0,0-1 0,0 1 0,0 0 0,0 0 0,1 0 0,-1 0 0,0 0 0,0 0 0,1 0 0,-1 1 0,1-1 0,2 0 0,-3 0 0,0 1 0,-1 0 0,1 0 0,0 1 0,0-1 0,0 0 0,-1 0 0,1 0 0,0 0 0,0 1 0,-1-1 0,1 0 0,0 1 0,0-1 0,-1 1 0,1-1 0,0 0 0,-1 1 0,1 0 0,-1-1 0,1 1 0,0 0 0,1 2 0,0 0 0,0 1 0,0-1 0,-1 0 0,1 1 0,-1-1 0,0 1 0,0 0 0,0-1 0,-1 1 0,1 6 0,-1 11 0,-2 0 0,0 0 0,-2 0 0,-9 35 0,0-4 0,12-46 0,-4 14 0,8-14 0,6-9 0,112-97 0,-6 16 171,138-76 0,-180 120-598,2 3 0,1 4 1,102-30-1,-108 44-6399</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2.852"/>
    </inkml:context>
    <inkml:brush xml:id="br0">
      <inkml:brushProperty name="width" value="0.05" units="cm"/>
      <inkml:brushProperty name="height" value="0.05" units="cm"/>
      <inkml:brushProperty name="color" value="#FFFFFF"/>
    </inkml:brush>
  </inkml:definitions>
  <inkml:trace contextRef="#ctx0" brushRef="#br0">8 211 24575,'-1'-1'0,"1"1"0,-1-1 0,0 1 0,1-1 0,-1 1 0,1-1 0,0 0 0,-1 1 0,1-1 0,-1 1 0,1-1 0,0 0 0,-1 0 0,1 1 0,0-1 0,0 0 0,0 0 0,0 1 0,0-1 0,-1 0 0,1 0 0,1 1 0,-1-1 0,0 0 0,0-1 0,1 1 0,-1 0 0,1 0 0,0 0 0,0 0 0,0 0 0,0 0 0,0 0 0,0 0 0,0 0 0,0 0 0,0 1 0,0-1 0,2-1 0,6-2 0,1 1 0,-1 0 0,14-3 0,-15 4 0,460-93 284,-169 39-1933,-256 47-5177</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3.057"/>
    </inkml:context>
    <inkml:brush xml:id="br0">
      <inkml:brushProperty name="width" value="0.05" units="cm"/>
      <inkml:brushProperty name="height" value="0.05" units="cm"/>
      <inkml:brushProperty name="color" value="#FFFFFF"/>
    </inkml:brush>
  </inkml:definitions>
  <inkml:trace contextRef="#ctx0" brushRef="#br0">0 0 24575,'0'6'0,"0"9"0,0 10 0,0 11 0,0 12 0,0 6 0,3 7 0,1 6 0,1 0 0,1 2 0,0-2 0,-1-6 0,-1-14-8191</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3.260"/>
    </inkml:context>
    <inkml:brush xml:id="br0">
      <inkml:brushProperty name="width" value="0.05" units="cm"/>
      <inkml:brushProperty name="height" value="0.05" units="cm"/>
      <inkml:brushProperty name="color" value="#FFFFFF"/>
    </inkml:brush>
  </inkml:definitions>
  <inkml:trace contextRef="#ctx0" brushRef="#br0">0 1 24575,'4'6'0,"3"8"0,4 12 0,4 10 0,1 5 0,5 2 0,2 0 0,0-1 0,-4-8-8191</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3.451"/>
    </inkml:context>
    <inkml:brush xml:id="br0">
      <inkml:brushProperty name="width" value="0.05" units="cm"/>
      <inkml:brushProperty name="height" value="0.05" units="cm"/>
      <inkml:brushProperty name="color" value="#FFFFFF"/>
    </inkml:brush>
  </inkml:definitions>
  <inkml:trace contextRef="#ctx0" brushRef="#br0">284 1 24575,'-6'6'0,"-8"15"0,-8 16 0,-7 14 0,-4 11 0,-3 7 0,-2 4 0,3 0 0,4-4 0,8-7 0,7-15-8191</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3.638"/>
    </inkml:context>
    <inkml:brush xml:id="br0">
      <inkml:brushProperty name="width" value="0.05" units="cm"/>
      <inkml:brushProperty name="height" value="0.05" units="cm"/>
      <inkml:brushProperty name="color" value="#FFFFFF"/>
    </inkml:brush>
  </inkml:definitions>
  <inkml:trace contextRef="#ctx0" brushRef="#br0">34 1 24575,'-4'0'0,"-3"0"0,-4 0 0,0 3 0</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3.964"/>
    </inkml:context>
    <inkml:brush xml:id="br0">
      <inkml:brushProperty name="width" value="0.05" units="cm"/>
      <inkml:brushProperty name="height" value="0.05" units="cm"/>
      <inkml:brushProperty name="color" value="#FFFFFF"/>
    </inkml:brush>
  </inkml:definitions>
  <inkml:trace contextRef="#ctx0" brushRef="#br0">5 470 24575,'-3'-3'0,"2"-4"0,7-5 0,13-5 0,18-4 0,21-4 0,20-4 0,21-6 0,22-4 0,18-5 0,14 0-1056,5 0 1056,1 2 0,-11 5 0,-18 5 0,-26 9 0,-29 8-7135</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44.291"/>
    </inkml:context>
    <inkml:brush xml:id="br0">
      <inkml:brushProperty name="width" value="0.05" units="cm"/>
      <inkml:brushProperty name="height" value="0.05" units="cm"/>
      <inkml:brushProperty name="color" value="#FFFFFF"/>
    </inkml:brush>
  </inkml:definitions>
  <inkml:trace contextRef="#ctx0" brushRef="#br0">0 339 24575,'0'-3'0,"0"-4"0,6-4 0,12-3 0,15-6 0,20-5 0,24-5 0,25-3 0,28-3 0,22-1 0,20 2-1325,14 2 1325,4 2 0,-30 8-6866</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1.605"/>
    </inkml:context>
    <inkml:brush xml:id="br0">
      <inkml:brushProperty name="width" value="0.05" units="cm"/>
      <inkml:brushProperty name="height" value="0.05" units="cm"/>
      <inkml:brushProperty name="color" value="#FFFFFF"/>
    </inkml:brush>
  </inkml:definitions>
  <inkml:trace contextRef="#ctx0" brushRef="#br0">1329 186 24575,'5'-13'0,"0"1"0,4-22 0,4-10 0,12-33 0,-25 72 0,-8 13 0,-9 15 0,-399 587-413,-36-26 1,33-130 1100,408-443-601,-1 0-46,-20 24 1,30-33-44,0 1 0,0-1 1,1 0-1,-1 1 0,1-1 0,-1 1 0,1-1 0,0 1 1,0 0-1,0 0 0,0-1 0,1 1 0,-1 0 1,1 0-1,0 0 0,0 0 0,0 5 0,2-3 2,1 0 0,0 0 0,0 0 0,0 0 0,1 0 0,-1-1 0,1 0 0,0 0 0,9 7 0,-5-3 0,189 164 0,-13-13 0,13 35 0,-9 8 0,211 293 0,-367-453 0,-18-25 0,0 1 0,-1 0 0,-1 1 0,-1 1 0,15 33 0,-18-7 0,-8-40 0,1 0 0,0 0 0,0 1 0,0-1 0,1 0 0,4 10 0,-5-14 0,0 0 0,1-1 0,-1 1 0,1 0 0,-1 0 0,1-1 0,0 1 0,0-1 0,0 1 0,-1-1 0,1 0 0,1 0 0,-1 0 0,0 0 0,0 0 0,0 0 0,0 0 0,1-1 0,-1 1 0,0-1 0,1 0 0,3 0 0,744 35-748,-351-20 462,1790 124-1319,-1846-105 1060,232 15 1543,-559-48-623,8 1 272,34-3 0,-53 1-607,0-1-1,0 0 1,1 0 0,-1 0-1,0 0 1,0-1 0,0 0-1,0 0 1,0 0-1,-1-1 1,1 1 0,4-5-1,-6 4-38,0 0-1,-1 0 0,0 0 0,1 0 0,-1 0 1,-1 0-1,1-1 0,0 1 0,-1-1 0,2-4 1,8-42-2,-6 23 1,5-9 0,2 0 0,30-64 0,46-65 0,-76 144 0,78-127-100,6 4-1,202-231 0,280-212-201,-562 572 331,45-41 129,-3-4 0,55-70 1,-111 127-155,0 0 0,0-1 0,0 1 1,0 0-1,0-1 0,-1 0 1,1 1-1,-1-1 0,0 0 0,0 1 1,-1-1-1,1 0 0,-1 0 1,0 0-1,0 0 0,0 0 0,0 1 1,-1-1-1,1 0 0,-1 0 1,0 0-1,0 1 0,-1-1 0,1 1 1,-1-1-1,0 1 0,0-1 1,-3-4-1,-6-7-8,-2 1 0,1 0 0,-2 1 1,-25-20-1,12 10-1,-62-57 5,-627-539 0,619 540 0,-201-158 0,-15 25 0,170 131 0,135 78 0,1-1 0,0 1 0,-1 1 0,0 0 0,1 0 0,-1 0 0,0 1 0,0 0 0,-8 0 0,-13 1 0,-32 4 0,-262 31-248,-109 10-428,-1616 54-2045,1518-114 6217,469 12-3331,42 2-167,1 0-1,0 0 0,0-2 1,0 0-1,-25-9 0,-11-6 3,-106-20 0,-61 6 0,135 20 0,31 6-1365,35 5-5461</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2.196"/>
    </inkml:context>
    <inkml:brush xml:id="br0">
      <inkml:brushProperty name="width" value="0.05" units="cm"/>
      <inkml:brushProperty name="height" value="0.05" units="cm"/>
      <inkml:brushProperty name="color" value="#FFFFFF"/>
    </inkml:brush>
  </inkml:definitions>
  <inkml:trace contextRef="#ctx0" brushRef="#br0">221 444 24575,'-6'-6'0,"0"0"0,-1 1 0,1-1 0,-14-6 0,20 12 0,-1-1 0,1 1 0,0 0 0,-1 0 0,1 0 0,0 0 0,0 0 0,-1 0 0,1 0 0,0 0 0,-1 0 0,1 0 0,0 1 0,0-1 0,-1 0 0,1 0 0,0 0 0,-1 0 0,1 0 0,0 0 0,0 1 0,0-1 0,-1 0 0,1 0 0,0 0 0,0 0 0,0 1 0,-1-1 0,1 0 0,0 0 0,0 1 0,0-1 0,0 0 0,0 0 0,-1 1 0,1-1 0,0 0 0,0 1 0,0-1 0,0 0 0,0 0 0,0 1 0,-2 15 0,2-14 0,-2 131 0,-3 30 0,-22 135 0,26-291 0,1 0 0,-1 0 0,0 1 0,0-1 0,-5 14 0,6-21 0,0 1 0,0-1 0,0 0 0,0 0 0,0 1 0,0-1 0,0 0 0,-1 1 0,1-1 0,0 0 0,0 0 0,0 1 0,0-1 0,0 0 0,-1 0 0,1 1 0,0-1 0,0 0 0,-1 0 0,1 0 0,0 0 0,0 1 0,0-1 0,-1 0 0,1 0 0,0 0 0,-1 0 0,1 0 0,0 0 0,0 0 0,-1 1 0,1-1 0,0 0 0,-1 0 0,1 0 0,0 0 0,0 0 0,-1 0 0,1-1 0,0 1 0,-1 0 0,1 0 0,0 0 0,0 0 0,-1 0 0,1 0 0,0 0 0,0-1 0,-1 1 0,1 0 0,0 0 0,0 0 0,-1 0 0,1-1 0,0 1 0,0 0 0,0 0 0,-1-1 0,1 1 0,0 0 0,0 0 0,0-1 0,0 1 0,0 0 0,0-1 0,0 1 0,-10-23 0,9 22 0,-21-77 0,3-2 0,-17-153 0,24 121 0,4 1 0,11-177 0,-2 275 0,0 1 0,1 0 0,1-1 0,0 1 0,0 0 0,9-18 0,-10 26 0,-1 1 0,1-1 0,1 1 0,-1 0 0,0-1 0,1 1 0,0 0 0,0 1 0,0-1 0,0 0 0,0 1 0,0 0 0,1 0 0,-1 0 0,1 0 0,-1 0 0,1 1 0,0-1 0,0 1 0,0 0 0,-1 0 0,1 1 0,0-1 0,6 1 0,4 0 0,0 2 0,0-1 0,0 2 0,-1 0 0,1 1 0,-1 0 0,0 1 0,24 12 0,-5 1 0,-1 1 0,34 26 0,-48-32 0,0 0 0,-2 1 0,1 1 0,-2 0 0,0 1 0,-1 1 0,11 18 0,-21-30 0,0-1 0,0 1 0,-1 1 0,0-1 0,0 0 0,0 1 0,0-1 0,-1 1 0,0-1 0,0 1 0,-1-1 0,0 1 0,0 0 0,0-1 0,0 1 0,-1-1 0,0 1 0,0 0 0,-1-1 0,0 0 0,1 1 0,-2-1 0,1 0 0,-1 0 0,1 0 0,-1 0 0,-1-1 0,1 1 0,-1-1 0,-8 8 0,-5 3 0,-1 0 0,0-2 0,-1 0 0,-1-1 0,0-1 0,-31 12 0,-134 41 0,163-57 0,-29 9-1365,11-2-5461</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3.074"/>
    </inkml:context>
    <inkml:brush xml:id="br0">
      <inkml:brushProperty name="width" value="0.05" units="cm"/>
      <inkml:brushProperty name="height" value="0.05" units="cm"/>
      <inkml:brushProperty name="color" value="#FFFFFF"/>
    </inkml:brush>
  </inkml:definitions>
  <inkml:trace contextRef="#ctx0" brushRef="#br0">295 93 24575,'13'-12'0,"-9"9"0,0 0 0,0-1 0,0 0 0,0 1 0,-1-1 0,4-6 0,-7 9 0,1 0 0,-1 0 0,1 0 0,-1 0 0,0 0 0,1 0 0,-1 0 0,0 0 0,0-1 0,0 1 0,0 0 0,0 0 0,0 0 0,0 0 0,0 0 0,0-1 0,0 1 0,-1 0 0,1 0 0,-1 0 0,1 0 0,-1 0 0,1 0 0,-1 0 0,1 0 0,-1 0 0,0 0 0,1 0 0,-1 0 0,0 1 0,0-1 0,0 0 0,-2-1 0,2 1 0,-1 0 0,1 0 0,-1 1 0,1-1 0,-1 0 0,1 1 0,-1-1 0,0 1 0,1 0 0,-1-1 0,0 1 0,0 0 0,1 0 0,-1 0 0,0 0 0,1 0 0,-1 0 0,0 1 0,0-1 0,1 1 0,-1-1 0,1 1 0,-1 0 0,0-1 0,-1 2 0,-4 2 0,0 0 0,1 1 0,0-1 0,-9 9 0,-6 8 0,0 2 0,2 0 0,-30 48 0,21-24 0,-27 62 0,43-81 0,-16 55 0,25-74 0,1 0 0,0 0 0,1 0 0,0 0 0,1 0 0,0 1 0,0-1 0,1 0 0,0 0 0,3 14 0,-3-20 0,-1-1 0,1 0 0,0 0 0,0 1 0,0-1 0,0 0 0,0 0 0,1 0 0,-1 0 0,0 0 0,1-1 0,0 1 0,-1 0 0,1-1 0,0 1 0,0-1 0,0 1 0,0-1 0,0 0 0,0 0 0,4 2 0,-3-3 0,1 1 0,-1-1 0,1 0 0,-1 0 0,1 0 0,-1 0 0,1-1 0,-1 1 0,1-1 0,-1 0 0,1 0 0,-1 0 0,3-2 0,8-3 0,-1-1 0,0-1 0,-1 0 0,0-1 0,19-18 0,-9 5 0,-2-1 0,-1 0 0,-1-2 0,0 0 0,17-36 0,-16 24 0,-3 0 0,-1-1 0,15-56 0,-30 92 0,-2 6 0,-5 16 0,-9 27 0,14-38 0,-20 92 0,21-92 0,0 1 0,0-1 0,1 0 0,0 1 0,1-1 0,0 1 0,0-1 0,6 16 0,-6-22 0,0 0 0,0 0 0,1 0 0,-1 0 0,1 0 0,0-1 0,0 1 0,0-1 0,0 1 0,0-1 0,1 0 0,-1 0 0,1 1 0,0-2 0,-1 1 0,1 0 0,0-1 0,0 1 0,0-1 0,0 0 0,0 0 0,0 0 0,0 0 0,1-1 0,-1 1 0,0-1 0,0 0 0,1 0 0,-1 0 0,0 0 0,0 0 0,1-1 0,-1 0 0,4-1 0,3 0 0,-1-1 0,0-1 0,0 0 0,0 0 0,0 0 0,-1-1 0,0 0 0,0-1 0,0 0 0,11-11 0,-7 3 0,-1-1 0,0 0 0,0-1 0,-2 0 0,0 0 0,8-21 0,33-110 0,-40 114 0,18-70 0,-37 136 0,2 1 0,1-1 0,1 1 0,2 1 0,1-1 0,2 0 0,7 54 0,-6-82 0,0-1 0,0 1 0,1 0 0,-1-1 0,1 1 0,1-1 0,-1 0 0,1 0 0,6 9 0,-8-13 0,0 1 0,0-1 0,0 0 0,0 0 0,0 0 0,1 0 0,-1 0 0,0-1 0,1 1 0,-1 0 0,1-1 0,-1 1 0,1-1 0,-1 1 0,1-1 0,1 1 0,0-1 0,-1 0 0,0-1 0,0 1 0,0 0 0,0-1 0,0 0 0,1 1 0,-1-1 0,0 0 0,0 0 0,0 0 0,-1 0 0,1 0 0,3-3 0,2-2 0,-1 0 0,0 0 0,0 0 0,-1-1 0,0 0 0,0 0 0,8-14 0,-2-4 0,10-29 0,-14 31 0,19-35 0,-26 58 0,0 1 0,0-1 0,0 0 0,1 0 0,-1 0 0,0 1 0,0-1 0,0 0 0,0 0 0,0 0 0,0 0 0,1 1 0,-1-1 0,0 0 0,0 0 0,0 0 0,0 0 0,1 0 0,-1 1 0,0-1 0,0 0 0,0 0 0,1 0 0,-1 0 0,0 0 0,0 0 0,0 0 0,1 0 0,-1 0 0,0 0 0,0 0 0,1 0 0,-1 0 0,0 0 0,0 0 0,0 0 0,1 0 0,-1 0 0,0 0 0,0 0 0,1 0 0,-1 0 0,0-1 0,0 1 0,0 0 0,1 0 0,-1 0 0,0 0 0,0 0 0,0-1 0,0 1 0,0 0 0,1 0 0,-1 0 0,0 0 0,0-1 0,0 1 0,0 0 0,0 0 0,0 0 0,0-1 0,3 21 0,-3-19 0,2 54 0,-2-25 0,1 1 0,10 51 0,-10-75 0,1 1 0,0-1 0,0 0 0,1 0 0,0-1 0,0 1 0,1-1 0,-1 1 0,1-1 0,1 0 0,-1 0 0,1-1 0,0 1 0,0-1 0,1 0 0,8 6 0,-9-8 0,-1-1 0,1 1 0,0-1 0,0-1 0,0 1 0,0 0 0,0-1 0,0 0 0,0 0 0,0-1 0,0 1 0,1-1 0,-1-1 0,0 1 0,0 0 0,0-1 0,1 0 0,-1-1 0,0 1 0,0-1 0,8-4 0,-5 2 0,0 0 0,-1-1 0,0 0 0,0-1 0,0 1 0,-1-1 0,0-1 0,0 1 0,0-1 0,-1 0 0,0 0 0,5-11 0,1-6 0,-2 0 0,0 0 0,-2-1 0,0 0 0,-2 0 0,-1-1 0,-1 0 0,-1 1 0,-1-1 0,-1 0 0,-8-50 0,8 72 34,-1 0 1,1 1-1,-1-1 0,-1 1 0,1-1 0,0 1 0,-1 0 0,1-1 0,-5-4 1,6 7-80,-1 1 0,0-1 0,0 1 0,1-1 0,-1 1 0,0-1 0,0 1 0,0-1 0,0 1 0,0-1 1,0 1-1,0 0 0,1 0 0,-1 0 0,0-1 0,0 1 0,0 0 0,0 0 0,0 0 0,0 0 0,0 1 1,0-1-1,0 0 0,0 0 0,0 0 0,0 1 0,0-1 0,0 1 0,0-1 0,1 1 0,-1-1 0,0 1 1,0-1-1,0 1 0,1 0 0,-1-1 0,-1 2 0,-13 12-6781</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3.591"/>
    </inkml:context>
    <inkml:brush xml:id="br0">
      <inkml:brushProperty name="width" value="0.05" units="cm"/>
      <inkml:brushProperty name="height" value="0.05" units="cm"/>
      <inkml:brushProperty name="color" value="#FFFFFF"/>
    </inkml:brush>
  </inkml:definitions>
  <inkml:trace contextRef="#ctx0" brushRef="#br0">303 63 24575,'0'-7'0,"0"1"0,0-1 0,-1 1 0,0-1 0,0 1 0,-1-1 0,-3-8 0,5 15 0,0 0 0,0 0 0,-1-1 0,1 1 0,0 0 0,0 0 0,0 0 0,0 0 0,0 0 0,0 0 0,0 0 0,0 0 0,0 0 0,0 0 0,-1 0 0,1 0 0,0-1 0,0 1 0,0 0 0,0 0 0,0 0 0,0 0 0,0 0 0,-1 0 0,1 0 0,0 0 0,0 0 0,0 0 0,0 0 0,0 0 0,0 0 0,0 0 0,-1 0 0,1 1 0,0-1 0,0 0 0,0 0 0,0 0 0,0 0 0,0 0 0,0 0 0,0 0 0,-1 0 0,1 0 0,0 0 0,0 0 0,0 0 0,0 1 0,0-1 0,0 0 0,0 0 0,0 0 0,0 0 0,0 0 0,0 0 0,0 0 0,0 1 0,0-1 0,0 0 0,0 0 0,0 0 0,0 0 0,0 0 0,0 1 0,-4 9 0,-10 41 0,-6 52 0,5-24 0,-206 944-1365,208-961-5461</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4.635"/>
    </inkml:context>
    <inkml:brush xml:id="br0">
      <inkml:brushProperty name="width" value="0.05" units="cm"/>
      <inkml:brushProperty name="height" value="0.05" units="cm"/>
      <inkml:brushProperty name="color" value="#FFFFFF"/>
    </inkml:brush>
  </inkml:definitions>
  <inkml:trace contextRef="#ctx0" brushRef="#br0">55 248 24575,'-5'-14'0,"0"0"0,0 0 0,-2-20 0,-3-7 0,7 51 0,-1 20 0,3-14 0,-8 57 0,4 0 0,4 93 0,1-165 0,0 1 0,0-1 0,0 1 0,1-1 0,-1 0 0,0 1 0,1-1 0,-1 1 0,1-1 0,-1 0 0,1 1 0,-1-1 0,2 2 0,-1-3 0,-1 0 0,0 0 0,1 1 0,-1-1 0,0 0 0,1 0 0,-1 0 0,0 0 0,1 0 0,-1 0 0,0 0 0,1 0 0,-1 0 0,0 0 0,1 0 0,-1 0 0,0 0 0,1 0 0,-1 0 0,0 0 0,0-1 0,1 1 0,-1 0 0,0 0 0,1 0 0,-1 0 0,0-1 0,0 1 0,1 0 0,-1 0 0,0 0 0,0-1 0,1 1 0,-1-1 0,3-3 0,1 0 0,-1 0 0,-1-1 0,1 1 0,-1-1 0,3-5 0,39-124 0,-8 22 0,-26 82 0,31-73 0,-35 92 0,-1 0 0,2 1 0,-1 0 0,2 0 0,-1 0 0,16-15 0,-22 24 0,0-1 0,0 1 0,1 0 0,-1 0 0,0 0 0,1 0 0,-1 0 0,0 0 0,1 0 0,0 1 0,-1-1 0,1 0 0,-1 1 0,1-1 0,0 1 0,-1 0 0,1-1 0,0 1 0,-1 0 0,1 0 0,0 0 0,-1 0 0,1 1 0,0-1 0,-1 0 0,1 1 0,0-1 0,-1 1 0,1-1 0,-1 1 0,1 0 0,-1 0 0,1-1 0,-1 1 0,0 0 0,1 1 0,-1-1 0,0 0 0,0 0 0,0 0 0,0 1 0,0-1 0,0 0 0,2 4 0,2 4 0,0 1 0,0-1 0,-1 1 0,0 1 0,3 16 0,43 176 0,-49-199 0,0-1 0,0 0 0,0 0 0,1 0 0,-1 0 0,1 0 0,0 0 0,2 3 0,-3-5 0,-1-1 0,1 1 0,0-1 0,-1 1 0,1-1 0,0 1 0,0-1 0,-1 0 0,1 1 0,0-1 0,0 0 0,0 1 0,0-1 0,0 0 0,-1 0 0,1 0 0,0 0 0,0 0 0,0 0 0,0 0 0,0 0 0,-1 0 0,1 0 0,0-1 0,0 1 0,0 0 0,0-1 0,-1 1 0,1 0 0,0-1 0,0 1 0,-1-1 0,1 1 0,0-1 0,0 0 0,16-13 0,-2-1 0,0 0 0,23-31 0,-29 33 0,1 0 0,1 0 0,0 2 0,0-1 0,1 1 0,1 1 0,26-17 0,-38 26 0,1 1 0,-1-1 0,0 1 0,0-1 0,0 1 0,0 0 0,0 0 0,0-1 0,1 1 0,-1 0 0,0 0 0,0 0 0,0 1 0,0-1 0,1 0 0,-1 0 0,0 0 0,0 1 0,0-1 0,0 1 0,0-1 0,0 1 0,0-1 0,0 1 0,0 0 0,0-1 0,0 1 0,0 0 0,0 0 0,0 0 0,-1-1 0,1 1 0,0 0 0,-1 0 0,1 0 0,0 2 0,3 5 0,0 0 0,-1-1 0,0 2 0,2 8 0,-2-4 0,4 8 0,-5-10 0,2 0 0,-1 0 0,2 0 0,-1 0 0,2-1 0,8 14 0,-13-22 0,0-1 0,0 0 0,0 0 0,0 0 0,0 0 0,0 0 0,0 0 0,0-1 0,1 1 0,-1 0 0,0-1 0,0 1 0,1 0 0,-1-1 0,1 0 0,-1 1 0,0-1 0,1 0 0,-1 0 0,1 1 0,1-1 0,0-1 0,0 1 0,-1-1 0,1 0 0,0 0 0,0 0 0,-1 0 0,1 0 0,-1-1 0,1 1 0,2-3 0,5-3 0,-1-2 0,0 1 0,15-19 0,88-131 0,-88 122 0,-44 143 0,16-72 0,1 55 0,3-74 0,2 0 0,0 0 0,1 0 0,0-1 0,10 27 0,-12-39-151,0 0-1,1 1 0,0-1 0,0 0 1,0 0-1,0 0 0,0 0 1,4 4-1,6 2-6674</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5.103"/>
    </inkml:context>
    <inkml:brush xml:id="br0">
      <inkml:brushProperty name="width" value="0.05" units="cm"/>
      <inkml:brushProperty name="height" value="0.05" units="cm"/>
      <inkml:brushProperty name="color" value="#FFFFFF"/>
    </inkml:brush>
  </inkml:definitions>
  <inkml:trace contextRef="#ctx0" brushRef="#br0">219 235 24575,'-16'-6'0,"16"6"0,-1-1 0,1 1 0,0 0 0,-1 0 0,1 0 0,0 0 0,-1 0 0,1 0 0,0 0 0,-1 0 0,1 0 0,0 0 0,-1 0 0,1 1 0,0-1 0,-1 0 0,1 0 0,0 0 0,-1 0 0,1 0 0,0 1 0,0-1 0,-1 0 0,1 0 0,0 1 0,0-1 0,-1 0 0,1 0 0,0 1 0,0-1 0,0 0 0,-1 0 0,1 1 0,0-1 0,0 0 0,0 1 0,0-1 0,0 0 0,0 1 0,0-1 0,-1 0 0,1 1 0,0-1 0,0 0 0,0 1 0,1 0 0,-1-1 0,0 1 0,0-1 0,1 1 0,-1-1 0,0 0 0,0 1 0,1-1 0,-1 1 0,1-1 0,-1 0 0,0 1 0,1-1 0,-1 0 0,1 1 0,-1-1 0,1 0 0,-1 1 0,1-1 0,-1 0 0,1 0 0,-1 0 0,1 0 0,-1 0 0,1 1 0,-1-1 0,1 0 0,0 0 0,-1 0 0,1 0 0,-1 0 0,1-1 0,-1 1 0,1 0 0,0 0 0,21-7 0,-18 5 0,0 0 0,-1 0 0,1 0 0,-1-1 0,0 0 0,1 0 0,-1 0 0,-1 0 0,1 0 0,0-1 0,-1 1 0,1-1 0,-1 1 0,0-1 0,0 0 0,-1 0 0,1 0 0,-1 0 0,0 0 0,1-6 0,-1 3 0,-1 0 0,0 1 0,0-1 0,0 1 0,-1-1 0,0 1 0,-1-1 0,1 1 0,-1 0 0,0-1 0,-1 1 0,-4-9 0,4 10 0,0 0 0,0 0 0,-1 0 0,0 0 0,0 0 0,0 1 0,0 0 0,-1 0 0,1 0 0,-1 0 0,0 1 0,0-1 0,-8-2 0,9 4 0,0 1 0,1 0 0,-1 0 0,0 0 0,0 1 0,0-1 0,0 1 0,0 0 0,0 0 0,0 0 0,0 1 0,0-1 0,0 1 0,0 0 0,0 0 0,1 0 0,-1 1 0,0-1 0,1 1 0,-1 0 0,-5 4 0,0 1 0,0 1 0,1-1 0,0 2 0,0-1 0,1 1 0,0 1 0,0-1 0,1 1 0,0 0 0,1 0 0,0 1 0,1 0 0,0-1 0,-3 17 0,4-13 0,0 0 0,1-1 0,1 1 0,0 0 0,0 0 0,2 0 0,0 0 0,0 0 0,1 0 0,1-1 0,7 23 0,-7-30 25,-1-1-1,1 1 0,0-1 1,0 0-1,0 0 1,1 0-1,0 0 0,0 0 1,0-1-1,0 0 0,1 0 1,0 0-1,8 5 1,-5-5-215,0 0 0,0-1 1,1 1-1,-1-2 0,1 1 1,0-1-1,0 0 1,12 0-1,15 0-6636</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5.603"/>
    </inkml:context>
    <inkml:brush xml:id="br0">
      <inkml:brushProperty name="width" value="0.05" units="cm"/>
      <inkml:brushProperty name="height" value="0.05" units="cm"/>
      <inkml:brushProperty name="color" value="#FFFFFF"/>
    </inkml:brush>
  </inkml:definitions>
  <inkml:trace contextRef="#ctx0" brushRef="#br0">39 429 24575,'1'-20'0,"0"14"0,-1 1 0,0-1 0,1 1 0,-2 0 0,1-1 0,-1 1 0,1-1 0,-2 1 0,1 0 0,-4-10 0,3 19 0,0 0 0,0 0 0,1 0 0,-1 0 0,1 1 0,-1 5 0,-5 25 0,1 0 0,2 0 0,2 1 0,1-1 0,2 1 0,1-1 0,9 42 0,-11-73 0,1-1 0,0 1 0,0-1 0,0 1 0,0-1 0,1 0 0,0 0 0,-1 0 0,1 0 0,0 0 0,0 0 0,1 0 0,-1 0 0,0-1 0,4 3 0,-4-4 0,0 1 0,1-2 0,-1 1 0,0 0 0,1 0 0,-1-1 0,0 1 0,1-1 0,-1 0 0,1 0 0,-1 0 0,1 0 0,-1 0 0,1 0 0,-1 0 0,0-1 0,1 0 0,-1 1 0,0-1 0,1 0 0,-1 0 0,3-2 0,8-3 0,-9 4 0,-1 0 0,0 1 0,1-1 0,-1 1 0,1 0 0,-1 0 0,1 0 0,-1 0 0,1 0 0,0 1 0,-1 0 0,1 0 0,0 0 0,0 0 0,4 1 0,-4 0 0,1 0 0,-1-1 0,1 1 0,-1-1 0,0 0 0,1 0 0,-1-1 0,1 1 0,-1-1 0,0 0 0,1 0 0,-1-1 0,0 1 0,0-1 0,0 0 0,0 0 0,0 0 0,0-1 0,-1 1 0,1-1 0,-1 0 0,0 0 0,0 0 0,5-7 0,10-11 0,-1-1 0,-2 0 0,0-2 0,-1 0 0,-2 0 0,0-1 0,10-34 0,-9 16 0,-1 0 0,-3-1 0,7-76 0,-15 105 0,0-1 0,0 0 0,-2 1 0,0-1 0,-1 1 0,0-1 0,-1 1 0,-1 0 0,0 0 0,-11-23 0,15 36 0,-1 0 0,-1 0 0,1 0 0,0 0 0,0 0 0,-1 0 0,1 1 0,-1-1 0,0 0 0,1 1 0,-1 0 0,0-1 0,0 1 0,0 0 0,0 0 0,-4-2 0,4 3 0,1-1 0,-1 1 0,0 0 0,0 0 0,0 0 0,1 0 0,-1 1 0,0-1 0,0 0 0,0 1 0,1-1 0,-1 1 0,0 0 0,1-1 0,-1 1 0,-2 2 0,-2 1 0,0 1 0,1-1 0,0 2 0,0-1 0,0 0 0,1 1 0,-1 0 0,2 0 0,-5 8 0,-4 10 49,2 1 0,1 0 0,1 1-1,0-1 1,3 2 0,-4 27 0,5-9-618,1 1 0,6 78 0,4-55-6257</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5.724"/>
    </inkml:context>
    <inkml:brush xml:id="br0">
      <inkml:brushProperty name="width" value="0.05" units="cm"/>
      <inkml:brushProperty name="height" value="0.05" units="cm"/>
      <inkml:brushProperty name="color" value="#FFFFFF"/>
    </inkml:brush>
  </inkml:definitions>
  <inkml:trace contextRef="#ctx0" brushRef="#br0">1 248 24575,'3'-9'0,"5"-13"0,6-11 0,11-7 0,10-3 0,8 4 0,4 7 0,-1 10 0,-1 14 0,-6 16 0,-9 6-8191</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6.285"/>
    </inkml:context>
    <inkml:brush xml:id="br0">
      <inkml:brushProperty name="width" value="0.05" units="cm"/>
      <inkml:brushProperty name="height" value="0.05" units="cm"/>
      <inkml:brushProperty name="color" value="#FFFFFF"/>
    </inkml:brush>
  </inkml:definitions>
  <inkml:trace contextRef="#ctx0" brushRef="#br0">283 124 24575,'5'-6'0,"1"0"0,-1-1 0,-1 0 0,1 0 0,-1-1 0,0 1 0,-1-1 0,0 0 0,0 1 0,-1-2 0,3-13 0,-5 22 0,0-1 0,1 0 0,-1 1 0,0-1 0,0 0 0,0 1 0,0-1 0,0 0 0,0 1 0,0-1 0,0 0 0,0 1 0,0-1 0,-1 0 0,1 1 0,0-1 0,0 0 0,-1 1 0,1-1 0,0 0 0,-1 1 0,1-1 0,0 1 0,-1-1 0,1 1 0,-1-1 0,1 1 0,-1-1 0,1 1 0,-1-1 0,1 1 0,-1 0 0,0-1 0,1 1 0,-1 0 0,1 0 0,-1-1 0,0 1 0,1 0 0,-1 0 0,0 0 0,1 0 0,-1 0 0,0 0 0,1 0 0,-1 0 0,0 0 0,1 0 0,-2 0 0,-3 1 0,1 1 0,-1-1 0,1 1 0,0 0 0,0 0 0,-5 3 0,-18 13 0,0 2 0,2 1 0,0 0 0,2 2 0,0 1 0,2 1 0,1 0 0,0 2 0,-17 32 0,33-51 0,0-1 0,0 1 0,0 0 0,1 1 0,1-1 0,-1 1 0,1-1 0,1 1 0,-2 13 0,3-18 0,0-1 0,1 1 0,-1 0 0,1-1 0,0 0 0,-1 1 0,1-1 0,1 1 0,-1-1 0,0 0 0,1 0 0,0 0 0,0 0 0,0 0 0,0 0 0,0 0 0,1-1 0,-1 1 0,1-1 0,-1 1 0,1-1 0,0 0 0,0 0 0,0 0 0,0-1 0,5 2 0,4 2 0,0-1 0,1 0 0,-1-1 0,1-1 0,0 0 0,0 0 0,0-1 0,0-1 0,0-1 0,0 1 0,0-2 0,0 0 0,24-7 0,-20 4 0,0-1 0,0-1 0,-1-1 0,0 0 0,0-1 0,0 0 0,-2-2 0,1 0 0,18-18 0,-17 13 0,-1-1 0,23-35 0,-33 45 0,0 0 0,-1-1 0,0 1 0,-1-1 0,0 0 0,0 0 0,-1-1 0,0 1 0,0 0 0,1-13 0,-3 19 0,0 1 0,0 0 0,0 0 0,0 0 0,0-1 0,0 1 0,0 0 0,-1 0 0,1 0 0,0 0 0,0-1 0,-1 1 0,1 0 0,-1 0 0,1 0 0,-1 0 0,0 0 0,1 0 0,-1 0 0,0 0 0,0 0 0,0 1 0,0-2 0,-1 2 0,1-1 0,0 1 0,0 0 0,0 0 0,-1-1 0,1 1 0,0 0 0,0 0 0,0 0 0,-1 1 0,1-1 0,0 0 0,0 0 0,0 1 0,-1-1 0,1 0 0,0 1 0,-1 0 0,-5 3 0,1 0 0,0 0 0,-1 0 0,2 1 0,-12 10 0,0 5 0,1 1 0,0 0 0,1 1 0,2 1 0,-15 34 0,19-37 0,1 0 0,1 1 0,1 0 0,1 0 0,1 1 0,-3 42 0,7-58-80,0 1 0,0 0-1,0 0 1,1 0 0,0-1-1,0 1 1,1 0 0,0-1-1,0 0 1,1 1 0,-1-1 0,1 0-1,1 0 1,-1 0 0,1-1-1,8 11 1,15 6-6746</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6.456"/>
    </inkml:context>
    <inkml:brush xml:id="br0">
      <inkml:brushProperty name="width" value="0.05" units="cm"/>
      <inkml:brushProperty name="height" value="0.05" units="cm"/>
      <inkml:brushProperty name="color" value="#FFFFFF"/>
    </inkml:brush>
  </inkml:definitions>
  <inkml:trace contextRef="#ctx0" brushRef="#br0">269 96 24575,'11'-46'0,"-10"44"0,-1-1 0,0 0 0,0 0 0,0 0 0,0 0 0,0 1 0,0-1 0,-1 0 0,1 0 0,-1 0 0,0 1 0,0-1 0,-2-4 0,3 7 0,0-1 0,-1 1 0,1-1 0,-1 1 0,0-1 0,1 1 0,-1-1 0,1 1 0,-1 0 0,0-1 0,1 1 0,-1 0 0,1-1 0,-1 1 0,0 0 0,0 0 0,1 0 0,-1 0 0,0 0 0,1 0 0,-1 0 0,0 0 0,0 0 0,1 0 0,-1 0 0,0 0 0,1 0 0,-1 0 0,0 1 0,1-1 0,-1 0 0,0 0 0,1 1 0,-1-1 0,0 1 0,0 0 0,-22 18 0,4 3 0,1 1 0,1 1 0,1 1 0,1 1 0,-17 38 0,4 3 0,-20 75 0,39-113-195,2 0 0,1 0 0,1 1 0,1 0 0,2 0 0,2 55 0,7-34-6631</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5:56.983"/>
    </inkml:context>
    <inkml:brush xml:id="br0">
      <inkml:brushProperty name="width" value="0.05" units="cm"/>
      <inkml:brushProperty name="height" value="0.05" units="cm"/>
      <inkml:brushProperty name="color" value="#FFFFFF"/>
    </inkml:brush>
  </inkml:definitions>
  <inkml:trace contextRef="#ctx0" brushRef="#br0">124 150 24575,'12'-17'0,"-3"4"0,-1 0 0,0 0 0,9-23 0,-17 36 0,0 0 0,0 0 0,0 0 0,-1 0 0,1 0 0,0 0 0,0 1 0,0-1 0,-1 0 0,1 0 0,0 0 0,0 0 0,-1 0 0,1 0 0,0 0 0,0 0 0,0 0 0,-1 0 0,1-1 0,0 1 0,0 0 0,-1 0 0,1 0 0,0 0 0,0 0 0,0 0 0,-1 0 0,1 0 0,0-1 0,0 1 0,0 0 0,0 0 0,-1 0 0,1 0 0,0-1 0,0 1 0,0 0 0,0 0 0,0 0 0,0-1 0,0 1 0,0 0 0,-1 0 0,1-1 0,0 1 0,0 0 0,0 0 0,0 0 0,0-1 0,0 1 0,0 0 0,0 0 0,0-1 0,0 1 0,1 0 0,-1 0 0,0 0 0,0-1 0,0 1 0,0 0 0,0 0 0,0 0 0,0-1 0,1 1 0,-18 11 0,0 4 0,1 0 0,0 1 0,2 1 0,0 0 0,0 1 0,2 0 0,0 1 0,2 1 0,-14 31 0,23-48 0,0-1 0,0 1 0,1-1 0,-1 1 0,1-1 0,-1 1 0,1-1 0,0 1 0,0-1 0,0 1 0,0 0 0,0-1 0,1 1 0,-1-1 0,1 1 0,0-1 0,0 1 0,0-1 0,0 0 0,0 1 0,0-1 0,0 0 0,1 0 0,-1 0 0,1 0 0,0 0 0,0 0 0,3 3 0,-1-3 0,0 0 0,1 0 0,-1 0 0,0 0 0,1-1 0,-1 0 0,1 1 0,-1-2 0,1 1 0,-1-1 0,1 1 0,-1-1 0,1 0 0,0-1 0,6-1 0,1 0 0,-1-1 0,1-1 0,-1 1 0,0-2 0,0 0 0,-1 0 0,1-1 0,-1 0 0,0-1 0,-1 0 0,0-1 0,0 1 0,12-15 0,-10 9 0,0-1 0,-1-1 0,-1 0 0,0 0 0,-1-1 0,0 0 0,-1 0 0,6-24 0,-15 46 0,-3 11 0,1-1 0,-3 31 0,7-41 0,-1-1 0,1 1 0,0-1 0,1 1 0,0 0 0,-1-1 0,2 1 0,-1-1 0,1 0 0,0 1 0,0-1 0,0 0 0,0 0 0,6 8 0,0-5 0,-1 1 0,1-2 0,1 1 0,0-1 0,0-1 0,0 1 0,0-2 0,1 1 0,0-1 0,16 5 0,13 3 0,62 12 0,-36-10 0,66 24 0,-130-39 0,0 0 0,0 1 0,0-1 0,-1 0 0,1 1 0,0-1 0,0 0 0,0 0 0,0 0 0,0 1 0,-1-1 0,1 0 0,0 0 0,0 0 0,0-1 0,0 1 0,0 0 0,0 0 0,-1 0 0,1-1 0,0 1 0,0 0 0,0-1 0,-1 1 0,1-1 0,0 1 0,0-1 0,-1 1 0,2-2 0,-2 1 0,0-1 0,1 1 0,-1 0 0,0-1 0,0 1 0,0-1 0,0 1 0,-1-1 0,1 1 0,0 0 0,0-1 0,-1 1 0,1-1 0,-1 1 0,-1-3 0,-4-7 0,0-1 0,-1 1 0,-9-11 0,-6-3 49,0 0 0,-2 1 0,-1 2-1,-1 0 1,-1 2 0,-32-18 0,-16-6-903,-87-34 1,17 15-5973</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8.141"/>
    </inkml:context>
    <inkml:brush xml:id="br0">
      <inkml:brushProperty name="width" value="0.05" units="cm"/>
      <inkml:brushProperty name="height" value="0.05" units="cm"/>
      <inkml:brushProperty name="color" value="#FFFFFF"/>
    </inkml:brush>
  </inkml:definitions>
  <inkml:trace contextRef="#ctx0" brushRef="#br0">393 76 24575,'0'-14'0,"-1"-21"0,1 33 0,0 1 0,0-1 0,0 0 0,1 1 0,-1-1 0,0 1 0,1-1 0,-1 1 0,1-1 0,0 1 0,-1-1 0,1 1 0,0 0 0,0-1 0,1-1 0,-1 3 0,-1 0 0,1 0 0,-1 0 0,1-1 0,-1 1 0,1 0 0,-1 0 0,1 0 0,-1 0 0,1 0 0,0 1 0,-1-1 0,1 0 0,-1 0 0,1 0 0,-1 0 0,1 0 0,-1 1 0,1-1 0,-1 0 0,1 1 0,-1-1 0,0 0 0,1 1 0,-1-1 0,1 0 0,-1 1 0,0-1 0,1 1 0,-1-1 0,0 1 0,0-1 0,1 0 0,-1 1 0,0 0 0,12 20 0,5 20 0,-2 2 0,-2-1 0,-2 2 0,-1 0 0,-3 0 0,4 83 0,-11-110 0,0 0 0,-2 0 0,0 0 0,-1 0 0,0-1 0,-1 1 0,-1-1 0,-11 23 0,11-28 0,-1-1 0,0 0 0,0-1 0,-1 0 0,0 0 0,-1 0 0,0-1 0,0 0 0,-1 0 0,0-1 0,0-1 0,-1 1 0,-14 6 0,2-4-114,1-1 1,-1-1-1,0-1 0,0-1 0,-1-1 1,1-1-1,-1-1 0,0-1 0,0-1 1,0-1-1,-35-6 0,6-2-6712</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8.295"/>
    </inkml:context>
    <inkml:brush xml:id="br0">
      <inkml:brushProperty name="width" value="0.05" units="cm"/>
      <inkml:brushProperty name="height" value="0.05" units="cm"/>
      <inkml:brushProperty name="color" value="#FFFFFF"/>
    </inkml:brush>
  </inkml:definitions>
  <inkml:trace contextRef="#ctx0" brushRef="#br0">12 16 24575,'0'-3'0,"-3"-4"0,-1 2 0,0 5 0</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9.167"/>
    </inkml:context>
    <inkml:brush xml:id="br0">
      <inkml:brushProperty name="width" value="0.05" units="cm"/>
      <inkml:brushProperty name="height" value="0.05" units="cm"/>
      <inkml:brushProperty name="color" value="#FFFFFF"/>
    </inkml:brush>
  </inkml:definitions>
  <inkml:trace contextRef="#ctx0" brushRef="#br0">164 196 24575,'2'0'0,"0"0"0,0 0 0,0 0 0,0-1 0,0 1 0,0-1 0,0 0 0,0 1 0,-1-1 0,1 0 0,0 0 0,0 0 0,-1 0 0,1 0 0,0-1 0,-1 1 0,3-3 0,-1 0 0,0 0 0,0 0 0,-1 0 0,1-1 0,-1 1 0,0-1 0,2-4 0,0-6 0,0 0 0,-1 0 0,2-26 0,-4 37 0,-1 1 0,0 0 0,0 0 0,0 0 0,-1 0 0,1 0 0,-1 0 0,0 0 0,0 0 0,0 0 0,0 0 0,-2-3 0,3 5 0,-1 0 0,0 0 0,0 0 0,0 1 0,1-1 0,-1 0 0,0 1 0,0-1 0,0 0 0,0 1 0,0-1 0,0 1 0,0-1 0,-1 1 0,1 0 0,0 0 0,0-1 0,0 1 0,0 0 0,0 0 0,-1 0 0,1 0 0,0 0 0,0 0 0,0 0 0,0 1 0,0-1 0,0 0 0,-1 1 0,1-1 0,0 1 0,0-1 0,0 1 0,0-1 0,0 1 0,-1 1 0,-7 4 0,0 0 0,1 0 0,0 1 0,0 1 0,0-1 0,1 1 0,-8 12 0,-40 64 0,41-59 0,-18 42 0,29-58 0,0-1 0,0 1 0,1-1 0,0 1 0,1 0 0,-1 0 0,2 0 0,-1 0 0,2 12 0,0-18 0,-1 0 0,1 0 0,0 0 0,-1 0 0,2 0 0,-1 0 0,0 0 0,1 0 0,-1-1 0,1 1 0,0 0 0,-1-1 0,1 0 0,1 1 0,-1-1 0,0 0 0,1 0 0,-1 0 0,1 0 0,-1-1 0,1 1 0,0-1 0,0 1 0,-1-1 0,1 0 0,0 0 0,0 0 0,0 0 0,1-1 0,-1 0 0,6 1 0,0-1 0,1 0 0,0-1 0,0 0 0,-1 0 0,1-1 0,-1 0 0,1-1 0,-1 0 0,10-5 0,-6 2 0,-1-1 0,1 0 0,-2-1 0,1-1 0,-1 1 0,0-2 0,-1 0 0,0 0 0,0-1 0,-1 0 0,-1 0 0,0-1 0,0-1 0,-2 1 0,1-1 0,-1 0 0,-1 0 0,-1-1 0,0 1 0,0-1 0,-1 0 0,1-26 0,-4 37 0,0 0 0,0 1 0,0-1 0,-1 0 0,0 1 0,1-1 0,-1 0 0,0 1 0,-2-5 0,3 7 0,0-1 0,-1 1 0,1 0 0,0-1 0,0 1 0,-1 0 0,1-1 0,0 1 0,-1 0 0,1-1 0,-1 1 0,1 0 0,0 0 0,-1-1 0,1 1 0,-1 0 0,1 0 0,0 0 0,-1 0 0,1-1 0,-1 1 0,1 0 0,-1 0 0,0 0 0,0 1 0,0-1 0,1 0 0,-1 1 0,0-1 0,0 1 0,0-1 0,1 0 0,-1 1 0,0 0 0,1-1 0,-1 1 0,1-1 0,-1 1 0,0 0 0,1-1 0,-1 2 0,-5 7 0,1 0 0,1 0 0,-1 1 0,1-1 0,1 1 0,0 0 0,0 0 0,-1 11 0,-6 85 0,9-94 0,1 1 0,1-1 0,0 0 0,0 1 0,2-1 0,4 18 0,-6-27 0,0 0 0,0 0 0,0-1 0,0 1 0,0 0 0,1 0 0,-1-1 0,1 1 0,0-1 0,0 1 0,0-1 0,0 0 0,0 0 0,0 0 0,1 0 0,-1 0 0,0 0 0,1 0 0,0-1 0,-1 0 0,1 1 0,0-1 0,0 0 0,0 0 0,0-1 0,0 1 0,0-1 0,0 1 0,0-1 0,0 0 0,0 0 0,3 0 0,-2-1 0,0-1 0,0 1 0,0-1 0,0 0 0,0 0 0,0 0 0,0 0 0,-1 0 0,1-1 0,-1 0 0,0 0 0,0 0 0,0 0 0,0 0 0,-1-1 0,1 1 0,-1-1 0,0 1 0,0-1 0,0 0 0,2-5 0,3-10 0,0 0 0,-1 0 0,3-23 0,0-26 0,-8 49 0,1 0 0,8-30 0,-10 49 0,0-1 0,0 1 0,0 0 0,0-1 0,0 1 0,0 0 0,0 0 0,0-1 0,0 1 0,0 0 0,0-1 0,0 1 0,0 0 0,1 0 0,-1-1 0,0 1 0,0 0 0,0 0 0,0 0 0,1-1 0,-1 1 0,0 0 0,0 0 0,1 0 0,-1-1 0,0 1 0,0 0 0,1 0 0,-1 0 0,0 0 0,0 0 0,1 0 0,-1 0 0,1-1 0,5 10 0,2 17 0,-1 25 0,-5-33 0,1 0 0,0 0 0,1 0 0,1 0 0,11 26 0,-15-42 0,0 0 0,0 0 0,0 0 0,0-1 0,0 1 0,1 0 0,-1 0 0,0-1 0,1 1 0,0-1 0,-1 1 0,1-1 0,0 0 0,0 1 0,-1-1 0,1 0 0,4 1 0,-4-1 0,0-1 0,0 0 0,-1 0 0,1 0 0,0 0 0,0-1 0,0 1 0,0 0 0,-1-1 0,1 1 0,0-1 0,-1 1 0,1-1 0,0 0 0,-1 0 0,1 0 0,1-1 0,4-4 0,0 0 0,0 0 0,-1-1 0,0 0 0,0 0 0,8-15 0,0-4 0,10-15 0,-22 39 0,-1-1 0,1 1 0,0-1 0,1 1 0,-1 0 0,0-1 0,1 1 0,-1 1 0,1-1 0,0 0 0,3-1 0,-5 2 0,0 1 0,1 0 0,-1 0 0,1 0 0,-1 0 0,0 0 0,1 0 0,-1 0 0,1 0 0,-1 1 0,0-1 0,1 0 0,-1 1 0,0-1 0,1 1 0,-1 0 0,0-1 0,0 1 0,0 0 0,1 0 0,-1 0 0,0 0 0,0 0 0,0 0 0,0 0 0,-1 0 0,1 0 0,0 0 0,0 0 0,0 3 0,4 4 0,0 1 0,-1-1 0,4 12 0,-7-16 0,10 28 0,-7-16 0,2-1 0,-1 0 0,16 28 0,-19-40 0,-1 0 0,1-1 0,-1 0 0,1 1 0,0-1 0,0 0 0,0 0 0,0 0 0,1 0 0,-1 0 0,0-1 0,1 1 0,-1-1 0,1 1 0,0-1 0,-1 0 0,1 0 0,0 0 0,0 0 0,0-1 0,0 1 0,-1-1 0,1 1 0,0-1 0,0 0 0,0-1 0,5 1 0,-4-2 0,-1 1 0,1-1 0,0 0 0,-1 1 0,1-2 0,-1 1 0,0 0 0,0-1 0,0 1 0,0-1 0,0 0 0,0 0 0,-1 0 0,1 0 0,-1-1 0,0 1 0,0-1 0,0 1 0,-1-1 0,1 0 0,0-4 0,1-1 0,0 0 0,-1 0 0,0 0 0,0-1 0,-1 1 0,0 0 0,-1-1 0,-1-9 0,1 13-97,-1-1-1,0 1 1,-1 0-1,1-1 1,-1 1-1,0 0 1,-1 0-1,1 0 1,-1 0-1,0 1 1,-1-1-1,1 1 0,-7-7 1,-3 2-6729</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6:29.617"/>
    </inkml:context>
    <inkml:brush xml:id="br0">
      <inkml:brushProperty name="width" value="0.05" units="cm"/>
      <inkml:brushProperty name="height" value="0.05" units="cm"/>
      <inkml:brushProperty name="color" value="#FFFFFF"/>
    </inkml:brush>
  </inkml:definitions>
  <inkml:trace contextRef="#ctx0" brushRef="#br0">332 176 24575,'0'0'0,"1"0"0,0 0 0,0 0 0,-1 0 0,1 0 0,0 0 0,0 0 0,0 0 0,-1 0 0,1-1 0,0 1 0,0 0 0,-1-1 0,1 1 0,0 0 0,-1-1 0,1 1 0,0 0 0,-1-1 0,1 1 0,-1-1 0,1 0 0,0 1 0,-1-1 0,1 1 0,-1-1 0,0 0 0,1 1 0,-1-1 0,0 0 0,1 0 0,-1-1 0,1 0 0,-1-1 0,0 1 0,-1-1 0,1 1 0,0-1 0,-1 1 0,1-1 0,-1 1 0,0-1 0,-2-3 0,-1-4 0,-1 0 0,-1 1 0,0-1 0,-9-10 0,9 13 0,0 0 0,-1 1 0,0 0 0,0 0 0,-1 0 0,0 1 0,0 0 0,0 0 0,0 1 0,-15-5 0,18 7 0,0 1 0,-1 0 0,1 0 0,-1 1 0,1-1 0,-1 1 0,1 1 0,-1-1 0,1 1 0,0 0 0,-1 0 0,1 0 0,0 1 0,-1 0 0,1 0 0,0 0 0,0 1 0,1-1 0,-8 6 0,2 0 0,0 0 0,0 0 0,1 1 0,1 0 0,-11 15 0,14-19 0,1 1 0,1 0 0,-1 0 0,1 1 0,0-1 0,0 1 0,1-1 0,0 1 0,0 0 0,0 0 0,0 8 0,2-13 0,0-1 0,0 1 0,0 0 0,0 0 0,0 0 0,0 0 0,1 0 0,-1 0 0,1 0 0,0 0 0,-1 0 0,1-1 0,0 1 0,0 0 0,0 0 0,0-1 0,0 1 0,0-1 0,1 1 0,2 2 0,-2-3 0,1 1 0,0-1 0,0 1 0,-1-1 0,1 0 0,0 0 0,0 0 0,0-1 0,0 1 0,0-1 0,0 1 0,4-1 0,4 0 0,0-1 0,0-1 0,0 1 0,0-2 0,-1 1 0,14-6 0,-10 2 0,1 0 0,-1-1 0,24-15 0,-32 18 0,0-1 0,0 0 0,0-1 0,-1 1 0,0-1 0,0 0 0,0-1 0,-1 1 0,6-11 0,-10 17 0,0-1 0,0 1 0,0-1 0,0 1 0,1-1 0,-1 1 0,0 0 0,0-1 0,0 1 0,1-1 0,-1 1 0,0 0 0,0-1 0,1 1 0,-1 0 0,0-1 0,1 1 0,-1 0 0,0-1 0,1 1 0,-1 0 0,1 0 0,-1 0 0,0-1 0,1 1 0,-1 0 0,1 0 0,0 0 0,3 12 0,-5 38 0,0-37 0,1 2 49,0 0 0,1 0 0,1 0-1,0 0 1,1 0 0,7 23 0,-8-34-118,0 1 1,0-1 0,0 0 0,0 1-1,0-1 1,1 0 0,0-1-1,0 1 1,0 0 0,0-1 0,0 0-1,1 1 1,0-1 0,-1-1 0,1 1-1,0 0 1,1-1 0,-1 0 0,0 0-1,1 0 1,-1-1 0,1 1-1,-1-1 1,10 1 0,13-1-6758</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0.981"/>
    </inkml:context>
    <inkml:brush xml:id="br0">
      <inkml:brushProperty name="width" value="0.05" units="cm"/>
      <inkml:brushProperty name="height" value="0.05" units="cm"/>
      <inkml:brushProperty name="color" value="#FFFFFF"/>
    </inkml:brush>
  </inkml:definitions>
  <inkml:trace contextRef="#ctx0" brushRef="#br0">88 151 24575,'5'-7'0,"-1"0"0,0 0 0,0 0 0,0-1 0,-1 1 0,-1-1 0,1 0 0,-1 0 0,0 0 0,-1 0 0,0 0 0,0 0 0,-1-16 0,0 23 0,0 0 0,0 0 0,0-1 0,0 1 0,0 0 0,0-1 0,0 1 0,0 0 0,-1 0 0,1-1 0,0 1 0,-1 0 0,1 0 0,-1 0 0,0 0 0,1-1 0,-1 1 0,0 0 0,0 0 0,-1-1 0,1 2 0,0 0 0,1-1 0,-1 1 0,0 0 0,0 0 0,0 0 0,0 0 0,0 0 0,0 0 0,0 0 0,1 0 0,-1 0 0,0 0 0,0 0 0,0 1 0,0-1 0,0 0 0,1 1 0,-1-1 0,0 1 0,-1 0 0,-4 3 0,0 0 0,1 1 0,-1 0 0,1 0 0,-8 9 0,6-5 0,1 0 0,0 0 0,0 0 0,1 0 0,1 1 0,-1 0 0,1 0 0,-2 12 0,4-15 0,1-1 0,0 0 0,0 0 0,1 1 0,0-1 0,0 1 0,1-1 0,0 0 0,0 1 0,0-1 0,0 0 0,1 0 0,0 0 0,1 0 0,3 7 0,3 1 0,1-1 0,0-1 0,1 1 0,1-1 0,-1-1 0,2 0 0,14 9 0,-12-9 0,-1 1 0,0 1 0,0 0 0,22 28 0,-35-38 9,1-1 0,0 0 0,-1 1-1,1-1 1,-1 1 0,0 0 0,0-1-1,0 1 1,0 0 0,0 0 0,-1 0-1,1 0 1,-1 0 0,0-1 0,0 1-1,0 0 1,0 0 0,0 0 0,-1 0-1,1 0 1,-1 0 0,0 0 0,0-1-1,0 1 1,0 0 0,0-1 0,0 1-1,-1 0 1,0-1 0,1 0 0,-1 1-1,0-1 1,0 0 0,0 0 0,0 0-1,-1 0 1,1 0 0,-4 1 0,-4 4-199,-1-1 0,1-1 1,-1 0-1,0 0 0,-1-1 1,1-1-1,0 1 1,-15 0-1,-9 1-6636</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1.432"/>
    </inkml:context>
    <inkml:brush xml:id="br0">
      <inkml:brushProperty name="width" value="0.05" units="cm"/>
      <inkml:brushProperty name="height" value="0.05" units="cm"/>
      <inkml:brushProperty name="color" value="#FFFFFF"/>
    </inkml:brush>
  </inkml:definitions>
  <inkml:trace contextRef="#ctx0" brushRef="#br0">0 113 24575,'6'-8'0,"1"0"0,0 0 0,0 0 0,1 1 0,0 0 0,0 0 0,0 1 0,1 0 0,0 1 0,0 0 0,1 0 0,18-6 0,-11 6 0,0 0 0,1 1 0,-1 1 0,1 1 0,0 0 0,31 2 0,-46-1 0,1 2 0,-1-1 0,1 0 0,-1 1 0,1 0 0,-1-1 0,0 1 0,1 1 0,-1-1 0,0 0 0,0 1 0,0 0 0,6 3 0,-8-3 0,0-1 0,1 1 0,-1 0 0,0 0 0,0 0 0,0-1 0,-1 1 0,1 0 0,0 0 0,-1 0 0,1 0 0,-1 0 0,1 0 0,-1 0 0,0 1 0,0-1 0,0 0 0,0 0 0,-1 0 0,1 0 0,0 0 0,-1 0 0,1 0 0,-2 3 0,-54 142 0,38-107 0,2 1 0,-20 81 0,35-114 0,-1-1 0,2 1 0,-1 0 0,1 0 0,0 0 0,0 0 0,1-1 0,0 1 0,1 0 0,3 11 0,-3-15 0,-1-1 0,1 1 0,0-1 0,0 0 0,0 0 0,0 0 0,1 0 0,-1 0 0,1 0 0,0-1 0,-1 1 0,1-1 0,1 0 0,-1 0 0,0 0 0,0 0 0,1-1 0,-1 1 0,1-1 0,-1 0 0,1 0 0,0 0 0,6 1 0,-2-2 0,1 0 0,-1 0 0,1-1 0,-1 0 0,1 0 0,-1-1 0,0 0 0,0 0 0,0-1 0,0 0 0,0-1 0,12-7 0,-4 1 0,-1 0 0,-1 0 0,0-2 0,0 0 0,11-14 0,-17 17 0,0-1 0,-1 0 0,0 0 0,-1 0 0,-1-1 0,1 0 0,-1 0 0,-1 0 0,0-1 0,-1 0 0,0 0 0,-1 1 0,0-1 0,-1-1 0,-1-20 0,0 24 0,-1 0 0,0 0 0,-1 0 0,0 0 0,0 0 0,-1 0 0,0 1 0,-1-1 0,0 1 0,0 0 0,-1 0 0,0 0 0,0 1 0,0 0 0,-1 0 0,-1 0 0,1 1 0,-1-1 0,0 2 0,0-1 0,-13-6 0,10 6 0,0 1 0,-1 1 0,0 0 0,0 0 0,0 1 0,-1 1 0,-22-3 0,29 4 0,-1 1 0,0 0 0,1 0 0,-1 0 0,0 1 0,1 0 0,-1 0 0,1 0 0,-1 1 0,1 0 0,-1 0 0,1 0 0,0 1 0,0-1 0,0 1 0,1 0 0,-1 1 0,-4 3 0,8-5-72,-1-1 1,1 0-1,0 1 0,0-1 0,0 1 0,0-1 0,0 1 0,1-1 1,-1 1-1,0 0 0,1-1 0,-1 1 0,1 0 0,0 0 0,-1-1 1,1 1-1,0 0 0,0 3 0,4 9-6754</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1.841"/>
    </inkml:context>
    <inkml:brush xml:id="br0">
      <inkml:brushProperty name="width" value="0.05" units="cm"/>
      <inkml:brushProperty name="height" value="0.05" units="cm"/>
      <inkml:brushProperty name="color" value="#FFFFFF"/>
    </inkml:brush>
  </inkml:definitions>
  <inkml:trace contextRef="#ctx0" brushRef="#br0">344 63 24575,'-7'-7'0,"0"0"0,0 0 0,-1 0 0,0 0 0,0 1 0,-14-8 0,20 12 0,-1 1 0,0 0 0,0 0 0,1 0 0,-1 1 0,0-1 0,0 1 0,0-1 0,0 1 0,0 0 0,0 0 0,0 0 0,0 1 0,0-1 0,0 1 0,0 0 0,0-1 0,1 1 0,-1 1 0,0-1 0,1 0 0,-1 1 0,-4 2 0,-6 6 0,0 1 0,1 0 0,0 1 0,1 0 0,0 0 0,1 1 0,1 1 0,-9 15 0,0 4 0,1 1 0,-16 50 0,27-67 0,0 0 0,2 0 0,0 0 0,1 1 0,1-1 0,-1 20 0,3-32 0,0 1 0,1-1 0,-1 0 0,1 0 0,0 1 0,0-1 0,1 0 0,-1 0 0,1 0 0,0-1 0,1 1 0,-1 0 0,1-1 0,0 1 0,0-1 0,0 0 0,1 0 0,-1 0 0,1-1 0,0 1 0,0-1 0,0 0 0,1 0 0,7 4 0,-3-3 0,0 0 0,1-1 0,-1-1 0,1 1 0,-1-2 0,1 1 0,0-1 0,-1-1 0,1 1 0,0-2 0,0 1 0,-1-2 0,1 1 0,0-1 0,-1 0 0,0-1 0,1 0 0,-1-1 0,12-6 0,-7 2 0,0 0 0,-1-1 0,0 0 0,-1-1 0,1-1 0,-2 0 0,0 0 0,0-1 0,-1-1 0,-1 1 0,10-17 0,-11 13 0,1-1 0,-2 1 0,0-2 0,-1 1 0,-1-1 0,-1 0 0,4-30 0,-8 46 0,1 1 0,-1 0 0,0 0 0,0 0 0,0 0 0,0 0 0,0-1 0,0 1 0,0 0 0,0 0 0,0 0 0,0 0 0,-1 0 0,1-1 0,0 1 0,-1 0 0,1 0 0,-1 0 0,1 0 0,-1 0 0,0 0 0,1 0 0,-1 1 0,0-1 0,0 0 0,-1-1 0,0 2 0,1 0 0,0 0 0,0 0 0,-1 1 0,1-1 0,0 1 0,0-1 0,0 1 0,0-1 0,-1 1 0,1 0 0,0-1 0,0 1 0,0 0 0,0 0 0,1 0 0,-1 0 0,0 0 0,0 0 0,0 0 0,1 0 0,-1 0 0,1 0 0,-2 2 0,-6 12 0,0 1 0,0 0 0,1 0 0,-5 22 0,-13 72 0,22-93 114,1 1 0,0 29 0,3-39-304,-1-1 0,1 1 1,0 0-1,1-1 0,0 0 1,0 1-1,1-1 1,5 11-1,7 7-6636</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2.386"/>
    </inkml:context>
    <inkml:brush xml:id="br0">
      <inkml:brushProperty name="width" value="0.05" units="cm"/>
      <inkml:brushProperty name="height" value="0.05" units="cm"/>
      <inkml:brushProperty name="color" value="#FFFFFF"/>
    </inkml:brush>
  </inkml:definitions>
  <inkml:trace contextRef="#ctx0" brushRef="#br0">71 309 24575,'3'-31'0,"-2"23"0,-7 26 0,-19 96 0,7-28 0,18-85 0,0 0 0,0 1 0,0-1 0,0 0 0,-1 0 0,1 0 0,-1 0 0,1 0 0,-1 1 0,1-1 0,-1 0 0,0 0 0,1 0 0,-3 1 0,3-2 0,0 0 0,-1 0 0,1 0 0,0-1 0,-1 1 0,1 0 0,0 0 0,-1-1 0,1 1 0,0 0 0,-1 0 0,1-1 0,0 1 0,0 0 0,-1-1 0,1 1 0,0-1 0,0 1 0,0 0 0,0-1 0,-1 1 0,1 0 0,0-1 0,0 1 0,0-1 0,0 1 0,0-1 0,-7-42 0,6 40 0,-1-19 0,1 0 0,0 0 0,2 0 0,1 0 0,0 0 0,2 0 0,0 0 0,2 1 0,10-28 0,-11 35 0,1 0 0,1 1 0,0-1 0,1 2 0,1-1 0,-1 1 0,2 0 0,0 1 0,0 0 0,1 1 0,0 0 0,1 1 0,0 0 0,23-12 0,-28 17 0,1 1 0,0 0 0,0 1 0,0 0 0,0 0 0,0 1 0,1-1 0,-1 2 0,0-1 0,1 2 0,-1-1 0,12 2 0,-14-1 0,-1 1 0,1-1 0,0 1 0,0 0 0,-1 0 0,1 0 0,-1 1 0,1 0 0,-1 0 0,0 1 0,0-1 0,-1 1 0,1 0 0,-1 0 0,0 1 0,0-1 0,6 10 0,-9-12 0,1 1 0,-1 0 0,0-1 0,0 1 0,0 0 0,-1 0 0,1 0 0,-1 0 0,1 0 0,-1 0 0,0 0 0,0 0 0,0-1 0,-1 1 0,1 0 0,-1 0 0,1 0 0,-1 0 0,0 0 0,0 0 0,-1-1 0,1 1 0,0-1 0,-1 1 0,0-1 0,1 1 0,-1-1 0,0 0 0,0 0 0,-3 3 0,-8 6 0,1 0 0,-2 0 0,1-2 0,-16 9 0,23-14 0,-9 4 0,11-7 0,0 1 0,1 0 0,-1 0 0,0 0 0,1 0 0,-1 1 0,1 0 0,0-1 0,0 1 0,0 0 0,0 1 0,-3 4 0,6-7 0,0 0 0,0 0 0,0 0 0,0 0 0,0 0 0,0 0 0,0 0 0,1 0 0,-1 0 0,0 0 0,1 0 0,-1 0 0,1 0 0,-1 0 0,1 0 0,-1 0 0,1-1 0,0 1 0,-1 0 0,1 0 0,0-1 0,1 2 0,22 16 0,-15-12 0,16 12 0,36 34 0,-54-45 0,0 0 0,-1 1 0,1 0 0,-2 0 0,1 0 0,-1 1 0,0 0 0,-1 0 0,4 11 0,-7-18 0,-1 0 0,1 0 0,0 0 0,-1 0 0,0 0 0,1 1 0,-1-1 0,0 0 0,0 0 0,0 1 0,-1-1 0,1 0 0,0 0 0,-1 1 0,1-1 0,-1 0 0,0 0 0,0 0 0,0 0 0,-2 3 0,1-2 0,-1-1 0,1 0 0,-1 1 0,1-1 0,-1-1 0,0 1 0,0 0 0,0-1 0,0 1 0,0-1 0,0 0 0,-6 2 0,-8 0 0,-1-1 0,0 0 0,0-1 0,-22-1 0,29-1 0,-120-6-1365,68 2-5461</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8.863"/>
    </inkml:context>
    <inkml:brush xml:id="br0">
      <inkml:brushProperty name="width" value="0.05" units="cm"/>
      <inkml:brushProperty name="height" value="0.05" units="cm"/>
      <inkml:brushProperty name="color" value="#FFFFFF"/>
    </inkml:brush>
  </inkml:definitions>
  <inkml:trace contextRef="#ctx0" brushRef="#br0">15 63 24575,'0'-6'0,"0"0"0,0-1 0,-1 1 0,0 0 0,0 0 0,0 0 0,-1 0 0,-3-7 0,2 25 0,3 9 0,25 252 217,20 379-1799,-45-599-5244</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7:09.219"/>
    </inkml:context>
    <inkml:brush xml:id="br0">
      <inkml:brushProperty name="width" value="0.05" units="cm"/>
      <inkml:brushProperty name="height" value="0.05" units="cm"/>
      <inkml:brushProperty name="color" value="#FFFFFF"/>
    </inkml:brush>
  </inkml:definitions>
  <inkml:trace contextRef="#ctx0" brushRef="#br0">41 79 24575,'-12'-3'0,"-11"-1"0,17 7 0,9 9 0,5 2 0,0 0 0,2-1 0,-1 0 0,2 0 0,13 13 0,63 52 0,-80-72 0,-1-1 0,1 0 0,0 0 0,0-1 0,1 0 0,14 6 0,-20-10 0,0 1 0,1 0 0,-1-1 0,0 1 0,1-1 0,-1 0 0,1 0 0,-1 0 0,0 0 0,1 0 0,-1-1 0,0 1 0,1-1 0,-1 1 0,0-1 0,1 0 0,-1 0 0,0 0 0,0 0 0,0 0 0,0 0 0,0-1 0,0 1 0,0-1 0,0 1 0,-1-1 0,1 0 0,1-3 0,18-25 0,-3-1 0,22-46 0,-19 32 0,-10 24 0,-7 12 0,0 0 0,0 0 0,1 1 0,1-1 0,-1 1 0,11-11 0,-34 51 0,-43 46-1365,24-36-5461</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50.544"/>
    </inkml:context>
    <inkml:brush xml:id="br0">
      <inkml:brushProperty name="width" value="0.05" units="cm"/>
      <inkml:brushProperty name="height" value="0.05" units="cm"/>
      <inkml:brushProperty name="color" value="#FFFFFF"/>
    </inkml:brush>
  </inkml:definitions>
  <inkml:trace contextRef="#ctx0" brushRef="#br0">0 0 24575,'7'1'0,"-1"0"0,0 0 0,0 1 0,0 0 0,0 0 0,9 5 0,9 3 0,677 224-557,-121-42 136,-492-161 421,213 69 0,-256-89-1202</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50.854"/>
    </inkml:context>
    <inkml:brush xml:id="br0">
      <inkml:brushProperty name="width" value="0.05" units="cm"/>
      <inkml:brushProperty name="height" value="0.05" units="cm"/>
      <inkml:brushProperty name="color" value="#FFFFFF"/>
    </inkml:brush>
  </inkml:definitions>
  <inkml:trace contextRef="#ctx0" brushRef="#br0">255 36 24575,'0'-3'0,"-1"0"0,1 1 0,0-1 0,-1 0 0,0 0 0,0 1 0,0-1 0,-1-2 0,-1-3 0,48 57 0,-37-40 0,-1 0 0,0 1 0,-1-1 0,0 1 0,8 18 0,-13-26 0,0 1 0,0-1 0,0 1 0,-1 0 0,1-1 0,-1 1 0,0 0 0,1-1 0,-1 1 0,-1 0 0,1 0 0,0-1 0,-1 1 0,1 0 0,-1-1 0,0 1 0,0-1 0,0 1 0,0-1 0,0 1 0,0-1 0,-1 0 0,1 1 0,-1-1 0,0 0 0,0 0 0,0 0 0,0 0 0,-4 3 0,-14 7 0,0 0 0,-1-2 0,0 0 0,-1-1 0,-32 8 0,25-7 0,-38 11-1365,5-2-5461</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52.616"/>
    </inkml:context>
    <inkml:brush xml:id="br0">
      <inkml:brushProperty name="width" value="0.05" units="cm"/>
      <inkml:brushProperty name="height" value="0.05" units="cm"/>
      <inkml:brushProperty name="color" value="#FFFFFF"/>
    </inkml:brush>
  </inkml:definitions>
  <inkml:trace contextRef="#ctx0" brushRef="#br0">22 0 24575,'0'4'0,"3"3"0,2 4 0,-1 3 0,2 3 0,0 1 0,3 1 0,-1 0 0,-5 0 0,-6-3 0,-5-5 0,-8 0 0,-4-3 0,1-2-8191</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52.969"/>
    </inkml:context>
    <inkml:brush xml:id="br0">
      <inkml:brushProperty name="width" value="0.05" units="cm"/>
      <inkml:brushProperty name="height" value="0.05" units="cm"/>
      <inkml:brushProperty name="color" value="#FFFFFF"/>
    </inkml:brush>
  </inkml:definitions>
  <inkml:trace contextRef="#ctx0" brushRef="#br0">31 253 24575,'-5'-6'0,"1"3"0,1 0 0,0 0 0,0-1 0,1 1 0,-1-1 0,-2-4 0,5 6 0,-1 0 0,1 0 0,-1 0 0,1 0 0,0 0 0,-1 0 0,1 0 0,0 0 0,0 0 0,1 0 0,-1 0 0,0 0 0,1 0 0,-1 0 0,1 0 0,0 0 0,1-2 0,3-6 0,0 0 0,2 0 0,-1 0 0,1 1 0,0 0 0,1 1 0,0-1 0,0 2 0,1-1 0,18-11 0,-15 11 0,1 0 0,0 1 0,0 1 0,1 0 0,0 1 0,0 0 0,28-5 0,-38 9 0,0 1 0,-1 0 0,1 0 0,0 0 0,-1 1 0,1-1 0,0 1 0,-1 0 0,1-1 0,-1 2 0,5 1 0,-7-3 0,1 1 0,-1 0 0,0-1 0,0 1 0,0 0 0,-1-1 0,1 1 0,0 0 0,0 0 0,0 0 0,0 0 0,-1 0 0,1 0 0,0 0 0,-1 0 0,1 0 0,-1 0 0,0 1 0,1-1 0,-1 0 0,0 0 0,1 0 0,-1 1 0,0-1 0,0 0 0,0 0 0,0 0 0,0 1 0,0-1 0,-1 0 0,1 0 0,0 0 0,-1 1 0,1-1 0,-1 0 0,1 0 0,-2 2 0,-1 3 0,-2 1 0,1-1 0,-1 0 0,1 0 0,-2 0 0,1-1 0,0 0 0,-1 0 0,0 0 0,-1-1 0,1 0 0,-8 4 0,-8 3 0,-1 0 0,-32 9 0,52-19 0,-9 3 0,0-1 0,0 0 0,-19 3 0,29-6 0,0 0 0,-1 0 0,1 0 0,0 0 0,0 0 0,0-1 0,0 1 0,0-1 0,0 1 0,0-1 0,0 0 0,-3-1 0,4 1 0,0 0 0,0 1 0,1-1 0,-1 0 0,0 0 0,1 0 0,-1 0 0,0 0 0,1 0 0,-1 0 0,1 0 0,0 0 0,-1 0 0,1 0 0,0 0 0,0 0 0,-1 0 0,1 0 0,0-1 0,0 1 0,0 0 0,0 0 0,1 0 0,-1 0 0,1-2 0,0-2 0,1-1 0,0 1 0,0 0 0,0 0 0,1 0 0,0 1 0,0-1 0,0 1 0,0-1 0,6-4 0,3-4 0,26-20 0,-25 23 0,2-1 0,17-9 0,-27 18 0,0-1 0,-1 1 0,1 0 0,0 0 0,0 1 0,0-1 0,0 1 0,0 0 0,0 1 0,0-1 0,10 1 0,-13 0 0,0 0 0,0 1 0,-1-1 0,1 1 0,0-1 0,0 1 0,-1 0 0,1-1 0,0 1 0,-1 0 0,1 0 0,-1 0 0,1 1 0,-1-1 0,1 0 0,-1 0 0,0 1 0,0-1 0,0 1 0,0-1 0,2 3 0,-2-1 0,0 0 0,0 0 0,0 1 0,-1-1 0,1 0 0,-1 0 0,0 1 0,1-1 0,-1 0 0,-1 1 0,0 3 0,0 3 0,-2 1 0,0-1 0,0 0 0,-1 0 0,0 0 0,-7 13 0,-9 6-1365,0-4-5461</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09.911"/>
    </inkml:context>
    <inkml:brush xml:id="br0">
      <inkml:brushProperty name="width" value="0.05" units="cm"/>
      <inkml:brushProperty name="height" value="0.05" units="cm"/>
      <inkml:brushProperty name="color" value="#FFFFFF"/>
    </inkml:brush>
  </inkml:definitions>
  <inkml:trace contextRef="#ctx0" brushRef="#br0">26 1 24575,'0'3'0,"-3"1"0,-1 3 0,0 3 0,1 4 0,0 4 0,2 7 0,0 5 0,1 3 0,0 5 0,0 7 0,0 0 0,0 3 0,1 2 0,-1-1 0,-3-2 0,-2-10-8191</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0.268"/>
    </inkml:context>
    <inkml:brush xml:id="br0">
      <inkml:brushProperty name="width" value="0.05" units="cm"/>
      <inkml:brushProperty name="height" value="0.05" units="cm"/>
      <inkml:brushProperty name="color" value="#FFFFFF"/>
    </inkml:brush>
  </inkml:definitions>
  <inkml:trace contextRef="#ctx0" brushRef="#br0">72 405 24575,'-15'-30'0,"1"-1"0,-11-39 0,20 55 0,2 0 0,-1-1 0,2 1 0,0-1 0,1 0 0,1-30 0,1 40 0,0 1 0,0-1 0,0 0 0,1 1 0,-1-1 0,1 1 0,1-1 0,-1 1 0,1 0 0,0 0 0,0 0 0,0 0 0,1 1 0,5-6 0,-3 5 0,0 0 0,0 0 0,0 1 0,0 0 0,1 1 0,0-1 0,0 1 0,0 0 0,0 1 0,8-2 0,-1 1 0,1 1 0,0 0 0,-1 1 0,1 1 0,0 0 0,0 1 0,0 0 0,-1 2 0,1-1 0,25 10 0,-24-5 0,-1 0 0,0 0 0,0 2 0,-1 0 0,0 0 0,0 2 0,-1-1 0,-1 2 0,0 0 0,0 0 0,-2 1 0,15 21 0,-12-14 0,-2 1 0,0 0 0,-1 0 0,-1 1 0,-1 1 0,-1-1 0,-1 1 0,4 31 0,-8-42 0,-2 0 0,0 0 0,0 0 0,-1 0 0,0 0 0,-1 0 0,-1-1 0,0 1 0,0-1 0,-1 0 0,0 1 0,-1-2 0,-1 1 0,1-1 0,-2 1 0,-7 9 0,7-12 0,1 0 0,-1 0 0,-1-1 0,0 0 0,0-1 0,0 1 0,0-2 0,-1 1 0,0-1 0,-1 0 0,1-1 0,-1 0 0,1-1 0,-1 0 0,0 0 0,0-1 0,-1 0 0,-18 0 0,23-2-50,-1 0-1,0-1 1,1 0-1,-1 0 0,1 0 1,-1-1-1,1 0 1,0 0-1,0-1 1,0 1-1,0-1 0,0-1 1,0 1-1,1-1 1,0 0-1,-1 0 1,2-1-1,-1 1 0,0-1 1,1 0-1,0 0 1,0-1-1,0 1 1,1-1-1,0 0 1,-4-12-1,-3-13-6775</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0.769"/>
    </inkml:context>
    <inkml:brush xml:id="br0">
      <inkml:brushProperty name="width" value="0.05" units="cm"/>
      <inkml:brushProperty name="height" value="0.05" units="cm"/>
      <inkml:brushProperty name="color" value="#FFFFFF"/>
    </inkml:brush>
  </inkml:definitions>
  <inkml:trace contextRef="#ctx0" brushRef="#br0">31 42 24575,'-3'-2'0,"0"1"0,1 0 0,-1-1 0,1 1 0,0-1 0,0 0 0,-1 0 0,1 1 0,-2-4 0,-1-1 0,18 16 0,-4-2 0,0 1 0,-1-1 0,-1 1 0,1 1 0,-1 0 0,-1 0 0,0 0 0,-1 1 0,0 0 0,0 0 0,-1 0 0,0 0 0,-1 1 0,-1 0 0,0-1 0,1 23 0,-3-33 0,0 1 0,0-1 0,0 0 0,0 1 0,0-1 0,-1 0 0,1 1 0,-1-1 0,1 0 0,-1 0 0,1 0 0,-1 1 0,0-1 0,1 0 0,-1 0 0,0 0 0,0 0 0,0 0 0,0 0 0,0 0 0,0 0 0,0-1 0,-2 2 0,2-2 0,0 1 0,0-1 0,0 0 0,0 0 0,0 0 0,0 0 0,0 0 0,0 0 0,1 0 0,-1 0 0,0 0 0,0-1 0,0 1 0,0 0 0,0-1 0,0 1 0,0 0 0,1-1 0,-1 1 0,0-1 0,0 1 0,0-1 0,1 0 0,-1 1 0,0-1 0,1 0 0,-1 1 0,1-1 0,-1 0 0,1 0 0,-1 0 0,1 0 0,-1-1 0,-1-1 0,0-1 0,1 0 0,-1 0 0,1 0 0,0 0 0,0 0 0,0 0 0,1 0 0,-1 0 0,1 0 0,0 0 0,0 0 0,0 0 0,2-6 0,0 4 0,-1 0 0,2-1 0,-1 1 0,1 1 0,-1-1 0,2 0 0,-1 1 0,7-9 0,-2 4 0,2 0 0,-1 1 0,1 0 0,1 0 0,-1 1 0,2 1 0,-1 0 0,17-8 0,-16 10 0,1 0 0,0 0 0,0 2 0,1-1 0,-1 2 0,1 0 0,-1 1 0,1 0 0,17 1 0,-29 0 0,1 1 0,0-1 0,-1 1 0,1 0 0,-1 0 0,1 0 0,-1 0 0,0 0 0,1 0 0,-1 0 0,0 1 0,0-1 0,0 1 0,0 0 0,0 0 0,0-1 0,-1 1 0,1 1 0,-1-1 0,1 0 0,-1 0 0,0 0 0,1 1 0,0 3 0,2 6 0,-1 0 0,0 0 0,0 0 0,0 14 0,3 13 0,2-1 0,-7-25 0,1-1 0,1 1 0,0-1 0,1 0 0,0 0 0,1 0 0,0-1 0,9 15 0,-5-18-1365</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0.910"/>
    </inkml:context>
    <inkml:brush xml:id="br0">
      <inkml:brushProperty name="width" value="0.05" units="cm"/>
      <inkml:brushProperty name="height" value="0.05" units="cm"/>
      <inkml:brushProperty name="color" value="#FFFFFF"/>
    </inkml:brush>
  </inkml:definitions>
  <inkml:trace contextRef="#ctx0" brushRef="#br0">43 11 24575,'-3'-3'0,"-4"-1"0,-5 0 0,1 4 0,2 5 0</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1.253"/>
    </inkml:context>
    <inkml:brush xml:id="br0">
      <inkml:brushProperty name="width" value="0.05" units="cm"/>
      <inkml:brushProperty name="height" value="0.05" units="cm"/>
      <inkml:brushProperty name="color" value="#FFFFFF"/>
    </inkml:brush>
  </inkml:definitions>
  <inkml:trace contextRef="#ctx0" brushRef="#br0">0 7 24575,'2'23'0,"1"1"0,1-1 0,1 0 0,16 44 0,-7-26 0,-12-32 0,-1-5 0,0-1 0,0 1 0,0 0 0,0 0 0,1 0 0,-1-1 0,1 1 0,0-1 0,0 1 0,0-1 0,1 0 0,4 6 0,-6-9 0,-1 0 0,1 0 0,-1 0 0,0 0 0,1 0 0,-1 0 0,1 0 0,-1 0 0,1 0 0,-1 0 0,0 0 0,1 0 0,-1 0 0,1 0 0,-1 0 0,0 0 0,1 0 0,-1-1 0,1 1 0,-1 0 0,0 0 0,1 0 0,-1-1 0,0 1 0,1 0 0,-1 0 0,0-1 0,1 1 0,-1 0 0,0-1 0,0 1 0,0 0 0,1-1 0,-1 0 0,8-14 0,-7 13 0,17-51 0,21-90 0,-33 121 0,-6 19-170,1 0-1,0 0 0,0 0 1,0 0-1,0 0 0,1 0 1,2-4-1</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1.625"/>
    </inkml:context>
    <inkml:brush xml:id="br0">
      <inkml:brushProperty name="width" value="0.05" units="cm"/>
      <inkml:brushProperty name="height" value="0.05" units="cm"/>
      <inkml:brushProperty name="color" value="#FFFFFF"/>
    </inkml:brush>
  </inkml:definitions>
  <inkml:trace contextRef="#ctx0" brushRef="#br0">39 164 24575,'24'1'0,"-12"0"0,1-1 0,-1-1 0,1 1 0,-1-2 0,14-3 0,-23 4 0,0 1 0,0-2 0,0 1 0,-1 0 0,1 0 0,-1-1 0,1 1 0,-1-1 0,1 0 0,-1 0 0,0 0 0,0 0 0,0 0 0,0 0 0,0-1 0,0 1 0,-1-1 0,1 1 0,-1-1 0,0 0 0,0 1 0,0-1 0,0 0 0,0 0 0,0 0 0,-1 0 0,1-3 0,-1 2 0,0 0 0,0 1 0,-1-1 0,1 0 0,-1 0 0,0 0 0,0 0 0,0 0 0,-1 1 0,1-1 0,-1 1 0,0-1 0,0 1 0,0-1 0,0 1 0,-1 0 0,1 0 0,-1 0 0,0 0 0,0 1 0,0-1 0,0 1 0,0 0 0,-1 0 0,1 0 0,-1 0 0,1 0 0,-1 1 0,0-1 0,1 1 0,-1 0 0,0 0 0,0 1 0,0-1 0,0 1 0,0 0 0,0 0 0,0 0 0,0 1 0,0-1 0,1 1 0,-1 0 0,0 0 0,0 0 0,0 1 0,1-1 0,-1 1 0,1 0 0,-7 4 0,4 0 20,1 0 0,-1 1 0,1 0 1,0 0-1,1 0 0,0 0 0,0 1 0,1-1 0,0 1 0,0 0 0,0 0 0,1 0 0,1 0 0,-1 1 0,1-1 0,0 13 1,1-14-59,0 0 0,1 0 0,0 0 0,0 0 0,1 0 0,-1 0 0,2 0 0,4 12 0,-5-15-53,0-1 0,1 1 0,-1 0 0,1 0 0,0-1 0,0 1 0,0-1 0,0 0 0,1 0 0,-1 0 0,1-1 0,0 1 0,0-1 0,5 3 0,14 3-6735</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1.934"/>
    </inkml:context>
    <inkml:brush xml:id="br0">
      <inkml:brushProperty name="width" value="0.05" units="cm"/>
      <inkml:brushProperty name="height" value="0.05" units="cm"/>
      <inkml:brushProperty name="color" value="#FFFFFF"/>
    </inkml:brush>
  </inkml:definitions>
  <inkml:trace contextRef="#ctx0" brushRef="#br0">26 88 24575,'-1'0'0,"1"-1"0,-1 0 0,0 1 0,1-1 0,-1 0 0,0 1 0,0-1 0,1 1 0,-1-1 0,0 1 0,0-1 0,0 1 0,0 0 0,0-1 0,0 1 0,0 0 0,-1 0 0,2 0 0,-1 0 0,1 0 0,-1 0 0,1 0 0,-1 1 0,1-1 0,0 0 0,-1 0 0,1 1 0,0-1 0,-1 0 0,1 0 0,0 1 0,-1-1 0,1 0 0,0 1 0,-1-1 0,1 1 0,0-1 0,0 0 0,0 1 0,-1-1 0,1 1 0,0 0 0,-1 2 0,1-1 0,0 1 0,-1-1 0,1 1 0,0-1 0,0 1 0,0-1 0,1 1 0,-1-1 0,1 1 0,1 3 0,28 55 0,-23-49 0,0 1 0,0 0 0,-2 1 0,1-1 0,-2 1 0,4 14 0,-8-13 0,-5-10 0,4-5 0,0-1 0,0 1 0,0-1 0,0 1 0,0-1 0,0 0 0,1 0 0,-1 1 0,0-1 0,0 0 0,1 0 0,-1 0 0,0 0 0,1 0 0,-1 0 0,1 1 0,0-2 0,-1 1 0,1 0 0,-1-1 0,-1-5 0,0-1 0,0 1 0,1-1 0,0 0 0,0 0 0,1 1 0,0-1 0,0 0 0,1 0 0,0 0 0,0 1 0,1-1 0,0 1 0,0-1 0,1 1 0,0 0 0,0-1 0,1 2 0,6-10 0,-2 4 0,0 0 0,0 1 0,1 0 0,1 1 0,0 0 0,1 1 0,-1 0 0,2 0 0,-1 1 0,14-6 0,-20 11-91,0 0 0,0 1 0,0 0 0,1 0 0,-1 1 0,1-1 0,-1 1 0,1 0 0,-1 1 0,1-1 0,0 1 0,-1 0 0,1 1 0,6 1 0,10 4-6735</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2.439"/>
    </inkml:context>
    <inkml:brush xml:id="br0">
      <inkml:brushProperty name="width" value="0.05" units="cm"/>
      <inkml:brushProperty name="height" value="0.05" units="cm"/>
      <inkml:brushProperty name="color" value="#FFFFFF"/>
    </inkml:brush>
  </inkml:definitions>
  <inkml:trace contextRef="#ctx0" brushRef="#br0">59 472 24575,'-2'0'0,"-1"1"0,1-1 0,0 0 0,0 1 0,-1-1 0,1 1 0,0 0 0,0-1 0,0 1 0,0 0 0,0 1 0,0-1 0,0 0 0,0 0 0,0 1 0,0-1 0,1 1 0,-1 0 0,1-1 0,-1 1 0,1 0 0,0 0 0,-1 0 0,1 0 0,0 0 0,0 0 0,1 0 0,-1 0 0,0 1 0,1-1 0,-1 3 0,-2 9 0,2 0 0,-1 1 0,2-1 0,1 15 0,-1-10 0,2 140 0,2-251 0,4 0 0,4 1 0,4 0 0,34-109 0,-44 180 0,26-80 0,-28 91 0,0 0 0,0 0 0,1 1 0,0-1 0,0 1 0,1 0 0,0 1 0,10-10 0,-15 16 0,0 0 0,1 0 0,-1 0 0,0 0 0,0 0 0,0 0 0,1 0 0,-1 0 0,0 1 0,1-1 0,-1 1 0,1-1 0,-1 1 0,1-1 0,-1 1 0,1 0 0,-1 0 0,1 0 0,-1 0 0,1 0 0,-1 0 0,1 0 0,-1 0 0,3 1 0,-2 0 0,0 1 0,0-1 0,0 0 0,0 1 0,0-1 0,-1 1 0,1 0 0,0 0 0,-1 0 0,1 0 0,-1 0 0,0 0 0,2 4 0,2 6 0,0 1 0,-1 0 0,0 0 0,2 17 0,19 194 0,0 0 0,-7-110-1365,-12-69-5461</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3.021"/>
    </inkml:context>
    <inkml:brush xml:id="br0">
      <inkml:brushProperty name="width" value="0.05" units="cm"/>
      <inkml:brushProperty name="height" value="0.05" units="cm"/>
      <inkml:brushProperty name="color" value="#FFFFFF"/>
    </inkml:brush>
  </inkml:definitions>
  <inkml:trace contextRef="#ctx0" brushRef="#br0">45 338 24575,'-6'-8'0,"0"0"0,0-1 0,-8-16 0,7 11 0,6 13 0,1 0 0,-1-1 0,0 1 0,1 0 0,-1-1 0,1 1 0,-1-1 0,1 1 0,0-1 0,-1 1 0,1-1 0,0 1 0,0-1 0,0 1 0,0-1 0,0 1 0,1-1 0,-1 1 0,0-1 0,1 1 0,-1-1 0,2-1 0,-1 1 0,0 0 0,1 0 0,0 1 0,-1-1 0,1 0 0,0 1 0,0-1 0,0 1 0,0-1 0,0 1 0,0 0 0,4-2 0,7-1 0,0 0 0,1 0 0,26-3 0,-36 7 0,165-17 0,-56 8 0,-108 9 0,-2-1 0,0 1 0,-1 0 0,1-1 0,0 1 0,0 1 0,-1-1 0,5 1 0,-5-1 0,-1 1 0,0-1 0,0 1 0,-1 0 0,1-1 0,0 1 0,0 0 0,0 0 0,0-1 0,0 1 0,-1 0 0,1 0 0,0 0 0,-1 0 0,1 0 0,-1 0 0,1 0 0,-1 0 0,0 0 0,1 0 0,-1 0 0,1 2 0,7 36 0,-2 0 0,3 61 0,-10 82 0,0-109 0,6-126 0,21-102 0,-8 60 0,-4-6 0,-8 51 0,22-87 0,-28 134 0,1 0 0,0 0 0,0 1 0,1-1 0,-1 0 0,0 0 0,1 1 0,0-1 0,3-3 0,-5 5 0,1 1 0,-1 0 0,1-1 0,-1 1 0,1 0 0,-1 0 0,1-1 0,-1 1 0,1 0 0,-1 0 0,1 0 0,-1-1 0,1 1 0,-1 0 0,1 0 0,0 0 0,-1 0 0,1 0 0,-1 0 0,1 0 0,0 1 0,0-1 0,0 1 0,0-1 0,1 1 0,-1-1 0,0 1 0,0 0 0,0 0 0,0 0 0,0-1 0,-1 1 0,1 0 0,0 0 0,1 2 0,4 6 0,-1 0 0,0 1 0,0 0 0,-1 0 0,-1 0 0,1 0 0,-1 1 0,-1-1 0,1 12 0,0-3 0,-2 1 0,0 0 0,-2-1 0,-2 24 0,2-35-105,0 0 0,-1 0 0,0 0 0,-1 0 0,0 0 0,0 0 0,0 0 0,-1-1 0,0 0 0,-1 0 0,1 0 0,-11 11 0,0-4-6721</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3:13.469"/>
    </inkml:context>
    <inkml:brush xml:id="br0">
      <inkml:brushProperty name="width" value="0.05" units="cm"/>
      <inkml:brushProperty name="height" value="0.05" units="cm"/>
      <inkml:brushProperty name="color" value="#FFFFFF"/>
    </inkml:brush>
  </inkml:definitions>
  <inkml:trace contextRef="#ctx0" brushRef="#br0">59 237 24575,'-1'2'0,"-1"1"0,1-1 0,0 1 0,-1-1 0,1 0 0,-1 1 0,0-1 0,1 0 0,-1 0 0,0 0 0,-3 1 0,-2 5 0,3-4 0,1 0 0,0 1 0,0-1 0,1 1 0,-1 0 0,1 0 0,0 0 0,0 1 0,1-1 0,0 0 0,0 0 0,0 1 0,0-1 0,1 1 0,0-1 0,0 8 0,3 10 0,0 0 0,11 37 0,0 1 0,-10-18 0,-2-24 0,-2-45 0,-17-172 0,1 18 0,15 166 0,1 0 0,1 0 0,0 0 0,1 0 0,1 1 0,8-28 0,-10 38 0,1-1 0,-1 0 0,1 0 0,0 1 0,0-1 0,0 1 0,1-1 0,-1 1 0,1 0 0,0 0 0,0 0 0,0 0 0,0 0 0,0 1 0,1 0 0,-1-1 0,1 1 0,0 1 0,-1-1 0,1 0 0,0 1 0,0 0 0,0 0 0,0 0 0,0 0 0,0 1 0,8-1 0,-3 2 0,1 0 0,-1 1 0,1 0 0,-1 0 0,1 1 0,-1 1 0,0-1 0,0 1 0,-1 1 0,13 7 0,-12-5 0,1-1 0,-1 2 0,0-1 0,-1 1 0,0 0 0,0 1 0,-1 0 0,10 15 0,-15-21 0,-1-1 0,1 1 0,-1 0 0,1 0 0,-1 0 0,0 0 0,0 0 0,0 1 0,-1-1 0,1 0 0,-1 0 0,0 1 0,0-1 0,0 0 0,0 0 0,0 1 0,-1-1 0,1 0 0,-1 0 0,0 0 0,0 1 0,-3 4 0,1-4 0,0 0 0,0 1 0,-1-1 0,1-1 0,-1 1 0,0-1 0,-1 1 0,1-1 0,0 0 0,-1-1 0,0 1 0,1-1 0,-8 3 0,-27 9-1365,0-2-5461</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30.492"/>
    </inkml:context>
    <inkml:brush xml:id="br0">
      <inkml:brushProperty name="width" value="0.05" units="cm"/>
      <inkml:brushProperty name="height" value="0.05" units="cm"/>
      <inkml:brushProperty name="color" value="#FFFFFF"/>
    </inkml:brush>
  </inkml:definitions>
  <inkml:trace contextRef="#ctx0" brushRef="#br0">66 90 24575,'-8'2'0,"-1"2"0,1-1 0,0 1 0,0 0 0,-11 7 0,19-11 0,0 0 0,-1 0 0,1 1 0,0-1 0,-1 0 0,1 0 0,0 0 0,-1 1 0,1-1 0,0 0 0,0 0 0,-1 1 0,1-1 0,0 0 0,0 0 0,0 1 0,-1-1 0,1 0 0,0 1 0,0-1 0,0 0 0,0 1 0,-1-1 0,1 0 0,0 1 0,0-1 0,0 0 0,0 1 0,0-1 0,0 1 0,0-1 0,0 0 0,0 1 0,0-1 0,1 0 0,-1 1 0,0-1 0,0 0 0,0 1 0,0-1 0,0 0 0,1 1 0,-1-1 0,0 0 0,0 1 0,0-1 0,1 0 0,-1 0 0,0 1 0,1-1 0,-1 0 0,0 0 0,0 1 0,1-1 0,-1 0 0,0 0 0,1 0 0,-1 0 0,0 0 0,1 0 0,0 1 0,26 5 0,31-3 0,0-2 0,91-11 0,-57 2 0,689-52-801,10-2-77,-780 61 801,118-3-965,-97 7-4351</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09.586"/>
    </inkml:context>
    <inkml:brush xml:id="br0">
      <inkml:brushProperty name="width" value="0.05" units="cm"/>
      <inkml:brushProperty name="height" value="0.05" units="cm"/>
      <inkml:brushProperty name="color" value="#FFFFFF"/>
    </inkml:brush>
  </inkml:definitions>
  <inkml:trace contextRef="#ctx0" brushRef="#br0">184 0 24575,'-2'0'0,"0"0"0,1 1 0,-1-1 0,0 0 0,0 1 0,1-1 0,-1 1 0,1 0 0,-1-1 0,1 1 0,-1 0 0,1 0 0,-1 0 0,1 0 0,0 0 0,-3 2 0,1 1 0,0 0 0,0 0 0,0 1 0,0-1 0,-3 8 0,-2 9 0,-11 41 0,15-46 0,-88 343 0,84-340 0,6-17 0,4-12 0,30-85 0,50-102 0,-79 189 0,50-96 0,-48 95 0,1-1 0,1 2 0,-1-1 0,2 1 0,-1 0 0,1 0 0,0 1 0,13-9 0,-18 14 0,-1 0 0,1 1 0,-1 0 0,1-1 0,0 1 0,0 0 0,-1 1 0,1-1 0,0 0 0,0 1 0,0-1 0,0 1 0,0 0 0,-1 0 0,1 0 0,0 1 0,0-1 0,0 0 0,0 1 0,0 0 0,-1 0 0,1 0 0,0 0 0,-1 0 0,1 1 0,-1-1 0,1 1 0,-1-1 0,1 1 0,-1 0 0,0 0 0,0 0 0,0 0 0,0 0 0,2 4 0,2 4 0,1-1 0,-2 2 0,1-1 0,-1 0 0,-1 1 0,0 0 0,4 18 0,2 11 0,-2-1 0,-2 2 0,-1-1 0,-2 69 0,-7-90 0,3-17 0,0 0 0,1 0 0,-1 0 0,1 1 0,-1-1 0,1 0 0,0 0 0,0 1 0,0 2 0,1-5 0,0 0 0,-1 0 0,1-1 0,0 1 0,-1 0 0,1 0 0,0 0 0,-1-1 0,1 1 0,0 0 0,-1-1 0,1 1 0,-1 0 0,1-1 0,-1 1 0,1-1 0,-1 1 0,1-1 0,-1 1 0,1-1 0,0 0 0,14-14 0,102-131 0,-14 15 0,-85 110 0,2 1 0,0 0 0,43-29 0,-59 45 0,1 1 0,0 0 0,0 0 0,1 1 0,-1-1 0,0 1 0,1 0 0,0 1 0,-1-1 0,1 1 0,0 0 0,8 0 0,-11 2 0,0-1 0,1 1 0,-1-1 0,0 1 0,0 0 0,0 0 0,1 1 0,-1-1 0,-1 1 0,1-1 0,0 1 0,0 0 0,0 0 0,-1 0 0,1 0 0,-1 1 0,0-1 0,0 1 0,0-1 0,0 1 0,0 0 0,2 5 0,1 3 0,0 0 0,-1 0 0,0 0 0,-1 0 0,0 1 0,1 19 0,1 75 0,-3-29 0,8 27-1365,-5-77-5461</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09.929"/>
    </inkml:context>
    <inkml:brush xml:id="br0">
      <inkml:brushProperty name="width" value="0.05" units="cm"/>
      <inkml:brushProperty name="height" value="0.05" units="cm"/>
      <inkml:brushProperty name="color" value="#FFFFFF"/>
    </inkml:brush>
  </inkml:definitions>
  <inkml:trace contextRef="#ctx0" brushRef="#br0">71 170 24575,'-10'15'0,"0"2"0,1-1 0,1 2 0,1-1 0,0 1 0,-5 24 0,10-34 0,0-1 0,1 1 0,0-1 0,0 0 0,1 1 0,0 0 0,0-1 0,1 1 0,-1-1 0,2 0 0,-1 1 0,1-1 0,0 0 0,1 0 0,0 0 0,0 0 0,0 0 0,8 10 0,-8-14 0,0 0 0,0 0 0,1 0 0,-1 0 0,1 0 0,0-1 0,0 1 0,0-1 0,0 0 0,0-1 0,0 1 0,1-1 0,-1 1 0,0-1 0,1 0 0,-1-1 0,1 1 0,-1-1 0,1 0 0,-1 0 0,1-1 0,-1 1 0,1-1 0,8-2 0,-2 0 0,0-1 0,0 0 0,0-1 0,-1 0 0,1 0 0,-1-1 0,0 0 0,14-13 0,-9 5 0,-1-1 0,-1 0 0,0 0 0,-1-1 0,-1-1 0,0 0 0,12-28 0,-13 21 0,0 0 0,-2-1 0,-1 0 0,-1-1 0,5-34 0,-11 55 0,1 0 0,-1 0 0,0-1 0,0 1 0,-1 0 0,0 0 0,0 0 0,0 0 0,0 0 0,-1 0 0,-3-8 0,4 11 0,0 0 0,-1 0 0,1 0 0,-1 1 0,1-1 0,-1 0 0,0 0 0,0 1 0,0-1 0,0 1 0,0 0 0,0-1 0,0 1 0,0 0 0,-1 0 0,1 1 0,0-1 0,-1 0 0,1 1 0,0-1 0,-1 1 0,1 0 0,-1 0 0,1 0 0,0 0 0,-5 1 0,-20 4-1365,1 4-5461</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0.364"/>
    </inkml:context>
    <inkml:brush xml:id="br0">
      <inkml:brushProperty name="width" value="0.05" units="cm"/>
      <inkml:brushProperty name="height" value="0.05" units="cm"/>
      <inkml:brushProperty name="color" value="#FFFFFF"/>
    </inkml:brush>
  </inkml:definitions>
  <inkml:trace contextRef="#ctx0" brushRef="#br0">5 12 24575,'1'0'0,"0"0"0,-1 1 0,1-1 0,0 1 0,0-1 0,0 0 0,-1 1 0,1-1 0,0 1 0,-1 0 0,1-1 0,0 1 0,-1 0 0,1-1 0,-1 1 0,1 0 0,-1 0 0,0-1 0,1 1 0,-1 0 0,0 0 0,1 0 0,-1 0 0,0-1 0,0 1 0,0 0 0,1 2 0,2 27 0,-3-27 0,1 28 0,-1 0 0,-2 0 0,-1 0 0,-13 59 0,15-89 0,1 0 0,0 0 0,-1 1 0,1-1 0,0 0 0,0 0 0,0 1 0,0-1 0,0 0 0,0 0 0,0 1 0,0-1 0,1 2 0,-1-2 0,1-1 0,-1 0 0,0 0 0,0 0 0,1 1 0,-1-1 0,0 0 0,0 0 0,1 0 0,-1 0 0,0 1 0,1-1 0,-1 0 0,0 0 0,1 0 0,-1 0 0,0 0 0,1 0 0,-1 0 0,0 0 0,0 0 0,1 0 0,-1 0 0,0 0 0,1 0 0,-1 0 0,0 0 0,1 0 0,-1 0 0,0-1 0,1 1 0,4-2 0,-1-1 0,0 1 0,0-1 0,0 0 0,5-5 0,31-32 0,44-57 0,9-10 0,-89 103 0,0 0 0,0 0 0,0 1 0,1-1 0,-1 1 0,1 0 0,9-4 0,-12 6 0,-1 1 0,0 0 0,1-1 0,-1 1 0,0 0 0,1 0 0,-1 0 0,0 0 0,1 0 0,-1 0 0,0 0 0,0 0 0,1 0 0,-1 1 0,0-1 0,1 1 0,-1-1 0,0 1 0,0-1 0,0 1 0,1 0 0,-1-1 0,0 1 0,0 0 0,0 0 0,0 0 0,0 0 0,-1 0 0,1 0 0,0 0 0,0 0 0,-1 0 0,1 1 0,0-1 0,-1 0 0,1 0 0,-1 1 0,1 0 0,3 13 0,-1-1 0,0 1 0,0 0 0,-2 0 0,1 24 0,0 7 0,1-12-1365,-1-5-5461</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0.737"/>
    </inkml:context>
    <inkml:brush xml:id="br0">
      <inkml:brushProperty name="width" value="0.05" units="cm"/>
      <inkml:brushProperty name="height" value="0.05" units="cm"/>
      <inkml:brushProperty name="color" value="#FFFFFF"/>
    </inkml:brush>
  </inkml:definitions>
  <inkml:trace contextRef="#ctx0" brushRef="#br0">111 57 24575,'-13'13'0,"0"1"0,1 0 0,1 1 0,0 0 0,1 1 0,1 0 0,-8 18 0,14-28 0,1 0 0,0 0 0,0 0 0,0 0 0,1 0 0,0 0 0,0 1 0,1-1 0,0 0 0,0 0 0,0 1 0,1-1 0,0 0 0,0 0 0,0 0 0,1 0 0,0 0 0,0 0 0,1 0 0,-1-1 0,1 1 0,0-1 0,1 1 0,6 6 0,-3-4 0,0-1 0,1 0 0,0 0 0,0-1 0,1-1 0,0 1 0,0-1 0,0 0 0,1-1 0,-1 0 0,15 3 0,-19-6 0,0 1 0,0-1 0,0 0 0,0-1 0,1 0 0,-1 1 0,0-1 0,0-1 0,1 1 0,-1-1 0,0 0 0,0 0 0,0-1 0,0 1 0,0-1 0,0 0 0,0-1 0,-1 1 0,1-1 0,-1 0 0,0 0 0,1 0 0,-1-1 0,3-3 0,-1-2 0,0 1 0,0-1 0,-1 0 0,0-1 0,-1 1 0,0-1 0,0 0 0,-1 0 0,0-1 0,-1 1 0,2-19 0,-3 11 0,0 0 0,-1-1 0,-1 1 0,-1 0 0,-8-36 0,8 46 0,0 0 0,-1 0 0,0 1 0,-1-1 0,1 1 0,-2 0 0,1 0 0,-1 0 0,-8-9 0,11 14 0,0-1 0,-1 1 0,1 0 0,-1 0 0,0 0 0,0 0 0,1 1 0,-1-1 0,0 1 0,-1-1 0,1 1 0,0 0 0,0 0 0,0 1 0,-1-1 0,1 1 0,0-1 0,-1 1 0,1 0 0,0 1 0,-1-1 0,1 0 0,0 1 0,-1 0 0,-5 2 0,-17 10-1365,3 4-5461</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0.969"/>
    </inkml:context>
    <inkml:brush xml:id="br0">
      <inkml:brushProperty name="width" value="0.05" units="cm"/>
      <inkml:brushProperty name="height" value="0.05" units="cm"/>
      <inkml:brushProperty name="color" value="#FFFFFF"/>
    </inkml:brush>
  </inkml:definitions>
  <inkml:trace contextRef="#ctx0" brushRef="#br0">44 0 24575,'0'9'0,"0"13"0,-3 12 0,-1 12 0,1 11 0,-4 5 0,1 4 0,1 1 0,1-2 0,-2-3 0,0-12-8191</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1.473"/>
    </inkml:context>
    <inkml:brush xml:id="br0">
      <inkml:brushProperty name="width" value="0.05" units="cm"/>
      <inkml:brushProperty name="height" value="0.05" units="cm"/>
      <inkml:brushProperty name="color" value="#FFFFFF"/>
    </inkml:brush>
  </inkml:definitions>
  <inkml:trace contextRef="#ctx0" brushRef="#br0">75 233 24575,'-1'3'0,"1"0"0,0 0 0,0-1 0,0 1 0,1 0 0,-1 0 0,1 0 0,-1-1 0,1 1 0,0 0 0,0 0 0,0-1 0,1 1 0,-1-1 0,0 1 0,1-1 0,0 0 0,0 1 0,-1-1 0,1 0 0,0 0 0,1 0 0,-1-1 0,0 1 0,1 0 0,-1-1 0,1 0 0,-1 1 0,1-1 0,-1 0 0,1 0 0,0 0 0,3 0 0,-1-1 0,0 1 0,0-1 0,0-1 0,0 1 0,0-1 0,0 0 0,0 0 0,0 0 0,-1 0 0,1-1 0,0 0 0,-1 0 0,1-1 0,-1 1 0,0-1 0,0 0 0,0 0 0,0 0 0,0 0 0,-1-1 0,1 1 0,4-8 0,-3 5 0,-1 0 0,0-1 0,0 1 0,-1-1 0,0 0 0,0 0 0,0 0 0,-1-1 0,0 1 0,-1-1 0,1 1 0,-1-1 0,-1 1 0,0-10 0,0 9 0,-1-1 0,-1 1 0,0 0 0,0-1 0,0 1 0,-1 0 0,-1 0 0,1 0 0,-1 1 0,-9-13 0,11 16 0,-1 1 0,1 0 0,-1 0 0,0 0 0,0 1 0,0-1 0,0 1 0,0 0 0,-1-1 0,1 1 0,-1 1 0,1-1 0,-1 0 0,0 1 0,0 0 0,0 0 0,1 0 0,-1 0 0,0 1 0,0 0 0,0-1 0,0 1 0,0 1 0,-7 0 0,3 1 0,1 0 0,-1 1 0,1-1 0,0 1 0,0 1 0,0 0 0,1 0 0,-1 0 0,1 0 0,0 1 0,0 0 0,0 1 0,1-1 0,0 1 0,0 0 0,1 0 0,-1 1 0,1-1 0,0 1 0,1 0 0,0 0 0,0 0 0,1 1 0,-4 12 0,4-12 0,1 1 0,-1 0 0,1-1 0,1 1 0,-1 0 0,2-1 0,-1 1 0,1 0 0,0-1 0,1 1 0,0-1 0,1 1 0,-1-1 0,2 0 0,-1 0 0,1 0 0,0 0 0,1-1 0,-1 0 0,2 0 0,9 11 0,-7-11-124,0-1 0,1 1 0,0-2 0,0 1 0,0-1 0,1 0-1,0-1 1,0 0 0,0-1 0,12 2 0,19 4-6702</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1.660"/>
    </inkml:context>
    <inkml:brush xml:id="br0">
      <inkml:brushProperty name="width" value="0.05" units="cm"/>
      <inkml:brushProperty name="height" value="0.05" units="cm"/>
      <inkml:brushProperty name="color" value="#FFFFFF"/>
    </inkml:brush>
  </inkml:definitions>
  <inkml:trace contextRef="#ctx0" brushRef="#br0">18 1 24575,'0'12'0,"-3"17"0,-1 16 0,0 12 0,0 6 0,2 5 0,4 1 0,1-7 0,4-3 0,0-12-8191</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2.258"/>
    </inkml:context>
    <inkml:brush xml:id="br0">
      <inkml:brushProperty name="width" value="0.05" units="cm"/>
      <inkml:brushProperty name="height" value="0.05" units="cm"/>
      <inkml:brushProperty name="color" value="#FFFFFF"/>
    </inkml:brush>
  </inkml:definitions>
  <inkml:trace contextRef="#ctx0" brushRef="#br0">0 176 24575,'4'-2'0,"0"1"0,0-1 0,0 0 0,0 0 0,-1 0 0,1 0 0,-1-1 0,1 1 0,-1-1 0,0 0 0,4-4 0,0 0 0,29-26 0,50-60 0,-86 92 0,1 1 0,-1-1 0,1 0 0,0 0 0,-1 0 0,1 1 0,0-1 0,0 0 0,0 1 0,-1-1 0,1 1 0,0-1 0,0 1 0,0-1 0,0 1 0,0 0 0,0-1 0,1 1 0,-1 0 0,-1 0 0,1 0 0,-1 1 0,0-1 0,1 0 0,-1 0 0,1 1 0,-1-1 0,1 0 0,-1 1 0,0-1 0,1 0 0,-1 1 0,0-1 0,1 1 0,-1-1 0,0 0 0,0 1 0,1-1 0,-1 1 0,0-1 0,0 1 0,0-1 0,0 1 0,1 0 0,0 6 0,0 1 0,0 0 0,-1 12 0,0-13 0,-2 131 0,2 54 0,0-185 0,1 0 0,0 1 0,0-1 0,1 0 0,0 0 0,4 10 0,-5-15 0,-1-1 0,1 0 0,0 0 0,-1 0 0,1 0 0,0 0 0,0 0 0,-1 0 0,1 0 0,0 0 0,0 0 0,0-1 0,0 1 0,0 0 0,0-1 0,1 1 0,-1-1 0,1 2 0,0-2 0,-1 0 0,1-1 0,-1 1 0,1 0 0,-1 0 0,0 0 0,1-1 0,-1 1 0,0-1 0,1 1 0,-1-1 0,0 0 0,0 1 0,1-1 0,-1 0 0,0 0 0,0 0 0,0 0 0,0 0 0,2-2 0,14-18 0,0-1 0,-1-1 0,-1 0 0,16-34 0,-1-12 0,-21 47 0,1 0 0,17-30 0,-26 51 0,-1 0 0,1 0 0,0 0 0,-1 0 0,1 1 0,0-1 0,-1 0 0,1 0 0,0 1 0,0-1 0,0 0 0,-1 1 0,1-1 0,0 1 0,1-1 0,-1 1 0,-1 0 0,0 0 0,1 0 0,-1 0 0,0 0 0,1 0 0,-1 0 0,0 0 0,1 1 0,-1-1 0,0 0 0,0 0 0,1 0 0,-1 0 0,0 1 0,0-1 0,1 0 0,-1 0 0,0 1 0,0-1 0,0 0 0,1 1 0,-1-1 0,0 0 0,0 0 0,0 1 0,0-1 0,0 0 0,1 1 0,3 34 0,-3-29 0,1 21 0,-1 1 0,1 0 0,2 0 0,0 0 0,16 50 0,-19-77 0,0 1 0,-1 0 0,1 0 0,0 0 0,0-1 0,0 1 0,0-1 0,0 1 0,0-1 0,1 1 0,-1-1 0,0 0 0,1 1 0,-1-1 0,1 0 0,-1 0 0,1 0 0,0 0 0,0 0 0,-1 0 0,1-1 0,0 1 0,0-1 0,0 1 0,-1-1 0,1 0 0,0 1 0,3-1 0,2-1 0,1 0 0,0-1 0,-1 0 0,1 0 0,13-6 0,23-6 0,48 7-1365,-76 4-5461</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2.462"/>
    </inkml:context>
    <inkml:brush xml:id="br0">
      <inkml:brushProperty name="width" value="0.05" units="cm"/>
      <inkml:brushProperty name="height" value="0.05" units="cm"/>
      <inkml:brushProperty name="color" value="#FFFFFF"/>
    </inkml:brush>
  </inkml:definitions>
  <inkml:trace contextRef="#ctx0" brushRef="#br0">18 0 24575,'-3'0'0,"-4"0"0,-1 3 0</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13.020"/>
    </inkml:context>
    <inkml:brush xml:id="br0">
      <inkml:brushProperty name="width" value="0.05" units="cm"/>
      <inkml:brushProperty name="height" value="0.05" units="cm"/>
      <inkml:brushProperty name="color" value="#FFFFFF"/>
    </inkml:brush>
  </inkml:definitions>
  <inkml:trace contextRef="#ctx0" brushRef="#br0">293 29 24575,'0'-1'0,"0"0"0,-1 0 0,1 0 0,-1 1 0,1-1 0,-1 0 0,1 0 0,-1 0 0,1 0 0,-1 1 0,0-1 0,0 0 0,1 1 0,-1-1 0,0 1 0,0-1 0,0 1 0,1-1 0,-1 1 0,0-1 0,-2 1 0,-20-9 0,14 7 0,0 1 0,0 0 0,-1 1 0,1 0 0,0 0 0,0 1 0,0 0 0,0 0 0,0 1 0,0 0 0,1 1 0,-1 0 0,1 1 0,-1-1 0,1 2 0,0-1 0,-14 11 0,15-9 0,-1 0 0,1 0 0,0 0 0,1 1 0,0 0 0,0 1 0,-9 14 0,12-16 0,0-1 0,1 1 0,-1-1 0,1 1 0,1 0 0,-1 0 0,1 0 0,0 0 0,0 0 0,1 0 0,0 0 0,0 10 0,1-12 0,0 0 0,0 0 0,0 1 0,0-1 0,1 0 0,-1 0 0,1 0 0,0 0 0,0 0 0,1-1 0,-1 1 0,1-1 0,5 7 0,-2-5 0,0-1 0,-1 1 0,1-1 0,1 0 0,-1-1 0,1 1 0,11 3 0,3-1 0,0 0 0,1-2 0,0 0 0,33 1 0,-7-5-455,-1-1 0,88-14 0,-66 2-6371</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7.686"/>
    </inkml:context>
    <inkml:brush xml:id="br0">
      <inkml:brushProperty name="width" value="0.05" units="cm"/>
      <inkml:brushProperty name="height" value="0.05" units="cm"/>
      <inkml:brushProperty name="color" value="#FFFFFF"/>
    </inkml:brush>
  </inkml:definitions>
  <inkml:trace contextRef="#ctx0" brushRef="#br0">1 559 24575,'1'-3'0,"-1"0"0,2 0 0,-1-1 0,0 1 0,1 0 0,-1 0 0,1 0 0,0 0 0,0 1 0,0-1 0,0 0 0,1 1 0,-1-1 0,1 1 0,-1 0 0,1 0 0,0 0 0,0 0 0,5-2 0,-7 4 0,-1 0 0,1 0 0,-1 0 0,1 0 0,-1 0 0,0 1 0,1-1 0,-1 0 0,1 0 0,-1 0 0,1 1 0,-1-1 0,0 0 0,1 1 0,-1-1 0,0 0 0,1 1 0,-1-1 0,0 0 0,1 1 0,-1-1 0,0 0 0,0 1 0,0-1 0,1 1 0,-1-1 0,0 1 0,0-1 0,0 1 0,0-1 0,0 1 0,0-1 0,0 0 0,0 1 0,0-1 0,0 1 0,0-1 0,0 1 0,1 25 0,-1-23 0,1 13 0,-1 11 0,5 40 0,-4-60 0,1 0 0,-1 0 0,1 0 0,0 0 0,1 0 0,-1-1 0,1 1 0,1-1 0,-1 0 0,1 0 0,5 5 0,-8-9 0,0-1 0,1 0 0,-1 1 0,0-1 0,1 0 0,-1 0 0,1 0 0,0 0 0,-1 0 0,1-1 0,0 1 0,-1 0 0,1-1 0,0 1 0,0-1 0,-1 0 0,1 1 0,0-1 0,0 0 0,0 0 0,0 0 0,-1-1 0,1 1 0,0 0 0,0-1 0,0 1 0,-1-1 0,1 1 0,0-1 0,-1 0 0,1 0 0,0 0 0,-1 0 0,1 0 0,-1 0 0,2-2 0,6-4 0,0-2 0,0 1 0,-1-1 0,9-14 0,-11 14 0,168-243 0,-44 57 0,-91 143 0,70-75 0,-104 121-151,1 1-1,0-1 0,0 1 0,0 0 1,0 1-1,1 0 0,0 0 1,9-4-1,5 3-6674</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8.560"/>
    </inkml:context>
    <inkml:brush xml:id="br0">
      <inkml:brushProperty name="width" value="0.05" units="cm"/>
      <inkml:brushProperty name="height" value="0.05" units="cm"/>
      <inkml:brushProperty name="color" value="#FFFFFF"/>
    </inkml:brush>
  </inkml:definitions>
  <inkml:trace contextRef="#ctx0" brushRef="#br0">302 281 24575,'1'-13'0,"-1"-24"0,0 36 0,0 0 0,0-1 0,0 1 0,0 0 0,-1 0 0,1 0 0,0-1 0,0 1 0,-1 0 0,1 0 0,-1 0 0,1 0 0,-1 0 0,1 0 0,-1 0 0,0 0 0,0 0 0,1 0 0,-1 0 0,0 0 0,-2-1 0,3 2 0,-1 0 0,0 0 0,0 1 0,0-1 0,0 0 0,1 0 0,-1 0 0,0 1 0,0-1 0,1 1 0,-1-1 0,0 0 0,0 1 0,1-1 0,-1 1 0,0 0 0,1-1 0,-1 1 0,1-1 0,-1 1 0,1 0 0,-1 0 0,1-1 0,-1 2 0,-14 24 0,13-21 0,-124 275 0,74-156 0,-26 50 0,250-630 0,-130 336 0,-36 103 0,6-19 0,1 2 0,1 0 0,2 0 0,27-40 0,-43 73 0,1-1 0,0 1 0,0 0 0,0-1 0,0 1 0,0 0 0,0-1 0,1 1 0,-1 0 0,0 0 0,0 0 0,1 0 0,-1 0 0,1 1 0,-1-1 0,1 0 0,-1 0 0,1 1 0,-1-1 0,1 1 0,0 0 0,-1-1 0,1 1 0,0 0 0,-1 0 0,1 0 0,2 1 0,-2 0 0,0 0 0,0 0 0,0 1 0,0-1 0,0 1 0,0-1 0,-1 1 0,1 0 0,0 0 0,-1 0 0,1 0 0,-1 0 0,0 0 0,0 0 0,0 0 0,0 1 0,0-1 0,0 3 0,8 25 0,-2 0 0,-2 0 0,0 1 0,0 37 0,-3-38 0,8 390-1365,-10-371-5461</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9.276"/>
    </inkml:context>
    <inkml:brush xml:id="br0">
      <inkml:brushProperty name="width" value="0.05" units="cm"/>
      <inkml:brushProperty name="height" value="0.05" units="cm"/>
      <inkml:brushProperty name="color" value="#FFFFFF"/>
    </inkml:brush>
  </inkml:definitions>
  <inkml:trace contextRef="#ctx0" brushRef="#br0">47 430 24575,'-45'-44'0,"45"44"0,0 0 0,0-1 0,0 1 0,0 0 0,-1 0 0,1 0 0,0 0 0,0 0 0,0 0 0,0 0 0,0 0 0,0 0 0,0 0 0,0 0 0,0 0 0,0 0 0,0-1 0,0 1 0,0 0 0,0 0 0,0 0 0,0 0 0,0 0 0,0 0 0,0 0 0,0 0 0,0 0 0,0-1 0,0 1 0,0 0 0,0 0 0,0 0 0,0 0 0,0 0 0,0 0 0,0 0 0,0 0 0,0 0 0,0 0 0,0-1 0,0 1 0,0 0 0,0 0 0,0 0 0,0 0 0,0 0 0,0 0 0,0 0 0,0 0 0,1 0 0,-1 0 0,0 0 0,0 0 0,0 0 0,0 0 0,9-1 0,17 4 0,-20-2 0,21 2 0,-1-1 0,1-1 0,-1-1 0,1-2 0,0 0 0,41-10 0,-58 9 0,1 0 0,0-1 0,-1 0 0,1-1 0,-1 0 0,0 0 0,-1-1 0,1 0 0,-1-1 0,-1 0 0,1 0 0,-1-1 0,0 0 0,-1-1 0,0 0 0,0 0 0,-1 0 0,6-12 0,5-10 0,-17 31 0,0 0 0,0 0 0,0 0 0,0 0 0,0-1 0,1 1 0,-1 0 0,0 0 0,0 0 0,0 0 0,0 0 0,0 0 0,0 0 0,0 0 0,0 0 0,0 0 0,0 0 0,1 0 0,-1 0 0,0 0 0,0 0 0,0 0 0,0 0 0,0 0 0,0 0 0,0 0 0,0 0 0,0 0 0,1 0 0,-1 0 0,0 0 0,0 0 0,0 0 0,0 0 0,0 0 0,0 0 0,0 0 0,0 0 0,0 0 0,0 0 0,1 1 0,-1-1 0,0 0 0,0 0 0,0 0 0,0 0 0,0 0 0,0 0 0,0 0 0,0 0 0,0 0 0,0 0 0,0 0 0,0 1 0,0-1 0,0 0 0,0 0 0,3 10 0,-2 14 0,-11 276 0,-1-52 0,62-785 0,-50 528 0,19-98 0,-16 92 0,0 0 0,1 1 0,0 0 0,15-27 0,-18 38 0,-1 1 0,1-1 0,0 0 0,0 1 0,0-1 0,1 1 0,-1-1 0,0 1 0,1 0 0,0 0 0,-1 1 0,1-1 0,0 0 0,0 1 0,0-1 0,0 1 0,6-1 0,-5 1 0,0 1 0,1 0 0,-1 0 0,0 0 0,0 1 0,0-1 0,0 1 0,0 0 0,0 0 0,0 0 0,0 1 0,5 2 0,6 5 0,0 1 0,-1 0 0,1 1 0,-2 0 0,16 17 0,-19-18 0,0 1 0,-1 0 0,0 0 0,-1 1 0,0 0 0,9 19 0,-15-26 0,0 1 0,0-1 0,0 0 0,-1 0 0,0 1 0,0-1 0,0 1 0,-1-1 0,0 1 0,0-1 0,0 1 0,0-1 0,-1 1 0,0-1 0,0 0 0,-1 1 0,0-1 0,0 0 0,-4 9 0,2-8 0,0-1 0,-1 1 0,0-1 0,-6 6 0,8-8 0,-1 0 0,1 0 0,0 0 0,0 0 0,0 0 0,0 1 0,1-1 0,0 1 0,-1 0 0,1 0 0,0 0 0,1 0 0,-3 7 0,4-9 0,1 1 0,-1-1 0,1 1 0,-1-1 0,1 0 0,0 1 0,0-1 0,0 0 0,0 0 0,1 0 0,-1 0 0,0 0 0,3 3 0,27 28 0,-17-18 0,-7-8 0,0 1 0,-1 0 0,0 1 0,0 0 0,-1 0 0,0 0 0,5 17 0,-9-23 0,0 0 0,0 0 0,0 0 0,-1 0 0,1 1 0,-1-1 0,0 0 0,0 0 0,-1 1 0,1-1 0,0 0 0,-1 0 0,0 1 0,0-1 0,0 0 0,0 0 0,0 0 0,-1 0 0,0 0 0,1-1 0,-1 1 0,0 0 0,0-1 0,0 1 0,-1-1 0,1 0 0,0 0 0,-5 3 0,-3 2 0,0-1 0,-1-1 0,0 0 0,1 0 0,-2-1 0,-19 5 0,8-4 0,1-1 0,-37 1 0,51-4-227,0-1-1,0-1 1,0 0-1,0 0 1,-13-3-1,1-4-6598</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29.681"/>
    </inkml:context>
    <inkml:brush xml:id="br0">
      <inkml:brushProperty name="width" value="0.05" units="cm"/>
      <inkml:brushProperty name="height" value="0.05" units="cm"/>
      <inkml:brushProperty name="color" value="#FFFFFF"/>
    </inkml:brush>
  </inkml:definitions>
  <inkml:trace contextRef="#ctx0" brushRef="#br0">0 202 24575,'2'-1'0,"-1"-1"0,0 1 0,0 0 0,1 0 0,-1 0 0,0 0 0,1 0 0,-1 0 0,1 0 0,-1 1 0,1-1 0,0 0 0,1 0 0,-2 2 0,-1-1 0,1 0 0,0 0 0,-1 0 0,1 1 0,0-1 0,-1 0 0,1 1 0,0-1 0,-1 1 0,1-1 0,-1 1 0,1-1 0,-1 1 0,1-1 0,-1 1 0,1-1 0,-1 1 0,1 0 0,-1-1 0,0 1 0,0 0 0,1-1 0,-1 1 0,0 0 0,0-1 0,1 1 0,-1 0 0,0 0 0,0-1 0,0 1 0,0 0 0,0 1 0,4 43 0,-2 86 0,-2-20 0,0-103 0,10 146 0,-6-118 0,2-1 0,11 43 0,-12-67 0,-2-11 0,1-20 0,-2-299 0,4-62 0,-5 369 0,1-1 0,0 1 0,1 0 0,7-22 0,-10 34 0,0-1 0,0 0 0,0 1 0,0-1 0,1 0 0,-1 1 0,0-1 0,1 0 0,-1 1 0,0-1 0,1 0 0,-1 1 0,1-1 0,-1 1 0,1-1 0,-1 1 0,1-1 0,-1 1 0,1 0 0,0-1 0,-1 1 0,1 0 0,0-1 0,-1 1 0,1 0 0,0 0 0,-1-1 0,1 1 0,1 0 0,-1 0 0,0 1 0,0 0 0,0-1 0,0 1 0,0 0 0,-1-1 0,1 1 0,0 0 0,0 0 0,0 0 0,-1-1 0,1 1 0,0 0 0,-1 0 0,2 2 0,2 7 0,1 0 0,4 19 0,62 294 342,-23 3-2049,-42-280-5119</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30.207"/>
    </inkml:context>
    <inkml:brush xml:id="br0">
      <inkml:brushProperty name="width" value="0.05" units="cm"/>
      <inkml:brushProperty name="height" value="0.05" units="cm"/>
      <inkml:brushProperty name="color" value="#FFFFFF"/>
    </inkml:brush>
  </inkml:definitions>
  <inkml:trace contextRef="#ctx0" brushRef="#br0">1 490 24575,'0'-5'0,"0"0"0,0-1 0,1 1 0,0 0 0,0 0 0,0-1 0,1 1 0,-1 0 0,1 0 0,0 1 0,1-1 0,-1 0 0,1 1 0,0-1 0,0 1 0,1 0 0,-1 0 0,1 0 0,0 1 0,0-1 0,0 1 0,0 0 0,1 0 0,6-4 0,9-2 0,1 1 0,0 1 0,0 1 0,38-7 0,-32 8 0,38-13 0,-58 15 0,0 0 0,0-1 0,0-1 0,0 1 0,7-7 0,11-8 0,-24 19 0,-1 0 0,0 0 0,1 0 0,-1 0 0,0 0 0,1 0 0,-1 0 0,0 0 0,1 0 0,-1 0 0,0 0 0,1 0 0,-1 0 0,0 0 0,1 0 0,-1 0 0,0 1 0,1-1 0,-1 0 0,0 0 0,0 0 0,1 0 0,-1 1 0,0-1 0,0 0 0,1 0 0,-1 1 0,0-1 0,0 0 0,1 0 0,-1 1 0,0-1 0,0 0 0,0 0 0,0 1 0,0-1 0,1 0 0,-1 1 0,0-1 0,0 0 0,0 1 0,0-1 0,0 0 0,0 1 0,0-1 0,0 0 0,0 1 0,0-1 0,-1 1 0,3 22 0,-2-20 0,0 98 0,4 128 0,0-159 0,16 85 0,-18-152 0,-2-14 0,-1-18 0,-9-70 0,-15-194 0,23 242 0,3 1 0,2-1 0,17-86 0,-17 125 0,0 0 0,0 0 0,2 1 0,-1-1 0,1 1 0,9-13 0,-13 21 0,1 0 0,0 0 0,0 1 0,0-1 0,0 1 0,1 0 0,-1-1 0,1 1 0,-1 0 0,1 0 0,0 1 0,-1-1 0,1 0 0,0 1 0,0 0 0,0 0 0,0 0 0,1 0 0,-1 0 0,0 1 0,0-1 0,1 1 0,-1 0 0,0 0 0,0 0 0,1 0 0,-1 1 0,4 0 0,0 1 0,0 1 0,-1-1 0,1 1 0,-1 1 0,1-1 0,-1 1 0,0 0 0,0 1 0,-1-1 0,1 1 0,-1 0 0,0 1 0,0-1 0,-1 1 0,0 0 0,0 0 0,0 0 0,0 1 0,4 12 0,-5-12 0,-1 1 0,1 0 0,-1 1 0,0-1 0,-1 0 0,0 0 0,-1 1 0,1-1 0,-2 1 0,1-1 0,-1 0 0,0 1 0,-1-1 0,0 0 0,0 0 0,-7 15 0,3-11 49,-1-1 0,-1-1 0,1 1-1,-2-1 1,1-1 0,-20 17 0,-63 42-1756,42-36-5119</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1.045"/>
    </inkml:context>
    <inkml:brush xml:id="br0">
      <inkml:brushProperty name="width" value="0.05" units="cm"/>
      <inkml:brushProperty name="height" value="0.05" units="cm"/>
      <inkml:brushProperty name="color" value="#FFFFFF"/>
    </inkml:brush>
  </inkml:definitions>
  <inkml:trace contextRef="#ctx0" brushRef="#br0">9 51 24575,'-1'0'0,"0"-1"0,1 0 0,-1 0 0,0 1 0,1-1 0,-1 0 0,1 0 0,-1 0 0,1 0 0,-1 0 0,1 1 0,0-1 0,0 0 0,-1 0 0,1 0 0,0 0 0,0 0 0,0 0 0,0 0 0,0 0 0,0 0 0,0 0 0,0 0 0,0 0 0,1 0 0,-1 0 0,0 0 0,1 0 0,-1 0 0,1 0 0,-1 0 0,1 0 0,-1 1 0,1-1 0,-1 0 0,1 0 0,0 1 0,-1-1 0,1 0 0,0 1 0,0-1 0,0 1 0,0-1 0,0 0 0,2 0 0,-1-1 0,0 1 0,1-1 0,-1 1 0,1 0 0,0 0 0,-1 0 0,1 1 0,0-1 0,-1 1 0,1-1 0,0 1 0,0 0 0,-1 0 0,5 0 0,-5 1 0,0 0 0,0 0 0,0 0 0,0 1 0,0-1 0,0 0 0,0 1 0,0 0 0,0-1 0,-1 1 0,1 0 0,-1 0 0,1 0 0,-1 0 0,0 0 0,0 0 0,0 0 0,0 0 0,1 4 0,2 6 0,0 0 0,2 18 0,-6-27 0,6 42-227,-3 0-1,-2 0 1,-1 0-1,-3 1 1,-16 82-1,9-70-6598</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1.481"/>
    </inkml:context>
    <inkml:brush xml:id="br0">
      <inkml:brushProperty name="width" value="0.05" units="cm"/>
      <inkml:brushProperty name="height" value="0.05" units="cm"/>
      <inkml:brushProperty name="color" value="#FFFFFF"/>
    </inkml:brush>
  </inkml:definitions>
  <inkml:trace contextRef="#ctx0" brushRef="#br0">26 333 24575,'-6'-16'0,"1"-1"0,1 0 0,0 0 0,1 0 0,1 0 0,1-1 0,0-22 0,2 33 0,0 0 0,0 0 0,0 0 0,1 0 0,0 1 0,0-1 0,1 1 0,0-1 0,0 1 0,1 0 0,-1 0 0,1 0 0,0 0 0,1 1 0,0 0 0,-1 0 0,2 0 0,-1 0 0,0 1 0,12-7 0,-4 4 0,1 1 0,0 0 0,0 1 0,1 0 0,-1 1 0,1 1 0,0 0 0,0 1 0,0 1 0,29 1 0,-22 1 0,-1 1 0,1 1 0,-1 1 0,0 1 0,0 1 0,0 0 0,19 11 0,-30-13 0,-1 1 0,0 0 0,-1 0 0,1 1 0,-1 0 0,0 1 0,0 0 0,-1 0 0,0 0 0,-1 1 0,1 0 0,4 9 0,-8-11 0,0-1 0,-1 0 0,0 0 0,0 1 0,0-1 0,-1 1 0,0 0 0,0-1 0,0 1 0,-1 0 0,0 0 0,0 0 0,0-1 0,-1 1 0,0 0 0,0 0 0,0-1 0,-1 1 0,1-1 0,-2 1 0,1-1 0,-5 8 0,-2 2 0,-2 1 0,0-2 0,-1 0 0,-1 0 0,0-1 0,0 0 0,-1-1 0,-28 17 0,-9 3 0,-74 32 0,54-33 0,41-19 0,0 1 0,-31 20 0,60-33 0,-1 1 0,1 0 0,0 0 0,-1 0 0,1 0 0,0 0 0,0 0 0,-1 0 0,1 1 0,0-1 0,0 0 0,0 1 0,1-1 0,-1 0 0,-1 3 0,2-3 0,0 0 0,0 0 0,0-1 0,0 1 0,0 0 0,0-1 0,1 1 0,-1 0 0,0-1 0,0 1 0,0 0 0,1-1 0,-1 1 0,1 0 0,-1-1 0,0 1 0,1-1 0,-1 1 0,1-1 0,-1 1 0,1-1 0,-1 1 0,1-1 0,0 1 0,6 3 0,0-1 0,0 0 0,0 0 0,0 0 0,9 1 0,-5-1 0,32 9 0,-1 3 0,75 36 0,-101-42 0,0 0 0,-1 2 0,0 0 0,-1 0 0,0 1 0,0 1 0,-2 1 0,0-1 0,19 29 0,-16-16-1365,-4-4-5461</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1.897"/>
    </inkml:context>
    <inkml:brush xml:id="br0">
      <inkml:brushProperty name="width" value="0.05" units="cm"/>
      <inkml:brushProperty name="height" value="0.05" units="cm"/>
      <inkml:brushProperty name="color" value="#FFFFFF"/>
    </inkml:brush>
  </inkml:definitions>
  <inkml:trace contextRef="#ctx0" brushRef="#br0">66 250 24575,'1'-19'0,"0"14"0,0 1 0,-1-1 0,0 1 0,0-1 0,0 0 0,-1 1 0,0-1 0,1 1 0,-4-8 0,4 12 0,0 0 0,0 0 0,0 0 0,-1 0 0,1 0 0,0 0 0,0 0 0,0 0 0,0 0 0,-1 0 0,1 0 0,0 0 0,0 0 0,0 0 0,0 0 0,-1 0 0,1 0 0,0 0 0,0 0 0,0 1 0,0-1 0,0 0 0,-1 0 0,1 0 0,0 0 0,0 0 0,0 0 0,0 1 0,0-1 0,0 0 0,0 0 0,0 0 0,0 0 0,0 0 0,0 1 0,-1-1 0,1 0 0,0 0 0,0 0 0,0 0 0,0 1 0,0-1 0,0 0 0,0 0 0,0 0 0,1 1 0,-5 11 0,-12 87 0,-7 147 0,18-165 0,4-69 0,0 0 0,-1 0 0,-4 16 0,73-243 0,59-160 0,-121 364 0,-3 4 0,0 1 0,1-1 0,0 1 0,0 0 0,0-1 0,1 2 0,0-1 0,0 0 0,1 1 0,0 0 0,9-9 0,-13 14 0,0-1 0,0 1 0,0-1 0,0 1 0,0 0 0,0-1 0,1 1 0,-1 0 0,0 0 0,0 0 0,0 0 0,0 0 0,0 0 0,0 0 0,0 0 0,1 1 0,-1-1 0,0 0 0,0 1 0,0-1 0,0 1 0,0-1 0,0 1 0,0-1 0,0 1 0,-1 0 0,1-1 0,0 1 0,0 0 0,0 0 0,-1 0 0,1-1 0,0 1 0,-1 0 0,1 0 0,-1 0 0,2 2 0,2 5 0,0 0 0,-1 0 0,4 13 0,-7-21 0,18 69 0,-4 1 0,8 89 0,-8-46 0,5 52-1365,-16-123-5461</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2.443"/>
    </inkml:context>
    <inkml:brush xml:id="br0">
      <inkml:brushProperty name="width" value="0.05" units="cm"/>
      <inkml:brushProperty name="height" value="0.05" units="cm"/>
      <inkml:brushProperty name="color" value="#FFFFFF"/>
    </inkml:brush>
  </inkml:definitions>
  <inkml:trace contextRef="#ctx0" brushRef="#br0">0 382 24575,'0'-1'0,"0"-1"0,0 1 0,1-1 0,-1 1 0,0-1 0,1 1 0,-1-1 0,1 1 0,0 0 0,-1-1 0,1 1 0,0 0 0,0-1 0,-1 1 0,1 0 0,0 0 0,0 0 0,1 0 0,-1 0 0,0 0 0,0 0 0,0 0 0,1 0 0,-1 1 0,0-1 0,1 1 0,-1-1 0,1 1 0,-1-1 0,0 1 0,1-1 0,-1 1 0,1 0 0,1 0 0,8-1 0,-1 1 0,1 0 0,19 3 0,-19-2 0,5 1 0,50 4 0,77-2 0,-140-3 0,0-2 0,0 1 0,-1 0 0,1 0 0,0-1 0,0 0 0,0 1 0,-1-1 0,1 0 0,-1 0 0,1-1 0,-1 1 0,1 0 0,-1-1 0,1 0 0,-1 1 0,0-1 0,0 0 0,0 0 0,0 0 0,0-1 0,-1 1 0,1 0 0,1-4 0,0 0 0,-1-1 0,0 0 0,-1 1 0,1-1 0,-1 0 0,-1 0 0,1 0 0,-2-12 0,0-5 0,0 15 0,1 18 0,-2 127 0,7 1 0,39 241 0,-88-727 0,43 312 0,-3-174 0,5 187 0,2-1 0,0 1 0,2 0 0,0 0 0,2 0 0,13-33 0,-18 52 0,1 0 0,-1 0 0,1 0 0,0 1 0,0-1 0,0 1 0,1-1 0,-1 1 0,1 0 0,0 0 0,0 1 0,1-1 0,-1 1 0,1 0 0,0 0 0,-1 0 0,1 1 0,0 0 0,1 0 0,-1 0 0,0 1 0,1-1 0,-1 1 0,0 0 0,1 1 0,0-1 0,-1 1 0,1 0 0,-1 1 0,1-1 0,-1 1 0,1 0 0,-1 1 0,0-1 0,0 1 0,6 2 0,3 3 0,0 0 0,0 0 0,-1 1 0,0 1 0,0 0 0,-1 1 0,17 18 0,-20-20 0,-1 1 0,-1 1 0,0 0 0,0 0 0,-1 0 0,0 1 0,0 0 0,-2 0 0,1 0 0,3 16 0,-7-22 12,0 0 1,0 1-1,-1-1 0,1 1 0,-1-1 0,-1 1 1,1-1-1,-1 0 0,0 1 0,0-1 0,0 0 1,-1 0-1,-4 9 0,3-7 5,-1-1 0,0 1 0,-1-1 0,1-1 0,-1 1 0,0-1 0,-1 0 0,1 0 1,-7 5-1,-5 0-261,-1 1 0,0-2 0,0 0 0,-1-2 1,0 0-1,-27 6 0,-9 0-6582</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2.913"/>
    </inkml:context>
    <inkml:brush xml:id="br0">
      <inkml:brushProperty name="width" value="0.05" units="cm"/>
      <inkml:brushProperty name="height" value="0.05" units="cm"/>
      <inkml:brushProperty name="color" value="#FFFFFF"/>
    </inkml:brush>
  </inkml:definitions>
  <inkml:trace contextRef="#ctx0" brushRef="#br0">2522 0 24575,'-54'2'0,"-75"13"0,89-10 0,-200 32-1171,-336 95-1,423-85 587,3 6-1,2 7 0,-174 99 1,244-115 547,2 4 0,3 3 1,-112 101-1,154-122 12,1 2 0,1 0-1,2 2 1,1 1 0,2 1 0,1 1-1,2 1 1,2 1 0,-23 65 0,35-82 15,2 1 1,0-1 0,1 1-1,2 0 1,0 0 0,1 0-1,2 0 1,3 32-1,0-36 13,0 0 0,1 0 0,1-1-1,0 1 1,1-1 0,2-1-1,-1 1 1,2-1 0,0-1-1,17 20 1,-4-10-8,2-1 1,1-1-1,0-1 0,2-1 0,0-2 1,2-1-1,0-1 0,1-2 0,53 21 1,-15-12-22,1-4 0,1-2 1,118 15-1,-66-22 3,0-5-1,0-5 0,1-6 0,-1-5 1,-1-5-1,0-6 0,-1-5 1,-1-5-1,197-79 0,-226 70 12,0-5 0,-3-3 0,-2-4 0,138-109 0,-170 113-8,-2-2 1,79-94 0,-97 100 7,-2-2 1,-2-2 0,-3 0 0,23-54 0,-37 71 4,-1-1 1,-2 0-1,-1 0 1,-2-1-1,5-44 1,-10 56-7,-1 0 1,-1 0-1,-1 0 1,-1 0-1,-1 1 1,0-1 0,-2 1-1,0-1 1,-15-34-1,12 36 11,-2 1-1,0 0 1,-1 0-1,-1 1 1,0 0 0,-27-25-1,18 22 2,-1 1 0,-1 1-1,0 1 1,-33-17 0,4 8-32,-2 3 0,0 2 0,-1 2 0,-69-13 0,-21 6-150,-195-10-1,110 24-1481</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3.631"/>
    </inkml:context>
    <inkml:brush xml:id="br0">
      <inkml:brushProperty name="width" value="0.05" units="cm"/>
      <inkml:brushProperty name="height" value="0.05" units="cm"/>
      <inkml:brushProperty name="color" value="#FFFFFF"/>
    </inkml:brush>
  </inkml:definitions>
  <inkml:trace contextRef="#ctx0" brushRef="#br0">610 6 24575,'15'-3'0,"-14"3"0,-1 0 0,1-1 0,0 1 0,-1 0 0,1 0 0,0-1 0,-1 1 0,1 0 0,0 0 0,0 0 0,-1 0 0,1 0 0,0 0 0,-1 0 0,1 0 0,0 0 0,0 0 0,-1 1 0,1-1 0,0 0 0,-1 0 0,1 1 0,0-1 0,-1 0 0,1 1 0,-1-1 0,1 1 0,0-1 0,-1 1 0,1-1 0,-1 1 0,1-1 0,-1 1 0,0-1 0,1 1 0,-1 0 0,0-1 0,1 1 0,-1 0 0,0-1 0,1 1 0,-1 0 0,0 1 0,5 10 0,-1 1 0,-1 0 0,0 0 0,-1 0 0,1 23 0,1-1 0,0-10 0,22 217 0,-25-206 0,-1 1 0,-1-1 0,-2 1 0,-13 57 0,12-78 0,-1 0 0,-1 0 0,0-1 0,-1 1 0,-1-1 0,0 0 0,-1-1 0,-1 0 0,0-1 0,-1 0 0,-17 17 0,10-15 0,0-1 0,-1 0 0,0-1 0,-1-1 0,-1-1 0,0-1 0,-39 13 0,23-11-195,-2-1 0,1-3 0,-2 0 0,1-3 0,0-1 0,-59-2 0,52-6-6631</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3.943"/>
    </inkml:context>
    <inkml:brush xml:id="br0">
      <inkml:brushProperty name="width" value="0.05" units="cm"/>
      <inkml:brushProperty name="height" value="0.05" units="cm"/>
      <inkml:brushProperty name="color" value="#FFFFFF"/>
    </inkml:brush>
  </inkml:definitions>
  <inkml:trace contextRef="#ctx0" brushRef="#br0">180 1 24575,'-5'12'0,"0"0"0,-1 0 0,0 0 0,-9 11 0,-38 52 0,35-53 0,2 1 0,0 0 0,-16 36 0,30-57 0,1 0 0,0 0 0,1 1 0,-1-1 0,0 0 0,1 1 0,-1-1 0,1 0 0,0 1 0,0-1 0,-1 1 0,2-1 0,-1 1 0,0-1 0,0 0 0,1 1 0,0-1 0,-1 1 0,1-1 0,0 0 0,0 0 0,0 1 0,3 2 0,-1-1 0,1 0 0,0 0 0,0-1 0,0 1 0,1-1 0,-1 0 0,1-1 0,0 1 0,0-1 0,5 2 0,34 11-1365,1-4-5461</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4.641"/>
    </inkml:context>
    <inkml:brush xml:id="br0">
      <inkml:brushProperty name="width" value="0.05" units="cm"/>
      <inkml:brushProperty name="height" value="0.05" units="cm"/>
      <inkml:brushProperty name="color" value="#FFFFFF"/>
    </inkml:brush>
  </inkml:definitions>
  <inkml:trace contextRef="#ctx0" brushRef="#br0">1579 328 24575,'-1'0'0,"1"0"0,-1-1 0,0 1 0,0 0 0,1-1 0,-1 1 0,0-1 0,1 1 0,-1-1 0,1 1 0,-1-1 0,0 1 0,1-1 0,-1 1 0,1-1 0,0 0 0,-1 1 0,1-1 0,-1 0 0,1 1 0,0-1 0,0 0 0,-1 0 0,1 1 0,0-2 0,-6-26 0,3 18 0,0-1 0,0 1 0,-2-1 0,1 1 0,-1 0 0,-1 0 0,0 1 0,0-1 0,-1 1 0,-9-10 0,4 8 0,0 0 0,0 1 0,-1 0 0,0 1 0,-26-14 0,5 8 0,0 1 0,0 2 0,-1 2 0,-73-13 0,43 15 0,0 2 0,0 3 0,-1 2 0,0 4 0,-98 17 0,84-5 0,0 4 0,1 4 0,1 3 0,-76 36 0,117-43-455,0 1 0,-60 45 0,81-54-6371</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9:04.938"/>
    </inkml:context>
    <inkml:brush xml:id="br0">
      <inkml:brushProperty name="width" value="0.05" units="cm"/>
      <inkml:brushProperty name="height" value="0.05" units="cm"/>
      <inkml:brushProperty name="color" value="#FFFFFF"/>
    </inkml:brush>
  </inkml:definitions>
  <inkml:trace contextRef="#ctx0" brushRef="#br0">255 0 24575,'-8'1'0,"0"0"0,0 0 0,0 1 0,0 0 0,0 1 0,0 0 0,1 0 0,-1 0 0,1 1 0,0 0 0,0 0 0,-8 7 0,-5 6 0,0 0 0,-26 29 0,38-37 0,0 0 0,1 0 0,0 0 0,1 1 0,0 0 0,-8 16 0,13-23 0,0-1 0,0 1 0,1 0 0,-1-1 0,0 1 0,1 0 0,0 0 0,0 0 0,0-1 0,0 1 0,0 0 0,0 0 0,1-1 0,-1 1 0,1 0 0,0 0 0,0-1 0,0 1 0,0-1 0,0 1 0,1-1 0,-1 1 0,1-1 0,-1 0 0,1 0 0,0 0 0,0 0 0,0 0 0,0 0 0,0 0 0,1-1 0,3 3 0,7 4 0,0-2 0,0 1 0,0-2 0,25 8 0,60 8 0,-36-8 0,97 30-1365,-114-29-5461</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50:43.138"/>
    </inkml:context>
    <inkml:brush xml:id="br0">
      <inkml:brushProperty name="width" value="0.05" units="cm"/>
      <inkml:brushProperty name="height" value="0.05" units="cm"/>
      <inkml:brushProperty name="color" value="#FFFFFF"/>
    </inkml:brush>
  </inkml:definitions>
  <inkml:trace contextRef="#ctx0" brushRef="#br0">1 535 24575,'2'0'0,"0"-1"0,0 0 0,0 1 0,0-1 0,1 0 0,-1 0 0,-1 0 0,1 0 0,0-1 0,2-1 0,19-9 0,-22 12 0,0 0 0,0 0 0,-1 0 0,1 0 0,0 0 0,0 0 0,0 0 0,-1 0 0,1 0 0,0 0 0,0 1 0,-1-1 0,1 0 0,0 1 0,-1-1 0,1 0 0,0 1 0,-1-1 0,1 1 0,0-1 0,-1 1 0,1-1 0,-1 1 0,1-1 0,-1 1 0,1 0 0,-1-1 0,1 1 0,-1 0 0,1 0 0,2 8 0,1 1 0,-1-1 0,-1 0 0,0 1 0,0 0 0,0 12 0,4 17 0,-4-29 0,0-1 0,1 0 0,0 1 0,0-1 0,1 0 0,9 15 0,-11-21 0,0 0 0,0-1 0,1 1 0,-1-1 0,0 0 0,1 0 0,-1 0 0,1 0 0,0 0 0,0 0 0,0 0 0,0-1 0,0 0 0,0 0 0,0 0 0,0 0 0,1 0 0,-1 0 0,0-1 0,1 1 0,-1-1 0,0 0 0,6-1 0,0 0 0,-1-1 0,0 0 0,1 0 0,-1-1 0,0 0 0,0 0 0,-1-1 0,1 0 0,12-10 0,5-5 0,30-29 0,-44 38 0,174-172 0,53-48 0,-186 184 0,2 3 0,104-62 0,-150 100 0,33-16 0,-39 20 0,1 0 0,-1 0 0,1 0 0,0 0 0,-1 0 0,1 1 0,0 0 0,0-1 0,0 1 0,-1 0 0,1 0 0,4 1 0,-6 0-39,0-1 0,0 0 0,-1 1 0,1-1 0,-1 1 0,1-1 0,0 1 0,-1-1 0,1 1 0,-1 0 0,1-1 0,-1 1 0,1 0 0,-1-1 0,0 1 0,1 0 0,-1 0 0,0-1 0,1 1 0,-1 0 0,0 0 0,0-1 0,0 1 0,0 0 0,0 0 0,0 0 0,0-1 0,0 1 0,0 0 0,0 0 0,0 0 0,-1-1 0,1 1 0,-1 1 0,-4 15-6787</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6.444"/>
    </inkml:context>
    <inkml:brush xml:id="br0">
      <inkml:brushProperty name="width" value="0.05" units="cm"/>
      <inkml:brushProperty name="height" value="0.05" units="cm"/>
      <inkml:brushProperty name="color" value="#FFFFFF"/>
    </inkml:brush>
  </inkml:definitions>
  <inkml:trace contextRef="#ctx0" brushRef="#br0">494 177 24575,'3'-1'0,"-1"-1"0,0 0 0,1 1 0,-1-1 0,0 0 0,0-1 0,0 1 0,0 0 0,0-1 0,-1 1 0,1-1 0,-1 1 0,2-4 0,1-2 0,2-2 0,0 1 0,-1-1 0,0 1 0,6-20 0,-10 27 0,0 0 0,-1 0 0,1 0 0,-1 1 0,0-1 0,1 0 0,-1 0 0,0 0 0,0 0 0,0 0 0,0 0 0,-1 0 0,1 0 0,0 0 0,-1 0 0,0 0 0,1 1 0,-1-1 0,0 0 0,0 0 0,0 1 0,0-1 0,0 0 0,0 1 0,-1-1 0,1 1 0,0-1 0,-1 1 0,1 0 0,-1 0 0,0 0 0,1 0 0,-1 0 0,0 0 0,-2-1 0,-3 0 0,0 0 0,1 1 0,-2-1 0,1 2 0,0-1 0,0 1 0,0 0 0,0 0 0,0 1 0,0 0 0,-10 3 0,-10 3 0,-40 16 0,38-11 0,0 2 0,1 0 0,0 2 0,2 1 0,0 1 0,-39 35 0,54-43 0,1 0 0,0 1 0,0 0 0,1 1 0,1 0 0,0 0 0,1 1 0,0 0 0,0 0 0,2 0 0,0 1 0,0 0 0,2 0 0,-1 1 0,2-1 0,-2 23 0,4-28 0,0 0 0,1 0 0,0 0 0,1 1 0,0-1 0,0-1 0,1 1 0,0 0 0,1 0 0,0-1 0,0 0 0,7 10 0,-3-8 0,0 0 0,0 0 0,1-1 0,1 0 0,-1-1 0,1 0 0,1-1 0,12 8 0,2-3 0,0 0 0,1-1 0,1-2 0,-1-1 0,2-1 0,-1-1 0,43 4 0,-33-8-195,0-1 0,0-2 0,0-1 0,0-2 0,0-2 0,50-14 0,-27 1-6631</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6.865"/>
    </inkml:context>
    <inkml:brush xml:id="br0">
      <inkml:brushProperty name="width" value="0.05" units="cm"/>
      <inkml:brushProperty name="height" value="0.05" units="cm"/>
      <inkml:brushProperty name="color" value="#FFFFFF"/>
    </inkml:brush>
  </inkml:definitions>
  <inkml:trace contextRef="#ctx0" brushRef="#br0">111 214 24575,'0'-4'0,"0"2"0,0 1 0,1-1 0,-1 0 0,-1 0 0,1 0 0,0 0 0,0 0 0,-1 0 0,1 0 0,-1 1 0,1-1 0,-1 0 0,0 0 0,0 1 0,-1-3 0,2 4 0,0 0 0,-1 0 0,1 0 0,0 0 0,-1 0 0,1 0 0,0 0 0,0 0 0,-1 0 0,1 0 0,0 0 0,0 0 0,0 0 0,-1 0 0,1 0 0,0 0 0,0 1 0,-1-1 0,1 0 0,0 0 0,0 0 0,0 0 0,-1 0 0,1 1 0,0-1 0,0 0 0,0 0 0,0 0 0,-1 1 0,1-1 0,0 0 0,0 0 0,0 1 0,0-1 0,0 0 0,0 0 0,0 1 0,0-1 0,0 0 0,0 0 0,0 1 0,-5 13 0,5-13 0,-63 240 0,53-187 0,2 0 0,-2 86 0,12-166 0,9-38 0,-1 9 0,39-195 0,-41 223 0,1 0 0,0 1 0,3 0 0,0 0 0,1 1 0,1 1 0,19-23 0,-28 41 0,0 0 0,0 0 0,0 1 0,1 0 0,0 0 0,0 0 0,1 1 0,-1 0 0,1 0 0,0 0 0,11-3 0,-14 6 0,0 0 0,0 0 0,0 0 0,0 1 0,0 0 0,0 0 0,1 0 0,-1 0 0,0 0 0,0 1 0,0 0 0,0 0 0,0 0 0,0 0 0,0 1 0,0 0 0,0 0 0,0 0 0,-1 0 0,1 0 0,-1 1 0,5 3 0,0 2 0,-1 0 0,0 1 0,0-1 0,-1 1 0,0 1 0,0-1 0,-1 1 0,7 20 0,0 6 0,9 43 0,44 255 246,-31-146-1857,-28-159-5215</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7.476"/>
    </inkml:context>
    <inkml:brush xml:id="br0">
      <inkml:brushProperty name="width" value="0.05" units="cm"/>
      <inkml:brushProperty name="height" value="0.05" units="cm"/>
      <inkml:brushProperty name="color" value="#FFFFFF"/>
    </inkml:brush>
  </inkml:definitions>
  <inkml:trace contextRef="#ctx0" brushRef="#br0">26 483 24575,'-8'-15'0,"5"10"0,0 0 0,1 0 0,-1 0 0,1 0 0,0 0 0,-1-6 0,3 9 0,0 1 0,0 0 0,0 0 0,0 0 0,0 0 0,0 0 0,1-1 0,-1 1 0,0 0 0,0 0 0,1 0 0,-1 0 0,1 0 0,-1 0 0,1 0 0,-1 0 0,1 0 0,0 0 0,0 0 0,-1 0 0,1 0 0,0 1 0,0-1 0,0 0 0,0 0 0,0 1 0,0-1 0,0 1 0,0-1 0,0 1 0,0-1 0,0 1 0,0 0 0,2-1 0,18-3 0,0 1 0,1 0 0,-1 2 0,0 0 0,28 4 0,-20-2 0,136 9 0,83 1 0,-244-11 0,-1 0 0,1 0 0,-1 0 0,1-1 0,-1 1 0,1-1 0,-1 0 0,1 0 0,-1-1 0,1 1 0,-1 0 0,0-1 0,0 0 0,4-3 0,-5 3 0,0 0 0,-1 0 0,1-1 0,-1 1 0,1 0 0,-1-1 0,0 1 0,0-1 0,0 0 0,0 1 0,0-1 0,-1 0 0,1 0 0,-1 1 0,0-1 0,0 0 0,0 0 0,-1-4 0,-3-42 0,4 129 0,8 56 0,-7-78 0,4 0 0,21 108 0,-23-152 0,-5-19 0,-5-22 0,-57-252 0,52 205 0,-4-136 0,15 186 0,2-1 0,5-30 0,-5 49 0,0 0 0,0 0 0,0 0 0,1 0 0,0 1 0,1-1 0,-1 1 0,1-1 0,0 1 0,0 0 0,0 0 0,1 0 0,0 1 0,0-1 0,5-4 0,-5 7 0,0 0 0,-1 1 0,1-1 0,0 1 0,0 0 0,0 0 0,0 0 0,0 0 0,0 1 0,0 0 0,0-1 0,0 2 0,0-1 0,0 0 0,0 1 0,0 0 0,0 0 0,5 1 0,9 4 0,0 0 0,24 13 0,-41-18 0,24 11 0,41 28 0,-59-35 0,0 0 0,-1 0 0,1 0 0,-1 1 0,0 0 0,-1 1 0,1-1 0,-1 1 0,-1 0 0,5 10 0,-7-14 0,-1 0 0,0 1 0,-1-1 0,1 1 0,0 0 0,-1-1 0,0 1 0,0-1 0,0 1 0,-1 0 0,1-1 0,-1 1 0,1-1 0,-1 1 0,-1-1 0,1 0 0,0 1 0,-1-1 0,1 0 0,-1 0 0,0 0 0,0 0 0,0 0 0,-1 0 0,1 0 0,-1-1 0,-3 3 0,-8 8 0,-1-1 0,-1-1 0,-30 17 0,35-21 0,-143 77-1365,132-69-5461</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8.068"/>
    </inkml:context>
    <inkml:brush xml:id="br0">
      <inkml:brushProperty name="width" value="0.05" units="cm"/>
      <inkml:brushProperty name="height" value="0.05" units="cm"/>
      <inkml:brushProperty name="color" value="#FFFFFF"/>
    </inkml:brush>
  </inkml:definitions>
  <inkml:trace contextRef="#ctx0" brushRef="#br0">1 239 24575,'34'-34'0,"-34"34"0,0 0 0,0-1 0,0 1 0,1 0 0,-1 0 0,0-1 0,0 1 0,1 0 0,-1 0 0,0 0 0,0-1 0,1 1 0,-1 0 0,0 0 0,1 0 0,-1 0 0,0 0 0,0 0 0,1 0 0,-1 0 0,0 0 0,1 0 0,-1 0 0,0 0 0,1 0 0,-1 0 0,0 0 0,1 0 0,-1 0 0,0 0 0,1 0 0,-1 0 0,0 1 0,1-1 0,6 12 0,-1 26 0,-5-31 0,33 379 0,-34-446 0,3 1 0,3-1 0,2 1 0,2 0 0,4 0 0,2 2 0,2 0 0,28-59 0,-44 111 0,15-28 0,-16 31 0,0 0 0,0 1 0,0-1 0,1 1 0,-1-1 0,0 1 0,1 0 0,-1-1 0,1 1 0,-1 0 0,1 0 0,0 0 0,-1 0 0,5-1 0,-5 2 0,-1 0 0,1 0 0,0 0 0,-1 0 0,1 0 0,0 0 0,-1 0 0,1 0 0,0 1 0,-1-1 0,1 0 0,0 0 0,-1 1 0,1-1 0,-1 1 0,1-1 0,0 0 0,-1 1 0,1-1 0,-1 1 0,1-1 0,-1 1 0,0-1 0,1 1 0,-1 0 0,0-1 0,1 1 0,-1 0 0,1 0 0,7 24 0,-7-22 0,22 102 0,13 143 0,-31-208 0,-6-62 0,1-1 0,1 0 0,1 0 0,2 1 0,5-23 0,-1 10 0,2 0 0,27-64 0,-32 90 0,-1 1 0,1-1 0,9-11 0,-13 19 0,1-1 0,-1 1 0,0-1 0,1 1 0,-1 0 0,1 0 0,0 0 0,-1 0 0,1 0 0,3-2 0,-4 3 0,0 0 0,-1 0 0,1 0 0,0 0 0,0 0 0,0 0 0,0 0 0,-1 0 0,1 0 0,0 0 0,0 0 0,-1 0 0,1 1 0,0-1 0,0 0 0,-1 1 0,1-1 0,0 1 0,-1-1 0,1 0 0,0 1 0,-1 0 0,1-1 0,-1 1 0,1-1 0,0 2 0,3 4 0,0-1 0,-1 1 0,0 0 0,0 0 0,-1 0 0,0 0 0,0 0 0,2 10 0,6 59 0,-8-51 0,1-1 12,16 184 314,-19-174-666,0 1-1,-2-1 0,-2 0 1,-8 39-1,0-30-6485</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48:48.394"/>
    </inkml:context>
    <inkml:brush xml:id="br0">
      <inkml:brushProperty name="width" value="0.05" units="cm"/>
      <inkml:brushProperty name="height" value="0.05" units="cm"/>
      <inkml:brushProperty name="color" value="#FFFFFF"/>
    </inkml:brush>
  </inkml:definitions>
  <inkml:trace contextRef="#ctx0" brushRef="#br0">169 1 24575,'-169'0'0,"2586"35"-7573,-2090-21 7062,186 6-467,-172-14 3922,-319-7-286,-47 1-1929,-8-1-6189</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8:50:44.182"/>
    </inkml:context>
    <inkml:brush xml:id="br0">
      <inkml:brushProperty name="width" value="0.05" units="cm"/>
      <inkml:brushProperty name="height" value="0.05" units="cm"/>
      <inkml:brushProperty name="color" value="#FFFFFF"/>
    </inkml:brush>
  </inkml:definitions>
  <inkml:trace contextRef="#ctx0" brushRef="#br0">1 419 24575,'-1'-7'0,"2"-25"0,-1 31 0,0 0 0,0 0 0,0 0 0,0 0 0,0 1 0,1-1 0,-1 0 0,0 0 0,0 0 0,1 1 0,-1-1 0,0 0 0,1 0 0,-1 1 0,1-1 0,-1 0 0,1 1 0,-1-1 0,1 1 0,0-1 0,-1 0 0,1 1 0,0-1 0,-1 1 0,1 0 0,0-1 0,0 1 0,-1 0 0,2-1 0,-1 1 0,0 0 0,0 1 0,0-1 0,0 0 0,0 0 0,-1 1 0,1-1 0,0 1 0,0-1 0,0 1 0,-1-1 0,1 1 0,0-1 0,-1 1 0,1 0 0,-1-1 0,1 1 0,0 0 0,0 1 0,11 18 0,-8-13 0,-1-2 0,0 1 0,1-1 0,-1 0 0,1 0 0,0 0 0,1-1 0,4 5 0,-7-8 0,0 0 0,0 0 0,0 1 0,0-1 0,0-1 0,0 1 0,1 0 0,-1 0 0,0-1 0,0 0 0,1 1 0,-1-1 0,0 0 0,1 0 0,-1 0 0,0 0 0,1-1 0,-1 1 0,0-1 0,0 1 0,1-1 0,2-1 0,10-5 0,-1 0 0,0-1 0,0 0 0,21-17 0,47-49 0,-48 42 0,21-18 0,-2-1 0,3 2 0,98-65 0,-148 110 57,0 1 0,0 0 0,0 0 0,0 0 0,7-1 0,-11 4-123,-1-1 0,1 1 1,0 0-1,-1-1 0,1 1 1,0 0-1,-1 0 0,1 0 1,0 1-1,-1-1 1,1 0-1,-1 0 0,1 1 1,0-1-1,-1 1 0,1 0 1,-1-1-1,1 1 0,-1 0 1,0 0-1,1 0 1,-1 0-1,0 0 0,0 0 1,2 1-1,4 10-6760</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26.781"/>
    </inkml:context>
    <inkml:brush xml:id="br0">
      <inkml:brushProperty name="width" value="0.05" units="cm"/>
      <inkml:brushProperty name="height" value="0.05" units="cm"/>
      <inkml:brushProperty name="color" value="#FFFFFF"/>
    </inkml:brush>
  </inkml:definitions>
  <inkml:trace contextRef="#ctx0" brushRef="#br0">111 365 24575,'-10'147'0,"2"-55"0,-11 621 0,-27 192 0,27-639 0,10 195 0,10-318 0,-1-140 0,0 1 0,0 0 0,0 0 0,1 0 0,0 0 0,0 0 0,0 0 0,0-1 0,0 1 0,1 0 0,-1-1 0,1 1 0,0-1 0,0 0 0,1 1 0,-1-1 0,1 0 0,2 3 0,0-3 0,0 1 0,0-1 0,0 0 0,1 0 0,-1-1 0,1 0 0,-1 1 0,1-2 0,0 1 0,0-1 0,8 1 0,57 4 0,120-4 0,-101-3 0,532 1-574,763-9-1584,-742-19 2212,-637 27-21,5 1 342,0-1-1,0 0 0,17-5 1,-25 3 39,-10 0-45,-12 0-5,5 2-364,2 0 0,0 0 0,0 0 0,1-1 0,-22-6 0,30 7 0,1 0 0,-1 0 0,1-1 0,-1 1 0,1 0 0,0-1 0,0 0 0,-1 1 0,1-1 0,0 0 0,1 0 0,-1 0 0,0 0 0,1 0 0,-1-1 0,1 1 0,-1 0 0,1-1 0,0 1 0,0-1 0,0 0 0,0 1 0,1-1 0,-1 1 0,1-1 0,-1-4 0,2-17 0,1 1 0,1-1 0,1 1 0,10-33 0,-2 5 0,19-119 0,10-183 0,-18-176 0,-19-545 0,-6 588 0,2 477 0,1-24 0,-2 0 0,-10-62 0,8 83 0,3 7 0,-1 0 0,0 0 0,-1 0 0,1 0 0,-5-8 0,5 11 0,-1 0 0,1 0 0,-1 0 0,0 0 0,1 1 0,-1-1 0,0 1 0,0-1 0,0 1 0,0 0 0,0-1 0,-1 1 0,1 0 0,0 1 0,-4-2 0,-9-2 0,0 1 0,0 0 0,0 1 0,0 1 0,0 0 0,-19 2 0,-94 15 0,58-6 0,-1008 77-592,410-58 592,399-37 258,-50 1 76,297 10-334,0 0 0,-28 9 0,29-6 0,0-1 0,-35 3 0,53-8 0,0 0 0,-1 0 0,1 0 0,0 1 0,-1 0 0,1 0 0,0 0 0,0 0 0,0 0 0,0 1 0,0-1 0,0 1 0,0 0 0,0-1 0,-3 4 0,4-2 0,0 0 0,0 0 0,0 0 0,0 0 0,0 1 0,1-1 0,-1 0 0,1 1 0,0-1 0,0 1 0,0-1 0,1 1 0,-1-1 0,1 5 0,0 106 0,2-82 0,-2 0 0,-1-1 0,-6 33 0,2-29 0,0 0 0,3 1 0,0-1 0,5 45 0,0-65-1365,1-4-5461</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28.681"/>
    </inkml:context>
    <inkml:brush xml:id="br0">
      <inkml:brushProperty name="width" value="0.05" units="cm"/>
      <inkml:brushProperty name="height" value="0.05" units="cm"/>
      <inkml:brushProperty name="color" value="#FFFFFF"/>
    </inkml:brush>
  </inkml:definitions>
  <inkml:trace contextRef="#ctx0" brushRef="#br0">1 48 24575,'0'-4'0,"3"-3"0,1-4 0,0-4 0,-1 5 0,0 10 0,-2 7 0,0 13 0,-1 9 0,0 11 0,3 9 0,1 6 0,0 5 0,-2 5 0,0 1 0,-3 1 0,-3-10-8191</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0.874"/>
    </inkml:context>
    <inkml:brush xml:id="br0">
      <inkml:brushProperty name="width" value="0.05" units="cm"/>
      <inkml:brushProperty name="height" value="0.05" units="cm"/>
      <inkml:brushProperty name="color" value="#FFFFFF"/>
    </inkml:brush>
  </inkml:definitions>
  <inkml:trace contextRef="#ctx0" brushRef="#br0">614 238 24575,'0'-15'0,"-1"-1"0,0 1 0,0 0 0,-2-1 0,0 1 0,-1 0 0,-10-27 0,12 38 0,-1-1 0,1 1 0,-1 0 0,1 0 0,-1 0 0,0 0 0,-1 0 0,1 1 0,-1-1 0,1 1 0,-1 0 0,0 0 0,0 0 0,-1 1 0,1-1 0,-1 1 0,1 0 0,-1 0 0,1 1 0,-1-1 0,0 1 0,0 0 0,0 0 0,0 1 0,0 0 0,0-1 0,0 2 0,-5 0 0,-5 1 0,1 0 0,0 2 0,0 0 0,0 0 0,0 2 0,1-1 0,0 2 0,-17 10 0,7-2 0,0 2 0,1 0 0,-28 29 0,27-22 0,1 1 0,1 1 0,1 2 0,2-1 0,1 2 0,-17 37 0,24-43 0,2 0 0,0 0 0,1 0 0,1 1 0,1 0 0,2 0 0,0 1 0,1-1 0,3 30 0,0-42 0,0 0 0,1 0 0,0 0 0,1-1 0,1 1 0,0-1 0,0 0 0,1 0 0,0 0 0,1-1 0,0 0 0,1 0 0,0 0 0,1-1 0,0 0 0,0 0 0,1-1 0,0 0 0,0-1 0,1 0 0,0 0 0,0-1 0,1-1 0,-1 1 0,13 3 0,0-2 0,1-1 0,0 0 0,0-2 0,0-1 0,0-1 0,1-1 0,-1-1 0,1-1 0,-1-1 0,0-1 0,1-2 0,37-11 0,-31 6 0,0-1 0,-1-2 0,0 0 0,-1-3 0,-1 0 0,0-2 0,-1-1 0,47-43 0,-58 46 0,-2 0 0,1-2 0,-2 1 0,-1-2 0,0 0 0,-1 0 0,-1-1 0,-1 0 0,-1-1 0,0 0 0,-2 0 0,-1-1 0,0 1 0,-1-1 0,-2-1 0,0 1 0,-1 0 0,-2 0 0,0 0 0,-1-1 0,-1 1 0,-2 1 0,0-1 0,-1 1 0,-1-1 0,-1 2 0,-17-35 0,20 47-91,0-1 0,0 1 0,0 0 0,-1 0 0,0 1 0,-1 0 0,0 0 0,0 0 0,0 1 0,-1 0 0,0 1 0,0-1 0,0 1 0,-18-7 0,-12 2-6735</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1.464"/>
    </inkml:context>
    <inkml:brush xml:id="br0">
      <inkml:brushProperty name="width" value="0.05" units="cm"/>
      <inkml:brushProperty name="height" value="0.05" units="cm"/>
      <inkml:brushProperty name="color" value="#FFFFFF"/>
    </inkml:brush>
  </inkml:definitions>
  <inkml:trace contextRef="#ctx0" brushRef="#br0">239 120 24575,'-2'0'0,"0"1"0,0-1 0,0 1 0,0-1 0,0 1 0,0 0 0,0 0 0,0 0 0,0 0 0,1 0 0,-1 0 0,0 1 0,1-1 0,-1 1 0,1-1 0,-1 1 0,1-1 0,-3 4 0,-23 40 0,14-20 0,-60 72 0,2-3 0,69-91 0,0 0 0,0 0 0,0 0 0,0 0 0,1 1 0,-1-1 0,1 1 0,0-1 0,0 1 0,0 0 0,1-1 0,-1 1 0,1 0 0,0 0 0,0-1 0,0 1 0,0 0 0,1 0 0,1 7 0,1-6 0,-1-1 0,1 1 0,-1 0 0,1-1 0,1 0 0,-1 1 0,1-1 0,-1-1 0,1 1 0,1 0 0,-1-1 0,0 0 0,7 3 0,20 12 0,1-1 0,0-2 0,1-1 0,1-1 0,1-2 0,-1-2 0,1-1 0,1-2 0,57 3 0,-29-7 0,0-4 0,0-2 0,0-3 0,94-22 0,-122 22 0,-15 4 0,35-11 0,-52 12 0,0 1 0,1-1 0,-1 0 0,0 0 0,0 0 0,0 0 0,0-1 0,-1 0 0,1 0 0,-1 0 0,1 0 0,-1 0 0,4-6 0,-5 5 0,0 0 0,0-1 0,0 1 0,-1-1 0,0 1 0,0-1 0,0 1 0,0-1 0,-1 0 0,0-7 0,-6-49 0,5 53 0,-9-52 0,-3 1 0,-2 1 0,-3 0 0,-37-83 0,33 100-1365,14 27-5461</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2.051"/>
    </inkml:context>
    <inkml:brush xml:id="br0">
      <inkml:brushProperty name="width" value="0.05" units="cm"/>
      <inkml:brushProperty name="height" value="0.05" units="cm"/>
      <inkml:brushProperty name="color" value="#FFFFFF"/>
    </inkml:brush>
  </inkml:definitions>
  <inkml:trace contextRef="#ctx0" brushRef="#br0">618 132 24575,'-1'-3'0,"0"-1"0,1 0 0,-1 1 0,0-1 0,-1 1 0,1-1 0,-1 1 0,1-1 0,-1 1 0,0 0 0,0 0 0,-5-5 0,3 2 0,-1 1 0,-1 0 0,1 0 0,-1 0 0,-8-6 0,0 4 0,0 0 0,0 1 0,0 1 0,-1 0 0,1 1 0,-1 0 0,0 2 0,0-1 0,-1 2 0,-24 0 0,25 1 0,0 1 0,1 1 0,-1 0 0,1 1 0,-1 0 0,1 1 0,0 1 0,1 1 0,-1-1 0,1 2 0,-14 8 0,12-3 0,-1 1 0,2 0 0,0 1 0,0 1 0,2 0 0,0 1 0,0 0 0,2 0 0,0 2 0,0-1 0,2 1 0,0 0 0,2 1 0,0 0 0,1 0 0,-5 29 0,9-33 0,-1-1 0,2 1 0,0 0 0,1 0 0,0 0 0,1 0 0,1 0 0,0-1 0,10 27 0,-8-30 0,0 0 0,1 0 0,0 0 0,1-1 0,0 0 0,1-1 0,0 1 0,1-1 0,0-1 0,0 0 0,0 0 0,22 13 0,-12-11 0,0-1 0,1 0 0,0-2 0,0 0 0,1-1 0,0-1 0,0-1 0,0-1 0,0-1 0,1-1 0,-1-1 0,0 0 0,1-2 0,-1 0 0,0-2 0,0 0 0,0-1 0,27-12 0,-27 10 0,-1-1 0,-1-1 0,0-1 0,0-1 0,-1-1 0,0 0 0,-1-1 0,0-1 0,-1-1 0,-1 0 0,-1-1 0,0-1 0,-1 0 0,0-1 0,-2 0 0,0-1 0,-1 0 0,8-23 0,-11 23 0,-2 0 0,-1-1 0,0 1 0,-2-1 0,0 0 0,-1 0 0,-1 0 0,-3-25 0,3 36 0,-2 0 0,1-1 0,-1 1 0,-1 0 0,0 0 0,0 0 0,-1 1 0,0-1 0,0 1 0,-1 0 0,0 0 0,0 0 0,-1 1 0,0 0 0,0 0 0,-1 0 0,0 1 0,0 0 0,-13-8 0,13 10-136,0 1-1,-1 0 1,1 1-1,-1-1 1,1 1-1,-1 1 1,0 0-1,0 0 0,-8 0 1,-25 2-6690</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2.693"/>
    </inkml:context>
    <inkml:brush xml:id="br0">
      <inkml:brushProperty name="width" value="0.05" units="cm"/>
      <inkml:brushProperty name="height" value="0.05" units="cm"/>
      <inkml:brushProperty name="color" value="#FFFFFF"/>
    </inkml:brush>
  </inkml:definitions>
  <inkml:trace contextRef="#ctx0" brushRef="#br0">252 197 24575,'0'-12'0,"-4"17"0,-3 4 0,-60 80 0,-92 125 0,157-213 0,1 1 0,-1 0 0,1 0 0,0 0 0,-1 0 0,1 0 0,0 1 0,1-1 0,-1 0 0,0 0 0,1 1 0,-1-1 0,1 0 0,0 1 0,-1 2 0,2-4 0,0 1 0,-1-1 0,1 0 0,0 1 0,0-1 0,0 0 0,-1 0 0,1 0 0,0 1 0,1-1 0,-1 0 0,0 0 0,0-1 0,0 1 0,1 0 0,-1 0 0,0-1 0,1 1 0,-1-1 0,0 1 0,1-1 0,-1 1 0,1-1 0,-1 0 0,3 0 0,262 53 0,-167-33 0,0-4 0,129 4 0,-216-20 0,1 0 0,-1-1 0,0 0 0,0-1 0,0-1 0,0 0 0,-1 0 0,14-6 0,-20 6 0,1 1 0,-1-1 0,0 0 0,0 0 0,-1-1 0,1 0 0,-1 0 0,0 0 0,1 0 0,-2 0 0,1-1 0,-1 0 0,1 0 0,-1 0 0,-1 0 0,1 0 0,-1 0 0,3-10 0,0-5 0,-2 0 0,0 0 0,-2-1 0,0 1 0,-1 0 0,-1-1 0,-5-29 0,-1 13 0,-2 0 0,-1 1 0,-17-40 0,19 54-195,-2 1 0,0 0 0,-1 1 0,-1 0 0,-1 0 0,-23-26 0,24 35-6631</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3.330"/>
    </inkml:context>
    <inkml:brush xml:id="br0">
      <inkml:brushProperty name="width" value="0.05" units="cm"/>
      <inkml:brushProperty name="height" value="0.05" units="cm"/>
      <inkml:brushProperty name="color" value="#FFFFFF"/>
    </inkml:brush>
  </inkml:definitions>
  <inkml:trace contextRef="#ctx0" brushRef="#br0">509 181 24575,'-6'-6'0,"0"0"0,0 1 0,-1 0 0,0 1 0,0 0 0,0 0 0,-1 0 0,1 1 0,-1 0 0,0 0 0,0 1 0,0 0 0,-12-1 0,10 2 0,-1 1 0,1 0 0,0 1 0,0 0 0,0 1 0,0 0 0,0 1 0,0 0 0,-17 7 0,8 0 0,1 1 0,0 0 0,0 1 0,1 1 0,0 0 0,1 2 0,1 0 0,1 0 0,-24 33 0,26-31 0,1 0 0,1 1 0,0 1 0,1-1 0,1 2 0,1-1 0,1 1 0,-5 25 0,10-38 0,0 1 0,0-1 0,0 1 0,1 0 0,1-1 0,-1 1 0,1 0 0,0-1 0,1 0 0,0 1 0,0-1 0,0 0 0,1 0 0,0 0 0,1 0 0,0 0 0,0-1 0,0 1 0,1-1 0,-1 0 0,2-1 0,-1 1 0,0-1 0,1 0 0,9 6 0,0-2 0,0-1 0,1 0 0,0-1 0,0-1 0,1-1 0,0 0 0,0-1 0,0 0 0,0-2 0,0 0 0,32-1 0,-15-2 0,0-2 0,0-1 0,0-2 0,-1-2 0,36-12 0,-46 13 0,-1-2 0,0-1 0,0 0 0,-1-2 0,0 0 0,-1-1 0,-1-2 0,29-25 0,-37 29 0,-1-1 0,0 0 0,-1-1 0,0 0 0,-1 0 0,0-1 0,-1 0 0,0 0 0,-2-1 0,0 1 0,0-1 0,-1-1 0,-1 1 0,2-20 0,-4 18 27,-1 0-1,0 0 0,-2 0 0,0 0 1,0 1-1,-2-1 0,0 1 0,-1-1 1,0 1-1,-2 0 0,1 1 0,-12-18 1,13 25-105,0-1 0,-1 1 1,0 0-1,-1 0 1,1 1-1,-2 0 1,1 0-1,-1 0 0,0 1 1,0 1-1,0-1 1,-1 1-1,0 0 1,0 1-1,-1 0 0,1 1 1,-1 0-1,1 0 1,-1 1-1,0 0 1,-15 0-1,-22 4-6748</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3.934"/>
    </inkml:context>
    <inkml:brush xml:id="br0">
      <inkml:brushProperty name="width" value="0.05" units="cm"/>
      <inkml:brushProperty name="height" value="0.05" units="cm"/>
      <inkml:brushProperty name="color" value="#FFFFFF"/>
    </inkml:brush>
  </inkml:definitions>
  <inkml:trace contextRef="#ctx0" brushRef="#br0">331 18 24575,'-1'0'0,"-1"-1"0,1 1 0,0 0 0,0 0 0,0-1 0,0 1 0,0-1 0,0 1 0,0-1 0,0 1 0,0-1 0,0 0 0,0 0 0,0 1 0,-1-2 0,2 1 0,-1 0 0,1 1 0,-1-1 0,1 1 0,-1-1 0,1 1 0,-1-1 0,0 1 0,1-1 0,-1 1 0,0 0 0,1-1 0,-1 1 0,0 0 0,0 0 0,1-1 0,-1 1 0,0 0 0,0 0 0,0 0 0,1 0 0,-1 0 0,0 0 0,0 0 0,1 0 0,-1 0 0,0 1 0,0-1 0,0 0 0,1 0 0,-1 1 0,0-1 0,1 0 0,-2 1 0,-5 5 0,0 0 0,1 1 0,0 0 0,0 0 0,0 0 0,1 1 0,-6 10 0,-1 1 0,-26 38 0,3 1 0,2 2 0,3 1 0,-42 122 0,69-172 0,0 1 0,0 0 0,-1 23 0,4-31 0,0 0 0,0-1 0,0 1 0,1 0 0,-1-1 0,1 1 0,0-1 0,0 1 0,0-1 0,1 1 0,-1-1 0,1 0 0,0 0 0,0 0 0,0 0 0,0 0 0,5 4 0,5 4 0,0-2 0,1 1 0,1-1 0,-1-1 0,2-1 0,-1 0 0,23 8 0,111 25 0,-63-22 0,127 10 0,-167-26 0,0-1 0,0-2 0,0-2 0,75-15 0,-105 15 0,-1-1 0,0-1 0,0 0 0,0-1 0,0-1 0,-1 0 0,0 0 0,18-14 0,-24 15 0,-1 0 0,0 0 0,0-1 0,0 1 0,0-1 0,-1 0 0,-1-1 0,1 1 0,-1-1 0,0 0 0,-1 0 0,0-1 0,0 1 0,-1 0 0,3-16 0,-4 5 0,0-1 0,-1 0 0,-1 1 0,-1 0 0,-1-1 0,0 1 0,-1 0 0,-2 0 0,0 0 0,0 1 0,-2 0 0,0 0 0,-15-22 0,-7-5 0,-1 2 0,-2 1 0,-63-62 0,79 86-1365,5 2-5461</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4.576"/>
    </inkml:context>
    <inkml:brush xml:id="br0">
      <inkml:brushProperty name="width" value="0.05" units="cm"/>
      <inkml:brushProperty name="height" value="0.05" units="cm"/>
      <inkml:brushProperty name="color" value="#FFFFFF"/>
    </inkml:brush>
  </inkml:definitions>
  <inkml:trace contextRef="#ctx0" brushRef="#br0">461 92 24575,'0'-5'0,"0"0"0,0 1 0,-1-1 0,0 0 0,0 0 0,0 0 0,0 0 0,0 0 0,-1 1 0,-4-9 0,4 10 0,0 1 0,0 0 0,0 0 0,0 0 0,0 0 0,0 0 0,-1 0 0,1 1 0,0-1 0,-1 1 0,0-1 0,1 1 0,-1 0 0,0 0 0,1 0 0,-1 1 0,0-1 0,0 1 0,0-1 0,-3 1 0,-7 0 0,1 1 0,0 0 0,0 0 0,0 1 0,0 1 0,1 0 0,-1 1 0,1 0 0,-1 1 0,1 0 0,-16 10 0,8-3 0,1 1 0,0 0 0,1 1 0,0 1 0,-22 26 0,27-24 0,0 0 0,0 0 0,2 1 0,0 0 0,1 1 0,1 0 0,1 1 0,0-1 0,2 1 0,0 1 0,1-1 0,2 1 0,0-1 0,1 30 0,1-35 0,2 1 0,0-1 0,1 0 0,0 0 0,1 0 0,1-1 0,0 0 0,14 26 0,-13-29 0,1-1 0,0 1 0,1-1 0,1 0 0,-1-1 0,2 0 0,-1-1 0,1 0 0,0 0 0,1-1 0,16 9 0,-11-9 0,0-1 0,0 0 0,0-1 0,1-1 0,0-1 0,0 0 0,0-1 0,0-1 0,0 0 0,0-2 0,0 0 0,0 0 0,0-2 0,31-8 0,-22 3 0,-1 0 0,0-2 0,0-1 0,-1-1 0,-1-1 0,0-1 0,-1-1 0,38-33 0,-39 28 0,0-2 0,-2 0 0,0-1 0,-2-1 0,0-1 0,-2-1 0,12-27 0,-19 36 0,-1 0 0,0-1 0,-2 0 0,0 0 0,-1-1 0,-1 1 0,0-1 0,-2 0 0,0 0 0,-1 1 0,-1-1 0,-4-22 0,3 33 0,0-1 0,0 0 0,-1 1 0,0-1 0,-1 1 0,0 0 0,0 0 0,-1 1 0,0-1 0,0 1 0,-10-10 0,10 12 0,0 0 0,0 1 0,-1 0 0,0 0 0,0 0 0,0 1 0,0 0 0,0 0 0,-1 1 0,1-1 0,-1 1 0,0 1 0,0-1 0,0 1 0,-9 0 0,-33 3-1365,3 5-5461</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5.215"/>
    </inkml:context>
    <inkml:brush xml:id="br0">
      <inkml:brushProperty name="width" value="0.05" units="cm"/>
      <inkml:brushProperty name="height" value="0.05" units="cm"/>
      <inkml:brushProperty name="color" value="#FFFFFF"/>
    </inkml:brush>
  </inkml:definitions>
  <inkml:trace contextRef="#ctx0" brushRef="#br0">437 105 24575,'-9'0'0,"6"0"0,0 0 0,1-1 0,-1 1 0,1 0 0,-1 1 0,0-1 0,1 0 0,-1 1 0,0-1 0,1 1 0,-1 0 0,1 0 0,0 0 0,-1 0 0,1 0 0,0 1 0,-1-1 0,1 1 0,0 0 0,0-1 0,0 1 0,0 0 0,-2 3 0,-17 23 0,1 1 0,2 0 0,-26 55 0,4-8 0,-50 72 0,-28 50 0,116-193 0,-1 0 0,1 0 0,0 0 0,0 1 0,1-1 0,-1 0 0,1 1 0,0-1 0,0 10 0,1-13 0,1 1 0,-1-1 0,1 1 0,-1-1 0,1 1 0,0-1 0,0 0 0,0 0 0,0 1 0,0-1 0,0 0 0,1 0 0,-1 0 0,1 0 0,0 0 0,-1 0 0,1-1 0,0 1 0,0-1 0,0 1 0,0-1 0,0 0 0,4 2 0,7 3 0,0-1 0,0 0 0,0-1 0,0-1 0,18 3 0,71 3 0,-70-7 0,147 13 0,259 55 0,-415-64 0,-9-2 0,0-1 0,0 0 0,29 1 0,-40-4 0,1 0 0,-1 0 0,0 0 0,0-1 0,1 1 0,-1-1 0,0 0 0,0 0 0,0 0 0,0 0 0,0-1 0,0 1 0,0-1 0,-1 0 0,1 0 0,0 0 0,-1 0 0,1 0 0,-1-1 0,0 1 0,0 0 0,3-6 0,1-3 0,-1 0 0,0 0 0,-1-1 0,-1 0 0,1 1 0,-2-1 0,2-20 0,0-86 0,-4 117 0,-3-64 0,-3 0 0,-2 0 0,-4 1 0,-2 0 0,-3 1 0,-32-76 0,39 112 0,2 5 0,-1 1 0,0-1 0,-2 2 0,-23-36 0,22 44-1365,2 7-5461</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5.838"/>
    </inkml:context>
    <inkml:brush xml:id="br0">
      <inkml:brushProperty name="width" value="0.05" units="cm"/>
      <inkml:brushProperty name="height" value="0.05" units="cm"/>
      <inkml:brushProperty name="color" value="#FFFFFF"/>
    </inkml:brush>
  </inkml:definitions>
  <inkml:trace contextRef="#ctx0" brushRef="#br0">637 110 24575,'-14'-15'0,"0"1"0,-2 0 0,-25-18 0,34 27 0,-1 1 0,-1-1 0,1 2 0,0-1 0,-1 1 0,0 0 0,0 1 0,0 0 0,0 1 0,-13-1 0,7 2 0,0 1 0,0 0 0,0 1 0,0 1 0,0 1 0,1 0 0,-1 1 0,1 0 0,0 1 0,1 1 0,-1 0 0,2 1 0,-1 0 0,1 1 0,0 0 0,-13 14 0,5-4 0,1 1 0,1 2 0,1 0 0,1 0 0,0 2 0,2 0 0,-21 49 0,26-51 0,1 1 0,2 0 0,0 1 0,1 0 0,1 0 0,2 0 0,0 0 0,4 48 0,-1-61 0,0 0 0,1 1 0,0-1 0,1 0 0,1 0 0,-1 0 0,2-1 0,0 1 0,0-1 0,0 0 0,1-1 0,1 1 0,0-1 0,0 0 0,1-1 0,0 0 0,0 0 0,1 0 0,0-1 0,19 11 0,-11-10 0,1-1 0,0 0 0,1-1 0,0-1 0,-1 0 0,1-2 0,1 0 0,-1-2 0,0 0 0,22-1 0,-11-2 0,0-2 0,0 0 0,0-2 0,-1-1 0,51-20 0,-58 17 0,0 0 0,-1-2 0,0-1 0,-1 0 0,-1-2 0,0 0 0,-1-1 0,-1 0 0,0-2 0,-1 0 0,-1-1 0,-1 0 0,15-28 0,-17 26 0,-2 0 0,-1 0 0,0-1 0,-2 0 0,0 0 0,-1-1 0,-2 0 0,0 0 0,-2-1 0,0 1 0,-2 0 0,0-1 0,-7-39 0,5 50 0,-1 0 0,0 1 0,-1-1 0,-1 1 0,0 0 0,0 0 0,-1 1 0,-8-12 0,10 18 0,0 0 0,0 0 0,0 0 0,-1 1 0,1-1 0,-1 1 0,0 1 0,0-1 0,-1 0 0,1 1 0,-1 0 0,1 1 0,-1-1 0,0 1 0,0 0 0,0 1 0,-1-1 0,-8 0 0,-31 3-1365,4 6-5461</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36.495"/>
    </inkml:context>
    <inkml:brush xml:id="br0">
      <inkml:brushProperty name="width" value="0.05" units="cm"/>
      <inkml:brushProperty name="height" value="0.05" units="cm"/>
      <inkml:brushProperty name="color" value="#FFFFFF"/>
    </inkml:brush>
  </inkml:definitions>
  <inkml:trace contextRef="#ctx0" brushRef="#br0">279 158 24575,'-5'1'0,"0"-1"0,0 1 0,0 1 0,0-1 0,0 0 0,0 1 0,1 0 0,-1 0 0,0 1 0,1 0 0,0-1 0,-6 6 0,-6 5 0,-24 25 0,40-38 0,-16 17 0,1 2 0,0-1 0,2 2 0,0 0 0,1 0 0,1 1 0,1 0 0,-12 39 0,15-34 0,0 1 0,2 1 0,0-1 0,2 1 0,2 0 0,0 0 0,4 31 0,-3-55 0,1-1 0,-1 1 0,1 0 0,0 0 0,0 0 0,1-1 0,-1 1 0,1 0 0,0-1 0,0 1 0,0-1 0,0 0 0,1 0 0,-1 0 0,1 0 0,0 0 0,-1 0 0,1-1 0,1 1 0,-1-1 0,0 0 0,7 3 0,4 1 0,0-1 0,1 0 0,0-1 0,24 3 0,1 1 0,102 31 0,165 70 0,-220-76 0,-82-31 0,9 4 0,-1-2 0,1 0 0,20 4 0,-31-7 0,-1-1 0,0 0 0,1 1 0,-1-1 0,0 0 0,1 0 0,-1 0 0,1-1 0,-1 1 0,0 0 0,1-1 0,-1 1 0,0-1 0,0 0 0,0 0 0,1 0 0,-1 0 0,0 0 0,0-1 0,0 1 0,-1-1 0,1 1 0,0-1 0,0 1 0,-1-1 0,1 0 0,-1 0 0,2-3 0,3-9 0,-1 0 0,-1 0 0,-1 0 0,0-1 0,2-28 0,-3 7 0,-4-47 0,-5 16 0,-2 0 0,-3 1 0,-38-119 0,31 131 0,-2 1 0,-3 0 0,-3 2 0,-59-88 0,75 124-1365,1 5-5461</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17.960"/>
    </inkml:context>
    <inkml:brush xml:id="br0">
      <inkml:brushProperty name="width" value="0.05" units="cm"/>
      <inkml:brushProperty name="height" value="0.05" units="cm"/>
      <inkml:brushProperty name="color" value="#FFFFFF"/>
    </inkml:brush>
  </inkml:definitions>
  <inkml:trace contextRef="#ctx0" brushRef="#br0">167 76 24575,'-1'-10'0,"-3"23"0,-2 26 0,-3 171 0,6-97 0,-96 1601-889,56-1006 799,42-680 331,1 0 0,1 0 0,10 52 0,-11-79-241,0 1 1,0-1-1,1 1 1,-1-1 0,1 0-1,0 1 1,-1-1-1,1 0 1,0 1 0,0-1-1,-1 0 1,1 0-1,0 0 1,1 1 0,-1-1-1,0 0 1,0-1-1,0 1 1,0 0 0,1 0-1,-1 0 1,0-1 0,1 1-1,-1-1 1,1 1-1,-1-1 1,0 1 0,1-1-1,-1 0 1,3 0-1,3 0 0,1 0 0,-1-1 0,0-1 0,0 1-1,9-4 1,15-2-2,34 2 2,120 8 0,-132-1 0,18 1-18,1686 81-4050,-1227-46 4345,255 15-1417,0-30 892,-750-23 439,50-1 1385,-74 0-1198,-1 0-1,1-1 1,-1 0-1,1 0 0,13-6 1,-23 7-357,0 0 1,1 1-1,-1-1 1,0 0-1,0 0 1,0 0-1,0 1 1,0-1-1,0 0 0,0-1 1,0 1-1,0 0 1,0 0-1,0 0 1,0-1-1,-1 1 1,1 0-1,-1-1 1,1 1-1,-1 0 0,1-1 1,-1 1-1,0-1 1,0 1-1,0 0 1,0-1-1,0 1 1,0-3-1,-1-4 68,0 0-1,-1 0 1,0 0 0,-4-9-1,-2-12 12,6 16-100,2-1 0,0 0 0,1 0 0,0 1 0,1-1 0,0 1 0,7-20 0,-4 10 0,5-34 0,-5-32 0,-6-90 0,-19-92 0,5 87 0,-8-284-158,-6-89-222,-45 7 166,11 286 811,36 156-442,23 85-155,1 0 0,1-1 0,2 1 0,0 0 0,4-35 0,-1 41 0,-2 15 0,0 0 0,-1-1 0,0 1 0,1 0 0,-1-1 0,0 1 0,0-1 0,0 1 0,-1-3 0,1 4 0,-1 0 0,1 0 0,-1 0 0,0 0 0,1 1 0,-1-1 0,0 0 0,1 0 0,-1 1 0,0-1 0,0 0 0,0 1 0,0-1 0,1 1 0,-1-1 0,0 1 0,0-1 0,0 1 0,0 0 0,0 0 0,0-1 0,0 1 0,0 0 0,-1 0 0,1 0 0,-1 0 0,-11 0 0,-1 0 0,1 0 0,-26 6 0,-3-1 0,-825 30-1080,590-30 593,-2040 53-1911,1833-55 6095,482-3-3685,1 0 0,-1 0 0,1 0 0,-1 1 1,1-1-1,-1 0 0,1 1 0,-1-1 0,1 1 0,0-1 0,-1 1 1,1 0-1,0-1 0,0 1 0,-1 0 0,1 0 0,0 0 0,0 0 0,0 0 1,0 0-1,-1 2 0,0-1-12,1-1 0,0 1 0,-1-1 0,0 1 0,1-1 1,-1 1-1,0-1 0,0 0 0,1 0 0,-4 1 0,-9 2 0,0 0 0,-19 2 0,-23 7 0,55-13 11,1 1-1,-1-1 0,0 0 1,1 0-1,-1 0 0,1 0 1,-1 1-1,1-1 0,-1 0 1,1 0-1,0 1 0,-1-1 1,1 0-1,-1 1 0,1-1 1,0 1-1,-1-1 0,1 0 1,0 1-1,-1-1 0,1 1 1,0-1-1,0 1 0,-1-1 1,1 1-1,0-1 1,0 1-1,0 0 0,0-1 1,0 1-1,0-1 0,0 1 1,0 1-143,0-1 1,1 0 0,-1 0-1,1 0 1,-1 0 0,1 0 0,0 0-1,0 1 1,-1-2 0,1 1 0,0 0-1,1 1 1,8 7-6695</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18.974"/>
    </inkml:context>
    <inkml:brush xml:id="br0">
      <inkml:brushProperty name="width" value="0.05" units="cm"/>
      <inkml:brushProperty name="height" value="0.05" units="cm"/>
      <inkml:brushProperty name="color" value="#FFFFFF"/>
    </inkml:brush>
  </inkml:definitions>
  <inkml:trace contextRef="#ctx0" brushRef="#br0">366 62 24575,'-9'-4'0,"0"0"0,0 1 0,0-1 0,-1 2 0,1-1 0,-1 1 0,-10-1 0,14 3 0,1 0 0,0 1 0,-1-1 0,1 1 0,0 0 0,-1 0 0,1 0 0,0 1 0,0 0 0,0 0 0,0 0 0,0 1 0,1 0 0,-7 4 0,-2 4 0,1 1 0,0 0 0,1 0 0,0 1 0,1 1 0,1 0 0,0 0 0,0 0 0,2 1 0,-9 23 0,-2 13 0,-21 101 0,37-145 0,-4 24 0,0 0 0,-1 36 0,7-59 0,0 0 0,0 0 0,1 0 0,0 0 0,0 1 0,1-1 0,0 0 0,0-1 0,1 1 0,0 0 0,0-1 0,1 0 0,6 11 0,-7-15 0,0 0 0,-1 0 0,1 0 0,0-1 0,1 1 0,-1-1 0,0 0 0,1 0 0,-1 0 0,1 0 0,-1 0 0,1-1 0,0 0 0,0 0 0,0 0 0,0 0 0,0 0 0,0-1 0,0 0 0,0 0 0,0 0 0,0 0 0,0-1 0,0 1 0,0-1 0,4-1 0,3-2 0,1 0 0,-1 0 0,0-1 0,0 0 0,-1-1 0,1 0 0,13-12 0,-7 4 0,-1-1 0,-1-1 0,-1 0 0,0-1 0,-1 0 0,0-1 0,-2 0 0,17-36 0,-2-8 0,26-95 0,-42 121 0,-8 31 0,-1 0 0,1 0 0,0 1 0,5-10 0,-7 14 0,0 0 0,1 0 0,-1 0 0,0-1 0,0 1 0,0 0 0,0 0 0,0 0 0,1-1 0,-1 1 0,0 0 0,0 0 0,0 0 0,1 0 0,-1 0 0,0-1 0,0 1 0,0 0 0,1 0 0,-1 0 0,0 0 0,0 0 0,1 0 0,-1 0 0,0 0 0,0 0 0,1 0 0,-1 0 0,0 0 0,0 0 0,1 0 0,-1 0 0,0 0 0,0 0 0,1 0 0,6 17 0,6 68 0,-6-37 0,14 52 0,-17-85 0,0-2 0,2 1 0,-1 0 0,2-1 0,0 0 0,0-1 0,1 1 0,11 12 0,-16-22 0,-1 0 0,1 0 0,0-1 0,0 1 0,0 0 0,0-1 0,1 0 0,-1 0 0,1 0 0,-1 0 0,1 0 0,0-1 0,0 0 0,4 2 0,-5-3 0,0 0 0,0 0 0,0 0 0,0 0 0,0-1 0,-1 1 0,1-1 0,0 0 0,0 0 0,-1 0 0,1 0 0,0 0 0,-1 0 0,1-1 0,-1 1 0,0-1 0,1 0 0,-1 0 0,0 0 0,3-3 0,1-2 0,0-1 0,-1 0 0,0 0 0,0 0 0,-1-1 0,0 0 0,-1 0 0,4-10 0,-3 7 0,0-1 0,2 1 0,6-12 0,-5 17 0,-2 12 0,0 15 0,8 214 0,-4-52 0,-4-112 0,-2-12 0,14 76 0,-6-99 0,-2-23 0,-8-12 0,-1 0 0,1 0 0,-1 0 0,1 0 0,-1 0 0,1 0 0,-1-1 0,0 1 0,1 0 0,-1 0 0,1 0 0,-1 0 0,1 0 0,-1-1 0,0 1 0,1 0 0,-1 0 0,0-1 0,1 1 0,-1 0 0,0-1 0,1 1 0,-1 0 0,0-1 0,1 1 0,-1-1 0,0 1 0,0 0 0,0-1 0,0 1 0,1-1 0,-1 0 0,3-6 0,0-1 0,-1 1 0,0-1 0,0 0 0,-1 0 0,1 0 0,-1-11 0,1-3 0,12-399 0,-2 19 0,-11 395 0,16-111 0,-15 106 0,1-1 0,1 1 0,0 0 0,1 1 0,0-1 0,0 1 0,9-12 0,-13 21 0,0 0 0,0 0 0,1 1 0,-1-1 0,0 1 0,1-1 0,0 1 0,-1-1 0,1 1 0,0 0 0,-1 0 0,1 0 0,0 0 0,0 0 0,0 0 0,0 0 0,0 1 0,3-1 0,-4 1 0,1 0 0,0 0 0,0 0 0,0 0 0,0 1 0,0-1 0,0 1 0,0-1 0,0 1 0,-1 0 0,1 0 0,0 0 0,-1 0 0,1 0 0,3 3 0,1 2 0,0 0 0,-1 0 0,1 1 0,-1 0 0,-1 0 0,1 1 0,4 11 0,-2-3 31,-1 0 0,-1 1 0,0 0 0,-2 0 0,0 0 0,0 0 0,-2 1 0,0-1 1,-1 1-1,-3 24 0,-1-16-275,0 0 0,-2-1 0,-1 1 0,-2-1 1,0-1-1,-15 30 0,7-23-6582</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19.438"/>
    </inkml:context>
    <inkml:brush xml:id="br0">
      <inkml:brushProperty name="width" value="0.05" units="cm"/>
      <inkml:brushProperty name="height" value="0.05" units="cm"/>
      <inkml:brushProperty name="color" value="#FFFFFF"/>
    </inkml:brush>
  </inkml:definitions>
  <inkml:trace contextRef="#ctx0" brushRef="#br0">18 293 24575,'2'3'0,"-1"-1"0,1 1 0,0 0 0,-1 0 0,1-1 0,-1 1 0,0 0 0,0 0 0,0 0 0,-1 1 0,2 4 0,0 41 0,-2-23 0,49 332 0,-28-229 0,-20-110 0,-7-24 0,-7-30 0,-58-300 0,62 263 0,3 0 0,5-126 0,2 181 0,0-1 0,2 1 0,0-1 0,1 1 0,1 0 0,9-21 0,-12 34 0,0 1 0,0-1 0,0 0 0,1 0 0,-1 1 0,1 0 0,0-1 0,0 1 0,0 0 0,0 0 0,1 1 0,-1-1 0,5-2 0,-5 4 0,1 0 0,-1 0 0,1 0 0,-1 0 0,1 0 0,0 1 0,-1 0 0,1 0 0,0 0 0,-1 0 0,1 0 0,-1 1 0,1-1 0,0 1 0,-1 0 0,1 0 0,-1 0 0,4 2 0,3 2 0,1 0 0,-1 1 0,0 0 0,-1 1 0,1 0 0,-1 0 0,-1 1 0,1 0 0,-2 1 0,1 0 0,-1 0 0,0 0 0,-1 1 0,0 0 0,0 0 0,-1 1 0,-1 0 0,4 13 0,-4-14 0,-2 1 0,0-1 0,0 1 0,0 0 0,-2-1 0,1 1 0,-1 0 0,-1 0 0,0 0 0,-1-1 0,0 1 0,0-1 0,-1 1 0,0-1 0,-1 0 0,0 0 0,-1 0 0,0-1 0,-11 16 0,5-12-151,-1 0-1,0-1 0,0 0 0,-1-1 1,-1 0-1,0-1 0,0-1 1,-23 11-1,7-7-6674</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1.527"/>
    </inkml:context>
    <inkml:brush xml:id="br0">
      <inkml:brushProperty name="width" value="0.05" units="cm"/>
      <inkml:brushProperty name="height" value="0.05" units="cm"/>
      <inkml:brushProperty name="color" value="#FFFFFF"/>
    </inkml:brush>
  </inkml:definitions>
  <inkml:trace contextRef="#ctx0" brushRef="#br0">1 95 24575,'4'-7'0,"1"0"0,-1 0 0,0 0 0,0 0 0,-1-1 0,0 1 0,-1-1 0,0 0 0,0 0 0,2-12 0,-4 19 0,-1 4 0,-20 179 0,20-155 0,0 1 0,2-1 0,1 1 0,9 44 0,-9-65 0,0 1 0,0-1 0,1 0 0,0 0 0,0 0 0,1 0 0,-1-1 0,2 1 0,5 7 0,-8-13 0,-1 1 0,1 0 0,0 0 0,0-1 0,0 1 0,1-1 0,-1 0 0,0 1 0,0-1 0,1 0 0,-1 0 0,1-1 0,-1 1 0,1 0 0,-1-1 0,1 1 0,-1-1 0,1 0 0,0 0 0,-1 0 0,1 0 0,-1-1 0,1 1 0,-1-1 0,1 1 0,-1-1 0,1 0 0,-1 0 0,0 0 0,5-2 0,1-2 0,0-1 0,-1 0 0,1 0 0,-1 0 0,0-1 0,0 0 0,-1 0 0,0 0 0,9-15 0,-2 0 0,-1 0 0,13-36 0,-13 29 0,-4 10 0,0 0 0,-1 0 0,-1-1 0,-1 0 0,2-20 0,-21 79 0,5-5 0,-10 39 0,3 0 0,-9 104 0,25-164-273,0 0 0,0-1 0,1 1 0,4 15 0,2-2-6553</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1.933"/>
    </inkml:context>
    <inkml:brush xml:id="br0">
      <inkml:brushProperty name="width" value="0.05" units="cm"/>
      <inkml:brushProperty name="height" value="0.05" units="cm"/>
      <inkml:brushProperty name="color" value="#FFFFFF"/>
    </inkml:brush>
  </inkml:definitions>
  <inkml:trace contextRef="#ctx0" brushRef="#br0">95 0 24575,'-4'0'0,"1"0"0,-1 0 0,1 1 0,-1-1 0,1 1 0,-1-1 0,1 1 0,0 0 0,0 1 0,-1-1 0,1 0 0,0 1 0,0 0 0,0 0 0,0 0 0,1 0 0,-4 2 0,3 0 0,0 0 0,1 0 0,-1 0 0,1 0 0,-1 1 0,1-1 0,0 1 0,1-1 0,-1 1 0,1 0 0,-1 8 0,-1 9 0,0 0 0,2 1 0,1-1 0,0 1 0,7 39 0,-4-47 0,0 1 0,1-1 0,1 0 0,0 0 0,2-1 0,-1 1 0,2-1 0,-1-1 0,11 14 0,-16-24 0,1 0 0,-1 0 0,1 0 0,-1-1 0,1 1 0,0-1 0,0 1 0,0-1 0,0 0 0,1 0 0,-1 0 0,1-1 0,-1 1 0,1-1 0,-1 0 0,1 0 0,0 0 0,-1 0 0,1-1 0,0 0 0,0 1 0,0-1 0,0-1 0,-1 1 0,1 0 0,0-1 0,0 0 0,-1 0 0,1 0 0,0 0 0,-1-1 0,0 1 0,5-3 0,1-2 0,0 0 0,1 0 0,-2-1 0,1-1 0,-1 1 0,0-1 0,-1 0 0,0-1 0,0 0 0,7-13 0,-3 2 0,-1 0 0,-1 0 0,8-28 0,-13 36 0,-1-1 0,0 0 0,-1 0 0,-1 0 0,0 0 0,-1-24 0,0 37 0,0-1 0,0 0 0,0 1 0,0-1 0,0 0 0,0 1 0,0-1 0,0 0 0,0 1 0,0-1 0,0 0 0,0 1 0,-1-1 0,1 0 0,0 1 0,-1-1 0,1 1 0,0-1 0,-1 1 0,1-1 0,0 1 0,-1-1 0,1 1 0,-1-1 0,1 1 0,-1-1 0,1 1 0,-2-1 0,1 2 0,1-1 0,-1 0 0,0 1 0,0-1 0,0 1 0,1-1 0,-1 1 0,0 0 0,0-1 0,1 1 0,-1 0 0,1-1 0,-1 1 0,0 0 0,1 0 0,-1 1 0,-20 40 0,20-41 0,-10 28 0,-10 35 0,17-52 0,2 1 0,-1-1 0,2 1 0,-1 0 0,2 20 0,4-10-1365,3-5-5461</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3.134"/>
    </inkml:context>
    <inkml:brush xml:id="br0">
      <inkml:brushProperty name="width" value="0.05" units="cm"/>
      <inkml:brushProperty name="height" value="0.05" units="cm"/>
      <inkml:brushProperty name="color" value="#FFFFFF"/>
    </inkml:brush>
  </inkml:definitions>
  <inkml:trace contextRef="#ctx0" brushRef="#br0">36 135 24575,'-4'-5'0,"0"-1"0,0 0 0,1 0 0,0 0 0,0 0 0,0 0 0,0-1 0,1 0 0,0 1 0,1-1 0,-1 0 0,2 0 0,-2-10 0,13 40 0,-1 29 0,-2 1 0,1 76 0,-9 107 0,-2-124 0,36-735 0,-32 605 0,-2 26 0,-4 30 0,-7 97 0,9 196 0,2-319 0,1 1 0,1 0 0,0-1 0,4 15 0,-6-27 0,0 0 0,0 0 0,0 0 0,1 0 0,-1 0 0,0 0 0,0 0 0,0 0 0,0 0 0,0 0 0,0 0 0,0 0 0,0 0 0,0 0 0,0 0 0,0 0 0,0 0 0,0 0 0,1 0 0,-1 0 0,0 0 0,0 0 0,0 0 0,0 0 0,0 0 0,0 0 0,0 0 0,0 0 0,0 0 0,0 0 0,0 0 0,0 0 0,1 0 0,-1 0 0,0 0 0,0 0 0,0 0 0,0 0 0,0 0 0,0 0 0,0 0 0,0 0 0,0 0 0,0 0 0,0 0 0,0 1 0,0-1 0,0 0 0,0 0 0,0 0 0,0 0 0,0 0 0,0 0 0,0 0 0,0 0 0,0 0 0,0 0 0,0 0 0,0 0 0,0 1 0,0-1 0,3-11 0,-1-15 0,6-117 0,1-37 0,-12 158 0,3 22 0,-1 0 0,1 0 0,0 0 0,0 0 0,0 0 0,0-1 0,0 1 0,0 0 0,0 0 0,0 0 0,0 0 0,-1 0 0,1 0 0,0 0 0,0 0 0,0 0 0,0 0 0,0-1 0,-1 1 0,1 0 0,0 0 0,0 0 0,0 0 0,0 0 0,0 0 0,0 0 0,-1 0 0,1 0 0,0 0 0,0 0 0,0 0 0,0 0 0,0 1 0,-1-1 0,1 0 0,0 0 0,0 0 0,0 0 0,0 0 0,0 0 0,0 0 0,-1 0 0,1 0 0,0 0 0,0 0 0,0 1 0,0-1 0,0 0 0,0 0 0,0 0 0,0 0 0,0 0 0,0 0 0,0 1 0,-1-1 0,1 0 0,-2 4 0,0 0 0,0 1 0,0-1 0,1 1 0,-2 8 0,-3 20-455,2 0 0,0 34 0,3-37-6371</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3.818"/>
    </inkml:context>
    <inkml:brush xml:id="br0">
      <inkml:brushProperty name="width" value="0.05" units="cm"/>
      <inkml:brushProperty name="height" value="0.05" units="cm"/>
      <inkml:brushProperty name="color" value="#FFFFFF"/>
    </inkml:brush>
  </inkml:definitions>
  <inkml:trace contextRef="#ctx0" brushRef="#br0">4 83 24575,'0'-3'0,"0"-4"0,0-5 0,0-2 0,0-2 0,0-2 0,-4 5 0</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4.226"/>
    </inkml:context>
    <inkml:brush xml:id="br0">
      <inkml:brushProperty name="width" value="0.05" units="cm"/>
      <inkml:brushProperty name="height" value="0.05" units="cm"/>
      <inkml:brushProperty name="color" value="#FFFFFF"/>
    </inkml:brush>
  </inkml:definitions>
  <inkml:trace contextRef="#ctx0" brushRef="#br0">0 9 24575,'3'0'0,"1"-4"0,3 0 0,4 3 0,-1 5 0,-1 8 0,0 8 0,-1 7 0,-2 9 0,-1 9 0,0 8 0,0 3 0,-1 2 0,-1-3 0,-1-1 0,-1-7 0,-1-5 0,0-10-8191</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4.829"/>
    </inkml:context>
    <inkml:brush xml:id="br0">
      <inkml:brushProperty name="width" value="0.05" units="cm"/>
      <inkml:brushProperty name="height" value="0.05" units="cm"/>
      <inkml:brushProperty name="color" value="#FFFFFF"/>
    </inkml:brush>
  </inkml:definitions>
  <inkml:trace contextRef="#ctx0" brushRef="#br0">21 152 24575,'-2'3'0,"0"-1"0,0 1 0,0 0 0,1 0 0,-1 0 0,1 0 0,0 0 0,0 0 0,0 0 0,0 1 0,0-1 0,0 5 0,-1 46 0,3-36 0,-2 45 0,3 0 0,3 0 0,19 95 0,-23-155 0,-1 0 0,1 0 0,0-1 0,0 1 0,0-1 0,0 1 0,0-1 0,3 4 0,-4-5 0,1-1 0,-1 0 0,0 0 0,0 0 0,0 0 0,0 0 0,0 0 0,0 0 0,1 0 0,-1 1 0,0-1 0,0 0 0,0 0 0,0 0 0,0 0 0,1 0 0,-1 0 0,0 0 0,0 0 0,0 0 0,0 0 0,1 0 0,-1 0 0,0 0 0,0 0 0,0 0 0,0 0 0,0 0 0,1 0 0,-1 0 0,0 0 0,0-1 0,0 1 0,0 0 0,0 0 0,1 0 0,-1 0 0,0 0 0,0 0 0,0 0 0,0 0 0,0-1 0,0 1 0,0 0 0,5-17 0,0-52 0,-3 0 0,-8-88 0,-22-35 0,15 119 0,13 69 0,-1 0 0,1 0 0,-1 0 0,1 1 0,0-1 0,1 0 0,-1 0 0,1 0 0,1-6 0,-1 9 0,-1-1 0,1 1 0,-1 0 0,1 0 0,0 0 0,0 0 0,0 0 0,0 0 0,-1 0 0,1 0 0,0 0 0,0 0 0,1 1 0,-1-1 0,0 0 0,0 1 0,0-1 0,0 1 0,1-1 0,-1 1 0,0 0 0,1-1 0,-1 1 0,0 0 0,0 0 0,1 0 0,-1 0 0,0 0 0,1 0 0,1 1 0,15 2 0,0 1 0,-1 1 0,0 1 0,19 9 0,-5-3 0,-25-9 0,17 5 0,28 16 0,-46-21 0,0 0 0,0 0 0,-1 0 0,1 1 0,-1-1 0,0 1 0,1 0 0,-2 0 0,1 1 0,0-1 0,4 9 0,-7-11 0,0 1 0,0-1 0,0 1 0,-1-1 0,1 1 0,-1-1 0,1 1 0,-1 0 0,0-1 0,0 1 0,0 0 0,-1-1 0,1 1 0,0-1 0,-1 1 0,0 0 0,0-1 0,1 1 0,-2-1 0,1 0 0,0 1 0,0-1 0,-1 0 0,1 0 0,-1 0 0,0 0 0,-2 3 0,-6 4 0,0 0 0,-1 0 0,0-1 0,-15 8 0,-3 3 0,28-18 0,-1 0 0,1 1 0,0-1 0,-1 0 0,1 0 0,0 1 0,0-1 0,0 1 0,0-1 0,0 1 0,0 0 0,-1 1 0,2-2 0,0-1 0,0 1 0,0 0 0,0 0 0,0 0 0,0-1 0,0 1 0,0 0 0,0 0 0,0-1 0,0 1 0,0 0 0,0 0 0,1-1 0,-1 1 0,0 0 0,1 0 0,-1-1 0,0 1 0,1 0 0,2 2 0,0 0 0,0-1 0,0 1 0,0-1 0,1 0 0,-1 0 0,1 0 0,-1 0 0,7 1 0,59 23 0,39 15 0,-95-35 0,-1 1 0,0 0 0,0 0 0,-1 1 0,0 1 0,11 11 0,-20-19 0,0 1 0,0 0 0,0 0 0,0 0 0,-1 0 0,1 0 0,-1 1 0,1-1 0,-1 0 0,0 1 0,0-1 0,0 1 0,0-1 0,-1 1 0,1 0 0,-1-1 0,1 1 0,-1 0 0,0-1 0,0 1 0,0 0 0,0-1 0,-1 1 0,1 0 0,-1-1 0,1 1 0,-1-1 0,0 1 0,0-1 0,0 1 0,0-1 0,-1 0 0,1 1 0,-1-1 0,1 0 0,-1 0 0,0 0 0,0 0 0,0 0 0,-2 1 0,-7 6 0,-1 0 0,1-1 0,-1-1 0,-1 0 0,0 0 0,-20 6 0,-62 19-1365,-4-4-5461</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7.614"/>
    </inkml:context>
    <inkml:brush xml:id="br0">
      <inkml:brushProperty name="width" value="0.05" units="cm"/>
      <inkml:brushProperty name="height" value="0.05" units="cm"/>
      <inkml:brushProperty name="color" value="#FFFFFF"/>
    </inkml:brush>
  </inkml:definitions>
  <inkml:trace contextRef="#ctx0" brushRef="#br0">56 541 24575,'0'-2'0,"-1"0"0,1 1 0,0-1 0,-1 0 0,1 0 0,-1 1 0,0-1 0,1 0 0,-1 1 0,0-1 0,0 1 0,0-1 0,0 1 0,0 0 0,0-1 0,-1 1 0,1 0 0,0 0 0,-1 0 0,1 0 0,-1 0 0,-2-2 0,2 2 0,-1 0 0,1-1 0,0 0 0,0 1 0,0-1 0,0 0 0,0 0 0,1 0 0,-1 0 0,1-1 0,-3-2 0,2-2 0,1 1 0,-1 0 0,1 0 0,1-1 0,-1 1 0,1 0 0,0-1 0,1 1 0,-1 0 0,1-1 0,0 1 0,1 0 0,0 0 0,0 0 0,3-6 0,3-8 0,1 0 0,2 1 0,13-19 0,-7 13 0,2 1 0,0 0 0,2 2 0,1 0 0,0 2 0,2 0 0,0 2 0,40-24 0,-45 32 0,0 1 0,0 1 0,1 0 0,0 1 0,33-6 0,-38 11 0,0 0 0,0 1 0,0 0 0,0 1 0,0 1 0,0 1 0,0 0 0,22 6 0,-24-4 17,0 1 0,0 1 0,0 0 1,0 0-1,-1 1 0,0 1 0,-1 0 0,0 0 0,20 20 0,-17-13 7,-2 1 1,1-1-1,-2 2 0,0 0 1,-1 0-1,10 27 1,-7-10-239,-1 1 1,-2 0 0,-2 1-1,-1 0 1,-1 0 0,-3 1-1,0 45 1,-4-58-6613</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7.957"/>
    </inkml:context>
    <inkml:brush xml:id="br0">
      <inkml:brushProperty name="width" value="0.05" units="cm"/>
      <inkml:brushProperty name="height" value="0.05" units="cm"/>
      <inkml:brushProperty name="color" value="#FFFFFF"/>
    </inkml:brush>
  </inkml:definitions>
  <inkml:trace contextRef="#ctx0" brushRef="#br0">1 15 24575,'-1'8'0,"1"-8"0,0 1 0,0-1 0,0 1 0,0-1 0,0 1 0,0-1 0,0 1 0,0-1 0,0 0 0,0 1 0,0-1 0,1 1 0,-1-1 0,0 1 0,0-1 0,0 0 0,1 1 0,-1-1 0,0 1 0,0-1 0,1 0 0,-1 1 0,0-1 0,1 0 0,-1 1 0,0-1 0,1 0 0,-1 0 0,1 1 0,-1-1 0,0 0 0,1 0 0,-1 0 0,1 0 0,0 1 0,74 55 0,43 28 0,-107-78 0,0 1 0,1-1 0,-1-1 0,16 6 0,-23-10 0,-1 0 0,1 0 0,0-1 0,-1 1 0,1-1 0,0 0 0,0 0 0,-1 0 0,1 0 0,0-1 0,0 1 0,-1-1 0,1 0 0,0 0 0,-1 0 0,1-1 0,-1 1 0,0-1 0,4-2 0,2-3 0,-1 0 0,0-1 0,0 0 0,-1 0 0,0 0 0,-1-1 0,8-12 0,1-7 0,15-36 0,-21 40 342,-7 15-684,-8 14-1023,-1 6-5461</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8.362"/>
    </inkml:context>
    <inkml:brush xml:id="br0">
      <inkml:brushProperty name="width" value="0.05" units="cm"/>
      <inkml:brushProperty name="height" value="0.05" units="cm"/>
      <inkml:brushProperty name="color" value="#FFFFFF"/>
    </inkml:brush>
  </inkml:definitions>
  <inkml:trace contextRef="#ctx0" brushRef="#br0">473 179 24575,'0'-2'0,"-1"0"0,1-1 0,-1 1 0,0 0 0,0 0 0,0-1 0,0 1 0,0 0 0,0 0 0,0 0 0,-1 0 0,1 0 0,-1 1 0,1-1 0,-3-2 0,-30-21 0,24 20 0,0 1 0,0 0 0,-1 0 0,1 1 0,-1 0 0,-19-2 0,-69-1 0,33 4 0,29 0 0,19 1 0,0 0 0,0-1 0,-33-8 0,50 10 0,0 0 0,0 0 0,0-1 0,0 1 0,0 0 0,0-1 0,0 1 0,0-1 0,0 1 0,0-1 0,0 1 0,1-1 0,-1 0 0,0 0 0,0 1 0,0-1 0,1 0 0,-1 0 0,0 0 0,1 0 0,-1 1 0,1-1 0,-1 0 0,1 0 0,-1-2 0,1 2 0,1 0 0,-1 0 0,0-1 0,0 1 0,1 0 0,-1 0 0,1 0 0,-1 0 0,1 0 0,0 0 0,-1 0 0,1 0 0,0 0 0,0 0 0,0 0 0,0 0 0,-1 0 0,2 0 0,3-3 0,0 1 0,0-1 0,0 1 0,1 0 0,-1 1 0,1-1 0,10-2 0,-14 4 0,0 1 0,1 0 0,-1 0 0,0 0 0,0 0 0,0 0 0,0 0 0,0 0 0,0 1 0,0-1 0,0 1 0,0-1 0,0 1 0,0 0 0,0 0 0,-1 0 0,1 0 0,0 0 0,0 0 0,-1 0 0,1 1 0,-1-1 0,1 0 0,-1 1 0,0-1 0,1 1 0,-1 0 0,0 0 0,0-1 0,0 1 0,0 0 0,-1 0 0,1 0 0,0 0 0,-1 0 0,1 2 0,2 10 0,-1-1 0,-1 0 0,0 1 0,-1 19 0,0-19 0,-3 87 0,0-49 0,2 0 0,8 57 0,7-45-1365,-6-41-5461</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28.734"/>
    </inkml:context>
    <inkml:brush xml:id="br0">
      <inkml:brushProperty name="width" value="0.05" units="cm"/>
      <inkml:brushProperty name="height" value="0.05" units="cm"/>
      <inkml:brushProperty name="color" value="#FFFFFF"/>
    </inkml:brush>
  </inkml:definitions>
  <inkml:trace contextRef="#ctx0" brushRef="#br0">75 46 24575,'-8'-9'0,"5"6"0,0 0 0,0-1 0,0 1 0,0 1 0,-1-1 0,1 0 0,-1 1 0,0 0 0,0 0 0,0 0 0,0 0 0,0 0 0,-8-1 0,12 3 0,-1 0 0,1 0 0,0 0 0,-1 0 0,1 0 0,0 0 0,-1 0 0,1 0 0,0 0 0,0 0 0,-1 0 0,1 0 0,0 0 0,-1 0 0,1 0 0,0 1 0,-1-1 0,1 0 0,0 0 0,0 0 0,-1 0 0,1 1 0,0-1 0,0 0 0,0 0 0,-1 1 0,1-1 0,0 0 0,0 0 0,0 1 0,0-1 0,-1 0 0,1 1 0,0-1 0,0 1 0,3 13 0,14 16 0,-16-28 0,23 32 0,1-2 0,2 0 0,1-1 0,1-2 0,2-1 0,0-1 0,2-2 0,60 35 0,-82-54 0,1 0 0,-1-1 0,1 0 0,0-1 0,0 0 0,0-1 0,1 0 0,-1-1 0,1-1 0,17 1 0,-19-3 0,0 0 0,0-1 0,0 0 0,0 0 0,-1-1 0,1-1 0,-1 0 0,1 0 0,-1-1 0,-1 0 0,1-1 0,9-7 0,0-2 0,-1 0 0,0-2 0,-1 0 0,-1-2 0,-1 1 0,25-40 0,-37 48-1365</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0.605"/>
    </inkml:context>
    <inkml:brush xml:id="br0">
      <inkml:brushProperty name="width" value="0.05" units="cm"/>
      <inkml:brushProperty name="height" value="0.05" units="cm"/>
      <inkml:brushProperty name="color" value="#FFFFFF"/>
    </inkml:brush>
  </inkml:definitions>
  <inkml:trace contextRef="#ctx0" brushRef="#br0">512 51 24575,'-3'0'0,"0"-1"0,1 0 0,-1 1 0,0-1 0,0 0 0,0-1 0,1 1 0,-1 0 0,1-1 0,-1 1 0,1-1 0,-1 0 0,1 0 0,-4-4 0,3 3 0,0 0 0,-1 0 0,0 0 0,0 0 0,0 1 0,-6-3 0,4 3 0,0 1 0,0 0 0,-1 0 0,1 1 0,0-1 0,-1 1 0,1 1 0,-1-1 0,1 1 0,0 0 0,0 1 0,-1-1 0,-8 5 0,-11 5 0,-41 23 0,57-29 0,-16 10 0,0 1 0,1 1 0,-30 26 0,44-32 0,-1 0 0,1 1 0,1 0 0,0 1 0,1 0 0,1 0 0,-1 1 0,-5 15 0,12-26 0,1 1 0,-1 0 0,1 0 0,0 0 0,0 0 0,0 0 0,0 0 0,1 1 0,0-1 0,0 0 0,0 0 0,0 0 0,1 0 0,-1 1 0,1-1 0,0 0 0,0 0 0,1 0 0,-1 0 0,1-1 0,0 1 0,0 0 0,0-1 0,1 1 0,-1-1 0,1 0 0,0 0 0,-1 0 0,1 0 0,1 0 0,-1 0 0,0-1 0,1 0 0,-1 1 0,1-2 0,0 1 0,0 0 0,6 1 0,6 2-170,0 0-1,0-2 0,1 0 1,-1-1-1,1 0 0,0-2 1,17 0-1,17-3-6655</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0.962"/>
    </inkml:context>
    <inkml:brush xml:id="br0">
      <inkml:brushProperty name="width" value="0.05" units="cm"/>
      <inkml:brushProperty name="height" value="0.05" units="cm"/>
      <inkml:brushProperty name="color" value="#FFFFFF"/>
    </inkml:brush>
  </inkml:definitions>
  <inkml:trace contextRef="#ctx0" brushRef="#br0">1 525 24575,'0'-2'0,"0"1"0,0-1 0,0 1 0,0-1 0,1 1 0,-1-1 0,0 1 0,1-1 0,-1 1 0,1-1 0,0 1 0,0-1 0,-1 1 0,3-2 0,-3 3 0,0 0 0,0-1 0,0 1 0,1 0 0,-1 0 0,0 0 0,0 0 0,0 0 0,1-1 0,-1 1 0,0 0 0,0 0 0,0 0 0,1 0 0,-1 0 0,0 0 0,0 0 0,1 0 0,-1 0 0,0 0 0,0 0 0,0 0 0,1 0 0,-1 0 0,0 0 0,0 0 0,1 0 0,-1 0 0,0 0 0,0 1 0,1-1 0,5 12 0,10 63 0,8 93 0,-12-76 0,-7-158 0,1 5 0,-1-174 0,8-96 0,-12 328 0,-1-9 0,1 0 0,1 0 0,0 0 0,1 0 0,1 1 0,-1-1 0,2 1 0,-1 0 0,9-14 0,-12 24 0,0-1 0,1 1 0,-1-1 0,0 1 0,1-1 0,-1 1 0,0 0 0,1 0 0,0 0 0,-1 0 0,1 0 0,0 0 0,-1 0 0,1 0 0,0 1 0,0-1 0,0 1 0,0-1 0,-1 1 0,1 0 0,0 0 0,0-1 0,0 1 0,0 1 0,0-1 0,0 0 0,0 0 0,0 1 0,-1-1 0,1 1 0,0 0 0,0-1 0,0 1 0,-1 0 0,1 0 0,0 0 0,1 2 0,6 3 0,-1 1 0,0 0 0,0 0 0,0 1 0,7 10 0,13 19-1365,-3 0-5461</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1.117"/>
    </inkml:context>
    <inkml:brush xml:id="br0">
      <inkml:brushProperty name="width" value="0.05" units="cm"/>
      <inkml:brushProperty name="height" value="0.05" units="cm"/>
      <inkml:brushProperty name="color" value="#FFFFFF"/>
    </inkml:brush>
  </inkml:definitions>
  <inkml:trace contextRef="#ctx0" brushRef="#br0">17 113 24575,'-3'-3'0,"-1"-4"0,0-4 0,1-3 0,0-3 0,5-1 0,5 2 0,4 4 0,3 4 0,6 4 0,8 2 0,0 1-8191</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1.604"/>
    </inkml:context>
    <inkml:brush xml:id="br0">
      <inkml:brushProperty name="width" value="0.05" units="cm"/>
      <inkml:brushProperty name="height" value="0.05" units="cm"/>
      <inkml:brushProperty name="color" value="#FFFFFF"/>
    </inkml:brush>
  </inkml:definitions>
  <inkml:trace contextRef="#ctx0" brushRef="#br0">363 127 24575,'2'-1'0,"0"1"0,0-1 0,-1 1 0,1-1 0,0 0 0,-1 0 0,1 0 0,0 0 0,-1 0 0,1 0 0,-1 0 0,0 0 0,1-1 0,-1 1 0,0-1 0,0 1 0,2-4 0,0 1 0,0 0 0,-1 0 0,1-1 0,-1 0 0,2-6 0,-3 9 0,-1 0 0,0 0 0,1 0 0,-1 0 0,0 0 0,0-1 0,0 1 0,0 0 0,-1 0 0,1 0 0,-1 0 0,1 0 0,-1 0 0,0 0 0,1 0 0,-1 0 0,0 0 0,0 0 0,-1 0 0,1 1 0,0-1 0,0 0 0,-1 1 0,1-1 0,-1 1 0,0-1 0,1 1 0,-1 0 0,0 0 0,0 0 0,0 0 0,0 0 0,0 0 0,0 0 0,-3 0 0,-3-2 0,-1 1 0,1 0 0,-1 0 0,0 1 0,0 1 0,0-1 0,-12 2 0,-3 2 0,1 0 0,-1 2 0,1 1 0,0 1 0,1 1 0,0 1 0,0 0 0,0 2 0,-21 15 0,39-24 0,1 0 0,0 1 0,0 0 0,0-1 0,0 1 0,0 0 0,1 0 0,-1 1 0,1-1 0,0 1 0,0-1 0,0 1 0,0-1 0,1 1 0,-2 6 0,3-7 0,-1 0 0,1 0 0,0 0 0,0 0 0,1-1 0,-1 1 0,1 0 0,-1 0 0,1 0 0,0 0 0,0 0 0,0-1 0,1 1 0,-1 0 0,1-1 0,-1 1 0,1-1 0,0 0 0,0 0 0,0 1 0,4 2 0,10 9 0,0-2 0,1 0 0,0 0 0,23 10 0,81 32 0,-44-21 0,-49-20 0,-2-2 0,-1 1 0,0 1 0,41 29 0,-64-41 0,0 1 0,-1-1 0,1 1 0,-1-1 0,1 1 0,-1-1 0,1 1 0,-1 0 0,0 0 0,0 0 0,0-1 0,0 1 0,0 0 0,0 0 0,-1 1 0,1-1 0,-1 0 0,1 3 0,-1-3 0,0 0 0,-1 0 0,1 0 0,-1-1 0,1 1 0,-1 0 0,0-1 0,0 1 0,0 0 0,0-1 0,0 1 0,0-1 0,0 0 0,0 1 0,-1-1 0,1 0 0,0 0 0,-1 1 0,1-1 0,-1 0 0,1-1 0,-3 2 0,-8 4 0,0 0 0,-1-1 0,0-1 0,0 0 0,0-1 0,-24 3 0,13-4 0,-1-1 0,-44-3 0,51 0-273,0-1 0,1-1 0,-1 0 0,-20-9 0,-9-7-6553</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1.932"/>
    </inkml:context>
    <inkml:brush xml:id="br0">
      <inkml:brushProperty name="width" value="0.05" units="cm"/>
      <inkml:brushProperty name="height" value="0.05" units="cm"/>
      <inkml:brushProperty name="color" value="#FFFFFF"/>
    </inkml:brush>
  </inkml:definitions>
  <inkml:trace contextRef="#ctx0" brushRef="#br0">277 90 24575,'1'0'0,"0"0"0,1-1 0,-1 1 0,0-1 0,1 0 0,-1 1 0,0-1 0,0 0 0,0 0 0,0 0 0,0 0 0,0 1 0,0-2 0,0 1 0,0 0 0,0 0 0,0 0 0,-1 0 0,1 0 0,0-1 0,-1 1 0,1 0 0,0-3 0,0 2 0,-1 1 0,1-1 0,-1 0 0,1 1 0,-1-1 0,0 0 0,1 0 0,-1 1 0,0-1 0,0 0 0,0 0 0,0 1 0,-1-1 0,1 0 0,0 0 0,-1 1 0,1-1 0,-2-2 0,-1 1 0,0 0 0,-1 0 0,1 1 0,0-1 0,-1 1 0,0 0 0,1 0 0,-1 0 0,0 1 0,0-1 0,0 1 0,0 0 0,0 0 0,0 0 0,0 1 0,-7-1 0,-1 1 0,1 0 0,0 0 0,-1 1 0,-21 5 0,25-3 0,-1 0 0,1 0 0,-1 0 0,1 1 0,0 1 0,0-1 0,1 1 0,-1 1 0,1-1 0,0 1 0,1 0 0,-1 1 0,1 0 0,1 0 0,-1 0 0,-6 12 0,8-12 0,1-1 0,0 1 0,0 0 0,1 0 0,0 0 0,0 0 0,1 0 0,0 1 0,0-1 0,0 0 0,1 1 0,0-1 0,1 0 0,0 1 0,0-1 0,0 0 0,1 0 0,0 0 0,0 0 0,6 12 0,-1-8-114,-1 0 1,2 0-1,-1-1 0,1 0 0,1-1 1,0 0-1,0 0 0,1-1 0,0 0 1,0-1-1,21 12 0,7-1-6712</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2.595"/>
    </inkml:context>
    <inkml:brush xml:id="br0">
      <inkml:brushProperty name="width" value="0.05" units="cm"/>
      <inkml:brushProperty name="height" value="0.05" units="cm"/>
      <inkml:brushProperty name="color" value="#FFFFFF"/>
    </inkml:brush>
  </inkml:definitions>
  <inkml:trace contextRef="#ctx0" brushRef="#br0">420 530 24575,'-1'-3'0,"0"1"0,-1-1 0,1 1 0,-1 0 0,0-1 0,0 1 0,1 0 0,-1 0 0,-1 0 0,1 0 0,0 1 0,0-1 0,-1 1 0,-2-2 0,0-1 0,-12-8 0,-1 1 0,0 0 0,-31-13 0,42 21 0,1 1 0,-1 0 0,0 0 0,0 0 0,0 1 0,0 0 0,0 0 0,0 1 0,0 0 0,0 0 0,0 1 0,0 0 0,0 0 0,-11 3 0,4 2 0,1 0 0,-1 1 0,1 0 0,0 1 0,1 1 0,-22 18 0,29-23 0,1 0 0,-1 0 0,1 1 0,0-1 0,0 1 0,1 0 0,-1 0 0,1 1 0,0-1 0,1 1 0,-1-1 0,1 1 0,0 0 0,1 0 0,-1 0 0,1 0 0,0 0 0,1 0 0,-1 9 0,2-13 0,-1 1 0,1 0 0,0-1 0,0 1 0,0-1 0,0 1 0,0-1 0,0 0 0,0 1 0,1-1 0,-1 0 0,1 0 0,0 0 0,0 0 0,2 2 0,0 0 0,1-1 0,0 0 0,-1 0 0,1-1 0,0 1 0,11 3 0,-3-3 0,0 0 0,0 0 0,0-1 0,0-1 0,18 0 0,-18-1 0,-1-1 0,1-1 0,-1 0 0,0 0 0,1-1 0,20-9 0,-29 11 0,0-1 0,0 0 0,-1 0 0,1 0 0,-1 0 0,1 0 0,-1-1 0,0 1 0,0-1 0,0 0 0,0 0 0,-1 0 0,1-1 0,-1 1 0,0 0 0,0-1 0,0 0 0,0 1 0,-1-1 0,1 0 0,-1 0 0,0 0 0,0 0 0,0-6 0,-2-3 0,-4 13 0,4 1 0,0 0 0,0 1 0,0-1 0,0 0 0,0 1 0,1-1 0,-1 1 0,0-1 0,1 1 0,-1 0 0,1 2 0,-2 6 0,1 1 0,0 0 0,1 0 0,0-1 0,0 1 0,2 0 0,-1 0 0,1-1 0,1 1 0,0-1 0,0 1 0,1-1 0,6 10 0,-8-15 0,0-1 0,1 0 0,-1 0 0,1 0 0,0 0 0,1 0 0,-1 0 0,1-1 0,-1 0 0,1 1 0,0-1 0,0-1 0,1 1 0,-1-1 0,0 1 0,1-1 0,-1 0 0,1-1 0,0 1 0,0-1 0,0 0 0,-1 0 0,1-1 0,0 0 0,0 1 0,0-1 0,0-1 0,0 1 0,0-1 0,8-2 0,1-1 0,0-1 0,-1-1 0,1 0 0,-1-1 0,0 0 0,-1-1 0,0-1 0,12-10 0,-2 0 0,-2-1 0,0-1 0,21-29 0,-26 28 0,0-1 0,-2 0 0,0-1 0,-2-1 0,-1 0 0,0-1 0,-2 1 0,-1-2 0,-2 1 0,0-1 0,-1 0 0,-2 0 0,-1 0 0,-1 0 0,-1 0 0,-2 0 0,0 0 0,-13-43 0,14 61 0,-2 1 0,1 0 0,-1-1 0,0 1 0,0 1 0,-1-1 0,-1 1 0,-10-13 0,14 18 0,1 1 0,-1-1 0,0 1 0,0-1 0,0 1 0,0 0 0,0 0 0,0 0 0,0 0 0,0 0 0,-1 0 0,1 1 0,0-1 0,0 1 0,-1-1 0,-1 1 0,1 0 0,1 1 0,-1-1 0,1 1 0,0 0 0,-1 0 0,1 0 0,0 0 0,0 0 0,0 0 0,0 0 0,0 1 0,0-1 0,0 1 0,0 0 0,0-1 0,1 1 0,-1 0 0,-2 4 0,-3 5 0,0 1 0,0 0 0,1 1 0,1-1 0,0 1 0,1 1 0,0-1 0,1 0 0,-2 23 0,0 12 0,3 67 0,3-74 114,2-1 0,15 77 0,-13-97-304,0-1 0,1-1 1,1 1-1,0-1 0,2 0 1,0-1-1,1 0 1,13 17-1,1-6-6636</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2.999"/>
    </inkml:context>
    <inkml:brush xml:id="br0">
      <inkml:brushProperty name="width" value="0.05" units="cm"/>
      <inkml:brushProperty name="height" value="0.05" units="cm"/>
      <inkml:brushProperty name="color" value="#FFFFFF"/>
    </inkml:brush>
  </inkml:definitions>
  <inkml:trace contextRef="#ctx0" brushRef="#br0">82 162 24575,'-81'0'0,"94"7"0,15 1 0,-11-7 0,1 0 0,0-1 0,-1-1 0,1-1 0,-1-1 0,0 0 0,0-1 0,0-1 0,0 0 0,-1-2 0,1 1 0,-2-2 0,1 0 0,22-17 0,-36 24 0,1-1 0,-1 0 0,0 0 0,0 0 0,1 0 0,-1 0 0,-1 0 0,1 0 0,0-1 0,-1 1 0,1-1 0,-1 1 0,1-1 0,-1 0 0,0 1 0,0-1 0,-1 0 0,2-4 0,-2 5 0,-1 0 0,1 0 0,-1 0 0,1 0 0,-1 0 0,1 1 0,-1-1 0,0 0 0,0 0 0,0 0 0,0 1 0,0-1 0,0 1 0,-1-1 0,1 1 0,0-1 0,-1 1 0,1 0 0,-1-1 0,1 1 0,-1 0 0,0 0 0,0 0 0,1 0 0,-1 1 0,0-1 0,-3-1 0,-3 0 0,-1-1 0,1 1 0,-1 1 0,1-1 0,-1 1 0,0 1 0,1 0 0,-1 0 0,0 0 0,1 1 0,-1 1 0,1-1 0,-1 1 0,1 1 0,0 0 0,0 0 0,0 0 0,0 1 0,0 0 0,-12 10 0,14-10 0,1 0 0,0 0 0,1 1 0,-1-1 0,1 1 0,0 0 0,0 1 0,1-1 0,-1 0 0,1 1 0,0 0 0,1 0 0,0 0 0,-1 0 0,2 0 0,-1 0 0,1 1 0,0-1 0,0 0 0,1 1 0,0-1 0,0 1 0,0-1 0,1 1 0,0-1 0,0 0 0,1 1 0,3 9 0,-2-9 27,0 0-1,0-1 0,1 1 0,0-1 1,0 0-1,1 0 0,-1 0 0,1 0 1,1-1-1,-1 0 0,1 0 0,11 8 1,-6-7-271,0 0 0,0-1 0,1 0 0,-1 0 1,1-2-1,23 5 0,14 0-6582</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3.485"/>
    </inkml:context>
    <inkml:brush xml:id="br0">
      <inkml:brushProperty name="width" value="0.05" units="cm"/>
      <inkml:brushProperty name="height" value="0.05" units="cm"/>
      <inkml:brushProperty name="color" value="#FFFFFF"/>
    </inkml:brush>
  </inkml:definitions>
  <inkml:trace contextRef="#ctx0" brushRef="#br0">309 49 24575,'9'-29'0,"-8"28"0,-1 0 0,1-1 0,0 1 0,-1 0 0,1-1 0,0 1 0,0 0 0,0 0 0,0 0 0,0 0 0,0-1 0,0 2 0,0-1 0,0 0 0,1 0 0,1-1 0,-3 3 0,0-1 0,0 1 0,0 0 0,0-1 0,0 1 0,0 0 0,0-1 0,0 1 0,0-1 0,0 1 0,-1 0 0,1-1 0,0 1 0,0-1 0,-1 1 0,1-1 0,0 1 0,-1-1 0,1 1 0,0-1 0,-1 1 0,1-1 0,-1 1 0,-10 16 0,-34 39 0,-2-1 0,-3-3 0,-58 48 0,83-81 0,20-15 0,-1 0 0,1 0 0,0 0 0,0 0 0,1 1 0,-8 10 0,11-15 0,1 1 0,0 0 0,-1 0 0,1 0 0,0 0 0,0 0 0,0 0 0,0 0 0,-1-1 0,1 1 0,0 0 0,1 0 0,-1 0 0,0 0 0,0 0 0,0 0 0,0 0 0,1 0 0,-1 0 0,0-1 0,1 1 0,-1 0 0,1 0 0,-1 0 0,1-1 0,0 1 0,-1 0 0,1-1 0,-1 1 0,1 0 0,0-1 0,0 1 0,-1-1 0,3 1 0,31 18 0,-28-16 0,193 81 0,-108-47 0,-53-22-1365,-4-3-5461</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3.889"/>
    </inkml:context>
    <inkml:brush xml:id="br0">
      <inkml:brushProperty name="width" value="0.05" units="cm"/>
      <inkml:brushProperty name="height" value="0.05" units="cm"/>
      <inkml:brushProperty name="color" value="#FFFFFF"/>
    </inkml:brush>
  </inkml:definitions>
  <inkml:trace contextRef="#ctx0" brushRef="#br0">20 310 24575,'0'0'0,"-1"-1"0,1 0 0,0 0 0,0 0 0,0 1 0,-1-1 0,1 0 0,0 0 0,-1 0 0,1 1 0,0-1 0,-1 0 0,1 1 0,-1-1 0,1 0 0,-1 1 0,1-1 0,-2 0 0,2 1 0,0 0 0,-1 0 0,1 0 0,0 0 0,0-1 0,-1 1 0,1 0 0,0 0 0,-1 0 0,1 0 0,0 0 0,-1 0 0,1 0 0,0 0 0,0 0 0,-1 0 0,1 1 0,0-1 0,0 0 0,-1 0 0,1 0 0,0 0 0,-1 0 0,1 0 0,0 1 0,0-1 0,0 0 0,-1 0 0,1 0 0,0 1 0,0-1 0,0 0 0,-1 0 0,1 0 0,0 1 0,0-1 0,0 0 0,0 0 0,0 1 0,0-1 0,-1 0 0,1 1 0,0-1 0,0 0 0,0 0 0,0 1 0,0-1 0,0 0 0,0 1 0,0-1 0,0 0 0,0 0 0,1 1 0,-1-1 0,-2 27 0,2 0 0,0-1 0,8 46 0,0 8 0,-5 35 0,6-377 0,-2 182 0,24-115 0,-29 190 0,-1-3 0,0-1 0,1 1 0,1 0 0,-1 0 0,1 0 0,1 0 0,0 1 0,0-1 0,0 1 0,10-13 0,-13 19 0,0 0 0,0 0 0,0 0 0,0 1 0,0-1 0,0 0 0,0 1 0,0-1 0,0 1 0,1-1 0,-1 1 0,0-1 0,0 1 0,0 0 0,1 0 0,-1 0 0,0-1 0,0 1 0,1 0 0,-1 1 0,0-1 0,0 0 0,0 0 0,1 0 0,-1 1 0,0-1 0,0 1 0,0-1 0,0 1 0,1-1 0,-1 1 0,0 0 0,0-1 0,0 1 0,0 0 0,1 1 0,3 3 0,-1 0 0,0 0 0,0 0 0,-1 0 0,1 1 0,2 6 0,11 26 0,-1 0 0,21 79 0,5 87 0,-39-191 0,16 92-1365,-12-67-5461</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4.014"/>
    </inkml:context>
    <inkml:brush xml:id="br0">
      <inkml:brushProperty name="width" value="0.05" units="cm"/>
      <inkml:brushProperty name="height" value="0.05" units="cm"/>
      <inkml:brushProperty name="color" value="#FFFFFF"/>
    </inkml:brush>
  </inkml:definitions>
  <inkml:trace contextRef="#ctx0" brushRef="#br0">23 89 24575,'-3'-6'0,"-4"-5"0,-2-4 0,5 1 0,9-1 0,10 2 0,11 4 0,2 3-8191</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4.435"/>
    </inkml:context>
    <inkml:brush xml:id="br0">
      <inkml:brushProperty name="width" value="0.05" units="cm"/>
      <inkml:brushProperty name="height" value="0.05" units="cm"/>
      <inkml:brushProperty name="color" value="#FFFFFF"/>
    </inkml:brush>
  </inkml:definitions>
  <inkml:trace contextRef="#ctx0" brushRef="#br0">3 275 24575,'2'-2'0,"-1"0"0,0 0 0,1-1 0,-1 1 0,0 0 0,0 0 0,0 0 0,0-1 0,-1 1 0,1-1 0,0 1 0,-1 0 0,0-1 0,0 1 0,0-1 0,0 1 0,0-1 0,0 1 0,0-1 0,-1 1 0,-1-5 0,2 7 0,0 0 0,0 0 0,-1 0 0,1 0 0,0 0 0,0 0 0,0 0 0,-1 0 0,1 0 0,0 0 0,0 1 0,-1-1 0,1 0 0,0 0 0,0 0 0,0 0 0,0 0 0,-1 0 0,1 1 0,0-1 0,0 0 0,0 0 0,0 0 0,0 0 0,-1 1 0,1-1 0,0 0 0,0 0 0,0 0 0,0 1 0,0-1 0,0 0 0,0 0 0,0 1 0,0-1 0,0 0 0,0 0 0,0 0 0,0 1 0,0-1 0,0 0 0,0 0 0,0 1 0,0-1 0,0 0 0,-3 14 0,-1 52 0,3 0 0,3 0 0,18 117 0,-19-178 0,5 25 0,-6-29 0,0 1 0,1-1 0,-1 0 0,0 0 0,0 0 0,1 0 0,-1 0 0,1 0 0,-1 0 0,1 0 0,-1-1 0,1 1 0,0 0 0,0 0 0,-1 0 0,1 0 0,0-1 0,0 1 0,0 0 0,0-1 0,1 1 0,-1-1 0,-1-1 0,1 1 0,0-1 0,0 0 0,-1 1 0,1-1 0,-1 0 0,1 1 0,0-1 0,-1 0 0,1 0 0,-1 0 0,0 0 0,1 1 0,-1-1 0,0 0 0,1 0 0,-1 0 0,0 0 0,0 0 0,0 0 0,0 0 0,0-1 0,1-1 0,5-33 0,-1 0 0,-2 0 0,-1 0 0,-4-47 0,-26-143 0,19 164 0,7 51 0,1-1 0,0 1 0,0 0 0,2-1 0,-1 1 0,4-19 0,-3 27 0,-1 1 0,1 0 0,0 0 0,0 0 0,0 0 0,0 0 0,0 0 0,0 0 0,1 0 0,-1 0 0,1 0 0,-1 0 0,1 1 0,0-1 0,-1 1 0,4-2 0,-3 2 0,0 0 0,1 0 0,-1 0 0,1 1 0,0-1 0,-1 1 0,1 0 0,0-1 0,-1 1 0,1 0 0,-1 1 0,1-1 0,0 0 0,-1 1 0,1 0 0,-1-1 0,5 3 0,5 2 0,0 0 0,0 1 0,0 0 0,-1 1 0,1 0 0,-2 1 0,18 16 0,-21-18 0,-1 0 0,0 1 0,-1 0 0,1 0 0,-1 0 0,-1 1 0,1 0 0,-1 0 0,-1 0 0,0 0 0,0 0 0,3 15 0,-5-19 14,-1 1 0,0-1-1,0 1 1,0-1 0,0 0-1,-1 1 1,0-1-1,0 1 1,0-1 0,0 0-1,-1 0 1,0 0 0,1 0-1,-2 0 1,1 0 0,0 0-1,-1-1 1,1 1 0,-1-1-1,0 1 1,-1-1 0,1 0-1,0 0 1,-7 4 0,0-1-204,0 0 0,-1-1 1,1 0-1,-1 0 0,0-1 1,0-1-1,-1 0 1,-13 2-1,-8-1-6636</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4.916"/>
    </inkml:context>
    <inkml:brush xml:id="br0">
      <inkml:brushProperty name="width" value="0.05" units="cm"/>
      <inkml:brushProperty name="height" value="0.05" units="cm"/>
      <inkml:brushProperty name="color" value="#FFFFFF"/>
    </inkml:brush>
  </inkml:definitions>
  <inkml:trace contextRef="#ctx0" brushRef="#br0">0 36 24575,'7'-7'0,"0"1"0,0 0 0,0 1 0,11-6 0,-18 10 0,0 1 0,1 0 0,-1 0 0,0 0 0,1 0 0,-1 1 0,0-1 0,1 0 0,-1 0 0,0 0 0,1 0 0,-1 0 0,0 0 0,0 0 0,1 1 0,-1-1 0,0 0 0,1 0 0,-1 0 0,0 1 0,0-1 0,0 0 0,1 0 0,-1 1 0,0-1 0,0 0 0,0 0 0,1 1 0,-1-1 0,0 0 0,0 1 0,0-1 0,0 0 0,0 1 0,0-1 0,0 0 0,0 1 0,0-1 0,0 0 0,0 1 0,2 17 0,-2-16 0,-1 193 0,-2-129 0,3-1 0,10 90 0,-8-148-227,-1 0-1,1 0 1,0 0-1,0 0 1,6 12-1,3-3-6598</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5.214"/>
    </inkml:context>
    <inkml:brush xml:id="br0">
      <inkml:brushProperty name="width" value="0.05" units="cm"/>
      <inkml:brushProperty name="height" value="0.05" units="cm"/>
      <inkml:brushProperty name="color" value="#FFFFFF"/>
    </inkml:brush>
  </inkml:definitions>
  <inkml:trace contextRef="#ctx0" brushRef="#br0">151 225 24575,'-13'-25'0,"-1"0"0,-1 0 0,-1 2 0,-1 0 0,-30-31 0,43 50 0,-17-19 0,21 23 0,-1-1 0,1 1 0,0 0 0,0-1 0,-1 1 0,1 0 0,0-1 0,0 1 0,-1-1 0,1 1 0,0 0 0,0-1 0,0 1 0,0-1 0,0 1 0,0-1 0,0 1 0,0-1 0,0 1 0,0-1 0,0 1 0,0-1 0,0 1 0,0 0 0,0-1 0,0 1 0,0-1 0,0 1 0,1-1 0,-1 1 0,0 0 0,0-1 0,1 1 0,-1-1 0,0 1 0,1 0 0,-1-1 0,0 1 0,1 0 0,-1 0 0,0-1 0,1 1 0,-1 0 0,1 0 0,-1-1 0,0 1 0,1 0 0,-1 0 0,1 0 0,-1 0 0,1 0 0,-1 0 0,1-1 0,17-1 0,0 1 0,-1 1 0,1 0 0,0 1 0,23 4 0,-16-1 0,45 4 0,-1 3 0,-1 4 0,105 36 0,-172-51 0,9 3 0,1 2 0,-1-1 0,-1 1 0,1 0 0,11 9 0,-20-13 0,1 0 0,-1 0 0,1 1 0,-1-1 0,0 0 0,0 1 0,0-1 0,0 0 0,0 1 0,0 0 0,0-1 0,0 1 0,-1-1 0,1 1 0,-1 0 0,1 0 0,-1-1 0,1 1 0,-1 0 0,0 0 0,0 0 0,0-1 0,0 1 0,0 0 0,0 0 0,-1-1 0,1 1 0,-1 0 0,1 0 0,-1-1 0,0 1 0,1 0 0,-1-1 0,0 1 0,0-1 0,0 1 0,0-1 0,0 1 0,-3 1 0,-5 7 0,1-2 0,-2 1 0,1-1 0,-1 0 0,-21 11 0,-61 27 0,53-27 0,-176 94-1365,194-99-5461</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5.633"/>
    </inkml:context>
    <inkml:brush xml:id="br0">
      <inkml:brushProperty name="width" value="0.05" units="cm"/>
      <inkml:brushProperty name="height" value="0.05" units="cm"/>
      <inkml:brushProperty name="color" value="#FFFFFF"/>
    </inkml:brush>
  </inkml:definitions>
  <inkml:trace contextRef="#ctx0" brushRef="#br0">177 47 24575,'0'-45'0,"1"45"0,-1-1 0,0 1 0,1 0 0,-1 0 0,0 0 0,1 0 0,-1 0 0,0 0 0,1 0 0,-1 0 0,1 0 0,-1 0 0,0 0 0,1 0 0,-1 0 0,0 0 0,1 0 0,-1 0 0,0 1 0,1-1 0,-1 0 0,0 0 0,1 0 0,-1 1 0,0-1 0,0 0 0,1 0 0,-1 0 0,0 1 0,0-1 0,1 0 0,-1 1 0,0-1 0,0 1 0,17 14 0,-13-11 0,20 14 0,0-1 0,1-1 0,0-1 0,48 20 0,-43-22 0,-1 1 0,0 2 0,39 28 0,-66-42 0,1 0 0,0 1 0,-1-1 0,0 1 0,0-1 0,1 1 0,-2-1 0,1 1 0,0 0 0,0 0 0,-1 0 0,0 0 0,2 5 0,-3-6 0,1 1 0,-1-1 0,0 1 0,0-1 0,0 0 0,0 1 0,-1-1 0,1 0 0,-1 1 0,1-1 0,-1 0 0,0 0 0,0 1 0,0-1 0,0 0 0,0 0 0,-1 0 0,1 0 0,-1 0 0,-1 1 0,-8 8 0,0 0 0,0-1 0,-1 0 0,-1-1 0,-19 11 0,-74 34 0,75-40 0,-51 24 189,33-17-707,1 2 0,-74 49 0,100-55-6308</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6.224"/>
    </inkml:context>
    <inkml:brush xml:id="br0">
      <inkml:brushProperty name="width" value="0.05" units="cm"/>
      <inkml:brushProperty name="height" value="0.05" units="cm"/>
      <inkml:brushProperty name="color" value="#FFFFFF"/>
    </inkml:brush>
  </inkml:definitions>
  <inkml:trace contextRef="#ctx0" brushRef="#br0">8 20 24575,'-3'0'0,"-1"-3"0,3-1 0,6 0 0,7 1 0,5 0 0,6 2 0,5 0 0,4 1 0,3 0 0,2 0 0,-3 0 0,-4 0 0,-3 0 0,-10 0 0</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6.552"/>
    </inkml:context>
    <inkml:brush xml:id="br0">
      <inkml:brushProperty name="width" value="0.05" units="cm"/>
      <inkml:brushProperty name="height" value="0.05" units="cm"/>
      <inkml:brushProperty name="color" value="#FFFFFF"/>
    </inkml:brush>
  </inkml:definitions>
  <inkml:trace contextRef="#ctx0" brushRef="#br0">0 0 24575,'12'0'0,"0"1"0,-1 0 0,1 0 0,-1 1 0,1 1 0,-1 0 0,18 7 0,-24-8 0,-1 0 0,0 0 0,0 1 0,0-1 0,0 1 0,0 0 0,-1 0 0,1 1 0,-1-1 0,0 1 0,0-1 0,0 1 0,0 0 0,-1 0 0,0 0 0,0 1 0,0-1 0,0 0 0,0 1 0,-1-1 0,0 1 0,0 0 0,1 7 0,-2-4 0,0 1 0,0-1 0,-1 1 0,0 0 0,0-1 0,-1 1 0,0-1 0,-1 0 0,-3 9 0,-5 6 0,-23 37 0,23-43 0,1 1 0,0 0 0,2 0 0,-7 20 0,14-37 7,1 1 0,-1 0 1,1-1-1,-1 1 0,1 0 0,0-1 0,0 1 0,0 0 0,0-1 0,0 1 0,0 0 1,0-1-1,1 1 0,-1 0 0,1-1 0,-1 1 0,1-1 0,-1 1 0,1 0 0,0-1 1,0 0-1,0 1 0,1 1 0,0-1 6,0 0 0,1-1 0,-1 1 0,1-1 1,-1 0-1,1 0 0,-1 1 0,1-1 0,-1-1 0,1 1 0,0 0 0,5 0 1,4 0-299,-1-1 1,1 0-1,0-1 1,0 0-1,16-4 1,5-4-6542</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6.726"/>
    </inkml:context>
    <inkml:brush xml:id="br0">
      <inkml:brushProperty name="width" value="0.05" units="cm"/>
      <inkml:brushProperty name="height" value="0.05" units="cm"/>
      <inkml:brushProperty name="color" value="#FFFFFF"/>
    </inkml:brush>
  </inkml:definitions>
  <inkml:trace contextRef="#ctx0" brushRef="#br0">85 51 24575,'-6'-3'0,"-9"-4"0,-4-1 0,-2-2 0,5 0 0,9 3 0,8 1 0,8 6 0,1 3-8191</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58.065"/>
    </inkml:context>
    <inkml:brush xml:id="br0">
      <inkml:brushProperty name="width" value="0.05" units="cm"/>
      <inkml:brushProperty name="height" value="0.05" units="cm"/>
      <inkml:brushProperty name="color" value="#FFFFFF"/>
    </inkml:brush>
  </inkml:definitions>
  <inkml:trace contextRef="#ctx0" brushRef="#br0">1 231 24575,'0'-11'0,"0"0"0,1 0 0,0 0 0,0 1 0,5-14 0,-5 19 0,1 1 0,0-1 0,1 0 0,-1 1 0,1-1 0,0 1 0,0 0 0,1 0 0,-1 0 0,1 1 0,-1-1 0,1 1 0,6-4 0,-2 1 0,1 1 0,0 0 0,1 0 0,-1 1 0,1 0 0,-1 1 0,1 0 0,0 0 0,1 1 0,-1 1 0,0-1 0,20 2 0,-25 0 0,1 0 0,-1 1 0,0 0 0,1 0 0,-1 0 0,0 1 0,0 0 0,0 0 0,0 0 0,0 0 0,-1 1 0,1 0 0,-1 0 0,1 0 0,-1 1 0,0-1 0,0 1 0,-1 0 0,1 0 0,-1 0 0,0 1 0,0-1 0,0 1 0,-1-1 0,1 1 0,2 8 0,-1 2 0,0 1 0,0 0 0,-2 0 0,2 31 0,-7 70 0,1-55 0,1-2 0,12-111 0,37-97 0,-35 110 0,-10 31 0,9-30 0,1 2 0,2-1 0,35-57 0,-48 90 0,0 0 0,1-1 0,-1 1 0,1 0 0,0 0 0,0 1 0,1-1 0,-1 0 0,0 1 0,8-4 0,-10 6 0,1-1 0,-1 1 0,1-1 0,-1 1 0,1 0 0,-1 0 0,1-1 0,0 1 0,-1 0 0,1 1 0,-1-1 0,1 0 0,-1 0 0,1 1 0,-1-1 0,1 1 0,-1-1 0,1 1 0,-1-1 0,0 1 0,1 0 0,-1 0 0,0 0 0,1 0 0,-1 0 0,0 0 0,0 0 0,0 0 0,0 0 0,0 1 0,1 1 0,5 10 0,0 1 0,0-1 0,-2 2 0,0-1 0,0 0 0,-1 1 0,3 27 0,5 15 0,-7-38 0,17 57 0,-19-68 0,0 0 0,1-1 0,-1 0 0,1 0 0,1 0 0,-1 0 0,8 8 0,-9-13 12,-1 1 1,1-1-1,0 0 0,0 0 0,0-1 0,0 1 1,0 0-1,0-1 0,1 0 0,-1 0 0,0 0 1,1 0-1,-1 0 0,0-1 0,1 1 0,-1-1 0,1 0 1,-1 0-1,1 0 0,-1-1 0,1 1 0,-1-1 1,1 0-1,-1 0 0,0 0 0,0 0 0,7-4 1,-6 3-88,-1 0 1,1 0 0,0-1 0,-1 1 0,0-1-1,0 0 1,0 0 0,0 0 0,0 0 0,0 0-1,-1-1 1,1 1 0,-1-1 0,0 0 0,0 1-1,0-1 1,-1 0 0,0 0 0,1 0 0,-1-1-1,-1 1 1,2-6 0,-3-7-6752</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0.695"/>
    </inkml:context>
    <inkml:brush xml:id="br0">
      <inkml:brushProperty name="width" value="0.05" units="cm"/>
      <inkml:brushProperty name="height" value="0.05" units="cm"/>
      <inkml:brushProperty name="color" value="#FFFFFF"/>
    </inkml:brush>
  </inkml:definitions>
  <inkml:trace contextRef="#ctx0" brushRef="#br0">400 140 24575,'20'-19'0,"-10"10"0,1 0 0,-1-1 0,-1 0 0,0-1 0,0 0 0,10-18 0,-18 28 0,-1 1 0,1-1 0,-1 0 0,1 0 0,-1 0 0,0 0 0,0 1 0,1-1 0,-1 0 0,0 0 0,0 0 0,0 0 0,0 0 0,0 0 0,0 0 0,0 0 0,0 0 0,0 0 0,0 0 0,0 0 0,-1 0 0,1 1 0,0-1 0,-1 0 0,0-2 0,0 3 0,0-1 0,0 0 0,0 0 0,-1 1 0,1-1 0,0 1 0,0-1 0,-1 1 0,1 0 0,0-1 0,-1 1 0,1 0 0,0 0 0,-1 0 0,1 0 0,-2 0 0,-8 1 0,0 0 0,0 1 0,-15 5 0,23-6 0,-47 13 0,-80 34 0,102-35 0,2 1 0,-1 1 0,2 1 0,-31 24 0,48-33 0,1-1 0,0 1 0,0 1 0,1-1 0,0 1 0,0 0 0,1 1 0,-6 10 0,10-17 0,0 1 0,0 0 0,0 0 0,0-1 0,0 1 0,1 0 0,-1 0 0,1 0 0,0 0 0,0 0 0,0 0 0,0-1 0,0 1 0,1 0 0,-1 0 0,1 0 0,0 0 0,0-1 0,0 1 0,0 0 0,0-1 0,1 1 0,-1-1 0,1 1 0,0-1 0,-1 1 0,1-1 0,0 0 0,0 0 0,1 0 0,3 3 0,4 1 0,1 0 0,0 0 0,-1-1 0,1 0 0,1-1 0,-1 0 0,1-1 0,15 2 0,99 8 0,-121-13 0,163 1-1365,-93-5-5461</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1.115"/>
    </inkml:context>
    <inkml:brush xml:id="br0">
      <inkml:brushProperty name="width" value="0.05" units="cm"/>
      <inkml:brushProperty name="height" value="0.05" units="cm"/>
      <inkml:brushProperty name="color" value="#FFFFFF"/>
    </inkml:brush>
  </inkml:definitions>
  <inkml:trace contextRef="#ctx0" brushRef="#br0">0 732 24575,'7'-7'0,"6"-6"0,-13 13 0,1 0 0,-1 0 0,1 0 0,-1 0 0,1 0 0,0 0 0,-1 0 0,1 0 0,-1 0 0,1 0 0,-1 0 0,1 1 0,-1-1 0,1 0 0,0 0 0,-1 0 0,1 1 0,-1-1 0,0 0 0,1 1 0,-1-1 0,1 0 0,-1 1 0,1-1 0,-1 1 0,0-1 0,1 1 0,-1-1 0,0 1 0,0-1 0,1 1 0,-1 0 0,4 6 0,0 1 0,-1 0 0,0 0 0,0 0 0,1 10 0,5 13 0,0-6 0,6 18 0,1-1 0,29 52 0,-32-78 0,-13-16 0,1 1 0,-1-1 0,0 0 0,0 0 0,0 0 0,0 0 0,1 0 0,-1 0 0,0 0 0,0 0 0,0 0 0,1 0 0,-1 0 0,0 0 0,0 0 0,0 0 0,0 0 0,1 0 0,-1 0 0,0 0 0,0 0 0,0 0 0,1 0 0,-1 0 0,0-1 0,0 1 0,0 0 0,0 0 0,0 0 0,1 0 0,-1 0 0,0 0 0,0-1 0,0 1 0,0 0 0,0 0 0,0 0 0,0 0 0,1-1 0,-1 1 0,0 0 0,0 0 0,0 0 0,0 0 0,0-1 0,0-3 0,1 1 0,-1-1 0,0 1 0,0-1 0,0 1 0,-1-1 0,1 0 0,-2-4 0,-42-157 0,-5-19 0,7-38 0,35 169 0,3 1 0,3-68 0,1 107 0,1-1 0,1 1 0,0 0 0,1 0 0,1 0 0,0 1 0,0-1 0,8-13 0,-10 21 0,1 1 0,-1 0 0,1 0 0,0 0 0,0 0 0,1 1 0,-1-1 0,1 1 0,0 0 0,0 0 0,0 0 0,0 0 0,0 1 0,1 0 0,-1 0 0,1 0 0,-1 0 0,1 1 0,0-1 0,0 1 0,-1 0 0,1 1 0,0-1 0,0 1 0,5 1 0,6 0 0,-1 2 0,0 0 0,0 0 0,0 2 0,0-1 0,-1 2 0,1 0 0,-2 1 0,1 1 0,22 15 0,-18-10 0,-1 1 0,0 0 0,-1 2 0,-1-1 0,0 2 0,-1 0 0,12 20 0,-19-25-195,-1 0 0,0 1 0,-1-1 0,0 1 0,-1 0 0,5 27 0,-3 14-6631</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1.241"/>
    </inkml:context>
    <inkml:brush xml:id="br0">
      <inkml:brushProperty name="width" value="0.05" units="cm"/>
      <inkml:brushProperty name="height" value="0.05" units="cm"/>
      <inkml:brushProperty name="color" value="#FFFFFF"/>
    </inkml:brush>
  </inkml:definitions>
  <inkml:trace contextRef="#ctx0" brushRef="#br0">1 71 24575,'0'-3'0,"3"-1"0,7-3 0,9-3 0,6-1 0,9 3 0,5-1 0,5 1 0,1 2 0,-7 2-8191</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1.655"/>
    </inkml:context>
    <inkml:brush xml:id="br0">
      <inkml:brushProperty name="width" value="0.05" units="cm"/>
      <inkml:brushProperty name="height" value="0.05" units="cm"/>
      <inkml:brushProperty name="color" value="#FFFFFF"/>
    </inkml:brush>
  </inkml:definitions>
  <inkml:trace contextRef="#ctx0" brushRef="#br0">172 183 24575,'4'0'0,"-1"-1"0,1 1 0,-1-1 0,0 0 0,1 0 0,-1-1 0,0 1 0,0-1 0,0 1 0,0-1 0,0 0 0,4-3 0,30-30 0,-32 28 0,1 1 0,-1-1 0,0 0 0,0 0 0,-1-1 0,5-9 0,-9 16 0,1-1 0,0 0 0,-1 1 0,1-1 0,-1 0 0,0 1 0,1-1 0,-1 0 0,0 0 0,0 1 0,0-1 0,0 0 0,-1 1 0,1-1 0,0 0 0,-1 1 0,1-1 0,-1 0 0,1 1 0,-1-1 0,0 1 0,0-1 0,0 1 0,0-1 0,0 1 0,0-1 0,0 1 0,0 0 0,0 0 0,-1 0 0,1 0 0,0 0 0,-1 0 0,1 0 0,-1 0 0,1 0 0,-3 0 0,-5-3 0,-1 2 0,1-1 0,0 1 0,-1 0 0,1 1 0,-1 1 0,1-1 0,-1 1 0,1 1 0,-15 2 0,8-1 0,0 2 0,1 0 0,0 0 0,0 2 0,-23 10 0,35-14 0,0 0 0,0 0 0,0 0 0,0 0 0,0 1 0,0-1 0,1 1 0,-1-1 0,1 1 0,-3 3 0,5-5 0,-1 1 0,0-1 0,1 0 0,-1 0 0,1 0 0,0 1 0,-1-1 0,1 0 0,0 1 0,0-1 0,0 0 0,0 0 0,0 1 0,0-1 0,0 0 0,0 1 0,0-1 0,1 0 0,-1 1 0,0-1 0,1 0 0,-1 0 0,1 0 0,0 1 0,-1-1 0,1 0 0,0 0 0,0 0 0,-1 0 0,3 1 0,3 4 0,0-1 0,0 0 0,1-1 0,-1 0 0,1 0 0,11 4 0,48 17 0,-45-18 0,17 7 0,-2-3 0,-1 2 0,0 1 0,52 30 0,-83-41 0,-1 0 0,1-1 0,0 1 0,-1 0 0,1 0 0,-1 1 0,0-1 0,0 1 0,-1 0 0,5 7 0,-6-9 0,0-1 0,-1 1 0,1 0 0,-1 0 0,0 0 0,1 0 0,-1 0 0,0 0 0,0 0 0,0 0 0,-1 0 0,1-1 0,0 1 0,-1 0 0,1 0 0,-1 0 0,1 0 0,-1 0 0,0-1 0,0 1 0,0 0 0,0-1 0,0 1 0,0-1 0,-1 1 0,1-1 0,0 1 0,-2 0 0,-8 7-80,1-1 0,-1-1-1,-1 0 1,1 0 0,-1-1-1,-1-1 1,1 0 0,-1-1-1,1 0 1,-1-1 0,0 0 0,0-1-1,-1 0 1,1-1 0,0-1-1,-18-1 1,6-3-6746</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1.950"/>
    </inkml:context>
    <inkml:brush xml:id="br0">
      <inkml:brushProperty name="width" value="0.05" units="cm"/>
      <inkml:brushProperty name="height" value="0.05" units="cm"/>
      <inkml:brushProperty name="color" value="#FFFFFF"/>
    </inkml:brush>
  </inkml:definitions>
  <inkml:trace contextRef="#ctx0" brushRef="#br0">164 217 24575,'40'-19'0,"-25"13"0,0-1 0,23-16 0,-33 20 0,0-1 0,-1 0 0,0 0 0,1 0 0,-2 0 0,1-1 0,0 0 0,-1 0 0,0 0 0,0 0 0,3-8 0,-4 9 0,-1 0 0,0 0 0,0 0 0,0-1 0,0 1 0,0 0 0,-1-1 0,0 1 0,0 0 0,0 0 0,0-1 0,-1 1 0,0 0 0,-2-7 0,3 9 0,-1 0 0,0 0 0,-1 1 0,1-1 0,0 0 0,0 0 0,-1 1 0,1-1 0,-1 1 0,1-1 0,-1 1 0,0-1 0,0 1 0,1 0 0,-1 0 0,0 0 0,0 0 0,0 0 0,0 1 0,0-1 0,-1 0 0,1 1 0,0 0 0,0-1 0,0 1 0,0 0 0,0 0 0,-1 0 0,1 1 0,-3 0 0,-6 1 0,0 0 0,1 1 0,-1 1 0,1 0 0,0 0 0,0 1 0,0 0 0,1 1 0,-14 10 0,4-1 0,0 1 0,0 1 0,-17 22 0,29-31 0,0 1 0,1 0 0,0 0 0,0 0 0,1 1 0,1 0 0,-1 0 0,-3 14 0,7-19 0,0-1 0,0 1 0,0-1 0,1 1 0,-1-1 0,1 1 0,1-1 0,-1 1 0,0-1 0,1 1 0,0-1 0,0 1 0,0-1 0,1 0 0,0 1 0,0-1 0,0 0 0,0 0 0,0 0 0,1 0 0,-1-1 0,6 6 0,1-2-136,0 0-1,0 0 1,1-1-1,0 0 1,0-1-1,0 0 1,0-1-1,1 0 0,13 3 1,19 5-6690</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2.685"/>
    </inkml:context>
    <inkml:brush xml:id="br0">
      <inkml:brushProperty name="width" value="0.05" units="cm"/>
      <inkml:brushProperty name="height" value="0.05" units="cm"/>
      <inkml:brushProperty name="color" value="#FFFFFF"/>
    </inkml:brush>
  </inkml:definitions>
  <inkml:trace contextRef="#ctx0" brushRef="#br0">124 799 24575,'0'-5'0,"1"0"0,0 0 0,0 0 0,0 0 0,3-6 0,-2 6 0,-1 0 0,1 0 0,-1 0 0,1-10 0,-2 14 0,0-1 0,0 1 0,0-1 0,0 1 0,0-1 0,0 1 0,0-1 0,-1 1 0,1 0 0,0-1 0,-1 1 0,0 0 0,1-1 0,-1 1 0,0 0 0,1-1 0,-1 1 0,0 0 0,0 0 0,0 0 0,0 0 0,0 0 0,-1 0 0,1 0 0,0 0 0,0 1 0,0-1 0,-1 0 0,1 1 0,0-1 0,-1 1 0,1-1 0,-1 1 0,-1-1 0,0 1 0,0 0 0,1 0 0,-1 0 0,0 0 0,0 1 0,1-1 0,-1 1 0,0 0 0,1 0 0,-1 0 0,1 0 0,-1 0 0,1 0 0,0 0 0,-1 1 0,1 0 0,0-1 0,-2 3 0,-3 2 0,1 1 0,0 0 0,1 0 0,0 1 0,0-1 0,0 1 0,1 0 0,0 1 0,1-1 0,-5 14 0,8-19 0,-1 1 0,0-1 0,1 1 0,0 0 0,-1-1 0,1 1 0,1-1 0,-1 1 0,1 0 0,-1-1 0,1 1 0,0-1 0,0 1 0,0-1 0,1 0 0,-1 0 0,1 1 0,0-1 0,0 0 0,0 0 0,0-1 0,1 1 0,-1 0 0,1-1 0,-1 1 0,1-1 0,0 0 0,0 0 0,3 2 0,3 1 0,1-1 0,-1 0 0,1-1 0,-1 1 0,1-2 0,0 0 0,0 0 0,0 0 0,0-2 0,12 1 0,-3-2 0,-1 0 0,0-1 0,0-1 0,31-9 0,-45 11 0,0 0 0,0 0 0,0-1 0,0 1 0,0-1 0,0 0 0,-1 0 0,1-1 0,-1 1 0,1-1 0,-1 1 0,0-1 0,0 0 0,0 0 0,0-1 0,0 1 0,-1 0 0,0-1 0,0 0 0,0 0 0,0 1 0,0-1 0,-1 0 0,1 0 0,-1-1 0,0 1 0,-1 0 0,1 0 0,-1 0 0,0-1 0,0 1 0,0 0 0,0 0 0,-1-1 0,1 1 0,-1 0 0,0 0 0,-1 0 0,1 0 0,-3-5 0,-15-30 0,18 36 0,-1 1 0,0-1 0,0 0 0,0 1 0,0-1 0,0 1 0,0 0 0,-1 0 0,1 0 0,-1 0 0,-2-2 0,5 4 0,-1 0 0,1 0 0,0 0 0,-1 0 0,1-1 0,0 1 0,-1 0 0,1 0 0,0 0 0,-1 0 0,1 0 0,0 0 0,-1 0 0,1 0 0,0 0 0,-1 0 0,1 0 0,0 0 0,-1 0 0,1 0 0,0 1 0,0-1 0,-1 0 0,1 0 0,0 0 0,-1 0 0,1 1 0,0-1 0,0 0 0,-1 0 0,1 0 0,0 1 0,-1-1 0,-2 15 0,5 15 0,0-21 0,0-1 0,0 0 0,0 0 0,1 1 0,1-2 0,-1 1 0,1 0 0,1-1 0,-1 0 0,1 0 0,0 0 0,1 0 0,0-1 0,0 0 0,0 0 0,1-1 0,0 1 0,0-1 0,0-1 0,0 0 0,1 0 0,0 0 0,0-1 0,12 4 0,30 8 0,17 4 0,-61-18 0,0 0 0,0 0 0,1-1 0,-1 1 0,0-1 0,0-1 0,0 1 0,9-3 0,-9 1 0,0 0 0,0-1 0,0 0 0,0 0 0,0-1 0,-1 1 0,10-10 0,33-35 0,-36 35 0,6-7 0,-2 0 0,0-2 0,-1 0 0,-1 0 0,-1-1 0,-1-1 0,-1 0 0,-2-1 0,0 0 0,-1-1 0,-2 1 0,-1-1 0,0 0 0,-2-1 0,-1 1 0,-2-1 0,0 1 0,-2-1 0,0 1 0,-2-1 0,-1 1 0,-2 1 0,0-1 0,-1 1 0,-2 0 0,0 1 0,-26-43 0,27 54 0,0 0 0,0 1 0,-1 0 0,-19-16 0,25 24 0,0 0 0,-1 1 0,1 0 0,0 0 0,-1 0 0,0 1 0,0-1 0,0 1 0,0 0 0,0 1 0,0-1 0,-1 1 0,1 0 0,0 0 0,-1 1 0,-7-1 0,10 2 0,0 0 0,0-1 0,0 1 0,1 0 0,-1 1 0,0-1 0,0 0 0,1 1 0,-1-1 0,0 1 0,1 0 0,0 0 0,-1 0 0,1 0 0,0 1 0,0-1 0,0 0 0,1 1 0,-1-1 0,0 1 0,1 0 0,0 0 0,-1-1 0,0 5 0,-1 4 0,0-1 0,0 1 0,1 0 0,1 0 0,-1 17 0,2-2 0,2 0 0,0 0 0,2 0 0,1-1 0,1 1 0,1-1 0,1-1 0,2 1 0,12 24 0,2-4 0,2-2 0,1 0 0,58 66 0,-67-88-195,0-1 0,1-1 0,1-1 0,1-1 0,1-1 0,43 26 0,-41-31-6631</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3.184"/>
    </inkml:context>
    <inkml:brush xml:id="br0">
      <inkml:brushProperty name="width" value="0.05" units="cm"/>
      <inkml:brushProperty name="height" value="0.05" units="cm"/>
      <inkml:brushProperty name="color" value="#FFFFFF"/>
    </inkml:brush>
  </inkml:definitions>
  <inkml:trace contextRef="#ctx0" brushRef="#br0">92 162 24575,'19'0'0,"1"-1"0,-1-1 0,28-6 0,-39 6 0,0 0 0,1-1 0,-1 0 0,-1 0 0,1-1 0,0 0 0,-1 0 0,0-1 0,0 0 0,0 0 0,8-9 0,-13 13 0,-1 0 0,0 0 0,1-1 0,-1 1 0,0 0 0,0-1 0,0 1 0,0-1 0,0 1 0,-1-1 0,1 0 0,0 1 0,-1-1 0,1 0 0,-1 1 0,0-1 0,1 0 0,-1 0 0,0 1 0,0-1 0,0 0 0,0 0 0,0 0 0,-1 1 0,1-1 0,-1 0 0,1 1 0,-1-1 0,1 0 0,-1 1 0,0-1 0,0 0 0,0 1 0,0 0 0,0-1 0,-2-1 0,-1-1 0,0 1 0,0-1 0,-1 1 0,1 1 0,-1-1 0,0 1 0,1-1 0,-1 1 0,0 1 0,0-1 0,-6-1 0,-1 1 0,0 1 0,0 0 0,0 1 0,0 0 0,0 0 0,0 1 0,0 1 0,-13 3 0,18-3 0,0 0 0,-1 0 0,1 1 0,0 0 0,0 0 0,0 1 0,1 0 0,-1 0 0,1 1 0,0-1 0,0 1 0,0 1 0,-8 9 0,12-12 0,0 0 0,0 0 0,1 0 0,-1 0 0,1 0 0,0 0 0,0 0 0,0 1 0,0-1 0,0 0 0,0 1 0,1-1 0,0 0 0,0 1 0,0-1 0,0 1 0,1 4 0,0-3 0,1 0 0,0 0 0,0 0 0,0 0 0,0 0 0,1-1 0,0 1 0,0-1 0,0 1 0,5 4 0,2 1 0,1 0 0,0-1 0,0 0 0,1-1 0,0 0 0,1-1 0,19 9 0,-10-8-455,1 0 0,24 4 0,-2-3-6371</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3.684"/>
    </inkml:context>
    <inkml:brush xml:id="br0">
      <inkml:brushProperty name="width" value="0.05" units="cm"/>
      <inkml:brushProperty name="height" value="0.05" units="cm"/>
      <inkml:brushProperty name="color" value="#FFFFFF"/>
    </inkml:brush>
  </inkml:definitions>
  <inkml:trace contextRef="#ctx0" brushRef="#br0">382 78 24575,'0'-7'0,"1"1"0,0 0 0,0-1 0,4-8 0,3-21 0,-9 36 0,1 0 0,0 0 0,-1 0 0,1 0 0,-1 0 0,1 0 0,-1 0 0,1 0 0,0 1 0,-1-1 0,1 0 0,0 0 0,-1 1 0,1-1 0,-1 0 0,1 0 0,0 1 0,0-1 0,-1 0 0,1 1 0,0-1 0,0 0 0,-1 1 0,1-1 0,0 1 0,0-1 0,0 0 0,-1 1 0,-12 17 0,-34 47 0,-96 123 0,112-152 0,0-1 0,-73 59 0,100-91 0,-11 10 0,16-8 0,10-2 0,17 1 66,1 0 0,-1 2 0,-1 1 0,41 16 0,100 55-1001,-126-57 175,-10-6-6066</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4.087"/>
    </inkml:context>
    <inkml:brush xml:id="br0">
      <inkml:brushProperty name="width" value="0.05" units="cm"/>
      <inkml:brushProperty name="height" value="0.05" units="cm"/>
      <inkml:brushProperty name="color" value="#FFFFFF"/>
    </inkml:brush>
  </inkml:definitions>
  <inkml:trace contextRef="#ctx0" brushRef="#br0">2 152 24575,'0'-20'0,"0"40"0,0 16 0,-1 41 0,2 89 0,-1-164 0,0 0 0,0 1 0,1-1 0,-1 0 0,1 1 0,-1-1 0,1 0 0,0 0 0,0 1 0,0-1 0,0 0 0,0 0 0,3 3 0,-4-5 0,0 0 0,1 1 0,-1-1 0,0 0 0,1 0 0,-1 1 0,1-1 0,-1 0 0,0 0 0,1 0 0,-1 0 0,1 1 0,-1-1 0,1 0 0,-1 0 0,0 0 0,1 0 0,-1 0 0,1 0 0,-1 0 0,1 0 0,-1 0 0,1-1 0,-1 1 0,0 0 0,1 0 0,1-1 0,-1 0 0,1 0 0,-1 0 0,0 0 0,0 0 0,1-1 0,-1 1 0,0 0 0,0-1 0,0 1 0,0-2 0,15-27 0,-2-1 0,-1 0 0,-2-1 0,12-51 0,10-27 0,-30 102 0,1-7 0,2-1 0,0 1 0,1 0 0,1 0 0,11-16 0,-18 30 0,0-1 0,0 1 0,0 0 0,0 0 0,0-1 0,1 1 0,-1 0 0,0 0 0,0 0 0,1 0 0,-1 0 0,1 1 0,-1-1 0,1 0 0,-1 1 0,1-1 0,0 1 0,-1-1 0,3 1 0,-2 0 0,-1 0 0,1 0 0,-1 1 0,1-1 0,-1 1 0,1-1 0,-1 1 0,0 0 0,1 0 0,-1-1 0,0 1 0,0 0 0,1 0 0,-1 0 0,0 0 0,0 0 0,1 2 0,3 4 0,-1 0 0,1 0 0,-1 1 0,-1-1 0,1 1 0,2 10 0,9 37 125,9 74-1,-5-24-1738,-10-68-5212</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4.663"/>
    </inkml:context>
    <inkml:brush xml:id="br0">
      <inkml:brushProperty name="width" value="0.05" units="cm"/>
      <inkml:brushProperty name="height" value="0.05" units="cm"/>
      <inkml:brushProperty name="color" value="#FFFFFF"/>
    </inkml:brush>
  </inkml:definitions>
  <inkml:trace contextRef="#ctx0" brushRef="#br0">1 422 24575,'11'-10'0,"1"0"0,1 1 0,0 0 0,0 1 0,0 1 0,1 0 0,1 1 0,-1 0 0,1 1 0,17-4 0,15 0 0,-1 3 0,49-1 0,-59 5 0,1 0 0,-1-3 0,0-1 0,54-16 0,-90 22 0,1 0 0,0-1 0,-1 1 0,1 0 0,-1 0 0,1 0 0,0 0 0,-1 0 0,1-1 0,0 1 0,-1 1 0,1-1 0,0 0 0,-1 0 0,1 0 0,0 0 0,-1 0 0,1 0 0,-1 1 0,1-1 0,0 0 0,-1 1 0,1-1 0,-1 0 0,1 1 0,-1-1 0,1 1 0,-1-1 0,1 0 0,-1 1 0,0-1 0,1 1 0,-1 0 0,0-1 0,1 1 0,-1-1 0,0 1 0,1-1 0,-1 1 0,0 0 0,0-1 0,0 1 0,0 0 0,0-1 0,0 1 0,0 1 0,0 39 0,-1-24 0,3 12 0,1 1 0,2-1 0,0 0 0,2 0 0,2-1 0,13 33 0,-20-56 0,0-1 0,1 1 0,-1 0 0,1-1 0,4 6 0,-6-10 0,-1 1 0,0-1 0,1 1 0,-1-1 0,1 1 0,-1-1 0,1 1 0,-1-1 0,1 0 0,0 1 0,-1-1 0,1 0 0,-1 0 0,1 1 0,0-1 0,-1 0 0,1 0 0,0 0 0,-1 0 0,2 0 0,-1 0 0,0 0 0,-1-1 0,1 1 0,0-1 0,0 1 0,-1-1 0,1 1 0,0-1 0,-1 0 0,1 1 0,0-1 0,-1 0 0,1 1 0,-1-1 0,0 0 0,1 0 0,-1 0 0,1 1 0,-1-1 0,1-1 0,1-6 0,0 0 0,0 1 0,-1-1 0,0 0 0,0 0 0,0 0 0,-1 0 0,-1 0 0,-1-13 0,-3-10 0,-11-33 0,9 37 0,-7-24 0,3 0 0,2-1 0,-3-90 0,12 136 0,0-1 0,0 1 0,1 0 0,0-1 0,1 1 0,-1 0 0,1 0 0,0 0 0,5-9 0,-6 13 0,0 0 0,1 0 0,-1 0 0,0 1 0,1-1 0,0 0 0,-1 1 0,1-1 0,0 1 0,0-1 0,0 1 0,0 0 0,0 0 0,0 0 0,0 0 0,0 0 0,1 0 0,-1 1 0,0-1 0,0 1 0,1-1 0,-1 1 0,0 0 0,1 0 0,-1 0 0,0 0 0,1 0 0,3 2 0,3 0 0,0 1 0,-1 0 0,0 1 0,1 0 0,-1 0 0,0 1 0,-1 0 0,1 0 0,-1 1 0,0 0 0,7 8 0,-3-2 0,0 0 0,0 1 0,-2 1 0,1 0 0,8 19 0,-14-26 0,-1 0 0,0 1 0,0 0 0,-1-1 0,0 1 0,0 0 0,-1 0 0,0 0 0,0 0 0,-2 16 0,1-19 0,-1 0 0,-1 1 0,1-1 0,-1 0 0,0 0 0,0 0 0,0-1 0,0 1 0,-1 0 0,0-1 0,0 0 0,0 1 0,-1-1 0,0 0 0,1-1 0,-1 1 0,-7 4 0,1-2-124,0 0 0,0-1 0,-1-1 0,1 0 0,-1 0 0,0-1-1,0 0 1,0-1 0,0 0 0,-20 0 0,2-1-6702</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5.101"/>
    </inkml:context>
    <inkml:brush xml:id="br0">
      <inkml:brushProperty name="width" value="0.05" units="cm"/>
      <inkml:brushProperty name="height" value="0.05" units="cm"/>
      <inkml:brushProperty name="color" value="#FFFFFF"/>
    </inkml:brush>
  </inkml:definitions>
  <inkml:trace contextRef="#ctx0" brushRef="#br0">1 183 24575,'1'0'0,"0"0"0,1 0 0,-1 0 0,1 0 0,-1 1 0,0-1 0,1 1 0,-1-1 0,0 1 0,0-1 0,1 1 0,-1 0 0,0-1 0,0 1 0,0 0 0,0 0 0,0 0 0,0 0 0,0 0 0,0 0 0,0 0 0,0 0 0,-1 1 0,1-1 0,0 0 0,0 2 0,1 4 0,1 0 0,-1 0 0,-1 1 0,2 7 0,1 9 0,17 48 0,41 96 0,-62-167 0,0 0 0,0 0 0,1 0 0,-1 0 0,0-1 0,1 1 0,-1 0 0,1 0 0,-1-1 0,1 1 0,-1 0 0,1 0 0,-1-1 0,1 1 0,0-1 0,-1 1 0,1-1 0,0 1 0,1 0 0,-2-1 0,1-1 0,-1 1 0,1 0 0,-1-1 0,0 1 0,1 0 0,-1-1 0,0 1 0,1-1 0,-1 1 0,0-1 0,1 1 0,-1-1 0,0 1 0,0-1 0,0 1 0,0-1 0,1 1 0,-1-1 0,0 1 0,0-1 0,0 0 0,2-42 0,-2 40 0,-1-126 0,1-74 0,1 189 0,0 1 0,1-1 0,0 1 0,5-18 0,-5 27 0,-1 0 0,1 0 0,0 0 0,0 0 0,0 0 0,1 1 0,4-7 0,-5 8 0,-1 1 0,1-1 0,-1 1 0,1 0 0,0 0 0,0 0 0,-1 0 0,1 0 0,0 0 0,0 0 0,0 1 0,0-1 0,0 1 0,0-1 0,0 1 0,0 0 0,3-1 0,-1 2 0,1 0 0,-1 0 0,0 0 0,0 0 0,0 1 0,0 0 0,0 0 0,0 0 0,-1 0 0,1 0 0,-1 1 0,1-1 0,-1 1 0,5 5 0,4 4 0,-1 1 0,12 18 0,-18-23 0,0-1 0,0 1 0,-1 0 0,0 0 0,-1 0 0,1 1 0,-2-1 0,1 1 0,-1 0 0,-1 0 0,2 15 0,-3-19 0,-1 1 0,1 0 0,-1 0 0,0-1 0,0 1 0,-1-1 0,0 1 0,0-1 0,0 1 0,0-1 0,-1 0 0,0 0 0,0 0 0,0-1 0,-1 1 0,1-1 0,-1 1 0,0-1 0,-6 4 0,-27 16-1365,20-16-5461</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5.477"/>
    </inkml:context>
    <inkml:brush xml:id="br0">
      <inkml:brushProperty name="width" value="0.05" units="cm"/>
      <inkml:brushProperty name="height" value="0.05" units="cm"/>
      <inkml:brushProperty name="color" value="#FFFFFF"/>
    </inkml:brush>
  </inkml:definitions>
  <inkml:trace contextRef="#ctx0" brushRef="#br0">6 40 24575,'-3'-17'0,"2"16"0,1 0 0,-1-1 0,1 1 0,0 0 0,0 0 0,0 0 0,-1 0 0,1 0 0,0 0 0,0-1 0,1 1 0,-1-2 0,1 2 0,-1 1 0,1-1 0,0 1 0,-1-1 0,1 1 0,0 0 0,-1-1 0,1 1 0,0 0 0,0-1 0,-1 1 0,1 0 0,0 0 0,0 0 0,0 0 0,-1-1 0,1 1 0,0 0 0,0 0 0,0 1 0,-1-1 0,1 0 0,0 0 0,1 1 0,13 1 0,0 1 0,-1 1 0,1 1 0,-1 0 0,0 0 0,-1 2 0,23 12 0,-9 0 0,0 0 0,35 32 0,-56-45 0,0 0 0,0 0 0,0 0 0,-1 1 0,0 0 0,0 0 0,-1 1 0,0-1 0,0 1 0,-1 0 0,4 14 0,-5-15 0,-1 0 0,0-1 0,-1 1 0,0 0 0,0 0 0,0-1 0,-1 1 0,0 0 0,0-1 0,0 1 0,-1-1 0,0 1 0,-1-1 0,1 0 0,-6 9 0,2-5 29,0 0-1,-1-1 0,0 0 0,-1 0 1,0-1-1,0 0 0,-1 0 0,0 0 1,0-1-1,-1-1 0,-17 9 0,-5 0-479,-1-2-1,-50 14 1,68-23 101,-1 1-6476</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6.086"/>
    </inkml:context>
    <inkml:brush xml:id="br0">
      <inkml:brushProperty name="width" value="0.05" units="cm"/>
      <inkml:brushProperty name="height" value="0.05" units="cm"/>
      <inkml:brushProperty name="color" value="#FFFFFF"/>
    </inkml:brush>
  </inkml:definitions>
  <inkml:trace contextRef="#ctx0" brushRef="#br0">1 12 24575,'3'0'0,"4"0"0,4 0 0,7 0 0,2 0 0,2 0 0,4 0 0,-1 0 0,0 0 0,-3 0 0,0-3 0,-2-2 0,-4 1-8191</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6.693"/>
    </inkml:context>
    <inkml:brush xml:id="br0">
      <inkml:brushProperty name="width" value="0.05" units="cm"/>
      <inkml:brushProperty name="height" value="0.05" units="cm"/>
      <inkml:brushProperty name="color" value="#FFFFFF"/>
    </inkml:brush>
  </inkml:definitions>
  <inkml:trace contextRef="#ctx0" brushRef="#br0">12 108 24575,'0'0'0,"-1"0"0,1 0 0,-1 0 0,1 0 0,-1 0 0,1 0 0,-1 0 0,1 0 0,-1 0 0,1 0 0,-1 0 0,1 0 0,-1 0 0,1 0 0,0 0 0,-1 1 0,1-1 0,-1 0 0,1 0 0,0 1 0,-1-1 0,1 0 0,-1 0 0,0 1 0,7 9 0,1-1 0,0 2 0,-1 0 0,-1 0 0,0 1 0,-1-1 0,0 1 0,3 16 0,9 76 0,-14-88 0,-2-15 0,0 1 0,0-1 0,0 0 0,0 1 0,0-1 0,1 0 0,-1 1 0,1-1 0,-1 0 0,1 1 0,-1-1 0,1 0 0,0 0 0,0 0 0,1 2 0,-2-3 0,1 1 0,-1-1 0,1 0 0,-1 0 0,1 0 0,-1 0 0,0 0 0,1 0 0,-1 0 0,1 0 0,-1 0 0,1 0 0,-1 0 0,1 0 0,-1 0 0,1 0 0,-1 0 0,1 0 0,-1 0 0,1-1 0,-1 1 0,0 0 0,1 0 0,-1-1 0,1 1 0,-1 0 0,0 0 0,1-1 0,3-3 0,0 0 0,-1 0 0,0 0 0,0-1 0,0 1 0,3-6 0,30-60 0,-8 13 0,41-60 0,-64 111 0,-1 0 0,1 0 0,0 1 0,11-10 0,-15 14 0,0 0 0,0 0 0,-1 1 0,1-1 0,0 0 0,0 1 0,0-1 0,0 1 0,0-1 0,1 1 0,-1-1 0,0 1 0,0 0 0,0-1 0,0 1 0,0 0 0,1 0 0,-1 0 0,0 0 0,0 0 0,0 0 0,0 0 0,1 0 0,-1 1 0,0-1 0,0 0 0,0 1 0,0-1 0,0 1 0,0-1 0,0 1 0,0-1 0,0 1 0,0 0 0,0 0 0,0-1 0,0 1 0,0 0 0,-1 0 0,2 1 0,1 4 0,1 0 0,-1 0 0,0 0 0,-1 0 0,1 1 0,-1-1 0,2 13 0,3 49 0,-4-34 0,-3-33 0,0-1 0,0 1 0,0 0 0,0 0 0,0 0 0,0-1 0,0 1 0,1 0 0,-1 0 0,0 0 0,0-1 0,1 1 0,-1 0 0,1 0 0,-1-1 0,1 1 0,-1 0 0,1-1 0,-1 1 0,1-1 0,-1 1 0,2 0 0,-2-1 0,1 0 0,0 0 0,-1 0 0,1 0 0,0 0 0,-1 0 0,1 0 0,0 0 0,-1-1 0,1 1 0,-1 0 0,1 0 0,0-1 0,-1 1 0,1 0 0,-1-1 0,1 1 0,-1-1 0,1 1 0,-1 0 0,1-1 0,6-6 0,-1 0 0,0-1 0,5-8 0,-4 7 0,17-23 0,40-48 0,-56 72 0,0 0 0,1 0 0,0 1 0,0 0 0,0 0 0,17-8 0,-24 14 0,0 0 0,1-1 0,-1 1 0,1 1 0,-1-1 0,0 0 0,1 1 0,0-1 0,-1 1 0,1 0 0,-1-1 0,1 1 0,-1 1 0,1-1 0,0 0 0,-1 1 0,1-1 0,-1 1 0,1-1 0,-1 1 0,0 0 0,1 0 0,-1 1 0,0-1 0,1 0 0,-1 1 0,0-1 0,0 1 0,0 0 0,-1 0 0,1-1 0,0 1 0,-1 1 0,1-1 0,-1 0 0,1 0 0,1 4 0,3 9 0,0 0 0,0 0 0,-2 1 0,6 29 0,-7-30 0,14 95-1365,-15-81-5461</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0:07.593"/>
    </inkml:context>
    <inkml:brush xml:id="br0">
      <inkml:brushProperty name="width" value="0.05" units="cm"/>
      <inkml:brushProperty name="height" value="0.05" units="cm"/>
      <inkml:brushProperty name="color" value="#FFFFFF"/>
    </inkml:brush>
  </inkml:definitions>
  <inkml:trace contextRef="#ctx0" brushRef="#br0">38 290 24575,'0'-21'0,"0"15"0,0 15 0,-4 137 0,1-121 0,0 1 0,-2 0 0,-12 39 0,14-85 0,1-14 0,2-32 0,-1-20 0,4 1 0,20-124 0,-21 203 0,-1 0 0,1 0 0,0 0 0,0 0 0,1 0 0,3-6 0,-5 11 0,-1 0 0,1 0 0,-1 0 0,1 1 0,-1-1 0,1 0 0,0 1 0,0-1 0,-1 0 0,1 1 0,0-1 0,0 1 0,0 0 0,-1-1 0,1 1 0,0-1 0,0 1 0,0 0 0,1-1 0,-1 2 0,1-1 0,-1 0 0,0 0 0,0 1 0,0-1 0,1 1 0,-1-1 0,0 1 0,0-1 0,0 1 0,0 0 0,0 0 0,0-1 0,0 1 0,0 0 0,0 0 0,-1 0 0,1 0 0,1 1 0,9 16 0,-1-1 0,-1 2 0,-1-1 0,0 1 0,8 31 0,-8-26 0,13 46 0,-10-34 0,1 1 0,29 60 0,-41-95 0,1 0 0,0-1 0,0 1 0,0-1 0,0 1 0,0-1 0,0 1 0,1-1 0,-1 0 0,0 1 0,1-1 0,-1 0 0,1 0 0,-1 0 0,1 0 0,0 0 0,-1-1 0,1 1 0,0 0 0,2 0 0,-2-1 0,-1 0 0,1 0 0,0-1 0,0 1 0,0 0 0,0-1 0,0 1 0,-1-1 0,1 0 0,0 1 0,0-1 0,-1 0 0,1 0 0,0 0 0,-1 0 0,2-2 0,6-5 0,-1-1 0,0 0 0,-1-1 0,12-17 0,-19 26 0,107-183 0,-106 183 0,-1 0 0,1 0 0,-1 0 0,1 0 0,-1 0 0,1 0 0,-1 0 0,1 0 0,0 0 0,0 0 0,0 1 0,-1-1 0,1 0 0,0 0 0,0 1 0,0-1 0,0 1 0,0-1 0,0 1 0,0-1 0,0 1 0,0-1 0,0 1 0,1 0 0,-1 0 0,2-1 0,-2 2 0,0 0 0,1 0 0,-1 1 0,0-1 0,0 0 0,0 0 0,0 1 0,-1-1 0,1 0 0,0 1 0,0-1 0,-1 1 0,1-1 0,-1 1 0,1-1 0,-1 1 0,0-1 0,0 1 0,0 1 0,5 24 0,2 0 0,0 0 0,15 34 0,-17-48 0,2-1 0,0 1 0,1-1 0,0 0 0,0-1 0,1 0 0,1 0 0,14 12 0,-20-20 29,-2-1-136,1 0-1,-1 0 1,0 0 0,1 0 0,-1 0 0,0 1-1,0-1 1,-1 1 0,1-1 0,0 1-1,-1 0 1,3 5 0,-4 1-6719</inkml:trace>
</inkml:ink>
</file>

<file path=ppt/ink/ink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35.944"/>
    </inkml:context>
    <inkml:brush xml:id="br0">
      <inkml:brushProperty name="width" value="0.05" units="cm"/>
      <inkml:brushProperty name="height" value="0.05" units="cm"/>
      <inkml:brushProperty name="color" value="#FFFFFF"/>
    </inkml:brush>
  </inkml:definitions>
  <inkml:trace contextRef="#ctx0" brushRef="#br0">0 3 24575,'7'0'0,"10"3"0,16 1 0,17 0 0,16-1 0,12 0 0,9-5 0,1-1 0,-4-4 0,-17-1-8191</inkml:trace>
</inkml:ink>
</file>

<file path=ppt/ink/ink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2.057"/>
    </inkml:context>
    <inkml:brush xml:id="br0">
      <inkml:brushProperty name="width" value="0.05" units="cm"/>
      <inkml:brushProperty name="height" value="0.05" units="cm"/>
      <inkml:brushProperty name="color" value="#FFFFFF"/>
    </inkml:brush>
  </inkml:definitions>
  <inkml:trace contextRef="#ctx0" brushRef="#br0">5 50 24575,'-3'0'0,"2"0"0,1-3 0,4-4 0,4-1 0,4 1 0,3 1 0,2 3 0,1 0 0,-2-1 0,-2 0 0,-2 0-8191</inkml:trace>
</inkml:ink>
</file>

<file path=ppt/ink/ink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2.291"/>
    </inkml:context>
    <inkml:brush xml:id="br0">
      <inkml:brushProperty name="width" value="0.05" units="cm"/>
      <inkml:brushProperty name="height" value="0.05" units="cm"/>
      <inkml:brushProperty name="color" value="#FFFFFF"/>
    </inkml:brush>
  </inkml:definitions>
  <inkml:trace contextRef="#ctx0" brushRef="#br0">1 0 24575,'3'0'0</inkml:trace>
</inkml:ink>
</file>

<file path=ppt/ink/ink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2.511"/>
    </inkml:context>
    <inkml:brush xml:id="br0">
      <inkml:brushProperty name="width" value="0.05" units="cm"/>
      <inkml:brushProperty name="height" value="0.05" units="cm"/>
      <inkml:brushProperty name="color" value="#FFFFFF"/>
    </inkml:brush>
  </inkml:definitions>
  <inkml:trace contextRef="#ctx0" brushRef="#br0">1 12 24575,'3'0'0,"4"0"0,5-4 0,2 0 0,0 0-8191</inkml:trace>
</inkml:ink>
</file>

<file path=ppt/ink/ink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2.682"/>
    </inkml:context>
    <inkml:brush xml:id="br0">
      <inkml:brushProperty name="width" value="0.05" units="cm"/>
      <inkml:brushProperty name="height" value="0.05" units="cm"/>
      <inkml:brushProperty name="color" value="#FFFFFF"/>
    </inkml:brush>
  </inkml:definitions>
  <inkml:trace contextRef="#ctx0" brushRef="#br0">5 1 24575,'0'3'0,"-3"1"0,2 0 0,1-4 0,4-2 0</inkml:trace>
</inkml:ink>
</file>

<file path=ppt/ink/ink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2.868"/>
    </inkml:context>
    <inkml:brush xml:id="br0">
      <inkml:brushProperty name="width" value="0.05" units="cm"/>
      <inkml:brushProperty name="height" value="0.05" units="cm"/>
      <inkml:brushProperty name="color" value="#FFFFFF"/>
    </inkml:brush>
  </inkml:definitions>
  <inkml:trace contextRef="#ctx0" brushRef="#br0">0 0 24575,'0'3'0,"0"-2"0,3-1 0,5-1 0</inkml:trace>
</inkml:ink>
</file>

<file path=ppt/ink/ink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7.117"/>
    </inkml:context>
    <inkml:brush xml:id="br0">
      <inkml:brushProperty name="width" value="0.05" units="cm"/>
      <inkml:brushProperty name="height" value="0.05" units="cm"/>
      <inkml:brushProperty name="color" value="#FFFFFF"/>
    </inkml:brush>
  </inkml:definitions>
  <inkml:trace contextRef="#ctx0" brushRef="#br0">50 45 24575,'-1'-15'0,"2"-14"0,0 29 0,-1 0 0,1 0 0,-1 1 0,0-1 0,1 0 0,-1 1 0,1-1 0,-1 0 0,0 1 0,1-1 0,-1 0 0,0 1 0,1-1 0,-1 1 0,0-1 0,0 1 0,0-1 0,1 0 0,-1 1 0,0-1 0,0 1 0,0-1 0,0 1 0,0-1 0,0 1 0,0 0 0,10 53 0,5 89 0,-11 58 0,-4-138 0,-8 281 342,3-278-769,-4-1 0,-3-1 1,-23 78-1,19-94-6399</inkml:trace>
</inkml:ink>
</file>

<file path=ppt/ink/ink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7.414"/>
    </inkml:context>
    <inkml:brush xml:id="br0">
      <inkml:brushProperty name="width" value="0.05" units="cm"/>
      <inkml:brushProperty name="height" value="0.05" units="cm"/>
      <inkml:brushProperty name="color" value="#FFFFFF"/>
    </inkml:brush>
  </inkml:definitions>
  <inkml:trace contextRef="#ctx0" brushRef="#br0">0 107 24575,'354'-17'0,"-93"1"0,-237 16 0,459-32 0,-477 31 14,-1 1-112,1-1-1,0 1 1,-1-1-1,1 0 1,0-1-1,-1 1 1,0-1-1,1 0 1,-1-1-1,0 1 0,0-1 1,0 0-1,6-5 1,-3-4-6728</inkml:trace>
</inkml:ink>
</file>

<file path=ppt/ink/ink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8.038"/>
    </inkml:context>
    <inkml:brush xml:id="br0">
      <inkml:brushProperty name="width" value="0.05" units="cm"/>
      <inkml:brushProperty name="height" value="0.05" units="cm"/>
      <inkml:brushProperty name="color" value="#FFFFFF"/>
    </inkml:brush>
  </inkml:definitions>
  <inkml:trace contextRef="#ctx0" brushRef="#br0">75 187 24575,'-66'-64'0,"65"63"0,1 0 0,-1 1 0,0-1 0,1 0 0,-1 1 0,0-1 0,1 0 0,-1 0 0,1 0 0,-1 0 0,1 0 0,0 0 0,-1 1 0,1-1 0,0 0 0,0 0 0,-1 0 0,1 0 0,0 0 0,0 0 0,0 0 0,0 0 0,0 0 0,1 0 0,-1 0 0,0 0 0,0 0 0,1 0 0,-1 0 0,0 0 0,1 0 0,-1 0 0,1 0 0,-1 1 0,1-1 0,0 0 0,-1 0 0,1 1 0,0-1 0,-1 0 0,1 1 0,0-1 0,0 0 0,0 1 0,-1-1 0,1 1 0,0 0 0,2-1 0,5-2 0,0 0 0,0 0 0,0 1 0,14-1 0,390-28 0,-300 26 0,33-2 0,460-16 0,-589 22 0,-11 0 0,-1 1 0,1-1 0,0 1 0,0 0 0,0 1 0,-1-1 0,1 1 0,0 0 0,-1 0 0,1 0 0,8 4 0,-13-4 0,1-1 0,-1 1 0,0-1 0,1 0 0,-1 1 0,0-1 0,1 1 0,-1 0 0,0-1 0,0 1 0,0-1 0,1 1 0,-1-1 0,0 1 0,0-1 0,0 1 0,0 0 0,0-1 0,0 1 0,0-1 0,0 1 0,-1 0 0,1-1 0,0 1 0,0-1 0,0 1 0,-1-1 0,1 1 0,-1 0 0,-10 18 0,8-15 0,-9 16 0,0 1 0,2 0 0,0 0 0,1 1 0,1 1 0,1 0 0,-7 46 0,5 5 0,2 90 0,4-71 0,-26 446 0,29-528 0,-1 1 0,2 0 0,0-1 0,4 19 0,-5-27 0,1 0 0,0 1 0,0-1 0,0 0 0,1 0 0,-1 0 0,1 0 0,-1 0 0,1 0 0,0-1 0,0 1 0,0-1 0,1 1 0,-1-1 0,1 0 0,-1 0 0,1 0 0,0 0 0,5 3 0,-1-3 171,-10-7 0,-12-5-1878,3 4-5119</inkml:trace>
</inkml:ink>
</file>

<file path=ppt/ink/ink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8.410"/>
    </inkml:context>
    <inkml:brush xml:id="br0">
      <inkml:brushProperty name="width" value="0.05" units="cm"/>
      <inkml:brushProperty name="height" value="0.05" units="cm"/>
      <inkml:brushProperty name="color" value="#FFFFFF"/>
    </inkml:brush>
  </inkml:definitions>
  <inkml:trace contextRef="#ctx0" brushRef="#br0">99 63 24575,'-3'-3'0,"1"0"0,1 0 0,-1-1 0,0 1 0,1-1 0,0 1 0,0-1 0,0 1 0,0-1 0,0 0 0,1 0 0,-1-6 0,0 0 0,3 50 0,-6 67 0,2-83 0,1 5 0,-61 707 0,55-696-1365,1-8-5461</inkml:trace>
</inkml:ink>
</file>

<file path=ppt/ink/ink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9.063"/>
    </inkml:context>
    <inkml:brush xml:id="br0">
      <inkml:brushProperty name="width" value="0.05" units="cm"/>
      <inkml:brushProperty name="height" value="0.05" units="cm"/>
      <inkml:brushProperty name="color" value="#FFFFFF"/>
    </inkml:brush>
  </inkml:definitions>
  <inkml:trace contextRef="#ctx0" brushRef="#br0">122 333 24575,'-15'-17'0,"-47"-52"0,56 61 0,0-1 0,0 1 0,1-1 0,0-1 0,0 1 0,-5-17 0,10 24 0,-1-1 0,1 1 0,0 0 0,0-1 0,0 1 0,0-1 0,0 1 0,0-1 0,1 1 0,-1 0 0,1-1 0,0 1 0,-1 0 0,1-1 0,0 1 0,0 0 0,1 0 0,-1 0 0,0 0 0,1 0 0,-1 0 0,1 0 0,0 0 0,-1 1 0,1-1 0,0 1 0,0-1 0,4-1 0,6-4 0,-1 1 0,1 0 0,1 1 0,12-3 0,-22 7 0,52-15 0,1 2 0,0 3 0,75-6 0,173 5 0,-298 12 0,41-1 0,414 6 0,-445-4 0,58 7 0,-69-7 0,1 0 0,-1 1 0,1-1 0,-1 1 0,0 0 0,1 1 0,-1-1 0,0 1 0,-1 0 0,6 4 0,-8-5 0,0 0 0,0 1 0,-1-1 0,1 0 0,-1 1 0,1-1 0,-1 1 0,0-1 0,0 1 0,0 0 0,0-1 0,0 1 0,-1 0 0,1 0 0,-1 0 0,1 0 0,-1-1 0,0 1 0,-1 0 0,1 3 0,-2 7 0,-1 0 0,0 0 0,-6 15 0,1-5 0,-5 29 0,3 2 0,1-1 0,3 1 0,1 67 0,28 218 0,-15-277 0,6 44 0,-1 111 0,-12-211 0,-2 0 0,1 0 0,-1 0 0,1-1 0,-2 1 0,1 0 0,-4 8 0,4-11 0,0-1 0,-1 1 0,1-1 0,-1 1 0,0-1 0,0 0 0,0 0 0,0 0 0,0 0 0,-1 0 0,1 0 0,0 0 0,-1-1 0,1 1 0,-1-1 0,0 0 0,-3 1 0,-17 4 0,0-1 0,-1-1 0,0-1 0,0-1 0,0-1 0,-26-2 0,6 0 0,-277-1 0,-163 3 0,329 9-1365,124-7-5461</inkml:trace>
</inkml:ink>
</file>

<file path=ppt/ink/ink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49.594"/>
    </inkml:context>
    <inkml:brush xml:id="br0">
      <inkml:brushProperty name="width" value="0.05" units="cm"/>
      <inkml:brushProperty name="height" value="0.05" units="cm"/>
      <inkml:brushProperty name="color" value="#FFFFFF"/>
    </inkml:brush>
  </inkml:definitions>
  <inkml:trace contextRef="#ctx0" brushRef="#br0">38 1 24575,'0'154'0,"-21"363"218,6-249-1801,14-233-5243</inkml:trace>
</inkml:ink>
</file>

<file path=ppt/ink/ink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50.119"/>
    </inkml:context>
    <inkml:brush xml:id="br0">
      <inkml:brushProperty name="width" value="0.05" units="cm"/>
      <inkml:brushProperty name="height" value="0.05" units="cm"/>
      <inkml:brushProperty name="color" value="#FFFFFF"/>
    </inkml:brush>
  </inkml:definitions>
  <inkml:trace contextRef="#ctx0" brushRef="#br0">62 367 24575,'-24'-60'0,"17"46"0,0-1 0,1-1 0,1 1 0,1-1 0,-4-22 0,7 33 0,1 1 0,0 0 0,0 0 0,1-1 0,-1 1 0,1 0 0,0 0 0,0-1 0,0 1 0,1 0 0,-1 0 0,1 0 0,0 1 0,0-1 0,1 0 0,-1 1 0,1-1 0,-1 1 0,1 0 0,0 0 0,1 0 0,-1 0 0,0 1 0,1-1 0,4-2 0,7-3 0,-1 1 0,1 0 0,0 1 0,0 1 0,29-6 0,85-8 0,-111 17 0,174-17 0,1 8 0,239 18 0,-426-6 0,137 14 0,-128-12 0,-1 0 0,1 1 0,-1 1 0,0 0 0,0 1 0,0 0 0,17 12 0,-26-15 0,-1 1 0,-1-1 0,1 1 0,-1 0 0,1 0 0,-1 1 0,0-1 0,-1 1 0,1-1 0,-1 1 0,0 0 0,0 0 0,0 0 0,-1 0 0,1 0 0,-1 0 0,-1 1 0,1 7 0,0 8 0,-1 0 0,-2 0 0,-4 26 0,5-34 0,-39 355 0,40-119 0,0 9 0,0-239 0,-1-1 0,-1 1 0,-1-1 0,0 0 0,-2 0 0,-8 23 0,11-34 0,-1-1 0,0 0 0,-1 0 0,1 0 0,-1-1 0,0 1 0,-1-1 0,1 0 0,-1 0 0,0 0 0,0-1 0,-1 0 0,1 0 0,-1 0 0,0 0 0,0-1 0,0 0 0,0-1 0,-1 1 0,-8 1 0,-15 3 0,0-3 0,-59 3 0,-64-10 0,101 1 0,-366-22-316,127 6-1512,151 11-4219</inkml:trace>
</inkml:ink>
</file>

<file path=ppt/ink/ink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50.775"/>
    </inkml:context>
    <inkml:brush xml:id="br0">
      <inkml:brushProperty name="width" value="0.05" units="cm"/>
      <inkml:brushProperty name="height" value="0.05" units="cm"/>
      <inkml:brushProperty name="color" value="#FFFFFF"/>
    </inkml:brush>
  </inkml:definitions>
  <inkml:trace contextRef="#ctx0" brushRef="#br0">109 294 24575,'-4'-1'0,"0"0"0,0-1 0,1 0 0,-1 0 0,0 0 0,1 0 0,-1-1 0,1 1 0,-1-1 0,1 0 0,0 0 0,-3-4 0,3 3 0,-1 1 0,0-1 0,0 0 0,1-1 0,-1 1 0,1-1 0,1 1 0,-1-1 0,0 0 0,1 0 0,0 0 0,0 0 0,1 0 0,-2-11 0,3 12 0,-1-1 0,2 0 0,-1 1 0,1-1 0,-1 0 0,1 1 0,0-1 0,1 1 0,-1-1 0,1 1 0,0 0 0,0 0 0,0 0 0,1 0 0,-1 0 0,7-7 0,0 2 0,1-1 0,0 1 0,0 0 0,1 1 0,0 0 0,1 1 0,0 1 0,0-1 0,0 2 0,1 0 0,0 0 0,0 1 0,14-2 0,-25 5 0,0 1 0,-1-1 0,1 1 0,0 0 0,0 0 0,-1-1 0,1 1 0,0 1 0,0-1 0,0 0 0,-1 0 0,1 0 0,0 1 0,0-1 0,-1 1 0,1 0 0,0-1 0,-1 1 0,1 0 0,-1 0 0,1 0 0,-1 0 0,1 0 0,-1 0 0,0 1 0,0-1 0,1 0 0,-1 1 0,0-1 0,0 1 0,0-1 0,-1 1 0,1-1 0,0 1 0,0 0 0,-1-1 0,1 1 0,-1 0 0,0 0 0,1-1 0,-1 1 0,0 0 0,0 0 0,0-1 0,0 1 0,0 0 0,-1 0 0,1-1 0,0 1 0,-2 2 0,-1 9 0,-1 0 0,0 0 0,-1 0 0,-1-1 0,0 0 0,0 0 0,-12 15 0,-62 74 0,27-44 0,30-34 0,-33 43 0,55-65 0,0 0 0,0 0 0,1 0 0,-1 0 0,0 0 0,1 0 0,-1 1 0,1-1 0,-1 0 0,1 0 0,0 1 0,-1-1 0,1 0 0,0 1 0,0-1 0,0 0 0,0 1 0,0 1 0,1-2 0,-1 0 0,1-1 0,-1 1 0,1 0 0,-1 0 0,1 0 0,-1-1 0,1 1 0,0 0 0,0 0 0,-1-1 0,1 1 0,0-1 0,0 1 0,0-1 0,0 1 0,-1-1 0,3 1 0,5 1 0,-1 0 0,1 0 0,0-1 0,15 0 0,-19-1 0,453-12-1365,-384 8-5461</inkml:trace>
</inkml:ink>
</file>

<file path=ppt/ink/ink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51.382"/>
    </inkml:context>
    <inkml:brush xml:id="br0">
      <inkml:brushProperty name="width" value="0.05" units="cm"/>
      <inkml:brushProperty name="height" value="0.05" units="cm"/>
      <inkml:brushProperty name="color" value="#FFFFFF"/>
    </inkml:brush>
  </inkml:definitions>
  <inkml:trace contextRef="#ctx0" brushRef="#br0">53 132 24575,'-18'-18'0,"15"16"0,0 0 0,1 0 0,-1 0 0,1 0 0,-1-1 0,1 1 0,0-1 0,0 0 0,0 0 0,1 0 0,-1 1 0,1-1 0,-1-1 0,1 1 0,0 0 0,0 0 0,0-6 0,1 8 0,-1-1 0,1 0 0,0 0 0,0 0 0,0 1 0,1-1 0,-1 0 0,0 0 0,1 0 0,-1 1 0,1-1 0,-1 0 0,1 0 0,0 1 0,0-1 0,0 1 0,0-1 0,0 1 0,2-3 0,-1 2 0,1 0 0,0 0 0,-1 0 0,1 1 0,0-1 0,0 1 0,0-1 0,0 1 0,0 0 0,4-1 0,8 0 0,0 0 0,0 0 0,27 2 0,-31 0 0,-7 0 0,57 4 0,-57-4 0,-1 1 0,1 0 0,0-1 0,-1 1 0,0 1 0,1-1 0,-1 0 0,0 1 0,1 0 0,-1-1 0,0 1 0,0 1 0,0-1 0,3 3 0,-5-3 0,0-1 0,0 1 0,-1 0 0,1-1 0,0 1 0,-1 0 0,1 0 0,-1-1 0,1 1 0,-1 0 0,0 0 0,0 0 0,0-1 0,0 1 0,0 0 0,0 0 0,0 0 0,0 0 0,-1-1 0,1 1 0,-1 0 0,0 0 0,1-1 0,-1 1 0,0-1 0,0 1 0,0 0 0,0-1 0,-2 2 0,-3 6 0,-1-1 0,-1 0 0,-13 11 0,15-13 0,-36 25 0,30-23 0,1 1 0,0-1 0,-12 14 0,22-21 0,0 0 0,1 1 0,-1-1 0,0 0 0,0 0 0,1 1 0,-1-1 0,1 0 0,-1 1 0,1-1 0,0 0 0,-1 1 0,1-1 0,0 1 0,0-1 0,0 1 0,0-1 0,0 0 0,0 1 0,0-1 0,1 1 0,-1-1 0,1 0 0,-1 1 0,1-1 0,-1 0 0,1 1 0,0-1 0,-1 0 0,1 0 0,0 0 0,0 1 0,0-1 0,0 0 0,0 0 0,0 0 0,0-1 0,2 2 0,6 5 0,0 0 0,0-1 0,19 9 0,-23-12 0,77 33 0,-57-26 0,-1 1 0,0 1 0,-1 0 0,37 27 0,-59-38 0,0 0 0,0 0 0,0 0 0,1 0 0,-1 0 0,0 1 0,0-1 0,-1 0 0,1 0 0,0 1 0,0-1 0,0 1 0,-1-1 0,1 0 0,-1 1 0,1 1 0,-1-2 0,0 0 0,0 0 0,0 0 0,-1-1 0,1 1 0,0 0 0,0 0 0,-1 0 0,1 0 0,0-1 0,-1 1 0,1 0 0,-1-1 0,1 1 0,-1 0 0,1-1 0,-1 1 0,0 0 0,1-1 0,-1 1 0,0 0 0,-5 2 0,0 0 0,0 0 0,0-1 0,0 0 0,-1 0 0,-6 1 0,-38 6-341,0-2 0,0-2-1,-53-3 1,59-2-6485</inkml:trace>
</inkml:ink>
</file>

<file path=ppt/ink/ink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8:51.930"/>
    </inkml:context>
    <inkml:brush xml:id="br0">
      <inkml:brushProperty name="width" value="0.05" units="cm"/>
      <inkml:brushProperty name="height" value="0.05" units="cm"/>
      <inkml:brushProperty name="color" value="#FFFFFF"/>
    </inkml:brush>
  </inkml:definitions>
  <inkml:trace contextRef="#ctx0" brushRef="#br0">1 100 24575,'0'-99'0,"0"131"0,-1 4 0,2-1 0,1 1 0,7 34 0,-7-60 0,0-1 0,1 0 0,0 0 0,0 0 0,1 0 0,0 0 0,1-1 0,-1 0 0,2 0 0,-1 0 0,1 0 0,0-1 0,1 0 0,0 0 0,0-1 0,9 7 0,-11-10 0,0 0 0,0 0 0,1 0 0,-1-1 0,0 1 0,1-1 0,0-1 0,0 1 0,-1-1 0,1 0 0,0 0 0,0-1 0,0 0 0,0 0 0,0 0 0,0-1 0,0 0 0,0 0 0,-1 0 0,1-1 0,0 0 0,-1 0 0,1 0 0,-1-1 0,10-6 0,-1 0 0,-1-1 0,-1-1 0,0 0 0,0 0 0,-1-2 0,-1 1 0,0-1 0,10-17 0,1-10 0,-17 31 0,1-1 0,0 1 0,1 0 0,0 0 0,8-9 0,-14 18 0,0 0 0,0 0 0,0-1 0,0 1 0,0 0 0,1 0 0,-1 0 0,0 0 0,0 0 0,0 0 0,0 0 0,1 0 0,-1 0 0,0 0 0,0-1 0,0 1 0,0 0 0,1 0 0,-1 0 0,0 0 0,0 0 0,0 0 0,0 0 0,1 0 0,-1 0 0,0 0 0,0 1 0,0-1 0,0 0 0,1 0 0,-1 0 0,0 0 0,0 0 0,0 0 0,0 0 0,0 0 0,1 0 0,-1 0 0,0 1 0,0-1 0,0 0 0,0 0 0,0 0 0,0 0 0,0 0 0,1 1 0,-1-1 0,0 0 0,0 0 0,0 0 0,0 0 0,0 1 0,0-1 0,0 0 0,0 0 0,0 0 0,0 0 0,0 1 0,2 12 0,-2-12 0,0 31 0,-1-1 0,-1 1 0,-7 36 0,2-23 0,-4 31-1365,1-4-5461</inkml:trace>
</inkml:ink>
</file>

<file path=ppt/ink/ink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1.737"/>
    </inkml:context>
    <inkml:brush xml:id="br0">
      <inkml:brushProperty name="width" value="0.05" units="cm"/>
      <inkml:brushProperty name="height" value="0.05" units="cm"/>
      <inkml:brushProperty name="color" value="#FFFFFF"/>
    </inkml:brush>
  </inkml:definitions>
  <inkml:trace contextRef="#ctx0" brushRef="#br0">36 1 24575,'-3'0'0,"-2"3"0,-2 1 0,-3 0 0,0 2 0</inkml:trace>
</inkml:ink>
</file>

<file path=ppt/ink/ink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1.908"/>
    </inkml:context>
    <inkml:brush xml:id="br0">
      <inkml:brushProperty name="width" value="0.05" units="cm"/>
      <inkml:brushProperty name="height" value="0.05" units="cm"/>
      <inkml:brushProperty name="color" value="#FFFFFF"/>
    </inkml:brush>
  </inkml:definitions>
  <inkml:trace contextRef="#ctx0" brushRef="#br0">25 38 24575,'-3'-3'0,"-1"-4"0,-3-1 0,-1-2 0,5 0 0</inkml:trace>
</inkml:ink>
</file>

<file path=ppt/ink/ink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3.104"/>
    </inkml:context>
    <inkml:brush xml:id="br0">
      <inkml:brushProperty name="width" value="0.05" units="cm"/>
      <inkml:brushProperty name="height" value="0.05" units="cm"/>
      <inkml:brushProperty name="color" value="#FFFFFF"/>
    </inkml:brush>
  </inkml:definitions>
  <inkml:trace contextRef="#ctx0" brushRef="#br0">149 8 24575,'-1'-1'0,"0"1"0,1-1 0,-1 0 0,0 1 0,0-1 0,1 0 0,-1 1 0,0 0 0,0-1 0,0 1 0,0-1 0,0 1 0,0 0 0,0 0 0,0-1 0,0 1 0,0 0 0,0 0 0,1 0 0,-1 0 0,0 0 0,0 0 0,0 0 0,0 1 0,0-1 0,0 0 0,0 0 0,0 1 0,0-1 0,0 1 0,0-1 0,1 1 0,-1-1 0,0 1 0,0-1 0,0 1 0,1 0 0,-1-1 0,0 1 0,1 0 0,-1 0 0,1-1 0,-1 1 0,1 0 0,-1 0 0,0 1 0,-3 6 0,0 0 0,0 1 0,-5 14 0,9-22 0,-11 35 0,1 1 0,-6 56 0,0 81 0,16-173 0,-10 542-1063,36 1-505,-13-319 1344,7 637 122,-29-598-542,-54 328 1,50-520-3304</inkml:trace>
</inkml:ink>
</file>

<file path=ppt/ink/ink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3.573"/>
    </inkml:context>
    <inkml:brush xml:id="br0">
      <inkml:brushProperty name="width" value="0.05" units="cm"/>
      <inkml:brushProperty name="height" value="0.05" units="cm"/>
      <inkml:brushProperty name="color" value="#FFFFFF"/>
    </inkml:brush>
  </inkml:definitions>
  <inkml:trace contextRef="#ctx0" brushRef="#br0">237 100 24575,'-3'2'0,"0"0"0,0 0 0,0 1 0,0-1 0,1 1 0,-1-1 0,1 1 0,0 0 0,-2 3 0,-5 6 0,-38 50 0,-56 100 0,82-128 0,19-30 0,0-1 0,0 0 0,-1 0 0,1 0 0,-1 0 0,-4 3 0,7-6 0,0 0 0,0 1 0,0-1 0,0 0 0,0 0 0,-1 0 0,1 0 0,0 0 0,0 0 0,0 0 0,-1 0 0,1 1 0,0-1 0,0 0 0,0 0 0,-1 0 0,1 0 0,0 0 0,0 0 0,0 0 0,-1 0 0,1 0 0,0 0 0,0 0 0,0 0 0,-1-1 0,1 1 0,0 0 0,0 0 0,0 0 0,0 0 0,-1 0 0,1 0 0,0 0 0,0 0 0,0-1 0,0 1 0,-1 0 0,1 0 0,0 0 0,-1-18 0,9-20 0,2 1 0,1 1 0,2 0 0,1 0 0,32-55 0,-38 75 0,1 1 0,0 0 0,1 0 0,1 1 0,13-14 0,-21 25 0,1 1 0,-1-1 0,0 0 0,1 1 0,0 0 0,-1-1 0,1 1 0,0 1 0,0-1 0,0 1 0,7-2 0,-8 3 0,0-1 0,0 1 0,0 0 0,0 1 0,0-1 0,0 0 0,0 1 0,0 0 0,0 0 0,-1 0 0,1 0 0,0 0 0,0 0 0,-1 1 0,1-1 0,-1 1 0,1 0 0,2 2 0,4 5 41,0 0-1,-1 1 1,0-1-1,-1 1 1,0 1-1,-1 0 1,9 17-1,30 88-825,-34-83-119,18 49-5922</inkml:trace>
</inkml:ink>
</file>

<file path=ppt/ink/ink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4.164"/>
    </inkml:context>
    <inkml:brush xml:id="br0">
      <inkml:brushProperty name="width" value="0.05" units="cm"/>
      <inkml:brushProperty name="height" value="0.05" units="cm"/>
      <inkml:brushProperty name="color" value="#FFFFFF"/>
    </inkml:brush>
  </inkml:definitions>
  <inkml:trace contextRef="#ctx0" brushRef="#br0">11 233 24575,'0'-28'0,"1"18"0,0-1 0,-2 0 0,1 0 0,-5-21 0,2 25 0,0 8 0,2 14 0,28 109 0,-10-54 0,163 665 0,-176-719 0,-3-11 0,0-1 0,0 1 0,0-1 0,0 1 0,1-1 0,0 0 0,0 1 0,0-1 0,0 0 0,1 0 0,-1 0 0,6 5 0,-8-9 0,1 0 0,0 0 0,-1 0 0,1 0 0,0 0 0,-1 0 0,1 0 0,0 0 0,-1 0 0,1 0 0,0 0 0,-1 0 0,1 0 0,0-1 0,-1 1 0,1 0 0,-1 0 0,1-1 0,0 1 0,-1 0 0,1-1 0,-1 1 0,1-1 0,-1 1 0,1-1 0,-1 1 0,1-1 0,-1 1 0,0-1 0,1 1 0,-1-1 0,0 1 0,1-1 0,-1-1 0,14-24 0,-14 24 0,14-33 0,-2-1 0,10-48 0,8-77 0,-21 106 0,25-166 0,8-268 0,-42 470 342,-2 13-684,-4 21-7849</inkml:trace>
</inkml:ink>
</file>

<file path=ppt/ink/ink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4.881"/>
    </inkml:context>
    <inkml:brush xml:id="br0">
      <inkml:brushProperty name="width" value="0.05" units="cm"/>
      <inkml:brushProperty name="height" value="0.05" units="cm"/>
      <inkml:brushProperty name="color" value="#FFFFFF"/>
    </inkml:brush>
  </inkml:definitions>
  <inkml:trace contextRef="#ctx0" brushRef="#br0">68 339 24575,'-1'-1'0,"1"0"0,-1 1 0,1-1 0,-1 1 0,1-1 0,-1 1 0,1 0 0,-1-1 0,1 1 0,-1 0 0,0-1 0,1 1 0,-1 0 0,0-1 0,1 1 0,-1 0 0,0 0 0,1 0 0,-1 0 0,0 0 0,1 0 0,-1 0 0,0 0 0,1 0 0,-1 0 0,0 0 0,1 0 0,-1 0 0,-1 1 0,1 5 0,11 2 0,-6-6 0,0 0 0,0-1 0,1 1 0,-1-1 0,1 0 0,-1 0 0,1-1 0,-1 1 0,1-1 0,-1 0 0,1 0 0,-1 0 0,1-1 0,-1 0 0,1 0 0,-1 0 0,1 0 0,5-4 0,-4 3 0,-1-2 0,0 1 0,0 0 0,0-1 0,0 0 0,-1 0 0,1-1 0,-1 1 0,0-1 0,-1 0 0,1 0 0,-1 0 0,4-8 0,-1 0 0,0-1 0,-1 0 0,-1-1 0,0 1 0,-1-1 0,0 0 0,1-23 0,-4 31 0,0 0 0,0 1 0,0-1 0,-1 0 0,0 1 0,0-1 0,-1 1 0,1-1 0,-2 1 0,1-1 0,-1 1 0,0 0 0,0 0 0,0 1 0,-1-1 0,0 1 0,0-1 0,0 1 0,-7-5 0,9 8 0,0 0 0,-1 1 0,1-1 0,-1 1 0,1 0 0,-1 0 0,0 0 0,1 0 0,-1 0 0,0 0 0,0 1 0,1-1 0,-1 1 0,0 0 0,0 0 0,0 0 0,0 0 0,1 0 0,-1 1 0,0-1 0,0 1 0,0 0 0,1 0 0,-1 0 0,0 0 0,1 0 0,-1 1 0,1-1 0,0 1 0,-1-1 0,1 1 0,-3 3 0,-3 3 0,-1 0 0,1 1 0,1 0 0,0 0 0,0 1 0,-9 17 0,9-12 0,-1 1 0,2 1 0,0-1 0,1 1 0,1 0 0,1 0 0,0 0 0,1 1 0,1-1 0,0 1 0,3 26 0,-1-36 0,0 0 0,1 0 0,0 0 0,0 0 0,0 0 0,1-1 0,1 1 0,-1-1 0,1 0 0,0 0 0,1 0 0,-1 0 0,1-1 0,1 0 0,-1 0 0,1 0 0,0-1 0,0 1 0,1-1 0,0-1 0,0 0 0,0 0 0,0 0 0,0-1 0,1 1 0,12 2 0,-8-3 0,1-1 0,-1 0 0,0-1 0,1 0 0,-1-1 0,0 0 0,1-1 0,-1 0 0,0-1 0,1-1 0,-1 0 0,0 0 0,20-10 0,-24 10 0,0-2 0,-1 1 0,1-1 0,-1 0 0,0 0 0,0-1 0,-1 0 0,1 0 0,-1 0 0,-1-1 0,1 0 0,-1 0 0,-1-1 0,1 1 0,-1-1 0,0 0 0,-1 0 0,0 0 0,0-1 0,1-9 0,1-8 0,-2-1 0,-1 0 0,-3-41 0,0 49 0,-1 0 0,-1 0 0,-1-1 0,0 2 0,-11-30 0,15 47 0,-1 1 0,1-1 0,0 1 0,0-1 0,0 0 0,-1 1 0,1-1 0,0 1 0,-1-1 0,1 0 0,0 1 0,-1-1 0,1 1 0,-1-1 0,1 1 0,-1-1 0,1 1 0,-1 0 0,1-1 0,-2 0 0,-1 12 0,5 23 0,62 293 0,-63-325 0,1-5 0,3-15 0,1-23 0,14-100 0,-15 117 0,1 0 0,1 0 0,18-39 0,-22 58 0,-1 1 0,1-1 0,0 1 0,0-1 0,0 1 0,0 0 0,1 0 0,4-4 0,-7 7 0,0 1 0,0-1 0,0 0 0,0 1 0,0-1 0,1 1 0,-1 0 0,0-1 0,0 1 0,0 0 0,0-1 0,1 1 0,-1 0 0,0 0 0,0 0 0,1 0 0,-1 0 0,0 0 0,0 1 0,0-1 0,1 0 0,-1 1 0,0-1 0,0 0 0,0 1 0,0-1 0,0 1 0,0 0 0,0-1 0,0 1 0,0 0 0,0 0 0,0 0 0,0 0 0,0-1 0,-1 1 0,1 0 0,0 0 0,-1 1 0,1 0 0,10 15-1365,-1 0-5461</inkml:trace>
</inkml:ink>
</file>

<file path=ppt/ink/ink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5.083"/>
    </inkml:context>
    <inkml:brush xml:id="br0">
      <inkml:brushProperty name="width" value="0.05" units="cm"/>
      <inkml:brushProperty name="height" value="0.05" units="cm"/>
      <inkml:brushProperty name="color" value="#FFFFFF"/>
    </inkml:brush>
  </inkml:definitions>
  <inkml:trace contextRef="#ctx0" brushRef="#br0">0 122 24575,'0'-6'0,"3"-8"0,2-9 0,-1-2 0,-1-1 0,2 7 0,1 10 0,-2 16 0,0 16 0,-2 17 0,-1 14 0,0 9 0,-1 8 0,0 3 0,-1-1 0,1 0 0,3-7 0,1-15-8191</inkml:trace>
</inkml:ink>
</file>

<file path=ppt/ink/ink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5.439"/>
    </inkml:context>
    <inkml:brush xml:id="br0">
      <inkml:brushProperty name="width" value="0.05" units="cm"/>
      <inkml:brushProperty name="height" value="0.05" units="cm"/>
      <inkml:brushProperty name="color" value="#FFFFFF"/>
    </inkml:brush>
  </inkml:definitions>
  <inkml:trace contextRef="#ctx0" brushRef="#br0">7 171 24575,'-3'-20'0,"2"19"0,1 0 0,0 0 0,-1 1 0,1-1 0,0 0 0,-1 0 0,1 0 0,0 0 0,0 0 0,0 0 0,0 0 0,0 0 0,0 0 0,0 0 0,0 0 0,0 0 0,0 0 0,1 0 0,-1 0 0,0 0 0,1 0 0,-1 0 0,1 1 0,-1-1 0,1 0 0,-1 0 0,1 0 0,-1 1 0,1-1 0,0 0 0,0 0 0,-1 1 0,1-1 0,0 1 0,0-1 0,0 1 0,-1-1 0,1 1 0,0-1 0,0 1 0,0 0 0,0 0 0,0-1 0,0 1 0,0 0 0,0 0 0,0 0 0,2 0 0,68-6 0,-47 5 0,-1-1 0,38-8 0,-56 9 0,1 0 0,-1-1 0,1 0 0,-1 0 0,0-1 0,0 1 0,0-1 0,0 0 0,0-1 0,-1 1 0,1-1 0,-1 0 0,0 0 0,0 0 0,5-8 0,-6 7 0,-1-1 0,0 1 0,0-1 0,0 1 0,1-7 0,-1 8 0,-3 21 0,1-11 0,-2 42-273,2-1 0,3 0 0,1 1 0,17 76 0,-16-107-6553</inkml:trace>
</inkml:ink>
</file>

<file path=ppt/ink/ink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5.609"/>
    </inkml:context>
    <inkml:brush xml:id="br0">
      <inkml:brushProperty name="width" value="0.05" units="cm"/>
      <inkml:brushProperty name="height" value="0.05" units="cm"/>
      <inkml:brushProperty name="color" value="#FFFFFF"/>
    </inkml:brush>
  </inkml:definitions>
  <inkml:trace contextRef="#ctx0" brushRef="#br0">0 97 24575,'0'-9'0,"0"-7"0,0-3 0,0-5 0,0 5 0,0 9 0</inkml:trace>
</inkml:ink>
</file>

<file path=ppt/ink/ink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6.061"/>
    </inkml:context>
    <inkml:brush xml:id="br0">
      <inkml:brushProperty name="width" value="0.05" units="cm"/>
      <inkml:brushProperty name="height" value="0.05" units="cm"/>
      <inkml:brushProperty name="color" value="#FFFFFF"/>
    </inkml:brush>
  </inkml:definitions>
  <inkml:trace contextRef="#ctx0" brushRef="#br0">218 406 24575,'-6'-7'0,"0"0"0,0-1 0,0 0 0,1 0 0,-6-15 0,7 14 0,0 1 0,-1 0 0,0 1 0,0-1 0,-1 1 0,-6-7 0,11 13 0,0 0 0,0 0 0,0 0 0,0 1 0,0-1 0,0 0 0,0 1 0,-1-1 0,1 1 0,0-1 0,0 1 0,0 0 0,-1 0 0,1-1 0,0 1 0,-1 0 0,1 0 0,0 0 0,-1 0 0,1 0 0,0 1 0,0-1 0,-1 0 0,1 0 0,0 1 0,0-1 0,-1 1 0,1-1 0,0 1 0,0 0 0,0-1 0,0 1 0,0 0 0,0 0 0,0 0 0,0 0 0,0 0 0,0 0 0,1 0 0,-2 2 0,-4 4 0,1 1 0,1 0 0,0-1 0,-6 15 0,-5 16 0,-19 70 0,31-94 0,0 0 0,1 1 0,0 0 0,1-1 0,1 1 0,0 0 0,1 0 0,4 20 0,-4-30 0,0 0 0,1-1 0,-1 1 0,1-1 0,0 1 0,0-1 0,0 0 0,1 0 0,0 0 0,-1 0 0,2 0 0,-1 0 0,0-1 0,1 0 0,-1 1 0,1-1 0,0 0 0,0-1 0,0 1 0,0-1 0,1 0 0,-1 0 0,0 0 0,1-1 0,0 1 0,-1-1 0,1 0 0,0 0 0,0-1 0,7 1 0,2-2 0,1 0 0,-1 0 0,0-2 0,0 0 0,0 0 0,0-1 0,0-1 0,-1 0 0,15-8 0,-10 3 0,-1 0 0,0-2 0,0 0 0,-1 0 0,0-2 0,-2 0 0,1-1 0,-2 0 0,0-1 0,-1 0 0,0-1 0,-1-1 0,-1 0 0,-1 0 0,9-27 0,-10 22 0,-1 0 0,-2 0 0,0 0 0,-2-1 0,0 0 0,-2 0 0,0 0 0,-2 0 0,0 0 0,-2 0 0,-1 1 0,-12-44 0,15 65 0,-17-46 0,17 46 0,0 0 0,-1-1 0,1 2 0,0-1 0,0 0 0,-1 0 0,1 0 0,-1 0 0,0 1 0,0-1 0,1 1 0,-1 0 0,0-1 0,0 1 0,0 0 0,0 0 0,0 0 0,-5-1 0,6 2 0,-1 0 0,1 0 0,0 1 0,-1-1 0,1 0 0,0 1 0,-1-1 0,1 1 0,0 0 0,-1-1 0,1 1 0,0 0 0,0 0 0,0 0 0,0-1 0,0 1 0,0 0 0,0 1 0,0-1 0,0 0 0,0 0 0,1 0 0,-1 0 0,0 1 0,1-1 0,-1 0 0,1 1 0,-1 1 0,-11 43 0,5-3-227,3 1-1,1-1 1,2 1-1,3-1 1,8 63-1,-1-54-6598</inkml:trace>
</inkml:ink>
</file>

<file path=ppt/ink/ink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7.289"/>
    </inkml:context>
    <inkml:brush xml:id="br0">
      <inkml:brushProperty name="width" value="0.05" units="cm"/>
      <inkml:brushProperty name="height" value="0.05" units="cm"/>
      <inkml:brushProperty name="color" value="#FFFFFF"/>
    </inkml:brush>
  </inkml:definitions>
  <inkml:trace contextRef="#ctx0" brushRef="#br0">17 641 24575,'0'0'0,"0"0"0,0 0 0,0 0 0,1-1 0,-1 1 0,0 0 0,0 0 0,0 0 0,0-1 0,0 1 0,0 0 0,0 0 0,0 0 0,0 0 0,0-1 0,0 1 0,0 0 0,0 0 0,0 0 0,0-1 0,0 1 0,0 0 0,-1 0 0,1 0 0,0 0 0,0-1 0,0 1 0,0 0 0,0 0 0,0 0 0,0 0 0,-1 0 0,1-1 0,0 1 0,0 0 0,0 0 0,0 0 0,0 0 0,-1 0 0,1 0 0,0 0 0,0 0 0,0 0 0,-1 0 0,1-1 0,0 1 0,0 0 0,0 0 0,0 0 0,-1 0 0,1 0 0,0 0 0,0 0 0,0 0 0,-1 1 0,1-1 0,0 0 0,0 0 0,0 0 0,0 0 0,-1 0 0,1 0 0,0 0 0,0 0 0,0 1 0,-8 10 0,7-6 0,0 1 0,1-1 0,0 0 0,0 0 0,0 1 0,1-1 0,-1 0 0,1 0 0,3 7 0,18 50 0,-13-39 0,-8-19 0,5 12 0,0-1 0,1 0 0,17 27 0,-22-39 0,0 0 0,0 0 0,1-1 0,0 1 0,-1 0 0,1-1 0,0 0 0,0 1 0,0-1 0,5 2 0,-6-3 0,0-1 0,0 1 0,0-1 0,0 1 0,0-1 0,0 0 0,0 0 0,0 0 0,0 0 0,0 0 0,0 0 0,0-1 0,0 1 0,0 0 0,0-1 0,0 0 0,0 1 0,0-1 0,0 0 0,1-1 0,2-1 0,-1-1 0,1 1 0,-1-1 0,0 0 0,-1 0 0,1 0 0,0 0 0,-1-1 0,0 1 0,2-6 0,24-53 0,-23 49 0,14-40 0,-3-1 0,-2 0 0,13-89 0,-2-174 0,-25 306 0,0-3 0,0 0 0,-1-1 0,-1 1 0,0 0 0,-1 0 0,-5-17 0,7 30 0,-1 1 0,1-1 0,-1 0 0,0 1 0,0-1 0,1 1 0,-1-1 0,0 1 0,0-1 0,-1 1 0,0-2 0,1 3 0,1-1 0,0 1 0,0 0 0,-1 0 0,1 0 0,0 0 0,-1-1 0,1 1 0,-1 0 0,1 0 0,0 0 0,-1 0 0,1 0 0,0 0 0,-1 0 0,1 0 0,-1 0 0,1 0 0,0 0 0,-1 0 0,1 0 0,0 1 0,-1-1 0,1 0 0,0 0 0,-1 0 0,1 0 0,0 1 0,-1-1 0,1 0 0,-1 1 0,-1 1 0,1 0 0,-1 1 0,0 0 0,1-1 0,0 1 0,-1 0 0,1-1 0,0 1 0,0 0 0,1 0 0,-2 5 0,-1 19 0,1 1 0,1-1 0,3 43 0,17 83 0,-17-141 0,18 119 0,65 230 0,-64-304-1365,-1-12-5461</inkml:trace>
</inkml:ink>
</file>

<file path=ppt/ink/ink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7.973"/>
    </inkml:context>
    <inkml:brush xml:id="br0">
      <inkml:brushProperty name="width" value="0.05" units="cm"/>
      <inkml:brushProperty name="height" value="0.05" units="cm"/>
      <inkml:brushProperty name="color" value="#FFFFFF"/>
    </inkml:brush>
  </inkml:definitions>
  <inkml:trace contextRef="#ctx0" brushRef="#br0">288 204 24575,'1'-3'0,"0"-1"0,0 0 0,1 1 0,0-1 0,0 1 0,0 0 0,0-1 0,0 1 0,0 0 0,1 0 0,0 1 0,3-4 0,1-2 0,2-1 0,3-5 0,21-28 0,-31 39 0,0 0 0,0 0 0,0 0 0,-1 0 0,1-1 0,-1 1 0,0-1 0,0 1 0,0-1 0,0 0 0,0 1 0,-1-1 0,0 0 0,0 1 0,0-8 0,-1 10 0,1-1 0,-1 1 0,0 0 0,1 0 0,-1-1 0,0 1 0,0 0 0,0 0 0,0 0 0,0 0 0,0 0 0,0 0 0,0 0 0,-1 1 0,1-1 0,0 0 0,-1 1 0,1-1 0,0 1 0,-1-1 0,1 1 0,0-1 0,-1 1 0,-2 0 0,-39-3 0,38 4 0,-19 0 0,1 1 0,-1 1 0,1 1 0,-39 12 0,49-12 0,0 1 0,0 0 0,0 1 0,1 1 0,0 0 0,0 0 0,1 1 0,-1 1 0,-11 12 0,20-18 0,0 0 0,1 0 0,-1 0 0,1 1 0,0-1 0,0 0 0,1 1 0,-1 0 0,1-1 0,-1 1 0,1 0 0,0 0 0,0-1 0,1 1 0,-1 0 0,1 0 0,0 0 0,0 0 0,0 0 0,1 0 0,-1 0 0,1 0 0,0 0 0,0-1 0,0 1 0,1 0 0,-1-1 0,1 1 0,0-1 0,4 6 0,6 8 0,1 0 0,1-2 0,0 1 0,27 21 0,-20-18 0,-1-2 0,29 30 0,-46-44 0,0 0 0,-1 0 0,1 1 0,-1-1 0,0 1 0,0-1 0,0 1 0,0 0 0,-1 0 0,1 0 0,-1 0 0,1 7 0,-2-9 17,0 1-1,0-1 0,-1 1 0,1-1 1,-1 1-1,1-1 0,-1 1 0,0-1 1,0 0-1,0 0 0,0 1 0,-1-1 1,1 0-1,-1 0 0,1 0 0,-1 0 1,1 0-1,-1-1 0,0 1 0,-3 2 1,-3 1-359,1 0 1,-1 0 0,0-1-1,-10 4 1,-3 0-6485</inkml:trace>
</inkml:ink>
</file>

<file path=ppt/ink/ink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8.762"/>
    </inkml:context>
    <inkml:brush xml:id="br0">
      <inkml:brushProperty name="width" value="0.05" units="cm"/>
      <inkml:brushProperty name="height" value="0.05" units="cm"/>
      <inkml:brushProperty name="color" value="#FFFFFF"/>
    </inkml:brush>
  </inkml:definitions>
  <inkml:trace contextRef="#ctx0" brushRef="#br0">146 345 24575,'16'-9'0,"-3"3"0,-15 4 0,-9 1 0,3 1 0,-1 0 0,0 1 0,0-1 0,0 2 0,1 0 0,-1 0 0,1 0 0,-1 1 0,1 0 0,0 1 0,-13 7 0,17-9 0,1 1 0,0-1 0,-1 1 0,1 0 0,0 0 0,1 0 0,-1 0 0,0 0 0,1 0 0,0 1 0,0-1 0,0 1 0,0 0 0,0 0 0,1 0 0,0 0 0,0 0 0,0 0 0,0 0 0,0 0 0,1 0 0,0 0 0,0 0 0,0 0 0,0 0 0,1 0 0,1 5 0,-1-3 0,1-1 0,0 0 0,0 1 0,1-1 0,0-1 0,-1 1 0,2 0 0,-1-1 0,0 1 0,1-1 0,0 0 0,0 0 0,0 0 0,1-1 0,-1 1 0,1-1 0,0 0 0,0-1 0,0 1 0,0-1 0,0 0 0,0 0 0,9 1 0,-1 1 0,-1-2 0,1 0 0,0 0 0,0-1 0,-1-1 0,1 0 0,0-1 0,0 0 0,17-5 0,-18 3 0,1 0 0,-1-1 0,0-1 0,-1 0 0,1-1 0,16-10 0,-24 13 0,1-1 0,-1 0 0,0 0 0,0 0 0,0 0 0,0 0 0,-1-1 0,0 1 0,0-1 0,0 0 0,0 0 0,-1 0 0,0-1 0,0 1 0,0 0 0,-1-1 0,1-5 0,0-3 0,-1 1 0,0-23 0,-1 33 0,0 1 0,0 0 0,0-1 0,0 1 0,0-1 0,-1 1 0,1 0 0,-1-1 0,0 1 0,0 0 0,0 0 0,0 0 0,0 0 0,0 0 0,-1 0 0,1 0 0,-1 0 0,1 0 0,-1 0 0,0 1 0,1-1 0,-1 0 0,-3-1 0,5 3 0,-1 0 0,0-1 0,0 1 0,0 0 0,0 0 0,0 0 0,0 0 0,0-1 0,1 1 0,-1 0 0,0 0 0,0 1 0,0-1 0,0 0 0,0 0 0,0 0 0,0 1 0,0-1 0,1 0 0,-1 1 0,0-1 0,0 1 0,-1 0 0,1 0 0,-1 1 0,0 0 0,1-1 0,-1 1 0,1 0 0,0 0 0,0 0 0,-1 0 0,0 3 0,-1 3 0,0 0 0,1 0 0,0 1 0,-1 8 0,2-11 0,0 1 0,1-1 0,-1 1 0,2 0 0,-1-1 0,1 1 0,0 0 0,0-1 0,4 11 0,-5-15 0,1 0 0,1 0 0,-1 0 0,0 0 0,0 0 0,1 0 0,-1 0 0,1-1 0,0 1 0,-1-1 0,1 1 0,0-1 0,0 1 0,0-1 0,0 0 0,0 0 0,0 0 0,0 0 0,0-1 0,0 1 0,1 0 0,-1-1 0,0 0 0,0 1 0,1-1 0,-1 0 0,0 0 0,0 0 0,1 0 0,-1-1 0,3 0 0,4-1 0,0-1 0,0 0 0,-1 0 0,1-1 0,-1 0 0,0-1 0,0 0 0,-1 0 0,1 0 0,-1-1 0,10-11 0,28-19 0,-44 35 0,0 0 0,1 0 0,-1 0 0,0 1 0,0-1 0,1 0 0,-1 1 0,0-1 0,1 1 0,-1-1 0,1 1 0,-1 0 0,1 0 0,-1-1 0,1 1 0,-1 0 0,0 0 0,1 0 0,-1 1 0,1-1 0,-1 0 0,1 0 0,-1 1 0,0-1 0,1 1 0,-1 0 0,1-1 0,-1 1 0,0 0 0,0-1 0,2 2 0,1 3 0,1 0 0,-1 0 0,0 1 0,0-1 0,5 12 0,-6-11 0,1 0 0,-1 0 0,1 0 0,8 9 0,-9-13 0,1 0 0,-1 0 0,1 0 0,-1 0 0,1 0 0,0-1 0,0 0 0,-1 1 0,1-2 0,0 1 0,0 0 0,0-1 0,0 1 0,0-1 0,0 0 0,0-1 0,0 1 0,0-1 0,0 0 0,0 1 0,0-2 0,0 1 0,5-3 0,6-2 0,0-1 0,-1-1 0,0 0 0,19-15 0,-16 9 0,-1-1 0,-1-1 0,-1 0 0,0 0 0,-1-2 0,-1 1 0,0-2 0,-2 0 0,0 0 0,-1 0 0,-1-1 0,-1-1 0,-1 0 0,0 1 0,4-44 0,-9 54 0,0 1 0,-1-1 0,-1 1 0,0 0 0,-2-10 0,3 17 0,-1 0 0,1 0 0,-1 0 0,0 0 0,0 0 0,1 0 0,-1 0 0,0 0 0,-1 1 0,1-1 0,0 0 0,-3-2 0,3 3 0,0 1 0,0-1 0,0 1 0,0-1 0,0 1 0,0 0 0,0 0 0,0-1 0,-1 1 0,1 0 0,0 0 0,0 0 0,0 0 0,0 0 0,0 0 0,0 0 0,0 0 0,0 1 0,0-1 0,-1 0 0,1 1 0,0-1 0,0 1 0,0-1 0,1 1 0,-2 0 0,-4 3 0,0 0 0,1 0 0,0 1 0,0-1 0,0 1 0,1 0 0,0 1 0,0-1 0,0 1 0,0 0 0,1 0 0,0 0 0,-3 9 0,-1 5 0,1-1 0,1 1 0,-3 25 0,6-30-65,0-1 0,1 1 0,1-1 0,1 1 0,0-1 0,1 1 0,0-1 0,1 0 0,1 1 0,0-2 0,1 1 0,0 0 0,1-1 0,1 0 0,0 0 0,1-1 0,0 0 0,1 0 0,0-1 0,14 14 0,13 6-6761</inkml:trace>
</inkml:ink>
</file>

<file path=ppt/ink/ink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9.464"/>
    </inkml:context>
    <inkml:brush xml:id="br0">
      <inkml:brushProperty name="width" value="0.05" units="cm"/>
      <inkml:brushProperty name="height" value="0.05" units="cm"/>
      <inkml:brushProperty name="color" value="#FFFFFF"/>
    </inkml:brush>
  </inkml:definitions>
  <inkml:trace contextRef="#ctx0" brushRef="#br0">118 202 24575,'-1'0'0,"1"0"0,-1 0 0,0 0 0,0 0 0,1 0 0,-1 0 0,0 0 0,0 0 0,1 0 0,-1 0 0,0 0 0,1-1 0,-1 1 0,0 0 0,1-1 0,-1 1 0,1 0 0,-1-1 0,0 1 0,1-1 0,-1 1 0,1-1 0,-1 1 0,1-1 0,-1 1 0,1-1 0,0 0 0,-1 1 0,1-1 0,0 0 0,-1 1 0,1-1 0,0 0 0,0 1 0,0-1 0,-1-1 0,1 1 0,1 0 0,-1 0 0,0 0 0,0 0 0,1 1 0,-1-1 0,0 0 0,1 0 0,-1 0 0,1 0 0,-1 1 0,1-1 0,0 0 0,-1 1 0,1-1 0,0 0 0,-1 1 0,1-1 0,0 1 0,0-1 0,-1 1 0,1-1 0,0 1 0,0-1 0,0 1 0,0 0 0,0 0 0,1-1 0,0 1 0,128-33 0,-115 28 0,0 0 0,0-1 0,-1-1 0,0-1 0,0 0 0,16-13 0,-28 20 0,-1 0 0,0 1 0,1-1 0,-1 0 0,0 0 0,0 0 0,0 0 0,0-1 0,0 1 0,0 0 0,0 0 0,0-1 0,-1 1 0,1 0 0,0-1 0,-1 1 0,1-1 0,-1 1 0,1-1 0,-1 1 0,0-1 0,0 1 0,0-1 0,0 1 0,0-1 0,0 1 0,0-1 0,0 1 0,-1-3 0,0 2 0,-1 0 0,1 0 0,-1 0 0,1 1 0,-1-1 0,0 0 0,0 1 0,0-1 0,0 1 0,0 0 0,0-1 0,0 1 0,0 0 0,-1 0 0,1 1 0,0-1 0,-1 0 0,-2 0 0,-11-2 0,1 1 0,-1 0 0,0 1 0,1 1 0,-1 1 0,0 0 0,1 1 0,-23 5 0,25-4 0,0 1 0,0 0 0,1 1 0,-1 0 0,1 1 0,0 1 0,1-1 0,0 2 0,0 0 0,-13 11 0,21-15 0,0-1 0,-1 1 0,2 0 0,-1-1 0,0 1 0,1 0 0,-1 1 0,1-1 0,0 0 0,0 1 0,1-1 0,0 1 0,-1-1 0,1 1 0,1 0 0,-1-1 0,1 1 0,0 6 0,1-6 0,-1 1 0,2-1 0,-1 0 0,1 1 0,0-1 0,0 0 0,0 0 0,0 0 0,1 0 0,0-1 0,0 1 0,1-1 0,-1 0 0,1 0 0,6 6 0,4 1-136,2 0-1,-1-1 1,1-1-1,1 0 1,0-1-1,0-1 1,0 0-1,1-2 0,19 4 1,37 8-6690</inkml:trace>
</inkml:ink>
</file>

<file path=ppt/ink/ink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2.078"/>
    </inkml:context>
    <inkml:brush xml:id="br0">
      <inkml:brushProperty name="width" value="0.05" units="cm"/>
      <inkml:brushProperty name="height" value="0.05" units="cm"/>
      <inkml:brushProperty name="color" value="#FFFFFF"/>
    </inkml:brush>
  </inkml:definitions>
  <inkml:trace contextRef="#ctx0" brushRef="#br0">0 11 24575,'0'-3'0,"0"-4"0</inkml:trace>
</inkml:ink>
</file>

<file path=ppt/ink/ink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2.216"/>
    </inkml:context>
    <inkml:brush xml:id="br0">
      <inkml:brushProperty name="width" value="0.05" units="cm"/>
      <inkml:brushProperty name="height" value="0.05" units="cm"/>
      <inkml:brushProperty name="color" value="#FFFFFF"/>
    </inkml:brush>
  </inkml:definitions>
  <inkml:trace contextRef="#ctx0" brushRef="#br0">1 11 24575,'0'-4'0,"0"-3"0</inkml:trace>
</inkml:ink>
</file>

<file path=ppt/ink/ink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2.387"/>
    </inkml:context>
    <inkml:brush xml:id="br0">
      <inkml:brushProperty name="width" value="0.05" units="cm"/>
      <inkml:brushProperty name="height" value="0.05" units="cm"/>
      <inkml:brushProperty name="color" value="#FFFFFF"/>
    </inkml:brush>
  </inkml:definitions>
  <inkml:trace contextRef="#ctx0" brushRef="#br0">11 52 24575,'0'-4'0,"-3"0"0,-1-3 0,1-3 0,2-4 0,3 2-8191</inkml:trace>
</inkml:ink>
</file>

<file path=ppt/ink/ink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32.496"/>
    </inkml:context>
    <inkml:brush xml:id="br0">
      <inkml:brushProperty name="width" value="0.05" units="cm"/>
      <inkml:brushProperty name="height" value="0.05" units="cm"/>
      <inkml:brushProperty name="color" value="#FFFFFF"/>
    </inkml:brush>
  </inkml:definitions>
  <inkml:trace contextRef="#ctx0" brushRef="#br0">0 4 24575,'0'-3'0</inkml:trace>
</inkml:ink>
</file>

<file path=ppt/ink/ink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0.630"/>
    </inkml:context>
    <inkml:brush xml:id="br0">
      <inkml:brushProperty name="width" value="0.05" units="cm"/>
      <inkml:brushProperty name="height" value="0.05" units="cm"/>
      <inkml:brushProperty name="color" value="#FFFFFF"/>
    </inkml:brush>
  </inkml:definitions>
  <inkml:trace contextRef="#ctx0" brushRef="#br0">39 62 24575,'4'-22'0,"-3"20"0,-1 0 0,1 1 0,-1-1 0,1 0 0,-1 0 0,1 0 0,-1 0 0,0 0 0,0 0 0,0 0 0,0 0 0,0 0 0,-1 0 0,1 1 0,-1-1 0,1 0 0,-2-3 0,2 5 0,0-1 0,0 1 0,-1 0 0,1 0 0,0 0 0,0 0 0,0 0 0,0-1 0,0 1 0,-1 0 0,1 0 0,0 0 0,0 0 0,0 0 0,0 0 0,-1 0 0,1 0 0,0 0 0,0 0 0,0 0 0,-1 0 0,1 0 0,0 0 0,0 0 0,0 0 0,0 0 0,-1 0 0,1 0 0,0 0 0,0 0 0,0 0 0,-1 0 0,1 0 0,0 0 0,0 0 0,0 1 0,0-1 0,-1 0 0,-6 9 0,-2 12 0,2 13 0,1 1 0,2 0 0,2 0 0,2 55 0,0-38 0,6 181 0,57 370 0,-61-589 0,0-4 0,-1 1 0,1-1 0,5 14 0,-6-22 0,-1 0 0,1 0 0,0 0 0,0 0 0,0 0 0,1 0 0,-1 0 0,0 0 0,1-1 0,-1 1 0,1 0 0,-1-1 0,1 1 0,0-1 0,0 0 0,-1 0 0,1 0 0,0 1 0,0-2 0,0 1 0,4 1 0,14 0 0,-1 0 0,1-2 0,-1 0 0,0-1 0,33-6 0,-6 1 0,1071-38-1428,2 90-1004,-312-7 1618,-751-37 891,-11 1 346,88-7 1,-101-3 136,-32 7-521,1 0 0,-1 0 1,0-1-1,1 1 0,-1 0 1,0 0-1,1 0 1,-1 0-1,0 0 0,1 0 1,-1 0-1,0-1 0,1 1 1,-1 0-1,0 0 0,1 0 1,-1-1-1,0 1 0,0 0 1,1 0-1,-1-1 0,0 1 1,0 0-1,0-1 1,1 1-1,-1 0 0,0 0 1,0-1-1,0 1 0,0 0 1,0-1-1,0 1 0,0-1 1,0 1-1,1 0 0,-1-1 1,0 1-1,-1 0 0,1-1 1,0 0-1,-11-8-922,-10-1-4848</inkml:trace>
</inkml:ink>
</file>

<file path=ppt/ink/ink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1.147"/>
    </inkml:context>
    <inkml:brush xml:id="br0">
      <inkml:brushProperty name="width" value="0.05" units="cm"/>
      <inkml:brushProperty name="height" value="0.05" units="cm"/>
      <inkml:brushProperty name="color" value="#FFFFFF"/>
    </inkml:brush>
  </inkml:definitions>
  <inkml:trace contextRef="#ctx0" brushRef="#br0">13 91 24575,'-1'0'0,"0"-1"0,0 0 0,1 1 0,-1-1 0,0 0 0,0 0 0,0 0 0,1 1 0,-1-1 0,1 0 0,-1 0 0,0 0 0,1 0 0,0 0 0,-1 0 0,1 0 0,0-1 0,-1 1 0,1 0 0,0 0 0,0 0 0,0 0 0,0 0 0,0 0 0,0 0 0,0-1 0,0 1 0,1 0 0,-1 0 0,0 0 0,1 0 0,-1 0 0,1 0 0,-1 0 0,1 0 0,-1 0 0,1 0 0,0 0 0,-1 0 0,1 1 0,0-1 0,0 0 0,-1 0 0,1 1 0,2-2 0,2-1 0,0-1 0,1 1 0,0 0 0,0 1 0,0-1 0,11-2 0,14-2 0,0 1 0,49-2 0,70 5 0,-120 3 0,885 30-2794,-578-14 1768,1083 30-2378,-1321-44 3579,322 14 2375,-392-12-963,-29-3-1548,1-1 1,-1 0-1,1 0 1,-1 0 0,0 0-1,1 1 1,-1-1-1,0 0 1,1 0 0,-1 1-1,0-1 1,1 0-1,-1 0 1,0 1 0,1-1-1,-1 0 1,0 1-1,0-1 1,1 1 0,-1-1-1,0 0 1,0 1-1,0-1 1,0 1-1,1-1 1,-1 0 0,0 1-1,0-1 1,0 1-1,0-1 1,0 1 0,0-1-1,0 0 1,0 1-1,0-1 1,0 1 0,-1-1-1,1 1 1,0-1-1,0 0 1,0 1 0,0-1-1,-1 0 1,1 1-1,0-1 1,0 1 0,-1-1-1,1 0 1,0 1-1,-1-1 1,1 0-1,0 0 1,-1 1 0,-22 24 365,12-12-312,-1 0-1,2 0 0,-14 23 0,12-14-61,2 1 0,1 1-1,1 0 1,1 0 0,1 0-1,1 1 1,2 0 0,0 0-1,1 0 1,3 36 0,6 24-648,29 141 0,-29-186 148,4 15-6357</inkml:trace>
</inkml:ink>
</file>

<file path=ppt/ink/ink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1.693"/>
    </inkml:context>
    <inkml:brush xml:id="br0">
      <inkml:brushProperty name="width" value="0.05" units="cm"/>
      <inkml:brushProperty name="height" value="0.05" units="cm"/>
      <inkml:brushProperty name="color" value="#FFFFFF"/>
    </inkml:brush>
  </inkml:definitions>
  <inkml:trace contextRef="#ctx0" brushRef="#br0">0 1 24575,'4'0'0,"-1"0"0,0 0 0,1 1 0,-1-1 0,0 1 0,1-1 0,-1 1 0,0 0 0,0 1 0,0-1 0,0 0 0,0 1 0,0 0 0,0 0 0,5 4 0,-4-2 0,0 1 0,0 0 0,-1 0 0,0 0 0,0 0 0,0 0 0,0 1 0,2 6 0,8 25 0,-2 0 0,-1 1 0,6 48 0,4 118 0,2 62-1365,-20-227-5461</inkml:trace>
</inkml:ink>
</file>

<file path=ppt/ink/ink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2.405"/>
    </inkml:context>
    <inkml:brush xml:id="br0">
      <inkml:brushProperty name="width" value="0.05" units="cm"/>
      <inkml:brushProperty name="height" value="0.05" units="cm"/>
      <inkml:brushProperty name="color" value="#FFFFFF"/>
    </inkml:brush>
  </inkml:definitions>
  <inkml:trace contextRef="#ctx0" brushRef="#br0">9 71 24575,'-1'-1'0,"0"1"0,1-1 0,-1 1 0,1-1 0,-1 1 0,1-1 0,-1 1 0,1-1 0,-1 0 0,1 1 0,0-1 0,-1 0 0,1 1 0,0-1 0,-1 0 0,1 0 0,0 1 0,0-1 0,0 0 0,0 1 0,0-1 0,0 0 0,0 0 0,0 1 0,0-1 0,0-1 0,1 1 0,0 0 0,-1-1 0,1 1 0,0 0 0,0 0 0,0 1 0,0-1 0,0 0 0,0 0 0,0 0 0,0 1 0,0-1 0,0 0 0,2 0 0,4-2 0,1 1 0,0-1 0,0 1 0,8-1 0,113-11-29,166 4 1,-212 9-144,1346 10-4829,1 41 3363,-1060-37 4383,-361-12-2306,0-1-34,1 0-1,0 1 1,13 3 0,-22-4-353,0 1 0,0-1 0,1 0 0,-1 0 1,0 1-1,0-1 0,0 1 0,1-1 0,-1 1 1,0 0-1,0-1 0,0 1 0,0 0 0,0 0 1,0-1-1,0 1 0,0 0 0,-1 0 0,1 0 1,0 0-1,0 0 0,-1 0 0,1 1 0,-1-1 1,1 0-1,-1 0 0,1 0 0,-1 1 1,0-1-1,0 0 0,1 0 0,-1 1 0,0 1 1,-2 7-10,-1 1 0,0-1 0,0 0 0,-7 13 0,-7 23 32,5 12-75,3 0 0,-3 92 0,10-108 0,-2 147 0,1-43 0,1-108 0,-12 51 0,14-87 0,-1 0 0,1 0 0,-1 0 0,0 0 0,0 0 0,0-1 0,0 1 0,0 0 0,0-1 0,0 1 0,0-1 0,-1 1 0,1-1 0,-1 0 0,1 1 0,-1-1 0,1 0 0,-1 0 0,0 0 0,0 0 0,1 0 0,-1-1 0,0 1 0,0-1 0,0 1 0,0-1 0,0 1 0,-2-1 0,-8 1 0,1-1 0,0 0 0,-22-2 0,19 0 0,-767-39-844,400 25 181,-418-32-1038,-209-9 824,716 51 865,277 7-4082</inkml:trace>
</inkml:ink>
</file>

<file path=ppt/ink/ink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4.381"/>
    </inkml:context>
    <inkml:brush xml:id="br0">
      <inkml:brushProperty name="width" value="0.05" units="cm"/>
      <inkml:brushProperty name="height" value="0.05" units="cm"/>
      <inkml:brushProperty name="color" value="#FFFFFF"/>
    </inkml:brush>
  </inkml:definitions>
  <inkml:trace contextRef="#ctx0" brushRef="#br0">33 222 24575,'-1'-8'0,"0"1"0,-1 0 0,1-1 0,-1 1 0,-1 0 0,-3-8 0,-6-21 0,11 32 0,0 0 0,0-1 0,0 1 0,1-1 0,0 1 0,0-1 0,0 1 0,0-1 0,1 1 0,0-1 0,0 1 0,0 0 0,0-1 0,1 1 0,-1 0 0,1 0 0,3-5 0,-2 5 0,0 0 0,1 1 0,-1 0 0,0 0 0,1 0 0,0 0 0,0 1 0,0-1 0,0 1 0,0 0 0,0 0 0,1 0 0,-1 1 0,1-1 0,-1 1 0,8-1 0,-6 2 0,0-1 0,-1 1 0,1-1 0,0 2 0,0-1 0,-1 1 0,1-1 0,0 2 0,-1-1 0,1 0 0,-1 1 0,0 0 0,1 1 0,-1-1 0,8 6 0,-10-5 0,1-1 0,-1 1 0,0 0 0,0 0 0,0 1 0,0-1 0,-1 1 0,1-1 0,-1 1 0,0 0 0,0 0 0,0 0 0,-1 0 0,1 0 0,-1 0 0,0 0 0,0 1 0,-1-1 0,1 0 0,-1 1 0,0 5 0,-1-2 0,0 1 0,-1 0 0,0-1 0,0 0 0,-1 1 0,0-1 0,0 0 0,-1 0 0,0-1 0,0 1 0,-1-1 0,0 0 0,-11 12 0,-6 3 0,-1 0 0,-36 26 0,52-43 0,4-3 0,-21 21 0,24-23 0,-1 0 0,1 1 0,-1-1 0,1 1 0,-1-1 0,1 1 0,0-1 0,-1 1 0,1-1 0,0 1 0,0 0 0,-1-1 0,1 1 0,0-1 0,0 1 0,0 0 0,0-1 0,0 1 0,0 0 0,0-1 0,0 1 0,0-1 0,0 1 0,0 0 0,0-1 0,0 1 0,0 0 0,1-1 0,-1 1 0,0-1 0,0 1 0,1-1 0,-1 1 0,0-1 0,1 1 0,-1-1 0,1 1 0,-1-1 0,0 1 0,1-1 0,-1 1 0,1-1 0,-1 0 0,2 1 0,8 3 0,1 0 0,0-1 0,0 0 0,0-1 0,0 0 0,0 0 0,0-1 0,16-1 0,-4 1 0,328-4-1365,-271-1-5461</inkml:trace>
</inkml:ink>
</file>

<file path=ppt/ink/ink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4.799"/>
    </inkml:context>
    <inkml:brush xml:id="br0">
      <inkml:brushProperty name="width" value="0.05" units="cm"/>
      <inkml:brushProperty name="height" value="0.05" units="cm"/>
      <inkml:brushProperty name="color" value="#FFFFFF"/>
    </inkml:brush>
  </inkml:definitions>
  <inkml:trace contextRef="#ctx0" brushRef="#br0">55 12 24575,'1'-12'0,"-4"29"0,-3 1 0,-8 22 0,-12 57 0,24-85 0,0-1 0,1 0 0,0 1 0,1-1 0,0 1 0,1-1 0,0 1 0,1-1 0,0 0 0,4 15 0,-5-23 0,1-1 0,-1 1 0,0 0 0,1 0 0,-1-1 0,1 1 0,0-1 0,0 0 0,0 1 0,0-1 0,0 0 0,0 0 0,1 0 0,-1 0 0,1-1 0,-1 1 0,1-1 0,4 2 0,-3-1 0,1-1 0,0 0 0,0 0 0,0-1 0,0 1 0,0-1 0,0 0 0,-1 0 0,1-1 0,8-1 0,1-2 0,0 0 0,0-1 0,-1 0 0,1-2 0,-1 1 0,21-15 0,-13 5 0,0-1 0,-2-1 0,0-1 0,27-35 0,-63 125 0,7-9-1365,8-35-5461</inkml:trace>
</inkml:ink>
</file>

<file path=ppt/ink/ink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5.349"/>
    </inkml:context>
    <inkml:brush xml:id="br0">
      <inkml:brushProperty name="width" value="0.05" units="cm"/>
      <inkml:brushProperty name="height" value="0.05" units="cm"/>
      <inkml:brushProperty name="color" value="#FFFFFF"/>
    </inkml:brush>
  </inkml:definitions>
  <inkml:trace contextRef="#ctx0" brushRef="#br0">51 204 24575,'-6'-6'0,"1"-1"0,0 1 0,0-1 0,1 0 0,0 0 0,0 0 0,1-1 0,0 1 0,0-1 0,-3-14 0,6 19 0,-1 0 0,1-1 0,-1 1 0,1 0 0,0 0 0,0-1 0,0 1 0,1 0 0,-1 0 0,1 0 0,0-1 0,0 1 0,0 0 0,0 0 0,0 0 0,1 0 0,-1 0 0,1 1 0,0-1 0,0 0 0,0 1 0,0 0 0,0-1 0,1 1 0,-1 0 0,1 0 0,-1 0 0,1 0 0,3-1 0,5-2 0,0 1 0,1 0 0,-1 0 0,1 1 0,0 1 0,0 0 0,23-1 0,-5 3 0,60 7 0,-78-5 0,0 0 0,0 0 0,-1 1 0,1 1 0,-1 0 0,0 0 0,11 7 0,-19-10 0,-1 1 0,1-1 0,-1 1 0,1 0 0,-1 0 0,0 0 0,0 0 0,0 0 0,0 1 0,0-1 0,0 1 0,-1-1 0,1 1 0,-1 0 0,0-1 0,1 1 0,-1 0 0,-1 0 0,1 0 0,0 0 0,-1 0 0,1 0 0,-1 0 0,0 0 0,0 0 0,0 0 0,0 0 0,-1 0 0,1 0 0,-1 0 0,0 0 0,-2 4 0,-1 2 0,0 0 0,-1-1 0,0 1 0,0-1 0,-1 0 0,-1-1 0,1 0 0,-1 0 0,0 0 0,0 0 0,-10 5 0,5-2 0,0 0 0,-20 23 0,31-32 0,0 1 0,-1-1 0,1 1 0,0 0 0,0-1 0,1 1 0,-1 0 0,0 0 0,0-1 0,1 1 0,-1 0 0,1 0 0,0 0 0,-1 0 0,1 0 0,0 0 0,0 0 0,0 0 0,0-1 0,1 1 0,-1 0 0,0 0 0,1 0 0,0 0 0,-1 0 0,1-1 0,0 1 0,0 0 0,0 0 0,0-1 0,0 1 0,0-1 0,0 1 0,1-1 0,-1 1 0,0-1 0,1 0 0,2 2 0,7 5 0,0-1 0,1 0 0,-1 0 0,20 7 0,-12-6 0,-5-1 0,7 3 0,0 1 0,0 1 0,35 27 0,-54-38 0,0 0 0,-1 0 0,0 1 0,1-1 0,-1 1 0,0-1 0,0 1 0,1-1 0,-1 1 0,0 0 0,-1-1 0,1 1 0,0 0 0,0 0 0,-1 0 0,1 0 0,-1 0 0,0-1 0,1 1 0,-1 0 0,0 4 0,-1-4 0,0 0 0,0 0 0,0 0 0,0 0 0,0 0 0,0 0 0,0 0 0,-1 0 0,1 0 0,-1 0 0,1-1 0,-1 1 0,0-1 0,1 1 0,-1-1 0,0 0 0,0 0 0,-4 2 0,-11 5 0,-1 0 0,0-2 0,0 0 0,0-2 0,-31 5 0,-95 4 0,11-13-1365,80-4-5461</inkml:trace>
</inkml:ink>
</file>

<file path=ppt/ink/ink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5.688"/>
    </inkml:context>
    <inkml:brush xml:id="br0">
      <inkml:brushProperty name="width" value="0.05" units="cm"/>
      <inkml:brushProperty name="height" value="0.05" units="cm"/>
      <inkml:brushProperty name="color" value="#FFFFFF"/>
    </inkml:brush>
  </inkml:definitions>
  <inkml:trace contextRef="#ctx0" brushRef="#br0">1 35 24575,'133'-23'0,"-86"17"0,-37 5 0,-6 0 0,0 0 0,0 0 0,0 0 0,-1 1 0,1 0 0,0 0 0,0 0 0,0 1 0,0-1 0,0 1 0,7 2 0,-10-3 0,-1 1 0,1-1 0,-1 1 0,0-1 0,1 0 0,-1 1 0,0 0 0,1-1 0,-1 1 0,0-1 0,0 1 0,0-1 0,1 1 0,-1-1 0,0 1 0,0 0 0,0-1 0,0 1 0,0-1 0,0 1 0,0-1 0,0 1 0,0 0 0,0-1 0,-1 1 0,1-1 0,0 1 0,0-1 0,-1 2 0,-8 20 0,5-15 0,-1 5 0,0 0 0,1 0 0,1 0 0,0 0 0,0 1 0,1-1 0,0 14 0,2-23 0,0 1 0,0 0 0,0-1 0,1 1 0,-1 0 0,1-1 0,0 1 0,0 0 0,1-1 0,-1 0 0,0 1 0,1-1 0,0 0 0,0 0 0,0 1 0,0-2 0,1 1 0,-1 0 0,1 0 0,0-1 0,0 1 0,-1-1 0,1 0 0,1 0 0,-1 0 0,0 0 0,0-1 0,7 3 0,-1-2 0,0 1 0,0-2 0,0 1 0,0-1 0,1 0 0,-1-1 0,12-1 0,65-11 0,-47 5 0,-37 7 8,-1-1-1,1 1 1,0 0 0,0-1-1,0 1 1,0 0 0,0 1-1,0-1 1,0 0-1,0 1 1,0-1 0,-1 1-1,1-1 1,0 1-1,0 0 1,0-1 0,1 3-1,-1-2 4,-1 0-1,0 0 1,0 0-1,0 1 0,-1-1 1,1 0-1,0 1 1,0-1-1,-1 0 1,1 1-1,-1-1 1,1 1-1,-1-1 0,0 1 1,1 0-1,-1-1 1,0 2-1,-1 8-145,1-1 1,-2 0-1,0 0 0,0 1 0,-5 11 0,2-3-746,0 4-5945</inkml:trace>
</inkml:ink>
</file>

<file path=ppt/ink/ink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2.811"/>
    </inkml:context>
    <inkml:brush xml:id="br0">
      <inkml:brushProperty name="width" value="0.05" units="cm"/>
      <inkml:brushProperty name="height" value="0.05" units="cm"/>
      <inkml:brushProperty name="color" value="#FFFFFF"/>
    </inkml:brush>
  </inkml:definitions>
  <inkml:trace contextRef="#ctx0" brushRef="#br0">93 9 24575,'-3'-4'0,"-4"0"0,-1 3 0,-2 8 0,0 6 0,0 11 0,0 9 0,0 13 0,1 7 0,2 7 0,3 6 0,1 4 0,2 3 0,0 1 0,1-3 0,1-13-8191</inkml:trace>
</inkml:ink>
</file>

<file path=ppt/ink/ink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3.417"/>
    </inkml:context>
    <inkml:brush xml:id="br0">
      <inkml:brushProperty name="width" value="0.05" units="cm"/>
      <inkml:brushProperty name="height" value="0.05" units="cm"/>
      <inkml:brushProperty name="color" value="#FFFFFF"/>
    </inkml:brush>
  </inkml:definitions>
  <inkml:trace contextRef="#ctx0" brushRef="#br0">38 276 24575,'-7'-13'0,"2"3"0,0 1 0,0-1 0,1 0 0,-5-19 0,8 27 0,1 0 0,-1-1 0,1 1 0,0-1 0,0 1 0,0-1 0,0 1 0,0 0 0,1-1 0,-1 1 0,1 0 0,-1-1 0,1 1 0,0 0 0,0-1 0,0 1 0,0 0 0,1 0 0,-1 0 0,0 0 0,1 0 0,-1 0 0,1 1 0,0-1 0,0 0 0,3-2 0,4-1 0,-1 0 0,1 1 0,0 0 0,0 0 0,0 1 0,16-3 0,61-7 0,-61 10 0,722-33-1188,-543 33 1030,1206-36-195,-1318 35 286,174 0 63,-264 4 45,-1 0-1,0 0 1,1 0 0,-1 0 0,1 0 0,-1 0-1,0 1 1,1-1 0,-1 0 0,0 1-1,1-1 1,-1 1 0,0 0 0,0-1 0,1 1-1,-1 0 1,0 0 0,0 0 0,0-1-1,0 1 1,2 3 0,-2-2 20,-1 0 1,1 0-1,-1 0 0,0 0 1,0 1-1,0-1 0,0 0 1,0 0-1,0 0 1,0 1-1,-1-1 0,0 4 1,-8 43-17,-4 98 1,13 53-54,2-92 0,-2-65 8,1 0 0,2 0 0,14 65 0,-13-93 0,-1-3 0,0-1 0,0 1 0,-2 0 0,1 20 0,-2-29 0,0 0 0,0-1 0,0 1 0,-1 0 0,1-1 0,-1 1 0,0-1 0,0 1 0,0-1 0,0 1 0,0-1 0,0 1 0,-1-1 0,1 0 0,-1 0 0,0 0 0,0 0 0,0 0 0,1 0 0,-2 0 0,1-1 0,0 1 0,0-1 0,0 0 0,-1 1 0,-3 0 0,-20 6 0,-1-2 0,0 0 0,0-2 0,0-1 0,-48-2 0,46 0 0,-903 3-2780,537-6 2029,-85 2-25,276-1-3108</inkml:trace>
</inkml:ink>
</file>

<file path=ppt/ink/ink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6.184"/>
    </inkml:context>
    <inkml:brush xml:id="br0">
      <inkml:brushProperty name="width" value="0.05" units="cm"/>
      <inkml:brushProperty name="height" value="0.05" units="cm"/>
      <inkml:brushProperty name="color" value="#FFFFFF"/>
    </inkml:brush>
  </inkml:definitions>
  <inkml:trace contextRef="#ctx0" brushRef="#br0">79 1 24575,'-2'1'0,"0"1"0,-1 0 0,1-1 0,0 1 0,-1-1 0,1 0 0,-1 0 0,0 0 0,1 0 0,-4 0 0,4 0 0,0-1 0,0 0 0,0 1 0,0 0 0,0-1 0,0 1 0,1 0 0,-1 0 0,0 0 0,0 0 0,1 0 0,-1 0 0,1 1 0,-1-1 0,1 1 0,-1-1 0,1 1 0,0-1 0,0 1 0,0 0 0,-2 2 0,0 8 0,0 0 0,1 0 0,1 1 0,-1-1 0,2 0 0,0 1 0,2 19 0,0 1 0,-2-30 0,0 7 0,0 0 0,1 0 0,0-1 0,5 18 0,-6-25 0,1-1 0,-1 1 0,1 0 0,0-1 0,-1 1 0,1 0 0,0-1 0,0 1 0,0-1 0,0 0 0,1 1 0,-1-1 0,0 0 0,0 1 0,1-1 0,-1 0 0,1 0 0,-1 0 0,1 0 0,-1-1 0,1 1 0,0 0 0,-1-1 0,1 1 0,0-1 0,0 1 0,-1-1 0,1 0 0,0 0 0,0 0 0,-1 0 0,1 0 0,2 0 0,1-1 0,0 0 0,1-1 0,-1 1 0,-1-1 0,1 0 0,0 0 0,0 0 0,-1-1 0,8-5 0,32-32 0,-22 18 0,-22 22 0,1-1 0,-1 0 0,1 1 0,-1-1 0,1 1 0,0-1 0,-1 1 0,1-1 0,0 1 0,-1-1 0,1 1 0,0 0 0,-1-1 0,1 1 0,0 0 0,0 0 0,-1 0 0,1-1 0,0 1 0,0 0 0,0 0 0,-1 0 0,1 0 0,0 0 0,1 1 0,-1-1 0,-1 1 0,1 0 0,0-1 0,-1 1 0,1 0 0,0 0 0,-1 0 0,1-1 0,-1 1 0,1 0 0,-1 0 0,0 0 0,1 0 0,-1 0 0,0 0 0,0 0 0,1 1 0,0 9 0,-1 0 0,-1 22 0,1-24 0,0 19-455,1 1 0,10 51 0,-4-48-6371</inkml:trace>
</inkml:ink>
</file>

<file path=ppt/ink/ink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6.576"/>
    </inkml:context>
    <inkml:brush xml:id="br0">
      <inkml:brushProperty name="width" value="0.05" units="cm"/>
      <inkml:brushProperty name="height" value="0.05" units="cm"/>
      <inkml:brushProperty name="color" value="#FFFFFF"/>
    </inkml:brush>
  </inkml:definitions>
  <inkml:trace contextRef="#ctx0" brushRef="#br0">113 139 24575,'5'-11'0,"0"0"0,-1-1 0,-1 1 0,0-1 0,0 0 0,-1 0 0,0 0 0,-1-17 0,-1 29 0,0-1 0,0 0 0,0 1 0,1-1 0,-2 1 0,1-1 0,0 0 0,0 1 0,0-1 0,0 1 0,0-1 0,0 0 0,-1 1 0,1-1 0,0 1 0,0-1 0,-1 1 0,1-1 0,0 1 0,-1-1 0,1 1 0,-1-1 0,1 1 0,-1 0 0,1-1 0,0 1 0,-1-1 0,0 1 0,1 0 0,-1 0 0,1-1 0,-1 1 0,1 0 0,-1 0 0,1 0 0,-1 0 0,0-1 0,1 1 0,-1 0 0,0 0 0,1 0 0,-1 0 0,1 0 0,-1 1 0,0-1 0,1 0 0,-1 0 0,1 0 0,-1 0 0,1 1 0,-1-1 0,1 0 0,-1 1 0,1-1 0,-1 0 0,0 1 0,-4 2 0,0 1 0,0-1 0,0 1 0,-6 7 0,1 0 0,1 0 0,0 1 0,0 0 0,1 1 0,1 0 0,0 0 0,-8 23 0,12-30 0,1 0 0,0 0 0,0 1 0,1-1 0,0 0 0,0 1 0,1-1 0,-1 1 0,1-1 0,1 1 0,-1-1 0,1 1 0,0-1 0,1 1 0,-1-1 0,1 0 0,1 0 0,-1 0 0,7 11 0,-6-14 0,1 1 0,0 0 0,0-1 0,0 0 0,0 0 0,1 0 0,-1 0 0,1-1 0,0 0 0,-1 0 0,1 0 0,0 0 0,0-1 0,0 0 0,1 0 0,-1 0 0,7-1 0,4 1 0,1-1 0,-1 0 0,0-1 0,21-5 0,-31 5 0,1 0 0,-1-1 0,0 0 0,0-1 0,0 1 0,0-1 0,-1 0 0,1 0 0,-1-1 0,1 0 0,-1 0 0,0 0 0,-1 0 0,1-1 0,4-6 0,-2 1 0,-1 0 0,0-1 0,-1 1 0,0-1 0,0-1 0,-2 1 0,4-14 0,-7 43 0,0 0 0,0-1 0,2 1 0,4 21 0,1-19-1365,0-5-5461</inkml:trace>
</inkml:ink>
</file>

<file path=ppt/ink/ink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46.999"/>
    </inkml:context>
    <inkml:brush xml:id="br0">
      <inkml:brushProperty name="width" value="0.05" units="cm"/>
      <inkml:brushProperty name="height" value="0.05" units="cm"/>
      <inkml:brushProperty name="color" value="#FFFFFF"/>
    </inkml:brush>
  </inkml:definitions>
  <inkml:trace contextRef="#ctx0" brushRef="#br0">248 242 24575,'-12'-17'0,"11"15"0,1 0 0,-1 0 0,0 0 0,0 0 0,0 0 0,-1 0 0,1 1 0,0-1 0,-1 1 0,1-1 0,-1 1 0,1-1 0,-1 1 0,0 0 0,1 0 0,-1 0 0,0 0 0,0 0 0,-3-1 0,4 2 0,0 0 0,1 1 0,-1-1 0,0 1 0,0-1 0,1 1 0,-1-1 0,0 1 0,1 0 0,-1-1 0,1 1 0,-1 0 0,1-1 0,-1 1 0,1 0 0,-1 0 0,1 0 0,0-1 0,-1 1 0,1 0 0,0 0 0,0 0 0,-1 0 0,1 0 0,0-1 0,0 1 0,0 0 0,0 2 0,0 28 0,0-30 0,3 43 0,1 0 0,3-1 0,14 52 0,-20-93 0,-1-5 0,-1-10 0,-2-18 0,-1 2 0,0 1 0,2-1 0,1 0 0,6-53 0,-2 63 0,0 1 0,1-1 0,1 1 0,1 0 0,0 0 0,1 0 0,1 1 0,14-22 0,-19 35 0,0 0 0,0 0 0,0 0 0,1 1 0,-1-1 0,1 1 0,0 0 0,0 0 0,0 0 0,0 1 0,9-5 0,-11 7 0,-1-1 0,1 0 0,0 1 0,0-1 0,0 1 0,0 0 0,0 0 0,0 0 0,0 0 0,0 0 0,0 0 0,0 0 0,0 1 0,0-1 0,0 1 0,0-1 0,0 1 0,0 0 0,0 0 0,-1 0 0,1 0 0,0 0 0,-1 0 0,1 0 0,-1 0 0,1 1 0,-1-1 0,1 1 0,-1-1 0,0 1 0,2 2 0,0 1 0,0 1 0,0 0 0,-1 0 0,0-1 0,0 1 0,0 1 0,-1-1 0,1 0 0,-1 0 0,-1 1 0,1-1 0,-1 0 0,-1 1 0,1-1 0,-1 0 0,-2 11 0,0-5 0,-1-1 0,1 0 0,-2 0 0,0 0 0,0-1 0,-1 1 0,0-1 0,-9 11 0,2-5 57,-1-2 0,-1 1 0,0-2 0,-1 0 0,-33 21 0,11-13-911,-68 29 1,16-15-5973</inkml:trace>
</inkml:ink>
</file>

<file path=ppt/ink/ink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7.948"/>
    </inkml:context>
    <inkml:brush xml:id="br0">
      <inkml:brushProperty name="width" value="0.05" units="cm"/>
      <inkml:brushProperty name="height" value="0.05" units="cm"/>
      <inkml:brushProperty name="color" value="#FFFFFF"/>
    </inkml:brush>
  </inkml:definitions>
  <inkml:trace contextRef="#ctx0" brushRef="#br0">1 256 24575,'1347'-53'-4206,"-1011"33"3718,326-12-1657,120-7 731,-5-22 1461,-736 57 703,-16 2 153,0 0 0,0-2 0,48-13 0,-73 16-825,1 1 0,0 0 0,0 0 1,0-1-1,0 1 0,-1 0 0,1-1 0,0 1 0,0 0 1,-1-1-1,1 1 0,0-1 0,0 0 0,-1 1 1,1-1-1,-1 0 0,1 1 0,-1-1 0,2-1 1,-2 1-79,-1 1 1,1-1-1,0 1 1,-1-1-1,1 1 1,0 0-1,-1-1 1,1 1-1,0-1 1,-1 1-1,1 0 1,-1-1 0,1 1-1,0 0 1,-1-1-1,1 1 1,-1 0-1,1 0 1,-1-1-1,1 1 1,-1 0-1,0 0 1,1 0 0,-1 0-1,1 0 1,-2 0-1,-13-3-5925</inkml:trace>
</inkml:ink>
</file>

<file path=ppt/ink/ink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8.212"/>
    </inkml:context>
    <inkml:brush xml:id="br0">
      <inkml:brushProperty name="width" value="0.05" units="cm"/>
      <inkml:brushProperty name="height" value="0.05" units="cm"/>
      <inkml:brushProperty name="color" value="#FFFFFF"/>
    </inkml:brush>
  </inkml:definitions>
  <inkml:trace contextRef="#ctx0" brushRef="#br0">102 53 24575,'-7'-5'0,"0"-1"0,0 1 0,0 1 0,0-1 0,-1 1 0,0 0 0,0 1 0,-10-3 0,-6-4 0,66 32 0,77 56 0,-103-67 0,-2 2 0,1-1 0,-2 2 0,0 0 0,0 0 0,-1 1 0,18 32 0,-27-41 0,0-1 0,-1 0 0,0 1 0,0 0 0,-1-1 0,1 1 0,-1 0 0,-1 0 0,1 0 0,-1 0 0,0-1 0,0 1 0,-1 0 0,1 0 0,-1 0 0,-1 0 0,1-1 0,-5 12 0,1-8 0,0 0 0,0 0 0,-1 0 0,0-1 0,-1 0 0,0 0 0,0 0 0,-1-1 0,1 0 0,-11 6 0,-39 24-1365,-2-5-5461</inkml:trace>
</inkml:ink>
</file>

<file path=ppt/ink/ink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8.570"/>
    </inkml:context>
    <inkml:brush xml:id="br0">
      <inkml:brushProperty name="width" value="0.05" units="cm"/>
      <inkml:brushProperty name="height" value="0.05" units="cm"/>
      <inkml:brushProperty name="color" value="#FFFFFF"/>
    </inkml:brush>
  </inkml:definitions>
  <inkml:trace contextRef="#ctx0" brushRef="#br0">56 65 24575,'-1'-2'0,"0"-1"0,0 1 0,0 0 0,0 0 0,-1 0 0,1 0 0,-1 0 0,1 1 0,-1-1 0,0 0 0,1 1 0,-3-3 0,-8-8 0,9 8 0,-9-14 0,6 15 0,4 11 0,3 17 0,2 0 0,0 0 0,8 27 0,1 9 0,13 195-1365,-24-201-5461</inkml:trace>
</inkml:ink>
</file>

<file path=ppt/ink/ink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8.961"/>
    </inkml:context>
    <inkml:brush xml:id="br0">
      <inkml:brushProperty name="width" value="0.05" units="cm"/>
      <inkml:brushProperty name="height" value="0.05" units="cm"/>
      <inkml:brushProperty name="color" value="#FFFFFF"/>
    </inkml:brush>
  </inkml:definitions>
  <inkml:trace contextRef="#ctx0" brushRef="#br0">28 356 24575,'-2'0'0,"0"-1"0,0 1 0,0 0 0,0-1 0,0 1 0,0-1 0,0 0 0,0 0 0,1 1 0,-1-1 0,-2-2 0,4 3 0,0 0 0,0 0 0,-1 0 0,1 0 0,0 0 0,0 0 0,0 0 0,0-1 0,0 1 0,-1 0 0,1 0 0,0 0 0,0 0 0,0-1 0,0 1 0,0 0 0,0 0 0,0 0 0,0 0 0,0-1 0,0 1 0,-1 0 0,1 0 0,0 0 0,0-1 0,0 1 0,0 0 0,0 0 0,0 0 0,0-1 0,1 1 0,-1 0 0,0 0 0,0 0 0,0 0 0,0-1 0,14-3 0,108 4 0,23-1 0,-129 0 0,0-1 0,-1-1 0,1 0 0,0-2 0,-1 1 0,26-13 0,-37 15 0,-1 0 0,1 0 0,-1 0 0,0 0 0,1-1 0,-1 0 0,0 0 0,0 0 0,-1 0 0,1 0 0,-1 0 0,1-1 0,-1 1 0,0-1 0,0 1 0,2-7 0,-3 4 0,1 0 0,-1 0 0,0 0 0,-1 0 0,0-1 0,0 1 0,0 0 0,0 0 0,-3-12 0,-4-5 0,0 0 0,-1 1 0,-2-1 0,-16-28 0,9 26 0,17 25 0,0-1 0,0 1 0,-1 0 0,1-1 0,0 1 0,0 0 0,-1-1 0,1 1 0,0 0 0,-1 0 0,1-1 0,0 1 0,-1 0 0,1 0 0,0-1 0,-1 1 0,1 0 0,0 0 0,-1 0 0,1 0 0,-1 0 0,1 0 0,0 0 0,-1 0 0,1 0 0,-1 0 0,1 0 0,0 0 0,-1 0 0,1 0 0,-1 0 0,1 0 0,0 0 0,-1 0 0,1 0 0,0 1 0,-1-1 0,1 0 0,-1 0 0,1 0 0,0 1 0,0-1 0,-1 0 0,1 0 0,0 1 0,-1-1 0,1 0 0,0 1 0,0-1 0,0 0 0,-1 1 0,1-1 0,0 1 0,0-1 0,0 0 0,0 1 0,0-1 0,-1 0 0,1 1 0,0-1 0,0 1 0,0-1 0,0 0 0,0 1 0,1-1 0,-1 1 0,-4 26 0,1-1 0,2 1 0,3 45 0,0-16 0,21 293-1365,-16-305-5461</inkml:trace>
</inkml:ink>
</file>

<file path=ppt/ink/ink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9.363"/>
    </inkml:context>
    <inkml:brush xml:id="br0">
      <inkml:brushProperty name="width" value="0.05" units="cm"/>
      <inkml:brushProperty name="height" value="0.05" units="cm"/>
      <inkml:brushProperty name="color" value="#FFFFFF"/>
    </inkml:brush>
  </inkml:definitions>
  <inkml:trace contextRef="#ctx0" brushRef="#br0">120 125 24575,'-3'-3'0,"0"1"0,0-1 0,0 1 0,0 0 0,-1 0 0,1 0 0,-1 0 0,1 1 0,-1-1 0,1 1 0,-1 0 0,0 0 0,-7-1 0,9 2 0,0 0 0,1 0 0,-1 0 0,0 1 0,0-1 0,0 0 0,0 1 0,0 0 0,1-1 0,-1 1 0,0 0 0,1 0 0,-1 0 0,0 0 0,1 0 0,-1 0 0,1 1 0,0-1 0,-1 0 0,1 1 0,0-1 0,0 1 0,0-1 0,0 1 0,0 0 0,0-1 0,0 1 0,0 0 0,0 2 0,-2 7 0,0 1 0,0 0 0,1 0 0,1 1 0,0-1 0,0 0 0,2 0 0,1 20 0,0-22 0,-1 0 0,1 1 0,1-1 0,0 0 0,0 0 0,1-1 0,1 1 0,-1-1 0,1 0 0,9 12 0,-13-19 0,0-1 0,0 0 0,0 0 0,1 1 0,-1-1 0,0 0 0,0 0 0,1 0 0,-1 0 0,0 0 0,1-1 0,-1 1 0,1 0 0,-1-1 0,1 1 0,-1-1 0,1 1 0,0-1 0,-1 0 0,1 0 0,0 0 0,-1 0 0,3 0 0,-2 0 0,1-1 0,-1 0 0,0 0 0,1 0 0,-1 0 0,0-1 0,0 1 0,0-1 0,0 1 0,0-1 0,0 0 0,0 1 0,2-4 0,2-3 0,-1 1 0,0-1 0,0-1 0,0 1 0,-1 0 0,-1-1 0,4-10 0,-3 0 0,0 0 0,-1-1 0,-1 1 0,-1-1 0,-2-34 0,1 46 0,-1 0 0,0 0 0,0 1 0,-1-1 0,0 0 0,0 1 0,-1 0 0,0-1 0,0 1 0,-1 0 0,0 0 0,0 1 0,-1-1 0,0 1 0,0 0 0,0 0 0,-6-5 0,8 9-40,0 1 0,1-1 0,-1 0 0,0 1-1,0-1 1,0 1 0,0 0 0,0 0 0,0 0 0,0 1 0,0-1-1,0 1 1,-1 0 0,1-1 0,0 1 0,0 1 0,0-1-1,0 0 1,-1 1 0,1 0 0,0-1 0,0 1 0,0 0 0,0 1-1,0-1 1,1 1 0,-1-1 0,0 1 0,0 0 0,1 0-1,0 0 1,-1 0 0,-3 4 0,-6 9-6786</inkml:trace>
</inkml:ink>
</file>

<file path=ppt/ink/ink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9.817"/>
    </inkml:context>
    <inkml:brush xml:id="br0">
      <inkml:brushProperty name="width" value="0.05" units="cm"/>
      <inkml:brushProperty name="height" value="0.05" units="cm"/>
      <inkml:brushProperty name="color" value="#FFFFFF"/>
    </inkml:brush>
  </inkml:definitions>
  <inkml:trace contextRef="#ctx0" brushRef="#br0">22 56 24575,'-3'-3'0,"1"0"0,-1 0 0,1 0 0,0-1 0,0 1 0,0-1 0,-2-4 0,4 7 0,0 1 0,0-1 0,-1 0 0,1 1 0,0-1 0,0 0 0,0 1 0,0-1 0,0 1 0,0-1 0,0 0 0,0 1 0,0-1 0,0 0 0,0 1 0,1-1 0,-1 0 0,0 1 0,0-1 0,1 0 0,0 0 0,0 1 0,-1-1 0,1 1 0,0-1 0,0 1 0,-1-1 0,1 1 0,0 0 0,0 0 0,0-1 0,0 1 0,0 0 0,-1 0 0,1 0 0,0 0 0,0 0 0,0 0 0,0 0 0,0 0 0,1 1 0,5 0 0,1 1 0,-1 0 0,0 1 0,0 0 0,0 0 0,-1 0 0,1 1 0,-1 0 0,1 0 0,-1 1 0,-1 0 0,10 9 0,-4-2 0,0 0 0,0 1 0,-2 0 0,16 27 0,-21-34 0,-1 1 0,0 0 0,0 0 0,-1 0 0,0 1 0,0-1 0,0 0 0,-1 1 0,0-1 0,-1 1 0,1 0 0,-2-1 0,1 1 0,-3 10 0,3-17 0,0-1 0,0 1 0,0 0 0,-1 0 0,1 0 0,0-1 0,-1 1 0,1 0 0,0 0 0,-1-1 0,1 1 0,-1 0 0,0-1 0,1 1 0,-1 0 0,1-1 0,-1 1 0,0-1 0,1 1 0,-2-1 0,2 0 0,-1 0 0,1 0 0,-1 0 0,1 0 0,-1 0 0,1 0 0,-1 0 0,1 0 0,-1-1 0,1 1 0,-1 0 0,1 0 0,-1-1 0,1 1 0,0 0 0,-1-1 0,1 1 0,0 0 0,-1-1 0,1 1 0,0 0 0,-1-1 0,1 0 0,-2-3 0,0 1 0,0-1 0,0 1 0,1-1 0,0 0 0,0 0 0,-1-4 0,1-5 0,0 1 0,1 0 0,0-1 0,1 1 0,1-1 0,0 1 0,0 0 0,1 0 0,1 0 0,5-13 0,-6 19 0,-1 0 0,1 0 0,0 1 0,1-1 0,0 1 0,-1-1 0,1 1 0,1 0 0,-1 1 0,1-1 0,0 1 0,0 0 0,0 0 0,1 0 0,-1 1 0,1 0 0,0 0 0,0 0 0,0 1 0,0 0 0,7-2 0,-9 4 0,0-1 0,-1 1 0,1 0 0,0 0 0,0 0 0,0 1 0,-1-1 0,1 1 0,0 0 0,-1 0 0,1 0 0,-1 0 0,1 1 0,-1-1 0,5 4 0,-3-2 0,0 1 0,-1 0 0,1 1 0,-1-1 0,1 1 0,-1 0 0,-1 0 0,6 8 0,1 7 0,0 1 0,-1 1 0,11 40 0,-19-57 0,6 20-341,-2 1 0,0 0-1,1 51 1,-6-57-6485</inkml:trace>
</inkml:ink>
</file>

<file path=ppt/ink/ink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09.989"/>
    </inkml:context>
    <inkml:brush xml:id="br0">
      <inkml:brushProperty name="width" value="0.05" units="cm"/>
      <inkml:brushProperty name="height" value="0.05" units="cm"/>
      <inkml:brushProperty name="color" value="#FFFFFF"/>
    </inkml:brush>
  </inkml:definitions>
  <inkml:trace contextRef="#ctx0" brushRef="#br0">11 0 24575,'-3'0'0,"-4"0"0</inkml:trace>
</inkml:ink>
</file>

<file path=ppt/ink/ink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10.376"/>
    </inkml:context>
    <inkml:brush xml:id="br0">
      <inkml:brushProperty name="width" value="0.05" units="cm"/>
      <inkml:brushProperty name="height" value="0.05" units="cm"/>
      <inkml:brushProperty name="color" value="#FFFFFF"/>
    </inkml:brush>
  </inkml:definitions>
  <inkml:trace contextRef="#ctx0" brushRef="#br0">2 0 24575,'-1'0'0,"6"0"0,17 2 0,0 0 0,25 5 0,-37-4 0,-2 1 0,1-1 0,0 1 0,-1 1 0,1 0 0,-1 0 0,-1 0 0,1 1 0,-1 1 0,0-1 0,0 1 0,7 10 0,-11-13 0,0 1 0,0-1 0,0 1 0,-1 0 0,0 0 0,0 0 0,0 0 0,0 0 0,-1 0 0,0 1 0,0-1 0,-1 0 0,1 1 0,-1-1 0,0 1 0,-1-1 0,1 0 0,-1 1 0,0-1 0,0 0 0,-1 1 0,-4 8 0,-4 5 0,-1 0 0,0-1 0,-2 0 0,0-1 0,-28 28 0,18-21 0,-25 35 0,47-58 0,1 0 0,-1 0 0,0 0 0,0 0 0,1 0 0,-1 0 0,1 0 0,-1 0 0,1 0 0,-1 0 0,1 0 0,0 0 0,-1 0 0,1 0 0,0 1 0,0-1 0,0 0 0,0 0 0,0 0 0,0 0 0,0 1 0,0-1 0,0 0 0,1 0 0,-1 0 0,0 0 0,1 1 0,1 0 0,-1-1 0,1 0 0,-1 0 0,0 0 0,1 0 0,0 0 0,-1 0 0,1 0 0,-1-1 0,1 1 0,0-1 0,0 1 0,-1-1 0,1 1 0,3-1 0,6 1 0,0-1 0,0 0 0,0-1 0,19-3 0,-15 0-195,-1-1 0,1 0 0,-1-1 0,0 0 0,0-2 0,13-8 0,-4 0-6631</inkml:trace>
</inkml:ink>
</file>

<file path=ppt/ink/ink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11.450"/>
    </inkml:context>
    <inkml:brush xml:id="br0">
      <inkml:brushProperty name="width" value="0.05" units="cm"/>
      <inkml:brushProperty name="height" value="0.05" units="cm"/>
      <inkml:brushProperty name="color" value="#FFFFFF"/>
    </inkml:brush>
  </inkml:definitions>
  <inkml:trace contextRef="#ctx0" brushRef="#br0">73 438 24575,'-7'-3'0,"1"0"0,0 1 0,-1 0 0,0 1 0,1-1 0,-10 0 0,-1 0 0,110-1 0,-25 0 0,0-2 0,0-4 0,-1-2 0,92-28 0,-151 36 0,-5 3 0,1-1 0,-1 0 0,0 0 0,0 0 0,0 0 0,0-1 0,0 1 0,0-1 0,0 0 0,-1 0 0,1 0 0,-1 0 0,5-5 0,-7 7 0,0-1 0,0 1 0,0-1 0,0 1 0,0-1 0,0 1 0,0-1 0,0 1 0,0 0 0,0-1 0,-1 1 0,1-1 0,0 1 0,0-1 0,0 1 0,-1-1 0,1 1 0,0 0 0,-1-1 0,1 1 0,0 0 0,-1-1 0,1 1 0,0 0 0,-1-1 0,1 1 0,0 0 0,-1 0 0,1-1 0,-1 1 0,1 0 0,-1 0 0,1 0 0,-1 0 0,1 0 0,-1 0 0,1-1 0,-1 1 0,1 0 0,-1 0 0,1 0 0,-1 1 0,-25-4 0,25 3 0,-3 0 0,1-1 0,-1 1 0,0 1 0,0-1 0,0 1 0,0-1 0,0 1 0,1 0 0,-1 0 0,0 1 0,0-1 0,1 1 0,0 0 0,-1 0 0,1 0 0,0 0 0,0 1 0,0-1 0,0 1 0,0 0 0,-4 5 0,4-3 0,1-1 0,-1 1 0,1 0 0,0 0 0,1 0 0,-1 0 0,1 0 0,0 0 0,0 0 0,0 0 0,1 0 0,0 1 0,0-1 0,0 0 0,1 0 0,1 7 0,0-5 0,0 0 0,0 0 0,0-1 0,1 1 0,0-1 0,1 1 0,-1-1 0,1 0 0,0 0 0,1 0 0,-1-1 0,1 0 0,7 7 0,-4-6 0,0 0 0,0-1 0,0 1 0,1-2 0,-1 1 0,1-1 0,0 0 0,0-1 0,15 3 0,-16-4 0,0-1 0,0 0 0,-1 0 0,1-1 0,0 0 0,0 0 0,0-1 0,0 0 0,0-1 0,-1 0 0,14-4 0,-16 4 0,1-1 0,-1 0 0,0 0 0,0 0 0,0-1 0,0 0 0,-1 0 0,1 0 0,-1 0 0,0-1 0,-1 1 0,1-1 0,-1 0 0,1 0 0,-2-1 0,5-8 0,-5 8 0,0 0 0,-1 0 0,1-1 0,-1 1 0,0-1 0,-1 1 0,0-1 0,0 1 0,0-1 0,-1 0 0,0 1 0,0 0 0,-1-1 0,1 1 0,-1 0 0,-5-10 0,5 11 0,0 1 0,-1 0 0,1-1 0,-1 1 0,0 1 0,0-1 0,0 0 0,-1 1 0,1-1 0,-1 1 0,0 0 0,0 0 0,0 1 0,0-1 0,0 1 0,-1 0 0,1 0 0,-1 0 0,1 1 0,-1-1 0,0 1 0,1 0 0,-7 0 0,9 1 0,0 0 0,0 0 0,0 0 0,0 1 0,0-1 0,0 1 0,0-1 0,0 1 0,1 0 0,-1-1 0,0 1 0,0 0 0,0 0 0,1 0 0,-1 1 0,0-1 0,1 0 0,-1 1 0,-1 2 0,2-4 0,1 1 0,-1 0 0,1-1 0,0 1 0,-1 0 0,1 0 0,0-1 0,0 1 0,-1 0 0,1 0 0,0-1 0,0 1 0,0 0 0,0 0 0,0-1 0,0 1 0,0 0 0,0 0 0,0-1 0,1 3 0,0-2 0,-1 0 0,1 0 0,0 0 0,0 0 0,0 0 0,0 0 0,-1 0 0,2 0 0,-1 0 0,0 0 0,0 0 0,0-1 0,0 1 0,0 0 0,1-1 0,0 1 0,5 1 0,-1 1 0,1-2 0,0 1 0,-1-1 0,1 0 0,0 0 0,0-1 0,0 0 0,0 0 0,0-1 0,-1 0 0,11-2 0,9-4 0,-2-1 0,26-12 0,-26 9 0,35-9 0,-57 20 0,0-1 0,1 0 0,-1 1 0,1 0 0,-1-1 0,1 1 0,-1 0 0,1 0 0,-1 0 0,1 1 0,-1-1 0,0 1 0,1-1 0,-1 1 0,1 0 0,-1 0 0,0 0 0,0 0 0,1 0 0,-1 0 0,0 1 0,0-1 0,0 1 0,0 0 0,2 2 0,1 3 0,-1 0 0,0 0 0,0 0 0,0 1 0,-1 0 0,3 8 0,11 25 0,-16-40 0,0 1 0,0-1 0,0 1 0,0-1 0,0 0 0,1 1 0,-1-1 0,0 0 0,1 0 0,-1 0 0,1 0 0,-1 0 0,1-1 0,-1 1 0,1 0 0,-1-1 0,1 1 0,0-1 0,-1 1 0,1-1 0,0 0 0,0 0 0,-1 0 0,1 0 0,0 0 0,0 0 0,-1 0 0,1 0 0,0-1 0,-1 1 0,1-1 0,3-1 0,6-2 0,0-1 0,0-1 0,19-13 0,-2 3 0,-24 13 0,1 1 0,0 0 0,-1 0 0,1 1 0,0 0 0,0-1 0,0 2 0,0-1 0,0 0 0,6 1 0,-8 1 0,-1-1 0,1 1 0,0-1 0,-1 1 0,1 0 0,-1 0 0,1 0 0,-1 1 0,1-1 0,-1 0 0,0 1 0,0 0 0,0-1 0,0 1 0,0 0 0,0 0 0,0 0 0,-1 1 0,1-1 0,1 3 0,4 8 0,0 1 0,7 21 0,-10-24 0,0 0 0,1 0 0,0-1 0,1 0 0,8 12 0,-13-20 0,0 0 0,1-1 0,-1 1 0,1-1 0,0 0 0,0 1 0,-1-1 0,1 0 0,0 0 0,0 0 0,0 0 0,0-1 0,0 1 0,0 0 0,0-1 0,0 1 0,0-1 0,1 0 0,-1 0 0,0 0 0,0 0 0,0 0 0,0 0 0,0-1 0,1 1 0,-1-1 0,0 1 0,0-1 0,0 0 0,0 0 0,0 0 0,0 0 0,-1 0 0,1 0 0,2-2 0,4-3 0,0 0 0,-1 0 0,0-1 0,0 0 0,0 0 0,8-13 0,-3 0 0,0 0 0,-2 0 0,-1-1 0,0 0 0,-1-1 0,8-38 0,-7 11 0,-2 0 0,1-51 0,-7 89 0,-1 4 0,1 1 0,-1-1 0,0 0 0,0 1 0,-1-1 0,1 1 0,-2-1 0,1 1 0,-1 0 0,-3-10 0,4 15 0,1 0 0,0 1 0,0-1 0,-1 1 0,1-1 0,0 1 0,-1-1 0,1 1 0,-1-1 0,1 1 0,0 0 0,-1-1 0,1 1 0,-1-1 0,1 1 0,-1 0 0,1 0 0,-1-1 0,0 1 0,1 0 0,-1 0 0,1 0 0,-1-1 0,0 1 0,1 0 0,-1 0 0,1 0 0,-1 0 0,0 0 0,1 0 0,-1 0 0,1 0 0,-1 1 0,0-1 0,1 0 0,-1 0 0,1 0 0,-1 1 0,1-1 0,-1 0 0,1 1 0,-1-1 0,1 0 0,-1 1 0,1-1 0,-1 1 0,1-1 0,-1 1 0,1-1 0,0 0 0,-1 2 0,-2 2 0,-1 0 0,2 0 0,-1 1 0,-4 8 0,-1 8 38,0 1 0,2-1 0,0 1 0,2 0 0,0 0 0,2 1 0,0-1 0,2 23 0,1-16-323,2 0 1,1 0-1,1-1 1,1 1-1,18 49 1,-18-62-6542</inkml:trace>
</inkml:ink>
</file>

<file path=ppt/ink/ink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9:12.228"/>
    </inkml:context>
    <inkml:brush xml:id="br0">
      <inkml:brushProperty name="width" value="0.05" units="cm"/>
      <inkml:brushProperty name="height" value="0.05" units="cm"/>
      <inkml:brushProperty name="color" value="#FFFFFF"/>
    </inkml:brush>
  </inkml:definitions>
  <inkml:trace contextRef="#ctx0" brushRef="#br0">1 620 24575,'0'-4'0,"0"1"0,0 0 0,0-1 0,0 1 0,1 0 0,-1-1 0,1 1 0,0 0 0,0 0 0,0-1 0,1 1 0,-1 0 0,1 0 0,0 0 0,-1 1 0,1-1 0,0 0 0,1 1 0,-1-1 0,0 1 0,1 0 0,0 0 0,-1 0 0,1 0 0,0 0 0,0 0 0,0 1 0,0-1 0,0 1 0,0 0 0,1 0 0,2 0 0,40-9 0,0 3 0,0 2 0,79 1 0,-14 1 0,-110 3 0,1 0 0,0 0 0,-1 0 0,1 0 0,0 0 0,0-1 0,-1 1 0,1-1 0,-1 0 0,1 1 0,0-1 0,1-1 0,-2 2 0,-1-1 0,0 1 0,0 0 0,1-1 0,-1 1 0,0 0 0,0-1 0,0 1 0,1-1 0,-1 1 0,0 0 0,0-1 0,0 1 0,0-1 0,0 1 0,0 0 0,0-1 0,0 1 0,0-1 0,0 1 0,0-1 0,0 1 0,0 0 0,0-1 0,0 1 0,0-1 0,0 1 0,0 0 0,-1-1 0,1 0 0,-2-1 0,0 0 0,0 0 0,1 0 0,-2 0 0,1 0 0,0 0 0,0 0 0,0 1 0,-1-1 0,1 1 0,-1 0 0,1 0 0,-4-2 0,1 2 0,0-1 0,0 1 0,0-1 0,0 1 0,0 0 0,0 1 0,0 0 0,0-1 0,-1 2 0,1-1 0,0 0 0,0 1 0,0 0 0,-10 3 0,11-1 0,0-1 0,0 0 0,0 1 0,0 0 0,0 0 0,1 0 0,-1 0 0,1 1 0,0-1 0,0 1 0,0 0 0,0 0 0,1 0 0,0 0 0,-1 0 0,-1 6 0,3-7 0,0 0 0,-1 0 0,1 0 0,1 1 0,-1-1 0,0 0 0,1 0 0,-1 1 0,1-1 0,0 0 0,0 0 0,0 1 0,1-1 0,-1 0 0,1 0 0,0 1 0,0-1 0,0 0 0,2 5 0,0-5 0,-1 0 0,1 0 0,-1 0 0,1 0 0,0 0 0,0-1 0,0 1 0,0-1 0,1 0 0,-1 0 0,1 0 0,-1 0 0,1-1 0,0 0 0,-1 1 0,6 0 0,0 0 0,0-1 0,-1 1 0,1-2 0,0 1 0,0-1 0,0-1 0,0 1 0,16-5 0,-3 0 0,0-2 0,25-11 0,-46 17 0,-1 1 0,1-1 0,0 1 0,0-1 0,0 1 0,0-1 0,0 1 0,0 0 0,0-1 0,0 1 0,0 0 0,0 0 0,0 0 0,0 0 0,0 0 0,0 0 0,0 0 0,0 0 0,0 0 0,0 1 0,0-1 0,0 0 0,0 1 0,0-1 0,0 0 0,0 1 0,0-1 0,0 1 0,-1 0 0,1-1 0,0 1 0,0 0 0,0-1 0,-1 1 0,2 1 0,-1 2 0,1 0 0,-1 0 0,0 1 0,0-1 0,-1 0 0,1 0 0,-1 7 0,0-8 0,0 1 0,0 0 0,0-1 0,1 1 0,0 0 0,0-1 0,0 1 0,0-1 0,0 1 0,0-1 0,3 5 0,-2-6 0,1 0 0,-1-1 0,1 1 0,-1 0 0,1-1 0,0 1 0,-1-1 0,1 0 0,0 0 0,0 0 0,0 0 0,0-1 0,0 1 0,0-1 0,0 0 0,0 0 0,0 0 0,0 0 0,0 0 0,5-1 0,3-1 0,-1-1 0,1 0 0,-1 0 0,15-7 0,-5 0 0,-1-1 0,0-1 0,-1 0 0,-1-2 0,0 0 0,0 0 0,-2-2 0,0 0 0,0-1 0,-2 0 0,21-35 0,-20 27 0,-1 0 0,-1-1 0,-1 0 0,-2-1 0,0 0 0,-2-1 0,-1 0 0,4-47 0,-9 61 0,-1 0 0,0-1 0,-1 1 0,0 0 0,-1 0 0,-1 0 0,-6-18 0,8 28 0,-1 0 0,1 0 0,-1 1 0,0-1 0,0 0 0,0 1 0,0 0 0,-1-1 0,0 1 0,1 0 0,-1 0 0,0 0 0,0 1 0,-1-1 0,1 1 0,-1 0 0,1 0 0,-1 0 0,1 0 0,-1 0 0,0 1 0,0 0 0,0 0 0,0 0 0,0 0 0,0 1 0,0-1 0,0 1 0,-6 0 0,2 1 0,0 0 0,0 1 0,0 0 0,1 0 0,-1 1 0,1 0 0,-1 0 0,1 1 0,0 0 0,0 0 0,1 0 0,-1 1 0,1 0 0,0 1 0,0-1 0,1 1 0,0 0 0,0 0 0,0 1 0,-5 10 0,2-4 0,1 0 0,1 1 0,0-1 0,1 1 0,0 1 0,1-1 0,1 1 0,0-1 0,1 1 0,0 18 0,3-11 0,1-1 0,1 1 0,1-1 0,1 0 0,0 0 0,2-1 0,0 0 0,2 0 0,0 0 0,1-1 0,1-1 0,1 1 0,0-2 0,1 0 0,1 0 0,1-2 0,0 1 0,1-2 0,1 0 0,0-1 0,1-1 0,22 12 0,-29-19 0,0-1 0,0 0 0,0-1 0,0 0 0,1 0 0,0-1 0,-1-1 0,24 0 0,-29-1 0,-1 0 0,1 0 0,0-1 0,-1 0 0,1 0 0,0-1 0,-1 0 0,0 0 0,1 0 0,-1 0 0,0-1 0,0 0 0,0 0 0,0 0 0,-1-1 0,1 1 0,-1-1 0,0 0 0,7-9 0,-6 2-1365,-5 3-5461</inkml:trace>
</inkml:ink>
</file>

<file path=ppt/ink/ink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3.453"/>
    </inkml:context>
    <inkml:brush xml:id="br0">
      <inkml:brushProperty name="width" value="0.05" units="cm"/>
      <inkml:brushProperty name="height" value="0.05" units="cm"/>
      <inkml:brushProperty name="color" value="#FFFFFF"/>
    </inkml:brush>
  </inkml:definitions>
  <inkml:trace contextRef="#ctx0" brushRef="#br0">184 437 24575,'-1'1'0,"1"-1"0,-1 0 0,1 0 0,-1 0 0,1 1 0,-1-1 0,1 0 0,-1 0 0,1 1 0,-1-1 0,1 0 0,-1 1 0,1-1 0,-1 1 0,1-1 0,0 0 0,-1 1 0,1-1 0,0 1 0,-1-1 0,1 1 0,0-1 0,0 1 0,-1 0 0,1-1 0,0 1 0,0-1 0,0 2 0,-3 19 0,2-17 0,-10 164 0,-5 38 0,-24 155-193,-37 396-396,69-647 589,-9 207 0,17-312 6,0 4 77,1 0 1,-1 0-1,1 1 0,3 10 0,-4-19-74,0 0-1,0 0 1,1 1-1,-1-1 1,1 0 0,-1 0-1,0 0 1,1 0-1,0 0 1,-1 0-1,1 0 1,0 0 0,-1 0-1,1 0 1,0 0-1,0-1 1,0 1-1,0 0 1,0 0 0,0-1-1,0 1 1,0-1-1,0 1 1,0-1 0,0 1-1,0-1 1,0 1-1,0-1 1,0 0-1,1 0 1,-1 0 0,0 0-1,0 0 1,0 0-1,0 0 1,1 0-1,-1 0 1,0 0 0,0-1-1,0 1 1,2-1-1,12-5-8,-1-1 0,1-1 0,-1 0 0,15-12 0,10-5 0,30-15-53,1 4 0,2 3-1,1 3 1,2 3 0,0 4 0,2 3-1,79-10 1,-45 15-32,1 6 0,0 5 0,0 4-1,153 21 1,183 57 85,-237-37 0,-209-41 0,5 2 28,1-1 1,-1 0-1,1 0 1,12-1-1,-19 0-19,-1 0 0,1 0 0,-1-1 0,1 1 0,-1 0 0,1 0-1,-1 0 1,1-1 0,-1 1 0,0 0 0,1 0 0,-1-1 0,1 1 0,-1 0 0,0-1-1,1 1 1,-1 0 0,0-1 0,1 1 0,-1-1 0,0 1 0,0-1 0,0 1 0,1-1 0,-1 1-1,0-1 1,0 1 0,0-1 0,0 1 0,0-1 0,0 1 0,0-1 0,0 1 0,0-1 0,0 1-1,0-1 1,0 1 0,0-1 0,0 1 0,0-1 0,0 1 0,-1 0 0,1-1 0,0 1-1,-1-2 1,-13-25 275,11 23-267,-13-26-17,1 1 0,1-2 0,2 0 0,1 0 0,2-1 0,1-1 0,1 1 0,2-1 0,1 0 0,2-1 0,1 1 0,6-59 0,9-22-63,6 1-1,37-123 0,89-215-281,-14 48 186,-127 387 162,3-9 51,-1-1 1,-1 0 0,4-47-1,-10 66-36,1 0 0,-2 0 0,1 0 0,-1 1 0,0-1 0,0 0 0,-1 1 0,0-1 0,0 0-1,-1 1 1,1 0 0,-1 0 0,-1 0 0,1 0 0,-1 0 0,0 1 0,0-1 0,-1 1-1,-9-8 1,2 4 0,-1 0 1,0 1-1,0 1 0,-1 0 0,0 0 0,0 2 0,-18-5 0,-109-21-47,-305-13-489,-3 39-1,17 19 519,307-5 0,-176 38 0,228-29-1192,20-2-4770</inkml:trace>
</inkml:ink>
</file>

<file path=ppt/ink/ink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6.777"/>
    </inkml:context>
    <inkml:brush xml:id="br0">
      <inkml:brushProperty name="width" value="0.05" units="cm"/>
      <inkml:brushProperty name="height" value="0.05" units="cm"/>
      <inkml:brushProperty name="color" value="#FFFFFF"/>
    </inkml:brush>
  </inkml:definitions>
  <inkml:trace contextRef="#ctx0" brushRef="#br0">326 148 24575,'0'-8'0,"-1"1"0,1-1 0,-1 1 0,-1-1 0,1 1 0,-1 0 0,0 0 0,-1 0 0,-3-8 0,4 11 0,-1 0 0,0-1 0,0 1 0,0 0 0,0 1 0,-1-1 0,0 0 0,1 1 0,-1 0 0,0 0 0,-1 0 0,1 1 0,0-1 0,-8-2 0,4 2 0,-1 1 0,1 0 0,-1 0 0,1 1 0,-1 0 0,0 0 0,1 1 0,-1 0 0,0 1 0,1 0 0,-1 0 0,0 1 0,1 0 0,-14 5 0,15-4 0,1-1 0,-1 1 0,1 1 0,0-1 0,0 1 0,0 0 0,0 0 0,1 1 0,0 0 0,0 0 0,0 0 0,0 0 0,1 1 0,0 0 0,0 0 0,0 0 0,1 0 0,-4 10 0,6-13 0,1 1 0,-1-1 0,0 1 0,1-1 0,0 1 0,0 0 0,0-1 0,0 1 0,1 0 0,-1-1 0,1 1 0,0-1 0,0 1 0,0-1 0,1 1 0,-1-1 0,1 0 0,-1 0 0,1 0 0,0 0 0,1 0 0,-1 0 0,0 0 0,1-1 0,0 1 0,-1-1 0,1 1 0,6 2 0,3 3 0,1-1 0,0 0 0,0-1 0,0 0 0,0-1 0,17 3 0,-9-3-195,1-2 0,0 0 0,1-2 0,-1 0 0,0-2 0,43-6 0,0-3-6631</inkml:trace>
</inkml:ink>
</file>

<file path=ppt/ink/ink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7.056"/>
    </inkml:context>
    <inkml:brush xml:id="br0">
      <inkml:brushProperty name="width" value="0.05" units="cm"/>
      <inkml:brushProperty name="height" value="0.05" units="cm"/>
      <inkml:brushProperty name="color" value="#FFFFFF"/>
    </inkml:brush>
  </inkml:definitions>
  <inkml:trace contextRef="#ctx0" brushRef="#br0">29 39 24575,'-3'0'0,"1"0"0,0-1 0,0 1 0,0-1 0,0 1 0,0-1 0,0 0 0,0 0 0,-3-1 0,1-5 0,4 7 0,0-1 0,1 1 0,-1-1 0,0 1 0,1-1 0,-1 1 0,0-1 0,1 1 0,-1 0 0,1-1 0,-1 1 0,1 0 0,-1-1 0,1 1 0,-1 0 0,1-1 0,-1 1 0,1 0 0,0-1 0,15-3 0,0 0 0,0 1 0,0 0 0,1 1 0,-1 1 0,33 2 0,-16-1 0,-22 0 0,58 2 0,-63-1 0,1 0 0,-1 0 0,0 0 0,0 1 0,0 0 0,-1 0 0,1 1 0,10 5 0,-15-7 0,0 0 0,0-1 0,0 1 0,1 0 0,-1 1 0,0-1 0,0 0 0,0 0 0,0 0 0,-1 1 0,1-1 0,0 0 0,-1 1 0,1-1 0,0 0 0,-1 1 0,0-1 0,1 1 0,-1-1 0,0 1 0,0 1 0,0 0 0,0 0 0,0 0 0,-1 0 0,0 0 0,0 0 0,0 0 0,0 0 0,0 0 0,-3 5 0,-3 3 0,-1 0 0,0-1 0,-16 16 0,24-26 0,-8 8 0,4-4 0,-1 1 0,1 0 0,0 0 0,0 0 0,0 0 0,-4 9 0,7-13 0,1 0 0,-1 0 0,1 1 0,0-1 0,0 0 0,-1 0 0,1 0 0,0 0 0,0 1 0,0-1 0,0 0 0,0 0 0,1 0 0,-1 1 0,0-1 0,1 2 0,0-1 0,0-1 0,0 1 0,1-1 0,-1 1 0,0-1 0,1 1 0,-1-1 0,0 0 0,1 0 0,0 1 0,-1-1 0,1 0 0,3 1 0,9 4 65,1 0 0,0-1 0,0-1 0,22 3 0,67 6-877,-75-10-66,42 4-5948</inkml:trace>
</inkml:ink>
</file>

<file path=ppt/ink/ink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2.661"/>
    </inkml:context>
    <inkml:brush xml:id="br0">
      <inkml:brushProperty name="width" value="0.05" units="cm"/>
      <inkml:brushProperty name="height" value="0.05" units="cm"/>
      <inkml:brushProperty name="color" value="#FFFFFF"/>
    </inkml:brush>
  </inkml:definitions>
  <inkml:trace contextRef="#ctx0" brushRef="#br0">259 207 24575,'1'0'0,"-1"1"0,0 0 0,0 0 0,0 0 0,1 0 0,-1 0 0,0 0 0,0 0 0,0 0 0,-1-1 0,1 1 0,0 0 0,0 0 0,0 0 0,-1 0 0,1 0 0,0 0 0,-1-1 0,0 2 0,0 2 0,-18 53 0,-6 17 0,2 2 0,-23 150 0,10 305 0,-1 8 0,12-330 0,-17 221 0,41-416 0,0-4 0,1 0 0,0 0 0,2 18 0,-2-26 0,0-1 0,1 1 0,-1-1 0,0 1 0,1-1 0,-1 1 0,1-1 0,-1 1 0,1-1 0,0 1 0,0-1 0,0 0 0,0 0 0,0 1 0,0-1 0,0 0 0,0 0 0,0 0 0,0 0 0,1 0 0,-1 0 0,0-1 0,1 1 0,-1 0 0,0 0 0,1-1 0,-1 1 0,1-1 0,-1 0 0,1 1 0,1-1 0,9-1 0,0 0 0,-1 0 0,1-2 0,-1 1 0,1-1 0,-1-1 0,14-6 0,12-4 0,118-31-137,2 6 0,309-34-1,330 42-273,-437 42 411,-129-1 0,-218-10 21,-3 1 69,1-1 0,-1 0 0,0-1 0,11-1 0,-18 1-75,0 1 0,0-1 1,0 0-1,0 1 0,1-1 1,-1 0-1,-1 0 0,1 0 1,0-1-1,0 1 0,0 0 1,-1-1-1,1 1 0,0-1 1,-1 0-1,1 1 0,-1-1 1,0 0-1,0 0 0,0 0 1,0 0-1,1-3 0,4-16-15,-1 0 0,-2 0 0,0-1 0,0-38 0,0 6 0,56-396-120,29 2-129,38-256-9,-123 686 258,12-130 0,-14 122 0,-1-1 0,-1 0 0,-6-37 0,6 58 21,0 1-1,-1-1 1,1 0 0,-1 1 0,0-1 0,-1 1 0,1 0 0,-1 0 0,0 0 0,0 0 0,-1 0 0,1 1 0,-1-1 0,0 1-1,-1 0 1,1 0 0,-1 1 0,1-1 0,-1 1 0,0 0 0,0 0 0,0 1 0,-1-1 0,1 1 0,-1 0 0,1 1-1,-1-1 1,0 1 0,-7 0 0,-36-4-21,0 2 0,-1 3 0,-70 8 0,45-3 0,-1769 42-2136,1796-47-3919</inkml:trace>
</inkml:ink>
</file>

<file path=ppt/ink/ink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5.324"/>
    </inkml:context>
    <inkml:brush xml:id="br0">
      <inkml:brushProperty name="width" value="0.05" units="cm"/>
      <inkml:brushProperty name="height" value="0.05" units="cm"/>
      <inkml:brushProperty name="color" value="#FFFFFF"/>
    </inkml:brush>
  </inkml:definitions>
  <inkml:trace contextRef="#ctx0" brushRef="#br0">112 16 24575,'0'-4'0,"0"-3"0,0 2 0,0 8 0,-3 7 0,-2 11 0,-2 8 0,-3 8 0,-3 11 0,-3 6 0,2 7 0,-1 2 0,4-1 0,2-1 0,4-5 0,2-12-8191</inkml:trace>
</inkml:ink>
</file>

<file path=ppt/ink/ink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6.104"/>
    </inkml:context>
    <inkml:brush xml:id="br0">
      <inkml:brushProperty name="width" value="0.05" units="cm"/>
      <inkml:brushProperty name="height" value="0.05" units="cm"/>
      <inkml:brushProperty name="color" value="#FFFFFF"/>
    </inkml:brush>
  </inkml:definitions>
  <inkml:trace contextRef="#ctx0" brushRef="#br0">332 88 24575,'0'-3'0,"-1"-1"0,1 1 0,-1-1 0,1 1 0,-1-1 0,0 1 0,0 0 0,-1-1 0,1 1 0,-1 0 0,0 0 0,0 0 0,0 0 0,0 0 0,0 0 0,0 0 0,-1 1 0,0-1 0,1 1 0,-1 0 0,0 0 0,0 0 0,0 0 0,0 0 0,0 1 0,-1-1 0,1 1 0,0 0 0,-5-1 0,-2 0 0,0-1 0,0 2 0,0-1 0,-1 2 0,1-1 0,0 1 0,0 1 0,0 0 0,-13 3 0,7 0 0,0 0 0,0 2 0,-23 10 0,35-14 0,-1 0 0,0 1 0,1 0 0,0-1 0,-1 2 0,1-1 0,0 0 0,1 1 0,-1 0 0,1 0 0,-1 0 0,1 0 0,0 0 0,1 1 0,-3 5 0,4-8 0,0 1 0,1-1 0,0 1 0,-1-1 0,1 0 0,0 1 0,0-1 0,1 1 0,-1-1 0,0 1 0,1-1 0,-1 0 0,1 1 0,0-1 0,0 0 0,0 1 0,0-1 0,0 0 0,1 0 0,-1 0 0,1 0 0,-1 0 0,1 0 0,-1-1 0,4 3 0,2 2 0,0 0 0,0-1 0,1 0 0,-1-1 0,17 7 0,-4-3 69,1-1-1,0-1 0,0-1 0,36 3 1,86-2-1776,-63-8-5119</inkml:trace>
</inkml:ink>
</file>

<file path=ppt/ink/ink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3:56.259"/>
    </inkml:context>
    <inkml:brush xml:id="br0">
      <inkml:brushProperty name="width" value="0.05" units="cm"/>
      <inkml:brushProperty name="height" value="0.05" units="cm"/>
      <inkml:brushProperty name="color" value="#FFFFFF"/>
    </inkml:brush>
  </inkml:definitions>
  <inkml:trace contextRef="#ctx0" brushRef="#br0">57 1 24575,'-3'0'0,"-5"0"0,-3 3 0,0 4 0,1 4 0,4 7 0,1 6 0,3 8 0,4 5 0,5 6 0,4 2 0,4 2 0,6-1 0,1-1 0,-2-9-8191</inkml:trace>
</inkml:ink>
</file>

<file path=ppt/ink/ink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0.103"/>
    </inkml:context>
    <inkml:brush xml:id="br0">
      <inkml:brushProperty name="width" value="0.05" units="cm"/>
      <inkml:brushProperty name="height" value="0.05" units="cm"/>
      <inkml:brushProperty name="color" value="#FFFFFF"/>
    </inkml:brush>
  </inkml:definitions>
  <inkml:trace contextRef="#ctx0" brushRef="#br0">258 108 24575,'5'-1'0,"0"0"0,0 0 0,0 0 0,0-1 0,-1 0 0,1 0 0,0 0 0,-1-1 0,0 1 0,1-1 0,-1 0 0,0 0 0,-1-1 0,1 1 0,0-1 0,-1 0 0,0 0 0,0 0 0,5-9 0,-8 12 0,0 1 0,1-1 0,-1 0 0,0 0 0,0 0 0,0 0 0,0 0 0,0 0 0,0 0 0,0 0 0,0 0 0,-1 0 0,1 0 0,0 0 0,-1 0 0,1 0 0,0 0 0,-1 0 0,1 0 0,-1 0 0,1 1 0,-1-1 0,0-1 0,-1 0 0,0 1 0,0-1 0,0 1 0,-1-1 0,1 1 0,0 0 0,0 0 0,-6-2 0,2 1 0,0 0 0,0 1 0,0 0 0,-1 0 0,1 0 0,-12 1 0,12 1 0,-1 1 0,1-1 0,-1 1 0,1 1 0,0-1 0,0 1 0,0 0 0,0 0 0,0 1 0,0 0 0,-8 8 0,-6 6 0,-28 35 0,27-28 0,15-18 0,-10 11 0,1 0 0,-15 23 0,27-36 0,0-1 0,1 1 0,-1-1 0,1 1 0,0 0 0,0 0 0,1 0 0,-1 0 0,1 0 0,0 0 0,1 0 0,-1 0 0,1 0 0,0 1 0,0-1 0,2 6 0,-2-9 0,1 0 0,0 0 0,0 0 0,0 0 0,0-1 0,1 1 0,-1 0 0,0 0 0,1-1 0,-1 1 0,1-1 0,-1 0 0,1 1 0,0-1 0,0 0 0,-1 0 0,1 0 0,0 0 0,0 0 0,0 0 0,0-1 0,0 1 0,4 0 0,5 1 0,0 0 0,0-1 0,14-1 0,-16 0 0,13 0-341,0-1 0,1-1-1,27-7 1,-13 1-6485</inkml:trace>
</inkml:ink>
</file>

<file path=ppt/ink/ink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0.835"/>
    </inkml:context>
    <inkml:brush xml:id="br0">
      <inkml:brushProperty name="width" value="0.05" units="cm"/>
      <inkml:brushProperty name="height" value="0.05" units="cm"/>
      <inkml:brushProperty name="color" value="#FFFFFF"/>
    </inkml:brush>
  </inkml:definitions>
  <inkml:trace contextRef="#ctx0" brushRef="#br0">14 93 24575,'1'0'0,"1"-1"0,-1 1 0,1-1 0,-1 1 0,1-1 0,-1 0 0,1 0 0,-1 0 0,0 0 0,1 0 0,0-1 0,9-4 0,-10 6 0,-1 1 0,0 0 0,1-1 0,-1 1 0,0 0 0,0 0 0,0-1 0,0 1 0,1 0 0,-1 0 0,0-1 0,0 1 0,0 0 0,-1-1 0,1 1 0,0 0 0,0 0 0,0-1 0,0 1 0,-1 0 0,0 1 0,-1 10 0,-1 0 0,1 0 0,1 0 0,1 1 0,0 22 0,1-32 0,-1-1 0,1 1 0,-1-1 0,1 1 0,0-1 0,0 0 0,0 1 0,0-1 0,0 0 0,0 0 0,1 0 0,-1 0 0,1 0 0,-1 0 0,1 0 0,0 0 0,0-1 0,0 1 0,0-1 0,0 1 0,0-1 0,0 0 0,0 0 0,1 0 0,-1 0 0,0 0 0,1 0 0,-1-1 0,1 1 0,-1-1 0,1 1 0,-1-1 0,1 0 0,-1 0 0,5-1 0,-3 1 0,0-1 0,0 1 0,-1-1 0,1 0 0,0 0 0,-1-1 0,1 1 0,-1-1 0,0 1 0,1-1 0,-1 0 0,0 0 0,0-1 0,0 1 0,0-1 0,0 1 0,-1-1 0,1 0 0,-1 0 0,0 0 0,0 0 0,0-1 0,0 1 0,-1 0 0,3-5 0,-2 3 0,-1-1 0,1 1 0,-1 0 0,0 0 0,0-1 0,0 1 0,-1 0 0,0-1 0,0 1 0,0-1 0,-1 1 0,0 0 0,0-1 0,0 1 0,0 0 0,-1 0 0,-3-6 0,1 4 0,0 1 0,0 0 0,-1 0 0,0 1 0,0-1 0,0 1 0,-1 0 0,0 0 0,-9-5 0,11 7 0,0 1 0,0-1 0,-1 1 0,1 0 0,-1 1 0,0-1 0,1 1 0,-1-1 0,0 2 0,0-1 0,0 0 0,0 1 0,1 0 0,-1 0 0,-7 1 0,10 0 0,0-1 0,0 1 0,0 0 0,0-1 0,0 1 0,0 0 0,1 0 0,-1 1 0,0-1 0,1 0 0,-1 0 0,1 1 0,-1-1 0,1 1 0,-1 0 0,1-1 0,0 1 0,0 0 0,0 0 0,0-1 0,0 1 0,0 0 0,0 3 0,1-4 0,0 0 0,-1 1 0,1-1 0,0 0 0,0 1 0,0-1 0,1 0 0,-1 1 0,0-1 0,0 0 0,1 0 0,-1 1 0,1-1 0,-1 0 0,1 0 0,-1 0 0,1 1 0,0-1 0,0 0 0,0 0 0,-1 0 0,1 0 0,0 0 0,0-1 0,0 1 0,0 0 0,1 0 0,-1-1 0,0 1 0,0 0 0,0-1 0,0 1 0,1-1 0,-1 0 0,0 1 0,1-1 0,1 0 0,8 2 0,1 0 0,0-1 0,-1 0 0,1-1 0,0-1 0,14-2 0,69-18 0,-61 12 0,-32 9 0,1-1 0,0 0 0,-1 1 0,1-1 0,0 1 0,-1 0 0,1 0 0,0 0 0,-1 0 0,1 1 0,0-1 0,-1 1 0,1-1 0,0 1 0,-1 0 0,1 0 0,-1 0 0,4 3 0,-2-1 0,-1 0 0,0 0 0,0 0 0,0 1 0,-1-1 0,1 1 0,-1 0 0,0 0 0,0 0 0,2 6 0,-3-9 0,-1 0 0,0 0 0,1 0 0,-1 0 0,1 0 0,-1 0 0,1 0 0,0-1 0,-1 1 0,1 0 0,0 0 0,0 0 0,-1-1 0,1 1 0,0-1 0,0 1 0,0-1 0,0 1 0,0-1 0,0 1 0,0-1 0,0 0 0,0 1 0,0-1 0,0 0 0,0 0 0,0 0 0,0 0 0,0 0 0,0 0 0,0 0 0,0 0 0,0 0 0,0 0 0,0-1 0,0 1 0,0 0 0,0-1 0,0 1 0,1-1 0,5-3 0,1 0 0,-1-1 0,-1 0 0,10-7 0,-1 0 0,-11 8 0,1 1 0,-1 0 0,1 1 0,0-1 0,0 1 0,1 0 0,-1 0 0,0 0 0,10-1 0,-13 3 0,0 0 0,1 0 0,-1 0 0,1 1 0,-1-1 0,0 0 0,1 1 0,-1 0 0,0-1 0,1 1 0,-1 0 0,0 0 0,0 0 0,0 1 0,0-1 0,0 0 0,0 1 0,0 0 0,0-1 0,-1 1 0,1 0 0,-1 0 0,1 0 0,1 3 0,2 4 63,0 1-1,0-1 1,5 20-1,2 3-1677,-6-19-5211</inkml:trace>
</inkml:ink>
</file>

<file path=ppt/ink/ink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1.007"/>
    </inkml:context>
    <inkml:brush xml:id="br0">
      <inkml:brushProperty name="width" value="0.05" units="cm"/>
      <inkml:brushProperty name="height" value="0.05" units="cm"/>
      <inkml:brushProperty name="color" value="#FFFFFF"/>
    </inkml:brush>
  </inkml:definitions>
  <inkml:trace contextRef="#ctx0" brushRef="#br0">0 39 24575,'0'-3'0,"0"-4"0,0-4 0,3 0 0,1 5 0,3 6 0,0 7 0,3 8 0,-2 7 0,2 11 0,-1 7 0,-2 8 0,-2-6-8191</inkml:trace>
</inkml:ink>
</file>

<file path=ppt/ink/ink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3.169"/>
    </inkml:context>
    <inkml:brush xml:id="br0">
      <inkml:brushProperty name="width" value="0.05" units="cm"/>
      <inkml:brushProperty name="height" value="0.05" units="cm"/>
      <inkml:brushProperty name="color" value="#FFFFFF"/>
    </inkml:brush>
  </inkml:definitions>
  <inkml:trace contextRef="#ctx0" brushRef="#br0">303 30 24575,'0'-7'0,"0"-11"0,0 18 0,0 0 0,0-1 0,0 1 0,0 0 0,0 0 0,-1-1 0,1 1 0,0 0 0,0 0 0,0-1 0,0 1 0,-1 0 0,1 0 0,0 0 0,0 0 0,-1-1 0,1 1 0,0 0 0,0 0 0,0 0 0,-1 0 0,1 0 0,0 0 0,-1 0 0,1 0 0,0 0 0,0-1 0,-1 1 0,1 0 0,0 0 0,0 1 0,-1-1 0,1 0 0,0 0 0,-1 0 0,1 0 0,0 0 0,0 0 0,-1 0 0,1 0 0,0 0 0,0 1 0,-1-1 0,1 0 0,0 0 0,0 0 0,0 0 0,-1 1 0,1-1 0,0 0 0,0 0 0,0 1 0,-94 69 0,57-41 0,-63 38 0,93-63 0,1 0 0,-1 0 0,1 0 0,0 1 0,-7 6 0,11-9 0,0 0 0,1 1 0,-1-1 0,1 0 0,0 0 0,0 1 0,0-1 0,0 1 0,0-1 0,0 1 0,1-1 0,-1 1 0,1-1 0,0 1 0,-1 0 0,1-1 0,0 1 0,1 0 0,-1 2 0,4 14 0,-2 1 0,0-1 0,-1 0 0,-2 1 0,-4 36 0,5-55 0,0 0 0,0 1 0,0-1 0,1 0 0,-1 0 0,0 1 0,0-1 0,1 0 0,-1 0 0,0 0 0,1 0 0,-1 1 0,1-1 0,0 0 0,-1 0 0,1 0 0,0 0 0,0 0 0,-1 0 0,1-1 0,0 1 0,0 0 0,0 0 0,0-1 0,0 1 0,0 0 0,1-1 0,-1 1 0,2 0 0,43 14 0,-29-10 0,7 4 0,-1 2 0,-1 0 0,37 26 0,-7-5 0,-51-31 0,0-1 0,1 1 0,-1-1 0,0 1 0,1-1 0,-1 1 0,0-1 0,1 0 0,-1 0 0,0 0 0,1 0 0,-1 0 0,1 0 0,-1 0 0,0 0 0,1 0 0,-1-1 0,0 1 0,1-1 0,-1 1 0,0-1 0,0 1 0,1-1 0,-1 0 0,0 1 0,0-1 0,0 0 0,0 0 0,0 0 0,2-2 0,3-3 0,-1-1 0,1-1 0,7-14 0,-1 4 0,-5 8 0,1 0 0,1 1 0,0 0 0,0 0 0,18-13 0,57-28 0,-64 39 0,-16 8 0,0 0 0,0 0 0,-1-1 0,1 1 0,-1-1 0,0 1 0,0-1 0,0 0 0,-1 0 0,1-1 0,-1 1 0,0 0 0,0-1 0,-1 1 0,1-1 0,0-6 0,1-1 0,-1-1 0,-1 0 0,0 1 0,0-1 0,-2-14 0,1 24 0,0 1 0,-1-1 0,1 1 0,-1-1 0,0 1 0,1-1 0,-1 1 0,0 0 0,0-1 0,-1 1 0,1 0 0,0 0 0,-1 0 0,0 0 0,1 0 0,-1 0 0,0 0 0,0 0 0,0 1 0,0-1 0,0 1 0,0-1 0,-3 0 0,-4-2 0,-1 1 0,1 0 0,-1 1 0,-18-3 0,-7-1 0,-50-18-1365,68 19-5461</inkml:trace>
</inkml:ink>
</file>

<file path=ppt/ink/ink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5.397"/>
    </inkml:context>
    <inkml:brush xml:id="br0">
      <inkml:brushProperty name="width" value="0.05" units="cm"/>
      <inkml:brushProperty name="height" value="0.05" units="cm"/>
      <inkml:brushProperty name="color" value="#FFFFFF"/>
    </inkml:brush>
  </inkml:definitions>
  <inkml:trace contextRef="#ctx0" brushRef="#br0">237 50 24575,'3'-13'0,"1"-8"0,-4 20 0,0 1 0,0-1 0,-1 1 0,1-1 0,0 1 0,0-1 0,0 1 0,0-1 0,-1 1 0,1 0 0,0-1 0,0 1 0,-1-1 0,1 1 0,0 0 0,-1-1 0,1 1 0,-1-1 0,1 1 0,0 0 0,-1 0 0,1-1 0,-1 1 0,1 0 0,-1 0 0,1 0 0,-1-1 0,1 1 0,-1 0 0,1 0 0,-1 0 0,1 0 0,-1 0 0,1 0 0,-1 0 0,0 0 0,-3 0 0,1 1 0,-1-1 0,1 1 0,-1 0 0,0 0 0,1 0 0,-1 1 0,1-1 0,0 1 0,0 0 0,-6 4 0,-33 28 0,21-15 0,1 1 0,-26 34 0,39-44 0,1-1 0,0 1 0,0 0 0,1 1 0,0-1 0,0 1 0,2 0 0,-6 22 0,8-30 0,1 0 0,0 0 0,-1 1 0,1-1 0,0 0 0,0 1 0,1-1 0,-1 0 0,1 1 0,0-1 0,0 0 0,0 0 0,0 0 0,0 0 0,1 0 0,-1 0 0,1 0 0,0 0 0,2 2 0,0-1 0,-1-1 0,1 0 0,-1-1 0,1 1 0,0-1 0,0 0 0,1 1 0,-1-2 0,0 1 0,1-1 0,-1 1 0,6 0 0,6 0 0,0 0 0,-1-2 0,1 1 0,0-2 0,0 0 0,-1-1 0,16-4 0,-9 1 0,0-2 0,0 0 0,30-16 0,-40 17 0,-1 0 0,0-1 0,0 0 0,-1-1 0,0 0 0,-1 0 0,15-18 0,-21 23 0,0-1 0,0 0 0,-1 0 0,0-1 0,0 1 0,0 0 0,0-1 0,-1 1 0,0-1 0,0 1 0,0-1 0,0-9 0,-1 11 0,0 0 0,0 1 0,0-1 0,-1 0 0,1 1 0,-1-1 0,0 0 0,0 1 0,0-1 0,0 1 0,0-1 0,0 1 0,-1 0 0,1 0 0,-1-1 0,0 1 0,1 0 0,-1 0 0,0 0 0,0 1 0,0-1 0,-1 0 0,-2-1 0,4 2 0,-1 1 0,1-1 0,0 0 0,0 1 0,0 0 0,0-1 0,0 1 0,-1 0 0,1-1 0,0 1 0,0 0 0,-1 0 0,1 0 0,0 0 0,0 0 0,0 0 0,-1 1 0,1-1 0,0 0 0,0 0 0,0 1 0,-1-1 0,1 1 0,-1 0 0,0 1 0,0-1 0,0 1 0,1 0 0,-1-1 0,1 1 0,-1 0 0,1 0 0,-1 0 0,1 0 0,0 1 0,-1 3 0,-1-1 0,1 1 0,1 0 0,-1 0 0,1 0 0,0 0 0,1 0 0,-1 1 0,1-1 0,1 8 0,0-12 0,0 1 0,0-1 0,0 1 0,0-1 0,0 1 0,0-1 0,1 0 0,-1 1 0,1-1 0,0 0 0,0 0 0,-1 0 0,1 0 0,0-1 0,1 1 0,-1 0 0,0-1 0,0 0 0,1 1 0,-1-1 0,1 0 0,-1 0 0,1 0 0,-1-1 0,1 1 0,0-1 0,-1 1 0,1-1 0,0 0 0,-1 0 0,1 0 0,0 0 0,4-1 0,-3 0 0,-1 1 0,0-1 0,1 1 0,-1-1 0,0 0 0,1 0 0,-1-1 0,0 1 0,0 0 0,0-1 0,0 0 0,0 0 0,0 0 0,-1 0 0,1 0 0,-1-1 0,1 1 0,-1-1 0,0 0 0,0 1 0,0-1 0,0 0 0,-1 0 0,1 0 0,-1 0 0,2-6 0,-2 3 0,-1 0 0,1-1 0,-2 1 0,1 0 0,-1 0 0,0-1 0,0 1 0,0 0 0,-4-9 0,-5-21 0,10 35 0,0 0 0,0 0 0,0 0 0,0 0 0,0 0 0,0 0 0,0 1 0,0-1 0,1 0 0,-1 0 0,0 0 0,0 0 0,1 1 0,-1-1 0,1 0 0,-1 0 0,0 1 0,1-1 0,0 0 0,-1 0 0,1 1 0,-1-1 0,1 1 0,0-1 0,-1 1 0,1-1 0,0 1 0,0-1 0,-1 1 0,1-1 0,0 1 0,0 0 0,0-1 0,-1 1 0,1 0 0,0 0 0,1 0 0,5-1 0,-1 0 0,1 0 0,13 2 0,-7-1 0,5-2 0,0 0 0,-1-2 0,1 0 0,30-12 0,-2 2 0,-44 13 0,0 0 0,0 1 0,0-1 0,1 1 0,-1-1 0,0 1 0,1 0 0,-1 0 0,0 0 0,1 0 0,-1 0 0,0 0 0,1 1 0,-1-1 0,0 1 0,0 0 0,1 0 0,-1 0 0,0 0 0,0 0 0,0 0 0,3 3 0,-3-2 0,0 1 0,0 0 0,0 0 0,0 0 0,0 0 0,-1 0 0,1 0 0,-1 0 0,0 0 0,0 1 0,0-1 0,-1 1 0,1-1 0,-1 7 0,0-8 0,0 1 0,1-1 0,-1 0 0,0 1 0,1-1 0,-1 0 0,1 1 0,0-1 0,0 0 0,0 0 0,1 3 0,-1-4 0,-1-1 0,0 0 0,1 0 0,-1 1 0,0-1 0,1 0 0,-1 0 0,1 0 0,-1 1 0,0-1 0,1 0 0,-1 0 0,1 0 0,-1 0 0,1 0 0,-1 0 0,0 0 0,1 0 0,-1 0 0,1 0 0,-1 0 0,1 0 0,0 0 0,16-10 0,21-27 0,-31 29 0,0 1 0,0 0 0,1 0 0,0 0 0,0 1 0,1 0 0,-1 1 0,19-9 0,-26 14 10,0 0-1,1-1 1,-1 1-1,0 0 0,1 0 1,-1 0-1,0 0 1,0 0-1,1 0 1,-1 0-1,0 0 0,1 0 1,-1 1-1,0-1 1,0 0-1,0 1 0,1-1 1,-1 1-1,0 0 1,0-1-1,0 1 1,0 0-1,0-1 0,0 1 1,0 0-1,0 0 1,0 0-1,0 0 1,-1 0-1,1 0 0,0 0 1,0 3-1,0-3-120,0 1-1,1-1 0,-1 1 0,0-1 1,0 1-1,1-1 0,-1 0 0,1 1 0,-1-1 1,1 0-1,0 0 0,-1 0 0,1 0 1,3 1-1,6-1-6714</inkml:trace>
</inkml:ink>
</file>

<file path=ppt/ink/ink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5.723"/>
    </inkml:context>
    <inkml:brush xml:id="br0">
      <inkml:brushProperty name="width" value="0.05" units="cm"/>
      <inkml:brushProperty name="height" value="0.05" units="cm"/>
      <inkml:brushProperty name="color" value="#FFFFFF"/>
    </inkml:brush>
  </inkml:definitions>
  <inkml:trace contextRef="#ctx0" brushRef="#br0">27 180 24575,'0'-3'0,"-1"-1"0,0 1 0,0-1 0,0 1 0,0 0 0,-1 0 0,1 0 0,-4-4 0,-6-19 0,10 22 0,1 1 0,-1 0 0,1-1 0,0 1 0,0-1 0,0 1 0,1 0 0,-1-1 0,1 1 0,-1 0 0,1 0 0,0-1 0,1 1 0,-1 0 0,0 0 0,1 0 0,2-3 0,0 1 0,-1 1 0,1 0 0,0 0 0,0 0 0,0 0 0,1 1 0,-1 0 0,1 0 0,0 0 0,5-2 0,-4 2 0,-1 0 0,1 1 0,0 0 0,0 1 0,0-1 0,0 1 0,0 0 0,0 0 0,0 1 0,0 0 0,0 0 0,0 0 0,0 1 0,0 0 0,0 0 0,0 0 0,0 1 0,-1 0 0,1 0 0,7 4 0,-11-4 0,0-1 0,1 1 0,-1 0 0,0 0 0,0 0 0,0 0 0,0 1 0,0-1 0,-1 0 0,1 1 0,-1-1 0,0 1 0,1 0 0,-1 0 0,0-1 0,-1 1 0,2 3 0,-2-1 0,1 0 0,-1-1 0,-1 1 0,1 0 0,0 0 0,-1-1 0,0 1 0,0-1 0,-4 9 0,-1 2 0,-2 0 0,0 0 0,-1-1 0,-19 24 0,27-37 0,-2 2 0,0 1 0,1 0 0,-1 0 0,1-1 0,-1 2 0,1-1 0,-1 4 0,2-7 0,1 1 0,0-1 0,0 0 0,0 0 0,0 0 0,0 0 0,0 1 0,1-1 0,-1 0 0,0 0 0,0 0 0,1 0 0,-1 0 0,1 0 0,-1 0 0,1 0 0,-1 0 0,1 0 0,0 0 0,0 0 0,-1 0 0,1 0 0,0 0 0,0-1 0,0 1 0,0 0 0,0-1 0,0 1 0,0 0 0,0-1 0,0 0 0,0 1 0,2 0 0,14 5-21,1 1 0,0-2 0,0-1 0,26 4 0,-12-3-1239,28 6-5566</inkml:trace>
</inkml:ink>
</file>

<file path=ppt/ink/ink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07.784"/>
    </inkml:context>
    <inkml:brush xml:id="br0">
      <inkml:brushProperty name="width" value="0.05" units="cm"/>
      <inkml:brushProperty name="height" value="0.05" units="cm"/>
      <inkml:brushProperty name="color" value="#FFFFFF"/>
    </inkml:brush>
  </inkml:definitions>
  <inkml:trace contextRef="#ctx0" brushRef="#br0">254 4 24575,'5'-4'0,"-5"7"0,-10 10 0,-74 53 0,61-50 0,0 1 0,2 1 0,0 1 0,0 1 0,-24 32 0,42-48 0,-3 6 0,6-10 0,0 0 0,0 0 0,0 0 0,0 1 0,0-1 0,0 0 0,0 0 0,0 0 0,0 1 0,0-1 0,0 0 0,0 0 0,0 0 0,0 0 0,0 1 0,0-1 0,0 0 0,0 0 0,0 0 0,0 1 0,0-1 0,0 0 0,0 0 0,1 0 0,-1 0 0,0 0 0,0 1 0,0-1 0,0 0 0,0 0 0,1 0 0,-1 0 0,0 0 0,0 0 0,0 0 0,0 0 0,1 1 0,-1-1 0,0 0 0,0 0 0,0 0 0,1 0 0,-1 0 0,1 1 0,0-1 0,0 1 0,-1 0 0,1-1 0,0 1 0,-1 0 0,1 0 0,-1-1 0,1 1 0,-1 0 0,1 0 0,-1 0 0,0 0 0,1 0 0,-1-1 0,0 1 0,0 0 0,0 0 0,0 0 0,0 1 0,2 25 0,-2-22 0,0 17 0,-1-1 0,-8 39 0,5-32 0,3-26 0,1 0 0,-1 0 0,1 1 0,0-1 0,0 0 0,0 0 0,0 0 0,0 1 0,1-1 0,-1 0 0,1 0 0,-1 0 0,1 0 0,0 0 0,0 0 0,0 0 0,0 0 0,1 2 0,0-3 0,0 1 0,0-1 0,0 1 0,0-1 0,0 0 0,0 0 0,0 0 0,0 0 0,0 0 0,1 0 0,-1-1 0,0 1 0,1-1 0,-1 1 0,1-1 0,3 0 0,19 1 0,-19-2 0,-1 1 0,1 0 0,0 0 0,-1 0 0,1 1 0,0 0 0,-1 0 0,1 1 0,-1 0 0,0-1 0,1 2 0,-1-1 0,0 1 0,0-1 0,5 5 0,-9-6 0,0 0 0,0 0 0,1-1 0,-1 1 0,1 0 0,-1-1 0,0 1 0,1-1 0,-1 1 0,1-1 0,-1 0 0,1 0 0,-1 0 0,1 0 0,0 0 0,-1 0 0,1 0 0,-1 0 0,1 0 0,-1-1 0,1 1 0,-1-1 0,2 0 0,5-2 0,-1-1 0,0 0 0,10-8 0,5-1 0,-1 1 0,77-43 0,-87 47 0,0 0 0,0-1 0,-1-1 0,0 0 0,-1 0 0,10-14 0,-13 16 0,1-1 0,-2-1 0,1 1 0,-1-1 0,-1 1 0,6-20 0,-9 26 0,0 0 0,-1 0 0,1-1 0,-1 1 0,0 0 0,0 0 0,-1 0 0,1-1 0,-1 1 0,1 0 0,-1 0 0,0 0 0,0 0 0,0 0 0,-1 0 0,1 0 0,-1 0 0,1 1 0,-1-1 0,0 0 0,0 1 0,0 0 0,0-1 0,-1 1 0,1 0 0,-1 0 0,-3-2 0,-7-4-195,-1 1 0,1 1 0,-1 0 0,-1 1 0,1 0 0,-21-3 0,22 5-6631</inkml:trace>
</inkml:ink>
</file>

<file path=ppt/ink/ink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0.338"/>
    </inkml:context>
    <inkml:brush xml:id="br0">
      <inkml:brushProperty name="width" value="0.05" units="cm"/>
      <inkml:brushProperty name="height" value="0.05" units="cm"/>
      <inkml:brushProperty name="color" value="#FFFFFF"/>
    </inkml:brush>
  </inkml:definitions>
  <inkml:trace contextRef="#ctx0" brushRef="#br0">292 146 24575,'-1'-3'0,"-1"1"0,0 0 0,1-1 0,0 1 0,-1-1 0,1 0 0,0 1 0,0-1 0,1 0 0,-1 0 0,0-4 0,-3-35 0,4 32 0,0 7 0,0 0 0,0 0 0,-1 0 0,1 0 0,-1 0 0,0 0 0,1 0 0,-1 0 0,-1 0 0,1 0 0,0 0 0,-1 1 0,0-1 0,-3-4 0,3 6 0,1-1 0,-1 1 0,0 1 0,1-1 0,-1 0 0,0 0 0,0 1 0,0-1 0,0 1 0,1-1 0,-1 1 0,0 0 0,0 0 0,0 0 0,0 0 0,0 0 0,0 0 0,0 0 0,0 1 0,0-1 0,1 1 0,-1-1 0,0 1 0,0 0 0,-3 2 0,-5 2 0,0 0 0,1 1 0,0 1 0,0-1 0,0 2 0,1-1 0,0 1 0,-12 15 0,6-5 0,2 0 0,0 0 0,-14 32 0,17-30 0,1 0 0,0 1 0,2 0 0,1 0 0,0 1 0,2-1 0,0 1 0,1 25 0,2-36 0,0 1 0,1 0 0,1-1 0,0 1 0,1-1 0,0 1 0,0-1 0,1 0 0,1 0 0,0-1 0,0 1 0,1-1 0,0 0 0,1-1 0,0 1 0,15 14 0,-8-13 0,0 0 0,0-2 0,1 1 0,0-2 0,1 0 0,0-1 0,0 0 0,0-2 0,1 0 0,0 0 0,0-2 0,0 0 0,1-1 0,-1-1 0,19 0 0,-9-2 0,-1-1 0,1-1 0,-1-1 0,1-1 0,-1-1 0,-1-2 0,1 0 0,-1-2 0,28-15 0,-41 19 0,-1-1 0,1-1 0,-1 0 0,0-1 0,-1 0 0,0 0 0,0-1 0,-1-1 0,0 0 0,-1 0 0,0 0 0,10-23 0,-14 25 0,0-1 0,-1 0 0,0 0 0,-1-1 0,0 1 0,0 0 0,-1-1 0,-1 0 0,0 1 0,0-1 0,-1 1 0,0-1 0,-1 1 0,0 0 0,-1 0 0,0-1 0,-5-11 0,4 13-105,-1 0 0,0 0 0,-1 0 0,1 0 0,-2 1 0,1 0 0,-1 0 0,0 1 0,-1-1 0,0 2 0,0-1 0,-15-8 0,-15-5-6721</inkml:trace>
</inkml:ink>
</file>

<file path=ppt/ink/ink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0.790"/>
    </inkml:context>
    <inkml:brush xml:id="br0">
      <inkml:brushProperty name="width" value="0.05" units="cm"/>
      <inkml:brushProperty name="height" value="0.05" units="cm"/>
      <inkml:brushProperty name="color" value="#FFFFFF"/>
    </inkml:brush>
  </inkml:definitions>
  <inkml:trace contextRef="#ctx0" brushRef="#br0">218 0 24575,'-1'16'0,"0"0"0,-1 0 0,-1 0 0,-1 0 0,-8 23 0,-35 74 0,38-93 0,-40 81 0,22-48 0,-28 78 0,54-127 0,-1 0 0,1-1 0,0 1 0,0 0 0,1 0 0,-1 0 0,1 0 0,0 0 0,0 0 0,1 7 0,-1-10 0,1 1 0,0-1 0,0 0 0,-1 1 0,1-1 0,0 0 0,0 0 0,0 1 0,0-1 0,0 0 0,1 0 0,-1 0 0,0 0 0,0-1 0,1 1 0,-1 0 0,1 0 0,-1-1 0,0 1 0,1-1 0,-1 1 0,1-1 0,-1 0 0,1 0 0,-1 1 0,1-1 0,0 0 0,-1 0 0,1-1 0,1 1 0,23-2 0,-1-1 0,41-9 0,-4 0 0,67-7 0,85-14 0,-202 31 0,1-1 0,0 0 0,-1-1 0,0-1 0,17-8 0,-25 11 0,0-1 0,0 0 0,0 0 0,0 0 0,-1 0 0,1-1 0,-1 1 0,0-1 0,0 0 0,0 0 0,0 0 0,-1 0 0,0 0 0,0-1 0,0 1 0,0-1 0,1-7 0,0-2 0,-1 0 0,0 0 0,-2-1 0,0 1 0,0-1 0,-1 1 0,-1 0 0,0-1 0,-1 1 0,-1 0 0,0 1 0,-1-1 0,0 1 0,-1-1 0,-1 2 0,0-1 0,-13-16 0,18 25-170,-2 1-1,1 0 0,0 0 1,0 0-1,-1 0 0,0 1 1,-5-4-1,-6 0-6655</inkml:trace>
</inkml:ink>
</file>

<file path=ppt/ink/ink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2.324"/>
    </inkml:context>
    <inkml:brush xml:id="br0">
      <inkml:brushProperty name="width" value="0.05" units="cm"/>
      <inkml:brushProperty name="height" value="0.05" units="cm"/>
      <inkml:brushProperty name="color" value="#FFFFFF"/>
    </inkml:brush>
  </inkml:definitions>
  <inkml:trace contextRef="#ctx0" brushRef="#br0">4439 1 24575,'-706'20'-861,"1"24"-634,482-29 1152,-496 42-432,-321 18 217,192-66 2873,752-9-2149,80 0 40,7 0-208,1 0-1,-1 0 1,1 0 0,-1-1 0,0-1 0,1 1-1,0-2 1,-9-2 0</inkml:trace>
</inkml:ink>
</file>

<file path=ppt/ink/ink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2.696"/>
    </inkml:context>
    <inkml:brush xml:id="br0">
      <inkml:brushProperty name="width" value="0.05" units="cm"/>
      <inkml:brushProperty name="height" value="0.05" units="cm"/>
      <inkml:brushProperty name="color" value="#FFFFFF"/>
    </inkml:brush>
  </inkml:definitions>
  <inkml:trace contextRef="#ctx0" brushRef="#br0">0 23 24575,'0'-1'0,"0"0"0,0 0 0,1 0 0,-1 0 0,0 0 0,1 0 0,-1 0 0,0 0 0,1 0 0,-1 0 0,1 0 0,0 0 0,-1 0 0,1 1 0,0-1 0,-1 0 0,1 0 0,0 0 0,0 1 0,0-1 0,0 1 0,1-2 0,-2 2 0,0 0 0,1 0 0,0 0 0,-1-1 0,1 1 0,-1 0 0,1 0 0,-1 0 0,1 0 0,-1 0 0,1 0 0,-1 0 0,1 0 0,-1 0 0,1 0 0,0 0 0,-1 0 0,1 1 0,-1-1 0,1 0 0,-1 0 0,1 1 0,-1-1 0,0 0 0,1 0 0,-1 1 0,1-1 0,-1 1 0,1-1 0,-1 0 0,0 1 0,1-1 0,-1 1 0,0-1 0,0 1 0,1-1 0,-1 1 0,0-1 0,0 1 0,0-1 0,1 1 0,-1-1 0,0 1 0,0 0 0,5 26 0,-1-1 0,2 46 0,-4-36 0,4 67 227,14 132-1819,-15-204-5234</inkml:trace>
</inkml:ink>
</file>

<file path=ppt/ink/ink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4.020"/>
    </inkml:context>
    <inkml:brush xml:id="br0">
      <inkml:brushProperty name="width" value="0.05" units="cm"/>
      <inkml:brushProperty name="height" value="0.05" units="cm"/>
      <inkml:brushProperty name="color" value="#FFFFFF"/>
    </inkml:brush>
  </inkml:definitions>
  <inkml:trace contextRef="#ctx0" brushRef="#br0">88 1 24575,'0'3'0,"-3"1"0,-1 3 0,-3 4 0,0 5 0,-3 4 0,-1 4 0,-4 5 0,-1 0 0,2-4-8191</inkml:trace>
</inkml:ink>
</file>

<file path=ppt/ink/ink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4.224"/>
    </inkml:context>
    <inkml:brush xml:id="br0">
      <inkml:brushProperty name="width" value="0.05" units="cm"/>
      <inkml:brushProperty name="height" value="0.05" units="cm"/>
      <inkml:brushProperty name="color" value="#FFFFFF"/>
    </inkml:brush>
  </inkml:definitions>
  <inkml:trace contextRef="#ctx0" brushRef="#br0">1 47 24575,'9'-3'0,"10"-4"0,7-5 0,6 1 0,4 2 0,2 5 0,0 7 0,0 9 0,0 8 0,-3 8 0,-5 7 0,-4 5 0,-7-4-8191</inkml:trace>
</inkml:ink>
</file>

<file path=ppt/ink/ink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7.244"/>
    </inkml:context>
    <inkml:brush xml:id="br0">
      <inkml:brushProperty name="width" value="0.05" units="cm"/>
      <inkml:brushProperty name="height" value="0.05" units="cm"/>
      <inkml:brushProperty name="color" value="#FFFFFF"/>
    </inkml:brush>
  </inkml:definitions>
  <inkml:trace contextRef="#ctx0" brushRef="#br0">97 43 24575,'0'-32'0,"0"22"0,0 22 0,-35 464 0,12-256 0,17-147 151,-19 171-1667,17-193-5310</inkml:trace>
</inkml:ink>
</file>

<file path=ppt/ink/ink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7.538"/>
    </inkml:context>
    <inkml:brush xml:id="br0">
      <inkml:brushProperty name="width" value="0.05" units="cm"/>
      <inkml:brushProperty name="height" value="0.05" units="cm"/>
      <inkml:brushProperty name="color" value="#FFFFFF"/>
    </inkml:brush>
  </inkml:definitions>
  <inkml:trace contextRef="#ctx0" brushRef="#br0">1 196 24575,'370'-22'28,"-200"8"-285,1162-54-5219,0 27 2211,-213 8 2588,-864 21 2499,-179 7-2188</inkml:trace>
</inkml:ink>
</file>

<file path=ppt/ink/ink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8.133"/>
    </inkml:context>
    <inkml:brush xml:id="br0">
      <inkml:brushProperty name="width" value="0.05" units="cm"/>
      <inkml:brushProperty name="height" value="0.05" units="cm"/>
      <inkml:brushProperty name="color" value="#FFFFFF"/>
    </inkml:brush>
  </inkml:definitions>
  <inkml:trace contextRef="#ctx0" brushRef="#br0">0 145 24575,'1035'-38'-2875,"-620"16"1680,1160-27-1332,-831 30 2243,-714 18 420,32 0 1968,75-12 1,-141 13-1664,-20-2 607,-26 3-1,41 0-1047,0 0 0,1 1 0,-1 0 0,1 0 0,0 1 0,-1 0 0,1 0 0,1 1 0,-1 0 0,1 1 0,-1 0 0,1 0 0,0 0 0,1 1 0,-1 0 0,1 0 0,0 0 0,1 1 0,0 0 0,0 0 0,0 1 0,1-1 0,0 1 0,0 0 0,1 0 0,0 0 0,-2 10 0,-5 36 0,1 0 0,0 56 0,5 112 0,4-151 0,-21 309-1365,10-306-5461</inkml:trace>
</inkml:ink>
</file>

<file path=ppt/ink/ink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8.832"/>
    </inkml:context>
    <inkml:brush xml:id="br0">
      <inkml:brushProperty name="width" value="0.05" units="cm"/>
      <inkml:brushProperty name="height" value="0.05" units="cm"/>
      <inkml:brushProperty name="color" value="#FFFFFF"/>
    </inkml:brush>
  </inkml:definitions>
  <inkml:trace contextRef="#ctx0" brushRef="#br0">345 70 24575,'0'-2'0,"-1"-1"0,1 0 0,-1 1 0,1-1 0,-1 0 0,0 1 0,0-1 0,0 0 0,-1 1 0,1 0 0,0-1 0,-1 1 0,0 0 0,1 0 0,-1-1 0,0 1 0,0 1 0,0-1 0,0 0 0,-1 0 0,1 1 0,0-1 0,-1 1 0,-4-2 0,1 0 0,0 1 0,0 0 0,-1 0 0,1 1 0,-1-1 0,1 1 0,-1 1 0,1-1 0,-10 2 0,3 1 0,1 0 0,-1 1 0,1 1 0,0 0 0,0 1 0,0 0 0,1 1 0,0 0 0,0 1 0,0 0 0,1 1 0,-16 14 0,19-15 0,1 0 0,-1 1 0,1-1 0,1 1 0,-1 0 0,1 1 0,-6 15 0,9-19 0,0 1 0,0 0 0,0 0 0,1 0 0,0 0 0,1 0 0,-1 0 0,1 0 0,0 0 0,1 1 0,-1-1 0,4 11 0,-3-12 18,1-1 0,0 1 0,0-1 0,0 0 0,0 0 0,1 1 0,-1-1 0,1-1 0,0 1 0,1 0 0,-1-1 0,1 0 0,-1 1 0,1-1 0,0-1 0,0 1 0,0-1 0,5 3 0,3 0-303,0-1 1,0 0-1,0 0 1,0-1-1,21 2 1,11-1-6542</inkml:trace>
</inkml:ink>
</file>

<file path=ppt/ink/ink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9.190"/>
    </inkml:context>
    <inkml:brush xml:id="br0">
      <inkml:brushProperty name="width" value="0.05" units="cm"/>
      <inkml:brushProperty name="height" value="0.05" units="cm"/>
      <inkml:brushProperty name="color" value="#FFFFFF"/>
    </inkml:brush>
  </inkml:definitions>
  <inkml:trace contextRef="#ctx0" brushRef="#br0">1 538 24575,'0'191'0,"0"-237"0,0-144 0,25-199 0,-24 379 0,1-1 0,0 1 0,1 0 0,0-1 0,6-13 0,-8 22 0,0 0 0,-1 1 0,1-1 0,0 1 0,0-1 0,0 1 0,0-1 0,1 1 0,-1 0 0,0-1 0,1 1 0,-1 0 0,0 0 0,1 0 0,0 0 0,-1 0 0,1 0 0,-1 0 0,1 1 0,0-1 0,0 1 0,-1-1 0,1 1 0,0 0 0,0-1 0,0 1 0,-1 0 0,1 0 0,0 0 0,0 1 0,0-1 0,-1 0 0,1 1 0,0-1 0,0 1 0,-1-1 0,1 1 0,0 0 0,2 2 0,4 1-273,-1 1 0,1 0 0,-1 0 0,7 8 0,6 7-6553</inkml:trace>
</inkml:ink>
</file>

<file path=ppt/ink/ink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9.360"/>
    </inkml:context>
    <inkml:brush xml:id="br0">
      <inkml:brushProperty name="width" value="0.05" units="cm"/>
      <inkml:brushProperty name="height" value="0.05" units="cm"/>
      <inkml:brushProperty name="color" value="#FFFFFF"/>
    </inkml:brush>
  </inkml:definitions>
  <inkml:trace contextRef="#ctx0" brushRef="#br0">5 34 24575,'-3'0'0,"2"0"0,4 0 0,8-3 0,9-2 0,9 1 0,10-2 0,7 0 0,6 1 0,-7 1-8191</inkml:trace>
</inkml:ink>
</file>

<file path=ppt/ink/ink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19.955"/>
    </inkml:context>
    <inkml:brush xml:id="br0">
      <inkml:brushProperty name="width" value="0.05" units="cm"/>
      <inkml:brushProperty name="height" value="0.05" units="cm"/>
      <inkml:brushProperty name="color" value="#FFFFFF"/>
    </inkml:brush>
  </inkml:definitions>
  <inkml:trace contextRef="#ctx0" brushRef="#br0">75 424 24575,'-2'2'0,"-1"-1"0,1 1 0,0-1 0,-1 0 0,1 1 0,-1-1 0,1 0 0,-1-1 0,-4 2 0,5-2 0,1 0 0,-1 1 0,0-1 0,1 0 0,-1 1 0,1-1 0,-1 1 0,0 0 0,1-1 0,0 1 0,-1 0 0,1 0 0,-1 0 0,1 0 0,0 0 0,0 0 0,-1 0 0,1 1 0,0-1 0,0 0 0,0 1 0,0-1 0,1 1 0,-1-1 0,0 1 0,1-1 0,-2 3 0,1 10 0,1 0 0,0 0 0,1 1 0,3 19 0,1 15 0,-4-36 0,-1-8 0,1 0 0,-1 0 0,1 0 0,-1 0 0,-1 0 0,1 0 0,-1 0 0,0 0 0,0-1 0,0 1 0,-3 6 0,0-11 0,1-8 0,0-9 0,1-221 0,2 212 0,2-24 0,12-78 0,-10 110 0,0-1 0,1 1 0,1 0 0,0 0 0,1 0 0,2 1 0,12-22 0,-18 35 0,0 0 0,1 0 0,-1 0 0,1 0 0,0 0 0,-1 1 0,2 0 0,-1 0 0,0 0 0,1 0 0,-1 0 0,1 1 0,0 0 0,6-2 0,-9 4 0,1-1 0,-1 1 0,0 0 0,1 0 0,-1 0 0,0 0 0,0 0 0,1 0 0,-1 1 0,0-1 0,0 1 0,1-1 0,-1 1 0,0 0 0,0 0 0,0 0 0,0 0 0,0 1 0,0-1 0,0 0 0,-1 1 0,1-1 0,0 1 0,-1 0 0,1-1 0,-1 1 0,1 0 0,-1 0 0,0 0 0,0 0 0,0 0 0,0 0 0,1 4 0,0 3 0,1 0 0,-1 0 0,0 0 0,-1 0 0,0 0 0,-1 0 0,0 0 0,0 1 0,-1-1 0,0 0 0,-4 16 0,-3 2 0,0-1 0,-20 43 0,12-38 0,-2-1 0,-1-1 0,-27 32 0,36-48 0,8-11 0,0 1 0,0-1 0,1 1 0,-1 0 0,0 0 0,1 0 0,0-1 0,0 1 0,-1 1 0,2-1 0,-1 0 0,0 0 0,1 0 0,-1 0 0,1 1 0,0-1 0,0 0 0,1 4 0,0-2 0,1-1 0,0 1 0,-1-1 0,2 0 0,-1 0 0,0 0 0,1 0 0,0 0 0,0-1 0,0 1 0,7 5 0,183 158-1365,-173-149-5461</inkml:trace>
</inkml:ink>
</file>

<file path=ppt/ink/ink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0.876"/>
    </inkml:context>
    <inkml:brush xml:id="br0">
      <inkml:brushProperty name="width" value="0.05" units="cm"/>
      <inkml:brushProperty name="height" value="0.05" units="cm"/>
      <inkml:brushProperty name="color" value="#FFFFFF"/>
    </inkml:brush>
  </inkml:definitions>
  <inkml:trace contextRef="#ctx0" brushRef="#br0">30 305 24575,'-1'-25'0,"-3"22"0,-3 15 0,4-3 0,0 0 0,0 1 0,0-1 0,1 1 0,1-1 0,0 1 0,0 0 0,1 15 0,0-21 0,1-1 0,0 1 0,0 0 0,0-1 0,0 1 0,0-1 0,1 1 0,-1-1 0,1 0 0,0 0 0,0 0 0,0 0 0,1 0 0,-1 0 0,1 0 0,0-1 0,-1 1 0,1-1 0,0 0 0,0 0 0,1 0 0,-1 0 0,0 0 0,1-1 0,6 3 0,-8-3 0,1 0 0,0 0 0,0-1 0,0 1 0,0 0 0,0-1 0,0 0 0,0 1 0,0-1 0,0-1 0,0 1 0,0 0 0,0-1 0,0 1 0,0-1 0,0 0 0,0 0 0,0 0 0,0 0 0,0-1 0,-1 1 0,1-1 0,-1 0 0,1 0 0,-1 0 0,0 0 0,1 0 0,-1 0 0,0 0 0,-1-1 0,1 1 0,0-1 0,-1 1 0,1-1 0,-1 0 0,0 0 0,0 0 0,0 0 0,0 0 0,0 1 0,-1-1 0,1-1 0,-1 1 0,0 0 0,0 0 0,0-5 0,-1-4 0,-1 0 0,0 0 0,-1 0 0,0 0 0,-1 1 0,-7-19 0,-3 1 0,-21-34 0,33 60 0,0 0 0,0-1 0,-1 1 0,1 0 0,-1 1 0,1-1 0,-5-3 0,3 5 0,6 6 0,6 6 0,-4-7 0,0-1 0,1 0 0,0 0 0,-1-1 0,1 1 0,0-1 0,0 0 0,0-1 0,0 1 0,1-1 0,-1 0 0,11 1 0,-4-2 0,0 0 0,0 0 0,0-1 0,21-5 0,-32 6 0,-1 0 0,1 0 0,0 0 0,0 0 0,0 0 0,0 0 0,0 0 0,-1 0 0,1 0 0,0 0 0,0 0 0,0 1 0,0-1 0,-1 0 0,1 0 0,0 1 0,0-1 0,-1 1 0,1-1 0,0 1 0,0-1 0,-1 1 0,1 0 0,-1-1 0,1 1 0,0-1 0,-1 1 0,0 0 0,1 0 0,-1-1 0,1 1 0,-1 0 0,0 0 0,1 0 0,-1-1 0,0 1 0,0 0 0,0 0 0,0 0 0,0 0 0,0 0 0,0-1 0,0 1 0,0 0 0,0 1 0,0 8 0,-1-1 0,0 1 0,-3 11 0,2-11 0,2-3 0,-3 12 0,0-1 0,2 0 0,0 1 0,3 23 0,-1-37 0,-1-1 0,1 1 0,1-1 0,-1 1 0,0-1 0,1 0 0,0 0 0,0 0 0,5 8 0,-5-10 0,0 0 0,1 0 0,-1 0 0,0 0 0,1 0 0,-1 0 0,1 0 0,-1-1 0,1 1 0,0-1 0,0 0 0,0 0 0,-1 0 0,1 0 0,0-1 0,4 1 0,0 0 0,-1 0 0,1-1 0,-1 0 0,1 0 0,-1-1 0,0 1 0,1-1 0,-1-1 0,0 1 0,0-1 0,0-1 0,0 1 0,0-1 0,6-3 0,-5 1 0,-1 0 0,1 0 0,-1 0 0,-1-1 0,1 0 0,-1 0 0,0-1 0,0 1 0,7-15 0,-4 4 0,-1 1 0,-1-1 0,-1 0 0,0-1 0,-1 1 0,-1-1 0,-1 0 0,0 0 0,-1-24 0,-2 73 0,0-18 0,1 0 0,0 1 0,1-1 0,0 0 0,1 0 0,1 0 0,0 0 0,0 0 0,7 15 0,-7-23 0,0 1 0,1-1 0,-1 0 0,1 0 0,0 0 0,1 0 0,-1-1 0,1 1 0,0-1 0,0 0 0,9 5 0,-12-8 0,1 0 0,-1 0 0,1 0 0,-1 0 0,1 0 0,0-1 0,-1 1 0,1-1 0,0 0 0,-1 0 0,1 0 0,0 0 0,-1 0 0,1 0 0,0-1 0,-1 1 0,1-1 0,-1 0 0,1 0 0,-1 0 0,1 0 0,-1 0 0,1 0 0,-1-1 0,0 1 0,0-1 0,0 0 0,0 1 0,4-5 0,1-3 0,0 0 0,0-1 0,-1 0 0,-1 0 0,1 0 0,-1 0 0,6-22 0,-1-4 0,6-39 0,-8 26 0,-3 0 0,-1-58 0,-6 98 0,-2 20 0,-3 23 0,-2 221-1099,9-246 833,0 16-6560</inkml:trace>
</inkml:ink>
</file>

<file path=ppt/ink/ink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1.158"/>
    </inkml:context>
    <inkml:brush xml:id="br0">
      <inkml:brushProperty name="width" value="0.05" units="cm"/>
      <inkml:brushProperty name="height" value="0.05" units="cm"/>
      <inkml:brushProperty name="color" value="#FFFFFF"/>
    </inkml:brush>
  </inkml:definitions>
  <inkml:trace contextRef="#ctx0" brushRef="#br0">1 287 24575,'0'-2'0,"0"0"0,1 0 0,-1 0 0,1 0 0,-1 0 0,1 0 0,0 0 0,0 0 0,0 1 0,0-1 0,0 0 0,0 0 0,1 1 0,-1-1 0,0 1 0,1-1 0,-1 1 0,1-1 0,0 1 0,0 0 0,2-2 0,7-2 0,-1-1 0,20-6 0,-11 5 0,10-6 0,-2 0 0,31-21 0,-49 28 0,1-1 0,-1 0 0,0 0 0,-1-1 0,0-1 0,0 1 0,-1-1 0,0 0 0,6-12 0,-12 19 0,1 0 0,-1-1 0,-1 1 0,1 0 0,0-1 0,-1 1 0,1-1 0,-1 0 0,0 1 0,1-1 0,-1 1 0,0-1 0,-1 1 0,1-1 0,0 1 0,-1-1 0,-1-4 0,1 6 0,1 0 0,-1 0 0,0 0 0,1 0 0,-1 0 0,0 0 0,0 0 0,0 0 0,0 0 0,0 0 0,0 0 0,0 1 0,0-1 0,0 0 0,-1 1 0,1-1 0,0 1 0,0-1 0,0 1 0,-1 0 0,1-1 0,0 1 0,-1 0 0,1 0 0,0 0 0,-1 0 0,1 0 0,0 0 0,0 0 0,-1 0 0,1 1 0,0-1 0,-1 1 0,1-1 0,-2 2 0,-3 0 15,1 1 0,-1 0 0,1 0 0,0 0-1,0 1 1,0-1 0,0 1 0,0 1 0,1-1 0,0 0-1,0 1 1,0 0 0,1 0 0,-1 0 0,1 1 0,1-1 0,-1 1-1,1 0 1,0-1 0,0 1 0,0 0 0,-1 9 0,2-4-147,-1-1 1,2 1 0,-1 0-1,1-1 1,1 1 0,0-1 0,0 1-1,1-1 1,1 1 0,-1-1 0,2 0-1,5 12 1,1-2-6695</inkml:trace>
</inkml:ink>
</file>

<file path=ppt/ink/ink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1.484"/>
    </inkml:context>
    <inkml:brush xml:id="br0">
      <inkml:brushProperty name="width" value="0.05" units="cm"/>
      <inkml:brushProperty name="height" value="0.05" units="cm"/>
      <inkml:brushProperty name="color" value="#FFFFFF"/>
    </inkml:brush>
  </inkml:definitions>
  <inkml:trace contextRef="#ctx0" brushRef="#br0">47 188 24575,'-11'-14'0,"10"12"0,-1 0 0,0-1 0,1 1 0,-1 0 0,0 0 0,-1 0 0,1 0 0,0 0 0,0 1 0,-5-3 0,6 4 0,1-1 0,0 1 0,0 0 0,-1 0 0,1 0 0,0 0 0,0 0 0,-1 0 0,1 0 0,0 0 0,0 0 0,-1 0 0,1 0 0,0 0 0,0 0 0,-1 0 0,1 0 0,0 0 0,0 0 0,-1 0 0,1 0 0,0 1 0,0-1 0,-1 0 0,1 0 0,0 0 0,0 0 0,0 0 0,-1 1 0,1-1 0,0 0 0,0 0 0,0 0 0,0 1 0,-1-1 0,1 0 0,0 1 0,-1 12 0,7 15 0,86 229 0,-92-257 0,0 0 0,0 0 0,0-1 0,0 1 0,0 0 0,0 0 0,0 0 0,0 0 0,0 0 0,0 0 0,0 0 0,0 0 0,0 0 0,0 0 0,0 0 0,0 0 0,1 0 0,-1 0 0,0 0 0,0 0 0,0 0 0,0 0 0,0 0 0,0-1 0,0 1 0,0 0 0,0 0 0,0 0 0,0 0 0,0 0 0,0 0 0,0 0 0,0 0 0,1 0 0,-1 0 0,0 0 0,0 0 0,0 0 0,0 0 0,0 0 0,0 1 0,0-1 0,0 0 0,0 0 0,0 0 0,0 0 0,0 0 0,0 0 0,0 0 0,0 0 0,1 0 0,-1 0 0,0 0 0,0 0 0,0 0 0,0 0 0,0 0 0,0 0 0,0 0 0,0 0 0,0 0 0,0 0 0,0 1 0,0-1 0,0 0 0,0 0 0,0 0 0,3-10 0,1-19 0,-3 21 0,5-35 0,2 1 0,21-63 0,-21 84 0,0 1 0,1 0 0,1 0 0,1 1 0,0 1 0,26-33 0,-36 51 1,5-7 84,1 0 0,0 0 0,7-5 1,-12 10-161,-1 1 1,1 0 0,-1 0 0,1 0 0,-1 0-1,1 1 1,0-1 0,-1 0 0,1 1 0,0-1-1,0 1 1,-1-1 0,1 1 0,0 0 0,0 0-1,0 0 1,0 0 0,-1 0 0,1 0 0,0 0-1,0 1 1,3 0 0,8 9-6752</inkml:trace>
</inkml:ink>
</file>

<file path=ppt/ink/ink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7.244"/>
    </inkml:context>
    <inkml:brush xml:id="br0">
      <inkml:brushProperty name="width" value="0.05" units="cm"/>
      <inkml:brushProperty name="height" value="0.05" units="cm"/>
      <inkml:brushProperty name="color" value="#FFFFFF"/>
    </inkml:brush>
  </inkml:definitions>
  <inkml:trace contextRef="#ctx0" brushRef="#br0">1437 936 24575,'-3'-1'0,"0"0"0,0 0 0,0-1 0,1 1 0,-1 0 0,0-1 0,1 0 0,-1 0 0,1 0 0,0 0 0,-3-2 0,-4-4 0,-309-211 0,-17 24 0,196 116 0,-8-7 0,3-6 0,-145-122 0,275 200-1365,6 6-5461</inkml:trace>
</inkml:ink>
</file>

<file path=ppt/ink/ink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7.590"/>
    </inkml:context>
    <inkml:brush xml:id="br0">
      <inkml:brushProperty name="width" value="0.05" units="cm"/>
      <inkml:brushProperty name="height" value="0.05" units="cm"/>
      <inkml:brushProperty name="color" value="#FFFFFF"/>
    </inkml:brush>
  </inkml:definitions>
  <inkml:trace contextRef="#ctx0" brushRef="#br0">339 0 24575,'-2'0'0,"0"1"0,-1-1 0,1 1 0,0 0 0,-1 0 0,1 0 0,0 0 0,0 0 0,0 0 0,-2 2 0,-10 5 0,-16 5 0,0 0 0,0-2 0,-2-2 0,1-1 0,-62 8 0,89-16 0,0 0 0,0-1 0,-1 1 0,1-1 0,0 0 0,0 0 0,-7-4 0,10 5 0,0 0 0,1 0 0,-1 0 0,0-1 0,1 1 0,-1 0 0,1-1 0,-1 1 0,1 0 0,-1-1 0,1 1 0,-1-1 0,1 1 0,-1-1 0,1 1 0,-1-1 0,1 1 0,-1-1 0,1 1 0,0-1 0,0 1 0,-1-1 0,1 0 0,0 1 0,0-1 0,0 0 0,-1 1 0,1-1 0,0 0 0,0 1 0,0-1 0,0 0 0,0 1 0,0-1 0,1 0 0,-1 1 0,0-1 0,0 0 0,0 1 0,0-1 0,1 0 0,-1 1 0,0-1 0,1 1 0,-1-1 0,1 1 0,-1-1 0,0 1 0,1-1 0,-1 1 0,1-1 0,-1 1 0,1-1 0,0 1 0,-1 0 0,1-1 0,0 1 0,2-2 0,0 0 0,0 0 0,0 1 0,0 0 0,1-1 0,-1 1 0,0 0 0,1 0 0,-1 1 0,1-1 0,-1 1 0,1 0 0,-1 0 0,1 0 0,-1 0 0,1 0 0,-1 1 0,0 0 0,1-1 0,-1 1 0,0 0 0,1 1 0,4 2 0,3 1 0,-1 0 0,-1 1 0,1 1 0,-1-1 0,17 17 0,-13-9-273,0 1 0,-1 1 0,-1 0 0,15 28 0,-7-9-6553</inkml:trace>
</inkml:ink>
</file>

<file path=ppt/ink/ink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8.204"/>
    </inkml:context>
    <inkml:brush xml:id="br0">
      <inkml:brushProperty name="width" value="0.05" units="cm"/>
      <inkml:brushProperty name="height" value="0.05" units="cm"/>
      <inkml:brushProperty name="color" value="#FFFFFF"/>
    </inkml:brush>
  </inkml:definitions>
  <inkml:trace contextRef="#ctx0" brushRef="#br0">0 1088 24575,'2'-1'0,"0"0"0,0-1 0,0 1 0,0 0 0,-1-1 0,1 0 0,0 1 0,-1-1 0,0 0 0,1 0 0,-1 0 0,2-4 0,5-5 0,324-343 0,-216 235 0,313-341 0,-402 428 0,-9 10 0,1 2 0,28-25 0,-84 85-1365,25-28-5461</inkml:trace>
</inkml:ink>
</file>

<file path=ppt/ink/ink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8.693"/>
    </inkml:context>
    <inkml:brush xml:id="br0">
      <inkml:brushProperty name="width" value="0.05" units="cm"/>
      <inkml:brushProperty name="height" value="0.05" units="cm"/>
      <inkml:brushProperty name="color" value="#FFFFFF"/>
    </inkml:brush>
  </inkml:definitions>
  <inkml:trace contextRef="#ctx0" brushRef="#br0">11 144 24575,'-5'-28'0,"-1"-7"0,6 34 0,0 0 0,1 0 0,-1 0 0,0 0 0,0-1 0,0 1 0,1 0 0,-1 0 0,0 0 0,1 0 0,0 0 0,-1 0 0,1 0 0,-1 0 0,1 0 0,0 0 0,0 0 0,-1 0 0,1 0 0,0 1 0,0-1 0,0 0 0,0 1 0,2-2 0,11-3 0,1 0 0,0 0 0,1 2 0,-1 0 0,27-2 0,-15 2 0,187-23 0,-198 26 0,-16 0 0,0 0 0,0 0 0,1 0 0,-1 0 0,0 0 0,0 0 0,0 0 0,0 0 0,0 0 0,0 0 0,0 0 0,1 1 0,-1-1 0,0 0 0,0 0 0,0 0 0,0 0 0,0 0 0,0 0 0,0 0 0,0 1 0,0-1 0,0 0 0,0 0 0,0 0 0,0 0 0,1 0 0,-1 0 0,0 1 0,0-1 0,0 0 0,0 0 0,0 0 0,0 0 0,0 0 0,-1 1 0,1-1 0,0 0 0,0 0 0,0 0 0,0 0 0,0 0 0,0 0 0,0 1 0,0-1 0,-19 18 0,5-7 0,8-4 0,1 0 0,0 0 0,0 1 0,0-1 0,1 1 0,0 0 0,0 0 0,1 0 0,0 1 0,-2 10 0,0 11 0,-4 51 0,3-21 0,-3 22-1365,5-66-5461</inkml:trace>
</inkml:ink>
</file>

<file path=ppt/ink/ink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9.347"/>
    </inkml:context>
    <inkml:brush xml:id="br0">
      <inkml:brushProperty name="width" value="0.05" units="cm"/>
      <inkml:brushProperty name="height" value="0.05" units="cm"/>
      <inkml:brushProperty name="color" value="#FFFFFF"/>
    </inkml:brush>
  </inkml:definitions>
  <inkml:trace contextRef="#ctx0" brushRef="#br0">1 825 24575,'6'-5'0,"0"0"0,0 1 0,0 0 0,1 0 0,-1 0 0,13-3 0,0-2 0,60-27 27,108-32 0,90-12-297,628-126-2512,14 55 2265,-361 80 545,83-11-1087,-395 39 1868,-245 43-813,33-10 594,-20 2 260,-13 8-817,-1-1 0,0 1 0,0 0 0,0 0 0,1-1 0,-1 1 0,0 0 0,0 0 0,0-1 0,0 1 0,1 0 0,-1-1 0,0 1 0,0 0 0,0-1 0,0 1 0,0 0 0,0-1 1,0 1-1,0 0 0,0-1 0,0 1 0,0 0 0,0-1 0,0 1 0,0 0 0,0 0 0,0-1 0,-1 1 0,1 0 0,0-1 0,0 1 0,0 0 0,-1-1 0,0 0 47,-1-1 0,1 1 1,-1 0-1,0 0 0,1 0 0,-1 0 0,0 0 0,0 0 1,0 0-1,0 1 0,1-1 0,-1 1 0,0-1 0,-3 1 1,-31-3-861,30 3 137,-14-1-6183</inkml:trace>
</inkml:ink>
</file>

<file path=ppt/ink/ink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29.626"/>
    </inkml:context>
    <inkml:brush xml:id="br0">
      <inkml:brushProperty name="width" value="0.05" units="cm"/>
      <inkml:brushProperty name="height" value="0.05" units="cm"/>
      <inkml:brushProperty name="color" value="#FFFFFF"/>
    </inkml:brush>
  </inkml:definitions>
  <inkml:trace contextRef="#ctx0" brushRef="#br0">1 19 24575,'0'-1'0,"1"0"0,-1 0 0,0 0 0,1 0 0,-1 0 0,1 1 0,0-1 0,-1 0 0,1 0 0,-1 1 0,1-1 0,0 0 0,0 1 0,-1-1 0,1 1 0,0-1 0,0 1 0,0-1 0,0 1 0,0 0 0,0-1 0,-1 1 0,1 0 0,0 0 0,0 0 0,0-1 0,2 1 0,28-2 0,15 5 0,0 3 0,-1 2 0,52 14 0,-89-19 0,0-1 0,0 1 0,0 0 0,14 8 0,-21-10 0,0-1 0,1 1 0,-1 0 0,0-1 0,0 1 0,0 0 0,0 0 0,0 0 0,0 0 0,0 0 0,0 0 0,0 0 0,0 0 0,-1 1 0,1-1 0,0 0 0,-1 0 0,1 1 0,-1-1 0,1 0 0,-1 1 0,0-1 0,0 0 0,1 1 0,-1-1 0,0 1 0,0-1 0,0 0 0,0 1 0,-1-1 0,1 1 0,0-1 0,-1 0 0,1 1 0,-1-1 0,1 0 0,-1 0 0,-1 2 0,-2 3-195,0 0 0,-1-1 0,0 0 0,0 0 0,0-1 0,-11 8 0,-15 8-6631</inkml:trace>
</inkml:ink>
</file>

<file path=ppt/ink/ink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30.232"/>
    </inkml:context>
    <inkml:brush xml:id="br0">
      <inkml:brushProperty name="width" value="0.05" units="cm"/>
      <inkml:brushProperty name="height" value="0.05" units="cm"/>
      <inkml:brushProperty name="color" value="#FFFFFF"/>
    </inkml:brush>
  </inkml:definitions>
  <inkml:trace contextRef="#ctx0" brushRef="#br0">0 331 24575,'639'-30'-910,"-437"16"500,710-45-1973,1030-59-4138,-354 47 7161,-1165 53-111,-410 17-193,192-13 4376,-187 10-3416,-28 2-6776</inkml:trace>
</inkml:ink>
</file>

<file path=ppt/ink/ink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30.483"/>
    </inkml:context>
    <inkml:brush xml:id="br0">
      <inkml:brushProperty name="width" value="0.05" units="cm"/>
      <inkml:brushProperty name="height" value="0.05" units="cm"/>
      <inkml:brushProperty name="color" value="#FFFFFF"/>
    </inkml:brush>
  </inkml:definitions>
  <inkml:trace contextRef="#ctx0" brushRef="#br0">0 1 24575,'4'0'0,"3"0"0,7 0 0,5 0 0,2 0 0,3 3 0,4 1 0,1 3 0,-3 3 0,-4 4 0,-7 1 0,-9 3 0,-11 3 0,-18 2 0,-20 0 0,-3-4-8191</inkml:trace>
</inkml:ink>
</file>

<file path=ppt/ink/ink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39.235"/>
    </inkml:context>
    <inkml:brush xml:id="br0">
      <inkml:brushProperty name="width" value="0.05" units="cm"/>
      <inkml:brushProperty name="height" value="0.05" units="cm"/>
      <inkml:brushProperty name="color" value="#FFFFFF"/>
    </inkml:brush>
  </inkml:definitions>
  <inkml:trace contextRef="#ctx0" brushRef="#br0">286 14 24575,'1'0'0,"-1"0"0,1 0 0,0-1 0,-1 1 0,1 0 0,-1-1 0,1 1 0,0-1 0,-1 1 0,1 0 0,-1-1 0,1 0 0,-1 1 0,1-1 0,-1 1 0,0-1 0,1 0 0,4-4 0,-3 13 0,-2 26 0,-1-1 0,-1 1 0,-10 45 0,3-25 0,-81 536 0,-31-4 0,59-395 0,61-189 0,0 0 0,1 0 0,-1 0 0,0 0 0,1 0 0,-1 0 0,1 0 0,0 0 0,-1 0 0,1 0 0,0 0 0,0 0 0,0 0 0,1 0 0,-1 0 0,0 0 0,2 2 0,-1-2 0,0-1 0,0 0 0,1 0 0,-1 1 0,0-1 0,1 0 0,-1-1 0,1 1 0,0 0 0,-1 0 0,1-1 0,-1 1 0,1-1 0,0 1 0,0-1 0,-1 1 0,1-1 0,0 0 0,0 0 0,3 0 0,1138 16-832,-849-17 730,-262 1 120,353-15-1245,-334 8-4821</inkml:trace>
</inkml:ink>
</file>

<file path=ppt/ink/ink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39.426"/>
    </inkml:context>
    <inkml:brush xml:id="br0">
      <inkml:brushProperty name="width" value="0.05" units="cm"/>
      <inkml:brushProperty name="height" value="0.05" units="cm"/>
      <inkml:brushProperty name="color" value="#FFFFFF"/>
    </inkml:brush>
  </inkml:definitions>
  <inkml:trace contextRef="#ctx0" brushRef="#br0">190 140 24575,'-9'-6'0,"-10"-8"0,-11-9 0,-6-2 0,0-1 0,3 1 0,6 5-8191</inkml:trace>
</inkml:ink>
</file>

<file path=ppt/ink/ink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39.707"/>
    </inkml:context>
    <inkml:brush xml:id="br0">
      <inkml:brushProperty name="width" value="0.05" units="cm"/>
      <inkml:brushProperty name="height" value="0.05" units="cm"/>
      <inkml:brushProperty name="color" value="#FFFFFF"/>
    </inkml:brush>
  </inkml:definitions>
  <inkml:trace contextRef="#ctx0" brushRef="#br0">0 166 24575,'537'-103'-545,"5"51"0,-38 42 767,-501 10-218,111 12 40,-103-10-44,-1 0-1,0 0 1,0 2 0,0-1-1,0 1 1,0 1-1,-1-1 1,14 10 0,-20-11 18,0 0 0,1 1 0,-1-1-1,-1 1 1,1 0 0,0 0 0,-1-1 0,0 2 0,0-1 0,0 0 0,0 0 0,-1 1 0,1-1 0,-1 1 0,-1-1 0,2 9 0,-1 8 132,-1 0 1,-4 32 0,2-18-85,-7 818-66,11-524 0,-2-206-1365,0-98-5461</inkml:trace>
</inkml:ink>
</file>

<file path=ppt/ink/ink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40.021"/>
    </inkml:context>
    <inkml:brush xml:id="br0">
      <inkml:brushProperty name="width" value="0.05" units="cm"/>
      <inkml:brushProperty name="height" value="0.05" units="cm"/>
      <inkml:brushProperty name="color" value="#FFFFFF"/>
    </inkml:brush>
  </inkml:definitions>
  <inkml:trace contextRef="#ctx0" brushRef="#br0">93 1 24575,'1'0'0,"-1"0"0,1 0 0,0 1 0,-1-1 0,1 0 0,0 1 0,-1-1 0,1 1 0,0-1 0,-1 1 0,1-1 0,-1 1 0,1-1 0,-1 1 0,1-1 0,-1 1 0,1 0 0,-1-1 0,1 1 0,-1 0 0,0-1 0,0 1 0,1 0 0,-1 0 0,0-1 0,0 1 0,0 0 0,0 1 0,3 27 0,-2-24 0,0 105 0,-23 202 0,5-146 0,-6 177 0,-11 108 0,19-113-1365,15-306-5461</inkml:trace>
</inkml:ink>
</file>

<file path=ppt/ink/ink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40.283"/>
    </inkml:context>
    <inkml:brush xml:id="br0">
      <inkml:brushProperty name="width" value="0.05" units="cm"/>
      <inkml:brushProperty name="height" value="0.05" units="cm"/>
      <inkml:brushProperty name="color" value="#FFFFFF"/>
    </inkml:brush>
  </inkml:definitions>
  <inkml:trace contextRef="#ctx0" brushRef="#br0">9 0 24575,'-1'1'0,"0"-1"0,1 0 0,-1 1 0,1-1 0,-1 1 0,1-1 0,-1 1 0,1-1 0,0 0 0,-1 1 0,1 0 0,0-1 0,-1 1 0,1-1 0,0 1 0,-1-1 0,1 1 0,0 0 0,0-1 0,0 1 0,0-1 0,0 1 0,0 0 0,0-1 0,0 1 0,0 0 0,0-1 0,0 1 0,0-1 0,0 1 0,0 0 0,0-1 0,1 1 0,-1-1 0,0 1 0,0 0 0,1-1 0,-1 1 0,0-1 0,1 1 0,-1-1 0,1 1 0,-1-1 0,1 1 0,-1-1 0,1 0 0,-1 1 0,1-1 0,-1 0 0,1 1 0,-1-1 0,1 0 0,0 0 0,-1 1 0,1-1 0,-1 0 0,2 0 0,5 2 0,0 0 0,0-1 0,15 2 0,279 8 52,-106-5-352,1596 48-3694,-1542-53 3130,-166-5-2221</inkml:trace>
</inkml:ink>
</file>

<file path=ppt/ink/ink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40.466"/>
    </inkml:context>
    <inkml:brush xml:id="br0">
      <inkml:brushProperty name="width" value="0.05" units="cm"/>
      <inkml:brushProperty name="height" value="0.05" units="cm"/>
      <inkml:brushProperty name="color" value="#FFFFFF"/>
    </inkml:brush>
  </inkml:definitions>
  <inkml:trace contextRef="#ctx0" brushRef="#br0">48 66 24575,'-6'-6'0,"-6"-5"0,0-4 0,2-3 0,2 2-8191</inkml:trace>
</inkml:ink>
</file>

<file path=ppt/ink/ink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40.794"/>
    </inkml:context>
    <inkml:brush xml:id="br0">
      <inkml:brushProperty name="width" value="0.05" units="cm"/>
      <inkml:brushProperty name="height" value="0.05" units="cm"/>
      <inkml:brushProperty name="color" value="#FFFFFF"/>
    </inkml:brush>
  </inkml:definitions>
  <inkml:trace contextRef="#ctx0" brushRef="#br0">0 128 24575,'91'-26'-75,"2"4"-1,102-10 1,25 6-537,0 11 0,1 9 0,364 37 0,-362-1 247,-184-22 316,-1 1 0,0 2 0,56 24 0,-85-31 183,-1 1-1,1-1 0,-1 1 1,0 1-1,0-1 1,-1 1-1,1 1 1,8 10-1,-12-12-33,0 0-1,-1 0 1,0 1-1,0-1 1,0 1-1,-1 0 1,0 0-1,0 0 1,0 0-1,-1 0 1,0 0-1,0 1 1,0 10-1,-3 20 81,-1 0 0,-16 70 1,3-24-81,-16 144-100,11 0 0,9 1 0,22 264 0,2-380 0,-5-56 0,0 71 0,-7-124-97,0 0-1,0 0 1,-1-1-1,1 1 1,0 0-1,-1 0 1,0-1-1,0 1 1,0-1-1,0 1 1,0 0-1,0-1 0,-4 4 1,-7 6-6729</inkml:trace>
</inkml:ink>
</file>

<file path=ppt/ink/ink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44:41.838"/>
    </inkml:context>
    <inkml:brush xml:id="br0">
      <inkml:brushProperty name="width" value="0.05" units="cm"/>
      <inkml:brushProperty name="height" value="0.05" units="cm"/>
      <inkml:brushProperty name="color" value="#FFFFFF"/>
    </inkml:brush>
  </inkml:definitions>
  <inkml:trace contextRef="#ctx0" brushRef="#br0">0 252 24575,'1'0'0,"0"1"0,0-1 0,0 1 0,0-1 0,-1 1 0,1-1 0,0 1 0,0-1 0,0 1 0,-1 0 0,1-1 0,0 1 0,-1 0 0,1 0 0,-1-1 0,1 1 0,-1 0 0,1 0 0,-1 0 0,1 1 0,8 20 0,-9-22 0,18 67 0,-14-50 0,0 1 0,2-1 0,13 31 0,-18-46 0,0-1 0,0 1 0,0 0 0,0-1 0,0 1 0,1-1 0,-1 0 0,0 1 0,1-1 0,-1 0 0,1 0 0,-1 0 0,1 0 0,0 0 0,-1 0 0,1 0 0,0-1 0,0 1 0,0-1 0,0 1 0,-1-1 0,1 0 0,0 0 0,0 0 0,0 0 0,0 0 0,0 0 0,0 0 0,0 0 0,-1-1 0,1 1 0,0-1 0,0 1 0,0-1 0,-1 0 0,4-2 0,7-3 0,0-1 0,0-1 0,0 0 0,10-10 0,-9 8 0,518-364-1365,-458 332-5461</inkml:trace>
</inkml:ink>
</file>

<file path=ppt/ink/ink804.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6-01-26T10:05:14.689"/>
    </inkml:context>
    <inkml:brush xml:id="br0">
      <inkml:brushProperty name="width" value="0.05292" units="cm"/>
      <inkml:brushProperty name="height" value="0.05292" units="cm"/>
      <inkml:brushProperty name="color" value="#FFFF00"/>
    </inkml:brush>
  </inkml:definitions>
  <inkml:trace contextRef="#ctx0" brushRef="#br0">6944 9443 0,'-14'0'32,"1"53"61,0-27-77,-27 146 0,14-79-1,12-41-15,1-12 16,-13 79-1,13-106 1,13 27 0,52-53 15,-25 13-15,-14-13-16,80 13 15,-54 0 1,1 0-16,106 13 15,-120 0 1,93-13 0,-92 0-1,65-26 1,-65 26 0,25-27-1,-52 1 16,0-1-15,-13-39 0,13 0-1,0-119 1,13 132 0,14-93-1,-27 120 1,13-14-1,-13 27 1,-26 13 15,-1 0-15,1 0-16,-80 13 16,53 1-16,-159 12 31,186-26-16,-27 0 1</inkml:trace>
  <inkml:trace contextRef="#ctx0" brushRef="#br0" timeOffset="285.48">7089 9443 0,'-13'26'62,"0"-13"-46,-1 14-16,-12 39 15,13-40-15,-14 1 16,-26 65 0,40-92-1</inkml:trace>
  <inkml:trace contextRef="#ctx0" brushRef="#br0" timeOffset="506.19">7208 9416 0,'0'0'16,"-13"13"-1,0 1 1,-67 78-1,1 54 17,66-93-17,-1-14 1</inkml:trace>
  <inkml:trace contextRef="#ctx0" brushRef="#br0" timeOffset="712.69">7287 9522 0,'0'0'0,"-39"53"16,25-27-16,-65 93 31,53-66-15,-14 13-1,53-66 1</inkml:trace>
  <inkml:trace contextRef="#ctx0" brushRef="#br0" timeOffset="897.17">7314 9694 0,'0'0'0,"0"26"16,-40 80-1,-52 79 17,92-171-17,0 12-15</inkml:trace>
  <inkml:trace contextRef="#ctx0" brushRef="#br0" timeOffset="3977.58">7420 9734 0,'0'-14'125,"0"-65"-94,0 53-31,-14-133 31,14 119-31,67-171 31,78 12 1,80-12-1,53-41 0,39 14 0,-251 199-31,238-107 32,225-39-1,-92 66 0,-278 79-15,-67 27-16,239-40 31,185 0 0,-146 27 1,13 26-1,67 0 0,-172 0-15,158 0 15,-26 13 0,-26 14 0,-305-14-31,239 13 16,-239-12 0,265 38-1,-265-38 1,278 39 0,-277-40-1,316 53 1,-39 13 15,-26 14 0,-265-67-15,172 40 0,-172-52-1,252 52 16,-14 13 1,0-39-1,-238-40-31,212 0 31,-199-13-31,212-27 31,-119 0-15,-145 27 0,65-27-1,-25-13 17,-54 53-17,26-53 16,-39 40-31,40-53 16,-27 53 0,1 0-16,38-40 15,-25 26 17</inkml:trace>
  <inkml:trace contextRef="#ctx0" brushRef="#br0" timeOffset="4428.54">18397 7962 0,'0'0'0,"-13"0"16,26 0 15,-13 13-16,13-13-15,0 0 16,1 0-16,-1 0 16,40-13-1,-27-1 1,27-12 0,-40 26-1,1 0-15,-14-13 16,13 13-1,0 39 17,-13-25-17,13 78 1,-13-65 0,13 52-1,-13-53 1</inkml:trace>
  <inkml:trace contextRef="#ctx0" brushRef="#br0" timeOffset="5261.76">18807 7433 0,'53'-67'31,"-106"134"-31,132-173 16,-65 40 0,-1 26 15,-79 80 0,-14 65 0,67-78-15,0 65 0,26-78-16,40 25 31,-40-25-31,14-14 15,12-27 1,-25-39 15,-41 66 1,-26 79-1,27 14 0,39-80-31,53 27 31,40-53-15</inkml:trace>
  <inkml:trace contextRef="#ctx0" brushRef="#br0" timeOffset="5644.12">19032 7459 0,'0'0'0,"0"-26"16,-13 12-16,13 1 31,13 66 1,0 26-1,0-13 0,0-66 0,40-92 1,-26 65-32,26-52 31,-40 66-31,27 53 31,-40-1-15,0 67 15,13-80-31</inkml:trace>
  <inkml:trace contextRef="#ctx0" brushRef="#br0" timeOffset="6224.68">19468 7472 0,'0'0'15,"13"-26"1,1-27 15,-67 40 0,0 79 1,40 26-1,52-52 0,14-66 0,-13-54 1,-27 80-1,-13 132 0,0-79-15,-13 106 15,-14-132 0,-12-94 1,26-78-1,13 132-31,26-27 31,0 27-15</inkml:trace>
  <inkml:trace contextRef="#ctx0" brushRef="#br0" timeOffset="6471.64">19706 7433 0,'0'0'0,"-13"-14"16,13 1 15,0 79 1,13-53-32,-13 67 31,0-54-31,14-13 15,-14 1 1</inkml:trace>
  <inkml:trace contextRef="#ctx0" brushRef="#br0" timeOffset="6587.03">19733 7208 0,'0'0'31,"0"-27"-31,0 54 16</inkml:trace>
  <inkml:trace contextRef="#ctx0" brushRef="#br0" timeOffset="7284.58">19772 7406 0,'14'13'32,"-1"27"-1,0 53 0,0-27 0,1-53 1,-14-66-1,13 0-15,40-39 15,-27 118 0,1 67 0,-1-27 1,14-40-1,-1-66 0,-25 27-31,39-93 31,-27 80-31,0-53 32,-65 105-1,-27 80 0,105 0 0,-25-93-31,91 13 32,-78-39-32,-14 0 15</inkml:trace>
  <inkml:trace contextRef="#ctx0" brushRef="#br0" timeOffset="12668.45">19336 6626 0,'0'0'0,"-13"0"16,0 0-1,39 0 16,-13 0-15,27 0-16,66 0 16,79 0 15,-172 0-15,0 0-1</inkml:trace>
  <inkml:trace contextRef="#ctx0" brushRef="#br0" timeOffset="12947.47">19495 6507 0,'0'0'0,"0"-13"15,13 13 16,-13 13-15,0 13 0,0 1-16,0-14 15,0 66 1,0-52-16,0-1 16,0 40-1,0-13 16</inkml:trace>
  <inkml:trace contextRef="#ctx0" brushRef="#br0" timeOffset="14144.34">18622 6547 0,'0'0'0,"-27"13"46,-78 93-14,78-80-32,-79 119 31,67-39 0,39-53 0,39-79 1,-25 26-32,78-40 31,40 14 0,-105 26-31,92 0 31,-79 0 1,-27 0-1,-26-14 16,-14-25-16,-52-67 0,13-40 1,52 94-1</inkml:trace>
  <inkml:trace contextRef="#ctx0" brushRef="#br0" timeOffset="26093.79">18291 6110 0,'0'0'16,"13"0"-16,-13-26 15,-39 12 17,25 1-17,-65-13 1,53 26 0,-93 0-1,92 0 1,-12 0-16,-67 26 15,40 40 17,52-52-17,-39 131 1,40-105 0,-13 79-1,-67 211 1,80-264-1,-66 225 1,65-211 0,-52 224-1,53-238 1,-40 172 0,53-185-16,0 92 31,13-105-16,-13-13-15,53 39 16,66-53 15,-92-13-15,158-13 0,-132 13-1,132 0 1,-145 0-1,79 0 1,-93 0-16</inkml:trace>
  <inkml:trace contextRef="#ctx0" brushRef="#br0" timeOffset="27297.78">20182 6084 0,'0'0'0,"-92"-40"32,105 40-1,0 0-16,1 0-15,91 13 16,-39-13 0,-13 13-16,146 1 15,-80-14 1,-80 0-16,81 13 31,-107-13-15,-13 26-1,0 14 1,0-14-16,0 120 31,13-67-15,0-26-16,-13 0 16,13 172-1,1-93 1,-14-66-16,0 0 15,26 199 1,-26-199 0,40 172-1,-40-185-15,39 119 32,-39-132-17,14-1-15,12 54 16,-26-67-1,13 1-15,-13 26 16,14-14 15,-14-26-15,-14-13 0,-39 0 15,1 0-16,25 0-15,-158 0 32,158 0-17,-39 0 1,53 0-16,0 0 16,13-13-1</inkml:trace>
  <inkml:trace contextRef="#ctx0" brushRef="#br0" timeOffset="28260.39">21981 6758 0,'0'0'0,"0"-13"16,0 0-1,0 26 17,-26 40-17,-1 53 1,-52 145 15,66-225-15,-1 54-1,14-107 17,14-12-17,-14 12-15,39-118 16,27-173 15,-52 279-15,12-14-1,-13 66 1,27 79 0,-27-52-16,1 0 15,25 92 1,-26-92-16,40 132 31,-53-159-15,27 27-1,12-133 17,-25 53-17,-1 1-15,40-133 16,-27 79 0,14-13-1,-40 93 1,0 0-1,0 26 17,0 0-17</inkml:trace>
  <inkml:trace contextRef="#ctx0" brushRef="#br0" timeOffset="29161.67">22590 6877 0,'-14'0'47,"1"13"-31,13 1-16,-26 38 15,-14 94 17,40-120-17,26 27 1,-12-39-16,52-41 31,-13-39-15,-27-93 15,-52 106-15,-40 0-1,39 67 17,27-1-17,53 13 1,106 1 15,-1-54 0,-144 27-31,-1-13 16,13-40 0,-92 27 15,-26 79 0,52 52 0,80 1 1,-27-92-32,66 12 31,-52-26-31,92-106 31,-53-119 0,-53 172-31,-13 14 16,0-54 0,-53 54 15,40 39-31,-40 92 31,40-65-15,0 118-1,52 53 17,-12-131-17</inkml:trace>
  <inkml:trace contextRef="#ctx0" brushRef="#br0" timeOffset="29634.3">23330 6930 0,'0'0'0,"-13"-26"16,0 26-1,13 13 17,39 0-1,14 0 0,-39-26-31,12 13 16,27-40-1,-53-52 17,-13 79-17,-1-1-15,-52 1 16,40 13-16,-14 13 16,-26 53-1,53-39-15,0 13 16,39 105-1,0-118 1,80 65 0,-66-79-16,-14-13 15</inkml:trace>
  <inkml:trace contextRef="#ctx0" brushRef="#br0" timeOffset="29912.48">23753 6811 0,'0'-13'0,"0"26"0,-13-13 31,13 13-31,-13 119 32,0-39-17,13 119 1,0-120-1,0-52-15,-27 66 32,1-93-17,-80-40 1,0-144 15</inkml:trace>
  <inkml:trace contextRef="#ctx0" brushRef="#br0" timeOffset="30145.86">23700 6547 0,'0'0'0,"0"-14"16</inkml:trace>
  <inkml:trace contextRef="#ctx0" brushRef="#br0" timeOffset="30725.2">24097 6864 0,'-13'-40'32,"13"27"-32,13 66 0,-26-119 15,13 53-15,-13-27 32,-53 53-1,0 27 0,52 26 0,94-26 1,39 26-1,-66 40 0,-80-27 0,14-66-31,-80-26 32,27-80-1,40 67-16,26 13-15</inkml:trace>
  <inkml:trace contextRef="#ctx0" brushRef="#br0" timeOffset="80993.22">3280 8120 0,'-13'0'31,"26"-13"0,93 0 0,224 0 1,94-27-1,-332 40 0</inkml:trace>
  <inkml:trace contextRef="#ctx0" brushRef="#br0" timeOffset="81317.03">3320 8279 0,'39'0'31,"107"0"0,224-40 1,-145 14-1</inkml:trace>
  <inkml:trace contextRef="#ctx0" brushRef="#br0" timeOffset="100887">15752 4087 0,'0'0'0,"92"-27"16,-65 27-16,251-26 31,171-1 1,-369 27-17,184-13 1,-224 13-1,26 0 1</inkml:trace>
  <inkml:trace contextRef="#ctx0" brushRef="#br0" timeOffset="102579.92">23290 4034 0,'0'0'0,"80"-13"16,184 13-1,-224-14 1,66 14 0,-93 0-1,-26 0 782,0 0-781,-1 0-1</inkml:trace>
  <inkml:trace contextRef="#ctx0" brushRef="#br0" timeOffset="104067.81">25023 4087 0,'53'0'79,"119"-13"-48,-132 13-16,65 0 1,-65 0 15,-80 0-15,-39-14 0,-146 14 15,133 0 0,105 0 0,106 0 1,53 14-1,-146-14-31,27 0 31,-66 0 0,0 0-31,-53 0 32,13 0-1</inkml:trace>
  <inkml:trace contextRef="#ctx0" brushRef="#br0" timeOffset="105409.53">28726 4047 0,'0'0'0,"-13"0"15,-13 0 1,78 0 31,-25 13-32,145 1 1,-132-14 0,79 0-1,-106 0 1,-132 0-1,-199 0 32,265 0-47,-132 0 16,159 0 0,26 0-1,26 0 1,146 0-1,-119 0-15,159 0 32,-173 0-17,-12 0-15,-1 0 16,-158 0 15,106 0-15,-54 0-1,67 0 1,26 0 15,0 0 1,1 0 14,-1 0 1,0 0-15</inkml:trace>
  <inkml:trace contextRef="#ctx0" brushRef="#br0" timeOffset="107175.32">1442 4774 0,'0'0'0,"-14"0"31,28 0 16,-1 0-31,0 0-16,53 0 15,93-26 17,-27 0-1,-119 26-31,14 0 31,-40 0-31,-14 13 16,-105 13-1,79-13 1,-106 27 0,120-40-16,25 13 15,-25-13 1,92-26 15,-27 26-15,93-40-1,-79 40 1,26-13 0,-79 13 15</inkml:trace>
  <inkml:trace contextRef="#ctx0" brushRef="#br0" timeOffset="118677.95">5674 4880 0,'0'0'0,"13"0"15,66-13 1,54 13 0,263-26 15,1 12 0,-344 14-31,40 0 31,-80 0 1</inkml:trace>
  <inkml:trace contextRef="#ctx0" brushRef="#br0" timeOffset="119690.48">9866 4867 0,'0'0'0,"14"0"63,144 0-32,-92 0-31,239 0 31,12-13 1,-264 13-1</inkml:trace>
  <inkml:trace contextRef="#ctx0" brushRef="#br0" timeOffset="120085.29">13226 4946 0,'13'0'31,"-26"0"-31,52 0 0</inkml:trace>
  <inkml:trace contextRef="#ctx0" brushRef="#br0" timeOffset="120209.46">13384 4946 0,'-39'0'0,"145"0"0,-173 0 0,266 0 15,-107 0-15,-12 0 16,277 0 15,-304 0-31,79 0 31,-66 0-15</inkml:trace>
  <inkml:trace contextRef="#ctx0" brushRef="#br0" timeOffset="120885.68">19217 5039 0,'-13'0'16,"26"0"-16,-53-13 16,67 13-1,158-27 1,-93 27 0,305 0-1,-291 0 1,198 13-1,-264-13 1,26 0 0</inkml:trace>
  <inkml:trace contextRef="#ctx0" brushRef="#br0" timeOffset="131814.4">19839 7935 0,'0'0'0,"-14"13"16,41-39 0,211 171 15,331 450 16,251 133-32,-635-596 1,489 291 0,-515-343-1,410 118 1,-450-172 0,264 14-1,-343-27 1,0-13-1,-27 0 79,-13-13-78,0 0-16</inkml:trace>
  <inkml:trace contextRef="#ctx0" brushRef="#br0" timeOffset="132194.13">23767 10091 0,'0'0'0,"-67"-40"31,54 40-31,-13-13 16,52 52 15,-13-12-15,120 92-1,-94-79 1,133 132-1,-185-53 32,-27-93-47,-171 27 32,145-40-32,-146 40 31,172-40-31,1 0 0,-1 14 15</inkml:trace>
</inkml:ink>
</file>

<file path=ppt/ink/ink805.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6-01-26T10:09:58.848"/>
    </inkml:context>
    <inkml:brush xml:id="br0">
      <inkml:brushProperty name="width" value="0.05292" units="cm"/>
      <inkml:brushProperty name="height" value="0.05292" units="cm"/>
      <inkml:brushProperty name="color" value="#FFFF00"/>
    </inkml:brush>
  </inkml:definitions>
  <inkml:trace contextRef="#ctx0" brushRef="#br0">10395 3214 0,'0'26'16,"14"-12"31,12-1-16,1-13-15,131 0-1,-92 0 1,1-13-16,157-1 15,-144 14 1,-14 0-16,93 0 16,-93 0-1,-13 0 1,-53-13 0</inkml:trace>
  <inkml:trace contextRef="#ctx0" brushRef="#br0" timeOffset="633.04">13781 3306 0,'0'0'0,"13"0"32,1 0-32,12 0 15,106-13 1,252-13 15,-331 26-15,92 0-1,-131 0 17,-14-13-17</inkml:trace>
  <inkml:trace contextRef="#ctx0" brushRef="#br0" timeOffset="2321.04">17022 3214 0,'0'0'0,"66"0"16</inkml:trace>
  <inkml:trace contextRef="#ctx0" brushRef="#br0" timeOffset="2368.44">17312 3201 0,'67'0'16</inkml:trace>
  <inkml:trace contextRef="#ctx0" brushRef="#br0" timeOffset="2443.6">17458 3201 0,'13'0'16,"-26"0"-16,39 0 0</inkml:trace>
  <inkml:trace contextRef="#ctx0" brushRef="#br0" timeOffset="2858.65">18384 3280 0,'0'0'0,"26"0"31,1 13-31,131-13 32,147 13-1,-253 1-31,94-1 31,-120-13 0,-52 0-15</inkml:trace>
  <inkml:trace contextRef="#ctx0" brushRef="#br0" timeOffset="3225.22">20196 3333 0,'0'0'16,"132"0"-1,66 0 17,-184 0-1</inkml:trace>
  <inkml:trace contextRef="#ctx0" brushRef="#br0" timeOffset="5362.01">21545 3386 0,'13'0'78,"159"0"-47,-93 0-31,371 0 31,39 0-15,-317 0-16,0 0 16,556 0 15,-676-13-31,41-1 31,-119 1 0,-1 13 1,54 0-1,-14 0-31,0 0 0</inkml:trace>
  <inkml:trace contextRef="#ctx0" brushRef="#br0" timeOffset="11826.79">26094 3267 0,'-39'0'32,"78"0"-32,-92 0 31,133 0 0,224 0 0,159-27-15,-384 27 0,146-13-1,-198 0 1,-1 0-1,-39-1 1</inkml:trace>
  <inkml:trace contextRef="#ctx0" brushRef="#br0" timeOffset="13501.05">17365 2354 0,'-13'-13'16,"13"0"0,-13 13-1,-40 40 16,27 12-15,-1-25 0,-39 158 15,53-145-31,0 118 31,105 1 0,67-106 1,0-146-1,-146 67-31,40-172 31,-80-120 0,14 279-31,-80-14 32,-26 92-1,93-25-31,13-1 0</inkml:trace>
  <inkml:trace contextRef="#ctx0" brushRef="#br0" timeOffset="14594.62">25671 2354 0,'0'-13'31,"-66"13"1,-27 132-1,67 120 0,105-1 0,-39-211-31,132 39 32,13-185-1,-53-198 0,-132 0 0,-185 224 1,-93 147-17</inkml:trace>
  <inkml:trace contextRef="#ctx0" brushRef="#br0" timeOffset="15562.96">27007 2368 0,'0'0'16,"-53"-14"-1,-26 120 16,65-66-15,-12 158 0,26-145-1,79 145 1,-39-145 0,119 80-1,-120-120 1,160 0-1,-146-26-15,145-186 32,-145-92-1,-66 239-15,-119-120-1,79 145 1,-185-26-1,185 53 1,-93 27 0</inkml:trace>
  <inkml:trace contextRef="#ctx0" brushRef="#br0" timeOffset="16799.87">18781 2381 0,'-40'-27'16,"80"54"-16,-226-54 31,160 54-16,-106 92 1,66 119 15,79-132-15,79 79 0,-12-106-1,-27-52 1,171 25-1,-171-65-15,40-26 16,39-213 15,-132 120-15,-13 66-16,-133-185 31,94 237-15,12 1-16,-66 26 15,80 14-15</inkml:trace>
  <inkml:trace contextRef="#ctx0" brushRef="#br0" timeOffset="21097.2">18992 1534 0,'0'0'0,"13"-26"31,1 13-15,-1-14-1,-13 1 1,0-1-1,-53-26 1,-79 106 15,105-26-15,1-1-16,-27 54 16,40-54-1,39 53 1,1-65-16,92-28 31,-67-12-15,15-40-1,-41 26 1,-13-39 0,0 79-1,1 53 16,-1-14-15,27 54 0,-27-80-1,40 27 1</inkml:trace>
  <inkml:trace contextRef="#ctx0" brushRef="#br0" timeOffset="21488.2">19257 1468 0,'0'0'16,"0"-39"-1,13 52 17,0 27-17,27 39 16,-40-53-15,0 1 0,13-54 15,0 14-15,67-93-1,25 40 16,-91 66-15,-1 13-16,13 40 16,-12 13-1,-14-52 1,13 25 0</inkml:trace>
  <inkml:trace contextRef="#ctx0" brushRef="#br0" timeOffset="21798.89">19759 1429 0,'0'-14'15,"0"28"-15,0-41 16,0 67 15,27 66 0,-14-93-15,40 27 0,-40-27-16,40-26 31,-40-1-15,-13-12-16,13-67 15,-13 67 1,0-40-1</inkml:trace>
  <inkml:trace contextRef="#ctx0" brushRef="#br0" timeOffset="22171.76">20116 1230 0,'-39'-53'32,"39"119"-1,0-39-15,13 118-1,-13-105 1,13 66-1,-13-93-15,0 14 32,0-54-1,27 1 0,-27 12-15,13 14-1,0 0-15</inkml:trace>
  <inkml:trace contextRef="#ctx0" brushRef="#br0" timeOffset="23815.3">22563 1402 0,'0'0'0,"-13"0"16,13-13-16,-27-27 16,1 14 15,13 39-16,-14 80 1,-26 12 15,40-78-15,0-14 0,0-53-1,26-145 16,-13 132-15,13 0-16,27-92 16,39 52 15,-66 107-31,1 12 16,12 80-1,-13-66-15,-13-1 16,27 120-1,-27-119 1,0 26 0</inkml:trace>
  <inkml:trace contextRef="#ctx0" brushRef="#br0" timeOffset="24331.79">22523 1429 0,'0'0'0,"-39"-53"16,25 39-1,1 1-15,0-13 16,79 26 15,-39 0-31,12-13 16,80-1 0,-92 14-1,39 0 1,-53-13 15,0 40 0,27 78 1,-27-91-17,0 52 1,-13-53-1,14-13 1,12-53 15,14-26-15,-27 52 0,40-26-1,-40 53-15,14 27 31,-14-14-15,-13 13-16,26 41 16,-12-41-1</inkml:trace>
  <inkml:trace contextRef="#ctx0" brushRef="#br0" timeOffset="24647.96">23264 1349 0,'0'-26'16,"0"52"-16,0-92 16,0 93 15,13 12-15,-13-12-16,27 52 15,-14-66 1,0 1-16,27 25 15,-27-39 1,66-39 0,-26-107 15,-39 106-15,-14 1-1,-14 39 1</inkml:trace>
  <inkml:trace contextRef="#ctx0" brushRef="#br0" timeOffset="25110.73">18595 1720 0,'14'13'16,"171"26"15,172-25 0,0-14 0,-225-14 1</inkml:trace>
  <inkml:trace contextRef="#ctx0" brushRef="#br0" timeOffset="25406.77">22285 1786 0,'0'0'16,"66"0"-16,173 0 31,-173-14-31,278-12 32,-186 0-1,-158 12-31</inkml:trace>
  <inkml:trace contextRef="#ctx0" brushRef="#br0" timeOffset="33257.6">7644 4087 0,'0'0'0,"-13"0"0,13-13 16,13 13 0,80-14-1,-27 1 1,119 13-1,-132-13 1,-26 13-16,39 0 16,-40 0-1,-13 0 1</inkml:trace>
  <inkml:trace contextRef="#ctx0" brushRef="#br0" timeOffset="33727.61">9298 3994 0,'-14'0'31,"28"0"-31,-14 13 31,158-13 1,-105-13-17,159 0 1,-53-13 15,-133 12 0</inkml:trace>
  <inkml:trace contextRef="#ctx0" brushRef="#br0" timeOffset="34625.61">13279 3981 0,'0'0'16,"-14"0"0,81 0 15,197 13 0,120-13 0,-160 0 1,-197 0-32,-1 0 31</inkml:trace>
  <inkml:trace contextRef="#ctx0" brushRef="#br0" timeOffset="36482.46">15831 3545 0,'13'0'16,"1"0"0,-14-14-1,13 14 17,-13 14-17,-40-1 1,1 0 15,39-26 0,13 0-15,0-1 0,0 1-1,0 40 32,-13-14-16</inkml:trace>
  <inkml:trace contextRef="#ctx0" brushRef="#br0" timeOffset="36860.82">15871 3862 0,'0'0'0,"0"-27"31,-13 67 47,-1-13-62,1-1-16,-40 27 16</inkml:trace>
  <inkml:trace contextRef="#ctx0" brushRef="#br0" timeOffset="48558.82">28607 3968 0,'0'-13'32,"-26"13"14,13 13-30,-80 26 0,67-12-1,-94 52 1,94-66 0,13 14-16,-40 26 15,13 13 16,40-40-15,-13 27 0,13-40-16,-13 1 15,13 39 1,0-27 0,13 14 15,-13-27-31,13-13 15,27 26 1,39 1 15,-66-27-15,1 0-16,25 13 16,41 0 15,-14-13 0,13-26 0,1-1 1,-67 14-32,40-27 31,-14 1 0,-25 39-31,-1-13 31,-13-1 1,0-12 30,0-1-31,0 14 1,13 13-17,-13-13 16</inkml:trace>
  <inkml:trace contextRef="#ctx0" brushRef="#br0" timeOffset="49094.35">28528 4325 0,'0'0'0,"0"-13"31,-13 13 1,-40 52-1,-13 15 0,39-1 0,14-66-31,13 13 32,0-26-1</inkml:trace>
  <inkml:trace contextRef="#ctx0" brushRef="#br0" timeOffset="50612.19">28607 4021 0,'0'0'0,"13"-14"31,1 1 1,12-13-1,1 26 0,12-13 0,1-1 1,0 14-1,-14 0 0,1 0 0,-1 0 1,0 14-1,1-14 0,-1 13 0,-12 0-15,12 13 15,-13 1 0,0-1 1,1-12-1,-1 12 0,-13-13 0,0 0 1,13 14-1,0-1 0,1-12 0,-1-1 1,0-13-17</inkml:trace>
  <inkml:trace contextRef="#ctx0" brushRef="#br0" timeOffset="53933.96">29216 4232 0,'13'0'0,"-26"-992"0,39 1997 16,-13-991-1,1-14-15,-14 13 0,13-13 16,40 40 15,-40-27-31,0-13 16,80 26 15,-67-26-31,-13 13 16,14-13-16,39 0 31,-53 0-31,0 0 16,40-13 15,-26 0 0,12-27 0,-12-13 1,-1-13-1,1-13 0,-1 0 0,-26 65-31,13-38 32,-13-41-1,14 53 0,-14 1 0,0 25-31,13 1 32,-13 0-32,26-14 31,14 14 0,-40 0-31,26 13 31,14 0 1,13 13-1,-13 0 0,-14 1 0,-26-1-31,13-13 16,14 53 15,-27-40-31,13 0 0,-13 0 16,13 54 15,1-28-15,-14-25-16,13 25 31,0 41 0,0-41 0,0 27 1,1-13-1,12 0 0,-13-40-31,14 14 31,26 12 1,-40-39-32,0 0 15,27 14 1,-27-14-16,53 13 31,14 0 0,-67-13-31,40 0 32,13-13-1,-13-14 0,-40 27-31,13-13 31,-12 0-31,12-27 32,14 1-1,-14-1 0,1-26 0,12-27 1,-39 80-32,0 0 0,14-40 31,12 0 0,0-13 0,-26 53-31,27-27 32,13-13-1,12 27 0,1-1 0,-13 27 1,0 0-1,13 13 0,-14 14 0,-25-14-31,12 40 32,-13 13-1,-13-53-31,13 40 31,-13 13 0,0-52-31,14 52 32,12-13-1,1 0 0,-14-27 0,26 0 1,41-12-1,-67-14-31,0 0 16,93 13 15,-93-13-31,14-13 15,65-1 17,-65 14-32,52 0 31,53-13 0,-26 13 0,0 0 1,-93 0-32,27 0 31,0 13 0,-1 1 0,14 39 1,-53-40-32,53 66 31,0 0 0,-40-65-31,27 65 16,-27-66-1,27 67 17,-27-67-32,27 66 15,-40-52 1,39 52 0,-25-66-1,38 93 1,-52-93-1,40 53 1,-27-39 0,1 39-1,25 27 17,-25-67-17,12 53 1,-26-65-1,0 12-15</inkml:trace>
  <inkml:trace contextRef="#ctx0" brushRef="#br0" timeOffset="55579">32509 4748 0,'0'0'0,"13"-26"15,0 12 17,-13 28-1,0-1-15,0 13-1,-13 40 16,13-52-15,0 12 0,-13 0 15,13-12-15,-13 25-1,-14 14 16,14-40-15,0 1 0,-1-1-16,-12 0 31,13-13-15,-40 27-1,-40-14 16,80-13-15,-40 26 0,27-26-1,-14 27 1,27-14 0,-27 0-1,27-13-15,-66 27 31,52-27-15,-39 13 0,26 0-1,14-13 1,-27 27 0,27-27-1,-41 26 16,41-13 1,13-13-17,-1 0 17,14-13-17,-13 0 1,-13 13 15,13 0 0,-1 39 1,1-25-17,0 25 1,13-25-16,0 52 31,13 0 0,-13-53-15,0 27 0,0-14 15,0-13-16,-13 14 1</inkml:trace>
  <inkml:trace contextRef="#ctx0" brushRef="#br0" timeOffset="55953.54">31252 5237 0,'-13'-13'32,"26"26"-32,-26 1 31,26 52 0,1 39 0,-14-91-31,0 39 32,0-40-32</inkml:trace>
  <inkml:trace contextRef="#ctx0" brushRef="#br0" timeOffset="56804.03">31028 5237 0,'13'0'16,"-26"0"-16,26-13 47,-26 13-32,-40-13 16,-66 0 1,26 13-1,27 0 0,-27 13 0,1 0 1,12 0-1,1 1 0,-14-1 0,1 0 1,79 0-32,-53 0 31,52-13-31,-65 14 31,-27-14 0,27-27 1,-1-12-1,14 25 0,66 1 0</inkml:trace>
  <inkml:trace contextRef="#ctx0" brushRef="#br0" timeOffset="57062.41">29679 5303 0,'13'53'31,"-26"-106"-31,26 186 32,-13-54-1,0-39 0</inkml:trace>
  <inkml:trace contextRef="#ctx0" brushRef="#br0" timeOffset="57374.2">29520 5330 0,'0'13'63,"13"40"-32,-13-40-31,0 53 31,0-13 1,0-40-32</inkml:trace>
  <inkml:trace contextRef="#ctx0" brushRef="#br0" timeOffset="58017.53">29493 5317 0,'0'-27'31,"0"54"-31,14-107 31,-14 67-31,0 0 0,0 0 16,-14-40 15,-39 0 0,-26-27 1,-66 14-1,65 27 0,27-1 0,-13-13 1,-13-39-1,26 12 0,40 1 0,13 39-15,0 14 15</inkml:trace>
  <inkml:trace contextRef="#ctx0" brushRef="#br0" timeOffset="62516.61">29017 4153 0,'13'0'47,"40"40"-16,-26-27-31,65 13 32,80-13-1,-132-13-31,79 0 31,-40 0 0,-65 0 1,-14-13 15,-27 13-1,-132 0-14,14 0-1,92 0-15,27-13 15,39 13 31,93 26-30,-67-26-32,146 40 31,-92-13 0,-80-27 0,-105-27 1,65 27-32,-158-13 31,66 13 0,106 0 0,79-13 1,13 13-17,14-14 16,-106 14 1,-120 27-1,107-14-31,-40-13 31,158-13 0,27 0 1,-79 26-1,-53 0-15,-40 14 15,40-27 0,26 0 78,0 0-77</inkml:trace>
  <inkml:trace contextRef="#ctx0" brushRef="#br0" timeOffset="64161.01">29652 4298 0,'13'0'31,"1"0"0,38-26 0,1-14 1,27-39-1,-27-27 0,-14-13 0,-12 26 1,-14 41-1,-13 38-31,0-12 31,13-27 0,14 40 1,-1 0-1,-13 13-31,27 26 31,-27-26-31,14 13 16,-14 0-16,27 27 15,-27-27 1,-13 1-16,13 25 16,0 14 15,-13-26-16,13 26 1,-13-40 0,0 40-1,0 0 17,0-1-1,0-38-16,0 25 1,14-25 0,-1 12-1,-13-13 1,26 27 0,1 0 15,-27-27-16,39 0 1,-39 0 0,40 0-1,-27-13 1,14 14 0,-14-14 15,-13-14 125,0 1 78</inkml:trace>
  <inkml:trace contextRef="#ctx0" brushRef="#br0" timeOffset="64522.19">30406 4325 0</inkml:trace>
  <inkml:trace contextRef="#ctx0" brushRef="#br0" timeOffset="65000.11">30366 4338 0,'13'13'31,"40"-13"1,66 0-1,-92 0-31,39-13 31</inkml:trace>
  <inkml:trace contextRef="#ctx0" brushRef="#br0" timeOffset="74379.56">873 4933 0,'0'-13'31,"0"0"32,-53 13-32,-13 53 0,13 13 0,27 13 1,26 14-1,0-67-31,13 80 31,-13-93-15,26 66-1,14 1 17,0-27-1,12-27 0,1 1 0,13-14 1,-26-40-1,-27 27-31,27-26 31,-13-53 0,-27-1 1,0-26-1,-27 1 0,1 25 0,26 67-31,-40-53 32,0 13-1,14 27 0,-1 12 0,14 14-31,0 0 32,13 14-1,0-1 0</inkml:trace>
  <inkml:trace contextRef="#ctx0" brushRef="#br0" timeOffset="78930.7">4960 5581 0,'13'0'93,"13"13"-61,1-13-1,-40 0 16,-54 14-16,41-1-15,52-13 15,-12 0-31,65-13 31,-66-1-31</inkml:trace>
  <inkml:trace contextRef="#ctx0" brushRef="#br0" timeOffset="80912.1">1190 5647 0,'-13'0'32,"-13"13"-1,26 1 0,53-14 32,132 0-32,-132 0-31,211-27 31,40 1 0,-251 26-31,-26-13 16,65 13 0,-92-14 77</inkml:trace>
  <inkml:trace contextRef="#ctx0" brushRef="#br0" timeOffset="83737.35">5237 5634 0,'27'0'47,"39"0"-16,-53-13-31,14 13 31,-41 0 0,-52 13 1,27-13-1,65-13 16,1 0-16,-14 13-31,0 0 16</inkml:trace>
  <inkml:trace contextRef="#ctx0" brushRef="#br0" timeOffset="87954.36">2394 5674 0,'-13'0'16,"-1"0"15,28 0 16,12 0-16,-13 0 1,-26 0-17,-27 13 17,27-13-1,26 13 0,27-13 0</inkml:trace>
  <inkml:trace contextRef="#ctx0" brushRef="#br0" timeOffset="89238.14">6534 5634 0,'0'13'31,"13"-13"0,26 0 0,-12 0-15,39 0 0,-53 0-1,27 0 1,-27 0-1,-39-13 17,12 13-17,-65 13 1,66-13 0,-40 13-1,40-13 1,26 0-1,27 0 17,-27 0-17,27-13 1,-27 13 0</inkml:trace>
  <inkml:trace contextRef="#ctx0" brushRef="#br0" timeOffset="96096.14">10938 5634 0,'13'13'31,"27"0"0,-27-13-31,53 0 32,0-13-1,-66 13 0,-79 13 0,13 14 1,66-27-1,13 0-31,79-13 31,-12-1 0,-67 14-15</inkml:trace>
  <inkml:trace contextRef="#ctx0" brushRef="#br0" timeOffset="97253.19">17207 5621 0,'26'0'31,"67"0"0,-54 0 1,-65 0 14,-40 13-14,79-13-1,93-26-15</inkml:trace>
  <inkml:trace contextRef="#ctx0" brushRef="#br0" timeOffset="98772.96">11797 5660 0,'0'0'0,"-13"0"15,40 14 32,-1-14-47,159 13 31,172-13 1,-291 0-32,120 0 31,-160 0-31,0-13 16</inkml:trace>
  <inkml:trace contextRef="#ctx0" brushRef="#br0" timeOffset="100157.08">18212 5647 0,'0'53'62,"0"-40"-46,0 93 0,0-79-1,0 78 1,13-91-1</inkml:trace>
  <inkml:trace contextRef="#ctx0" brushRef="#br0" timeOffset="100599.69">18185 5647 0,'0'-13'15,"0"26"-15,-13-39 32,-13 52-1,-14 40 0,0-26 0,54-66 1,38-41-1,1 28 0,-53 52-15,14 66-1,-1-52-15,-13 39 16</inkml:trace>
  <inkml:trace contextRef="#ctx0" brushRef="#br0" timeOffset="102767.17">12895 5647 0,'13'0'15,"1"0"17,105 0-1,251 0 0,159 13 0,-79 1 1,-384-14-32,106 0 31,-133 0 0</inkml:trace>
  <inkml:trace contextRef="#ctx0" brushRef="#br0" timeOffset="104522.56">19124 5608 0,'14'13'16,"39"-13"15,-27 13-31,-13-13 16,40 0-1,-13 0 17,-40-13-17,-13 13-15,-27 0 16,13 0-1,1 0-15,-27 13 32,66-13 15,40 0-16</inkml:trace>
  <inkml:trace contextRef="#ctx0" brushRef="#br0" timeOffset="107763.18">15395 5660 0,'0'14'78,"79"-14"-47,-52 0-31,158-14 31,-93 1 1,-92 0 30</inkml:trace>
  <inkml:trace contextRef="#ctx0" brushRef="#br0" timeOffset="108917.16">21743 5621 0,'13'0'110,"80"0"-79,66-13 0,-54-1 0,-91 14-15</inkml:trace>
  <inkml:trace contextRef="#ctx0" brushRef="#br0" timeOffset="126720.96">22801 6613 0,'13'0'62,"27"0"-30,145 0-1,40-14 0,-199 1 0,-39 13-31</inkml:trace>
  <inkml:trace contextRef="#ctx0" brushRef="#br0" timeOffset="126919.62">22973 6666 0,'0'0'0,"-13"13"0,26-13 31,93 0 1,13-13-1,-93 13-16</inkml:trace>
  <inkml:trace contextRef="#ctx0" brushRef="#br0" timeOffset="131644.93">7063 6970 0,'0'-27'31,"13"27"1,-13 66-1,0-26-31,0-13 16,0 12-16,0 133 31</inkml:trace>
  <inkml:trace contextRef="#ctx0" brushRef="#br0" timeOffset="132004.39">7063 6930 0,'0'0'0,"13"-53"31,0 66-31,13 27 16,14 53-1,79 65 17,-13-92-1,-66-105 0,-14-146 0,-26 39 1</inkml:trace>
  <inkml:trace contextRef="#ctx0" brushRef="#br0" timeOffset="132629.73">7684 7076 0,'0'0'0,"0"13"32,0-26 14,0-1-14,0-12-1,-40 13 0,27 26-15,-40 66 15,53-66-31,0 67 31,27-54 1,39-92-17,0-26 16,-53 92 16,0 26-31,1 40 15,-14-53-31</inkml:trace>
  <inkml:trace contextRef="#ctx0" brushRef="#br0" timeOffset="133156.95">7962 6917 0,'0'0'0,"0"-13"16,0-1-1,-40 107 16,40-67-15,-26 80 0,26-79-1,0 12 1,13-39 0,0-53-1,0 27 1,27-106-1,0 39 17,-14 146-1,14 53 0,-27-93-15,27 14-1,13-80 17,-40-93-1,-13 93 0,-13 66-15,13 1-16</inkml:trace>
  <inkml:trace contextRef="#ctx0" brushRef="#br0" timeOffset="133505.04">6983 6877 0,'0'0'0,"-92"79"31,78-39-15,54 185-1,-13-159-15,158 132 32,13-131-17</inkml:trace>
  <inkml:trace contextRef="#ctx0" brushRef="#br0" timeOffset="133769.71">8517 6798 0,'0'0'15,"-13"79"1,13-39-16,0 132 31,-26-80-15,12-39-16,-91 53 16</inkml:trace>
  <inkml:trace contextRef="#ctx0" brushRef="#br0" timeOffset="138553.06">7129 8266 0,'13'-27'32,"0"14"-17,-13 26 32,119 0-16,251-26-15,-290 0 0,171 0 15,-198 13 0</inkml:trace>
  <inkml:trace contextRef="#ctx0" brushRef="#br0" timeOffset="139897.04">11744 8266 0,'0'0'0,"14"13"47,-1-13-31,132 0-1,-65 0 1,330 13-1,-291-13 1,251 0 0,-172-13 15,-184 0-31</inkml:trace>
  <inkml:trace contextRef="#ctx0" brushRef="#br0" timeOffset="140539.57">15911 8292 0,'0'0'0,"158"0"31,160 0 0,-133-13 0,-172 13-31</inkml:trace>
  <inkml:trace contextRef="#ctx0" brushRef="#br0" timeOffset="141277.9">19032 8279 0,'0'0'0,"-27"0"15,41 0 16,277 13 1,13-26-1,-251 0 0,-291 13 0,-67 26 1,213-13-1,290-26 0,-132 13-31,212-26 16</inkml:trace>
  <inkml:trace contextRef="#ctx0" brushRef="#br0" timeOffset="148907.99">24335 8358 0,'0'0'0,"14"0"62,52 0 1,-13 0-47,-1 0-16,213-26 15,251-1 16,-225 1 1,-212 13-1,-66 13 16,1 0-47</inkml:trace>
  <inkml:trace contextRef="#ctx0" brushRef="#br0" timeOffset="150517.75">29189 8292 0,'0'0'0,"-13"0"16,0 0 0,-1 0-1,81 0 17,-28 0-17,292 0 1,-225 13-1,13-13-15,185 0 16,-225-13 0,-13 13-16,67-13 15,-107 0 17,-39-1-17</inkml:trace>
  <inkml:trace contextRef="#ctx0" brushRef="#br0" timeOffset="151828.88">5714 9046 0,'13'0'47,"79"0"-16,173-26 1,224-1-1,-436 14-31,66 13 31,-106 0-31,-26 0 31</inkml:trace>
  <inkml:trace contextRef="#ctx0" brushRef="#br0" timeOffset="157375.91">3148 9958 0,'0'0'0,"26"0"63,252-13-32,105-26 0,-184 25 1,-186 14-32,-26 14 47</inkml:trace>
  <inkml:trace contextRef="#ctx0" brushRef="#br0" timeOffset="158080.04">5700 9945 0,'-13'0'15,"26"0"-15,-39 0 32,79 13-1,264 14 0,305-27 0,-199-27-15,-291 14-16,344-26 31,-171-1 0,-292 40-31,0 13 32,-26-13-32</inkml:trace>
  <inkml:trace contextRef="#ctx0" brushRef="#br0" timeOffset="160253.17">15143 9191 0,'0'0'0,"-13"-13"16,-119-40 0</inkml:trace>
  <inkml:trace contextRef="#ctx0" brushRef="#br0" timeOffset="160602.99">14826 9099 0,'-93'0'0,"186"0"0,-278 0 15,92 0-15,-26 13 0,-383 66 32,-80 80-1,489-119-31,-171 198 31,343 53 0,-13-238-31,27-14 16,343 67 0,728-66 15,-437-120-15,67-197 15,-715-80 0,-158 291-31,-516-106 31,-371 106-15</inkml:trace>
  <inkml:trace contextRef="#ctx0" brushRef="#br0" timeOffset="161630.72">18582 9972 0,'0'0'0,"13"0"47,212 0-16,-119 0-31,502 13 31,-422 0-31,501-13 31,-554 0-31,171-13 16,-278 13 0,1-13-1</inkml:trace>
  <inkml:trace contextRef="#ctx0" brushRef="#br0" timeOffset="170939.87">3029 10858 0,'-27'0'31,"54"0"-31,-54 0 31,54 13-31,-1-13 16,596-26 15,158-14 1,-264 13-1,-463 27-31,39-13 31</inkml:trace>
  <inkml:trace contextRef="#ctx0" brushRef="#br0" timeOffset="171550.99">9271 10884 0,'0'0'0,"0"-13"15,0 0 17,27 119-1,-27-54-31,26 186 31,-26 67 0,13-266-31,-13 1 0,0 26 16</inkml:trace>
  <inkml:trace contextRef="#ctx0" brushRef="#br0" timeOffset="171913.64">9284 10924 0,'0'0'0,"0"-27"15,-13 67 17,0-27-17,13 1-15,-40 65 16,14-53 0,26 1-16,-40 26 15,27-27 1,0-26-16</inkml:trace>
  <inkml:trace contextRef="#ctx0" brushRef="#br0" timeOffset="172080.73">9311 10897 0,'13'-13'0,"-26"26"0,39-26 31,14 93 0,-27-41-31,80 107 31</inkml:trace>
  <inkml:trace contextRef="#ctx0" brushRef="#br0" timeOffset="172814.12">13927 11083 0,'0'-40'31,"0"80"-31,-14-80 32,14 53-32,0 106 31,27 159 0,-1-133 0,-26-131-31</inkml:trace>
  <inkml:trace contextRef="#ctx0" brushRef="#br0" timeOffset="173312.67">13702 11135 0,'0'0'0,"26"-13"31,54-53-15,-67 53 0,53-40 15,-53 40-31,0 0 0,54 13 16,-54 13-1,13-13-15,40 53 16,-39-27-16,-14 1 15,0-1-15,14 0 16,-1 41-16</inkml:trace>
</inkml:ink>
</file>

<file path=ppt/ink/ink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4-16T09:27:36.752"/>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1/26/2026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https://pixabay.com/photos/architecture-building-amsterdam-1448221/</a:t>
            </a:r>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4014499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1/26/2026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1/26/2026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cloudfoundry/cli/wiki/V6-CLI-Installation-Guide"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4" Type="http://schemas.openxmlformats.org/officeDocument/2006/relationships/hyperlink" Target="https://code.visualstudio.com/download"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1/helloworld.zip"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customXml" Target="../ink/ink1.xml"/></Relationships>
</file>

<file path=ppt/slides/_rels/slide10.xml.rels><?xml version="1.0" encoding="UTF-8" standalone="yes"?>
<Relationships xmlns="http://schemas.openxmlformats.org/package/2006/relationships"><Relationship Id="rId117" Type="http://schemas.openxmlformats.org/officeDocument/2006/relationships/image" Target="../media/image68.png"/><Relationship Id="rId299" Type="http://schemas.openxmlformats.org/officeDocument/2006/relationships/image" Target="../media/image159.png"/><Relationship Id="rId21" Type="http://schemas.openxmlformats.org/officeDocument/2006/relationships/image" Target="../media/image20.png"/><Relationship Id="rId63" Type="http://schemas.openxmlformats.org/officeDocument/2006/relationships/image" Target="../media/image41.png"/><Relationship Id="rId159" Type="http://schemas.openxmlformats.org/officeDocument/2006/relationships/image" Target="../media/image89.png"/><Relationship Id="rId324" Type="http://schemas.openxmlformats.org/officeDocument/2006/relationships/customXml" Target="../ink/ink163.xml"/><Relationship Id="rId366" Type="http://schemas.openxmlformats.org/officeDocument/2006/relationships/customXml" Target="../ink/ink184.xml"/><Relationship Id="rId170" Type="http://schemas.openxmlformats.org/officeDocument/2006/relationships/customXml" Target="../ink/ink86.xml"/><Relationship Id="rId226" Type="http://schemas.openxmlformats.org/officeDocument/2006/relationships/customXml" Target="../ink/ink114.xml"/><Relationship Id="rId268" Type="http://schemas.openxmlformats.org/officeDocument/2006/relationships/customXml" Target="../ink/ink135.xml"/><Relationship Id="rId32" Type="http://schemas.openxmlformats.org/officeDocument/2006/relationships/customXml" Target="../ink/ink17.xml"/><Relationship Id="rId74" Type="http://schemas.openxmlformats.org/officeDocument/2006/relationships/customXml" Target="../ink/ink38.xml"/><Relationship Id="rId128" Type="http://schemas.openxmlformats.org/officeDocument/2006/relationships/customXml" Target="../ink/ink65.xml"/><Relationship Id="rId335" Type="http://schemas.openxmlformats.org/officeDocument/2006/relationships/image" Target="../media/image177.png"/><Relationship Id="rId5" Type="http://schemas.openxmlformats.org/officeDocument/2006/relationships/image" Target="../media/image12.png"/><Relationship Id="rId181" Type="http://schemas.openxmlformats.org/officeDocument/2006/relationships/image" Target="../media/image100.png"/><Relationship Id="rId237" Type="http://schemas.openxmlformats.org/officeDocument/2006/relationships/image" Target="../media/image128.png"/><Relationship Id="rId279" Type="http://schemas.openxmlformats.org/officeDocument/2006/relationships/image" Target="../media/image149.png"/><Relationship Id="rId43" Type="http://schemas.openxmlformats.org/officeDocument/2006/relationships/image" Target="../media/image31.png"/><Relationship Id="rId139" Type="http://schemas.openxmlformats.org/officeDocument/2006/relationships/image" Target="../media/image79.png"/><Relationship Id="rId290" Type="http://schemas.openxmlformats.org/officeDocument/2006/relationships/customXml" Target="../ink/ink146.xml"/><Relationship Id="rId304" Type="http://schemas.openxmlformats.org/officeDocument/2006/relationships/customXml" Target="../ink/ink153.xml"/><Relationship Id="rId346" Type="http://schemas.openxmlformats.org/officeDocument/2006/relationships/customXml" Target="../ink/ink174.xml"/><Relationship Id="rId85" Type="http://schemas.openxmlformats.org/officeDocument/2006/relationships/image" Target="../media/image52.png"/><Relationship Id="rId150" Type="http://schemas.openxmlformats.org/officeDocument/2006/relationships/customXml" Target="../ink/ink76.xml"/><Relationship Id="rId192" Type="http://schemas.openxmlformats.org/officeDocument/2006/relationships/customXml" Target="../ink/ink97.xml"/><Relationship Id="rId206" Type="http://schemas.openxmlformats.org/officeDocument/2006/relationships/customXml" Target="../ink/ink104.xml"/><Relationship Id="rId248" Type="http://schemas.openxmlformats.org/officeDocument/2006/relationships/customXml" Target="../ink/ink125.xml"/><Relationship Id="rId12" Type="http://schemas.openxmlformats.org/officeDocument/2006/relationships/customXml" Target="../ink/ink7.xml"/><Relationship Id="rId108" Type="http://schemas.openxmlformats.org/officeDocument/2006/relationships/customXml" Target="../ink/ink55.xml"/><Relationship Id="rId315" Type="http://schemas.openxmlformats.org/officeDocument/2006/relationships/image" Target="../media/image167.png"/><Relationship Id="rId357" Type="http://schemas.openxmlformats.org/officeDocument/2006/relationships/image" Target="../media/image188.png"/><Relationship Id="rId54" Type="http://schemas.openxmlformats.org/officeDocument/2006/relationships/customXml" Target="../ink/ink28.xml"/><Relationship Id="rId96" Type="http://schemas.openxmlformats.org/officeDocument/2006/relationships/customXml" Target="../ink/ink49.xml"/><Relationship Id="rId161" Type="http://schemas.openxmlformats.org/officeDocument/2006/relationships/image" Target="../media/image90.png"/><Relationship Id="rId217" Type="http://schemas.openxmlformats.org/officeDocument/2006/relationships/image" Target="../media/image118.png"/><Relationship Id="rId259" Type="http://schemas.openxmlformats.org/officeDocument/2006/relationships/image" Target="../media/image139.png"/><Relationship Id="rId23" Type="http://schemas.openxmlformats.org/officeDocument/2006/relationships/image" Target="../media/image21.png"/><Relationship Id="rId119" Type="http://schemas.openxmlformats.org/officeDocument/2006/relationships/image" Target="../media/image69.png"/><Relationship Id="rId270" Type="http://schemas.openxmlformats.org/officeDocument/2006/relationships/customXml" Target="../ink/ink136.xml"/><Relationship Id="rId326" Type="http://schemas.openxmlformats.org/officeDocument/2006/relationships/customXml" Target="../ink/ink164.xml"/><Relationship Id="rId65" Type="http://schemas.openxmlformats.org/officeDocument/2006/relationships/image" Target="../media/image42.png"/><Relationship Id="rId130" Type="http://schemas.openxmlformats.org/officeDocument/2006/relationships/customXml" Target="../ink/ink66.xml"/><Relationship Id="rId172" Type="http://schemas.openxmlformats.org/officeDocument/2006/relationships/customXml" Target="../ink/ink87.xml"/><Relationship Id="rId228" Type="http://schemas.openxmlformats.org/officeDocument/2006/relationships/customXml" Target="../ink/ink115.xml"/><Relationship Id="rId281" Type="http://schemas.openxmlformats.org/officeDocument/2006/relationships/image" Target="../media/image150.png"/><Relationship Id="rId337" Type="http://schemas.openxmlformats.org/officeDocument/2006/relationships/image" Target="../media/image178.png"/><Relationship Id="rId34" Type="http://schemas.openxmlformats.org/officeDocument/2006/relationships/customXml" Target="../ink/ink18.xml"/><Relationship Id="rId76" Type="http://schemas.openxmlformats.org/officeDocument/2006/relationships/customXml" Target="../ink/ink39.xml"/><Relationship Id="rId141" Type="http://schemas.openxmlformats.org/officeDocument/2006/relationships/image" Target="../media/image80.png"/><Relationship Id="rId7" Type="http://schemas.openxmlformats.org/officeDocument/2006/relationships/image" Target="../media/image13.png"/><Relationship Id="rId183" Type="http://schemas.openxmlformats.org/officeDocument/2006/relationships/image" Target="../media/image101.png"/><Relationship Id="rId239" Type="http://schemas.openxmlformats.org/officeDocument/2006/relationships/image" Target="../media/image129.png"/><Relationship Id="rId250" Type="http://schemas.openxmlformats.org/officeDocument/2006/relationships/customXml" Target="../ink/ink126.xml"/><Relationship Id="rId292" Type="http://schemas.openxmlformats.org/officeDocument/2006/relationships/customXml" Target="../ink/ink147.xml"/><Relationship Id="rId306" Type="http://schemas.openxmlformats.org/officeDocument/2006/relationships/customXml" Target="../ink/ink154.xml"/><Relationship Id="rId45" Type="http://schemas.openxmlformats.org/officeDocument/2006/relationships/image" Target="../media/image32.png"/><Relationship Id="rId87" Type="http://schemas.openxmlformats.org/officeDocument/2006/relationships/image" Target="../media/image53.png"/><Relationship Id="rId110" Type="http://schemas.openxmlformats.org/officeDocument/2006/relationships/customXml" Target="../ink/ink56.xml"/><Relationship Id="rId348" Type="http://schemas.openxmlformats.org/officeDocument/2006/relationships/customXml" Target="../ink/ink175.xml"/><Relationship Id="rId152" Type="http://schemas.openxmlformats.org/officeDocument/2006/relationships/customXml" Target="../ink/ink77.xml"/><Relationship Id="rId194" Type="http://schemas.openxmlformats.org/officeDocument/2006/relationships/customXml" Target="../ink/ink98.xml"/><Relationship Id="rId208" Type="http://schemas.openxmlformats.org/officeDocument/2006/relationships/customXml" Target="../ink/ink105.xml"/><Relationship Id="rId261" Type="http://schemas.openxmlformats.org/officeDocument/2006/relationships/image" Target="../media/image140.png"/><Relationship Id="rId14" Type="http://schemas.openxmlformats.org/officeDocument/2006/relationships/customXml" Target="../ink/ink8.xml"/><Relationship Id="rId56" Type="http://schemas.openxmlformats.org/officeDocument/2006/relationships/customXml" Target="../ink/ink29.xml"/><Relationship Id="rId317" Type="http://schemas.openxmlformats.org/officeDocument/2006/relationships/image" Target="../media/image168.png"/><Relationship Id="rId359" Type="http://schemas.openxmlformats.org/officeDocument/2006/relationships/image" Target="../media/image189.png"/><Relationship Id="rId98" Type="http://schemas.openxmlformats.org/officeDocument/2006/relationships/customXml" Target="../ink/ink50.xml"/><Relationship Id="rId121" Type="http://schemas.openxmlformats.org/officeDocument/2006/relationships/image" Target="../media/image70.png"/><Relationship Id="rId163" Type="http://schemas.openxmlformats.org/officeDocument/2006/relationships/image" Target="../media/image91.png"/><Relationship Id="rId219" Type="http://schemas.openxmlformats.org/officeDocument/2006/relationships/image" Target="../media/image119.png"/><Relationship Id="rId230" Type="http://schemas.openxmlformats.org/officeDocument/2006/relationships/customXml" Target="../ink/ink116.xml"/><Relationship Id="rId25" Type="http://schemas.openxmlformats.org/officeDocument/2006/relationships/image" Target="../media/image22.png"/><Relationship Id="rId67" Type="http://schemas.openxmlformats.org/officeDocument/2006/relationships/image" Target="../media/image43.png"/><Relationship Id="rId272" Type="http://schemas.openxmlformats.org/officeDocument/2006/relationships/customXml" Target="../ink/ink137.xml"/><Relationship Id="rId328" Type="http://schemas.openxmlformats.org/officeDocument/2006/relationships/customXml" Target="../ink/ink165.xml"/><Relationship Id="rId132" Type="http://schemas.openxmlformats.org/officeDocument/2006/relationships/customXml" Target="../ink/ink67.xml"/><Relationship Id="rId174" Type="http://schemas.openxmlformats.org/officeDocument/2006/relationships/customXml" Target="../ink/ink88.xml"/><Relationship Id="rId220" Type="http://schemas.openxmlformats.org/officeDocument/2006/relationships/customXml" Target="../ink/ink111.xml"/><Relationship Id="rId241" Type="http://schemas.openxmlformats.org/officeDocument/2006/relationships/image" Target="../media/image130.png"/><Relationship Id="rId15" Type="http://schemas.openxmlformats.org/officeDocument/2006/relationships/image" Target="../media/image17.png"/><Relationship Id="rId36" Type="http://schemas.openxmlformats.org/officeDocument/2006/relationships/customXml" Target="../ink/ink19.xml"/><Relationship Id="rId57" Type="http://schemas.openxmlformats.org/officeDocument/2006/relationships/image" Target="../media/image38.png"/><Relationship Id="rId262" Type="http://schemas.openxmlformats.org/officeDocument/2006/relationships/customXml" Target="../ink/ink132.xml"/><Relationship Id="rId283" Type="http://schemas.openxmlformats.org/officeDocument/2006/relationships/image" Target="../media/image151.png"/><Relationship Id="rId318" Type="http://schemas.openxmlformats.org/officeDocument/2006/relationships/customXml" Target="../ink/ink160.xml"/><Relationship Id="rId339" Type="http://schemas.openxmlformats.org/officeDocument/2006/relationships/image" Target="../media/image179.png"/><Relationship Id="rId78" Type="http://schemas.openxmlformats.org/officeDocument/2006/relationships/customXml" Target="../ink/ink40.xml"/><Relationship Id="rId99" Type="http://schemas.openxmlformats.org/officeDocument/2006/relationships/image" Target="../media/image59.png"/><Relationship Id="rId101" Type="http://schemas.openxmlformats.org/officeDocument/2006/relationships/image" Target="../media/image60.png"/><Relationship Id="rId122" Type="http://schemas.openxmlformats.org/officeDocument/2006/relationships/customXml" Target="../ink/ink62.xml"/><Relationship Id="rId143" Type="http://schemas.openxmlformats.org/officeDocument/2006/relationships/image" Target="../media/image81.png"/><Relationship Id="rId164" Type="http://schemas.openxmlformats.org/officeDocument/2006/relationships/customXml" Target="../ink/ink83.xml"/><Relationship Id="rId185" Type="http://schemas.openxmlformats.org/officeDocument/2006/relationships/image" Target="../media/image102.png"/><Relationship Id="rId350" Type="http://schemas.openxmlformats.org/officeDocument/2006/relationships/customXml" Target="../ink/ink176.xml"/><Relationship Id="rId9" Type="http://schemas.openxmlformats.org/officeDocument/2006/relationships/image" Target="../media/image14.png"/><Relationship Id="rId210" Type="http://schemas.openxmlformats.org/officeDocument/2006/relationships/customXml" Target="../ink/ink106.xml"/><Relationship Id="rId26" Type="http://schemas.openxmlformats.org/officeDocument/2006/relationships/customXml" Target="../ink/ink14.xml"/><Relationship Id="rId231" Type="http://schemas.openxmlformats.org/officeDocument/2006/relationships/image" Target="../media/image125.png"/><Relationship Id="rId252" Type="http://schemas.openxmlformats.org/officeDocument/2006/relationships/customXml" Target="../ink/ink127.xml"/><Relationship Id="rId273" Type="http://schemas.openxmlformats.org/officeDocument/2006/relationships/image" Target="../media/image146.png"/><Relationship Id="rId294" Type="http://schemas.openxmlformats.org/officeDocument/2006/relationships/customXml" Target="../ink/ink148.xml"/><Relationship Id="rId308" Type="http://schemas.openxmlformats.org/officeDocument/2006/relationships/customXml" Target="../ink/ink155.xml"/><Relationship Id="rId329" Type="http://schemas.openxmlformats.org/officeDocument/2006/relationships/image" Target="../media/image174.png"/><Relationship Id="rId47" Type="http://schemas.openxmlformats.org/officeDocument/2006/relationships/image" Target="../media/image33.png"/><Relationship Id="rId68" Type="http://schemas.openxmlformats.org/officeDocument/2006/relationships/customXml" Target="../ink/ink35.xml"/><Relationship Id="rId89" Type="http://schemas.openxmlformats.org/officeDocument/2006/relationships/image" Target="../media/image54.png"/><Relationship Id="rId112" Type="http://schemas.openxmlformats.org/officeDocument/2006/relationships/customXml" Target="../ink/ink57.xml"/><Relationship Id="rId133" Type="http://schemas.openxmlformats.org/officeDocument/2006/relationships/image" Target="../media/image76.png"/><Relationship Id="rId154" Type="http://schemas.openxmlformats.org/officeDocument/2006/relationships/customXml" Target="../ink/ink78.xml"/><Relationship Id="rId175" Type="http://schemas.openxmlformats.org/officeDocument/2006/relationships/image" Target="../media/image97.png"/><Relationship Id="rId340" Type="http://schemas.openxmlformats.org/officeDocument/2006/relationships/customXml" Target="../ink/ink171.xml"/><Relationship Id="rId361" Type="http://schemas.openxmlformats.org/officeDocument/2006/relationships/image" Target="../media/image190.png"/><Relationship Id="rId196" Type="http://schemas.openxmlformats.org/officeDocument/2006/relationships/customXml" Target="../ink/ink99.xml"/><Relationship Id="rId200" Type="http://schemas.openxmlformats.org/officeDocument/2006/relationships/customXml" Target="../ink/ink101.xml"/><Relationship Id="rId16" Type="http://schemas.openxmlformats.org/officeDocument/2006/relationships/customXml" Target="../ink/ink9.xml"/><Relationship Id="rId221" Type="http://schemas.openxmlformats.org/officeDocument/2006/relationships/image" Target="../media/image120.png"/><Relationship Id="rId242" Type="http://schemas.openxmlformats.org/officeDocument/2006/relationships/customXml" Target="../ink/ink122.xml"/><Relationship Id="rId263" Type="http://schemas.openxmlformats.org/officeDocument/2006/relationships/image" Target="../media/image141.png"/><Relationship Id="rId284" Type="http://schemas.openxmlformats.org/officeDocument/2006/relationships/customXml" Target="../ink/ink143.xml"/><Relationship Id="rId319" Type="http://schemas.openxmlformats.org/officeDocument/2006/relationships/image" Target="../media/image169.png"/><Relationship Id="rId37" Type="http://schemas.openxmlformats.org/officeDocument/2006/relationships/image" Target="../media/image28.png"/><Relationship Id="rId58" Type="http://schemas.openxmlformats.org/officeDocument/2006/relationships/customXml" Target="../ink/ink30.xml"/><Relationship Id="rId79" Type="http://schemas.openxmlformats.org/officeDocument/2006/relationships/image" Target="../media/image49.png"/><Relationship Id="rId102" Type="http://schemas.openxmlformats.org/officeDocument/2006/relationships/customXml" Target="../ink/ink52.xml"/><Relationship Id="rId123" Type="http://schemas.openxmlformats.org/officeDocument/2006/relationships/image" Target="../media/image71.png"/><Relationship Id="rId144" Type="http://schemas.openxmlformats.org/officeDocument/2006/relationships/customXml" Target="../ink/ink73.xml"/><Relationship Id="rId330" Type="http://schemas.openxmlformats.org/officeDocument/2006/relationships/customXml" Target="../ink/ink166.xml"/><Relationship Id="rId90" Type="http://schemas.openxmlformats.org/officeDocument/2006/relationships/customXml" Target="../ink/ink46.xml"/><Relationship Id="rId165" Type="http://schemas.openxmlformats.org/officeDocument/2006/relationships/image" Target="../media/image92.png"/><Relationship Id="rId186" Type="http://schemas.openxmlformats.org/officeDocument/2006/relationships/customXml" Target="../ink/ink94.xml"/><Relationship Id="rId351" Type="http://schemas.openxmlformats.org/officeDocument/2006/relationships/image" Target="../media/image185.png"/><Relationship Id="rId211" Type="http://schemas.openxmlformats.org/officeDocument/2006/relationships/image" Target="../media/image115.png"/><Relationship Id="rId232" Type="http://schemas.openxmlformats.org/officeDocument/2006/relationships/customXml" Target="../ink/ink117.xml"/><Relationship Id="rId253" Type="http://schemas.openxmlformats.org/officeDocument/2006/relationships/image" Target="../media/image136.png"/><Relationship Id="rId274" Type="http://schemas.openxmlformats.org/officeDocument/2006/relationships/customXml" Target="../ink/ink138.xml"/><Relationship Id="rId295" Type="http://schemas.openxmlformats.org/officeDocument/2006/relationships/image" Target="../media/image157.png"/><Relationship Id="rId309" Type="http://schemas.openxmlformats.org/officeDocument/2006/relationships/image" Target="../media/image164.png"/><Relationship Id="rId27" Type="http://schemas.openxmlformats.org/officeDocument/2006/relationships/image" Target="../media/image23.png"/><Relationship Id="rId48" Type="http://schemas.openxmlformats.org/officeDocument/2006/relationships/customXml" Target="../ink/ink25.xml"/><Relationship Id="rId69" Type="http://schemas.openxmlformats.org/officeDocument/2006/relationships/image" Target="../media/image44.png"/><Relationship Id="rId113" Type="http://schemas.openxmlformats.org/officeDocument/2006/relationships/image" Target="../media/image66.png"/><Relationship Id="rId134" Type="http://schemas.openxmlformats.org/officeDocument/2006/relationships/customXml" Target="../ink/ink68.xml"/><Relationship Id="rId320" Type="http://schemas.openxmlformats.org/officeDocument/2006/relationships/customXml" Target="../ink/ink161.xml"/><Relationship Id="rId80" Type="http://schemas.openxmlformats.org/officeDocument/2006/relationships/customXml" Target="../ink/ink41.xml"/><Relationship Id="rId155" Type="http://schemas.openxmlformats.org/officeDocument/2006/relationships/image" Target="../media/image87.png"/><Relationship Id="rId176" Type="http://schemas.openxmlformats.org/officeDocument/2006/relationships/customXml" Target="../ink/ink89.xml"/><Relationship Id="rId197" Type="http://schemas.openxmlformats.org/officeDocument/2006/relationships/image" Target="../media/image108.png"/><Relationship Id="rId341" Type="http://schemas.openxmlformats.org/officeDocument/2006/relationships/image" Target="../media/image180.png"/><Relationship Id="rId362" Type="http://schemas.openxmlformats.org/officeDocument/2006/relationships/customXml" Target="../ink/ink182.xml"/><Relationship Id="rId201" Type="http://schemas.openxmlformats.org/officeDocument/2006/relationships/image" Target="../media/image110.png"/><Relationship Id="rId222" Type="http://schemas.openxmlformats.org/officeDocument/2006/relationships/customXml" Target="../ink/ink112.xml"/><Relationship Id="rId243" Type="http://schemas.openxmlformats.org/officeDocument/2006/relationships/image" Target="../media/image131.png"/><Relationship Id="rId264" Type="http://schemas.openxmlformats.org/officeDocument/2006/relationships/customXml" Target="../ink/ink133.xml"/><Relationship Id="rId285" Type="http://schemas.openxmlformats.org/officeDocument/2006/relationships/image" Target="../media/image152.png"/><Relationship Id="rId17" Type="http://schemas.openxmlformats.org/officeDocument/2006/relationships/image" Target="../media/image18.png"/><Relationship Id="rId38" Type="http://schemas.openxmlformats.org/officeDocument/2006/relationships/customXml" Target="../ink/ink20.xml"/><Relationship Id="rId59" Type="http://schemas.openxmlformats.org/officeDocument/2006/relationships/image" Target="../media/image39.png"/><Relationship Id="rId103" Type="http://schemas.openxmlformats.org/officeDocument/2006/relationships/image" Target="../media/image61.png"/><Relationship Id="rId124" Type="http://schemas.openxmlformats.org/officeDocument/2006/relationships/customXml" Target="../ink/ink63.xml"/><Relationship Id="rId310" Type="http://schemas.openxmlformats.org/officeDocument/2006/relationships/customXml" Target="../ink/ink156.xml"/><Relationship Id="rId70" Type="http://schemas.openxmlformats.org/officeDocument/2006/relationships/customXml" Target="../ink/ink36.xml"/><Relationship Id="rId91" Type="http://schemas.openxmlformats.org/officeDocument/2006/relationships/image" Target="../media/image55.png"/><Relationship Id="rId145" Type="http://schemas.openxmlformats.org/officeDocument/2006/relationships/image" Target="../media/image82.png"/><Relationship Id="rId166" Type="http://schemas.openxmlformats.org/officeDocument/2006/relationships/customXml" Target="../ink/ink84.xml"/><Relationship Id="rId187" Type="http://schemas.openxmlformats.org/officeDocument/2006/relationships/image" Target="../media/image103.png"/><Relationship Id="rId331" Type="http://schemas.openxmlformats.org/officeDocument/2006/relationships/image" Target="../media/image175.png"/><Relationship Id="rId352" Type="http://schemas.openxmlformats.org/officeDocument/2006/relationships/customXml" Target="../ink/ink177.xml"/><Relationship Id="rId1" Type="http://schemas.openxmlformats.org/officeDocument/2006/relationships/slideLayout" Target="../slideLayouts/slideLayout2.xml"/><Relationship Id="rId212" Type="http://schemas.openxmlformats.org/officeDocument/2006/relationships/customXml" Target="../ink/ink107.xml"/><Relationship Id="rId233" Type="http://schemas.openxmlformats.org/officeDocument/2006/relationships/image" Target="../media/image126.png"/><Relationship Id="rId254" Type="http://schemas.openxmlformats.org/officeDocument/2006/relationships/customXml" Target="../ink/ink128.xml"/><Relationship Id="rId28" Type="http://schemas.openxmlformats.org/officeDocument/2006/relationships/customXml" Target="../ink/ink15.xml"/><Relationship Id="rId49" Type="http://schemas.openxmlformats.org/officeDocument/2006/relationships/image" Target="../media/image34.png"/><Relationship Id="rId114" Type="http://schemas.openxmlformats.org/officeDocument/2006/relationships/customXml" Target="../ink/ink58.xml"/><Relationship Id="rId275" Type="http://schemas.openxmlformats.org/officeDocument/2006/relationships/image" Target="../media/image147.png"/><Relationship Id="rId296" Type="http://schemas.openxmlformats.org/officeDocument/2006/relationships/customXml" Target="../ink/ink149.xml"/><Relationship Id="rId300" Type="http://schemas.openxmlformats.org/officeDocument/2006/relationships/customXml" Target="../ink/ink151.xml"/><Relationship Id="rId60" Type="http://schemas.openxmlformats.org/officeDocument/2006/relationships/customXml" Target="../ink/ink31.xml"/><Relationship Id="rId81" Type="http://schemas.openxmlformats.org/officeDocument/2006/relationships/image" Target="../media/image50.png"/><Relationship Id="rId135" Type="http://schemas.openxmlformats.org/officeDocument/2006/relationships/image" Target="../media/image77.png"/><Relationship Id="rId156" Type="http://schemas.openxmlformats.org/officeDocument/2006/relationships/customXml" Target="../ink/ink79.xml"/><Relationship Id="rId177" Type="http://schemas.openxmlformats.org/officeDocument/2006/relationships/image" Target="../media/image98.png"/><Relationship Id="rId198" Type="http://schemas.openxmlformats.org/officeDocument/2006/relationships/customXml" Target="../ink/ink100.xml"/><Relationship Id="rId321" Type="http://schemas.openxmlformats.org/officeDocument/2006/relationships/image" Target="../media/image170.png"/><Relationship Id="rId342" Type="http://schemas.openxmlformats.org/officeDocument/2006/relationships/customXml" Target="../ink/ink172.xml"/><Relationship Id="rId363" Type="http://schemas.openxmlformats.org/officeDocument/2006/relationships/image" Target="../media/image191.png"/><Relationship Id="rId202" Type="http://schemas.openxmlformats.org/officeDocument/2006/relationships/customXml" Target="../ink/ink102.xml"/><Relationship Id="rId223" Type="http://schemas.openxmlformats.org/officeDocument/2006/relationships/image" Target="../media/image121.png"/><Relationship Id="rId244" Type="http://schemas.openxmlformats.org/officeDocument/2006/relationships/customXml" Target="../ink/ink123.xml"/><Relationship Id="rId18" Type="http://schemas.openxmlformats.org/officeDocument/2006/relationships/customXml" Target="../ink/ink10.xml"/><Relationship Id="rId39" Type="http://schemas.openxmlformats.org/officeDocument/2006/relationships/image" Target="../media/image29.png"/><Relationship Id="rId265" Type="http://schemas.openxmlformats.org/officeDocument/2006/relationships/image" Target="../media/image142.png"/><Relationship Id="rId286" Type="http://schemas.openxmlformats.org/officeDocument/2006/relationships/customXml" Target="../ink/ink144.xml"/><Relationship Id="rId50" Type="http://schemas.openxmlformats.org/officeDocument/2006/relationships/customXml" Target="../ink/ink26.xml"/><Relationship Id="rId104" Type="http://schemas.openxmlformats.org/officeDocument/2006/relationships/customXml" Target="../ink/ink53.xml"/><Relationship Id="rId125" Type="http://schemas.openxmlformats.org/officeDocument/2006/relationships/image" Target="../media/image72.png"/><Relationship Id="rId146" Type="http://schemas.openxmlformats.org/officeDocument/2006/relationships/customXml" Target="../ink/ink74.xml"/><Relationship Id="rId167" Type="http://schemas.openxmlformats.org/officeDocument/2006/relationships/image" Target="../media/image93.png"/><Relationship Id="rId188" Type="http://schemas.openxmlformats.org/officeDocument/2006/relationships/customXml" Target="../ink/ink95.xml"/><Relationship Id="rId311" Type="http://schemas.openxmlformats.org/officeDocument/2006/relationships/image" Target="../media/image165.png"/><Relationship Id="rId332" Type="http://schemas.openxmlformats.org/officeDocument/2006/relationships/customXml" Target="../ink/ink167.xml"/><Relationship Id="rId353" Type="http://schemas.openxmlformats.org/officeDocument/2006/relationships/image" Target="../media/image186.png"/><Relationship Id="rId71" Type="http://schemas.openxmlformats.org/officeDocument/2006/relationships/image" Target="../media/image45.png"/><Relationship Id="rId92" Type="http://schemas.openxmlformats.org/officeDocument/2006/relationships/customXml" Target="../ink/ink47.xml"/><Relationship Id="rId213" Type="http://schemas.openxmlformats.org/officeDocument/2006/relationships/image" Target="../media/image116.png"/><Relationship Id="rId234" Type="http://schemas.openxmlformats.org/officeDocument/2006/relationships/customXml" Target="../ink/ink118.xml"/><Relationship Id="rId2" Type="http://schemas.openxmlformats.org/officeDocument/2006/relationships/customXml" Target="../ink/ink2.xml"/><Relationship Id="rId29" Type="http://schemas.openxmlformats.org/officeDocument/2006/relationships/image" Target="../media/image24.png"/><Relationship Id="rId255" Type="http://schemas.openxmlformats.org/officeDocument/2006/relationships/image" Target="../media/image137.png"/><Relationship Id="rId276" Type="http://schemas.openxmlformats.org/officeDocument/2006/relationships/customXml" Target="../ink/ink139.xml"/><Relationship Id="rId297" Type="http://schemas.openxmlformats.org/officeDocument/2006/relationships/image" Target="../media/image158.png"/><Relationship Id="rId40" Type="http://schemas.openxmlformats.org/officeDocument/2006/relationships/customXml" Target="../ink/ink21.xml"/><Relationship Id="rId115" Type="http://schemas.openxmlformats.org/officeDocument/2006/relationships/image" Target="../media/image67.png"/><Relationship Id="rId136" Type="http://schemas.openxmlformats.org/officeDocument/2006/relationships/customXml" Target="../ink/ink69.xml"/><Relationship Id="rId157" Type="http://schemas.openxmlformats.org/officeDocument/2006/relationships/image" Target="../media/image88.png"/><Relationship Id="rId178" Type="http://schemas.openxmlformats.org/officeDocument/2006/relationships/customXml" Target="../ink/ink90.xml"/><Relationship Id="rId301" Type="http://schemas.openxmlformats.org/officeDocument/2006/relationships/image" Target="../media/image160.png"/><Relationship Id="rId322" Type="http://schemas.openxmlformats.org/officeDocument/2006/relationships/customXml" Target="../ink/ink162.xml"/><Relationship Id="rId343" Type="http://schemas.openxmlformats.org/officeDocument/2006/relationships/image" Target="../media/image181.png"/><Relationship Id="rId364" Type="http://schemas.openxmlformats.org/officeDocument/2006/relationships/customXml" Target="../ink/ink183.xml"/><Relationship Id="rId61" Type="http://schemas.openxmlformats.org/officeDocument/2006/relationships/image" Target="../media/image40.png"/><Relationship Id="rId82" Type="http://schemas.openxmlformats.org/officeDocument/2006/relationships/customXml" Target="../ink/ink42.xml"/><Relationship Id="rId199" Type="http://schemas.openxmlformats.org/officeDocument/2006/relationships/image" Target="../media/image109.png"/><Relationship Id="rId203" Type="http://schemas.openxmlformats.org/officeDocument/2006/relationships/image" Target="../media/image111.png"/><Relationship Id="rId19" Type="http://schemas.openxmlformats.org/officeDocument/2006/relationships/image" Target="../media/image19.png"/><Relationship Id="rId224" Type="http://schemas.openxmlformats.org/officeDocument/2006/relationships/customXml" Target="../ink/ink113.xml"/><Relationship Id="rId245" Type="http://schemas.openxmlformats.org/officeDocument/2006/relationships/image" Target="../media/image132.png"/><Relationship Id="rId266" Type="http://schemas.openxmlformats.org/officeDocument/2006/relationships/customXml" Target="../ink/ink134.xml"/><Relationship Id="rId287" Type="http://schemas.openxmlformats.org/officeDocument/2006/relationships/image" Target="../media/image153.png"/><Relationship Id="rId30" Type="http://schemas.openxmlformats.org/officeDocument/2006/relationships/customXml" Target="../ink/ink16.xml"/><Relationship Id="rId105" Type="http://schemas.openxmlformats.org/officeDocument/2006/relationships/image" Target="../media/image62.png"/><Relationship Id="rId126" Type="http://schemas.openxmlformats.org/officeDocument/2006/relationships/customXml" Target="../ink/ink64.xml"/><Relationship Id="rId147" Type="http://schemas.openxmlformats.org/officeDocument/2006/relationships/image" Target="../media/image83.png"/><Relationship Id="rId168" Type="http://schemas.openxmlformats.org/officeDocument/2006/relationships/customXml" Target="../ink/ink85.xml"/><Relationship Id="rId312" Type="http://schemas.openxmlformats.org/officeDocument/2006/relationships/customXml" Target="../ink/ink157.xml"/><Relationship Id="rId333" Type="http://schemas.openxmlformats.org/officeDocument/2006/relationships/image" Target="../media/image176.png"/><Relationship Id="rId354" Type="http://schemas.openxmlformats.org/officeDocument/2006/relationships/customXml" Target="../ink/ink178.xml"/><Relationship Id="rId51" Type="http://schemas.openxmlformats.org/officeDocument/2006/relationships/image" Target="../media/image35.png"/><Relationship Id="rId72" Type="http://schemas.openxmlformats.org/officeDocument/2006/relationships/customXml" Target="../ink/ink37.xml"/><Relationship Id="rId93" Type="http://schemas.openxmlformats.org/officeDocument/2006/relationships/image" Target="../media/image56.png"/><Relationship Id="rId189" Type="http://schemas.openxmlformats.org/officeDocument/2006/relationships/image" Target="../media/image104.png"/><Relationship Id="rId3" Type="http://schemas.openxmlformats.org/officeDocument/2006/relationships/image" Target="../media/image11.png"/><Relationship Id="rId214" Type="http://schemas.openxmlformats.org/officeDocument/2006/relationships/customXml" Target="../ink/ink108.xml"/><Relationship Id="rId235" Type="http://schemas.openxmlformats.org/officeDocument/2006/relationships/image" Target="../media/image127.png"/><Relationship Id="rId256" Type="http://schemas.openxmlformats.org/officeDocument/2006/relationships/customXml" Target="../ink/ink129.xml"/><Relationship Id="rId277" Type="http://schemas.openxmlformats.org/officeDocument/2006/relationships/image" Target="../media/image148.png"/><Relationship Id="rId298" Type="http://schemas.openxmlformats.org/officeDocument/2006/relationships/customXml" Target="../ink/ink150.xml"/><Relationship Id="rId116" Type="http://schemas.openxmlformats.org/officeDocument/2006/relationships/customXml" Target="../ink/ink59.xml"/><Relationship Id="rId137" Type="http://schemas.openxmlformats.org/officeDocument/2006/relationships/image" Target="../media/image78.png"/><Relationship Id="rId158" Type="http://schemas.openxmlformats.org/officeDocument/2006/relationships/customXml" Target="../ink/ink80.xml"/><Relationship Id="rId302" Type="http://schemas.openxmlformats.org/officeDocument/2006/relationships/customXml" Target="../ink/ink152.xml"/><Relationship Id="rId323" Type="http://schemas.openxmlformats.org/officeDocument/2006/relationships/image" Target="../media/image171.png"/><Relationship Id="rId344" Type="http://schemas.openxmlformats.org/officeDocument/2006/relationships/customXml" Target="../ink/ink173.xml"/><Relationship Id="rId20" Type="http://schemas.openxmlformats.org/officeDocument/2006/relationships/customXml" Target="../ink/ink11.xml"/><Relationship Id="rId41" Type="http://schemas.openxmlformats.org/officeDocument/2006/relationships/image" Target="../media/image30.png"/><Relationship Id="rId62" Type="http://schemas.openxmlformats.org/officeDocument/2006/relationships/customXml" Target="../ink/ink32.xml"/><Relationship Id="rId83" Type="http://schemas.openxmlformats.org/officeDocument/2006/relationships/image" Target="../media/image51.png"/><Relationship Id="rId179" Type="http://schemas.openxmlformats.org/officeDocument/2006/relationships/image" Target="../media/image99.png"/><Relationship Id="rId365" Type="http://schemas.openxmlformats.org/officeDocument/2006/relationships/image" Target="../media/image192.png"/><Relationship Id="rId190" Type="http://schemas.openxmlformats.org/officeDocument/2006/relationships/customXml" Target="../ink/ink96.xml"/><Relationship Id="rId204" Type="http://schemas.openxmlformats.org/officeDocument/2006/relationships/customXml" Target="../ink/ink103.xml"/><Relationship Id="rId225" Type="http://schemas.openxmlformats.org/officeDocument/2006/relationships/image" Target="../media/image122.png"/><Relationship Id="rId246" Type="http://schemas.openxmlformats.org/officeDocument/2006/relationships/customXml" Target="../ink/ink124.xml"/><Relationship Id="rId267" Type="http://schemas.openxmlformats.org/officeDocument/2006/relationships/image" Target="../media/image143.png"/><Relationship Id="rId288" Type="http://schemas.openxmlformats.org/officeDocument/2006/relationships/customXml" Target="../ink/ink145.xml"/><Relationship Id="rId106" Type="http://schemas.openxmlformats.org/officeDocument/2006/relationships/customXml" Target="../ink/ink54.xml"/><Relationship Id="rId127" Type="http://schemas.openxmlformats.org/officeDocument/2006/relationships/image" Target="../media/image73.png"/><Relationship Id="rId313" Type="http://schemas.openxmlformats.org/officeDocument/2006/relationships/image" Target="../media/image166.png"/><Relationship Id="rId10" Type="http://schemas.openxmlformats.org/officeDocument/2006/relationships/customXml" Target="../ink/ink6.xml"/><Relationship Id="rId31" Type="http://schemas.openxmlformats.org/officeDocument/2006/relationships/image" Target="../media/image25.png"/><Relationship Id="rId52" Type="http://schemas.openxmlformats.org/officeDocument/2006/relationships/customXml" Target="../ink/ink27.xml"/><Relationship Id="rId73" Type="http://schemas.openxmlformats.org/officeDocument/2006/relationships/image" Target="../media/image46.png"/><Relationship Id="rId94" Type="http://schemas.openxmlformats.org/officeDocument/2006/relationships/customXml" Target="../ink/ink48.xml"/><Relationship Id="rId148" Type="http://schemas.openxmlformats.org/officeDocument/2006/relationships/customXml" Target="../ink/ink75.xml"/><Relationship Id="rId169" Type="http://schemas.openxmlformats.org/officeDocument/2006/relationships/image" Target="../media/image94.png"/><Relationship Id="rId334" Type="http://schemas.openxmlformats.org/officeDocument/2006/relationships/customXml" Target="../ink/ink168.xml"/><Relationship Id="rId355" Type="http://schemas.openxmlformats.org/officeDocument/2006/relationships/image" Target="../media/image187.png"/><Relationship Id="rId4" Type="http://schemas.openxmlformats.org/officeDocument/2006/relationships/customXml" Target="../ink/ink3.xml"/><Relationship Id="rId180" Type="http://schemas.openxmlformats.org/officeDocument/2006/relationships/customXml" Target="../ink/ink91.xml"/><Relationship Id="rId215" Type="http://schemas.openxmlformats.org/officeDocument/2006/relationships/image" Target="../media/image117.png"/><Relationship Id="rId236" Type="http://schemas.openxmlformats.org/officeDocument/2006/relationships/customXml" Target="../ink/ink119.xml"/><Relationship Id="rId257" Type="http://schemas.openxmlformats.org/officeDocument/2006/relationships/image" Target="../media/image138.png"/><Relationship Id="rId278" Type="http://schemas.openxmlformats.org/officeDocument/2006/relationships/customXml" Target="../ink/ink140.xml"/><Relationship Id="rId303" Type="http://schemas.openxmlformats.org/officeDocument/2006/relationships/image" Target="../media/image161.png"/><Relationship Id="rId42" Type="http://schemas.openxmlformats.org/officeDocument/2006/relationships/customXml" Target="../ink/ink22.xml"/><Relationship Id="rId84" Type="http://schemas.openxmlformats.org/officeDocument/2006/relationships/customXml" Target="../ink/ink43.xml"/><Relationship Id="rId138" Type="http://schemas.openxmlformats.org/officeDocument/2006/relationships/customXml" Target="../ink/ink70.xml"/><Relationship Id="rId345" Type="http://schemas.openxmlformats.org/officeDocument/2006/relationships/image" Target="../media/image182.png"/><Relationship Id="rId191" Type="http://schemas.openxmlformats.org/officeDocument/2006/relationships/image" Target="../media/image105.png"/><Relationship Id="rId205" Type="http://schemas.openxmlformats.org/officeDocument/2006/relationships/image" Target="../media/image112.png"/><Relationship Id="rId247" Type="http://schemas.openxmlformats.org/officeDocument/2006/relationships/image" Target="../media/image133.png"/><Relationship Id="rId107" Type="http://schemas.openxmlformats.org/officeDocument/2006/relationships/image" Target="../media/image63.png"/><Relationship Id="rId289" Type="http://schemas.openxmlformats.org/officeDocument/2006/relationships/image" Target="../media/image154.png"/><Relationship Id="rId11" Type="http://schemas.openxmlformats.org/officeDocument/2006/relationships/image" Target="../media/image15.png"/><Relationship Id="rId53" Type="http://schemas.openxmlformats.org/officeDocument/2006/relationships/image" Target="../media/image36.png"/><Relationship Id="rId149" Type="http://schemas.openxmlformats.org/officeDocument/2006/relationships/image" Target="../media/image84.png"/><Relationship Id="rId314" Type="http://schemas.openxmlformats.org/officeDocument/2006/relationships/customXml" Target="../ink/ink158.xml"/><Relationship Id="rId356" Type="http://schemas.openxmlformats.org/officeDocument/2006/relationships/customXml" Target="../ink/ink179.xml"/><Relationship Id="rId95" Type="http://schemas.openxmlformats.org/officeDocument/2006/relationships/image" Target="../media/image57.png"/><Relationship Id="rId160" Type="http://schemas.openxmlformats.org/officeDocument/2006/relationships/customXml" Target="../ink/ink81.xml"/><Relationship Id="rId216" Type="http://schemas.openxmlformats.org/officeDocument/2006/relationships/customXml" Target="../ink/ink109.xml"/><Relationship Id="rId258" Type="http://schemas.openxmlformats.org/officeDocument/2006/relationships/customXml" Target="../ink/ink130.xml"/><Relationship Id="rId22" Type="http://schemas.openxmlformats.org/officeDocument/2006/relationships/customXml" Target="../ink/ink12.xml"/><Relationship Id="rId64" Type="http://schemas.openxmlformats.org/officeDocument/2006/relationships/customXml" Target="../ink/ink33.xml"/><Relationship Id="rId118" Type="http://schemas.openxmlformats.org/officeDocument/2006/relationships/customXml" Target="../ink/ink60.xml"/><Relationship Id="rId325" Type="http://schemas.openxmlformats.org/officeDocument/2006/relationships/image" Target="../media/image172.png"/><Relationship Id="rId367" Type="http://schemas.openxmlformats.org/officeDocument/2006/relationships/image" Target="../media/image193.png"/><Relationship Id="rId171" Type="http://schemas.openxmlformats.org/officeDocument/2006/relationships/image" Target="../media/image95.png"/><Relationship Id="rId227" Type="http://schemas.openxmlformats.org/officeDocument/2006/relationships/image" Target="../media/image123.png"/><Relationship Id="rId269" Type="http://schemas.openxmlformats.org/officeDocument/2006/relationships/image" Target="../media/image144.png"/><Relationship Id="rId33" Type="http://schemas.openxmlformats.org/officeDocument/2006/relationships/image" Target="../media/image26.png"/><Relationship Id="rId129" Type="http://schemas.openxmlformats.org/officeDocument/2006/relationships/image" Target="../media/image74.png"/><Relationship Id="rId280" Type="http://schemas.openxmlformats.org/officeDocument/2006/relationships/customXml" Target="../ink/ink141.xml"/><Relationship Id="rId336" Type="http://schemas.openxmlformats.org/officeDocument/2006/relationships/customXml" Target="../ink/ink169.xml"/><Relationship Id="rId75" Type="http://schemas.openxmlformats.org/officeDocument/2006/relationships/image" Target="../media/image47.png"/><Relationship Id="rId140" Type="http://schemas.openxmlformats.org/officeDocument/2006/relationships/customXml" Target="../ink/ink71.xml"/><Relationship Id="rId182" Type="http://schemas.openxmlformats.org/officeDocument/2006/relationships/customXml" Target="../ink/ink92.xml"/><Relationship Id="rId6" Type="http://schemas.openxmlformats.org/officeDocument/2006/relationships/customXml" Target="../ink/ink4.xml"/><Relationship Id="rId238" Type="http://schemas.openxmlformats.org/officeDocument/2006/relationships/customXml" Target="../ink/ink120.xml"/><Relationship Id="rId291" Type="http://schemas.openxmlformats.org/officeDocument/2006/relationships/image" Target="../media/image155.png"/><Relationship Id="rId305" Type="http://schemas.openxmlformats.org/officeDocument/2006/relationships/image" Target="../media/image162.png"/><Relationship Id="rId347" Type="http://schemas.openxmlformats.org/officeDocument/2006/relationships/image" Target="../media/image183.png"/><Relationship Id="rId44" Type="http://schemas.openxmlformats.org/officeDocument/2006/relationships/customXml" Target="../ink/ink23.xml"/><Relationship Id="rId86" Type="http://schemas.openxmlformats.org/officeDocument/2006/relationships/customXml" Target="../ink/ink44.xml"/><Relationship Id="rId151" Type="http://schemas.openxmlformats.org/officeDocument/2006/relationships/image" Target="../media/image85.png"/><Relationship Id="rId193" Type="http://schemas.openxmlformats.org/officeDocument/2006/relationships/image" Target="../media/image106.png"/><Relationship Id="rId207" Type="http://schemas.openxmlformats.org/officeDocument/2006/relationships/image" Target="../media/image113.png"/><Relationship Id="rId249" Type="http://schemas.openxmlformats.org/officeDocument/2006/relationships/image" Target="../media/image134.png"/><Relationship Id="rId13" Type="http://schemas.openxmlformats.org/officeDocument/2006/relationships/image" Target="../media/image16.png"/><Relationship Id="rId109" Type="http://schemas.openxmlformats.org/officeDocument/2006/relationships/image" Target="../media/image64.png"/><Relationship Id="rId260" Type="http://schemas.openxmlformats.org/officeDocument/2006/relationships/customXml" Target="../ink/ink131.xml"/><Relationship Id="rId316" Type="http://schemas.openxmlformats.org/officeDocument/2006/relationships/customXml" Target="../ink/ink159.xml"/><Relationship Id="rId55" Type="http://schemas.openxmlformats.org/officeDocument/2006/relationships/image" Target="../media/image37.png"/><Relationship Id="rId97" Type="http://schemas.openxmlformats.org/officeDocument/2006/relationships/image" Target="../media/image58.png"/><Relationship Id="rId120" Type="http://schemas.openxmlformats.org/officeDocument/2006/relationships/customXml" Target="../ink/ink61.xml"/><Relationship Id="rId358" Type="http://schemas.openxmlformats.org/officeDocument/2006/relationships/customXml" Target="../ink/ink180.xml"/><Relationship Id="rId162" Type="http://schemas.openxmlformats.org/officeDocument/2006/relationships/customXml" Target="../ink/ink82.xml"/><Relationship Id="rId218" Type="http://schemas.openxmlformats.org/officeDocument/2006/relationships/customXml" Target="../ink/ink110.xml"/><Relationship Id="rId271" Type="http://schemas.openxmlformats.org/officeDocument/2006/relationships/image" Target="../media/image145.png"/><Relationship Id="rId24" Type="http://schemas.openxmlformats.org/officeDocument/2006/relationships/customXml" Target="../ink/ink13.xml"/><Relationship Id="rId66" Type="http://schemas.openxmlformats.org/officeDocument/2006/relationships/customXml" Target="../ink/ink34.xml"/><Relationship Id="rId131" Type="http://schemas.openxmlformats.org/officeDocument/2006/relationships/image" Target="../media/image75.png"/><Relationship Id="rId327" Type="http://schemas.openxmlformats.org/officeDocument/2006/relationships/image" Target="../media/image173.png"/><Relationship Id="rId173" Type="http://schemas.openxmlformats.org/officeDocument/2006/relationships/image" Target="../media/image96.png"/><Relationship Id="rId229" Type="http://schemas.openxmlformats.org/officeDocument/2006/relationships/image" Target="../media/image124.png"/><Relationship Id="rId240" Type="http://schemas.openxmlformats.org/officeDocument/2006/relationships/customXml" Target="../ink/ink121.xml"/><Relationship Id="rId35" Type="http://schemas.openxmlformats.org/officeDocument/2006/relationships/image" Target="../media/image27.png"/><Relationship Id="rId77" Type="http://schemas.openxmlformats.org/officeDocument/2006/relationships/image" Target="../media/image48.png"/><Relationship Id="rId100" Type="http://schemas.openxmlformats.org/officeDocument/2006/relationships/customXml" Target="../ink/ink51.xml"/><Relationship Id="rId282" Type="http://schemas.openxmlformats.org/officeDocument/2006/relationships/customXml" Target="../ink/ink142.xml"/><Relationship Id="rId338" Type="http://schemas.openxmlformats.org/officeDocument/2006/relationships/customXml" Target="../ink/ink170.xml"/><Relationship Id="rId8" Type="http://schemas.openxmlformats.org/officeDocument/2006/relationships/customXml" Target="../ink/ink5.xml"/><Relationship Id="rId142" Type="http://schemas.openxmlformats.org/officeDocument/2006/relationships/customXml" Target="../ink/ink72.xml"/><Relationship Id="rId184" Type="http://schemas.openxmlformats.org/officeDocument/2006/relationships/customXml" Target="../ink/ink93.xml"/><Relationship Id="rId251" Type="http://schemas.openxmlformats.org/officeDocument/2006/relationships/image" Target="../media/image135.png"/><Relationship Id="rId46" Type="http://schemas.openxmlformats.org/officeDocument/2006/relationships/customXml" Target="../ink/ink24.xml"/><Relationship Id="rId293" Type="http://schemas.openxmlformats.org/officeDocument/2006/relationships/image" Target="../media/image156.png"/><Relationship Id="rId307" Type="http://schemas.openxmlformats.org/officeDocument/2006/relationships/image" Target="../media/image163.png"/><Relationship Id="rId349" Type="http://schemas.openxmlformats.org/officeDocument/2006/relationships/image" Target="../media/image184.png"/><Relationship Id="rId88" Type="http://schemas.openxmlformats.org/officeDocument/2006/relationships/customXml" Target="../ink/ink45.xml"/><Relationship Id="rId111" Type="http://schemas.openxmlformats.org/officeDocument/2006/relationships/image" Target="../media/image65.png"/><Relationship Id="rId153" Type="http://schemas.openxmlformats.org/officeDocument/2006/relationships/image" Target="../media/image86.png"/><Relationship Id="rId195" Type="http://schemas.openxmlformats.org/officeDocument/2006/relationships/image" Target="../media/image107.png"/><Relationship Id="rId209" Type="http://schemas.openxmlformats.org/officeDocument/2006/relationships/image" Target="../media/image114.png"/><Relationship Id="rId360" Type="http://schemas.openxmlformats.org/officeDocument/2006/relationships/customXml" Target="../ink/ink181.xml"/></Relationships>
</file>

<file path=ppt/slides/_rels/slide11.xml.rels><?xml version="1.0" encoding="UTF-8" standalone="yes"?>
<Relationships xmlns="http://schemas.openxmlformats.org/package/2006/relationships"><Relationship Id="rId117" Type="http://schemas.openxmlformats.org/officeDocument/2006/relationships/image" Target="../media/image251.png"/><Relationship Id="rId21" Type="http://schemas.openxmlformats.org/officeDocument/2006/relationships/image" Target="../media/image203.png"/><Relationship Id="rId63" Type="http://schemas.openxmlformats.org/officeDocument/2006/relationships/image" Target="../media/image224.png"/><Relationship Id="rId159" Type="http://schemas.openxmlformats.org/officeDocument/2006/relationships/image" Target="../media/image272.png"/><Relationship Id="rId170" Type="http://schemas.openxmlformats.org/officeDocument/2006/relationships/customXml" Target="../ink/ink269.xml"/><Relationship Id="rId226" Type="http://schemas.openxmlformats.org/officeDocument/2006/relationships/customXml" Target="../ink/ink297.xml"/><Relationship Id="rId268" Type="http://schemas.openxmlformats.org/officeDocument/2006/relationships/customXml" Target="../ink/ink318.xml"/><Relationship Id="rId32" Type="http://schemas.openxmlformats.org/officeDocument/2006/relationships/customXml" Target="../ink/ink200.xml"/><Relationship Id="rId74" Type="http://schemas.openxmlformats.org/officeDocument/2006/relationships/customXml" Target="../ink/ink221.xml"/><Relationship Id="rId128" Type="http://schemas.openxmlformats.org/officeDocument/2006/relationships/customXml" Target="../ink/ink248.xml"/><Relationship Id="rId5" Type="http://schemas.openxmlformats.org/officeDocument/2006/relationships/image" Target="../media/image195.png"/><Relationship Id="rId181" Type="http://schemas.openxmlformats.org/officeDocument/2006/relationships/image" Target="../media/image283.png"/><Relationship Id="rId237" Type="http://schemas.openxmlformats.org/officeDocument/2006/relationships/image" Target="../media/image311.png"/><Relationship Id="rId279" Type="http://schemas.openxmlformats.org/officeDocument/2006/relationships/image" Target="../media/image332.png"/><Relationship Id="rId43" Type="http://schemas.openxmlformats.org/officeDocument/2006/relationships/image" Target="../media/image214.png"/><Relationship Id="rId139" Type="http://schemas.openxmlformats.org/officeDocument/2006/relationships/image" Target="../media/image262.png"/><Relationship Id="rId85" Type="http://schemas.openxmlformats.org/officeDocument/2006/relationships/image" Target="../media/image235.png"/><Relationship Id="rId150" Type="http://schemas.openxmlformats.org/officeDocument/2006/relationships/customXml" Target="../ink/ink259.xml"/><Relationship Id="rId192" Type="http://schemas.openxmlformats.org/officeDocument/2006/relationships/customXml" Target="../ink/ink280.xml"/><Relationship Id="rId206" Type="http://schemas.openxmlformats.org/officeDocument/2006/relationships/customXml" Target="../ink/ink287.xml"/><Relationship Id="rId248" Type="http://schemas.openxmlformats.org/officeDocument/2006/relationships/customXml" Target="../ink/ink308.xml"/><Relationship Id="rId269" Type="http://schemas.openxmlformats.org/officeDocument/2006/relationships/image" Target="../media/image327.png"/><Relationship Id="rId12" Type="http://schemas.openxmlformats.org/officeDocument/2006/relationships/customXml" Target="../ink/ink190.xml"/><Relationship Id="rId33" Type="http://schemas.openxmlformats.org/officeDocument/2006/relationships/image" Target="../media/image209.png"/><Relationship Id="rId108" Type="http://schemas.openxmlformats.org/officeDocument/2006/relationships/customXml" Target="../ink/ink238.xml"/><Relationship Id="rId129" Type="http://schemas.openxmlformats.org/officeDocument/2006/relationships/image" Target="../media/image257.png"/><Relationship Id="rId280" Type="http://schemas.openxmlformats.org/officeDocument/2006/relationships/customXml" Target="../ink/ink324.xml"/><Relationship Id="rId54" Type="http://schemas.openxmlformats.org/officeDocument/2006/relationships/customXml" Target="../ink/ink211.xml"/><Relationship Id="rId75" Type="http://schemas.openxmlformats.org/officeDocument/2006/relationships/image" Target="../media/image230.png"/><Relationship Id="rId96" Type="http://schemas.openxmlformats.org/officeDocument/2006/relationships/customXml" Target="../ink/ink232.xml"/><Relationship Id="rId140" Type="http://schemas.openxmlformats.org/officeDocument/2006/relationships/customXml" Target="../ink/ink254.xml"/><Relationship Id="rId161" Type="http://schemas.openxmlformats.org/officeDocument/2006/relationships/image" Target="../media/image273.png"/><Relationship Id="rId182" Type="http://schemas.openxmlformats.org/officeDocument/2006/relationships/customXml" Target="../ink/ink275.xml"/><Relationship Id="rId217" Type="http://schemas.openxmlformats.org/officeDocument/2006/relationships/image" Target="../media/image301.png"/><Relationship Id="rId6" Type="http://schemas.openxmlformats.org/officeDocument/2006/relationships/customXml" Target="../ink/ink187.xml"/><Relationship Id="rId238" Type="http://schemas.openxmlformats.org/officeDocument/2006/relationships/customXml" Target="../ink/ink303.xml"/><Relationship Id="rId259" Type="http://schemas.openxmlformats.org/officeDocument/2006/relationships/image" Target="../media/image322.png"/><Relationship Id="rId23" Type="http://schemas.openxmlformats.org/officeDocument/2006/relationships/image" Target="../media/image204.png"/><Relationship Id="rId119" Type="http://schemas.openxmlformats.org/officeDocument/2006/relationships/image" Target="../media/image252.png"/><Relationship Id="rId270" Type="http://schemas.openxmlformats.org/officeDocument/2006/relationships/customXml" Target="../ink/ink319.xml"/><Relationship Id="rId44" Type="http://schemas.openxmlformats.org/officeDocument/2006/relationships/customXml" Target="../ink/ink206.xml"/><Relationship Id="rId65" Type="http://schemas.openxmlformats.org/officeDocument/2006/relationships/image" Target="../media/image225.png"/><Relationship Id="rId86" Type="http://schemas.openxmlformats.org/officeDocument/2006/relationships/customXml" Target="../ink/ink227.xml"/><Relationship Id="rId130" Type="http://schemas.openxmlformats.org/officeDocument/2006/relationships/customXml" Target="../ink/ink249.xml"/><Relationship Id="rId151" Type="http://schemas.openxmlformats.org/officeDocument/2006/relationships/image" Target="../media/image268.png"/><Relationship Id="rId172" Type="http://schemas.openxmlformats.org/officeDocument/2006/relationships/customXml" Target="../ink/ink270.xml"/><Relationship Id="rId193" Type="http://schemas.openxmlformats.org/officeDocument/2006/relationships/image" Target="../media/image289.png"/><Relationship Id="rId207" Type="http://schemas.openxmlformats.org/officeDocument/2006/relationships/image" Target="../media/image296.png"/><Relationship Id="rId228" Type="http://schemas.openxmlformats.org/officeDocument/2006/relationships/customXml" Target="../ink/ink298.xml"/><Relationship Id="rId249" Type="http://schemas.openxmlformats.org/officeDocument/2006/relationships/image" Target="../media/image317.png"/><Relationship Id="rId13" Type="http://schemas.openxmlformats.org/officeDocument/2006/relationships/image" Target="../media/image199.png"/><Relationship Id="rId109" Type="http://schemas.openxmlformats.org/officeDocument/2006/relationships/image" Target="../media/image247.png"/><Relationship Id="rId260" Type="http://schemas.openxmlformats.org/officeDocument/2006/relationships/customXml" Target="../ink/ink314.xml"/><Relationship Id="rId281" Type="http://schemas.openxmlformats.org/officeDocument/2006/relationships/image" Target="../media/image333.png"/><Relationship Id="rId34" Type="http://schemas.openxmlformats.org/officeDocument/2006/relationships/customXml" Target="../ink/ink201.xml"/><Relationship Id="rId55" Type="http://schemas.openxmlformats.org/officeDocument/2006/relationships/image" Target="../media/image220.png"/><Relationship Id="rId76" Type="http://schemas.openxmlformats.org/officeDocument/2006/relationships/customXml" Target="../ink/ink222.xml"/><Relationship Id="rId97" Type="http://schemas.openxmlformats.org/officeDocument/2006/relationships/image" Target="../media/image241.png"/><Relationship Id="rId120" Type="http://schemas.openxmlformats.org/officeDocument/2006/relationships/customXml" Target="../ink/ink244.xml"/><Relationship Id="rId141" Type="http://schemas.openxmlformats.org/officeDocument/2006/relationships/image" Target="../media/image263.png"/><Relationship Id="rId7" Type="http://schemas.openxmlformats.org/officeDocument/2006/relationships/image" Target="../media/image196.png"/><Relationship Id="rId162" Type="http://schemas.openxmlformats.org/officeDocument/2006/relationships/customXml" Target="../ink/ink265.xml"/><Relationship Id="rId183" Type="http://schemas.openxmlformats.org/officeDocument/2006/relationships/image" Target="../media/image284.png"/><Relationship Id="rId218" Type="http://schemas.openxmlformats.org/officeDocument/2006/relationships/customXml" Target="../ink/ink293.xml"/><Relationship Id="rId239" Type="http://schemas.openxmlformats.org/officeDocument/2006/relationships/image" Target="../media/image312.png"/><Relationship Id="rId250" Type="http://schemas.openxmlformats.org/officeDocument/2006/relationships/customXml" Target="../ink/ink309.xml"/><Relationship Id="rId271" Type="http://schemas.openxmlformats.org/officeDocument/2006/relationships/image" Target="../media/image328.png"/><Relationship Id="rId24" Type="http://schemas.openxmlformats.org/officeDocument/2006/relationships/customXml" Target="../ink/ink196.xml"/><Relationship Id="rId45" Type="http://schemas.openxmlformats.org/officeDocument/2006/relationships/image" Target="../media/image215.png"/><Relationship Id="rId66" Type="http://schemas.openxmlformats.org/officeDocument/2006/relationships/customXml" Target="../ink/ink217.xml"/><Relationship Id="rId87" Type="http://schemas.openxmlformats.org/officeDocument/2006/relationships/image" Target="../media/image236.png"/><Relationship Id="rId110" Type="http://schemas.openxmlformats.org/officeDocument/2006/relationships/customXml" Target="../ink/ink239.xml"/><Relationship Id="rId131" Type="http://schemas.openxmlformats.org/officeDocument/2006/relationships/image" Target="../media/image258.png"/><Relationship Id="rId152" Type="http://schemas.openxmlformats.org/officeDocument/2006/relationships/customXml" Target="../ink/ink260.xml"/><Relationship Id="rId173" Type="http://schemas.openxmlformats.org/officeDocument/2006/relationships/image" Target="../media/image279.png"/><Relationship Id="rId194" Type="http://schemas.openxmlformats.org/officeDocument/2006/relationships/customXml" Target="../ink/ink281.xml"/><Relationship Id="rId208" Type="http://schemas.openxmlformats.org/officeDocument/2006/relationships/customXml" Target="../ink/ink288.xml"/><Relationship Id="rId229" Type="http://schemas.openxmlformats.org/officeDocument/2006/relationships/image" Target="../media/image307.png"/><Relationship Id="rId240" Type="http://schemas.openxmlformats.org/officeDocument/2006/relationships/customXml" Target="../ink/ink304.xml"/><Relationship Id="rId261" Type="http://schemas.openxmlformats.org/officeDocument/2006/relationships/image" Target="../media/image323.png"/><Relationship Id="rId14" Type="http://schemas.openxmlformats.org/officeDocument/2006/relationships/customXml" Target="../ink/ink191.xml"/><Relationship Id="rId35" Type="http://schemas.openxmlformats.org/officeDocument/2006/relationships/image" Target="../media/image210.png"/><Relationship Id="rId56" Type="http://schemas.openxmlformats.org/officeDocument/2006/relationships/customXml" Target="../ink/ink212.xml"/><Relationship Id="rId77" Type="http://schemas.openxmlformats.org/officeDocument/2006/relationships/image" Target="../media/image231.png"/><Relationship Id="rId100" Type="http://schemas.openxmlformats.org/officeDocument/2006/relationships/customXml" Target="../ink/ink234.xml"/><Relationship Id="rId282" Type="http://schemas.openxmlformats.org/officeDocument/2006/relationships/customXml" Target="../ink/ink325.xml"/><Relationship Id="rId8" Type="http://schemas.openxmlformats.org/officeDocument/2006/relationships/customXml" Target="../ink/ink188.xml"/><Relationship Id="rId98" Type="http://schemas.openxmlformats.org/officeDocument/2006/relationships/customXml" Target="../ink/ink233.xml"/><Relationship Id="rId121" Type="http://schemas.openxmlformats.org/officeDocument/2006/relationships/image" Target="../media/image253.png"/><Relationship Id="rId142" Type="http://schemas.openxmlformats.org/officeDocument/2006/relationships/customXml" Target="../ink/ink255.xml"/><Relationship Id="rId163" Type="http://schemas.openxmlformats.org/officeDocument/2006/relationships/image" Target="../media/image274.png"/><Relationship Id="rId184" Type="http://schemas.openxmlformats.org/officeDocument/2006/relationships/customXml" Target="../ink/ink276.xml"/><Relationship Id="rId219" Type="http://schemas.openxmlformats.org/officeDocument/2006/relationships/image" Target="../media/image302.png"/><Relationship Id="rId230" Type="http://schemas.openxmlformats.org/officeDocument/2006/relationships/customXml" Target="../ink/ink299.xml"/><Relationship Id="rId251" Type="http://schemas.openxmlformats.org/officeDocument/2006/relationships/image" Target="../media/image318.png"/><Relationship Id="rId25" Type="http://schemas.openxmlformats.org/officeDocument/2006/relationships/image" Target="../media/image205.png"/><Relationship Id="rId46" Type="http://schemas.openxmlformats.org/officeDocument/2006/relationships/customXml" Target="../ink/ink207.xml"/><Relationship Id="rId67" Type="http://schemas.openxmlformats.org/officeDocument/2006/relationships/image" Target="../media/image226.png"/><Relationship Id="rId272" Type="http://schemas.openxmlformats.org/officeDocument/2006/relationships/customXml" Target="../ink/ink320.xml"/><Relationship Id="rId88" Type="http://schemas.openxmlformats.org/officeDocument/2006/relationships/customXml" Target="../ink/ink228.xml"/><Relationship Id="rId111" Type="http://schemas.openxmlformats.org/officeDocument/2006/relationships/image" Target="../media/image248.png"/><Relationship Id="rId132" Type="http://schemas.openxmlformats.org/officeDocument/2006/relationships/customXml" Target="../ink/ink250.xml"/><Relationship Id="rId153" Type="http://schemas.openxmlformats.org/officeDocument/2006/relationships/image" Target="../media/image269.png"/><Relationship Id="rId174" Type="http://schemas.openxmlformats.org/officeDocument/2006/relationships/customXml" Target="../ink/ink271.xml"/><Relationship Id="rId195" Type="http://schemas.openxmlformats.org/officeDocument/2006/relationships/image" Target="../media/image290.png"/><Relationship Id="rId209" Type="http://schemas.openxmlformats.org/officeDocument/2006/relationships/image" Target="../media/image297.png"/><Relationship Id="rId220" Type="http://schemas.openxmlformats.org/officeDocument/2006/relationships/customXml" Target="../ink/ink294.xml"/><Relationship Id="rId241" Type="http://schemas.openxmlformats.org/officeDocument/2006/relationships/image" Target="../media/image313.png"/><Relationship Id="rId15" Type="http://schemas.openxmlformats.org/officeDocument/2006/relationships/image" Target="../media/image200.png"/><Relationship Id="rId36" Type="http://schemas.openxmlformats.org/officeDocument/2006/relationships/customXml" Target="../ink/ink202.xml"/><Relationship Id="rId57" Type="http://schemas.openxmlformats.org/officeDocument/2006/relationships/image" Target="../media/image221.png"/><Relationship Id="rId262" Type="http://schemas.openxmlformats.org/officeDocument/2006/relationships/customXml" Target="../ink/ink315.xml"/><Relationship Id="rId283" Type="http://schemas.openxmlformats.org/officeDocument/2006/relationships/image" Target="../media/image334.png"/><Relationship Id="rId78" Type="http://schemas.openxmlformats.org/officeDocument/2006/relationships/customXml" Target="../ink/ink223.xml"/><Relationship Id="rId99" Type="http://schemas.openxmlformats.org/officeDocument/2006/relationships/image" Target="../media/image242.png"/><Relationship Id="rId101" Type="http://schemas.openxmlformats.org/officeDocument/2006/relationships/image" Target="../media/image243.png"/><Relationship Id="rId122" Type="http://schemas.openxmlformats.org/officeDocument/2006/relationships/customXml" Target="../ink/ink245.xml"/><Relationship Id="rId143" Type="http://schemas.openxmlformats.org/officeDocument/2006/relationships/image" Target="../media/image264.png"/><Relationship Id="rId164" Type="http://schemas.openxmlformats.org/officeDocument/2006/relationships/customXml" Target="../ink/ink266.xml"/><Relationship Id="rId185" Type="http://schemas.openxmlformats.org/officeDocument/2006/relationships/image" Target="../media/image285.png"/><Relationship Id="rId9" Type="http://schemas.openxmlformats.org/officeDocument/2006/relationships/image" Target="../media/image197.png"/><Relationship Id="rId210" Type="http://schemas.openxmlformats.org/officeDocument/2006/relationships/customXml" Target="../ink/ink289.xml"/><Relationship Id="rId26" Type="http://schemas.openxmlformats.org/officeDocument/2006/relationships/customXml" Target="../ink/ink197.xml"/><Relationship Id="rId231" Type="http://schemas.openxmlformats.org/officeDocument/2006/relationships/image" Target="../media/image308.png"/><Relationship Id="rId252" Type="http://schemas.openxmlformats.org/officeDocument/2006/relationships/customXml" Target="../ink/ink310.xml"/><Relationship Id="rId273" Type="http://schemas.openxmlformats.org/officeDocument/2006/relationships/image" Target="../media/image329.png"/><Relationship Id="rId47" Type="http://schemas.openxmlformats.org/officeDocument/2006/relationships/image" Target="../media/image216.png"/><Relationship Id="rId68" Type="http://schemas.openxmlformats.org/officeDocument/2006/relationships/customXml" Target="../ink/ink218.xml"/><Relationship Id="rId89" Type="http://schemas.openxmlformats.org/officeDocument/2006/relationships/image" Target="../media/image237.png"/><Relationship Id="rId112" Type="http://schemas.openxmlformats.org/officeDocument/2006/relationships/customXml" Target="../ink/ink240.xml"/><Relationship Id="rId133" Type="http://schemas.openxmlformats.org/officeDocument/2006/relationships/image" Target="../media/image259.png"/><Relationship Id="rId154" Type="http://schemas.openxmlformats.org/officeDocument/2006/relationships/customXml" Target="../ink/ink261.xml"/><Relationship Id="rId175" Type="http://schemas.openxmlformats.org/officeDocument/2006/relationships/image" Target="../media/image280.png"/><Relationship Id="rId196" Type="http://schemas.openxmlformats.org/officeDocument/2006/relationships/customXml" Target="../ink/ink282.xml"/><Relationship Id="rId200" Type="http://schemas.openxmlformats.org/officeDocument/2006/relationships/customXml" Target="../ink/ink284.xml"/><Relationship Id="rId16" Type="http://schemas.openxmlformats.org/officeDocument/2006/relationships/customXml" Target="../ink/ink192.xml"/><Relationship Id="rId221" Type="http://schemas.openxmlformats.org/officeDocument/2006/relationships/image" Target="../media/image303.png"/><Relationship Id="rId242" Type="http://schemas.openxmlformats.org/officeDocument/2006/relationships/customXml" Target="../ink/ink305.xml"/><Relationship Id="rId263" Type="http://schemas.openxmlformats.org/officeDocument/2006/relationships/image" Target="../media/image324.png"/><Relationship Id="rId284" Type="http://schemas.openxmlformats.org/officeDocument/2006/relationships/customXml" Target="../ink/ink326.xml"/><Relationship Id="rId37" Type="http://schemas.openxmlformats.org/officeDocument/2006/relationships/image" Target="../media/image211.png"/><Relationship Id="rId58" Type="http://schemas.openxmlformats.org/officeDocument/2006/relationships/customXml" Target="../ink/ink213.xml"/><Relationship Id="rId79" Type="http://schemas.openxmlformats.org/officeDocument/2006/relationships/image" Target="../media/image232.png"/><Relationship Id="rId102" Type="http://schemas.openxmlformats.org/officeDocument/2006/relationships/customXml" Target="../ink/ink235.xml"/><Relationship Id="rId123" Type="http://schemas.openxmlformats.org/officeDocument/2006/relationships/image" Target="../media/image254.png"/><Relationship Id="rId144" Type="http://schemas.openxmlformats.org/officeDocument/2006/relationships/customXml" Target="../ink/ink256.xml"/><Relationship Id="rId90" Type="http://schemas.openxmlformats.org/officeDocument/2006/relationships/customXml" Target="../ink/ink229.xml"/><Relationship Id="rId165" Type="http://schemas.openxmlformats.org/officeDocument/2006/relationships/image" Target="../media/image275.png"/><Relationship Id="rId186" Type="http://schemas.openxmlformats.org/officeDocument/2006/relationships/customXml" Target="../ink/ink277.xml"/><Relationship Id="rId211" Type="http://schemas.openxmlformats.org/officeDocument/2006/relationships/image" Target="../media/image298.png"/><Relationship Id="rId232" Type="http://schemas.openxmlformats.org/officeDocument/2006/relationships/customXml" Target="../ink/ink300.xml"/><Relationship Id="rId253" Type="http://schemas.openxmlformats.org/officeDocument/2006/relationships/image" Target="../media/image319.png"/><Relationship Id="rId274" Type="http://schemas.openxmlformats.org/officeDocument/2006/relationships/customXml" Target="../ink/ink321.xml"/><Relationship Id="rId27" Type="http://schemas.openxmlformats.org/officeDocument/2006/relationships/image" Target="../media/image206.png"/><Relationship Id="rId48" Type="http://schemas.openxmlformats.org/officeDocument/2006/relationships/customXml" Target="../ink/ink208.xml"/><Relationship Id="rId69" Type="http://schemas.openxmlformats.org/officeDocument/2006/relationships/image" Target="../media/image227.png"/><Relationship Id="rId113" Type="http://schemas.openxmlformats.org/officeDocument/2006/relationships/image" Target="../media/image249.png"/><Relationship Id="rId134" Type="http://schemas.openxmlformats.org/officeDocument/2006/relationships/customXml" Target="../ink/ink251.xml"/><Relationship Id="rId80" Type="http://schemas.openxmlformats.org/officeDocument/2006/relationships/customXml" Target="../ink/ink224.xml"/><Relationship Id="rId155" Type="http://schemas.openxmlformats.org/officeDocument/2006/relationships/image" Target="../media/image270.png"/><Relationship Id="rId176" Type="http://schemas.openxmlformats.org/officeDocument/2006/relationships/customXml" Target="../ink/ink272.xml"/><Relationship Id="rId197" Type="http://schemas.openxmlformats.org/officeDocument/2006/relationships/image" Target="../media/image291.png"/><Relationship Id="rId201" Type="http://schemas.openxmlformats.org/officeDocument/2006/relationships/image" Target="../media/image293.png"/><Relationship Id="rId222" Type="http://schemas.openxmlformats.org/officeDocument/2006/relationships/customXml" Target="../ink/ink295.xml"/><Relationship Id="rId243" Type="http://schemas.openxmlformats.org/officeDocument/2006/relationships/image" Target="../media/image314.png"/><Relationship Id="rId264" Type="http://schemas.openxmlformats.org/officeDocument/2006/relationships/customXml" Target="../ink/ink316.xml"/><Relationship Id="rId285" Type="http://schemas.openxmlformats.org/officeDocument/2006/relationships/image" Target="../media/image335.png"/><Relationship Id="rId17" Type="http://schemas.openxmlformats.org/officeDocument/2006/relationships/image" Target="../media/image201.png"/><Relationship Id="rId38" Type="http://schemas.openxmlformats.org/officeDocument/2006/relationships/customXml" Target="../ink/ink203.xml"/><Relationship Id="rId59" Type="http://schemas.openxmlformats.org/officeDocument/2006/relationships/image" Target="../media/image222.png"/><Relationship Id="rId103" Type="http://schemas.openxmlformats.org/officeDocument/2006/relationships/image" Target="../media/image244.png"/><Relationship Id="rId124" Type="http://schemas.openxmlformats.org/officeDocument/2006/relationships/customXml" Target="../ink/ink246.xml"/><Relationship Id="rId70" Type="http://schemas.openxmlformats.org/officeDocument/2006/relationships/customXml" Target="../ink/ink219.xml"/><Relationship Id="rId91" Type="http://schemas.openxmlformats.org/officeDocument/2006/relationships/image" Target="../media/image238.png"/><Relationship Id="rId145" Type="http://schemas.openxmlformats.org/officeDocument/2006/relationships/image" Target="../media/image265.png"/><Relationship Id="rId166" Type="http://schemas.openxmlformats.org/officeDocument/2006/relationships/customXml" Target="../ink/ink267.xml"/><Relationship Id="rId187" Type="http://schemas.openxmlformats.org/officeDocument/2006/relationships/image" Target="../media/image286.png"/><Relationship Id="rId1" Type="http://schemas.openxmlformats.org/officeDocument/2006/relationships/slideLayout" Target="../slideLayouts/slideLayout2.xml"/><Relationship Id="rId212" Type="http://schemas.openxmlformats.org/officeDocument/2006/relationships/customXml" Target="../ink/ink290.xml"/><Relationship Id="rId233" Type="http://schemas.openxmlformats.org/officeDocument/2006/relationships/image" Target="../media/image309.png"/><Relationship Id="rId254" Type="http://schemas.openxmlformats.org/officeDocument/2006/relationships/customXml" Target="../ink/ink311.xml"/><Relationship Id="rId28" Type="http://schemas.openxmlformats.org/officeDocument/2006/relationships/customXml" Target="../ink/ink198.xml"/><Relationship Id="rId49" Type="http://schemas.openxmlformats.org/officeDocument/2006/relationships/image" Target="../media/image217.png"/><Relationship Id="rId114" Type="http://schemas.openxmlformats.org/officeDocument/2006/relationships/customXml" Target="../ink/ink241.xml"/><Relationship Id="rId275" Type="http://schemas.openxmlformats.org/officeDocument/2006/relationships/image" Target="../media/image330.png"/><Relationship Id="rId60" Type="http://schemas.openxmlformats.org/officeDocument/2006/relationships/customXml" Target="../ink/ink214.xml"/><Relationship Id="rId81" Type="http://schemas.openxmlformats.org/officeDocument/2006/relationships/image" Target="../media/image233.png"/><Relationship Id="rId135" Type="http://schemas.openxmlformats.org/officeDocument/2006/relationships/image" Target="../media/image260.png"/><Relationship Id="rId156" Type="http://schemas.openxmlformats.org/officeDocument/2006/relationships/customXml" Target="../ink/ink262.xml"/><Relationship Id="rId177" Type="http://schemas.openxmlformats.org/officeDocument/2006/relationships/image" Target="../media/image281.png"/><Relationship Id="rId198" Type="http://schemas.openxmlformats.org/officeDocument/2006/relationships/customXml" Target="../ink/ink283.xml"/><Relationship Id="rId202" Type="http://schemas.openxmlformats.org/officeDocument/2006/relationships/customXml" Target="../ink/ink285.xml"/><Relationship Id="rId223" Type="http://schemas.openxmlformats.org/officeDocument/2006/relationships/image" Target="../media/image304.png"/><Relationship Id="rId244" Type="http://schemas.openxmlformats.org/officeDocument/2006/relationships/customXml" Target="../ink/ink306.xml"/><Relationship Id="rId18" Type="http://schemas.openxmlformats.org/officeDocument/2006/relationships/customXml" Target="../ink/ink193.xml"/><Relationship Id="rId39" Type="http://schemas.openxmlformats.org/officeDocument/2006/relationships/image" Target="../media/image212.png"/><Relationship Id="rId265" Type="http://schemas.openxmlformats.org/officeDocument/2006/relationships/image" Target="../media/image325.png"/><Relationship Id="rId286" Type="http://schemas.openxmlformats.org/officeDocument/2006/relationships/customXml" Target="../ink/ink327.xml"/><Relationship Id="rId50" Type="http://schemas.openxmlformats.org/officeDocument/2006/relationships/customXml" Target="../ink/ink209.xml"/><Relationship Id="rId104" Type="http://schemas.openxmlformats.org/officeDocument/2006/relationships/customXml" Target="../ink/ink236.xml"/><Relationship Id="rId125" Type="http://schemas.openxmlformats.org/officeDocument/2006/relationships/image" Target="../media/image255.png"/><Relationship Id="rId146" Type="http://schemas.openxmlformats.org/officeDocument/2006/relationships/customXml" Target="../ink/ink257.xml"/><Relationship Id="rId167" Type="http://schemas.openxmlformats.org/officeDocument/2006/relationships/image" Target="../media/image276.png"/><Relationship Id="rId188" Type="http://schemas.openxmlformats.org/officeDocument/2006/relationships/customXml" Target="../ink/ink278.xml"/><Relationship Id="rId71" Type="http://schemas.openxmlformats.org/officeDocument/2006/relationships/image" Target="../media/image228.png"/><Relationship Id="rId92" Type="http://schemas.openxmlformats.org/officeDocument/2006/relationships/customXml" Target="../ink/ink230.xml"/><Relationship Id="rId213" Type="http://schemas.openxmlformats.org/officeDocument/2006/relationships/image" Target="../media/image299.png"/><Relationship Id="rId234" Type="http://schemas.openxmlformats.org/officeDocument/2006/relationships/customXml" Target="../ink/ink301.xml"/><Relationship Id="rId2" Type="http://schemas.openxmlformats.org/officeDocument/2006/relationships/customXml" Target="../ink/ink185.xml"/><Relationship Id="rId29" Type="http://schemas.openxmlformats.org/officeDocument/2006/relationships/image" Target="../media/image207.png"/><Relationship Id="rId255" Type="http://schemas.openxmlformats.org/officeDocument/2006/relationships/image" Target="../media/image320.png"/><Relationship Id="rId276" Type="http://schemas.openxmlformats.org/officeDocument/2006/relationships/customXml" Target="../ink/ink322.xml"/><Relationship Id="rId40" Type="http://schemas.openxmlformats.org/officeDocument/2006/relationships/customXml" Target="../ink/ink204.xml"/><Relationship Id="rId115" Type="http://schemas.openxmlformats.org/officeDocument/2006/relationships/image" Target="../media/image250.png"/><Relationship Id="rId136" Type="http://schemas.openxmlformats.org/officeDocument/2006/relationships/customXml" Target="../ink/ink252.xml"/><Relationship Id="rId157" Type="http://schemas.openxmlformats.org/officeDocument/2006/relationships/image" Target="../media/image271.png"/><Relationship Id="rId178" Type="http://schemas.openxmlformats.org/officeDocument/2006/relationships/customXml" Target="../ink/ink273.xml"/><Relationship Id="rId61" Type="http://schemas.openxmlformats.org/officeDocument/2006/relationships/image" Target="../media/image223.png"/><Relationship Id="rId82" Type="http://schemas.openxmlformats.org/officeDocument/2006/relationships/customXml" Target="../ink/ink225.xml"/><Relationship Id="rId199" Type="http://schemas.openxmlformats.org/officeDocument/2006/relationships/image" Target="../media/image292.png"/><Relationship Id="rId203" Type="http://schemas.openxmlformats.org/officeDocument/2006/relationships/image" Target="../media/image294.png"/><Relationship Id="rId19" Type="http://schemas.openxmlformats.org/officeDocument/2006/relationships/image" Target="../media/image202.png"/><Relationship Id="rId224" Type="http://schemas.openxmlformats.org/officeDocument/2006/relationships/customXml" Target="../ink/ink296.xml"/><Relationship Id="rId245" Type="http://schemas.openxmlformats.org/officeDocument/2006/relationships/image" Target="../media/image315.png"/><Relationship Id="rId266" Type="http://schemas.openxmlformats.org/officeDocument/2006/relationships/customXml" Target="../ink/ink317.xml"/><Relationship Id="rId287" Type="http://schemas.openxmlformats.org/officeDocument/2006/relationships/image" Target="../media/image336.png"/><Relationship Id="rId30" Type="http://schemas.openxmlformats.org/officeDocument/2006/relationships/customXml" Target="../ink/ink199.xml"/><Relationship Id="rId105" Type="http://schemas.openxmlformats.org/officeDocument/2006/relationships/image" Target="../media/image245.png"/><Relationship Id="rId126" Type="http://schemas.openxmlformats.org/officeDocument/2006/relationships/customXml" Target="../ink/ink247.xml"/><Relationship Id="rId147" Type="http://schemas.openxmlformats.org/officeDocument/2006/relationships/image" Target="../media/image266.png"/><Relationship Id="rId168" Type="http://schemas.openxmlformats.org/officeDocument/2006/relationships/customXml" Target="../ink/ink268.xml"/><Relationship Id="rId51" Type="http://schemas.openxmlformats.org/officeDocument/2006/relationships/image" Target="../media/image218.png"/><Relationship Id="rId72" Type="http://schemas.openxmlformats.org/officeDocument/2006/relationships/customXml" Target="../ink/ink220.xml"/><Relationship Id="rId93" Type="http://schemas.openxmlformats.org/officeDocument/2006/relationships/image" Target="../media/image239.png"/><Relationship Id="rId189" Type="http://schemas.openxmlformats.org/officeDocument/2006/relationships/image" Target="../media/image287.png"/><Relationship Id="rId3" Type="http://schemas.openxmlformats.org/officeDocument/2006/relationships/image" Target="../media/image194.png"/><Relationship Id="rId214" Type="http://schemas.openxmlformats.org/officeDocument/2006/relationships/customXml" Target="../ink/ink291.xml"/><Relationship Id="rId235" Type="http://schemas.openxmlformats.org/officeDocument/2006/relationships/image" Target="../media/image310.png"/><Relationship Id="rId256" Type="http://schemas.openxmlformats.org/officeDocument/2006/relationships/customXml" Target="../ink/ink312.xml"/><Relationship Id="rId277" Type="http://schemas.openxmlformats.org/officeDocument/2006/relationships/image" Target="../media/image331.png"/><Relationship Id="rId116" Type="http://schemas.openxmlformats.org/officeDocument/2006/relationships/customXml" Target="../ink/ink242.xml"/><Relationship Id="rId137" Type="http://schemas.openxmlformats.org/officeDocument/2006/relationships/image" Target="../media/image261.png"/><Relationship Id="rId158" Type="http://schemas.openxmlformats.org/officeDocument/2006/relationships/customXml" Target="../ink/ink263.xml"/><Relationship Id="rId20" Type="http://schemas.openxmlformats.org/officeDocument/2006/relationships/customXml" Target="../ink/ink194.xml"/><Relationship Id="rId41" Type="http://schemas.openxmlformats.org/officeDocument/2006/relationships/image" Target="../media/image213.png"/><Relationship Id="rId62" Type="http://schemas.openxmlformats.org/officeDocument/2006/relationships/customXml" Target="../ink/ink215.xml"/><Relationship Id="rId83" Type="http://schemas.openxmlformats.org/officeDocument/2006/relationships/image" Target="../media/image234.png"/><Relationship Id="rId179" Type="http://schemas.openxmlformats.org/officeDocument/2006/relationships/image" Target="../media/image282.png"/><Relationship Id="rId190" Type="http://schemas.openxmlformats.org/officeDocument/2006/relationships/customXml" Target="../ink/ink279.xml"/><Relationship Id="rId204" Type="http://schemas.openxmlformats.org/officeDocument/2006/relationships/customXml" Target="../ink/ink286.xml"/><Relationship Id="rId225" Type="http://schemas.openxmlformats.org/officeDocument/2006/relationships/image" Target="../media/image305.png"/><Relationship Id="rId246" Type="http://schemas.openxmlformats.org/officeDocument/2006/relationships/customXml" Target="../ink/ink307.xml"/><Relationship Id="rId267" Type="http://schemas.openxmlformats.org/officeDocument/2006/relationships/image" Target="../media/image326.png"/><Relationship Id="rId288" Type="http://schemas.openxmlformats.org/officeDocument/2006/relationships/customXml" Target="../ink/ink328.xml"/><Relationship Id="rId106" Type="http://schemas.openxmlformats.org/officeDocument/2006/relationships/customXml" Target="../ink/ink237.xml"/><Relationship Id="rId127" Type="http://schemas.openxmlformats.org/officeDocument/2006/relationships/image" Target="../media/image256.png"/><Relationship Id="rId10" Type="http://schemas.openxmlformats.org/officeDocument/2006/relationships/customXml" Target="../ink/ink189.xml"/><Relationship Id="rId31" Type="http://schemas.openxmlformats.org/officeDocument/2006/relationships/image" Target="../media/image208.png"/><Relationship Id="rId52" Type="http://schemas.openxmlformats.org/officeDocument/2006/relationships/customXml" Target="../ink/ink210.xml"/><Relationship Id="rId73" Type="http://schemas.openxmlformats.org/officeDocument/2006/relationships/image" Target="../media/image229.png"/><Relationship Id="rId94" Type="http://schemas.openxmlformats.org/officeDocument/2006/relationships/customXml" Target="../ink/ink231.xml"/><Relationship Id="rId148" Type="http://schemas.openxmlformats.org/officeDocument/2006/relationships/customXml" Target="../ink/ink258.xml"/><Relationship Id="rId169" Type="http://schemas.openxmlformats.org/officeDocument/2006/relationships/image" Target="../media/image277.png"/><Relationship Id="rId4" Type="http://schemas.openxmlformats.org/officeDocument/2006/relationships/customXml" Target="../ink/ink186.xml"/><Relationship Id="rId180" Type="http://schemas.openxmlformats.org/officeDocument/2006/relationships/customXml" Target="../ink/ink274.xml"/><Relationship Id="rId215" Type="http://schemas.openxmlformats.org/officeDocument/2006/relationships/image" Target="../media/image300.png"/><Relationship Id="rId236" Type="http://schemas.openxmlformats.org/officeDocument/2006/relationships/customXml" Target="../ink/ink302.xml"/><Relationship Id="rId257" Type="http://schemas.openxmlformats.org/officeDocument/2006/relationships/image" Target="../media/image321.png"/><Relationship Id="rId278" Type="http://schemas.openxmlformats.org/officeDocument/2006/relationships/customXml" Target="../ink/ink323.xml"/><Relationship Id="rId42" Type="http://schemas.openxmlformats.org/officeDocument/2006/relationships/customXml" Target="../ink/ink205.xml"/><Relationship Id="rId84" Type="http://schemas.openxmlformats.org/officeDocument/2006/relationships/customXml" Target="../ink/ink226.xml"/><Relationship Id="rId138" Type="http://schemas.openxmlformats.org/officeDocument/2006/relationships/customXml" Target="../ink/ink253.xml"/><Relationship Id="rId191" Type="http://schemas.openxmlformats.org/officeDocument/2006/relationships/image" Target="../media/image288.png"/><Relationship Id="rId205" Type="http://schemas.openxmlformats.org/officeDocument/2006/relationships/image" Target="../media/image295.png"/><Relationship Id="rId247" Type="http://schemas.openxmlformats.org/officeDocument/2006/relationships/image" Target="../media/image316.png"/><Relationship Id="rId107" Type="http://schemas.openxmlformats.org/officeDocument/2006/relationships/image" Target="../media/image246.png"/><Relationship Id="rId289" Type="http://schemas.openxmlformats.org/officeDocument/2006/relationships/image" Target="../media/image337.png"/><Relationship Id="rId11" Type="http://schemas.openxmlformats.org/officeDocument/2006/relationships/image" Target="../media/image198.png"/><Relationship Id="rId53" Type="http://schemas.openxmlformats.org/officeDocument/2006/relationships/image" Target="../media/image219.png"/><Relationship Id="rId149" Type="http://schemas.openxmlformats.org/officeDocument/2006/relationships/image" Target="../media/image267.png"/><Relationship Id="rId95" Type="http://schemas.openxmlformats.org/officeDocument/2006/relationships/image" Target="../media/image240.png"/><Relationship Id="rId160" Type="http://schemas.openxmlformats.org/officeDocument/2006/relationships/customXml" Target="../ink/ink264.xml"/><Relationship Id="rId216" Type="http://schemas.openxmlformats.org/officeDocument/2006/relationships/customXml" Target="../ink/ink292.xml"/><Relationship Id="rId258" Type="http://schemas.openxmlformats.org/officeDocument/2006/relationships/customXml" Target="../ink/ink313.xml"/><Relationship Id="rId22" Type="http://schemas.openxmlformats.org/officeDocument/2006/relationships/customXml" Target="../ink/ink195.xml"/><Relationship Id="rId64" Type="http://schemas.openxmlformats.org/officeDocument/2006/relationships/customXml" Target="../ink/ink216.xml"/><Relationship Id="rId118" Type="http://schemas.openxmlformats.org/officeDocument/2006/relationships/customXml" Target="../ink/ink243.xml"/><Relationship Id="rId171" Type="http://schemas.openxmlformats.org/officeDocument/2006/relationships/image" Target="../media/image278.png"/><Relationship Id="rId227" Type="http://schemas.openxmlformats.org/officeDocument/2006/relationships/image" Target="../media/image306.png"/></Relationships>
</file>

<file path=ppt/slides/_rels/slide12.xml.rels><?xml version="1.0" encoding="UTF-8" standalone="yes"?>
<Relationships xmlns="http://schemas.openxmlformats.org/package/2006/relationships"><Relationship Id="rId117" Type="http://schemas.openxmlformats.org/officeDocument/2006/relationships/image" Target="../media/image394.png"/><Relationship Id="rId21" Type="http://schemas.openxmlformats.org/officeDocument/2006/relationships/image" Target="../media/image346.png"/><Relationship Id="rId324" Type="http://schemas.openxmlformats.org/officeDocument/2006/relationships/image" Target="../media/image497.png"/><Relationship Id="rId531" Type="http://schemas.openxmlformats.org/officeDocument/2006/relationships/image" Target="../media/image599.png"/><Relationship Id="rId170" Type="http://schemas.openxmlformats.org/officeDocument/2006/relationships/customXml" Target="../ink/ink413.xml"/><Relationship Id="rId268" Type="http://schemas.openxmlformats.org/officeDocument/2006/relationships/image" Target="../media/image469.png"/><Relationship Id="rId475" Type="http://schemas.openxmlformats.org/officeDocument/2006/relationships/customXml" Target="../ink/ink566.xml"/><Relationship Id="rId32" Type="http://schemas.openxmlformats.org/officeDocument/2006/relationships/customXml" Target="../ink/ink344.xml"/><Relationship Id="rId128" Type="http://schemas.openxmlformats.org/officeDocument/2006/relationships/customXml" Target="../ink/ink392.xml"/><Relationship Id="rId335" Type="http://schemas.openxmlformats.org/officeDocument/2006/relationships/customXml" Target="../ink/ink496.xml"/><Relationship Id="rId542" Type="http://schemas.openxmlformats.org/officeDocument/2006/relationships/customXml" Target="../ink/ink600.xml"/><Relationship Id="rId181" Type="http://schemas.openxmlformats.org/officeDocument/2006/relationships/image" Target="../media/image426.png"/><Relationship Id="rId402" Type="http://schemas.openxmlformats.org/officeDocument/2006/relationships/image" Target="../media/image535.png"/><Relationship Id="rId279" Type="http://schemas.openxmlformats.org/officeDocument/2006/relationships/customXml" Target="../ink/ink468.xml"/><Relationship Id="rId486" Type="http://schemas.openxmlformats.org/officeDocument/2006/relationships/image" Target="../media/image577.png"/><Relationship Id="rId43" Type="http://schemas.openxmlformats.org/officeDocument/2006/relationships/image" Target="../media/image357.png"/><Relationship Id="rId139" Type="http://schemas.openxmlformats.org/officeDocument/2006/relationships/image" Target="../media/image405.png"/><Relationship Id="rId346" Type="http://schemas.openxmlformats.org/officeDocument/2006/relationships/image" Target="../media/image507.png"/><Relationship Id="rId553" Type="http://schemas.openxmlformats.org/officeDocument/2006/relationships/customXml" Target="../ink/ink606.xml"/><Relationship Id="rId192" Type="http://schemas.openxmlformats.org/officeDocument/2006/relationships/customXml" Target="../ink/ink424.xml"/><Relationship Id="rId206" Type="http://schemas.openxmlformats.org/officeDocument/2006/relationships/customXml" Target="../ink/ink431.xml"/><Relationship Id="rId413" Type="http://schemas.openxmlformats.org/officeDocument/2006/relationships/customXml" Target="../ink/ink535.xml"/><Relationship Id="rId497" Type="http://schemas.openxmlformats.org/officeDocument/2006/relationships/customXml" Target="../ink/ink577.xml"/><Relationship Id="rId620" Type="http://schemas.openxmlformats.org/officeDocument/2006/relationships/image" Target="../media/image642.png"/><Relationship Id="rId357" Type="http://schemas.openxmlformats.org/officeDocument/2006/relationships/customXml" Target="../ink/ink507.xml"/><Relationship Id="rId54" Type="http://schemas.openxmlformats.org/officeDocument/2006/relationships/customXml" Target="../ink/ink355.xml"/><Relationship Id="rId217" Type="http://schemas.openxmlformats.org/officeDocument/2006/relationships/image" Target="../media/image444.png"/><Relationship Id="rId564" Type="http://schemas.openxmlformats.org/officeDocument/2006/relationships/image" Target="../media/image615.png"/><Relationship Id="rId424" Type="http://schemas.openxmlformats.org/officeDocument/2006/relationships/image" Target="../media/image546.png"/><Relationship Id="rId270" Type="http://schemas.openxmlformats.org/officeDocument/2006/relationships/image" Target="../media/image470.png"/><Relationship Id="rId65" Type="http://schemas.openxmlformats.org/officeDocument/2006/relationships/image" Target="../media/image368.png"/><Relationship Id="rId130" Type="http://schemas.openxmlformats.org/officeDocument/2006/relationships/customXml" Target="../ink/ink393.xml"/><Relationship Id="rId368" Type="http://schemas.openxmlformats.org/officeDocument/2006/relationships/image" Target="../media/image518.png"/><Relationship Id="rId575" Type="http://schemas.openxmlformats.org/officeDocument/2006/relationships/customXml" Target="../ink/ink617.xml"/><Relationship Id="rId228" Type="http://schemas.openxmlformats.org/officeDocument/2006/relationships/customXml" Target="../ink/ink442.xml"/><Relationship Id="rId435" Type="http://schemas.openxmlformats.org/officeDocument/2006/relationships/customXml" Target="../ink/ink546.xml"/><Relationship Id="rId281" Type="http://schemas.openxmlformats.org/officeDocument/2006/relationships/customXml" Target="../ink/ink469.xml"/><Relationship Id="rId502" Type="http://schemas.openxmlformats.org/officeDocument/2006/relationships/image" Target="../media/image585.png"/><Relationship Id="rId76" Type="http://schemas.openxmlformats.org/officeDocument/2006/relationships/customXml" Target="../ink/ink366.xml"/><Relationship Id="rId141" Type="http://schemas.openxmlformats.org/officeDocument/2006/relationships/image" Target="../media/image406.png"/><Relationship Id="rId379" Type="http://schemas.openxmlformats.org/officeDocument/2006/relationships/customXml" Target="../ink/ink518.xml"/><Relationship Id="rId586" Type="http://schemas.openxmlformats.org/officeDocument/2006/relationships/image" Target="../media/image625.png"/><Relationship Id="rId7" Type="http://schemas.openxmlformats.org/officeDocument/2006/relationships/image" Target="../media/image339.png"/><Relationship Id="rId239" Type="http://schemas.openxmlformats.org/officeDocument/2006/relationships/customXml" Target="../ink/ink448.xml"/><Relationship Id="rId446" Type="http://schemas.openxmlformats.org/officeDocument/2006/relationships/image" Target="../media/image557.png"/><Relationship Id="rId292" Type="http://schemas.openxmlformats.org/officeDocument/2006/relationships/image" Target="../media/image481.png"/><Relationship Id="rId306" Type="http://schemas.openxmlformats.org/officeDocument/2006/relationships/image" Target="../media/image488.png"/><Relationship Id="rId87" Type="http://schemas.openxmlformats.org/officeDocument/2006/relationships/image" Target="../media/image379.png"/><Relationship Id="rId513" Type="http://schemas.openxmlformats.org/officeDocument/2006/relationships/customXml" Target="../ink/ink585.xml"/><Relationship Id="rId597" Type="http://schemas.openxmlformats.org/officeDocument/2006/relationships/customXml" Target="../ink/ink628.xml"/><Relationship Id="rId152" Type="http://schemas.openxmlformats.org/officeDocument/2006/relationships/customXml" Target="../ink/ink404.xml"/><Relationship Id="rId457" Type="http://schemas.openxmlformats.org/officeDocument/2006/relationships/customXml" Target="../ink/ink557.xml"/><Relationship Id="rId14" Type="http://schemas.openxmlformats.org/officeDocument/2006/relationships/customXml" Target="../ink/ink335.xml"/><Relationship Id="rId317" Type="http://schemas.openxmlformats.org/officeDocument/2006/relationships/customXml" Target="../ink/ink487.xml"/><Relationship Id="rId524" Type="http://schemas.openxmlformats.org/officeDocument/2006/relationships/customXml" Target="../ink/ink591.xml"/><Relationship Id="rId98" Type="http://schemas.openxmlformats.org/officeDocument/2006/relationships/customXml" Target="../ink/ink377.xml"/><Relationship Id="rId163" Type="http://schemas.openxmlformats.org/officeDocument/2006/relationships/image" Target="../media/image417.png"/><Relationship Id="rId370" Type="http://schemas.openxmlformats.org/officeDocument/2006/relationships/image" Target="../media/image519.png"/><Relationship Id="rId230" Type="http://schemas.openxmlformats.org/officeDocument/2006/relationships/customXml" Target="../ink/ink443.xml"/><Relationship Id="rId468" Type="http://schemas.openxmlformats.org/officeDocument/2006/relationships/image" Target="../media/image568.png"/><Relationship Id="rId25" Type="http://schemas.openxmlformats.org/officeDocument/2006/relationships/image" Target="../media/image348.png"/><Relationship Id="rId328" Type="http://schemas.openxmlformats.org/officeDocument/2006/relationships/image" Target="../media/image498.png"/><Relationship Id="rId535" Type="http://schemas.openxmlformats.org/officeDocument/2006/relationships/image" Target="../media/image601.png"/><Relationship Id="rId174" Type="http://schemas.openxmlformats.org/officeDocument/2006/relationships/customXml" Target="../ink/ink415.xml"/><Relationship Id="rId381" Type="http://schemas.openxmlformats.org/officeDocument/2006/relationships/customXml" Target="../ink/ink519.xml"/><Relationship Id="rId602" Type="http://schemas.openxmlformats.org/officeDocument/2006/relationships/image" Target="../media/image633.png"/><Relationship Id="rId241" Type="http://schemas.openxmlformats.org/officeDocument/2006/relationships/customXml" Target="../ink/ink449.xml"/><Relationship Id="rId479" Type="http://schemas.openxmlformats.org/officeDocument/2006/relationships/customXml" Target="../ink/ink568.xml"/><Relationship Id="rId36" Type="http://schemas.openxmlformats.org/officeDocument/2006/relationships/customXml" Target="../ink/ink346.xml"/><Relationship Id="rId283" Type="http://schemas.openxmlformats.org/officeDocument/2006/relationships/customXml" Target="../ink/ink470.xml"/><Relationship Id="rId339" Type="http://schemas.openxmlformats.org/officeDocument/2006/relationships/customXml" Target="../ink/ink498.xml"/><Relationship Id="rId490" Type="http://schemas.openxmlformats.org/officeDocument/2006/relationships/image" Target="../media/image579.png"/><Relationship Id="rId504" Type="http://schemas.openxmlformats.org/officeDocument/2006/relationships/image" Target="../media/image586.png"/><Relationship Id="rId546" Type="http://schemas.openxmlformats.org/officeDocument/2006/relationships/customXml" Target="../ink/ink602.xml"/><Relationship Id="rId78" Type="http://schemas.openxmlformats.org/officeDocument/2006/relationships/customXml" Target="../ink/ink367.xml"/><Relationship Id="rId101" Type="http://schemas.openxmlformats.org/officeDocument/2006/relationships/image" Target="../media/image386.png"/><Relationship Id="rId143" Type="http://schemas.openxmlformats.org/officeDocument/2006/relationships/image" Target="../media/image407.png"/><Relationship Id="rId185" Type="http://schemas.openxmlformats.org/officeDocument/2006/relationships/image" Target="../media/image428.png"/><Relationship Id="rId350" Type="http://schemas.openxmlformats.org/officeDocument/2006/relationships/image" Target="../media/image509.png"/><Relationship Id="rId406" Type="http://schemas.openxmlformats.org/officeDocument/2006/relationships/image" Target="../media/image537.png"/><Relationship Id="rId588" Type="http://schemas.openxmlformats.org/officeDocument/2006/relationships/image" Target="../media/image626.png"/><Relationship Id="rId9" Type="http://schemas.openxmlformats.org/officeDocument/2006/relationships/image" Target="../media/image340.png"/><Relationship Id="rId210" Type="http://schemas.openxmlformats.org/officeDocument/2006/relationships/customXml" Target="../ink/ink433.xml"/><Relationship Id="rId392" Type="http://schemas.openxmlformats.org/officeDocument/2006/relationships/image" Target="../media/image530.png"/><Relationship Id="rId448" Type="http://schemas.openxmlformats.org/officeDocument/2006/relationships/image" Target="../media/image558.png"/><Relationship Id="rId613" Type="http://schemas.openxmlformats.org/officeDocument/2006/relationships/customXml" Target="../ink/ink636.xml"/><Relationship Id="rId252" Type="http://schemas.openxmlformats.org/officeDocument/2006/relationships/image" Target="../media/image461.png"/><Relationship Id="rId294" Type="http://schemas.openxmlformats.org/officeDocument/2006/relationships/image" Target="../media/image482.png"/><Relationship Id="rId308" Type="http://schemas.openxmlformats.org/officeDocument/2006/relationships/image" Target="../media/image489.png"/><Relationship Id="rId515" Type="http://schemas.openxmlformats.org/officeDocument/2006/relationships/customXml" Target="../ink/ink586.xml"/><Relationship Id="rId47" Type="http://schemas.openxmlformats.org/officeDocument/2006/relationships/image" Target="../media/image359.png"/><Relationship Id="rId89" Type="http://schemas.openxmlformats.org/officeDocument/2006/relationships/image" Target="../media/image380.png"/><Relationship Id="rId112" Type="http://schemas.openxmlformats.org/officeDocument/2006/relationships/customXml" Target="../ink/ink384.xml"/><Relationship Id="rId154" Type="http://schemas.openxmlformats.org/officeDocument/2006/relationships/customXml" Target="../ink/ink405.xml"/><Relationship Id="rId361" Type="http://schemas.openxmlformats.org/officeDocument/2006/relationships/customXml" Target="../ink/ink509.xml"/><Relationship Id="rId557" Type="http://schemas.openxmlformats.org/officeDocument/2006/relationships/customXml" Target="../ink/ink608.xml"/><Relationship Id="rId599" Type="http://schemas.openxmlformats.org/officeDocument/2006/relationships/customXml" Target="../ink/ink629.xml"/><Relationship Id="rId196" Type="http://schemas.openxmlformats.org/officeDocument/2006/relationships/customXml" Target="../ink/ink426.xml"/><Relationship Id="rId417" Type="http://schemas.openxmlformats.org/officeDocument/2006/relationships/customXml" Target="../ink/ink537.xml"/><Relationship Id="rId459" Type="http://schemas.openxmlformats.org/officeDocument/2006/relationships/customXml" Target="../ink/ink558.xml"/><Relationship Id="rId624" Type="http://schemas.openxmlformats.org/officeDocument/2006/relationships/image" Target="../media/image644.png"/><Relationship Id="rId16" Type="http://schemas.openxmlformats.org/officeDocument/2006/relationships/customXml" Target="../ink/ink336.xml"/><Relationship Id="rId221" Type="http://schemas.openxmlformats.org/officeDocument/2006/relationships/image" Target="../media/image446.png"/><Relationship Id="rId263" Type="http://schemas.openxmlformats.org/officeDocument/2006/relationships/customXml" Target="../ink/ink460.xml"/><Relationship Id="rId319" Type="http://schemas.openxmlformats.org/officeDocument/2006/relationships/customXml" Target="../ink/ink488.xml"/><Relationship Id="rId470" Type="http://schemas.openxmlformats.org/officeDocument/2006/relationships/image" Target="../media/image569.png"/><Relationship Id="rId526" Type="http://schemas.openxmlformats.org/officeDocument/2006/relationships/customXml" Target="../ink/ink592.xml"/><Relationship Id="rId58" Type="http://schemas.openxmlformats.org/officeDocument/2006/relationships/customXml" Target="../ink/ink357.xml"/><Relationship Id="rId123" Type="http://schemas.openxmlformats.org/officeDocument/2006/relationships/image" Target="../media/image397.png"/><Relationship Id="rId330" Type="http://schemas.openxmlformats.org/officeDocument/2006/relationships/image" Target="../media/image499.png"/><Relationship Id="rId568" Type="http://schemas.openxmlformats.org/officeDocument/2006/relationships/image" Target="../media/image617.png"/><Relationship Id="rId165" Type="http://schemas.openxmlformats.org/officeDocument/2006/relationships/image" Target="../media/image418.png"/><Relationship Id="rId372" Type="http://schemas.openxmlformats.org/officeDocument/2006/relationships/image" Target="../media/image520.png"/><Relationship Id="rId428" Type="http://schemas.openxmlformats.org/officeDocument/2006/relationships/image" Target="../media/image548.png"/><Relationship Id="rId232" Type="http://schemas.openxmlformats.org/officeDocument/2006/relationships/customXml" Target="../ink/ink444.xml"/><Relationship Id="rId274" Type="http://schemas.openxmlformats.org/officeDocument/2006/relationships/image" Target="../media/image472.png"/><Relationship Id="rId481" Type="http://schemas.openxmlformats.org/officeDocument/2006/relationships/customXml" Target="../ink/ink569.xml"/><Relationship Id="rId27" Type="http://schemas.openxmlformats.org/officeDocument/2006/relationships/image" Target="../media/image349.png"/><Relationship Id="rId69" Type="http://schemas.openxmlformats.org/officeDocument/2006/relationships/image" Target="../media/image370.png"/><Relationship Id="rId134" Type="http://schemas.openxmlformats.org/officeDocument/2006/relationships/customXml" Target="../ink/ink395.xml"/><Relationship Id="rId537" Type="http://schemas.openxmlformats.org/officeDocument/2006/relationships/image" Target="../media/image602.png"/><Relationship Id="rId579" Type="http://schemas.openxmlformats.org/officeDocument/2006/relationships/customXml" Target="../ink/ink619.xml"/><Relationship Id="rId80" Type="http://schemas.openxmlformats.org/officeDocument/2006/relationships/customXml" Target="../ink/ink368.xml"/><Relationship Id="rId176" Type="http://schemas.openxmlformats.org/officeDocument/2006/relationships/customXml" Target="../ink/ink416.xml"/><Relationship Id="rId341" Type="http://schemas.openxmlformats.org/officeDocument/2006/relationships/customXml" Target="../ink/ink499.xml"/><Relationship Id="rId383" Type="http://schemas.openxmlformats.org/officeDocument/2006/relationships/customXml" Target="../ink/ink520.xml"/><Relationship Id="rId439" Type="http://schemas.openxmlformats.org/officeDocument/2006/relationships/customXml" Target="../ink/ink548.xml"/><Relationship Id="rId590" Type="http://schemas.openxmlformats.org/officeDocument/2006/relationships/image" Target="../media/image627.png"/><Relationship Id="rId604" Type="http://schemas.openxmlformats.org/officeDocument/2006/relationships/image" Target="../media/image634.png"/><Relationship Id="rId201" Type="http://schemas.openxmlformats.org/officeDocument/2006/relationships/image" Target="../media/image436.png"/><Relationship Id="rId243" Type="http://schemas.openxmlformats.org/officeDocument/2006/relationships/customXml" Target="../ink/ink450.xml"/><Relationship Id="rId285" Type="http://schemas.openxmlformats.org/officeDocument/2006/relationships/customXml" Target="../ink/ink471.xml"/><Relationship Id="rId450" Type="http://schemas.openxmlformats.org/officeDocument/2006/relationships/image" Target="../media/image559.png"/><Relationship Id="rId506" Type="http://schemas.openxmlformats.org/officeDocument/2006/relationships/image" Target="../media/image587.png"/><Relationship Id="rId38" Type="http://schemas.openxmlformats.org/officeDocument/2006/relationships/customXml" Target="../ink/ink347.xml"/><Relationship Id="rId103" Type="http://schemas.openxmlformats.org/officeDocument/2006/relationships/image" Target="../media/image387.png"/><Relationship Id="rId310" Type="http://schemas.openxmlformats.org/officeDocument/2006/relationships/image" Target="../media/image490.png"/><Relationship Id="rId492" Type="http://schemas.openxmlformats.org/officeDocument/2006/relationships/image" Target="../media/image580.png"/><Relationship Id="rId548" Type="http://schemas.openxmlformats.org/officeDocument/2006/relationships/customXml" Target="../ink/ink603.xml"/><Relationship Id="rId91" Type="http://schemas.openxmlformats.org/officeDocument/2006/relationships/image" Target="../media/image381.png"/><Relationship Id="rId145" Type="http://schemas.openxmlformats.org/officeDocument/2006/relationships/image" Target="../media/image408.png"/><Relationship Id="rId187" Type="http://schemas.openxmlformats.org/officeDocument/2006/relationships/image" Target="../media/image429.png"/><Relationship Id="rId352" Type="http://schemas.openxmlformats.org/officeDocument/2006/relationships/image" Target="../media/image510.png"/><Relationship Id="rId394" Type="http://schemas.openxmlformats.org/officeDocument/2006/relationships/image" Target="../media/image531.png"/><Relationship Id="rId408" Type="http://schemas.openxmlformats.org/officeDocument/2006/relationships/image" Target="../media/image538.png"/><Relationship Id="rId615" Type="http://schemas.openxmlformats.org/officeDocument/2006/relationships/customXml" Target="../ink/ink637.xml"/><Relationship Id="rId212" Type="http://schemas.openxmlformats.org/officeDocument/2006/relationships/customXml" Target="../ink/ink434.xml"/><Relationship Id="rId254" Type="http://schemas.openxmlformats.org/officeDocument/2006/relationships/image" Target="../media/image462.png"/><Relationship Id="rId49" Type="http://schemas.openxmlformats.org/officeDocument/2006/relationships/image" Target="../media/image360.png"/><Relationship Id="rId114" Type="http://schemas.openxmlformats.org/officeDocument/2006/relationships/customXml" Target="../ink/ink385.xml"/><Relationship Id="rId296" Type="http://schemas.openxmlformats.org/officeDocument/2006/relationships/image" Target="../media/image483.png"/><Relationship Id="rId461" Type="http://schemas.openxmlformats.org/officeDocument/2006/relationships/customXml" Target="../ink/ink559.xml"/><Relationship Id="rId517" Type="http://schemas.openxmlformats.org/officeDocument/2006/relationships/customXml" Target="../ink/ink587.xml"/><Relationship Id="rId559" Type="http://schemas.openxmlformats.org/officeDocument/2006/relationships/customXml" Target="../ink/ink609.xml"/><Relationship Id="rId60" Type="http://schemas.openxmlformats.org/officeDocument/2006/relationships/customXml" Target="../ink/ink358.xml"/><Relationship Id="rId156" Type="http://schemas.openxmlformats.org/officeDocument/2006/relationships/customXml" Target="../ink/ink406.xml"/><Relationship Id="rId198" Type="http://schemas.openxmlformats.org/officeDocument/2006/relationships/customXml" Target="../ink/ink427.xml"/><Relationship Id="rId321" Type="http://schemas.openxmlformats.org/officeDocument/2006/relationships/customXml" Target="../ink/ink489.xml"/><Relationship Id="rId363" Type="http://schemas.openxmlformats.org/officeDocument/2006/relationships/customXml" Target="../ink/ink510.xml"/><Relationship Id="rId419" Type="http://schemas.openxmlformats.org/officeDocument/2006/relationships/customXml" Target="../ink/ink538.xml"/><Relationship Id="rId570" Type="http://schemas.openxmlformats.org/officeDocument/2006/relationships/image" Target="../media/image618.png"/><Relationship Id="rId626" Type="http://schemas.openxmlformats.org/officeDocument/2006/relationships/image" Target="../media/image645.png"/><Relationship Id="rId223" Type="http://schemas.openxmlformats.org/officeDocument/2006/relationships/image" Target="../media/image447.png"/><Relationship Id="rId430" Type="http://schemas.openxmlformats.org/officeDocument/2006/relationships/image" Target="../media/image549.png"/><Relationship Id="rId18" Type="http://schemas.openxmlformats.org/officeDocument/2006/relationships/customXml" Target="../ink/ink337.xml"/><Relationship Id="rId265" Type="http://schemas.openxmlformats.org/officeDocument/2006/relationships/customXml" Target="../ink/ink461.xml"/><Relationship Id="rId472" Type="http://schemas.openxmlformats.org/officeDocument/2006/relationships/image" Target="../media/image570.png"/><Relationship Id="rId528" Type="http://schemas.openxmlformats.org/officeDocument/2006/relationships/customXml" Target="../ink/ink593.xml"/><Relationship Id="rId125" Type="http://schemas.openxmlformats.org/officeDocument/2006/relationships/image" Target="../media/image398.png"/><Relationship Id="rId167" Type="http://schemas.openxmlformats.org/officeDocument/2006/relationships/image" Target="../media/image419.png"/><Relationship Id="rId332" Type="http://schemas.openxmlformats.org/officeDocument/2006/relationships/image" Target="../media/image500.png"/><Relationship Id="rId374" Type="http://schemas.openxmlformats.org/officeDocument/2006/relationships/image" Target="../media/image521.png"/><Relationship Id="rId581" Type="http://schemas.openxmlformats.org/officeDocument/2006/relationships/customXml" Target="../ink/ink620.xml"/><Relationship Id="rId71" Type="http://schemas.openxmlformats.org/officeDocument/2006/relationships/image" Target="../media/image371.png"/><Relationship Id="rId234" Type="http://schemas.openxmlformats.org/officeDocument/2006/relationships/customXml" Target="../ink/ink445.xml"/><Relationship Id="rId2" Type="http://schemas.openxmlformats.org/officeDocument/2006/relationships/customXml" Target="../ink/ink329.xml"/><Relationship Id="rId29" Type="http://schemas.openxmlformats.org/officeDocument/2006/relationships/image" Target="../media/image350.png"/><Relationship Id="rId276" Type="http://schemas.openxmlformats.org/officeDocument/2006/relationships/image" Target="../media/image473.png"/><Relationship Id="rId441" Type="http://schemas.openxmlformats.org/officeDocument/2006/relationships/customXml" Target="../ink/ink549.xml"/><Relationship Id="rId483" Type="http://schemas.openxmlformats.org/officeDocument/2006/relationships/customXml" Target="../ink/ink570.xml"/><Relationship Id="rId539" Type="http://schemas.openxmlformats.org/officeDocument/2006/relationships/image" Target="../media/image603.png"/><Relationship Id="rId40" Type="http://schemas.openxmlformats.org/officeDocument/2006/relationships/customXml" Target="../ink/ink348.xml"/><Relationship Id="rId136" Type="http://schemas.openxmlformats.org/officeDocument/2006/relationships/customXml" Target="../ink/ink396.xml"/><Relationship Id="rId178" Type="http://schemas.openxmlformats.org/officeDocument/2006/relationships/customXml" Target="../ink/ink417.xml"/><Relationship Id="rId301" Type="http://schemas.openxmlformats.org/officeDocument/2006/relationships/customXml" Target="../ink/ink479.xml"/><Relationship Id="rId343" Type="http://schemas.openxmlformats.org/officeDocument/2006/relationships/customXml" Target="../ink/ink500.xml"/><Relationship Id="rId550" Type="http://schemas.openxmlformats.org/officeDocument/2006/relationships/customXml" Target="../ink/ink604.xml"/><Relationship Id="rId82" Type="http://schemas.openxmlformats.org/officeDocument/2006/relationships/customXml" Target="../ink/ink369.xml"/><Relationship Id="rId203" Type="http://schemas.openxmlformats.org/officeDocument/2006/relationships/image" Target="../media/image437.png"/><Relationship Id="rId385" Type="http://schemas.openxmlformats.org/officeDocument/2006/relationships/customXml" Target="../ink/ink521.xml"/><Relationship Id="rId592" Type="http://schemas.openxmlformats.org/officeDocument/2006/relationships/image" Target="../media/image628.png"/><Relationship Id="rId606" Type="http://schemas.openxmlformats.org/officeDocument/2006/relationships/image" Target="../media/image635.png"/><Relationship Id="rId245" Type="http://schemas.openxmlformats.org/officeDocument/2006/relationships/customXml" Target="../ink/ink451.xml"/><Relationship Id="rId287" Type="http://schemas.openxmlformats.org/officeDocument/2006/relationships/customXml" Target="../ink/ink472.xml"/><Relationship Id="rId410" Type="http://schemas.openxmlformats.org/officeDocument/2006/relationships/image" Target="../media/image539.png"/><Relationship Id="rId452" Type="http://schemas.openxmlformats.org/officeDocument/2006/relationships/image" Target="../media/image560.png"/><Relationship Id="rId494" Type="http://schemas.openxmlformats.org/officeDocument/2006/relationships/image" Target="../media/image581.png"/><Relationship Id="rId508" Type="http://schemas.openxmlformats.org/officeDocument/2006/relationships/image" Target="../media/image588.png"/><Relationship Id="rId105" Type="http://schemas.openxmlformats.org/officeDocument/2006/relationships/image" Target="../media/image388.png"/><Relationship Id="rId147" Type="http://schemas.openxmlformats.org/officeDocument/2006/relationships/image" Target="../media/image409.png"/><Relationship Id="rId312" Type="http://schemas.openxmlformats.org/officeDocument/2006/relationships/image" Target="../media/image491.png"/><Relationship Id="rId354" Type="http://schemas.openxmlformats.org/officeDocument/2006/relationships/image" Target="../media/image511.png"/><Relationship Id="rId51" Type="http://schemas.openxmlformats.org/officeDocument/2006/relationships/image" Target="../media/image361.png"/><Relationship Id="rId93" Type="http://schemas.openxmlformats.org/officeDocument/2006/relationships/image" Target="../media/image382.png"/><Relationship Id="rId189" Type="http://schemas.openxmlformats.org/officeDocument/2006/relationships/image" Target="../media/image430.png"/><Relationship Id="rId396" Type="http://schemas.openxmlformats.org/officeDocument/2006/relationships/image" Target="../media/image532.png"/><Relationship Id="rId561" Type="http://schemas.openxmlformats.org/officeDocument/2006/relationships/customXml" Target="../ink/ink610.xml"/><Relationship Id="rId617" Type="http://schemas.openxmlformats.org/officeDocument/2006/relationships/customXml" Target="../ink/ink638.xml"/><Relationship Id="rId214" Type="http://schemas.openxmlformats.org/officeDocument/2006/relationships/customXml" Target="../ink/ink435.xml"/><Relationship Id="rId256" Type="http://schemas.openxmlformats.org/officeDocument/2006/relationships/image" Target="../media/image463.png"/><Relationship Id="rId298" Type="http://schemas.openxmlformats.org/officeDocument/2006/relationships/image" Target="../media/image484.png"/><Relationship Id="rId421" Type="http://schemas.openxmlformats.org/officeDocument/2006/relationships/customXml" Target="../ink/ink539.xml"/><Relationship Id="rId463" Type="http://schemas.openxmlformats.org/officeDocument/2006/relationships/customXml" Target="../ink/ink560.xml"/><Relationship Id="rId519" Type="http://schemas.openxmlformats.org/officeDocument/2006/relationships/customXml" Target="../ink/ink588.xml"/><Relationship Id="rId116" Type="http://schemas.openxmlformats.org/officeDocument/2006/relationships/customXml" Target="../ink/ink386.xml"/><Relationship Id="rId158" Type="http://schemas.openxmlformats.org/officeDocument/2006/relationships/customXml" Target="../ink/ink407.xml"/><Relationship Id="rId323" Type="http://schemas.openxmlformats.org/officeDocument/2006/relationships/customXml" Target="../ink/ink490.xml"/><Relationship Id="rId530" Type="http://schemas.openxmlformats.org/officeDocument/2006/relationships/customXml" Target="../ink/ink594.xml"/><Relationship Id="rId20" Type="http://schemas.openxmlformats.org/officeDocument/2006/relationships/customXml" Target="../ink/ink338.xml"/><Relationship Id="rId62" Type="http://schemas.openxmlformats.org/officeDocument/2006/relationships/customXml" Target="../ink/ink359.xml"/><Relationship Id="rId365" Type="http://schemas.openxmlformats.org/officeDocument/2006/relationships/customXml" Target="../ink/ink511.xml"/><Relationship Id="rId572" Type="http://schemas.openxmlformats.org/officeDocument/2006/relationships/image" Target="../media/image619.png"/><Relationship Id="rId225" Type="http://schemas.openxmlformats.org/officeDocument/2006/relationships/image" Target="../media/image448.png"/><Relationship Id="rId267" Type="http://schemas.openxmlformats.org/officeDocument/2006/relationships/customXml" Target="../ink/ink462.xml"/><Relationship Id="rId432" Type="http://schemas.openxmlformats.org/officeDocument/2006/relationships/image" Target="../media/image550.png"/><Relationship Id="rId474" Type="http://schemas.openxmlformats.org/officeDocument/2006/relationships/image" Target="../media/image571.png"/><Relationship Id="rId127" Type="http://schemas.openxmlformats.org/officeDocument/2006/relationships/image" Target="../media/image399.png"/><Relationship Id="rId31" Type="http://schemas.openxmlformats.org/officeDocument/2006/relationships/image" Target="../media/image351.png"/><Relationship Id="rId73" Type="http://schemas.openxmlformats.org/officeDocument/2006/relationships/image" Target="../media/image372.png"/><Relationship Id="rId169" Type="http://schemas.openxmlformats.org/officeDocument/2006/relationships/image" Target="../media/image420.png"/><Relationship Id="rId334" Type="http://schemas.openxmlformats.org/officeDocument/2006/relationships/image" Target="../media/image501.png"/><Relationship Id="rId376" Type="http://schemas.openxmlformats.org/officeDocument/2006/relationships/image" Target="../media/image522.png"/><Relationship Id="rId541" Type="http://schemas.openxmlformats.org/officeDocument/2006/relationships/image" Target="../media/image604.png"/><Relationship Id="rId583" Type="http://schemas.openxmlformats.org/officeDocument/2006/relationships/customXml" Target="../ink/ink621.xml"/><Relationship Id="rId4" Type="http://schemas.openxmlformats.org/officeDocument/2006/relationships/customXml" Target="../ink/ink330.xml"/><Relationship Id="rId180" Type="http://schemas.openxmlformats.org/officeDocument/2006/relationships/customXml" Target="../ink/ink418.xml"/><Relationship Id="rId236" Type="http://schemas.openxmlformats.org/officeDocument/2006/relationships/image" Target="../media/image453.png"/><Relationship Id="rId278" Type="http://schemas.openxmlformats.org/officeDocument/2006/relationships/image" Target="../media/image474.png"/><Relationship Id="rId401" Type="http://schemas.openxmlformats.org/officeDocument/2006/relationships/customXml" Target="../ink/ink529.xml"/><Relationship Id="rId443" Type="http://schemas.openxmlformats.org/officeDocument/2006/relationships/customXml" Target="../ink/ink550.xml"/><Relationship Id="rId303" Type="http://schemas.openxmlformats.org/officeDocument/2006/relationships/customXml" Target="../ink/ink480.xml"/><Relationship Id="rId485" Type="http://schemas.openxmlformats.org/officeDocument/2006/relationships/customXml" Target="../ink/ink571.xml"/><Relationship Id="rId42" Type="http://schemas.openxmlformats.org/officeDocument/2006/relationships/customXml" Target="../ink/ink349.xml"/><Relationship Id="rId84" Type="http://schemas.openxmlformats.org/officeDocument/2006/relationships/customXml" Target="../ink/ink370.xml"/><Relationship Id="rId138" Type="http://schemas.openxmlformats.org/officeDocument/2006/relationships/customXml" Target="../ink/ink397.xml"/><Relationship Id="rId345" Type="http://schemas.openxmlformats.org/officeDocument/2006/relationships/customXml" Target="../ink/ink501.xml"/><Relationship Id="rId387" Type="http://schemas.openxmlformats.org/officeDocument/2006/relationships/customXml" Target="../ink/ink522.xml"/><Relationship Id="rId510" Type="http://schemas.openxmlformats.org/officeDocument/2006/relationships/image" Target="../media/image589.png"/><Relationship Id="rId552" Type="http://schemas.openxmlformats.org/officeDocument/2006/relationships/image" Target="../media/image609.png"/><Relationship Id="rId594" Type="http://schemas.openxmlformats.org/officeDocument/2006/relationships/image" Target="../media/image629.png"/><Relationship Id="rId608" Type="http://schemas.openxmlformats.org/officeDocument/2006/relationships/image" Target="../media/image636.png"/><Relationship Id="rId191" Type="http://schemas.openxmlformats.org/officeDocument/2006/relationships/image" Target="../media/image431.png"/><Relationship Id="rId205" Type="http://schemas.openxmlformats.org/officeDocument/2006/relationships/image" Target="../media/image438.png"/><Relationship Id="rId247" Type="http://schemas.openxmlformats.org/officeDocument/2006/relationships/customXml" Target="../ink/ink452.xml"/><Relationship Id="rId412" Type="http://schemas.openxmlformats.org/officeDocument/2006/relationships/image" Target="../media/image540.png"/><Relationship Id="rId107" Type="http://schemas.openxmlformats.org/officeDocument/2006/relationships/image" Target="../media/image389.png"/><Relationship Id="rId289" Type="http://schemas.openxmlformats.org/officeDocument/2006/relationships/customXml" Target="../ink/ink473.xml"/><Relationship Id="rId454" Type="http://schemas.openxmlformats.org/officeDocument/2006/relationships/image" Target="../media/image561.png"/><Relationship Id="rId496" Type="http://schemas.openxmlformats.org/officeDocument/2006/relationships/image" Target="../media/image582.png"/><Relationship Id="rId11" Type="http://schemas.openxmlformats.org/officeDocument/2006/relationships/image" Target="../media/image341.png"/><Relationship Id="rId53" Type="http://schemas.openxmlformats.org/officeDocument/2006/relationships/image" Target="../media/image362.png"/><Relationship Id="rId149" Type="http://schemas.openxmlformats.org/officeDocument/2006/relationships/image" Target="../media/image410.png"/><Relationship Id="rId314" Type="http://schemas.openxmlformats.org/officeDocument/2006/relationships/image" Target="../media/image492.png"/><Relationship Id="rId356" Type="http://schemas.openxmlformats.org/officeDocument/2006/relationships/image" Target="../media/image512.png"/><Relationship Id="rId398" Type="http://schemas.openxmlformats.org/officeDocument/2006/relationships/image" Target="../media/image533.png"/><Relationship Id="rId521" Type="http://schemas.openxmlformats.org/officeDocument/2006/relationships/image" Target="../media/image594.png"/><Relationship Id="rId563" Type="http://schemas.openxmlformats.org/officeDocument/2006/relationships/customXml" Target="../ink/ink611.xml"/><Relationship Id="rId619" Type="http://schemas.openxmlformats.org/officeDocument/2006/relationships/customXml" Target="../ink/ink639.xml"/><Relationship Id="rId95" Type="http://schemas.openxmlformats.org/officeDocument/2006/relationships/image" Target="../media/image383.png"/><Relationship Id="rId160" Type="http://schemas.openxmlformats.org/officeDocument/2006/relationships/customXml" Target="../ink/ink408.xml"/><Relationship Id="rId216" Type="http://schemas.openxmlformats.org/officeDocument/2006/relationships/customXml" Target="../ink/ink436.xml"/><Relationship Id="rId423" Type="http://schemas.openxmlformats.org/officeDocument/2006/relationships/customXml" Target="../ink/ink540.xml"/><Relationship Id="rId258" Type="http://schemas.openxmlformats.org/officeDocument/2006/relationships/image" Target="../media/image464.png"/><Relationship Id="rId465" Type="http://schemas.openxmlformats.org/officeDocument/2006/relationships/customXml" Target="../ink/ink561.xml"/><Relationship Id="rId22" Type="http://schemas.openxmlformats.org/officeDocument/2006/relationships/customXml" Target="../ink/ink339.xml"/><Relationship Id="rId64" Type="http://schemas.openxmlformats.org/officeDocument/2006/relationships/customXml" Target="../ink/ink360.xml"/><Relationship Id="rId118" Type="http://schemas.openxmlformats.org/officeDocument/2006/relationships/customXml" Target="../ink/ink387.xml"/><Relationship Id="rId325" Type="http://schemas.openxmlformats.org/officeDocument/2006/relationships/customXml" Target="../ink/ink491.xml"/><Relationship Id="rId367" Type="http://schemas.openxmlformats.org/officeDocument/2006/relationships/customXml" Target="../ink/ink512.xml"/><Relationship Id="rId532" Type="http://schemas.openxmlformats.org/officeDocument/2006/relationships/customXml" Target="../ink/ink595.xml"/><Relationship Id="rId574" Type="http://schemas.openxmlformats.org/officeDocument/2006/relationships/image" Target="../media/image620.png"/><Relationship Id="rId171" Type="http://schemas.openxmlformats.org/officeDocument/2006/relationships/image" Target="../media/image421.png"/><Relationship Id="rId227" Type="http://schemas.openxmlformats.org/officeDocument/2006/relationships/image" Target="../media/image449.png"/><Relationship Id="rId269" Type="http://schemas.openxmlformats.org/officeDocument/2006/relationships/customXml" Target="../ink/ink463.xml"/><Relationship Id="rId434" Type="http://schemas.openxmlformats.org/officeDocument/2006/relationships/image" Target="../media/image551.png"/><Relationship Id="rId476" Type="http://schemas.openxmlformats.org/officeDocument/2006/relationships/image" Target="../media/image572.png"/><Relationship Id="rId33" Type="http://schemas.openxmlformats.org/officeDocument/2006/relationships/image" Target="../media/image352.png"/><Relationship Id="rId129" Type="http://schemas.openxmlformats.org/officeDocument/2006/relationships/image" Target="../media/image400.png"/><Relationship Id="rId280" Type="http://schemas.openxmlformats.org/officeDocument/2006/relationships/image" Target="../media/image475.png"/><Relationship Id="rId336" Type="http://schemas.openxmlformats.org/officeDocument/2006/relationships/image" Target="../media/image502.png"/><Relationship Id="rId501" Type="http://schemas.openxmlformats.org/officeDocument/2006/relationships/customXml" Target="../ink/ink579.xml"/><Relationship Id="rId543" Type="http://schemas.openxmlformats.org/officeDocument/2006/relationships/image" Target="../media/image605.png"/><Relationship Id="rId75" Type="http://schemas.openxmlformats.org/officeDocument/2006/relationships/image" Target="../media/image373.png"/><Relationship Id="rId140" Type="http://schemas.openxmlformats.org/officeDocument/2006/relationships/customXml" Target="../ink/ink398.xml"/><Relationship Id="rId182" Type="http://schemas.openxmlformats.org/officeDocument/2006/relationships/customXml" Target="../ink/ink419.xml"/><Relationship Id="rId378" Type="http://schemas.openxmlformats.org/officeDocument/2006/relationships/image" Target="../media/image523.png"/><Relationship Id="rId403" Type="http://schemas.openxmlformats.org/officeDocument/2006/relationships/customXml" Target="../ink/ink530.xml"/><Relationship Id="rId585" Type="http://schemas.openxmlformats.org/officeDocument/2006/relationships/customXml" Target="../ink/ink622.xml"/><Relationship Id="rId6" Type="http://schemas.openxmlformats.org/officeDocument/2006/relationships/customXml" Target="../ink/ink331.xml"/><Relationship Id="rId238" Type="http://schemas.openxmlformats.org/officeDocument/2006/relationships/image" Target="../media/image454.png"/><Relationship Id="rId445" Type="http://schemas.openxmlformats.org/officeDocument/2006/relationships/customXml" Target="../ink/ink551.xml"/><Relationship Id="rId487" Type="http://schemas.openxmlformats.org/officeDocument/2006/relationships/customXml" Target="../ink/ink572.xml"/><Relationship Id="rId610" Type="http://schemas.openxmlformats.org/officeDocument/2006/relationships/image" Target="../media/image637.png"/><Relationship Id="rId291" Type="http://schemas.openxmlformats.org/officeDocument/2006/relationships/customXml" Target="../ink/ink474.xml"/><Relationship Id="rId305" Type="http://schemas.openxmlformats.org/officeDocument/2006/relationships/customXml" Target="../ink/ink481.xml"/><Relationship Id="rId347" Type="http://schemas.openxmlformats.org/officeDocument/2006/relationships/customXml" Target="../ink/ink502.xml"/><Relationship Id="rId512" Type="http://schemas.openxmlformats.org/officeDocument/2006/relationships/image" Target="../media/image590.png"/><Relationship Id="rId44" Type="http://schemas.openxmlformats.org/officeDocument/2006/relationships/customXml" Target="../ink/ink350.xml"/><Relationship Id="rId86" Type="http://schemas.openxmlformats.org/officeDocument/2006/relationships/customXml" Target="../ink/ink371.xml"/><Relationship Id="rId151" Type="http://schemas.openxmlformats.org/officeDocument/2006/relationships/image" Target="../media/image411.png"/><Relationship Id="rId389" Type="http://schemas.openxmlformats.org/officeDocument/2006/relationships/customXml" Target="../ink/ink523.xml"/><Relationship Id="rId554" Type="http://schemas.openxmlformats.org/officeDocument/2006/relationships/image" Target="../media/image610.png"/><Relationship Id="rId596" Type="http://schemas.openxmlformats.org/officeDocument/2006/relationships/image" Target="../media/image630.png"/><Relationship Id="rId193" Type="http://schemas.openxmlformats.org/officeDocument/2006/relationships/image" Target="../media/image432.png"/><Relationship Id="rId207" Type="http://schemas.openxmlformats.org/officeDocument/2006/relationships/image" Target="../media/image439.png"/><Relationship Id="rId249" Type="http://schemas.openxmlformats.org/officeDocument/2006/relationships/customXml" Target="../ink/ink453.xml"/><Relationship Id="rId414" Type="http://schemas.openxmlformats.org/officeDocument/2006/relationships/image" Target="../media/image541.png"/><Relationship Id="rId456" Type="http://schemas.openxmlformats.org/officeDocument/2006/relationships/image" Target="../media/image562.png"/><Relationship Id="rId498" Type="http://schemas.openxmlformats.org/officeDocument/2006/relationships/image" Target="../media/image583.png"/><Relationship Id="rId621" Type="http://schemas.openxmlformats.org/officeDocument/2006/relationships/customXml" Target="../ink/ink640.xml"/><Relationship Id="rId13" Type="http://schemas.openxmlformats.org/officeDocument/2006/relationships/image" Target="../media/image342.png"/><Relationship Id="rId109" Type="http://schemas.openxmlformats.org/officeDocument/2006/relationships/image" Target="../media/image390.png"/><Relationship Id="rId260" Type="http://schemas.openxmlformats.org/officeDocument/2006/relationships/image" Target="../media/image465.png"/><Relationship Id="rId316" Type="http://schemas.openxmlformats.org/officeDocument/2006/relationships/image" Target="../media/image493.png"/><Relationship Id="rId523" Type="http://schemas.openxmlformats.org/officeDocument/2006/relationships/image" Target="../media/image595.png"/><Relationship Id="rId55" Type="http://schemas.openxmlformats.org/officeDocument/2006/relationships/image" Target="../media/image363.png"/><Relationship Id="rId97" Type="http://schemas.openxmlformats.org/officeDocument/2006/relationships/image" Target="../media/image384.png"/><Relationship Id="rId120" Type="http://schemas.openxmlformats.org/officeDocument/2006/relationships/customXml" Target="../ink/ink388.xml"/><Relationship Id="rId358" Type="http://schemas.openxmlformats.org/officeDocument/2006/relationships/image" Target="../media/image513.png"/><Relationship Id="rId565" Type="http://schemas.openxmlformats.org/officeDocument/2006/relationships/customXml" Target="../ink/ink612.xml"/><Relationship Id="rId162" Type="http://schemas.openxmlformats.org/officeDocument/2006/relationships/customXml" Target="../ink/ink409.xml"/><Relationship Id="rId218" Type="http://schemas.openxmlformats.org/officeDocument/2006/relationships/customXml" Target="../ink/ink437.xml"/><Relationship Id="rId425" Type="http://schemas.openxmlformats.org/officeDocument/2006/relationships/customXml" Target="../ink/ink541.xml"/><Relationship Id="rId467" Type="http://schemas.openxmlformats.org/officeDocument/2006/relationships/customXml" Target="../ink/ink562.xml"/><Relationship Id="rId271" Type="http://schemas.openxmlformats.org/officeDocument/2006/relationships/customXml" Target="../ink/ink464.xml"/><Relationship Id="rId24" Type="http://schemas.openxmlformats.org/officeDocument/2006/relationships/customXml" Target="../ink/ink340.xml"/><Relationship Id="rId66" Type="http://schemas.openxmlformats.org/officeDocument/2006/relationships/customXml" Target="../ink/ink361.xml"/><Relationship Id="rId131" Type="http://schemas.openxmlformats.org/officeDocument/2006/relationships/image" Target="../media/image401.png"/><Relationship Id="rId327" Type="http://schemas.openxmlformats.org/officeDocument/2006/relationships/customXml" Target="../ink/ink492.xml"/><Relationship Id="rId369" Type="http://schemas.openxmlformats.org/officeDocument/2006/relationships/customXml" Target="../ink/ink513.xml"/><Relationship Id="rId534" Type="http://schemas.openxmlformats.org/officeDocument/2006/relationships/customXml" Target="../ink/ink596.xml"/><Relationship Id="rId576" Type="http://schemas.openxmlformats.org/officeDocument/2006/relationships/image" Target="../media/image621.png"/><Relationship Id="rId173" Type="http://schemas.openxmlformats.org/officeDocument/2006/relationships/image" Target="../media/image422.png"/><Relationship Id="rId229" Type="http://schemas.openxmlformats.org/officeDocument/2006/relationships/image" Target="../media/image450.png"/><Relationship Id="rId380" Type="http://schemas.openxmlformats.org/officeDocument/2006/relationships/image" Target="../media/image524.png"/><Relationship Id="rId436" Type="http://schemas.openxmlformats.org/officeDocument/2006/relationships/image" Target="../media/image552.png"/><Relationship Id="rId601" Type="http://schemas.openxmlformats.org/officeDocument/2006/relationships/customXml" Target="../ink/ink630.xml"/><Relationship Id="rId240" Type="http://schemas.openxmlformats.org/officeDocument/2006/relationships/image" Target="../media/image455.png"/><Relationship Id="rId478" Type="http://schemas.openxmlformats.org/officeDocument/2006/relationships/image" Target="../media/image573.png"/><Relationship Id="rId35" Type="http://schemas.openxmlformats.org/officeDocument/2006/relationships/image" Target="../media/image353.png"/><Relationship Id="rId77" Type="http://schemas.openxmlformats.org/officeDocument/2006/relationships/image" Target="../media/image374.png"/><Relationship Id="rId100" Type="http://schemas.openxmlformats.org/officeDocument/2006/relationships/customXml" Target="../ink/ink378.xml"/><Relationship Id="rId282" Type="http://schemas.openxmlformats.org/officeDocument/2006/relationships/image" Target="../media/image476.png"/><Relationship Id="rId338" Type="http://schemas.openxmlformats.org/officeDocument/2006/relationships/image" Target="../media/image503.png"/><Relationship Id="rId503" Type="http://schemas.openxmlformats.org/officeDocument/2006/relationships/customXml" Target="../ink/ink580.xml"/><Relationship Id="rId545" Type="http://schemas.openxmlformats.org/officeDocument/2006/relationships/image" Target="../media/image606.png"/><Relationship Id="rId587" Type="http://schemas.openxmlformats.org/officeDocument/2006/relationships/customXml" Target="../ink/ink623.xml"/><Relationship Id="rId8" Type="http://schemas.openxmlformats.org/officeDocument/2006/relationships/customXml" Target="../ink/ink332.xml"/><Relationship Id="rId142" Type="http://schemas.openxmlformats.org/officeDocument/2006/relationships/customXml" Target="../ink/ink399.xml"/><Relationship Id="rId184" Type="http://schemas.openxmlformats.org/officeDocument/2006/relationships/customXml" Target="../ink/ink420.xml"/><Relationship Id="rId391" Type="http://schemas.openxmlformats.org/officeDocument/2006/relationships/customXml" Target="../ink/ink524.xml"/><Relationship Id="rId405" Type="http://schemas.openxmlformats.org/officeDocument/2006/relationships/customXml" Target="../ink/ink531.xml"/><Relationship Id="rId447" Type="http://schemas.openxmlformats.org/officeDocument/2006/relationships/customXml" Target="../ink/ink552.xml"/><Relationship Id="rId612" Type="http://schemas.openxmlformats.org/officeDocument/2006/relationships/image" Target="../media/image638.png"/><Relationship Id="rId251" Type="http://schemas.openxmlformats.org/officeDocument/2006/relationships/customXml" Target="../ink/ink454.xml"/><Relationship Id="rId489" Type="http://schemas.openxmlformats.org/officeDocument/2006/relationships/customXml" Target="../ink/ink573.xml"/><Relationship Id="rId46" Type="http://schemas.openxmlformats.org/officeDocument/2006/relationships/customXml" Target="../ink/ink351.xml"/><Relationship Id="rId293" Type="http://schemas.openxmlformats.org/officeDocument/2006/relationships/customXml" Target="../ink/ink475.xml"/><Relationship Id="rId307" Type="http://schemas.openxmlformats.org/officeDocument/2006/relationships/customXml" Target="../ink/ink482.xml"/><Relationship Id="rId349" Type="http://schemas.openxmlformats.org/officeDocument/2006/relationships/customXml" Target="../ink/ink503.xml"/><Relationship Id="rId514" Type="http://schemas.openxmlformats.org/officeDocument/2006/relationships/image" Target="../media/image591.png"/><Relationship Id="rId556" Type="http://schemas.openxmlformats.org/officeDocument/2006/relationships/image" Target="../media/image611.png"/><Relationship Id="rId88" Type="http://schemas.openxmlformats.org/officeDocument/2006/relationships/customXml" Target="../ink/ink372.xml"/><Relationship Id="rId111" Type="http://schemas.openxmlformats.org/officeDocument/2006/relationships/image" Target="../media/image391.png"/><Relationship Id="rId153" Type="http://schemas.openxmlformats.org/officeDocument/2006/relationships/image" Target="../media/image412.png"/><Relationship Id="rId195" Type="http://schemas.openxmlformats.org/officeDocument/2006/relationships/image" Target="../media/image433.png"/><Relationship Id="rId209" Type="http://schemas.openxmlformats.org/officeDocument/2006/relationships/image" Target="../media/image440.png"/><Relationship Id="rId360" Type="http://schemas.openxmlformats.org/officeDocument/2006/relationships/image" Target="../media/image514.png"/><Relationship Id="rId416" Type="http://schemas.openxmlformats.org/officeDocument/2006/relationships/image" Target="../media/image542.png"/><Relationship Id="rId598" Type="http://schemas.openxmlformats.org/officeDocument/2006/relationships/image" Target="../media/image631.png"/><Relationship Id="rId220" Type="http://schemas.openxmlformats.org/officeDocument/2006/relationships/customXml" Target="../ink/ink438.xml"/><Relationship Id="rId458" Type="http://schemas.openxmlformats.org/officeDocument/2006/relationships/image" Target="../media/image563.png"/><Relationship Id="rId623" Type="http://schemas.openxmlformats.org/officeDocument/2006/relationships/customXml" Target="../ink/ink641.xml"/><Relationship Id="rId15" Type="http://schemas.openxmlformats.org/officeDocument/2006/relationships/image" Target="../media/image343.png"/><Relationship Id="rId57" Type="http://schemas.openxmlformats.org/officeDocument/2006/relationships/image" Target="../media/image364.png"/><Relationship Id="rId262" Type="http://schemas.openxmlformats.org/officeDocument/2006/relationships/image" Target="../media/image466.png"/><Relationship Id="rId318" Type="http://schemas.openxmlformats.org/officeDocument/2006/relationships/image" Target="../media/image494.png"/><Relationship Id="rId525" Type="http://schemas.openxmlformats.org/officeDocument/2006/relationships/image" Target="../media/image596.png"/><Relationship Id="rId567" Type="http://schemas.openxmlformats.org/officeDocument/2006/relationships/customXml" Target="../ink/ink613.xml"/><Relationship Id="rId99" Type="http://schemas.openxmlformats.org/officeDocument/2006/relationships/image" Target="../media/image385.png"/><Relationship Id="rId122" Type="http://schemas.openxmlformats.org/officeDocument/2006/relationships/customXml" Target="../ink/ink389.xml"/><Relationship Id="rId164" Type="http://schemas.openxmlformats.org/officeDocument/2006/relationships/customXml" Target="../ink/ink410.xml"/><Relationship Id="rId371" Type="http://schemas.openxmlformats.org/officeDocument/2006/relationships/customXml" Target="../ink/ink514.xml"/><Relationship Id="rId427" Type="http://schemas.openxmlformats.org/officeDocument/2006/relationships/customXml" Target="../ink/ink542.xml"/><Relationship Id="rId469" Type="http://schemas.openxmlformats.org/officeDocument/2006/relationships/customXml" Target="../ink/ink563.xml"/><Relationship Id="rId26" Type="http://schemas.openxmlformats.org/officeDocument/2006/relationships/customXml" Target="../ink/ink341.xml"/><Relationship Id="rId231" Type="http://schemas.openxmlformats.org/officeDocument/2006/relationships/image" Target="../media/image451.png"/><Relationship Id="rId273" Type="http://schemas.openxmlformats.org/officeDocument/2006/relationships/customXml" Target="../ink/ink465.xml"/><Relationship Id="rId329" Type="http://schemas.openxmlformats.org/officeDocument/2006/relationships/customXml" Target="../ink/ink493.xml"/><Relationship Id="rId480" Type="http://schemas.openxmlformats.org/officeDocument/2006/relationships/image" Target="../media/image574.png"/><Relationship Id="rId536" Type="http://schemas.openxmlformats.org/officeDocument/2006/relationships/customXml" Target="../ink/ink597.xml"/><Relationship Id="rId68" Type="http://schemas.openxmlformats.org/officeDocument/2006/relationships/customXml" Target="../ink/ink362.xml"/><Relationship Id="rId133" Type="http://schemas.openxmlformats.org/officeDocument/2006/relationships/image" Target="../media/image402.png"/><Relationship Id="rId175" Type="http://schemas.openxmlformats.org/officeDocument/2006/relationships/image" Target="../media/image423.png"/><Relationship Id="rId340" Type="http://schemas.openxmlformats.org/officeDocument/2006/relationships/image" Target="../media/image504.png"/><Relationship Id="rId578" Type="http://schemas.openxmlformats.org/officeDocument/2006/relationships/image" Target="../media/image622.png"/><Relationship Id="rId200" Type="http://schemas.openxmlformats.org/officeDocument/2006/relationships/customXml" Target="../ink/ink428.xml"/><Relationship Id="rId382" Type="http://schemas.openxmlformats.org/officeDocument/2006/relationships/image" Target="../media/image525.png"/><Relationship Id="rId438" Type="http://schemas.openxmlformats.org/officeDocument/2006/relationships/image" Target="../media/image553.png"/><Relationship Id="rId603" Type="http://schemas.openxmlformats.org/officeDocument/2006/relationships/customXml" Target="../ink/ink631.xml"/><Relationship Id="rId242" Type="http://schemas.openxmlformats.org/officeDocument/2006/relationships/image" Target="../media/image456.png"/><Relationship Id="rId284" Type="http://schemas.openxmlformats.org/officeDocument/2006/relationships/image" Target="../media/image477.png"/><Relationship Id="rId491" Type="http://schemas.openxmlformats.org/officeDocument/2006/relationships/customXml" Target="../ink/ink574.xml"/><Relationship Id="rId505" Type="http://schemas.openxmlformats.org/officeDocument/2006/relationships/customXml" Target="../ink/ink581.xml"/><Relationship Id="rId37" Type="http://schemas.openxmlformats.org/officeDocument/2006/relationships/image" Target="../media/image354.png"/><Relationship Id="rId79" Type="http://schemas.openxmlformats.org/officeDocument/2006/relationships/image" Target="../media/image375.png"/><Relationship Id="rId102" Type="http://schemas.openxmlformats.org/officeDocument/2006/relationships/customXml" Target="../ink/ink379.xml"/><Relationship Id="rId144" Type="http://schemas.openxmlformats.org/officeDocument/2006/relationships/customXml" Target="../ink/ink400.xml"/><Relationship Id="rId547" Type="http://schemas.openxmlformats.org/officeDocument/2006/relationships/image" Target="../media/image607.png"/><Relationship Id="rId589" Type="http://schemas.openxmlformats.org/officeDocument/2006/relationships/customXml" Target="../ink/ink624.xml"/><Relationship Id="rId90" Type="http://schemas.openxmlformats.org/officeDocument/2006/relationships/customXml" Target="../ink/ink373.xml"/><Relationship Id="rId186" Type="http://schemas.openxmlformats.org/officeDocument/2006/relationships/customXml" Target="../ink/ink421.xml"/><Relationship Id="rId351" Type="http://schemas.openxmlformats.org/officeDocument/2006/relationships/customXml" Target="../ink/ink504.xml"/><Relationship Id="rId393" Type="http://schemas.openxmlformats.org/officeDocument/2006/relationships/customXml" Target="../ink/ink525.xml"/><Relationship Id="rId407" Type="http://schemas.openxmlformats.org/officeDocument/2006/relationships/customXml" Target="../ink/ink532.xml"/><Relationship Id="rId449" Type="http://schemas.openxmlformats.org/officeDocument/2006/relationships/customXml" Target="../ink/ink553.xml"/><Relationship Id="rId614" Type="http://schemas.openxmlformats.org/officeDocument/2006/relationships/image" Target="../media/image639.png"/><Relationship Id="rId211" Type="http://schemas.openxmlformats.org/officeDocument/2006/relationships/image" Target="../media/image441.png"/><Relationship Id="rId253" Type="http://schemas.openxmlformats.org/officeDocument/2006/relationships/customXml" Target="../ink/ink455.xml"/><Relationship Id="rId295" Type="http://schemas.openxmlformats.org/officeDocument/2006/relationships/customXml" Target="../ink/ink476.xml"/><Relationship Id="rId309" Type="http://schemas.openxmlformats.org/officeDocument/2006/relationships/customXml" Target="../ink/ink483.xml"/><Relationship Id="rId460" Type="http://schemas.openxmlformats.org/officeDocument/2006/relationships/image" Target="../media/image564.png"/><Relationship Id="rId516" Type="http://schemas.openxmlformats.org/officeDocument/2006/relationships/image" Target="../media/image592.png"/><Relationship Id="rId48" Type="http://schemas.openxmlformats.org/officeDocument/2006/relationships/customXml" Target="../ink/ink352.xml"/><Relationship Id="rId113" Type="http://schemas.openxmlformats.org/officeDocument/2006/relationships/image" Target="../media/image392.png"/><Relationship Id="rId320" Type="http://schemas.openxmlformats.org/officeDocument/2006/relationships/image" Target="../media/image495.png"/><Relationship Id="rId558" Type="http://schemas.openxmlformats.org/officeDocument/2006/relationships/image" Target="../media/image612.png"/><Relationship Id="rId155" Type="http://schemas.openxmlformats.org/officeDocument/2006/relationships/image" Target="../media/image413.png"/><Relationship Id="rId197" Type="http://schemas.openxmlformats.org/officeDocument/2006/relationships/image" Target="../media/image434.png"/><Relationship Id="rId362" Type="http://schemas.openxmlformats.org/officeDocument/2006/relationships/image" Target="../media/image515.png"/><Relationship Id="rId418" Type="http://schemas.openxmlformats.org/officeDocument/2006/relationships/image" Target="../media/image543.png"/><Relationship Id="rId625" Type="http://schemas.openxmlformats.org/officeDocument/2006/relationships/customXml" Target="../ink/ink642.xml"/><Relationship Id="rId222" Type="http://schemas.openxmlformats.org/officeDocument/2006/relationships/customXml" Target="../ink/ink439.xml"/><Relationship Id="rId264" Type="http://schemas.openxmlformats.org/officeDocument/2006/relationships/image" Target="../media/image467.png"/><Relationship Id="rId471" Type="http://schemas.openxmlformats.org/officeDocument/2006/relationships/customXml" Target="../ink/ink564.xml"/><Relationship Id="rId17" Type="http://schemas.openxmlformats.org/officeDocument/2006/relationships/image" Target="../media/image344.png"/><Relationship Id="rId59" Type="http://schemas.openxmlformats.org/officeDocument/2006/relationships/image" Target="../media/image365.png"/><Relationship Id="rId124" Type="http://schemas.openxmlformats.org/officeDocument/2006/relationships/customXml" Target="../ink/ink390.xml"/><Relationship Id="rId527" Type="http://schemas.openxmlformats.org/officeDocument/2006/relationships/image" Target="../media/image597.png"/><Relationship Id="rId569" Type="http://schemas.openxmlformats.org/officeDocument/2006/relationships/customXml" Target="../ink/ink614.xml"/><Relationship Id="rId70" Type="http://schemas.openxmlformats.org/officeDocument/2006/relationships/customXml" Target="../ink/ink363.xml"/><Relationship Id="rId166" Type="http://schemas.openxmlformats.org/officeDocument/2006/relationships/customXml" Target="../ink/ink411.xml"/><Relationship Id="rId331" Type="http://schemas.openxmlformats.org/officeDocument/2006/relationships/customXml" Target="../ink/ink494.xml"/><Relationship Id="rId373" Type="http://schemas.openxmlformats.org/officeDocument/2006/relationships/customXml" Target="../ink/ink515.xml"/><Relationship Id="rId429" Type="http://schemas.openxmlformats.org/officeDocument/2006/relationships/customXml" Target="../ink/ink543.xml"/><Relationship Id="rId580" Type="http://schemas.openxmlformats.org/officeDocument/2006/relationships/image" Target="../media/image623.png"/><Relationship Id="rId1" Type="http://schemas.openxmlformats.org/officeDocument/2006/relationships/slideLayout" Target="../slideLayouts/slideLayout2.xml"/><Relationship Id="rId233" Type="http://schemas.openxmlformats.org/officeDocument/2006/relationships/image" Target="../media/image452.png"/><Relationship Id="rId440" Type="http://schemas.openxmlformats.org/officeDocument/2006/relationships/image" Target="../media/image554.png"/><Relationship Id="rId28" Type="http://schemas.openxmlformats.org/officeDocument/2006/relationships/customXml" Target="../ink/ink342.xml"/><Relationship Id="rId275" Type="http://schemas.openxmlformats.org/officeDocument/2006/relationships/customXml" Target="../ink/ink466.xml"/><Relationship Id="rId300" Type="http://schemas.openxmlformats.org/officeDocument/2006/relationships/image" Target="../media/image485.png"/><Relationship Id="rId482" Type="http://schemas.openxmlformats.org/officeDocument/2006/relationships/image" Target="../media/image575.png"/><Relationship Id="rId538" Type="http://schemas.openxmlformats.org/officeDocument/2006/relationships/customXml" Target="../ink/ink598.xml"/><Relationship Id="rId81" Type="http://schemas.openxmlformats.org/officeDocument/2006/relationships/image" Target="../media/image376.png"/><Relationship Id="rId135" Type="http://schemas.openxmlformats.org/officeDocument/2006/relationships/image" Target="../media/image403.png"/><Relationship Id="rId177" Type="http://schemas.openxmlformats.org/officeDocument/2006/relationships/image" Target="../media/image424.png"/><Relationship Id="rId342" Type="http://schemas.openxmlformats.org/officeDocument/2006/relationships/image" Target="../media/image505.png"/><Relationship Id="rId384" Type="http://schemas.openxmlformats.org/officeDocument/2006/relationships/image" Target="../media/image526.png"/><Relationship Id="rId591" Type="http://schemas.openxmlformats.org/officeDocument/2006/relationships/customXml" Target="../ink/ink625.xml"/><Relationship Id="rId605" Type="http://schemas.openxmlformats.org/officeDocument/2006/relationships/customXml" Target="../ink/ink632.xml"/><Relationship Id="rId202" Type="http://schemas.openxmlformats.org/officeDocument/2006/relationships/customXml" Target="../ink/ink429.xml"/><Relationship Id="rId244" Type="http://schemas.openxmlformats.org/officeDocument/2006/relationships/image" Target="../media/image457.png"/><Relationship Id="rId39" Type="http://schemas.openxmlformats.org/officeDocument/2006/relationships/image" Target="../media/image355.png"/><Relationship Id="rId286" Type="http://schemas.openxmlformats.org/officeDocument/2006/relationships/image" Target="../media/image478.png"/><Relationship Id="rId451" Type="http://schemas.openxmlformats.org/officeDocument/2006/relationships/customXml" Target="../ink/ink554.xml"/><Relationship Id="rId493" Type="http://schemas.openxmlformats.org/officeDocument/2006/relationships/customXml" Target="../ink/ink575.xml"/><Relationship Id="rId507" Type="http://schemas.openxmlformats.org/officeDocument/2006/relationships/customXml" Target="../ink/ink582.xml"/><Relationship Id="rId549" Type="http://schemas.openxmlformats.org/officeDocument/2006/relationships/image" Target="../media/image608.png"/><Relationship Id="rId50" Type="http://schemas.openxmlformats.org/officeDocument/2006/relationships/customXml" Target="../ink/ink353.xml"/><Relationship Id="rId104" Type="http://schemas.openxmlformats.org/officeDocument/2006/relationships/customXml" Target="../ink/ink380.xml"/><Relationship Id="rId146" Type="http://schemas.openxmlformats.org/officeDocument/2006/relationships/customXml" Target="../ink/ink401.xml"/><Relationship Id="rId188" Type="http://schemas.openxmlformats.org/officeDocument/2006/relationships/customXml" Target="../ink/ink422.xml"/><Relationship Id="rId311" Type="http://schemas.openxmlformats.org/officeDocument/2006/relationships/customXml" Target="../ink/ink484.xml"/><Relationship Id="rId353" Type="http://schemas.openxmlformats.org/officeDocument/2006/relationships/customXml" Target="../ink/ink505.xml"/><Relationship Id="rId395" Type="http://schemas.openxmlformats.org/officeDocument/2006/relationships/customXml" Target="../ink/ink526.xml"/><Relationship Id="rId409" Type="http://schemas.openxmlformats.org/officeDocument/2006/relationships/customXml" Target="../ink/ink533.xml"/><Relationship Id="rId560" Type="http://schemas.openxmlformats.org/officeDocument/2006/relationships/image" Target="../media/image613.png"/><Relationship Id="rId92" Type="http://schemas.openxmlformats.org/officeDocument/2006/relationships/customXml" Target="../ink/ink374.xml"/><Relationship Id="rId213" Type="http://schemas.openxmlformats.org/officeDocument/2006/relationships/image" Target="../media/image442.png"/><Relationship Id="rId420" Type="http://schemas.openxmlformats.org/officeDocument/2006/relationships/image" Target="../media/image544.png"/><Relationship Id="rId616" Type="http://schemas.openxmlformats.org/officeDocument/2006/relationships/image" Target="../media/image640.png"/><Relationship Id="rId255" Type="http://schemas.openxmlformats.org/officeDocument/2006/relationships/customXml" Target="../ink/ink456.xml"/><Relationship Id="rId297" Type="http://schemas.openxmlformats.org/officeDocument/2006/relationships/customXml" Target="../ink/ink477.xml"/><Relationship Id="rId462" Type="http://schemas.openxmlformats.org/officeDocument/2006/relationships/image" Target="../media/image565.png"/><Relationship Id="rId518" Type="http://schemas.openxmlformats.org/officeDocument/2006/relationships/image" Target="../media/image593.png"/><Relationship Id="rId115" Type="http://schemas.openxmlformats.org/officeDocument/2006/relationships/image" Target="../media/image393.png"/><Relationship Id="rId157" Type="http://schemas.openxmlformats.org/officeDocument/2006/relationships/image" Target="../media/image414.png"/><Relationship Id="rId322" Type="http://schemas.openxmlformats.org/officeDocument/2006/relationships/image" Target="../media/image496.png"/><Relationship Id="rId364" Type="http://schemas.openxmlformats.org/officeDocument/2006/relationships/image" Target="../media/image516.png"/><Relationship Id="rId61" Type="http://schemas.openxmlformats.org/officeDocument/2006/relationships/image" Target="../media/image366.png"/><Relationship Id="rId199" Type="http://schemas.openxmlformats.org/officeDocument/2006/relationships/image" Target="../media/image435.png"/><Relationship Id="rId571" Type="http://schemas.openxmlformats.org/officeDocument/2006/relationships/customXml" Target="../ink/ink615.xml"/><Relationship Id="rId19" Type="http://schemas.openxmlformats.org/officeDocument/2006/relationships/image" Target="../media/image345.png"/><Relationship Id="rId224" Type="http://schemas.openxmlformats.org/officeDocument/2006/relationships/customXml" Target="../ink/ink440.xml"/><Relationship Id="rId266" Type="http://schemas.openxmlformats.org/officeDocument/2006/relationships/image" Target="../media/image468.png"/><Relationship Id="rId431" Type="http://schemas.openxmlformats.org/officeDocument/2006/relationships/customXml" Target="../ink/ink544.xml"/><Relationship Id="rId473" Type="http://schemas.openxmlformats.org/officeDocument/2006/relationships/customXml" Target="../ink/ink565.xml"/><Relationship Id="rId529" Type="http://schemas.openxmlformats.org/officeDocument/2006/relationships/image" Target="../media/image598.png"/><Relationship Id="rId30" Type="http://schemas.openxmlformats.org/officeDocument/2006/relationships/customXml" Target="../ink/ink343.xml"/><Relationship Id="rId126" Type="http://schemas.openxmlformats.org/officeDocument/2006/relationships/customXml" Target="../ink/ink391.xml"/><Relationship Id="rId168" Type="http://schemas.openxmlformats.org/officeDocument/2006/relationships/customXml" Target="../ink/ink412.xml"/><Relationship Id="rId333" Type="http://schemas.openxmlformats.org/officeDocument/2006/relationships/customXml" Target="../ink/ink495.xml"/><Relationship Id="rId540" Type="http://schemas.openxmlformats.org/officeDocument/2006/relationships/customXml" Target="../ink/ink599.xml"/><Relationship Id="rId72" Type="http://schemas.openxmlformats.org/officeDocument/2006/relationships/customXml" Target="../ink/ink364.xml"/><Relationship Id="rId375" Type="http://schemas.openxmlformats.org/officeDocument/2006/relationships/customXml" Target="../ink/ink516.xml"/><Relationship Id="rId582" Type="http://schemas.openxmlformats.org/officeDocument/2006/relationships/image" Target="../media/image193.png"/><Relationship Id="rId3" Type="http://schemas.openxmlformats.org/officeDocument/2006/relationships/image" Target="../media/image10.png"/><Relationship Id="rId235" Type="http://schemas.openxmlformats.org/officeDocument/2006/relationships/customXml" Target="../ink/ink446.xml"/><Relationship Id="rId277" Type="http://schemas.openxmlformats.org/officeDocument/2006/relationships/customXml" Target="../ink/ink467.xml"/><Relationship Id="rId400" Type="http://schemas.openxmlformats.org/officeDocument/2006/relationships/image" Target="../media/image534.png"/><Relationship Id="rId442" Type="http://schemas.openxmlformats.org/officeDocument/2006/relationships/image" Target="../media/image555.png"/><Relationship Id="rId484" Type="http://schemas.openxmlformats.org/officeDocument/2006/relationships/image" Target="../media/image576.png"/><Relationship Id="rId137" Type="http://schemas.openxmlformats.org/officeDocument/2006/relationships/image" Target="../media/image404.png"/><Relationship Id="rId302" Type="http://schemas.openxmlformats.org/officeDocument/2006/relationships/image" Target="../media/image486.png"/><Relationship Id="rId344" Type="http://schemas.openxmlformats.org/officeDocument/2006/relationships/image" Target="../media/image506.png"/><Relationship Id="rId41" Type="http://schemas.openxmlformats.org/officeDocument/2006/relationships/image" Target="../media/image356.png"/><Relationship Id="rId83" Type="http://schemas.openxmlformats.org/officeDocument/2006/relationships/image" Target="../media/image377.png"/><Relationship Id="rId179" Type="http://schemas.openxmlformats.org/officeDocument/2006/relationships/image" Target="../media/image425.png"/><Relationship Id="rId386" Type="http://schemas.openxmlformats.org/officeDocument/2006/relationships/image" Target="../media/image527.png"/><Relationship Id="rId551" Type="http://schemas.openxmlformats.org/officeDocument/2006/relationships/customXml" Target="../ink/ink605.xml"/><Relationship Id="rId593" Type="http://schemas.openxmlformats.org/officeDocument/2006/relationships/customXml" Target="../ink/ink626.xml"/><Relationship Id="rId607" Type="http://schemas.openxmlformats.org/officeDocument/2006/relationships/customXml" Target="../ink/ink633.xml"/><Relationship Id="rId190" Type="http://schemas.openxmlformats.org/officeDocument/2006/relationships/customXml" Target="../ink/ink423.xml"/><Relationship Id="rId204" Type="http://schemas.openxmlformats.org/officeDocument/2006/relationships/customXml" Target="../ink/ink430.xml"/><Relationship Id="rId246" Type="http://schemas.openxmlformats.org/officeDocument/2006/relationships/image" Target="../media/image458.png"/><Relationship Id="rId288" Type="http://schemas.openxmlformats.org/officeDocument/2006/relationships/image" Target="../media/image479.png"/><Relationship Id="rId411" Type="http://schemas.openxmlformats.org/officeDocument/2006/relationships/customXml" Target="../ink/ink534.xml"/><Relationship Id="rId453" Type="http://schemas.openxmlformats.org/officeDocument/2006/relationships/customXml" Target="../ink/ink555.xml"/><Relationship Id="rId509" Type="http://schemas.openxmlformats.org/officeDocument/2006/relationships/customXml" Target="../ink/ink583.xml"/><Relationship Id="rId106" Type="http://schemas.openxmlformats.org/officeDocument/2006/relationships/customXml" Target="../ink/ink381.xml"/><Relationship Id="rId313" Type="http://schemas.openxmlformats.org/officeDocument/2006/relationships/customXml" Target="../ink/ink485.xml"/><Relationship Id="rId495" Type="http://schemas.openxmlformats.org/officeDocument/2006/relationships/customXml" Target="../ink/ink576.xml"/><Relationship Id="rId10" Type="http://schemas.openxmlformats.org/officeDocument/2006/relationships/customXml" Target="../ink/ink333.xml"/><Relationship Id="rId52" Type="http://schemas.openxmlformats.org/officeDocument/2006/relationships/customXml" Target="../ink/ink354.xml"/><Relationship Id="rId94" Type="http://schemas.openxmlformats.org/officeDocument/2006/relationships/customXml" Target="../ink/ink375.xml"/><Relationship Id="rId148" Type="http://schemas.openxmlformats.org/officeDocument/2006/relationships/customXml" Target="../ink/ink402.xml"/><Relationship Id="rId355" Type="http://schemas.openxmlformats.org/officeDocument/2006/relationships/customXml" Target="../ink/ink506.xml"/><Relationship Id="rId397" Type="http://schemas.openxmlformats.org/officeDocument/2006/relationships/customXml" Target="../ink/ink527.xml"/><Relationship Id="rId520" Type="http://schemas.openxmlformats.org/officeDocument/2006/relationships/customXml" Target="../ink/ink589.xml"/><Relationship Id="rId562" Type="http://schemas.openxmlformats.org/officeDocument/2006/relationships/image" Target="../media/image614.png"/><Relationship Id="rId618" Type="http://schemas.openxmlformats.org/officeDocument/2006/relationships/image" Target="../media/image641.png"/><Relationship Id="rId215" Type="http://schemas.openxmlformats.org/officeDocument/2006/relationships/image" Target="../media/image443.png"/><Relationship Id="rId257" Type="http://schemas.openxmlformats.org/officeDocument/2006/relationships/customXml" Target="../ink/ink457.xml"/><Relationship Id="rId422" Type="http://schemas.openxmlformats.org/officeDocument/2006/relationships/image" Target="../media/image545.png"/><Relationship Id="rId464" Type="http://schemas.openxmlformats.org/officeDocument/2006/relationships/image" Target="../media/image566.png"/><Relationship Id="rId299" Type="http://schemas.openxmlformats.org/officeDocument/2006/relationships/customXml" Target="../ink/ink478.xml"/><Relationship Id="rId63" Type="http://schemas.openxmlformats.org/officeDocument/2006/relationships/image" Target="../media/image367.png"/><Relationship Id="rId159" Type="http://schemas.openxmlformats.org/officeDocument/2006/relationships/image" Target="../media/image415.png"/><Relationship Id="rId366" Type="http://schemas.openxmlformats.org/officeDocument/2006/relationships/image" Target="../media/image517.png"/><Relationship Id="rId573" Type="http://schemas.openxmlformats.org/officeDocument/2006/relationships/customXml" Target="../ink/ink616.xml"/><Relationship Id="rId226" Type="http://schemas.openxmlformats.org/officeDocument/2006/relationships/customXml" Target="../ink/ink441.xml"/><Relationship Id="rId433" Type="http://schemas.openxmlformats.org/officeDocument/2006/relationships/customXml" Target="../ink/ink545.xml"/><Relationship Id="rId74" Type="http://schemas.openxmlformats.org/officeDocument/2006/relationships/customXml" Target="../ink/ink365.xml"/><Relationship Id="rId377" Type="http://schemas.openxmlformats.org/officeDocument/2006/relationships/customXml" Target="../ink/ink517.xml"/><Relationship Id="rId500" Type="http://schemas.openxmlformats.org/officeDocument/2006/relationships/image" Target="../media/image584.png"/><Relationship Id="rId584" Type="http://schemas.openxmlformats.org/officeDocument/2006/relationships/image" Target="../media/image624.png"/><Relationship Id="rId5" Type="http://schemas.openxmlformats.org/officeDocument/2006/relationships/image" Target="../media/image338.png"/><Relationship Id="rId237" Type="http://schemas.openxmlformats.org/officeDocument/2006/relationships/customXml" Target="../ink/ink447.xml"/><Relationship Id="rId444" Type="http://schemas.openxmlformats.org/officeDocument/2006/relationships/image" Target="../media/image556.png"/><Relationship Id="rId290" Type="http://schemas.openxmlformats.org/officeDocument/2006/relationships/image" Target="../media/image480.png"/><Relationship Id="rId304" Type="http://schemas.openxmlformats.org/officeDocument/2006/relationships/image" Target="../media/image487.png"/><Relationship Id="rId388" Type="http://schemas.openxmlformats.org/officeDocument/2006/relationships/image" Target="../media/image528.png"/><Relationship Id="rId511" Type="http://schemas.openxmlformats.org/officeDocument/2006/relationships/customXml" Target="../ink/ink584.xml"/><Relationship Id="rId609" Type="http://schemas.openxmlformats.org/officeDocument/2006/relationships/customXml" Target="../ink/ink634.xml"/><Relationship Id="rId85" Type="http://schemas.openxmlformats.org/officeDocument/2006/relationships/image" Target="../media/image378.png"/><Relationship Id="rId150" Type="http://schemas.openxmlformats.org/officeDocument/2006/relationships/customXml" Target="../ink/ink403.xml"/><Relationship Id="rId595" Type="http://schemas.openxmlformats.org/officeDocument/2006/relationships/customXml" Target="../ink/ink627.xml"/><Relationship Id="rId248" Type="http://schemas.openxmlformats.org/officeDocument/2006/relationships/image" Target="../media/image459.png"/><Relationship Id="rId455" Type="http://schemas.openxmlformats.org/officeDocument/2006/relationships/customXml" Target="../ink/ink556.xml"/><Relationship Id="rId12" Type="http://schemas.openxmlformats.org/officeDocument/2006/relationships/customXml" Target="../ink/ink334.xml"/><Relationship Id="rId108" Type="http://schemas.openxmlformats.org/officeDocument/2006/relationships/customXml" Target="../ink/ink382.xml"/><Relationship Id="rId315" Type="http://schemas.openxmlformats.org/officeDocument/2006/relationships/customXml" Target="../ink/ink486.xml"/><Relationship Id="rId522" Type="http://schemas.openxmlformats.org/officeDocument/2006/relationships/customXml" Target="../ink/ink590.xml"/><Relationship Id="rId96" Type="http://schemas.openxmlformats.org/officeDocument/2006/relationships/customXml" Target="../ink/ink376.xml"/><Relationship Id="rId161" Type="http://schemas.openxmlformats.org/officeDocument/2006/relationships/image" Target="../media/image416.png"/><Relationship Id="rId399" Type="http://schemas.openxmlformats.org/officeDocument/2006/relationships/customXml" Target="../ink/ink528.xml"/><Relationship Id="rId259" Type="http://schemas.openxmlformats.org/officeDocument/2006/relationships/customXml" Target="../ink/ink458.xml"/><Relationship Id="rId466" Type="http://schemas.openxmlformats.org/officeDocument/2006/relationships/image" Target="../media/image567.png"/><Relationship Id="rId23" Type="http://schemas.openxmlformats.org/officeDocument/2006/relationships/image" Target="../media/image347.png"/><Relationship Id="rId119" Type="http://schemas.openxmlformats.org/officeDocument/2006/relationships/image" Target="../media/image395.png"/><Relationship Id="rId326" Type="http://schemas.openxmlformats.org/officeDocument/2006/relationships/image" Target="../media/image105.png"/><Relationship Id="rId533" Type="http://schemas.openxmlformats.org/officeDocument/2006/relationships/image" Target="../media/image600.png"/><Relationship Id="rId172" Type="http://schemas.openxmlformats.org/officeDocument/2006/relationships/customXml" Target="../ink/ink414.xml"/><Relationship Id="rId477" Type="http://schemas.openxmlformats.org/officeDocument/2006/relationships/customXml" Target="../ink/ink567.xml"/><Relationship Id="rId600" Type="http://schemas.openxmlformats.org/officeDocument/2006/relationships/image" Target="../media/image632.png"/><Relationship Id="rId337" Type="http://schemas.openxmlformats.org/officeDocument/2006/relationships/customXml" Target="../ink/ink497.xml"/><Relationship Id="rId34" Type="http://schemas.openxmlformats.org/officeDocument/2006/relationships/customXml" Target="../ink/ink345.xml"/><Relationship Id="rId544" Type="http://schemas.openxmlformats.org/officeDocument/2006/relationships/customXml" Target="../ink/ink601.xml"/><Relationship Id="rId183" Type="http://schemas.openxmlformats.org/officeDocument/2006/relationships/image" Target="../media/image427.png"/><Relationship Id="rId390" Type="http://schemas.openxmlformats.org/officeDocument/2006/relationships/image" Target="../media/image529.png"/><Relationship Id="rId404" Type="http://schemas.openxmlformats.org/officeDocument/2006/relationships/image" Target="../media/image536.png"/><Relationship Id="rId611" Type="http://schemas.openxmlformats.org/officeDocument/2006/relationships/customXml" Target="../ink/ink635.xml"/><Relationship Id="rId250" Type="http://schemas.openxmlformats.org/officeDocument/2006/relationships/image" Target="../media/image460.png"/><Relationship Id="rId488" Type="http://schemas.openxmlformats.org/officeDocument/2006/relationships/image" Target="../media/image578.png"/><Relationship Id="rId45" Type="http://schemas.openxmlformats.org/officeDocument/2006/relationships/image" Target="../media/image358.png"/><Relationship Id="rId110" Type="http://schemas.openxmlformats.org/officeDocument/2006/relationships/customXml" Target="../ink/ink383.xml"/><Relationship Id="rId348" Type="http://schemas.openxmlformats.org/officeDocument/2006/relationships/image" Target="../media/image508.png"/><Relationship Id="rId555" Type="http://schemas.openxmlformats.org/officeDocument/2006/relationships/customXml" Target="../ink/ink607.xml"/><Relationship Id="rId194" Type="http://schemas.openxmlformats.org/officeDocument/2006/relationships/customXml" Target="../ink/ink425.xml"/><Relationship Id="rId208" Type="http://schemas.openxmlformats.org/officeDocument/2006/relationships/customXml" Target="../ink/ink432.xml"/><Relationship Id="rId415" Type="http://schemas.openxmlformats.org/officeDocument/2006/relationships/customXml" Target="../ink/ink536.xml"/><Relationship Id="rId622" Type="http://schemas.openxmlformats.org/officeDocument/2006/relationships/image" Target="../media/image643.png"/><Relationship Id="rId261" Type="http://schemas.openxmlformats.org/officeDocument/2006/relationships/customXml" Target="../ink/ink459.xml"/><Relationship Id="rId499" Type="http://schemas.openxmlformats.org/officeDocument/2006/relationships/customXml" Target="../ink/ink578.xml"/><Relationship Id="rId56" Type="http://schemas.openxmlformats.org/officeDocument/2006/relationships/customXml" Target="../ink/ink356.xml"/><Relationship Id="rId359" Type="http://schemas.openxmlformats.org/officeDocument/2006/relationships/customXml" Target="../ink/ink508.xml"/><Relationship Id="rId566" Type="http://schemas.openxmlformats.org/officeDocument/2006/relationships/image" Target="../media/image616.png"/><Relationship Id="rId121" Type="http://schemas.openxmlformats.org/officeDocument/2006/relationships/image" Target="../media/image396.png"/><Relationship Id="rId219" Type="http://schemas.openxmlformats.org/officeDocument/2006/relationships/image" Target="../media/image445.png"/><Relationship Id="rId426" Type="http://schemas.openxmlformats.org/officeDocument/2006/relationships/image" Target="../media/image547.png"/><Relationship Id="rId67" Type="http://schemas.openxmlformats.org/officeDocument/2006/relationships/image" Target="../media/image369.png"/><Relationship Id="rId272" Type="http://schemas.openxmlformats.org/officeDocument/2006/relationships/image" Target="../media/image471.png"/><Relationship Id="rId577" Type="http://schemas.openxmlformats.org/officeDocument/2006/relationships/customXml" Target="../ink/ink618.xml"/><Relationship Id="rId132" Type="http://schemas.openxmlformats.org/officeDocument/2006/relationships/customXml" Target="../ink/ink394.xml"/><Relationship Id="rId437" Type="http://schemas.openxmlformats.org/officeDocument/2006/relationships/customXml" Target="../ink/ink547.xml"/></Relationships>
</file>

<file path=ppt/slides/_rels/slide13.xml.rels><?xml version="1.0" encoding="UTF-8" standalone="yes"?>
<Relationships xmlns="http://schemas.openxmlformats.org/package/2006/relationships"><Relationship Id="rId117" Type="http://schemas.openxmlformats.org/officeDocument/2006/relationships/image" Target="../media/image703.png"/><Relationship Id="rId299" Type="http://schemas.openxmlformats.org/officeDocument/2006/relationships/customXml" Target="../ink/ink795.xml"/><Relationship Id="rId21" Type="http://schemas.openxmlformats.org/officeDocument/2006/relationships/image" Target="../media/image655.png"/><Relationship Id="rId63" Type="http://schemas.openxmlformats.org/officeDocument/2006/relationships/image" Target="../media/image676.png"/><Relationship Id="rId159" Type="http://schemas.openxmlformats.org/officeDocument/2006/relationships/image" Target="../media/image721.png"/><Relationship Id="rId170" Type="http://schemas.openxmlformats.org/officeDocument/2006/relationships/image" Target="../media/image726.png"/><Relationship Id="rId226" Type="http://schemas.openxmlformats.org/officeDocument/2006/relationships/image" Target="../media/image751.png"/><Relationship Id="rId268" Type="http://schemas.openxmlformats.org/officeDocument/2006/relationships/image" Target="../media/image772.png"/><Relationship Id="rId32" Type="http://schemas.openxmlformats.org/officeDocument/2006/relationships/customXml" Target="../ink/ink658.xml"/><Relationship Id="rId74" Type="http://schemas.openxmlformats.org/officeDocument/2006/relationships/customXml" Target="../ink/ink679.xml"/><Relationship Id="rId128" Type="http://schemas.openxmlformats.org/officeDocument/2006/relationships/customXml" Target="../ink/ink707.xml"/><Relationship Id="rId5" Type="http://schemas.openxmlformats.org/officeDocument/2006/relationships/image" Target="../media/image647.png"/><Relationship Id="rId181" Type="http://schemas.openxmlformats.org/officeDocument/2006/relationships/image" Target="../media/image729.png"/><Relationship Id="rId237" Type="http://schemas.openxmlformats.org/officeDocument/2006/relationships/customXml" Target="../ink/ink764.xml"/><Relationship Id="rId279" Type="http://schemas.openxmlformats.org/officeDocument/2006/relationships/customXml" Target="../ink/ink785.xml"/><Relationship Id="rId43" Type="http://schemas.openxmlformats.org/officeDocument/2006/relationships/image" Target="../media/image666.png"/><Relationship Id="rId139" Type="http://schemas.openxmlformats.org/officeDocument/2006/relationships/image" Target="../media/image711.png"/><Relationship Id="rId290" Type="http://schemas.openxmlformats.org/officeDocument/2006/relationships/image" Target="../media/image783.png"/><Relationship Id="rId304" Type="http://schemas.openxmlformats.org/officeDocument/2006/relationships/image" Target="../media/image790.png"/><Relationship Id="rId85" Type="http://schemas.openxmlformats.org/officeDocument/2006/relationships/image" Target="../media/image687.png"/><Relationship Id="rId150" Type="http://schemas.openxmlformats.org/officeDocument/2006/relationships/customXml" Target="../ink/ink718.xml"/><Relationship Id="rId192" Type="http://schemas.openxmlformats.org/officeDocument/2006/relationships/customXml" Target="../ink/ink741.xml"/><Relationship Id="rId206" Type="http://schemas.openxmlformats.org/officeDocument/2006/relationships/customXml" Target="../ink/ink748.xml"/><Relationship Id="rId248" Type="http://schemas.openxmlformats.org/officeDocument/2006/relationships/image" Target="../media/image762.png"/><Relationship Id="rId12" Type="http://schemas.openxmlformats.org/officeDocument/2006/relationships/customXml" Target="../ink/ink648.xml"/><Relationship Id="rId108" Type="http://schemas.openxmlformats.org/officeDocument/2006/relationships/customXml" Target="../ink/ink696.xml"/><Relationship Id="rId315" Type="http://schemas.openxmlformats.org/officeDocument/2006/relationships/customXml" Target="../ink/ink803.xml"/><Relationship Id="rId54" Type="http://schemas.openxmlformats.org/officeDocument/2006/relationships/customXml" Target="../ink/ink669.xml"/><Relationship Id="rId96" Type="http://schemas.openxmlformats.org/officeDocument/2006/relationships/customXml" Target="../ink/ink690.xml"/><Relationship Id="rId161" Type="http://schemas.openxmlformats.org/officeDocument/2006/relationships/image" Target="../media/image722.png"/><Relationship Id="rId217" Type="http://schemas.openxmlformats.org/officeDocument/2006/relationships/image" Target="../media/image747.png"/><Relationship Id="rId259" Type="http://schemas.openxmlformats.org/officeDocument/2006/relationships/customXml" Target="../ink/ink775.xml"/><Relationship Id="rId23" Type="http://schemas.openxmlformats.org/officeDocument/2006/relationships/image" Target="../media/image656.png"/><Relationship Id="rId119" Type="http://schemas.openxmlformats.org/officeDocument/2006/relationships/image" Target="../media/image704.png"/><Relationship Id="rId270" Type="http://schemas.openxmlformats.org/officeDocument/2006/relationships/image" Target="../media/image773.png"/><Relationship Id="rId65" Type="http://schemas.openxmlformats.org/officeDocument/2006/relationships/image" Target="../media/image677.png"/><Relationship Id="rId130" Type="http://schemas.openxmlformats.org/officeDocument/2006/relationships/customXml" Target="../ink/ink708.xml"/><Relationship Id="rId172" Type="http://schemas.openxmlformats.org/officeDocument/2006/relationships/image" Target="../media/image727.png"/><Relationship Id="rId193" Type="http://schemas.openxmlformats.org/officeDocument/2006/relationships/image" Target="../media/image735.png"/><Relationship Id="rId207" Type="http://schemas.openxmlformats.org/officeDocument/2006/relationships/image" Target="../media/image742.png"/><Relationship Id="rId228" Type="http://schemas.openxmlformats.org/officeDocument/2006/relationships/image" Target="../media/image752.png"/><Relationship Id="rId249" Type="http://schemas.openxmlformats.org/officeDocument/2006/relationships/customXml" Target="../ink/ink770.xml"/><Relationship Id="rId13" Type="http://schemas.openxmlformats.org/officeDocument/2006/relationships/image" Target="../media/image651.png"/><Relationship Id="rId109" Type="http://schemas.openxmlformats.org/officeDocument/2006/relationships/image" Target="../media/image699.png"/><Relationship Id="rId260" Type="http://schemas.openxmlformats.org/officeDocument/2006/relationships/image" Target="../media/image768.png"/><Relationship Id="rId281" Type="http://schemas.openxmlformats.org/officeDocument/2006/relationships/customXml" Target="../ink/ink786.xml"/><Relationship Id="rId316" Type="http://schemas.openxmlformats.org/officeDocument/2006/relationships/image" Target="../media/image796.png"/><Relationship Id="rId34" Type="http://schemas.openxmlformats.org/officeDocument/2006/relationships/customXml" Target="../ink/ink659.xml"/><Relationship Id="rId55" Type="http://schemas.openxmlformats.org/officeDocument/2006/relationships/image" Target="../media/image672.png"/><Relationship Id="rId76" Type="http://schemas.openxmlformats.org/officeDocument/2006/relationships/customXml" Target="../ink/ink680.xml"/><Relationship Id="rId97" Type="http://schemas.openxmlformats.org/officeDocument/2006/relationships/image" Target="../media/image693.png"/><Relationship Id="rId120" Type="http://schemas.openxmlformats.org/officeDocument/2006/relationships/customXml" Target="../ink/ink702.xml"/><Relationship Id="rId141" Type="http://schemas.openxmlformats.org/officeDocument/2006/relationships/image" Target="../media/image712.png"/><Relationship Id="rId7" Type="http://schemas.openxmlformats.org/officeDocument/2006/relationships/image" Target="../media/image648.png"/><Relationship Id="rId162" Type="http://schemas.openxmlformats.org/officeDocument/2006/relationships/customXml" Target="../ink/ink724.xml"/><Relationship Id="rId183" Type="http://schemas.openxmlformats.org/officeDocument/2006/relationships/image" Target="../media/image730.png"/><Relationship Id="rId218" Type="http://schemas.openxmlformats.org/officeDocument/2006/relationships/customXml" Target="../ink/ink754.xml"/><Relationship Id="rId239" Type="http://schemas.openxmlformats.org/officeDocument/2006/relationships/customXml" Target="../ink/ink765.xml"/><Relationship Id="rId250" Type="http://schemas.openxmlformats.org/officeDocument/2006/relationships/image" Target="../media/image763.png"/><Relationship Id="rId271" Type="http://schemas.openxmlformats.org/officeDocument/2006/relationships/customXml" Target="../ink/ink781.xml"/><Relationship Id="rId292" Type="http://schemas.openxmlformats.org/officeDocument/2006/relationships/image" Target="../media/image784.png"/><Relationship Id="rId306" Type="http://schemas.openxmlformats.org/officeDocument/2006/relationships/image" Target="../media/image791.png"/><Relationship Id="rId24" Type="http://schemas.openxmlformats.org/officeDocument/2006/relationships/customXml" Target="../ink/ink654.xml"/><Relationship Id="rId45" Type="http://schemas.openxmlformats.org/officeDocument/2006/relationships/image" Target="../media/image667.png"/><Relationship Id="rId66" Type="http://schemas.openxmlformats.org/officeDocument/2006/relationships/customXml" Target="../ink/ink675.xml"/><Relationship Id="rId87" Type="http://schemas.openxmlformats.org/officeDocument/2006/relationships/image" Target="../media/image688.png"/><Relationship Id="rId110" Type="http://schemas.openxmlformats.org/officeDocument/2006/relationships/customXml" Target="../ink/ink697.xml"/><Relationship Id="rId131" Type="http://schemas.openxmlformats.org/officeDocument/2006/relationships/image" Target="../media/image707.png"/><Relationship Id="rId152" Type="http://schemas.openxmlformats.org/officeDocument/2006/relationships/customXml" Target="../ink/ink719.xml"/><Relationship Id="rId173" Type="http://schemas.openxmlformats.org/officeDocument/2006/relationships/customXml" Target="../ink/ink730.xml"/><Relationship Id="rId194" Type="http://schemas.openxmlformats.org/officeDocument/2006/relationships/customXml" Target="../ink/ink742.xml"/><Relationship Id="rId208" Type="http://schemas.openxmlformats.org/officeDocument/2006/relationships/customXml" Target="../ink/ink749.xml"/><Relationship Id="rId229" Type="http://schemas.openxmlformats.org/officeDocument/2006/relationships/customXml" Target="../ink/ink760.xml"/><Relationship Id="rId240" Type="http://schemas.openxmlformats.org/officeDocument/2006/relationships/image" Target="../media/image758.png"/><Relationship Id="rId261" Type="http://schemas.openxmlformats.org/officeDocument/2006/relationships/customXml" Target="../ink/ink776.xml"/><Relationship Id="rId14" Type="http://schemas.openxmlformats.org/officeDocument/2006/relationships/customXml" Target="../ink/ink649.xml"/><Relationship Id="rId35" Type="http://schemas.openxmlformats.org/officeDocument/2006/relationships/image" Target="../media/image662.png"/><Relationship Id="rId56" Type="http://schemas.openxmlformats.org/officeDocument/2006/relationships/customXml" Target="../ink/ink670.xml"/><Relationship Id="rId77" Type="http://schemas.openxmlformats.org/officeDocument/2006/relationships/image" Target="../media/image683.png"/><Relationship Id="rId100" Type="http://schemas.openxmlformats.org/officeDocument/2006/relationships/customXml" Target="../ink/ink692.xml"/><Relationship Id="rId282" Type="http://schemas.openxmlformats.org/officeDocument/2006/relationships/image" Target="../media/image779.png"/><Relationship Id="rId8" Type="http://schemas.openxmlformats.org/officeDocument/2006/relationships/customXml" Target="../ink/ink646.xml"/><Relationship Id="rId98" Type="http://schemas.openxmlformats.org/officeDocument/2006/relationships/customXml" Target="../ink/ink691.xml"/><Relationship Id="rId121" Type="http://schemas.openxmlformats.org/officeDocument/2006/relationships/image" Target="../media/image705.png"/><Relationship Id="rId142" Type="http://schemas.openxmlformats.org/officeDocument/2006/relationships/customXml" Target="../ink/ink714.xml"/><Relationship Id="rId163" Type="http://schemas.openxmlformats.org/officeDocument/2006/relationships/image" Target="../media/image723.png"/><Relationship Id="rId184" Type="http://schemas.openxmlformats.org/officeDocument/2006/relationships/customXml" Target="../ink/ink737.xml"/><Relationship Id="rId219" Type="http://schemas.openxmlformats.org/officeDocument/2006/relationships/customXml" Target="../ink/ink755.xml"/><Relationship Id="rId230" Type="http://schemas.openxmlformats.org/officeDocument/2006/relationships/image" Target="../media/image753.png"/><Relationship Id="rId251" Type="http://schemas.openxmlformats.org/officeDocument/2006/relationships/customXml" Target="../ink/ink771.xml"/><Relationship Id="rId25" Type="http://schemas.openxmlformats.org/officeDocument/2006/relationships/image" Target="../media/image657.png"/><Relationship Id="rId46" Type="http://schemas.openxmlformats.org/officeDocument/2006/relationships/customXml" Target="../ink/ink665.xml"/><Relationship Id="rId67" Type="http://schemas.openxmlformats.org/officeDocument/2006/relationships/image" Target="../media/image678.png"/><Relationship Id="rId272" Type="http://schemas.openxmlformats.org/officeDocument/2006/relationships/image" Target="../media/image774.png"/><Relationship Id="rId293" Type="http://schemas.openxmlformats.org/officeDocument/2006/relationships/customXml" Target="../ink/ink792.xml"/><Relationship Id="rId307" Type="http://schemas.openxmlformats.org/officeDocument/2006/relationships/customXml" Target="../ink/ink799.xml"/><Relationship Id="rId88" Type="http://schemas.openxmlformats.org/officeDocument/2006/relationships/customXml" Target="../ink/ink686.xml"/><Relationship Id="rId111" Type="http://schemas.openxmlformats.org/officeDocument/2006/relationships/image" Target="../media/image700.png"/><Relationship Id="rId132" Type="http://schemas.openxmlformats.org/officeDocument/2006/relationships/customXml" Target="../ink/ink709.xml"/><Relationship Id="rId153" Type="http://schemas.openxmlformats.org/officeDocument/2006/relationships/image" Target="../media/image718.png"/><Relationship Id="rId174" Type="http://schemas.openxmlformats.org/officeDocument/2006/relationships/image" Target="../media/image728.png"/><Relationship Id="rId195" Type="http://schemas.openxmlformats.org/officeDocument/2006/relationships/image" Target="../media/image736.png"/><Relationship Id="rId209" Type="http://schemas.openxmlformats.org/officeDocument/2006/relationships/image" Target="../media/image743.png"/><Relationship Id="rId220" Type="http://schemas.openxmlformats.org/officeDocument/2006/relationships/image" Target="../media/image748.png"/><Relationship Id="rId241" Type="http://schemas.openxmlformats.org/officeDocument/2006/relationships/customXml" Target="../ink/ink766.xml"/><Relationship Id="rId15" Type="http://schemas.openxmlformats.org/officeDocument/2006/relationships/image" Target="../media/image652.png"/><Relationship Id="rId36" Type="http://schemas.openxmlformats.org/officeDocument/2006/relationships/customXml" Target="../ink/ink660.xml"/><Relationship Id="rId57" Type="http://schemas.openxmlformats.org/officeDocument/2006/relationships/image" Target="../media/image673.png"/><Relationship Id="rId262" Type="http://schemas.openxmlformats.org/officeDocument/2006/relationships/image" Target="../media/image769.png"/><Relationship Id="rId283" Type="http://schemas.openxmlformats.org/officeDocument/2006/relationships/customXml" Target="../ink/ink787.xml"/><Relationship Id="rId78" Type="http://schemas.openxmlformats.org/officeDocument/2006/relationships/customXml" Target="../ink/ink681.xml"/><Relationship Id="rId99" Type="http://schemas.openxmlformats.org/officeDocument/2006/relationships/image" Target="../media/image694.png"/><Relationship Id="rId101" Type="http://schemas.openxmlformats.org/officeDocument/2006/relationships/image" Target="../media/image695.png"/><Relationship Id="rId122" Type="http://schemas.openxmlformats.org/officeDocument/2006/relationships/customXml" Target="../ink/ink703.xml"/><Relationship Id="rId143" Type="http://schemas.openxmlformats.org/officeDocument/2006/relationships/image" Target="../media/image713.png"/><Relationship Id="rId164" Type="http://schemas.openxmlformats.org/officeDocument/2006/relationships/customXml" Target="../ink/ink725.xml"/><Relationship Id="rId185" Type="http://schemas.openxmlformats.org/officeDocument/2006/relationships/image" Target="../media/image731.png"/><Relationship Id="rId9" Type="http://schemas.openxmlformats.org/officeDocument/2006/relationships/image" Target="../media/image649.png"/><Relationship Id="rId210" Type="http://schemas.openxmlformats.org/officeDocument/2006/relationships/customXml" Target="../ink/ink750.xml"/><Relationship Id="rId26" Type="http://schemas.openxmlformats.org/officeDocument/2006/relationships/customXml" Target="../ink/ink655.xml"/><Relationship Id="rId231" Type="http://schemas.openxmlformats.org/officeDocument/2006/relationships/customXml" Target="../ink/ink761.xml"/><Relationship Id="rId252" Type="http://schemas.openxmlformats.org/officeDocument/2006/relationships/image" Target="../media/image764.png"/><Relationship Id="rId273" Type="http://schemas.openxmlformats.org/officeDocument/2006/relationships/customXml" Target="../ink/ink782.xml"/><Relationship Id="rId294" Type="http://schemas.openxmlformats.org/officeDocument/2006/relationships/image" Target="../media/image785.png"/><Relationship Id="rId308" Type="http://schemas.openxmlformats.org/officeDocument/2006/relationships/image" Target="../media/image792.png"/><Relationship Id="rId47" Type="http://schemas.openxmlformats.org/officeDocument/2006/relationships/image" Target="../media/image668.png"/><Relationship Id="rId68" Type="http://schemas.openxmlformats.org/officeDocument/2006/relationships/customXml" Target="../ink/ink676.xml"/><Relationship Id="rId89" Type="http://schemas.openxmlformats.org/officeDocument/2006/relationships/image" Target="../media/image689.png"/><Relationship Id="rId112" Type="http://schemas.openxmlformats.org/officeDocument/2006/relationships/customXml" Target="../ink/ink698.xml"/><Relationship Id="rId133" Type="http://schemas.openxmlformats.org/officeDocument/2006/relationships/image" Target="../media/image708.png"/><Relationship Id="rId154" Type="http://schemas.openxmlformats.org/officeDocument/2006/relationships/customXml" Target="../ink/ink720.xml"/><Relationship Id="rId175" Type="http://schemas.openxmlformats.org/officeDocument/2006/relationships/customXml" Target="../ink/ink731.xml"/><Relationship Id="rId196" Type="http://schemas.openxmlformats.org/officeDocument/2006/relationships/customXml" Target="../ink/ink743.xml"/><Relationship Id="rId200" Type="http://schemas.openxmlformats.org/officeDocument/2006/relationships/customXml" Target="../ink/ink745.xml"/><Relationship Id="rId16" Type="http://schemas.openxmlformats.org/officeDocument/2006/relationships/customXml" Target="../ink/ink650.xml"/><Relationship Id="rId221" Type="http://schemas.openxmlformats.org/officeDocument/2006/relationships/customXml" Target="../ink/ink756.xml"/><Relationship Id="rId242" Type="http://schemas.openxmlformats.org/officeDocument/2006/relationships/image" Target="../media/image759.png"/><Relationship Id="rId263" Type="http://schemas.openxmlformats.org/officeDocument/2006/relationships/customXml" Target="../ink/ink777.xml"/><Relationship Id="rId284" Type="http://schemas.openxmlformats.org/officeDocument/2006/relationships/image" Target="../media/image780.png"/><Relationship Id="rId37" Type="http://schemas.openxmlformats.org/officeDocument/2006/relationships/image" Target="../media/image663.png"/><Relationship Id="rId58" Type="http://schemas.openxmlformats.org/officeDocument/2006/relationships/customXml" Target="../ink/ink671.xml"/><Relationship Id="rId79" Type="http://schemas.openxmlformats.org/officeDocument/2006/relationships/image" Target="../media/image684.png"/><Relationship Id="rId102" Type="http://schemas.openxmlformats.org/officeDocument/2006/relationships/customXml" Target="../ink/ink693.xml"/><Relationship Id="rId123" Type="http://schemas.openxmlformats.org/officeDocument/2006/relationships/image" Target="../media/image10.png"/><Relationship Id="rId144" Type="http://schemas.openxmlformats.org/officeDocument/2006/relationships/customXml" Target="../ink/ink715.xml"/><Relationship Id="rId90" Type="http://schemas.openxmlformats.org/officeDocument/2006/relationships/customXml" Target="../ink/ink687.xml"/><Relationship Id="rId165" Type="http://schemas.openxmlformats.org/officeDocument/2006/relationships/customXml" Target="../ink/ink726.xml"/><Relationship Id="rId186" Type="http://schemas.openxmlformats.org/officeDocument/2006/relationships/customXml" Target="../ink/ink738.xml"/><Relationship Id="rId211" Type="http://schemas.openxmlformats.org/officeDocument/2006/relationships/image" Target="../media/image744.png"/><Relationship Id="rId232" Type="http://schemas.openxmlformats.org/officeDocument/2006/relationships/image" Target="../media/image754.png"/><Relationship Id="rId253" Type="http://schemas.openxmlformats.org/officeDocument/2006/relationships/customXml" Target="../ink/ink772.xml"/><Relationship Id="rId274" Type="http://schemas.openxmlformats.org/officeDocument/2006/relationships/image" Target="../media/image775.png"/><Relationship Id="rId295" Type="http://schemas.openxmlformats.org/officeDocument/2006/relationships/customXml" Target="../ink/ink793.xml"/><Relationship Id="rId309" Type="http://schemas.openxmlformats.org/officeDocument/2006/relationships/customXml" Target="../ink/ink800.xml"/><Relationship Id="rId27" Type="http://schemas.openxmlformats.org/officeDocument/2006/relationships/image" Target="../media/image658.png"/><Relationship Id="rId48" Type="http://schemas.openxmlformats.org/officeDocument/2006/relationships/customXml" Target="../ink/ink666.xml"/><Relationship Id="rId69" Type="http://schemas.openxmlformats.org/officeDocument/2006/relationships/image" Target="../media/image679.png"/><Relationship Id="rId113" Type="http://schemas.openxmlformats.org/officeDocument/2006/relationships/image" Target="../media/image701.png"/><Relationship Id="rId134" Type="http://schemas.openxmlformats.org/officeDocument/2006/relationships/customXml" Target="../ink/ink710.xml"/><Relationship Id="rId80" Type="http://schemas.openxmlformats.org/officeDocument/2006/relationships/customXml" Target="../ink/ink682.xml"/><Relationship Id="rId155" Type="http://schemas.openxmlformats.org/officeDocument/2006/relationships/image" Target="../media/image719.png"/><Relationship Id="rId176" Type="http://schemas.openxmlformats.org/officeDocument/2006/relationships/customXml" Target="../ink/ink732.xml"/><Relationship Id="rId197" Type="http://schemas.openxmlformats.org/officeDocument/2006/relationships/image" Target="../media/image737.png"/><Relationship Id="rId201" Type="http://schemas.openxmlformats.org/officeDocument/2006/relationships/image" Target="../media/image739.png"/><Relationship Id="rId222" Type="http://schemas.openxmlformats.org/officeDocument/2006/relationships/image" Target="../media/image749.png"/><Relationship Id="rId243" Type="http://schemas.openxmlformats.org/officeDocument/2006/relationships/customXml" Target="../ink/ink767.xml"/><Relationship Id="rId264" Type="http://schemas.openxmlformats.org/officeDocument/2006/relationships/image" Target="../media/image770.png"/><Relationship Id="rId285" Type="http://schemas.openxmlformats.org/officeDocument/2006/relationships/customXml" Target="../ink/ink788.xml"/><Relationship Id="rId17" Type="http://schemas.openxmlformats.org/officeDocument/2006/relationships/image" Target="../media/image653.png"/><Relationship Id="rId38" Type="http://schemas.openxmlformats.org/officeDocument/2006/relationships/customXml" Target="../ink/ink661.xml"/><Relationship Id="rId59" Type="http://schemas.openxmlformats.org/officeDocument/2006/relationships/image" Target="../media/image674.png"/><Relationship Id="rId103" Type="http://schemas.openxmlformats.org/officeDocument/2006/relationships/image" Target="../media/image696.png"/><Relationship Id="rId124" Type="http://schemas.openxmlformats.org/officeDocument/2006/relationships/customXml" Target="../ink/ink704.xml"/><Relationship Id="rId310" Type="http://schemas.openxmlformats.org/officeDocument/2006/relationships/image" Target="../media/image793.png"/><Relationship Id="rId70" Type="http://schemas.openxmlformats.org/officeDocument/2006/relationships/customXml" Target="../ink/ink677.xml"/><Relationship Id="rId91" Type="http://schemas.openxmlformats.org/officeDocument/2006/relationships/image" Target="../media/image690.png"/><Relationship Id="rId145" Type="http://schemas.openxmlformats.org/officeDocument/2006/relationships/image" Target="../media/image714.png"/><Relationship Id="rId166" Type="http://schemas.openxmlformats.org/officeDocument/2006/relationships/image" Target="../media/image724.png"/><Relationship Id="rId187" Type="http://schemas.openxmlformats.org/officeDocument/2006/relationships/image" Target="../media/image732.png"/><Relationship Id="rId1" Type="http://schemas.openxmlformats.org/officeDocument/2006/relationships/slideLayout" Target="../slideLayouts/slideLayout2.xml"/><Relationship Id="rId212" Type="http://schemas.openxmlformats.org/officeDocument/2006/relationships/customXml" Target="../ink/ink751.xml"/><Relationship Id="rId233" Type="http://schemas.openxmlformats.org/officeDocument/2006/relationships/customXml" Target="../ink/ink762.xml"/><Relationship Id="rId254" Type="http://schemas.openxmlformats.org/officeDocument/2006/relationships/image" Target="../media/image765.png"/><Relationship Id="rId28" Type="http://schemas.openxmlformats.org/officeDocument/2006/relationships/customXml" Target="../ink/ink656.xml"/><Relationship Id="rId49" Type="http://schemas.openxmlformats.org/officeDocument/2006/relationships/image" Target="../media/image669.png"/><Relationship Id="rId114" Type="http://schemas.openxmlformats.org/officeDocument/2006/relationships/customXml" Target="../ink/ink699.xml"/><Relationship Id="rId275" Type="http://schemas.openxmlformats.org/officeDocument/2006/relationships/customXml" Target="../ink/ink783.xml"/><Relationship Id="rId296" Type="http://schemas.openxmlformats.org/officeDocument/2006/relationships/image" Target="../media/image786.png"/><Relationship Id="rId300" Type="http://schemas.openxmlformats.org/officeDocument/2006/relationships/image" Target="../media/image788.png"/><Relationship Id="rId60" Type="http://schemas.openxmlformats.org/officeDocument/2006/relationships/customXml" Target="../ink/ink672.xml"/><Relationship Id="rId81" Type="http://schemas.openxmlformats.org/officeDocument/2006/relationships/image" Target="../media/image685.png"/><Relationship Id="rId135" Type="http://schemas.openxmlformats.org/officeDocument/2006/relationships/image" Target="../media/image709.png"/><Relationship Id="rId156" Type="http://schemas.openxmlformats.org/officeDocument/2006/relationships/customXml" Target="../ink/ink721.xml"/><Relationship Id="rId177" Type="http://schemas.openxmlformats.org/officeDocument/2006/relationships/customXml" Target="../ink/ink733.xml"/><Relationship Id="rId198" Type="http://schemas.openxmlformats.org/officeDocument/2006/relationships/customXml" Target="../ink/ink744.xml"/><Relationship Id="rId202" Type="http://schemas.openxmlformats.org/officeDocument/2006/relationships/customXml" Target="../ink/ink746.xml"/><Relationship Id="rId223" Type="http://schemas.openxmlformats.org/officeDocument/2006/relationships/customXml" Target="../ink/ink757.xml"/><Relationship Id="rId244" Type="http://schemas.openxmlformats.org/officeDocument/2006/relationships/image" Target="../media/image760.png"/><Relationship Id="rId18" Type="http://schemas.openxmlformats.org/officeDocument/2006/relationships/customXml" Target="../ink/ink651.xml"/><Relationship Id="rId39" Type="http://schemas.openxmlformats.org/officeDocument/2006/relationships/image" Target="../media/image664.png"/><Relationship Id="rId265" Type="http://schemas.openxmlformats.org/officeDocument/2006/relationships/customXml" Target="../ink/ink778.xml"/><Relationship Id="rId286" Type="http://schemas.openxmlformats.org/officeDocument/2006/relationships/image" Target="../media/image781.png"/><Relationship Id="rId50" Type="http://schemas.openxmlformats.org/officeDocument/2006/relationships/customXml" Target="../ink/ink667.xml"/><Relationship Id="rId104" Type="http://schemas.openxmlformats.org/officeDocument/2006/relationships/customXml" Target="../ink/ink694.xml"/><Relationship Id="rId125" Type="http://schemas.openxmlformats.org/officeDocument/2006/relationships/image" Target="../media/image105.png"/><Relationship Id="rId146" Type="http://schemas.openxmlformats.org/officeDocument/2006/relationships/customXml" Target="../ink/ink716.xml"/><Relationship Id="rId167" Type="http://schemas.openxmlformats.org/officeDocument/2006/relationships/customXml" Target="../ink/ink727.xml"/><Relationship Id="rId188" Type="http://schemas.openxmlformats.org/officeDocument/2006/relationships/customXml" Target="../ink/ink739.xml"/><Relationship Id="rId311" Type="http://schemas.openxmlformats.org/officeDocument/2006/relationships/customXml" Target="../ink/ink801.xml"/><Relationship Id="rId71" Type="http://schemas.openxmlformats.org/officeDocument/2006/relationships/image" Target="../media/image680.png"/><Relationship Id="rId92" Type="http://schemas.openxmlformats.org/officeDocument/2006/relationships/customXml" Target="../ink/ink688.xml"/><Relationship Id="rId213" Type="http://schemas.openxmlformats.org/officeDocument/2006/relationships/image" Target="../media/image745.png"/><Relationship Id="rId234" Type="http://schemas.openxmlformats.org/officeDocument/2006/relationships/image" Target="../media/image755.png"/><Relationship Id="rId2" Type="http://schemas.openxmlformats.org/officeDocument/2006/relationships/customXml" Target="../ink/ink643.xml"/><Relationship Id="rId29" Type="http://schemas.openxmlformats.org/officeDocument/2006/relationships/image" Target="../media/image659.png"/><Relationship Id="rId255" Type="http://schemas.openxmlformats.org/officeDocument/2006/relationships/customXml" Target="../ink/ink773.xml"/><Relationship Id="rId276" Type="http://schemas.openxmlformats.org/officeDocument/2006/relationships/image" Target="../media/image776.png"/><Relationship Id="rId297" Type="http://schemas.openxmlformats.org/officeDocument/2006/relationships/customXml" Target="../ink/ink794.xml"/><Relationship Id="rId40" Type="http://schemas.openxmlformats.org/officeDocument/2006/relationships/customXml" Target="../ink/ink662.xml"/><Relationship Id="rId115" Type="http://schemas.openxmlformats.org/officeDocument/2006/relationships/image" Target="../media/image702.png"/><Relationship Id="rId136" Type="http://schemas.openxmlformats.org/officeDocument/2006/relationships/customXml" Target="../ink/ink711.xml"/><Relationship Id="rId157" Type="http://schemas.openxmlformats.org/officeDocument/2006/relationships/image" Target="../media/image720.png"/><Relationship Id="rId178" Type="http://schemas.openxmlformats.org/officeDocument/2006/relationships/image" Target="../media/image84.png"/><Relationship Id="rId301" Type="http://schemas.openxmlformats.org/officeDocument/2006/relationships/customXml" Target="../ink/ink796.xml"/><Relationship Id="rId61" Type="http://schemas.openxmlformats.org/officeDocument/2006/relationships/image" Target="../media/image675.png"/><Relationship Id="rId82" Type="http://schemas.openxmlformats.org/officeDocument/2006/relationships/customXml" Target="../ink/ink683.xml"/><Relationship Id="rId199" Type="http://schemas.openxmlformats.org/officeDocument/2006/relationships/image" Target="../media/image738.png"/><Relationship Id="rId203" Type="http://schemas.openxmlformats.org/officeDocument/2006/relationships/image" Target="../media/image740.png"/><Relationship Id="rId19" Type="http://schemas.openxmlformats.org/officeDocument/2006/relationships/image" Target="../media/image654.png"/><Relationship Id="rId224" Type="http://schemas.openxmlformats.org/officeDocument/2006/relationships/image" Target="../media/image750.png"/><Relationship Id="rId245" Type="http://schemas.openxmlformats.org/officeDocument/2006/relationships/customXml" Target="../ink/ink768.xml"/><Relationship Id="rId266" Type="http://schemas.openxmlformats.org/officeDocument/2006/relationships/image" Target="../media/image771.png"/><Relationship Id="rId287" Type="http://schemas.openxmlformats.org/officeDocument/2006/relationships/customXml" Target="../ink/ink789.xml"/><Relationship Id="rId30" Type="http://schemas.openxmlformats.org/officeDocument/2006/relationships/customXml" Target="../ink/ink657.xml"/><Relationship Id="rId105" Type="http://schemas.openxmlformats.org/officeDocument/2006/relationships/image" Target="../media/image697.png"/><Relationship Id="rId126" Type="http://schemas.openxmlformats.org/officeDocument/2006/relationships/customXml" Target="../ink/ink705.xml"/><Relationship Id="rId147" Type="http://schemas.openxmlformats.org/officeDocument/2006/relationships/image" Target="../media/image715.png"/><Relationship Id="rId168" Type="http://schemas.openxmlformats.org/officeDocument/2006/relationships/image" Target="../media/image725.png"/><Relationship Id="rId312" Type="http://schemas.openxmlformats.org/officeDocument/2006/relationships/image" Target="../media/image794.png"/><Relationship Id="rId51" Type="http://schemas.openxmlformats.org/officeDocument/2006/relationships/image" Target="../media/image670.png"/><Relationship Id="rId72" Type="http://schemas.openxmlformats.org/officeDocument/2006/relationships/customXml" Target="../ink/ink678.xml"/><Relationship Id="rId93" Type="http://schemas.openxmlformats.org/officeDocument/2006/relationships/image" Target="../media/image691.png"/><Relationship Id="rId189" Type="http://schemas.openxmlformats.org/officeDocument/2006/relationships/image" Target="../media/image733.png"/><Relationship Id="rId3" Type="http://schemas.openxmlformats.org/officeDocument/2006/relationships/image" Target="../media/image646.png"/><Relationship Id="rId214" Type="http://schemas.openxmlformats.org/officeDocument/2006/relationships/customXml" Target="../ink/ink752.xml"/><Relationship Id="rId235" Type="http://schemas.openxmlformats.org/officeDocument/2006/relationships/customXml" Target="../ink/ink763.xml"/><Relationship Id="rId256" Type="http://schemas.openxmlformats.org/officeDocument/2006/relationships/image" Target="../media/image766.png"/><Relationship Id="rId277" Type="http://schemas.openxmlformats.org/officeDocument/2006/relationships/customXml" Target="../ink/ink784.xml"/><Relationship Id="rId298" Type="http://schemas.openxmlformats.org/officeDocument/2006/relationships/image" Target="../media/image787.png"/><Relationship Id="rId116" Type="http://schemas.openxmlformats.org/officeDocument/2006/relationships/customXml" Target="../ink/ink700.xml"/><Relationship Id="rId137" Type="http://schemas.openxmlformats.org/officeDocument/2006/relationships/image" Target="../media/image710.png"/><Relationship Id="rId158" Type="http://schemas.openxmlformats.org/officeDocument/2006/relationships/customXml" Target="../ink/ink722.xml"/><Relationship Id="rId302" Type="http://schemas.openxmlformats.org/officeDocument/2006/relationships/image" Target="../media/image789.png"/><Relationship Id="rId20" Type="http://schemas.openxmlformats.org/officeDocument/2006/relationships/customXml" Target="../ink/ink652.xml"/><Relationship Id="rId41" Type="http://schemas.openxmlformats.org/officeDocument/2006/relationships/image" Target="../media/image665.png"/><Relationship Id="rId62" Type="http://schemas.openxmlformats.org/officeDocument/2006/relationships/customXml" Target="../ink/ink673.xml"/><Relationship Id="rId83" Type="http://schemas.openxmlformats.org/officeDocument/2006/relationships/image" Target="../media/image686.png"/><Relationship Id="rId179" Type="http://schemas.openxmlformats.org/officeDocument/2006/relationships/customXml" Target="../ink/ink734.xml"/><Relationship Id="rId190" Type="http://schemas.openxmlformats.org/officeDocument/2006/relationships/customXml" Target="../ink/ink740.xml"/><Relationship Id="rId204" Type="http://schemas.openxmlformats.org/officeDocument/2006/relationships/customXml" Target="../ink/ink747.xml"/><Relationship Id="rId225" Type="http://schemas.openxmlformats.org/officeDocument/2006/relationships/customXml" Target="../ink/ink758.xml"/><Relationship Id="rId246" Type="http://schemas.openxmlformats.org/officeDocument/2006/relationships/image" Target="../media/image761.png"/><Relationship Id="rId267" Type="http://schemas.openxmlformats.org/officeDocument/2006/relationships/customXml" Target="../ink/ink779.xml"/><Relationship Id="rId288" Type="http://schemas.openxmlformats.org/officeDocument/2006/relationships/image" Target="../media/image782.png"/><Relationship Id="rId106" Type="http://schemas.openxmlformats.org/officeDocument/2006/relationships/customXml" Target="../ink/ink695.xml"/><Relationship Id="rId127" Type="http://schemas.openxmlformats.org/officeDocument/2006/relationships/customXml" Target="../ink/ink706.xml"/><Relationship Id="rId313" Type="http://schemas.openxmlformats.org/officeDocument/2006/relationships/customXml" Target="../ink/ink802.xml"/><Relationship Id="rId10" Type="http://schemas.openxmlformats.org/officeDocument/2006/relationships/customXml" Target="../ink/ink647.xml"/><Relationship Id="rId31" Type="http://schemas.openxmlformats.org/officeDocument/2006/relationships/image" Target="../media/image660.png"/><Relationship Id="rId52" Type="http://schemas.openxmlformats.org/officeDocument/2006/relationships/customXml" Target="../ink/ink668.xml"/><Relationship Id="rId73" Type="http://schemas.openxmlformats.org/officeDocument/2006/relationships/image" Target="../media/image681.png"/><Relationship Id="rId94" Type="http://schemas.openxmlformats.org/officeDocument/2006/relationships/customXml" Target="../ink/ink689.xml"/><Relationship Id="rId148" Type="http://schemas.openxmlformats.org/officeDocument/2006/relationships/customXml" Target="../ink/ink717.xml"/><Relationship Id="rId169" Type="http://schemas.openxmlformats.org/officeDocument/2006/relationships/customXml" Target="../ink/ink728.xml"/><Relationship Id="rId4" Type="http://schemas.openxmlformats.org/officeDocument/2006/relationships/customXml" Target="../ink/ink644.xml"/><Relationship Id="rId180" Type="http://schemas.openxmlformats.org/officeDocument/2006/relationships/customXml" Target="../ink/ink735.xml"/><Relationship Id="rId215" Type="http://schemas.openxmlformats.org/officeDocument/2006/relationships/image" Target="../media/image746.png"/><Relationship Id="rId236" Type="http://schemas.openxmlformats.org/officeDocument/2006/relationships/image" Target="../media/image756.png"/><Relationship Id="rId257" Type="http://schemas.openxmlformats.org/officeDocument/2006/relationships/customXml" Target="../ink/ink774.xml"/><Relationship Id="rId278" Type="http://schemas.openxmlformats.org/officeDocument/2006/relationships/image" Target="../media/image777.png"/><Relationship Id="rId303" Type="http://schemas.openxmlformats.org/officeDocument/2006/relationships/customXml" Target="../ink/ink797.xml"/><Relationship Id="rId42" Type="http://schemas.openxmlformats.org/officeDocument/2006/relationships/customXml" Target="../ink/ink663.xml"/><Relationship Id="rId84" Type="http://schemas.openxmlformats.org/officeDocument/2006/relationships/customXml" Target="../ink/ink684.xml"/><Relationship Id="rId138" Type="http://schemas.openxmlformats.org/officeDocument/2006/relationships/customXml" Target="../ink/ink712.xml"/><Relationship Id="rId191" Type="http://schemas.openxmlformats.org/officeDocument/2006/relationships/image" Target="../media/image734.png"/><Relationship Id="rId205" Type="http://schemas.openxmlformats.org/officeDocument/2006/relationships/image" Target="../media/image741.png"/><Relationship Id="rId247" Type="http://schemas.openxmlformats.org/officeDocument/2006/relationships/customXml" Target="../ink/ink769.xml"/><Relationship Id="rId107" Type="http://schemas.openxmlformats.org/officeDocument/2006/relationships/image" Target="../media/image698.png"/><Relationship Id="rId289" Type="http://schemas.openxmlformats.org/officeDocument/2006/relationships/customXml" Target="../ink/ink790.xml"/><Relationship Id="rId11" Type="http://schemas.openxmlformats.org/officeDocument/2006/relationships/image" Target="../media/image650.png"/><Relationship Id="rId53" Type="http://schemas.openxmlformats.org/officeDocument/2006/relationships/image" Target="../media/image671.png"/><Relationship Id="rId149" Type="http://schemas.openxmlformats.org/officeDocument/2006/relationships/image" Target="../media/image716.png"/><Relationship Id="rId314" Type="http://schemas.openxmlformats.org/officeDocument/2006/relationships/image" Target="../media/image795.png"/><Relationship Id="rId95" Type="http://schemas.openxmlformats.org/officeDocument/2006/relationships/image" Target="../media/image692.png"/><Relationship Id="rId160" Type="http://schemas.openxmlformats.org/officeDocument/2006/relationships/customXml" Target="../ink/ink723.xml"/><Relationship Id="rId216" Type="http://schemas.openxmlformats.org/officeDocument/2006/relationships/customXml" Target="../ink/ink753.xml"/><Relationship Id="rId258" Type="http://schemas.openxmlformats.org/officeDocument/2006/relationships/image" Target="../media/image767.png"/><Relationship Id="rId22" Type="http://schemas.openxmlformats.org/officeDocument/2006/relationships/customXml" Target="../ink/ink653.xml"/><Relationship Id="rId64" Type="http://schemas.openxmlformats.org/officeDocument/2006/relationships/customXml" Target="../ink/ink674.xml"/><Relationship Id="rId118" Type="http://schemas.openxmlformats.org/officeDocument/2006/relationships/customXml" Target="../ink/ink701.xml"/><Relationship Id="rId171" Type="http://schemas.openxmlformats.org/officeDocument/2006/relationships/customXml" Target="../ink/ink729.xml"/><Relationship Id="rId227" Type="http://schemas.openxmlformats.org/officeDocument/2006/relationships/customXml" Target="../ink/ink759.xml"/><Relationship Id="rId269" Type="http://schemas.openxmlformats.org/officeDocument/2006/relationships/customXml" Target="../ink/ink780.xml"/><Relationship Id="rId33" Type="http://schemas.openxmlformats.org/officeDocument/2006/relationships/image" Target="../media/image661.png"/><Relationship Id="rId129" Type="http://schemas.openxmlformats.org/officeDocument/2006/relationships/image" Target="../media/image706.png"/><Relationship Id="rId280" Type="http://schemas.openxmlformats.org/officeDocument/2006/relationships/image" Target="../media/image778.png"/><Relationship Id="rId75" Type="http://schemas.openxmlformats.org/officeDocument/2006/relationships/image" Target="../media/image682.png"/><Relationship Id="rId140" Type="http://schemas.openxmlformats.org/officeDocument/2006/relationships/customXml" Target="../ink/ink713.xml"/><Relationship Id="rId182" Type="http://schemas.openxmlformats.org/officeDocument/2006/relationships/customXml" Target="../ink/ink736.xml"/><Relationship Id="rId6" Type="http://schemas.openxmlformats.org/officeDocument/2006/relationships/customXml" Target="../ink/ink645.xml"/><Relationship Id="rId238" Type="http://schemas.openxmlformats.org/officeDocument/2006/relationships/image" Target="../media/image757.png"/><Relationship Id="rId291" Type="http://schemas.openxmlformats.org/officeDocument/2006/relationships/customXml" Target="../ink/ink791.xml"/><Relationship Id="rId305" Type="http://schemas.openxmlformats.org/officeDocument/2006/relationships/customXml" Target="../ink/ink798.xml"/><Relationship Id="rId44" Type="http://schemas.openxmlformats.org/officeDocument/2006/relationships/customXml" Target="../ink/ink664.xml"/><Relationship Id="rId86" Type="http://schemas.openxmlformats.org/officeDocument/2006/relationships/customXml" Target="../ink/ink685.xml"/><Relationship Id="rId151" Type="http://schemas.openxmlformats.org/officeDocument/2006/relationships/image" Target="../media/image717.png"/></Relationships>
</file>

<file path=ppt/slides/_rels/slide14.xml.rels><?xml version="1.0" encoding="UTF-8" standalone="yes"?>
<Relationships xmlns="http://schemas.openxmlformats.org/package/2006/relationships"><Relationship Id="rId3" Type="http://schemas.openxmlformats.org/officeDocument/2006/relationships/image" Target="../media/image797.png"/><Relationship Id="rId2" Type="http://schemas.openxmlformats.org/officeDocument/2006/relationships/customXml" Target="../ink/ink80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98.png"/><Relationship Id="rId2" Type="http://schemas.openxmlformats.org/officeDocument/2006/relationships/customXml" Target="../ink/ink80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260.png"/><Relationship Id="rId2" Type="http://schemas.openxmlformats.org/officeDocument/2006/relationships/customXml" Target="../ink/ink80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800.png"/><Relationship Id="rId4" Type="http://schemas.openxmlformats.org/officeDocument/2006/relationships/image" Target="../media/image79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01.jp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802.png"/><Relationship Id="rId4" Type="http://schemas.openxmlformats.org/officeDocument/2006/relationships/hyperlink" Target="http://www.dribbble.com/"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808.jpeg"/><Relationship Id="rId3" Type="http://schemas.openxmlformats.org/officeDocument/2006/relationships/image" Target="../media/image803.jpeg"/><Relationship Id="rId7" Type="http://schemas.openxmlformats.org/officeDocument/2006/relationships/image" Target="../media/image807.tif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806.tiff"/><Relationship Id="rId5" Type="http://schemas.openxmlformats.org/officeDocument/2006/relationships/image" Target="../media/image805.tiff"/><Relationship Id="rId4" Type="http://schemas.openxmlformats.org/officeDocument/2006/relationships/image" Target="../media/image804.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07AD4BE1-A039-0C39-03C6-B87E08B37A06}"/>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6" name="Picture Placeholder 35">
            <a:extLst>
              <a:ext uri="{FF2B5EF4-FFF2-40B4-BE49-F238E27FC236}">
                <a16:creationId xmlns:a16="http://schemas.microsoft.com/office/drawing/2014/main" id="{984BD025-E8D6-4986-ACB4-348E6D14FD13}"/>
              </a:ext>
            </a:extLst>
          </p:cNvPr>
          <p:cNvPicPr>
            <a:picLocks noGrp="1" noChangeAspect="1"/>
          </p:cNvPicPr>
          <p:nvPr>
            <p:ph type="pic" sz="quarter" idx="13"/>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rcRect l="5490" r="5490"/>
          <a:stretch>
            <a:fillRect/>
          </a:stretch>
        </p:blipFill>
        <p:spPr/>
      </p:pic>
      <p:sp>
        <p:nvSpPr>
          <p:cNvPr id="969"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TextBox 21">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r>
              <a:rPr lang="en-IN" sz="4000" b="1" i="0" dirty="0">
                <a:solidFill>
                  <a:schemeClr val="accent3"/>
                </a:solidFill>
                <a:effectLst/>
              </a:rPr>
              <a:t>Introduction</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970" name="TextBox 969">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r>
              <a:rPr lang="en-US" sz="16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Welcome to the BTP Architect Training Course, specially designed for senior SAP Consultants planning to provide guidance on SAP BTP Adoption</a:t>
            </a:r>
            <a:endParaRPr lang="en-US" sz="16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982" name="Group 981">
            <a:extLst>
              <a:ext uri="{FF2B5EF4-FFF2-40B4-BE49-F238E27FC236}">
                <a16:creationId xmlns:a16="http://schemas.microsoft.com/office/drawing/2014/main" id="{1C86F990-08A5-4110-8C03-B0D18CCCACC8}"/>
              </a:ext>
            </a:extLst>
          </p:cNvPr>
          <p:cNvGrpSpPr/>
          <p:nvPr/>
        </p:nvGrpSpPr>
        <p:grpSpPr>
          <a:xfrm>
            <a:off x="6006451" y="5654908"/>
            <a:ext cx="617354" cy="109990"/>
            <a:chOff x="6006451" y="5603130"/>
            <a:chExt cx="617354" cy="109990"/>
          </a:xfrm>
        </p:grpSpPr>
        <p:sp>
          <p:nvSpPr>
            <p:cNvPr id="983"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4"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5"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986" name="TextBox 985">
            <a:extLst>
              <a:ext uri="{FF2B5EF4-FFF2-40B4-BE49-F238E27FC236}">
                <a16:creationId xmlns:a16="http://schemas.microsoft.com/office/drawing/2014/main" id="{F654CA03-8569-49F8-9893-34C384845174}"/>
              </a:ext>
            </a:extLst>
          </p:cNvPr>
          <p:cNvSpPr txBox="1"/>
          <p:nvPr/>
        </p:nvSpPr>
        <p:spPr>
          <a:xfrm>
            <a:off x="660392" y="5133729"/>
            <a:ext cx="4405534" cy="1107996"/>
          </a:xfrm>
          <a:prstGeom prst="rect">
            <a:avLst/>
          </a:prstGeom>
          <a:noFill/>
        </p:spPr>
        <p:txBody>
          <a:bodyPr wrap="square" lIns="0" tIns="0" rIns="0" bIns="0" rtlCol="0" anchor="t">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The Course is designed to provide end to end development on SAP Business Technology platform, Deployment, lifecycle and security overview with Hands-on</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Tree>
    <p:extLst>
      <p:ext uri="{BB962C8B-B14F-4D97-AF65-F5344CB8AC3E}">
        <p14:creationId xmlns:p14="http://schemas.microsoft.com/office/powerpoint/2010/main" val="5343056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133" name="Rectangle: Rounded Corners 1132">
            <a:extLst>
              <a:ext uri="{FF2B5EF4-FFF2-40B4-BE49-F238E27FC236}">
                <a16:creationId xmlns:a16="http://schemas.microsoft.com/office/drawing/2014/main" id="{47299741-729A-4FA6-A73E-373218C0B948}"/>
              </a:ext>
            </a:extLst>
          </p:cNvPr>
          <p:cNvSpPr/>
          <p:nvPr/>
        </p:nvSpPr>
        <p:spPr>
          <a:xfrm>
            <a:off x="3453886" y="1196752"/>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3453886" y="2952474"/>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3453886" y="4708197"/>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141" name="Group 1140">
            <a:extLst>
              <a:ext uri="{FF2B5EF4-FFF2-40B4-BE49-F238E27FC236}">
                <a16:creationId xmlns:a16="http://schemas.microsoft.com/office/drawing/2014/main" id="{010C7D28-B781-409B-AFDB-2EB8DCBAB471}"/>
              </a:ext>
            </a:extLst>
          </p:cNvPr>
          <p:cNvGrpSpPr/>
          <p:nvPr/>
        </p:nvGrpSpPr>
        <p:grpSpPr>
          <a:xfrm>
            <a:off x="4118571" y="1449765"/>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923979"/>
              <a:ext cx="2236930" cy="95875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Environments, Subscriptions, and Services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4118571" y="3205484"/>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BTP Use cases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4118571" y="4961207"/>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923975"/>
              <a:ext cx="2701525" cy="95875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Micro service architecture and First Micro service in SAP BTP</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Tools to Setup</a:t>
            </a:r>
          </a:p>
        </p:txBody>
      </p:sp>
      <p:sp>
        <p:nvSpPr>
          <p:cNvPr id="6" name="TextBox 5">
            <a:extLst>
              <a:ext uri="{FF2B5EF4-FFF2-40B4-BE49-F238E27FC236}">
                <a16:creationId xmlns:a16="http://schemas.microsoft.com/office/drawing/2014/main" id="{6A0A19D8-C3C6-3EAF-E522-A7A51752E39E}"/>
              </a:ext>
            </a:extLst>
          </p:cNvPr>
          <p:cNvSpPr txBox="1"/>
          <p:nvPr/>
        </p:nvSpPr>
        <p:spPr>
          <a:xfrm>
            <a:off x="169734" y="908720"/>
            <a:ext cx="11665296" cy="2862322"/>
          </a:xfrm>
          <a:prstGeom prst="rect">
            <a:avLst/>
          </a:prstGeom>
          <a:noFill/>
        </p:spPr>
        <p:txBody>
          <a:bodyPr wrap="square">
            <a:spAutoFit/>
          </a:bodyPr>
          <a:lstStyle/>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Git Setup - </a:t>
            </a:r>
            <a:r>
              <a:rPr kumimoji="0" lang="en-US" sz="1800" b="0" i="0" u="none" strike="noStrike" kern="1200" cap="none" spc="0" normalizeH="0" baseline="0" noProof="0" dirty="0">
                <a:ln>
                  <a:noFill/>
                </a:ln>
                <a:solidFill>
                  <a:prstClr val="black"/>
                </a:solidFill>
                <a:effectLst/>
                <a:uLnTx/>
                <a:uFillTx/>
                <a:latin typeface="Segoe UI"/>
                <a:ea typeface="+mn-ea"/>
                <a:cs typeface="+mn-cs"/>
                <a:hlinkClick r:id="rId2"/>
              </a:rPr>
              <a:t>https://git-scm.com/downloads</a:t>
            </a: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CF CLI (Command Line Interface) Tool – allows to communicate/connect to CF</a:t>
            </a:r>
          </a:p>
          <a:p>
            <a:pPr marL="609493" marR="0" lvl="1"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Segoe UI"/>
                <a:ea typeface="+mn-ea"/>
                <a:cs typeface="+mn-cs"/>
                <a:hlinkClick r:id="rId3"/>
              </a:rPr>
              <a:t>https://github.com/cloudfoundry/cli/wiki/V6-CLI-Installation-Guide</a:t>
            </a: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3. Microsoft VS Code - </a:t>
            </a:r>
            <a:r>
              <a:rPr kumimoji="0" lang="en-US" sz="1800" b="0" i="0" u="none" strike="noStrike" kern="1200" cap="none" spc="0" normalizeH="0" baseline="0" noProof="0" dirty="0">
                <a:ln>
                  <a:noFill/>
                </a:ln>
                <a:solidFill>
                  <a:schemeClr val="bg1"/>
                </a:solidFill>
                <a:effectLst/>
                <a:uLnTx/>
                <a:uFillTx/>
                <a:latin typeface="Segoe UI"/>
                <a:ea typeface="+mn-ea"/>
                <a:cs typeface="+mn-cs"/>
                <a:hlinkClick r:id="rId4"/>
              </a:rPr>
              <a:t>https://code.visualstudio.com/download</a:t>
            </a: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23489900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Create First Hello World App and Deploy</a:t>
            </a:r>
          </a:p>
        </p:txBody>
      </p:sp>
      <p:pic>
        <p:nvPicPr>
          <p:cNvPr id="1026" name="Picture 2" descr="Page 3 | Fast Computer Images - Free Download on Freepik">
            <a:extLst>
              <a:ext uri="{FF2B5EF4-FFF2-40B4-BE49-F238E27FC236}">
                <a16:creationId xmlns:a16="http://schemas.microsoft.com/office/drawing/2014/main" id="{CB17146D-A5AA-3AB6-25B8-46606A9857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38628" y="1844824"/>
            <a:ext cx="3429000" cy="3429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2F0BE7D-9C4C-50F1-C3CD-BC16E8BB924F}"/>
              </a:ext>
            </a:extLst>
          </p:cNvPr>
          <p:cNvSpPr txBox="1"/>
          <p:nvPr/>
        </p:nvSpPr>
        <p:spPr>
          <a:xfrm>
            <a:off x="405780" y="1844824"/>
            <a:ext cx="6140244" cy="1569660"/>
          </a:xfrm>
          <a:prstGeom prst="rect">
            <a:avLst/>
          </a:prstGeom>
          <a:noFill/>
        </p:spPr>
        <p:txBody>
          <a:bodyPr wrap="square">
            <a:spAutoFit/>
          </a:bodyPr>
          <a:lstStyle/>
          <a:p>
            <a:r>
              <a:rPr lang="en-US" dirty="0">
                <a:hlinkClick r:id="rId3"/>
              </a:rPr>
              <a:t>https://github.com/soyuztechnologies/BTP_Architect_Training/blob/master/Day%201/helloworld.zip</a:t>
            </a:r>
            <a:endParaRPr lang="en-US" dirty="0"/>
          </a:p>
          <a:p>
            <a:endParaRPr lang="en-US" dirty="0"/>
          </a:p>
        </p:txBody>
      </p:sp>
    </p:spTree>
    <p:extLst>
      <p:ext uri="{BB962C8B-B14F-4D97-AF65-F5344CB8AC3E}">
        <p14:creationId xmlns:p14="http://schemas.microsoft.com/office/powerpoint/2010/main" val="3710963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Under the hood</a:t>
            </a:r>
          </a:p>
        </p:txBody>
      </p:sp>
      <p:pic>
        <p:nvPicPr>
          <p:cNvPr id="3" name="Picture 2">
            <a:extLst>
              <a:ext uri="{FF2B5EF4-FFF2-40B4-BE49-F238E27FC236}">
                <a16:creationId xmlns:a16="http://schemas.microsoft.com/office/drawing/2014/main" id="{684A4760-C74E-7126-049D-F0F0F5F0E17D}"/>
              </a:ext>
            </a:extLst>
          </p:cNvPr>
          <p:cNvPicPr>
            <a:picLocks noChangeAspect="1"/>
          </p:cNvPicPr>
          <p:nvPr/>
        </p:nvPicPr>
        <p:blipFill>
          <a:blip r:embed="rId2"/>
          <a:stretch>
            <a:fillRect/>
          </a:stretch>
        </p:blipFill>
        <p:spPr>
          <a:xfrm>
            <a:off x="693812" y="1196752"/>
            <a:ext cx="10230393" cy="5005294"/>
          </a:xfrm>
          <a:prstGeom prst="rect">
            <a:avLst/>
          </a:prstGeom>
        </p:spPr>
      </p:pic>
    </p:spTree>
    <p:extLst>
      <p:ext uri="{BB962C8B-B14F-4D97-AF65-F5344CB8AC3E}">
        <p14:creationId xmlns:p14="http://schemas.microsoft.com/office/powerpoint/2010/main" val="728551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9543BC9E-8A47-E95B-C95A-6D3FE30C89BE}"/>
                  </a:ext>
                </a:extLst>
              </p14:cNvPr>
              <p14:cNvContentPartPr/>
              <p14:nvPr/>
            </p14:nvContentPartPr>
            <p14:xfrm>
              <a:off x="3394197" y="6663812"/>
              <a:ext cx="360" cy="360"/>
            </p14:xfrm>
          </p:contentPart>
        </mc:Choice>
        <mc:Fallback>
          <p:pic>
            <p:nvPicPr>
              <p:cNvPr id="7" name="Ink 6">
                <a:extLst>
                  <a:ext uri="{FF2B5EF4-FFF2-40B4-BE49-F238E27FC236}">
                    <a16:creationId xmlns:a16="http://schemas.microsoft.com/office/drawing/2014/main" id="{9543BC9E-8A47-E95B-C95A-6D3FE30C89BE}"/>
                  </a:ext>
                </a:extLst>
              </p:cNvPr>
              <p:cNvPicPr/>
              <p:nvPr/>
            </p:nvPicPr>
            <p:blipFill>
              <a:blip r:embed="rId5"/>
              <a:stretch>
                <a:fillRect/>
              </a:stretch>
            </p:blipFill>
            <p:spPr>
              <a:xfrm>
                <a:off x="3385557" y="6654812"/>
                <a:ext cx="18000" cy="18000"/>
              </a:xfrm>
              <a:prstGeom prst="rect">
                <a:avLst/>
              </a:prstGeom>
            </p:spPr>
          </p:pic>
        </mc:Fallback>
      </mc:AlternateContent>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4BFC-3DDD-982A-391E-AC0FA087E291}"/>
              </a:ext>
            </a:extLst>
          </p:cNvPr>
          <p:cNvSpPr>
            <a:spLocks noGrp="1"/>
          </p:cNvSpPr>
          <p:nvPr>
            <p:ph type="title"/>
          </p:nvPr>
        </p:nvSpPr>
        <p:spPr/>
        <p:txBody>
          <a:bodyPr/>
          <a:lstStyle/>
          <a:p>
            <a:endParaRPr lang="en-IN"/>
          </a:p>
        </p:txBody>
      </p:sp>
      <mc:AlternateContent xmlns:mc="http://schemas.openxmlformats.org/markup-compatibility/2006">
        <mc:Choice xmlns:p14="http://schemas.microsoft.com/office/powerpoint/2010/main" Requires="p14">
          <p:contentPart p14:bwMode="auto" r:id="rId2">
            <p14:nvContentPartPr>
              <p14:cNvPr id="56" name="Ink 55">
                <a:extLst>
                  <a:ext uri="{FF2B5EF4-FFF2-40B4-BE49-F238E27FC236}">
                    <a16:creationId xmlns:a16="http://schemas.microsoft.com/office/drawing/2014/main" id="{FC533CFC-EBE1-6CB0-A14F-F18FBDDE0654}"/>
                  </a:ext>
                </a:extLst>
              </p14:cNvPr>
              <p14:cNvContentPartPr/>
              <p14:nvPr/>
            </p14:nvContentPartPr>
            <p14:xfrm>
              <a:off x="7040997" y="1359572"/>
              <a:ext cx="4313160" cy="4312800"/>
            </p14:xfrm>
          </p:contentPart>
        </mc:Choice>
        <mc:Fallback>
          <p:pic>
            <p:nvPicPr>
              <p:cNvPr id="56" name="Ink 55">
                <a:extLst>
                  <a:ext uri="{FF2B5EF4-FFF2-40B4-BE49-F238E27FC236}">
                    <a16:creationId xmlns:a16="http://schemas.microsoft.com/office/drawing/2014/main" id="{FC533CFC-EBE1-6CB0-A14F-F18FBDDE0654}"/>
                  </a:ext>
                </a:extLst>
              </p:cNvPr>
              <p:cNvPicPr/>
              <p:nvPr/>
            </p:nvPicPr>
            <p:blipFill>
              <a:blip r:embed="rId3"/>
              <a:stretch>
                <a:fillRect/>
              </a:stretch>
            </p:blipFill>
            <p:spPr>
              <a:xfrm>
                <a:off x="7031997" y="1350572"/>
                <a:ext cx="4330800" cy="4330440"/>
              </a:xfrm>
              <a:prstGeom prst="rect">
                <a:avLst/>
              </a:prstGeom>
            </p:spPr>
          </p:pic>
        </mc:Fallback>
      </mc:AlternateContent>
      <p:grpSp>
        <p:nvGrpSpPr>
          <p:cNvPr id="234" name="Group 233">
            <a:extLst>
              <a:ext uri="{FF2B5EF4-FFF2-40B4-BE49-F238E27FC236}">
                <a16:creationId xmlns:a16="http://schemas.microsoft.com/office/drawing/2014/main" id="{6F1E8D21-6AEB-9DF6-0489-1ABB0A1BEBC7}"/>
              </a:ext>
            </a:extLst>
          </p:cNvPr>
          <p:cNvGrpSpPr/>
          <p:nvPr/>
        </p:nvGrpSpPr>
        <p:grpSpPr>
          <a:xfrm>
            <a:off x="423837" y="1022612"/>
            <a:ext cx="10745640" cy="5228640"/>
            <a:chOff x="423837" y="1022612"/>
            <a:chExt cx="10745640" cy="5228640"/>
          </a:xfrm>
        </p:grpSpPr>
        <mc:AlternateContent xmlns:mc="http://schemas.openxmlformats.org/markup-compatibility/2006">
          <mc:Choice xmlns:p14="http://schemas.microsoft.com/office/powerpoint/2010/main" Requires="p14">
            <p:contentPart p14:bwMode="auto" r:id="rId4">
              <p14:nvContentPartPr>
                <p14:cNvPr id="57" name="Ink 56">
                  <a:extLst>
                    <a:ext uri="{FF2B5EF4-FFF2-40B4-BE49-F238E27FC236}">
                      <a16:creationId xmlns:a16="http://schemas.microsoft.com/office/drawing/2014/main" id="{8F992C86-66D6-5C7B-E078-CEB5FF84BF95}"/>
                    </a:ext>
                  </a:extLst>
                </p14:cNvPr>
                <p14:cNvContentPartPr/>
                <p14:nvPr/>
              </p14:nvContentPartPr>
              <p14:xfrm>
                <a:off x="9801837" y="1034492"/>
                <a:ext cx="189360" cy="324360"/>
              </p14:xfrm>
            </p:contentPart>
          </mc:Choice>
          <mc:Fallback>
            <p:pic>
              <p:nvPicPr>
                <p:cNvPr id="57" name="Ink 56">
                  <a:extLst>
                    <a:ext uri="{FF2B5EF4-FFF2-40B4-BE49-F238E27FC236}">
                      <a16:creationId xmlns:a16="http://schemas.microsoft.com/office/drawing/2014/main" id="{8F992C86-66D6-5C7B-E078-CEB5FF84BF95}"/>
                    </a:ext>
                  </a:extLst>
                </p:cNvPr>
                <p:cNvPicPr/>
                <p:nvPr/>
              </p:nvPicPr>
              <p:blipFill>
                <a:blip r:embed="rId5"/>
                <a:stretch>
                  <a:fillRect/>
                </a:stretch>
              </p:blipFill>
              <p:spPr>
                <a:xfrm>
                  <a:off x="9792837" y="1025852"/>
                  <a:ext cx="207000" cy="3420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8" name="Ink 57">
                  <a:extLst>
                    <a:ext uri="{FF2B5EF4-FFF2-40B4-BE49-F238E27FC236}">
                      <a16:creationId xmlns:a16="http://schemas.microsoft.com/office/drawing/2014/main" id="{9FAEB31B-085F-694C-9AD0-57A01E3E5F0A}"/>
                    </a:ext>
                  </a:extLst>
                </p14:cNvPr>
                <p14:cNvContentPartPr/>
                <p14:nvPr/>
              </p14:nvContentPartPr>
              <p14:xfrm>
                <a:off x="10004517" y="1071212"/>
                <a:ext cx="178560" cy="312480"/>
              </p14:xfrm>
            </p:contentPart>
          </mc:Choice>
          <mc:Fallback>
            <p:pic>
              <p:nvPicPr>
                <p:cNvPr id="58" name="Ink 57">
                  <a:extLst>
                    <a:ext uri="{FF2B5EF4-FFF2-40B4-BE49-F238E27FC236}">
                      <a16:creationId xmlns:a16="http://schemas.microsoft.com/office/drawing/2014/main" id="{9FAEB31B-085F-694C-9AD0-57A01E3E5F0A}"/>
                    </a:ext>
                  </a:extLst>
                </p:cNvPr>
                <p:cNvPicPr/>
                <p:nvPr/>
              </p:nvPicPr>
              <p:blipFill>
                <a:blip r:embed="rId7"/>
                <a:stretch>
                  <a:fillRect/>
                </a:stretch>
              </p:blipFill>
              <p:spPr>
                <a:xfrm>
                  <a:off x="9995877" y="1062572"/>
                  <a:ext cx="196200" cy="3301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9" name="Ink 58">
                  <a:extLst>
                    <a:ext uri="{FF2B5EF4-FFF2-40B4-BE49-F238E27FC236}">
                      <a16:creationId xmlns:a16="http://schemas.microsoft.com/office/drawing/2014/main" id="{E8A4CEF0-5862-B185-F094-EDDC5E2400FA}"/>
                    </a:ext>
                  </a:extLst>
                </p14:cNvPr>
                <p14:cNvContentPartPr/>
                <p14:nvPr/>
              </p14:nvContentPartPr>
              <p14:xfrm>
                <a:off x="10274877" y="1063292"/>
                <a:ext cx="196920" cy="299160"/>
              </p14:xfrm>
            </p:contentPart>
          </mc:Choice>
          <mc:Fallback>
            <p:pic>
              <p:nvPicPr>
                <p:cNvPr id="59" name="Ink 58">
                  <a:extLst>
                    <a:ext uri="{FF2B5EF4-FFF2-40B4-BE49-F238E27FC236}">
                      <a16:creationId xmlns:a16="http://schemas.microsoft.com/office/drawing/2014/main" id="{E8A4CEF0-5862-B185-F094-EDDC5E2400FA}"/>
                    </a:ext>
                  </a:extLst>
                </p:cNvPr>
                <p:cNvPicPr/>
                <p:nvPr/>
              </p:nvPicPr>
              <p:blipFill>
                <a:blip r:embed="rId9"/>
                <a:stretch>
                  <a:fillRect/>
                </a:stretch>
              </p:blipFill>
              <p:spPr>
                <a:xfrm>
                  <a:off x="10266237" y="1054292"/>
                  <a:ext cx="21456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1" name="Ink 60">
                  <a:extLst>
                    <a:ext uri="{FF2B5EF4-FFF2-40B4-BE49-F238E27FC236}">
                      <a16:creationId xmlns:a16="http://schemas.microsoft.com/office/drawing/2014/main" id="{BC27E3B5-C2B1-2A70-D04E-A50458B54143}"/>
                    </a:ext>
                  </a:extLst>
                </p14:cNvPr>
                <p14:cNvContentPartPr/>
                <p14:nvPr/>
              </p14:nvContentPartPr>
              <p14:xfrm>
                <a:off x="8694837" y="5328572"/>
                <a:ext cx="47520" cy="157320"/>
              </p14:xfrm>
            </p:contentPart>
          </mc:Choice>
          <mc:Fallback>
            <p:pic>
              <p:nvPicPr>
                <p:cNvPr id="61" name="Ink 60">
                  <a:extLst>
                    <a:ext uri="{FF2B5EF4-FFF2-40B4-BE49-F238E27FC236}">
                      <a16:creationId xmlns:a16="http://schemas.microsoft.com/office/drawing/2014/main" id="{BC27E3B5-C2B1-2A70-D04E-A50458B54143}"/>
                    </a:ext>
                  </a:extLst>
                </p:cNvPr>
                <p:cNvPicPr/>
                <p:nvPr/>
              </p:nvPicPr>
              <p:blipFill>
                <a:blip r:embed="rId11"/>
                <a:stretch>
                  <a:fillRect/>
                </a:stretch>
              </p:blipFill>
              <p:spPr>
                <a:xfrm>
                  <a:off x="8685837" y="5319572"/>
                  <a:ext cx="6516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62" name="Ink 61">
                  <a:extLst>
                    <a:ext uri="{FF2B5EF4-FFF2-40B4-BE49-F238E27FC236}">
                      <a16:creationId xmlns:a16="http://schemas.microsoft.com/office/drawing/2014/main" id="{0863F98E-2A23-A649-F058-9BC9A77FDCCE}"/>
                    </a:ext>
                  </a:extLst>
                </p14:cNvPr>
                <p14:cNvContentPartPr/>
                <p14:nvPr/>
              </p14:nvContentPartPr>
              <p14:xfrm>
                <a:off x="8658117" y="5216612"/>
                <a:ext cx="39240" cy="43200"/>
              </p14:xfrm>
            </p:contentPart>
          </mc:Choice>
          <mc:Fallback>
            <p:pic>
              <p:nvPicPr>
                <p:cNvPr id="62" name="Ink 61">
                  <a:extLst>
                    <a:ext uri="{FF2B5EF4-FFF2-40B4-BE49-F238E27FC236}">
                      <a16:creationId xmlns:a16="http://schemas.microsoft.com/office/drawing/2014/main" id="{0863F98E-2A23-A649-F058-9BC9A77FDCCE}"/>
                    </a:ext>
                  </a:extLst>
                </p:cNvPr>
                <p:cNvPicPr/>
                <p:nvPr/>
              </p:nvPicPr>
              <p:blipFill>
                <a:blip r:embed="rId13"/>
                <a:stretch>
                  <a:fillRect/>
                </a:stretch>
              </p:blipFill>
              <p:spPr>
                <a:xfrm>
                  <a:off x="8649117" y="5207612"/>
                  <a:ext cx="5688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63" name="Ink 62">
                  <a:extLst>
                    <a:ext uri="{FF2B5EF4-FFF2-40B4-BE49-F238E27FC236}">
                      <a16:creationId xmlns:a16="http://schemas.microsoft.com/office/drawing/2014/main" id="{50440B93-E10A-63C7-8D74-F825AD8B392E}"/>
                    </a:ext>
                  </a:extLst>
                </p14:cNvPr>
                <p14:cNvContentPartPr/>
                <p14:nvPr/>
              </p14:nvContentPartPr>
              <p14:xfrm>
                <a:off x="8868357" y="5421452"/>
                <a:ext cx="124920" cy="124560"/>
              </p14:xfrm>
            </p:contentPart>
          </mc:Choice>
          <mc:Fallback>
            <p:pic>
              <p:nvPicPr>
                <p:cNvPr id="63" name="Ink 62">
                  <a:extLst>
                    <a:ext uri="{FF2B5EF4-FFF2-40B4-BE49-F238E27FC236}">
                      <a16:creationId xmlns:a16="http://schemas.microsoft.com/office/drawing/2014/main" id="{50440B93-E10A-63C7-8D74-F825AD8B392E}"/>
                    </a:ext>
                  </a:extLst>
                </p:cNvPr>
                <p:cNvPicPr/>
                <p:nvPr/>
              </p:nvPicPr>
              <p:blipFill>
                <a:blip r:embed="rId15"/>
                <a:stretch>
                  <a:fillRect/>
                </a:stretch>
              </p:blipFill>
              <p:spPr>
                <a:xfrm>
                  <a:off x="8859357" y="5412812"/>
                  <a:ext cx="14256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64" name="Ink 63">
                  <a:extLst>
                    <a:ext uri="{FF2B5EF4-FFF2-40B4-BE49-F238E27FC236}">
                      <a16:creationId xmlns:a16="http://schemas.microsoft.com/office/drawing/2014/main" id="{8EDE6A5D-5179-A4EC-98B7-7C64BB059E60}"/>
                    </a:ext>
                  </a:extLst>
                </p14:cNvPr>
                <p14:cNvContentPartPr/>
                <p14:nvPr/>
              </p14:nvContentPartPr>
              <p14:xfrm>
                <a:off x="9096597" y="5396252"/>
                <a:ext cx="119160" cy="106920"/>
              </p14:xfrm>
            </p:contentPart>
          </mc:Choice>
          <mc:Fallback>
            <p:pic>
              <p:nvPicPr>
                <p:cNvPr id="64" name="Ink 63">
                  <a:extLst>
                    <a:ext uri="{FF2B5EF4-FFF2-40B4-BE49-F238E27FC236}">
                      <a16:creationId xmlns:a16="http://schemas.microsoft.com/office/drawing/2014/main" id="{8EDE6A5D-5179-A4EC-98B7-7C64BB059E60}"/>
                    </a:ext>
                  </a:extLst>
                </p:cNvPr>
                <p:cNvPicPr/>
                <p:nvPr/>
              </p:nvPicPr>
              <p:blipFill>
                <a:blip r:embed="rId17"/>
                <a:stretch>
                  <a:fillRect/>
                </a:stretch>
              </p:blipFill>
              <p:spPr>
                <a:xfrm>
                  <a:off x="9087597" y="5387252"/>
                  <a:ext cx="13680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65" name="Ink 64">
                  <a:extLst>
                    <a:ext uri="{FF2B5EF4-FFF2-40B4-BE49-F238E27FC236}">
                      <a16:creationId xmlns:a16="http://schemas.microsoft.com/office/drawing/2014/main" id="{24F6DEBB-90BE-D71F-9086-BEED42D9C276}"/>
                    </a:ext>
                  </a:extLst>
                </p14:cNvPr>
                <p14:cNvContentPartPr/>
                <p14:nvPr/>
              </p14:nvContentPartPr>
              <p14:xfrm>
                <a:off x="9346437" y="5357732"/>
                <a:ext cx="94320" cy="149400"/>
              </p14:xfrm>
            </p:contentPart>
          </mc:Choice>
          <mc:Fallback>
            <p:pic>
              <p:nvPicPr>
                <p:cNvPr id="65" name="Ink 64">
                  <a:extLst>
                    <a:ext uri="{FF2B5EF4-FFF2-40B4-BE49-F238E27FC236}">
                      <a16:creationId xmlns:a16="http://schemas.microsoft.com/office/drawing/2014/main" id="{24F6DEBB-90BE-D71F-9086-BEED42D9C276}"/>
                    </a:ext>
                  </a:extLst>
                </p:cNvPr>
                <p:cNvPicPr/>
                <p:nvPr/>
              </p:nvPicPr>
              <p:blipFill>
                <a:blip r:embed="rId19"/>
                <a:stretch>
                  <a:fillRect/>
                </a:stretch>
              </p:blipFill>
              <p:spPr>
                <a:xfrm>
                  <a:off x="9337797" y="5348732"/>
                  <a:ext cx="11196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68" name="Ink 67">
                  <a:extLst>
                    <a:ext uri="{FF2B5EF4-FFF2-40B4-BE49-F238E27FC236}">
                      <a16:creationId xmlns:a16="http://schemas.microsoft.com/office/drawing/2014/main" id="{E9FF04E3-B2A4-46EE-EBA5-0B0AF05F5362}"/>
                    </a:ext>
                  </a:extLst>
                </p14:cNvPr>
                <p14:cNvContentPartPr/>
                <p14:nvPr/>
              </p14:nvContentPartPr>
              <p14:xfrm>
                <a:off x="8663517" y="4769132"/>
                <a:ext cx="12600" cy="139680"/>
              </p14:xfrm>
            </p:contentPart>
          </mc:Choice>
          <mc:Fallback>
            <p:pic>
              <p:nvPicPr>
                <p:cNvPr id="68" name="Ink 67">
                  <a:extLst>
                    <a:ext uri="{FF2B5EF4-FFF2-40B4-BE49-F238E27FC236}">
                      <a16:creationId xmlns:a16="http://schemas.microsoft.com/office/drawing/2014/main" id="{E9FF04E3-B2A4-46EE-EBA5-0B0AF05F5362}"/>
                    </a:ext>
                  </a:extLst>
                </p:cNvPr>
                <p:cNvPicPr/>
                <p:nvPr/>
              </p:nvPicPr>
              <p:blipFill>
                <a:blip r:embed="rId21"/>
                <a:stretch>
                  <a:fillRect/>
                </a:stretch>
              </p:blipFill>
              <p:spPr>
                <a:xfrm>
                  <a:off x="8654877" y="4760132"/>
                  <a:ext cx="3024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69" name="Ink 68">
                  <a:extLst>
                    <a:ext uri="{FF2B5EF4-FFF2-40B4-BE49-F238E27FC236}">
                      <a16:creationId xmlns:a16="http://schemas.microsoft.com/office/drawing/2014/main" id="{7453F987-B15C-CA09-D5AB-58EB74DB5D80}"/>
                    </a:ext>
                  </a:extLst>
                </p14:cNvPr>
                <p14:cNvContentPartPr/>
                <p14:nvPr/>
              </p14:nvContentPartPr>
              <p14:xfrm>
                <a:off x="8580357" y="4386092"/>
                <a:ext cx="278640" cy="373320"/>
              </p14:xfrm>
            </p:contentPart>
          </mc:Choice>
          <mc:Fallback>
            <p:pic>
              <p:nvPicPr>
                <p:cNvPr id="69" name="Ink 68">
                  <a:extLst>
                    <a:ext uri="{FF2B5EF4-FFF2-40B4-BE49-F238E27FC236}">
                      <a16:creationId xmlns:a16="http://schemas.microsoft.com/office/drawing/2014/main" id="{7453F987-B15C-CA09-D5AB-58EB74DB5D80}"/>
                    </a:ext>
                  </a:extLst>
                </p:cNvPr>
                <p:cNvPicPr/>
                <p:nvPr/>
              </p:nvPicPr>
              <p:blipFill>
                <a:blip r:embed="rId23"/>
                <a:stretch>
                  <a:fillRect/>
                </a:stretch>
              </p:blipFill>
              <p:spPr>
                <a:xfrm>
                  <a:off x="8571357" y="4377452"/>
                  <a:ext cx="296280" cy="3909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70" name="Ink 69">
                  <a:extLst>
                    <a:ext uri="{FF2B5EF4-FFF2-40B4-BE49-F238E27FC236}">
                      <a16:creationId xmlns:a16="http://schemas.microsoft.com/office/drawing/2014/main" id="{4F67173A-4773-0CED-F2DB-6221856598F0}"/>
                    </a:ext>
                  </a:extLst>
                </p14:cNvPr>
                <p14:cNvContentPartPr/>
                <p14:nvPr/>
              </p14:nvContentPartPr>
              <p14:xfrm>
                <a:off x="8856837" y="4804412"/>
                <a:ext cx="130680" cy="106200"/>
              </p14:xfrm>
            </p:contentPart>
          </mc:Choice>
          <mc:Fallback>
            <p:pic>
              <p:nvPicPr>
                <p:cNvPr id="70" name="Ink 69">
                  <a:extLst>
                    <a:ext uri="{FF2B5EF4-FFF2-40B4-BE49-F238E27FC236}">
                      <a16:creationId xmlns:a16="http://schemas.microsoft.com/office/drawing/2014/main" id="{4F67173A-4773-0CED-F2DB-6221856598F0}"/>
                    </a:ext>
                  </a:extLst>
                </p:cNvPr>
                <p:cNvPicPr/>
                <p:nvPr/>
              </p:nvPicPr>
              <p:blipFill>
                <a:blip r:embed="rId25"/>
                <a:stretch>
                  <a:fillRect/>
                </a:stretch>
              </p:blipFill>
              <p:spPr>
                <a:xfrm>
                  <a:off x="8848197" y="4795412"/>
                  <a:ext cx="14832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71" name="Ink 70">
                  <a:extLst>
                    <a:ext uri="{FF2B5EF4-FFF2-40B4-BE49-F238E27FC236}">
                      <a16:creationId xmlns:a16="http://schemas.microsoft.com/office/drawing/2014/main" id="{AA0C8BA3-F062-BD19-98F4-F7BF93B8914F}"/>
                    </a:ext>
                  </a:extLst>
                </p14:cNvPr>
                <p14:cNvContentPartPr/>
                <p14:nvPr/>
              </p14:nvContentPartPr>
              <p14:xfrm>
                <a:off x="9071757" y="4801172"/>
                <a:ext cx="132120" cy="93600"/>
              </p14:xfrm>
            </p:contentPart>
          </mc:Choice>
          <mc:Fallback>
            <p:pic>
              <p:nvPicPr>
                <p:cNvPr id="71" name="Ink 70">
                  <a:extLst>
                    <a:ext uri="{FF2B5EF4-FFF2-40B4-BE49-F238E27FC236}">
                      <a16:creationId xmlns:a16="http://schemas.microsoft.com/office/drawing/2014/main" id="{AA0C8BA3-F062-BD19-98F4-F7BF93B8914F}"/>
                    </a:ext>
                  </a:extLst>
                </p:cNvPr>
                <p:cNvPicPr/>
                <p:nvPr/>
              </p:nvPicPr>
              <p:blipFill>
                <a:blip r:embed="rId27"/>
                <a:stretch>
                  <a:fillRect/>
                </a:stretch>
              </p:blipFill>
              <p:spPr>
                <a:xfrm>
                  <a:off x="9062757" y="4792532"/>
                  <a:ext cx="14976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72" name="Ink 71">
                  <a:extLst>
                    <a:ext uri="{FF2B5EF4-FFF2-40B4-BE49-F238E27FC236}">
                      <a16:creationId xmlns:a16="http://schemas.microsoft.com/office/drawing/2014/main" id="{79B47570-B689-7854-61B2-893D77BADA5B}"/>
                    </a:ext>
                  </a:extLst>
                </p14:cNvPr>
                <p14:cNvContentPartPr/>
                <p14:nvPr/>
              </p14:nvContentPartPr>
              <p14:xfrm>
                <a:off x="9277317" y="4764452"/>
                <a:ext cx="88560" cy="155880"/>
              </p14:xfrm>
            </p:contentPart>
          </mc:Choice>
          <mc:Fallback>
            <p:pic>
              <p:nvPicPr>
                <p:cNvPr id="72" name="Ink 71">
                  <a:extLst>
                    <a:ext uri="{FF2B5EF4-FFF2-40B4-BE49-F238E27FC236}">
                      <a16:creationId xmlns:a16="http://schemas.microsoft.com/office/drawing/2014/main" id="{79B47570-B689-7854-61B2-893D77BADA5B}"/>
                    </a:ext>
                  </a:extLst>
                </p:cNvPr>
                <p:cNvPicPr/>
                <p:nvPr/>
              </p:nvPicPr>
              <p:blipFill>
                <a:blip r:embed="rId29"/>
                <a:stretch>
                  <a:fillRect/>
                </a:stretch>
              </p:blipFill>
              <p:spPr>
                <a:xfrm>
                  <a:off x="9268317" y="4755812"/>
                  <a:ext cx="10620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74" name="Ink 73">
                  <a:extLst>
                    <a:ext uri="{FF2B5EF4-FFF2-40B4-BE49-F238E27FC236}">
                      <a16:creationId xmlns:a16="http://schemas.microsoft.com/office/drawing/2014/main" id="{D9E6A9C8-8FD5-4C2E-81BE-A4D52EE2A67A}"/>
                    </a:ext>
                  </a:extLst>
                </p14:cNvPr>
                <p14:cNvContentPartPr/>
                <p14:nvPr/>
              </p14:nvContentPartPr>
              <p14:xfrm>
                <a:off x="9550917" y="4402292"/>
                <a:ext cx="151560" cy="191160"/>
              </p14:xfrm>
            </p:contentPart>
          </mc:Choice>
          <mc:Fallback>
            <p:pic>
              <p:nvPicPr>
                <p:cNvPr id="74" name="Ink 73">
                  <a:extLst>
                    <a:ext uri="{FF2B5EF4-FFF2-40B4-BE49-F238E27FC236}">
                      <a16:creationId xmlns:a16="http://schemas.microsoft.com/office/drawing/2014/main" id="{D9E6A9C8-8FD5-4C2E-81BE-A4D52EE2A67A}"/>
                    </a:ext>
                  </a:extLst>
                </p:cNvPr>
                <p:cNvPicPr/>
                <p:nvPr/>
              </p:nvPicPr>
              <p:blipFill>
                <a:blip r:embed="rId31"/>
                <a:stretch>
                  <a:fillRect/>
                </a:stretch>
              </p:blipFill>
              <p:spPr>
                <a:xfrm>
                  <a:off x="9541917" y="4393652"/>
                  <a:ext cx="16920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75" name="Ink 74">
                  <a:extLst>
                    <a:ext uri="{FF2B5EF4-FFF2-40B4-BE49-F238E27FC236}">
                      <a16:creationId xmlns:a16="http://schemas.microsoft.com/office/drawing/2014/main" id="{BEAD1C7A-178B-0FE3-3303-E6F7ABD46A58}"/>
                    </a:ext>
                  </a:extLst>
                </p14:cNvPr>
                <p14:cNvContentPartPr/>
                <p14:nvPr/>
              </p14:nvContentPartPr>
              <p14:xfrm>
                <a:off x="9775197" y="4262252"/>
                <a:ext cx="123840" cy="316080"/>
              </p14:xfrm>
            </p:contentPart>
          </mc:Choice>
          <mc:Fallback>
            <p:pic>
              <p:nvPicPr>
                <p:cNvPr id="75" name="Ink 74">
                  <a:extLst>
                    <a:ext uri="{FF2B5EF4-FFF2-40B4-BE49-F238E27FC236}">
                      <a16:creationId xmlns:a16="http://schemas.microsoft.com/office/drawing/2014/main" id="{BEAD1C7A-178B-0FE3-3303-E6F7ABD46A58}"/>
                    </a:ext>
                  </a:extLst>
                </p:cNvPr>
                <p:cNvPicPr/>
                <p:nvPr/>
              </p:nvPicPr>
              <p:blipFill>
                <a:blip r:embed="rId33"/>
                <a:stretch>
                  <a:fillRect/>
                </a:stretch>
              </p:blipFill>
              <p:spPr>
                <a:xfrm>
                  <a:off x="9766557" y="4253252"/>
                  <a:ext cx="141480" cy="3337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76" name="Ink 75">
                  <a:extLst>
                    <a:ext uri="{FF2B5EF4-FFF2-40B4-BE49-F238E27FC236}">
                      <a16:creationId xmlns:a16="http://schemas.microsoft.com/office/drawing/2014/main" id="{047825EE-61FE-194C-7408-FB56B55F15D5}"/>
                    </a:ext>
                  </a:extLst>
                </p14:cNvPr>
                <p14:cNvContentPartPr/>
                <p14:nvPr/>
              </p14:nvContentPartPr>
              <p14:xfrm>
                <a:off x="9755397" y="4479692"/>
                <a:ext cx="87480" cy="11520"/>
              </p14:xfrm>
            </p:contentPart>
          </mc:Choice>
          <mc:Fallback>
            <p:pic>
              <p:nvPicPr>
                <p:cNvPr id="76" name="Ink 75">
                  <a:extLst>
                    <a:ext uri="{FF2B5EF4-FFF2-40B4-BE49-F238E27FC236}">
                      <a16:creationId xmlns:a16="http://schemas.microsoft.com/office/drawing/2014/main" id="{047825EE-61FE-194C-7408-FB56B55F15D5}"/>
                    </a:ext>
                  </a:extLst>
                </p:cNvPr>
                <p:cNvPicPr/>
                <p:nvPr/>
              </p:nvPicPr>
              <p:blipFill>
                <a:blip r:embed="rId35"/>
                <a:stretch>
                  <a:fillRect/>
                </a:stretch>
              </p:blipFill>
              <p:spPr>
                <a:xfrm>
                  <a:off x="9746757" y="4470692"/>
                  <a:ext cx="10512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77" name="Ink 76">
                  <a:extLst>
                    <a:ext uri="{FF2B5EF4-FFF2-40B4-BE49-F238E27FC236}">
                      <a16:creationId xmlns:a16="http://schemas.microsoft.com/office/drawing/2014/main" id="{B59143BF-D7CB-4DB0-540B-932714E48B2E}"/>
                    </a:ext>
                  </a:extLst>
                </p14:cNvPr>
                <p14:cNvContentPartPr/>
                <p14:nvPr/>
              </p14:nvContentPartPr>
              <p14:xfrm>
                <a:off x="9401517" y="4328492"/>
                <a:ext cx="169200" cy="363240"/>
              </p14:xfrm>
            </p:contentPart>
          </mc:Choice>
          <mc:Fallback>
            <p:pic>
              <p:nvPicPr>
                <p:cNvPr id="77" name="Ink 76">
                  <a:extLst>
                    <a:ext uri="{FF2B5EF4-FFF2-40B4-BE49-F238E27FC236}">
                      <a16:creationId xmlns:a16="http://schemas.microsoft.com/office/drawing/2014/main" id="{B59143BF-D7CB-4DB0-540B-932714E48B2E}"/>
                    </a:ext>
                  </a:extLst>
                </p:cNvPr>
                <p:cNvPicPr/>
                <p:nvPr/>
              </p:nvPicPr>
              <p:blipFill>
                <a:blip r:embed="rId37"/>
                <a:stretch>
                  <a:fillRect/>
                </a:stretch>
              </p:blipFill>
              <p:spPr>
                <a:xfrm>
                  <a:off x="9392877" y="4319852"/>
                  <a:ext cx="186840" cy="3808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78" name="Ink 77">
                  <a:extLst>
                    <a:ext uri="{FF2B5EF4-FFF2-40B4-BE49-F238E27FC236}">
                      <a16:creationId xmlns:a16="http://schemas.microsoft.com/office/drawing/2014/main" id="{AF991F9B-38A1-62DA-8FDB-E463D29CF721}"/>
                    </a:ext>
                  </a:extLst>
                </p14:cNvPr>
                <p14:cNvContentPartPr/>
                <p14:nvPr/>
              </p14:nvContentPartPr>
              <p14:xfrm>
                <a:off x="10050237" y="4351892"/>
                <a:ext cx="74880" cy="259200"/>
              </p14:xfrm>
            </p:contentPart>
          </mc:Choice>
          <mc:Fallback>
            <p:pic>
              <p:nvPicPr>
                <p:cNvPr id="78" name="Ink 77">
                  <a:extLst>
                    <a:ext uri="{FF2B5EF4-FFF2-40B4-BE49-F238E27FC236}">
                      <a16:creationId xmlns:a16="http://schemas.microsoft.com/office/drawing/2014/main" id="{AF991F9B-38A1-62DA-8FDB-E463D29CF721}"/>
                    </a:ext>
                  </a:extLst>
                </p:cNvPr>
                <p:cNvPicPr/>
                <p:nvPr/>
              </p:nvPicPr>
              <p:blipFill>
                <a:blip r:embed="rId39"/>
                <a:stretch>
                  <a:fillRect/>
                </a:stretch>
              </p:blipFill>
              <p:spPr>
                <a:xfrm>
                  <a:off x="10041237" y="4342892"/>
                  <a:ext cx="92520" cy="2768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80" name="Ink 79">
                  <a:extLst>
                    <a:ext uri="{FF2B5EF4-FFF2-40B4-BE49-F238E27FC236}">
                      <a16:creationId xmlns:a16="http://schemas.microsoft.com/office/drawing/2014/main" id="{8F4C4343-5109-2364-19E2-0227E0779056}"/>
                    </a:ext>
                  </a:extLst>
                </p14:cNvPr>
                <p14:cNvContentPartPr/>
                <p14:nvPr/>
              </p14:nvContentPartPr>
              <p14:xfrm>
                <a:off x="10042317" y="4196372"/>
                <a:ext cx="240120" cy="46800"/>
              </p14:xfrm>
            </p:contentPart>
          </mc:Choice>
          <mc:Fallback>
            <p:pic>
              <p:nvPicPr>
                <p:cNvPr id="80" name="Ink 79">
                  <a:extLst>
                    <a:ext uri="{FF2B5EF4-FFF2-40B4-BE49-F238E27FC236}">
                      <a16:creationId xmlns:a16="http://schemas.microsoft.com/office/drawing/2014/main" id="{8F4C4343-5109-2364-19E2-0227E0779056}"/>
                    </a:ext>
                  </a:extLst>
                </p:cNvPr>
                <p:cNvPicPr/>
                <p:nvPr/>
              </p:nvPicPr>
              <p:blipFill>
                <a:blip r:embed="rId41"/>
                <a:stretch>
                  <a:fillRect/>
                </a:stretch>
              </p:blipFill>
              <p:spPr>
                <a:xfrm>
                  <a:off x="10033677" y="4187732"/>
                  <a:ext cx="25776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81" name="Ink 80">
                  <a:extLst>
                    <a:ext uri="{FF2B5EF4-FFF2-40B4-BE49-F238E27FC236}">
                      <a16:creationId xmlns:a16="http://schemas.microsoft.com/office/drawing/2014/main" id="{30A879F6-AA1D-DF88-DB50-7C4854E5B646}"/>
                    </a:ext>
                  </a:extLst>
                </p14:cNvPr>
                <p14:cNvContentPartPr/>
                <p14:nvPr/>
              </p14:nvContentPartPr>
              <p14:xfrm>
                <a:off x="10274517" y="4137692"/>
                <a:ext cx="91080" cy="140400"/>
              </p14:xfrm>
            </p:contentPart>
          </mc:Choice>
          <mc:Fallback>
            <p:pic>
              <p:nvPicPr>
                <p:cNvPr id="81" name="Ink 80">
                  <a:extLst>
                    <a:ext uri="{FF2B5EF4-FFF2-40B4-BE49-F238E27FC236}">
                      <a16:creationId xmlns:a16="http://schemas.microsoft.com/office/drawing/2014/main" id="{30A879F6-AA1D-DF88-DB50-7C4854E5B646}"/>
                    </a:ext>
                  </a:extLst>
                </p:cNvPr>
                <p:cNvPicPr/>
                <p:nvPr/>
              </p:nvPicPr>
              <p:blipFill>
                <a:blip r:embed="rId43"/>
                <a:stretch>
                  <a:fillRect/>
                </a:stretch>
              </p:blipFill>
              <p:spPr>
                <a:xfrm>
                  <a:off x="10265517" y="4128692"/>
                  <a:ext cx="10872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82" name="Ink 81">
                  <a:extLst>
                    <a:ext uri="{FF2B5EF4-FFF2-40B4-BE49-F238E27FC236}">
                      <a16:creationId xmlns:a16="http://schemas.microsoft.com/office/drawing/2014/main" id="{AB80048B-6914-8C2F-6D34-5EAEA0DFAD0C}"/>
                    </a:ext>
                  </a:extLst>
                </p14:cNvPr>
                <p14:cNvContentPartPr/>
                <p14:nvPr/>
              </p14:nvContentPartPr>
              <p14:xfrm>
                <a:off x="9947277" y="3832052"/>
                <a:ext cx="12600" cy="149760"/>
              </p14:xfrm>
            </p:contentPart>
          </mc:Choice>
          <mc:Fallback>
            <p:pic>
              <p:nvPicPr>
                <p:cNvPr id="82" name="Ink 81">
                  <a:extLst>
                    <a:ext uri="{FF2B5EF4-FFF2-40B4-BE49-F238E27FC236}">
                      <a16:creationId xmlns:a16="http://schemas.microsoft.com/office/drawing/2014/main" id="{AB80048B-6914-8C2F-6D34-5EAEA0DFAD0C}"/>
                    </a:ext>
                  </a:extLst>
                </p:cNvPr>
                <p:cNvPicPr/>
                <p:nvPr/>
              </p:nvPicPr>
              <p:blipFill>
                <a:blip r:embed="rId45"/>
                <a:stretch>
                  <a:fillRect/>
                </a:stretch>
              </p:blipFill>
              <p:spPr>
                <a:xfrm>
                  <a:off x="9938277" y="3823412"/>
                  <a:ext cx="30240" cy="1674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83" name="Ink 82">
                  <a:extLst>
                    <a:ext uri="{FF2B5EF4-FFF2-40B4-BE49-F238E27FC236}">
                      <a16:creationId xmlns:a16="http://schemas.microsoft.com/office/drawing/2014/main" id="{F9574E16-51A1-4C70-1D90-F3C84404739F}"/>
                    </a:ext>
                  </a:extLst>
                </p14:cNvPr>
                <p14:cNvContentPartPr/>
                <p14:nvPr/>
              </p14:nvContentPartPr>
              <p14:xfrm>
                <a:off x="9935397" y="3622892"/>
                <a:ext cx="181080" cy="408240"/>
              </p14:xfrm>
            </p:contentPart>
          </mc:Choice>
          <mc:Fallback>
            <p:pic>
              <p:nvPicPr>
                <p:cNvPr id="83" name="Ink 82">
                  <a:extLst>
                    <a:ext uri="{FF2B5EF4-FFF2-40B4-BE49-F238E27FC236}">
                      <a16:creationId xmlns:a16="http://schemas.microsoft.com/office/drawing/2014/main" id="{F9574E16-51A1-4C70-1D90-F3C84404739F}"/>
                    </a:ext>
                  </a:extLst>
                </p:cNvPr>
                <p:cNvPicPr/>
                <p:nvPr/>
              </p:nvPicPr>
              <p:blipFill>
                <a:blip r:embed="rId47"/>
                <a:stretch>
                  <a:fillRect/>
                </a:stretch>
              </p:blipFill>
              <p:spPr>
                <a:xfrm>
                  <a:off x="9926757" y="3614252"/>
                  <a:ext cx="198720" cy="4258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84" name="Ink 83">
                  <a:extLst>
                    <a:ext uri="{FF2B5EF4-FFF2-40B4-BE49-F238E27FC236}">
                      <a16:creationId xmlns:a16="http://schemas.microsoft.com/office/drawing/2014/main" id="{79FF70F1-B0B1-BACD-5933-06A0559F175C}"/>
                    </a:ext>
                  </a:extLst>
                </p14:cNvPr>
                <p14:cNvContentPartPr/>
                <p14:nvPr/>
              </p14:nvContentPartPr>
              <p14:xfrm>
                <a:off x="10169037" y="3868052"/>
                <a:ext cx="101520" cy="123480"/>
              </p14:xfrm>
            </p:contentPart>
          </mc:Choice>
          <mc:Fallback>
            <p:pic>
              <p:nvPicPr>
                <p:cNvPr id="84" name="Ink 83">
                  <a:extLst>
                    <a:ext uri="{FF2B5EF4-FFF2-40B4-BE49-F238E27FC236}">
                      <a16:creationId xmlns:a16="http://schemas.microsoft.com/office/drawing/2014/main" id="{79FF70F1-B0B1-BACD-5933-06A0559F175C}"/>
                    </a:ext>
                  </a:extLst>
                </p:cNvPr>
                <p:cNvPicPr/>
                <p:nvPr/>
              </p:nvPicPr>
              <p:blipFill>
                <a:blip r:embed="rId49"/>
                <a:stretch>
                  <a:fillRect/>
                </a:stretch>
              </p:blipFill>
              <p:spPr>
                <a:xfrm>
                  <a:off x="10160037" y="3859052"/>
                  <a:ext cx="11916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85" name="Ink 84">
                  <a:extLst>
                    <a:ext uri="{FF2B5EF4-FFF2-40B4-BE49-F238E27FC236}">
                      <a16:creationId xmlns:a16="http://schemas.microsoft.com/office/drawing/2014/main" id="{48B94283-1588-FF7B-2B4C-C72B0B03D468}"/>
                    </a:ext>
                  </a:extLst>
                </p14:cNvPr>
                <p14:cNvContentPartPr/>
                <p14:nvPr/>
              </p14:nvContentPartPr>
              <p14:xfrm>
                <a:off x="10368117" y="3861212"/>
                <a:ext cx="24840" cy="117000"/>
              </p14:xfrm>
            </p:contentPart>
          </mc:Choice>
          <mc:Fallback>
            <p:pic>
              <p:nvPicPr>
                <p:cNvPr id="85" name="Ink 84">
                  <a:extLst>
                    <a:ext uri="{FF2B5EF4-FFF2-40B4-BE49-F238E27FC236}">
                      <a16:creationId xmlns:a16="http://schemas.microsoft.com/office/drawing/2014/main" id="{48B94283-1588-FF7B-2B4C-C72B0B03D468}"/>
                    </a:ext>
                  </a:extLst>
                </p:cNvPr>
                <p:cNvPicPr/>
                <p:nvPr/>
              </p:nvPicPr>
              <p:blipFill>
                <a:blip r:embed="rId51"/>
                <a:stretch>
                  <a:fillRect/>
                </a:stretch>
              </p:blipFill>
              <p:spPr>
                <a:xfrm>
                  <a:off x="10359117" y="3852572"/>
                  <a:ext cx="42480" cy="1346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86" name="Ink 85">
                  <a:extLst>
                    <a:ext uri="{FF2B5EF4-FFF2-40B4-BE49-F238E27FC236}">
                      <a16:creationId xmlns:a16="http://schemas.microsoft.com/office/drawing/2014/main" id="{EFF3B109-CD1F-C33A-6C31-BCA5C80AA555}"/>
                    </a:ext>
                  </a:extLst>
                </p14:cNvPr>
                <p14:cNvContentPartPr/>
                <p14:nvPr/>
              </p14:nvContentPartPr>
              <p14:xfrm>
                <a:off x="10401597" y="3748172"/>
                <a:ext cx="12240" cy="21240"/>
              </p14:xfrm>
            </p:contentPart>
          </mc:Choice>
          <mc:Fallback>
            <p:pic>
              <p:nvPicPr>
                <p:cNvPr id="86" name="Ink 85">
                  <a:extLst>
                    <a:ext uri="{FF2B5EF4-FFF2-40B4-BE49-F238E27FC236}">
                      <a16:creationId xmlns:a16="http://schemas.microsoft.com/office/drawing/2014/main" id="{EFF3B109-CD1F-C33A-6C31-BCA5C80AA555}"/>
                    </a:ext>
                  </a:extLst>
                </p:cNvPr>
                <p:cNvPicPr/>
                <p:nvPr/>
              </p:nvPicPr>
              <p:blipFill>
                <a:blip r:embed="rId53"/>
                <a:stretch>
                  <a:fillRect/>
                </a:stretch>
              </p:blipFill>
              <p:spPr>
                <a:xfrm>
                  <a:off x="10392957" y="3739172"/>
                  <a:ext cx="2988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87" name="Ink 86">
                  <a:extLst>
                    <a:ext uri="{FF2B5EF4-FFF2-40B4-BE49-F238E27FC236}">
                      <a16:creationId xmlns:a16="http://schemas.microsoft.com/office/drawing/2014/main" id="{74B437E4-4C86-F35C-BB84-97571320A327}"/>
                    </a:ext>
                  </a:extLst>
                </p14:cNvPr>
                <p14:cNvContentPartPr/>
                <p14:nvPr/>
              </p14:nvContentPartPr>
              <p14:xfrm>
                <a:off x="10472877" y="3743132"/>
                <a:ext cx="30600" cy="213840"/>
              </p14:xfrm>
            </p:contentPart>
          </mc:Choice>
          <mc:Fallback>
            <p:pic>
              <p:nvPicPr>
                <p:cNvPr id="87" name="Ink 86">
                  <a:extLst>
                    <a:ext uri="{FF2B5EF4-FFF2-40B4-BE49-F238E27FC236}">
                      <a16:creationId xmlns:a16="http://schemas.microsoft.com/office/drawing/2014/main" id="{74B437E4-4C86-F35C-BB84-97571320A327}"/>
                    </a:ext>
                  </a:extLst>
                </p:cNvPr>
                <p:cNvPicPr/>
                <p:nvPr/>
              </p:nvPicPr>
              <p:blipFill>
                <a:blip r:embed="rId55"/>
                <a:stretch>
                  <a:fillRect/>
                </a:stretch>
              </p:blipFill>
              <p:spPr>
                <a:xfrm>
                  <a:off x="10463877" y="3734132"/>
                  <a:ext cx="4824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88" name="Ink 87">
                  <a:extLst>
                    <a:ext uri="{FF2B5EF4-FFF2-40B4-BE49-F238E27FC236}">
                      <a16:creationId xmlns:a16="http://schemas.microsoft.com/office/drawing/2014/main" id="{38C669B4-0BDF-C98D-E6ED-117A7D02547F}"/>
                    </a:ext>
                  </a:extLst>
                </p14:cNvPr>
                <p14:cNvContentPartPr/>
                <p14:nvPr/>
              </p14:nvContentPartPr>
              <p14:xfrm>
                <a:off x="10544517" y="3694172"/>
                <a:ext cx="139680" cy="267840"/>
              </p14:xfrm>
            </p:contentPart>
          </mc:Choice>
          <mc:Fallback>
            <p:pic>
              <p:nvPicPr>
                <p:cNvPr id="88" name="Ink 87">
                  <a:extLst>
                    <a:ext uri="{FF2B5EF4-FFF2-40B4-BE49-F238E27FC236}">
                      <a16:creationId xmlns:a16="http://schemas.microsoft.com/office/drawing/2014/main" id="{38C669B4-0BDF-C98D-E6ED-117A7D02547F}"/>
                    </a:ext>
                  </a:extLst>
                </p:cNvPr>
                <p:cNvPicPr/>
                <p:nvPr/>
              </p:nvPicPr>
              <p:blipFill>
                <a:blip r:embed="rId57"/>
                <a:stretch>
                  <a:fillRect/>
                </a:stretch>
              </p:blipFill>
              <p:spPr>
                <a:xfrm>
                  <a:off x="10535877" y="3685532"/>
                  <a:ext cx="157320" cy="2854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89" name="Ink 88">
                  <a:extLst>
                    <a:ext uri="{FF2B5EF4-FFF2-40B4-BE49-F238E27FC236}">
                      <a16:creationId xmlns:a16="http://schemas.microsoft.com/office/drawing/2014/main" id="{449C9EBE-1A0A-9AA7-BD1D-F7617BB705B8}"/>
                    </a:ext>
                  </a:extLst>
                </p14:cNvPr>
                <p14:cNvContentPartPr/>
                <p14:nvPr/>
              </p14:nvContentPartPr>
              <p14:xfrm>
                <a:off x="10759077" y="3815852"/>
                <a:ext cx="61920" cy="233640"/>
              </p14:xfrm>
            </p:contentPart>
          </mc:Choice>
          <mc:Fallback>
            <p:pic>
              <p:nvPicPr>
                <p:cNvPr id="89" name="Ink 88">
                  <a:extLst>
                    <a:ext uri="{FF2B5EF4-FFF2-40B4-BE49-F238E27FC236}">
                      <a16:creationId xmlns:a16="http://schemas.microsoft.com/office/drawing/2014/main" id="{449C9EBE-1A0A-9AA7-BD1D-F7617BB705B8}"/>
                    </a:ext>
                  </a:extLst>
                </p:cNvPr>
                <p:cNvPicPr/>
                <p:nvPr/>
              </p:nvPicPr>
              <p:blipFill>
                <a:blip r:embed="rId59"/>
                <a:stretch>
                  <a:fillRect/>
                </a:stretch>
              </p:blipFill>
              <p:spPr>
                <a:xfrm>
                  <a:off x="10750077" y="3806852"/>
                  <a:ext cx="79560" cy="25128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90" name="Ink 89">
                  <a:extLst>
                    <a:ext uri="{FF2B5EF4-FFF2-40B4-BE49-F238E27FC236}">
                      <a16:creationId xmlns:a16="http://schemas.microsoft.com/office/drawing/2014/main" id="{55F2C30E-CD00-CD4D-D381-E0199613B12C}"/>
                    </a:ext>
                  </a:extLst>
                </p14:cNvPr>
                <p14:cNvContentPartPr/>
                <p14:nvPr/>
              </p14:nvContentPartPr>
              <p14:xfrm>
                <a:off x="10841157" y="3851852"/>
                <a:ext cx="68760" cy="102240"/>
              </p14:xfrm>
            </p:contentPart>
          </mc:Choice>
          <mc:Fallback>
            <p:pic>
              <p:nvPicPr>
                <p:cNvPr id="90" name="Ink 89">
                  <a:extLst>
                    <a:ext uri="{FF2B5EF4-FFF2-40B4-BE49-F238E27FC236}">
                      <a16:creationId xmlns:a16="http://schemas.microsoft.com/office/drawing/2014/main" id="{55F2C30E-CD00-CD4D-D381-E0199613B12C}"/>
                    </a:ext>
                  </a:extLst>
                </p:cNvPr>
                <p:cNvPicPr/>
                <p:nvPr/>
              </p:nvPicPr>
              <p:blipFill>
                <a:blip r:embed="rId61"/>
                <a:stretch>
                  <a:fillRect/>
                </a:stretch>
              </p:blipFill>
              <p:spPr>
                <a:xfrm>
                  <a:off x="10832517" y="3842852"/>
                  <a:ext cx="8640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91" name="Ink 90">
                  <a:extLst>
                    <a:ext uri="{FF2B5EF4-FFF2-40B4-BE49-F238E27FC236}">
                      <a16:creationId xmlns:a16="http://schemas.microsoft.com/office/drawing/2014/main" id="{D4B0BDCF-2277-D94D-5DF8-D754F049C66D}"/>
                    </a:ext>
                  </a:extLst>
                </p14:cNvPr>
                <p14:cNvContentPartPr/>
                <p14:nvPr/>
              </p14:nvContentPartPr>
              <p14:xfrm>
                <a:off x="10964997" y="3841052"/>
                <a:ext cx="70920" cy="93960"/>
              </p14:xfrm>
            </p:contentPart>
          </mc:Choice>
          <mc:Fallback>
            <p:pic>
              <p:nvPicPr>
                <p:cNvPr id="91" name="Ink 90">
                  <a:extLst>
                    <a:ext uri="{FF2B5EF4-FFF2-40B4-BE49-F238E27FC236}">
                      <a16:creationId xmlns:a16="http://schemas.microsoft.com/office/drawing/2014/main" id="{D4B0BDCF-2277-D94D-5DF8-D754F049C66D}"/>
                    </a:ext>
                  </a:extLst>
                </p:cNvPr>
                <p:cNvPicPr/>
                <p:nvPr/>
              </p:nvPicPr>
              <p:blipFill>
                <a:blip r:embed="rId63"/>
                <a:stretch>
                  <a:fillRect/>
                </a:stretch>
              </p:blipFill>
              <p:spPr>
                <a:xfrm>
                  <a:off x="10955997" y="3832412"/>
                  <a:ext cx="8856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92" name="Ink 91">
                  <a:extLst>
                    <a:ext uri="{FF2B5EF4-FFF2-40B4-BE49-F238E27FC236}">
                      <a16:creationId xmlns:a16="http://schemas.microsoft.com/office/drawing/2014/main" id="{3C999381-A889-D5CF-F0F2-E9F0BAFF8987}"/>
                    </a:ext>
                  </a:extLst>
                </p14:cNvPr>
                <p14:cNvContentPartPr/>
                <p14:nvPr/>
              </p14:nvContentPartPr>
              <p14:xfrm>
                <a:off x="11083437" y="3731972"/>
                <a:ext cx="86040" cy="239040"/>
              </p14:xfrm>
            </p:contentPart>
          </mc:Choice>
          <mc:Fallback>
            <p:pic>
              <p:nvPicPr>
                <p:cNvPr id="92" name="Ink 91">
                  <a:extLst>
                    <a:ext uri="{FF2B5EF4-FFF2-40B4-BE49-F238E27FC236}">
                      <a16:creationId xmlns:a16="http://schemas.microsoft.com/office/drawing/2014/main" id="{3C999381-A889-D5CF-F0F2-E9F0BAFF8987}"/>
                    </a:ext>
                  </a:extLst>
                </p:cNvPr>
                <p:cNvPicPr/>
                <p:nvPr/>
              </p:nvPicPr>
              <p:blipFill>
                <a:blip r:embed="rId65"/>
                <a:stretch>
                  <a:fillRect/>
                </a:stretch>
              </p:blipFill>
              <p:spPr>
                <a:xfrm>
                  <a:off x="11074797" y="3722972"/>
                  <a:ext cx="103680" cy="2566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93" name="Ink 92">
                  <a:extLst>
                    <a:ext uri="{FF2B5EF4-FFF2-40B4-BE49-F238E27FC236}">
                      <a16:creationId xmlns:a16="http://schemas.microsoft.com/office/drawing/2014/main" id="{C47376F9-B30C-F1EA-450C-80C0FAC536F0}"/>
                    </a:ext>
                  </a:extLst>
                </p14:cNvPr>
                <p14:cNvContentPartPr/>
                <p14:nvPr/>
              </p14:nvContentPartPr>
              <p14:xfrm>
                <a:off x="10452717" y="4130852"/>
                <a:ext cx="40680" cy="176760"/>
              </p14:xfrm>
            </p:contentPart>
          </mc:Choice>
          <mc:Fallback>
            <p:pic>
              <p:nvPicPr>
                <p:cNvPr id="93" name="Ink 92">
                  <a:extLst>
                    <a:ext uri="{FF2B5EF4-FFF2-40B4-BE49-F238E27FC236}">
                      <a16:creationId xmlns:a16="http://schemas.microsoft.com/office/drawing/2014/main" id="{C47376F9-B30C-F1EA-450C-80C0FAC536F0}"/>
                    </a:ext>
                  </a:extLst>
                </p:cNvPr>
                <p:cNvPicPr/>
                <p:nvPr/>
              </p:nvPicPr>
              <p:blipFill>
                <a:blip r:embed="rId67"/>
                <a:stretch>
                  <a:fillRect/>
                </a:stretch>
              </p:blipFill>
              <p:spPr>
                <a:xfrm>
                  <a:off x="10444077" y="4122212"/>
                  <a:ext cx="58320" cy="19440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94" name="Ink 93">
                  <a:extLst>
                    <a:ext uri="{FF2B5EF4-FFF2-40B4-BE49-F238E27FC236}">
                      <a16:creationId xmlns:a16="http://schemas.microsoft.com/office/drawing/2014/main" id="{E568F570-7BC3-9A9E-C1A0-0EA6102F8647}"/>
                    </a:ext>
                  </a:extLst>
                </p14:cNvPr>
                <p14:cNvContentPartPr/>
                <p14:nvPr/>
              </p14:nvContentPartPr>
              <p14:xfrm>
                <a:off x="10616157" y="4112492"/>
                <a:ext cx="184320" cy="196200"/>
              </p14:xfrm>
            </p:contentPart>
          </mc:Choice>
          <mc:Fallback>
            <p:pic>
              <p:nvPicPr>
                <p:cNvPr id="94" name="Ink 93">
                  <a:extLst>
                    <a:ext uri="{FF2B5EF4-FFF2-40B4-BE49-F238E27FC236}">
                      <a16:creationId xmlns:a16="http://schemas.microsoft.com/office/drawing/2014/main" id="{E568F570-7BC3-9A9E-C1A0-0EA6102F8647}"/>
                    </a:ext>
                  </a:extLst>
                </p:cNvPr>
                <p:cNvPicPr/>
                <p:nvPr/>
              </p:nvPicPr>
              <p:blipFill>
                <a:blip r:embed="rId69"/>
                <a:stretch>
                  <a:fillRect/>
                </a:stretch>
              </p:blipFill>
              <p:spPr>
                <a:xfrm>
                  <a:off x="10607517" y="4103852"/>
                  <a:ext cx="201960" cy="213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95" name="Ink 94">
                  <a:extLst>
                    <a:ext uri="{FF2B5EF4-FFF2-40B4-BE49-F238E27FC236}">
                      <a16:creationId xmlns:a16="http://schemas.microsoft.com/office/drawing/2014/main" id="{5FA61BC6-3DF8-9C89-D6B7-AC44A459DE50}"/>
                    </a:ext>
                  </a:extLst>
                </p14:cNvPr>
                <p14:cNvContentPartPr/>
                <p14:nvPr/>
              </p14:nvContentPartPr>
              <p14:xfrm>
                <a:off x="10824597" y="4151012"/>
                <a:ext cx="79560" cy="137880"/>
              </p14:xfrm>
            </p:contentPart>
          </mc:Choice>
          <mc:Fallback>
            <p:pic>
              <p:nvPicPr>
                <p:cNvPr id="95" name="Ink 94">
                  <a:extLst>
                    <a:ext uri="{FF2B5EF4-FFF2-40B4-BE49-F238E27FC236}">
                      <a16:creationId xmlns:a16="http://schemas.microsoft.com/office/drawing/2014/main" id="{5FA61BC6-3DF8-9C89-D6B7-AC44A459DE50}"/>
                    </a:ext>
                  </a:extLst>
                </p:cNvPr>
                <p:cNvPicPr/>
                <p:nvPr/>
              </p:nvPicPr>
              <p:blipFill>
                <a:blip r:embed="rId71"/>
                <a:stretch>
                  <a:fillRect/>
                </a:stretch>
              </p:blipFill>
              <p:spPr>
                <a:xfrm>
                  <a:off x="10815957" y="4142372"/>
                  <a:ext cx="9720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96" name="Ink 95">
                  <a:extLst>
                    <a:ext uri="{FF2B5EF4-FFF2-40B4-BE49-F238E27FC236}">
                      <a16:creationId xmlns:a16="http://schemas.microsoft.com/office/drawing/2014/main" id="{E63C929B-A817-F350-E246-9AF7EC8D34CB}"/>
                    </a:ext>
                  </a:extLst>
                </p14:cNvPr>
                <p14:cNvContentPartPr/>
                <p14:nvPr/>
              </p14:nvContentPartPr>
              <p14:xfrm>
                <a:off x="10979037" y="4122212"/>
                <a:ext cx="83520" cy="192240"/>
              </p14:xfrm>
            </p:contentPart>
          </mc:Choice>
          <mc:Fallback>
            <p:pic>
              <p:nvPicPr>
                <p:cNvPr id="96" name="Ink 95">
                  <a:extLst>
                    <a:ext uri="{FF2B5EF4-FFF2-40B4-BE49-F238E27FC236}">
                      <a16:creationId xmlns:a16="http://schemas.microsoft.com/office/drawing/2014/main" id="{E63C929B-A817-F350-E246-9AF7EC8D34CB}"/>
                    </a:ext>
                  </a:extLst>
                </p:cNvPr>
                <p:cNvPicPr/>
                <p:nvPr/>
              </p:nvPicPr>
              <p:blipFill>
                <a:blip r:embed="rId73"/>
                <a:stretch>
                  <a:fillRect/>
                </a:stretch>
              </p:blipFill>
              <p:spPr>
                <a:xfrm>
                  <a:off x="10970397" y="4113572"/>
                  <a:ext cx="10116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98" name="Ink 97">
                  <a:extLst>
                    <a:ext uri="{FF2B5EF4-FFF2-40B4-BE49-F238E27FC236}">
                      <a16:creationId xmlns:a16="http://schemas.microsoft.com/office/drawing/2014/main" id="{61236D7B-3C4C-358F-43B3-235060B725CB}"/>
                    </a:ext>
                  </a:extLst>
                </p14:cNvPr>
                <p14:cNvContentPartPr/>
                <p14:nvPr/>
              </p14:nvContentPartPr>
              <p14:xfrm>
                <a:off x="2696877" y="2712452"/>
                <a:ext cx="5286600" cy="116640"/>
              </p14:xfrm>
            </p:contentPart>
          </mc:Choice>
          <mc:Fallback>
            <p:pic>
              <p:nvPicPr>
                <p:cNvPr id="98" name="Ink 97">
                  <a:extLst>
                    <a:ext uri="{FF2B5EF4-FFF2-40B4-BE49-F238E27FC236}">
                      <a16:creationId xmlns:a16="http://schemas.microsoft.com/office/drawing/2014/main" id="{61236D7B-3C4C-358F-43B3-235060B725CB}"/>
                    </a:ext>
                  </a:extLst>
                </p:cNvPr>
                <p:cNvPicPr/>
                <p:nvPr/>
              </p:nvPicPr>
              <p:blipFill>
                <a:blip r:embed="rId75"/>
                <a:stretch>
                  <a:fillRect/>
                </a:stretch>
              </p:blipFill>
              <p:spPr>
                <a:xfrm>
                  <a:off x="2688237" y="2703452"/>
                  <a:ext cx="530424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99" name="Ink 98">
                  <a:extLst>
                    <a:ext uri="{FF2B5EF4-FFF2-40B4-BE49-F238E27FC236}">
                      <a16:creationId xmlns:a16="http://schemas.microsoft.com/office/drawing/2014/main" id="{F96253B7-D90C-6E05-40D2-4E76DDE768B8}"/>
                    </a:ext>
                  </a:extLst>
                </p14:cNvPr>
                <p14:cNvContentPartPr/>
                <p14:nvPr/>
              </p14:nvContentPartPr>
              <p14:xfrm>
                <a:off x="7909317" y="2738372"/>
                <a:ext cx="126000" cy="148680"/>
              </p14:xfrm>
            </p:contentPart>
          </mc:Choice>
          <mc:Fallback>
            <p:pic>
              <p:nvPicPr>
                <p:cNvPr id="99" name="Ink 98">
                  <a:extLst>
                    <a:ext uri="{FF2B5EF4-FFF2-40B4-BE49-F238E27FC236}">
                      <a16:creationId xmlns:a16="http://schemas.microsoft.com/office/drawing/2014/main" id="{F96253B7-D90C-6E05-40D2-4E76DDE768B8}"/>
                    </a:ext>
                  </a:extLst>
                </p:cNvPr>
                <p:cNvPicPr/>
                <p:nvPr/>
              </p:nvPicPr>
              <p:blipFill>
                <a:blip r:embed="rId77"/>
                <a:stretch>
                  <a:fillRect/>
                </a:stretch>
              </p:blipFill>
              <p:spPr>
                <a:xfrm>
                  <a:off x="7900677" y="2729732"/>
                  <a:ext cx="14364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114" name="Ink 113">
                  <a:extLst>
                    <a:ext uri="{FF2B5EF4-FFF2-40B4-BE49-F238E27FC236}">
                      <a16:creationId xmlns:a16="http://schemas.microsoft.com/office/drawing/2014/main" id="{B46868FC-8E92-D288-85F1-9F3870412328}"/>
                    </a:ext>
                  </a:extLst>
                </p14:cNvPr>
                <p14:cNvContentPartPr/>
                <p14:nvPr/>
              </p14:nvContentPartPr>
              <p14:xfrm>
                <a:off x="6262317" y="2406092"/>
                <a:ext cx="408240" cy="432360"/>
              </p14:xfrm>
            </p:contentPart>
          </mc:Choice>
          <mc:Fallback>
            <p:pic>
              <p:nvPicPr>
                <p:cNvPr id="114" name="Ink 113">
                  <a:extLst>
                    <a:ext uri="{FF2B5EF4-FFF2-40B4-BE49-F238E27FC236}">
                      <a16:creationId xmlns:a16="http://schemas.microsoft.com/office/drawing/2014/main" id="{B46868FC-8E92-D288-85F1-9F3870412328}"/>
                    </a:ext>
                  </a:extLst>
                </p:cNvPr>
                <p:cNvPicPr/>
                <p:nvPr/>
              </p:nvPicPr>
              <p:blipFill>
                <a:blip r:embed="rId79"/>
                <a:stretch>
                  <a:fillRect/>
                </a:stretch>
              </p:blipFill>
              <p:spPr>
                <a:xfrm>
                  <a:off x="6253317" y="2397092"/>
                  <a:ext cx="425880" cy="4500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115" name="Ink 114">
                  <a:extLst>
                    <a:ext uri="{FF2B5EF4-FFF2-40B4-BE49-F238E27FC236}">
                      <a16:creationId xmlns:a16="http://schemas.microsoft.com/office/drawing/2014/main" id="{679AE334-D8D4-1FD3-9BDB-AEC8097BE7E1}"/>
                    </a:ext>
                  </a:extLst>
                </p14:cNvPr>
                <p14:cNvContentPartPr/>
                <p14:nvPr/>
              </p14:nvContentPartPr>
              <p14:xfrm>
                <a:off x="6709797" y="2482052"/>
                <a:ext cx="35640" cy="262440"/>
              </p14:xfrm>
            </p:contentPart>
          </mc:Choice>
          <mc:Fallback>
            <p:pic>
              <p:nvPicPr>
                <p:cNvPr id="115" name="Ink 114">
                  <a:extLst>
                    <a:ext uri="{FF2B5EF4-FFF2-40B4-BE49-F238E27FC236}">
                      <a16:creationId xmlns:a16="http://schemas.microsoft.com/office/drawing/2014/main" id="{679AE334-D8D4-1FD3-9BDB-AEC8097BE7E1}"/>
                    </a:ext>
                  </a:extLst>
                </p:cNvPr>
                <p:cNvPicPr/>
                <p:nvPr/>
              </p:nvPicPr>
              <p:blipFill>
                <a:blip r:embed="rId81"/>
                <a:stretch>
                  <a:fillRect/>
                </a:stretch>
              </p:blipFill>
              <p:spPr>
                <a:xfrm>
                  <a:off x="6701157" y="2473412"/>
                  <a:ext cx="53280" cy="2800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116" name="Ink 115">
                  <a:extLst>
                    <a:ext uri="{FF2B5EF4-FFF2-40B4-BE49-F238E27FC236}">
                      <a16:creationId xmlns:a16="http://schemas.microsoft.com/office/drawing/2014/main" id="{6523B956-92DC-2BC1-CF75-EB81B4F6712B}"/>
                    </a:ext>
                  </a:extLst>
                </p14:cNvPr>
                <p14:cNvContentPartPr/>
                <p14:nvPr/>
              </p14:nvContentPartPr>
              <p14:xfrm>
                <a:off x="6828237" y="2622092"/>
                <a:ext cx="328680" cy="333000"/>
              </p14:xfrm>
            </p:contentPart>
          </mc:Choice>
          <mc:Fallback>
            <p:pic>
              <p:nvPicPr>
                <p:cNvPr id="116" name="Ink 115">
                  <a:extLst>
                    <a:ext uri="{FF2B5EF4-FFF2-40B4-BE49-F238E27FC236}">
                      <a16:creationId xmlns:a16="http://schemas.microsoft.com/office/drawing/2014/main" id="{6523B956-92DC-2BC1-CF75-EB81B4F6712B}"/>
                    </a:ext>
                  </a:extLst>
                </p:cNvPr>
                <p:cNvPicPr/>
                <p:nvPr/>
              </p:nvPicPr>
              <p:blipFill>
                <a:blip r:embed="rId83"/>
                <a:stretch>
                  <a:fillRect/>
                </a:stretch>
              </p:blipFill>
              <p:spPr>
                <a:xfrm>
                  <a:off x="6819237" y="2613452"/>
                  <a:ext cx="346320" cy="3506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118" name="Ink 117">
                  <a:extLst>
                    <a:ext uri="{FF2B5EF4-FFF2-40B4-BE49-F238E27FC236}">
                      <a16:creationId xmlns:a16="http://schemas.microsoft.com/office/drawing/2014/main" id="{BCAFCDA3-5208-6B58-6768-4DB728D187C3}"/>
                    </a:ext>
                  </a:extLst>
                </p14:cNvPr>
                <p14:cNvContentPartPr/>
                <p14:nvPr/>
              </p14:nvContentPartPr>
              <p14:xfrm>
                <a:off x="7236117" y="2496092"/>
                <a:ext cx="500400" cy="319320"/>
              </p14:xfrm>
            </p:contentPart>
          </mc:Choice>
          <mc:Fallback>
            <p:pic>
              <p:nvPicPr>
                <p:cNvPr id="118" name="Ink 117">
                  <a:extLst>
                    <a:ext uri="{FF2B5EF4-FFF2-40B4-BE49-F238E27FC236}">
                      <a16:creationId xmlns:a16="http://schemas.microsoft.com/office/drawing/2014/main" id="{BCAFCDA3-5208-6B58-6768-4DB728D187C3}"/>
                    </a:ext>
                  </a:extLst>
                </p:cNvPr>
                <p:cNvPicPr/>
                <p:nvPr/>
              </p:nvPicPr>
              <p:blipFill>
                <a:blip r:embed="rId85"/>
                <a:stretch>
                  <a:fillRect/>
                </a:stretch>
              </p:blipFill>
              <p:spPr>
                <a:xfrm>
                  <a:off x="7227477" y="2487092"/>
                  <a:ext cx="518040" cy="3369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119" name="Ink 118">
                  <a:extLst>
                    <a:ext uri="{FF2B5EF4-FFF2-40B4-BE49-F238E27FC236}">
                      <a16:creationId xmlns:a16="http://schemas.microsoft.com/office/drawing/2014/main" id="{B37D0EE1-473D-BE02-1FB1-358E05B90325}"/>
                    </a:ext>
                  </a:extLst>
                </p14:cNvPr>
                <p14:cNvContentPartPr/>
                <p14:nvPr/>
              </p14:nvContentPartPr>
              <p14:xfrm>
                <a:off x="7729677" y="2622452"/>
                <a:ext cx="102960" cy="74880"/>
              </p14:xfrm>
            </p:contentPart>
          </mc:Choice>
          <mc:Fallback>
            <p:pic>
              <p:nvPicPr>
                <p:cNvPr id="119" name="Ink 118">
                  <a:extLst>
                    <a:ext uri="{FF2B5EF4-FFF2-40B4-BE49-F238E27FC236}">
                      <a16:creationId xmlns:a16="http://schemas.microsoft.com/office/drawing/2014/main" id="{B37D0EE1-473D-BE02-1FB1-358E05B90325}"/>
                    </a:ext>
                  </a:extLst>
                </p:cNvPr>
                <p:cNvPicPr/>
                <p:nvPr/>
              </p:nvPicPr>
              <p:blipFill>
                <a:blip r:embed="rId87"/>
                <a:stretch>
                  <a:fillRect/>
                </a:stretch>
              </p:blipFill>
              <p:spPr>
                <a:xfrm>
                  <a:off x="7720677" y="2613452"/>
                  <a:ext cx="120600" cy="925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124" name="Ink 123">
                  <a:extLst>
                    <a:ext uri="{FF2B5EF4-FFF2-40B4-BE49-F238E27FC236}">
                      <a16:creationId xmlns:a16="http://schemas.microsoft.com/office/drawing/2014/main" id="{0906CBC5-D36F-276F-29AA-2609473E9C7A}"/>
                    </a:ext>
                  </a:extLst>
                </p14:cNvPr>
                <p14:cNvContentPartPr/>
                <p14:nvPr/>
              </p14:nvContentPartPr>
              <p14:xfrm>
                <a:off x="7323597" y="3469532"/>
                <a:ext cx="28080" cy="16200"/>
              </p14:xfrm>
            </p:contentPart>
          </mc:Choice>
          <mc:Fallback>
            <p:pic>
              <p:nvPicPr>
                <p:cNvPr id="124" name="Ink 123">
                  <a:extLst>
                    <a:ext uri="{FF2B5EF4-FFF2-40B4-BE49-F238E27FC236}">
                      <a16:creationId xmlns:a16="http://schemas.microsoft.com/office/drawing/2014/main" id="{0906CBC5-D36F-276F-29AA-2609473E9C7A}"/>
                    </a:ext>
                  </a:extLst>
                </p:cNvPr>
                <p:cNvPicPr/>
                <p:nvPr/>
              </p:nvPicPr>
              <p:blipFill>
                <a:blip r:embed="rId89"/>
                <a:stretch>
                  <a:fillRect/>
                </a:stretch>
              </p:blipFill>
              <p:spPr>
                <a:xfrm>
                  <a:off x="7314597" y="3460892"/>
                  <a:ext cx="4572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125" name="Ink 124">
                  <a:extLst>
                    <a:ext uri="{FF2B5EF4-FFF2-40B4-BE49-F238E27FC236}">
                      <a16:creationId xmlns:a16="http://schemas.microsoft.com/office/drawing/2014/main" id="{017247DE-A358-A5C5-3C0A-DD7F0205C1CB}"/>
                    </a:ext>
                  </a:extLst>
                </p14:cNvPr>
                <p14:cNvContentPartPr/>
                <p14:nvPr/>
              </p14:nvContentPartPr>
              <p14:xfrm>
                <a:off x="7215957" y="3313652"/>
                <a:ext cx="319680" cy="303840"/>
              </p14:xfrm>
            </p:contentPart>
          </mc:Choice>
          <mc:Fallback>
            <p:pic>
              <p:nvPicPr>
                <p:cNvPr id="125" name="Ink 124">
                  <a:extLst>
                    <a:ext uri="{FF2B5EF4-FFF2-40B4-BE49-F238E27FC236}">
                      <a16:creationId xmlns:a16="http://schemas.microsoft.com/office/drawing/2014/main" id="{017247DE-A358-A5C5-3C0A-DD7F0205C1CB}"/>
                    </a:ext>
                  </a:extLst>
                </p:cNvPr>
                <p:cNvPicPr/>
                <p:nvPr/>
              </p:nvPicPr>
              <p:blipFill>
                <a:blip r:embed="rId91"/>
                <a:stretch>
                  <a:fillRect/>
                </a:stretch>
              </p:blipFill>
              <p:spPr>
                <a:xfrm>
                  <a:off x="7207317" y="3305012"/>
                  <a:ext cx="337320" cy="32148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127" name="Ink 126">
                  <a:extLst>
                    <a:ext uri="{FF2B5EF4-FFF2-40B4-BE49-F238E27FC236}">
                      <a16:creationId xmlns:a16="http://schemas.microsoft.com/office/drawing/2014/main" id="{6C00C6BA-0FEF-0211-42CC-5C93C389E08D}"/>
                    </a:ext>
                  </a:extLst>
                </p14:cNvPr>
                <p14:cNvContentPartPr/>
                <p14:nvPr/>
              </p14:nvContentPartPr>
              <p14:xfrm>
                <a:off x="3374757" y="3354332"/>
                <a:ext cx="3921840" cy="67320"/>
              </p14:xfrm>
            </p:contentPart>
          </mc:Choice>
          <mc:Fallback>
            <p:pic>
              <p:nvPicPr>
                <p:cNvPr id="127" name="Ink 126">
                  <a:extLst>
                    <a:ext uri="{FF2B5EF4-FFF2-40B4-BE49-F238E27FC236}">
                      <a16:creationId xmlns:a16="http://schemas.microsoft.com/office/drawing/2014/main" id="{6C00C6BA-0FEF-0211-42CC-5C93C389E08D}"/>
                    </a:ext>
                  </a:extLst>
                </p:cNvPr>
                <p:cNvPicPr/>
                <p:nvPr/>
              </p:nvPicPr>
              <p:blipFill>
                <a:blip r:embed="rId93"/>
                <a:stretch>
                  <a:fillRect/>
                </a:stretch>
              </p:blipFill>
              <p:spPr>
                <a:xfrm>
                  <a:off x="3365757" y="3345332"/>
                  <a:ext cx="3939480" cy="8496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128" name="Ink 127">
                  <a:extLst>
                    <a:ext uri="{FF2B5EF4-FFF2-40B4-BE49-F238E27FC236}">
                      <a16:creationId xmlns:a16="http://schemas.microsoft.com/office/drawing/2014/main" id="{261748EC-18D4-7EFC-7751-8A8663ABBEBD}"/>
                    </a:ext>
                  </a:extLst>
                </p14:cNvPr>
                <p14:cNvContentPartPr/>
                <p14:nvPr/>
              </p14:nvContentPartPr>
              <p14:xfrm>
                <a:off x="5033637" y="3278732"/>
                <a:ext cx="87480" cy="167760"/>
              </p14:xfrm>
            </p:contentPart>
          </mc:Choice>
          <mc:Fallback>
            <p:pic>
              <p:nvPicPr>
                <p:cNvPr id="128" name="Ink 127">
                  <a:extLst>
                    <a:ext uri="{FF2B5EF4-FFF2-40B4-BE49-F238E27FC236}">
                      <a16:creationId xmlns:a16="http://schemas.microsoft.com/office/drawing/2014/main" id="{261748EC-18D4-7EFC-7751-8A8663ABBEBD}"/>
                    </a:ext>
                  </a:extLst>
                </p:cNvPr>
                <p:cNvPicPr/>
                <p:nvPr/>
              </p:nvPicPr>
              <p:blipFill>
                <a:blip r:embed="rId95"/>
                <a:stretch>
                  <a:fillRect/>
                </a:stretch>
              </p:blipFill>
              <p:spPr>
                <a:xfrm>
                  <a:off x="5024997" y="3269732"/>
                  <a:ext cx="105120" cy="1854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129" name="Ink 128">
                  <a:extLst>
                    <a:ext uri="{FF2B5EF4-FFF2-40B4-BE49-F238E27FC236}">
                      <a16:creationId xmlns:a16="http://schemas.microsoft.com/office/drawing/2014/main" id="{B2E5C00D-80A2-6E89-D77E-0E799D85E1B6}"/>
                    </a:ext>
                  </a:extLst>
                </p14:cNvPr>
                <p14:cNvContentPartPr/>
                <p14:nvPr/>
              </p14:nvContentPartPr>
              <p14:xfrm>
                <a:off x="5293557" y="3298532"/>
                <a:ext cx="53640" cy="140400"/>
              </p14:xfrm>
            </p:contentPart>
          </mc:Choice>
          <mc:Fallback>
            <p:pic>
              <p:nvPicPr>
                <p:cNvPr id="129" name="Ink 128">
                  <a:extLst>
                    <a:ext uri="{FF2B5EF4-FFF2-40B4-BE49-F238E27FC236}">
                      <a16:creationId xmlns:a16="http://schemas.microsoft.com/office/drawing/2014/main" id="{B2E5C00D-80A2-6E89-D77E-0E799D85E1B6}"/>
                    </a:ext>
                  </a:extLst>
                </p:cNvPr>
                <p:cNvPicPr/>
                <p:nvPr/>
              </p:nvPicPr>
              <p:blipFill>
                <a:blip r:embed="rId97"/>
                <a:stretch>
                  <a:fillRect/>
                </a:stretch>
              </p:blipFill>
              <p:spPr>
                <a:xfrm>
                  <a:off x="5284557" y="3289532"/>
                  <a:ext cx="7128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3" name="Ink 2">
                  <a:extLst>
                    <a:ext uri="{FF2B5EF4-FFF2-40B4-BE49-F238E27FC236}">
                      <a16:creationId xmlns:a16="http://schemas.microsoft.com/office/drawing/2014/main" id="{606EB3BF-9108-BC0A-AA4C-9D06504290E2}"/>
                    </a:ext>
                  </a:extLst>
                </p14:cNvPr>
                <p14:cNvContentPartPr/>
                <p14:nvPr/>
              </p14:nvContentPartPr>
              <p14:xfrm>
                <a:off x="1427517" y="2162732"/>
                <a:ext cx="2265120" cy="1554480"/>
              </p14:xfrm>
            </p:contentPart>
          </mc:Choice>
          <mc:Fallback>
            <p:pic>
              <p:nvPicPr>
                <p:cNvPr id="3" name="Ink 2">
                  <a:extLst>
                    <a:ext uri="{FF2B5EF4-FFF2-40B4-BE49-F238E27FC236}">
                      <a16:creationId xmlns:a16="http://schemas.microsoft.com/office/drawing/2014/main" id="{606EB3BF-9108-BC0A-AA4C-9D06504290E2}"/>
                    </a:ext>
                  </a:extLst>
                </p:cNvPr>
                <p:cNvPicPr/>
                <p:nvPr/>
              </p:nvPicPr>
              <p:blipFill>
                <a:blip r:embed="rId99"/>
                <a:stretch>
                  <a:fillRect/>
                </a:stretch>
              </p:blipFill>
              <p:spPr>
                <a:xfrm>
                  <a:off x="1418517" y="2154092"/>
                  <a:ext cx="2282760" cy="15721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4" name="Ink 3">
                  <a:extLst>
                    <a:ext uri="{FF2B5EF4-FFF2-40B4-BE49-F238E27FC236}">
                      <a16:creationId xmlns:a16="http://schemas.microsoft.com/office/drawing/2014/main" id="{4302E6EB-F6B6-E0AB-DAC4-1B06CB0AFA19}"/>
                    </a:ext>
                  </a:extLst>
                </p14:cNvPr>
                <p14:cNvContentPartPr/>
                <p14:nvPr/>
              </p14:nvContentPartPr>
              <p14:xfrm>
                <a:off x="2264517" y="3697052"/>
                <a:ext cx="180360" cy="251280"/>
              </p14:xfrm>
            </p:contentPart>
          </mc:Choice>
          <mc:Fallback>
            <p:pic>
              <p:nvPicPr>
                <p:cNvPr id="4" name="Ink 3">
                  <a:extLst>
                    <a:ext uri="{FF2B5EF4-FFF2-40B4-BE49-F238E27FC236}">
                      <a16:creationId xmlns:a16="http://schemas.microsoft.com/office/drawing/2014/main" id="{4302E6EB-F6B6-E0AB-DAC4-1B06CB0AFA19}"/>
                    </a:ext>
                  </a:extLst>
                </p:cNvPr>
                <p:cNvPicPr/>
                <p:nvPr/>
              </p:nvPicPr>
              <p:blipFill>
                <a:blip r:embed="rId101"/>
                <a:stretch>
                  <a:fillRect/>
                </a:stretch>
              </p:blipFill>
              <p:spPr>
                <a:xfrm>
                  <a:off x="2255517" y="3688412"/>
                  <a:ext cx="198000" cy="2689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 name="Ink 4">
                  <a:extLst>
                    <a:ext uri="{FF2B5EF4-FFF2-40B4-BE49-F238E27FC236}">
                      <a16:creationId xmlns:a16="http://schemas.microsoft.com/office/drawing/2014/main" id="{7A2EFCB8-30E8-2A9A-5410-96ABB4AA1237}"/>
                    </a:ext>
                  </a:extLst>
                </p14:cNvPr>
                <p14:cNvContentPartPr/>
                <p14:nvPr/>
              </p14:nvContentPartPr>
              <p14:xfrm>
                <a:off x="2402757" y="3700292"/>
                <a:ext cx="278640" cy="253800"/>
              </p14:xfrm>
            </p:contentPart>
          </mc:Choice>
          <mc:Fallback>
            <p:pic>
              <p:nvPicPr>
                <p:cNvPr id="5" name="Ink 4">
                  <a:extLst>
                    <a:ext uri="{FF2B5EF4-FFF2-40B4-BE49-F238E27FC236}">
                      <a16:creationId xmlns:a16="http://schemas.microsoft.com/office/drawing/2014/main" id="{7A2EFCB8-30E8-2A9A-5410-96ABB4AA1237}"/>
                    </a:ext>
                  </a:extLst>
                </p:cNvPr>
                <p:cNvPicPr/>
                <p:nvPr/>
              </p:nvPicPr>
              <p:blipFill>
                <a:blip r:embed="rId103"/>
                <a:stretch>
                  <a:fillRect/>
                </a:stretch>
              </p:blipFill>
              <p:spPr>
                <a:xfrm>
                  <a:off x="2393757" y="3691652"/>
                  <a:ext cx="29628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34" name="Ink 33">
                  <a:extLst>
                    <a:ext uri="{FF2B5EF4-FFF2-40B4-BE49-F238E27FC236}">
                      <a16:creationId xmlns:a16="http://schemas.microsoft.com/office/drawing/2014/main" id="{49496040-5B16-DCD7-FC28-16730F7B14D8}"/>
                    </a:ext>
                  </a:extLst>
                </p14:cNvPr>
                <p14:cNvContentPartPr/>
                <p14:nvPr/>
              </p14:nvContentPartPr>
              <p14:xfrm>
                <a:off x="1656837" y="3464132"/>
                <a:ext cx="119520" cy="74520"/>
              </p14:xfrm>
            </p:contentPart>
          </mc:Choice>
          <mc:Fallback>
            <p:pic>
              <p:nvPicPr>
                <p:cNvPr id="34" name="Ink 33">
                  <a:extLst>
                    <a:ext uri="{FF2B5EF4-FFF2-40B4-BE49-F238E27FC236}">
                      <a16:creationId xmlns:a16="http://schemas.microsoft.com/office/drawing/2014/main" id="{49496040-5B16-DCD7-FC28-16730F7B14D8}"/>
                    </a:ext>
                  </a:extLst>
                </p:cNvPr>
                <p:cNvPicPr/>
                <p:nvPr/>
              </p:nvPicPr>
              <p:blipFill>
                <a:blip r:embed="rId105"/>
                <a:stretch>
                  <a:fillRect/>
                </a:stretch>
              </p:blipFill>
              <p:spPr>
                <a:xfrm>
                  <a:off x="1648197" y="3455492"/>
                  <a:ext cx="13716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35" name="Ink 34">
                  <a:extLst>
                    <a:ext uri="{FF2B5EF4-FFF2-40B4-BE49-F238E27FC236}">
                      <a16:creationId xmlns:a16="http://schemas.microsoft.com/office/drawing/2014/main" id="{E7C0148E-2E29-3597-CD66-EC341DC74DC8}"/>
                    </a:ext>
                  </a:extLst>
                </p14:cNvPr>
                <p14:cNvContentPartPr/>
                <p14:nvPr/>
              </p14:nvContentPartPr>
              <p14:xfrm>
                <a:off x="1621557" y="3452612"/>
                <a:ext cx="135360" cy="130320"/>
              </p14:xfrm>
            </p:contentPart>
          </mc:Choice>
          <mc:Fallback>
            <p:pic>
              <p:nvPicPr>
                <p:cNvPr id="35" name="Ink 34">
                  <a:extLst>
                    <a:ext uri="{FF2B5EF4-FFF2-40B4-BE49-F238E27FC236}">
                      <a16:creationId xmlns:a16="http://schemas.microsoft.com/office/drawing/2014/main" id="{E7C0148E-2E29-3597-CD66-EC341DC74DC8}"/>
                    </a:ext>
                  </a:extLst>
                </p:cNvPr>
                <p:cNvPicPr/>
                <p:nvPr/>
              </p:nvPicPr>
              <p:blipFill>
                <a:blip r:embed="rId107"/>
                <a:stretch>
                  <a:fillRect/>
                </a:stretch>
              </p:blipFill>
              <p:spPr>
                <a:xfrm>
                  <a:off x="1612557" y="3443612"/>
                  <a:ext cx="15300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36" name="Ink 35">
                  <a:extLst>
                    <a:ext uri="{FF2B5EF4-FFF2-40B4-BE49-F238E27FC236}">
                      <a16:creationId xmlns:a16="http://schemas.microsoft.com/office/drawing/2014/main" id="{51F28FDF-04AC-E511-8E8D-4BE1486BB6D9}"/>
                    </a:ext>
                  </a:extLst>
                </p14:cNvPr>
                <p14:cNvContentPartPr/>
                <p14:nvPr/>
              </p14:nvContentPartPr>
              <p14:xfrm>
                <a:off x="1545957" y="3403292"/>
                <a:ext cx="337680" cy="215280"/>
              </p14:xfrm>
            </p:contentPart>
          </mc:Choice>
          <mc:Fallback>
            <p:pic>
              <p:nvPicPr>
                <p:cNvPr id="36" name="Ink 35">
                  <a:extLst>
                    <a:ext uri="{FF2B5EF4-FFF2-40B4-BE49-F238E27FC236}">
                      <a16:creationId xmlns:a16="http://schemas.microsoft.com/office/drawing/2014/main" id="{51F28FDF-04AC-E511-8E8D-4BE1486BB6D9}"/>
                    </a:ext>
                  </a:extLst>
                </p:cNvPr>
                <p:cNvPicPr/>
                <p:nvPr/>
              </p:nvPicPr>
              <p:blipFill>
                <a:blip r:embed="rId109"/>
                <a:stretch>
                  <a:fillRect/>
                </a:stretch>
              </p:blipFill>
              <p:spPr>
                <a:xfrm>
                  <a:off x="1537317" y="3394292"/>
                  <a:ext cx="35532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50" name="Ink 49">
                  <a:extLst>
                    <a:ext uri="{FF2B5EF4-FFF2-40B4-BE49-F238E27FC236}">
                      <a16:creationId xmlns:a16="http://schemas.microsoft.com/office/drawing/2014/main" id="{4220C0B0-B992-B59B-678B-0FA52A77814F}"/>
                    </a:ext>
                  </a:extLst>
                </p14:cNvPr>
                <p14:cNvContentPartPr/>
                <p14:nvPr/>
              </p14:nvContentPartPr>
              <p14:xfrm>
                <a:off x="425637" y="2945732"/>
                <a:ext cx="364320" cy="385200"/>
              </p14:xfrm>
            </p:contentPart>
          </mc:Choice>
          <mc:Fallback>
            <p:pic>
              <p:nvPicPr>
                <p:cNvPr id="50" name="Ink 49">
                  <a:extLst>
                    <a:ext uri="{FF2B5EF4-FFF2-40B4-BE49-F238E27FC236}">
                      <a16:creationId xmlns:a16="http://schemas.microsoft.com/office/drawing/2014/main" id="{4220C0B0-B992-B59B-678B-0FA52A77814F}"/>
                    </a:ext>
                  </a:extLst>
                </p:cNvPr>
                <p:cNvPicPr/>
                <p:nvPr/>
              </p:nvPicPr>
              <p:blipFill>
                <a:blip r:embed="rId111"/>
                <a:stretch>
                  <a:fillRect/>
                </a:stretch>
              </p:blipFill>
              <p:spPr>
                <a:xfrm>
                  <a:off x="416997" y="2936732"/>
                  <a:ext cx="381960" cy="4028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51" name="Ink 50">
                  <a:extLst>
                    <a:ext uri="{FF2B5EF4-FFF2-40B4-BE49-F238E27FC236}">
                      <a16:creationId xmlns:a16="http://schemas.microsoft.com/office/drawing/2014/main" id="{FABAB3F7-0464-B00F-27D1-7438EEDB06EE}"/>
                    </a:ext>
                  </a:extLst>
                </p14:cNvPr>
                <p14:cNvContentPartPr/>
                <p14:nvPr/>
              </p14:nvContentPartPr>
              <p14:xfrm>
                <a:off x="423837" y="3368012"/>
                <a:ext cx="393840" cy="289440"/>
              </p14:xfrm>
            </p:contentPart>
          </mc:Choice>
          <mc:Fallback>
            <p:pic>
              <p:nvPicPr>
                <p:cNvPr id="51" name="Ink 50">
                  <a:extLst>
                    <a:ext uri="{FF2B5EF4-FFF2-40B4-BE49-F238E27FC236}">
                      <a16:creationId xmlns:a16="http://schemas.microsoft.com/office/drawing/2014/main" id="{FABAB3F7-0464-B00F-27D1-7438EEDB06EE}"/>
                    </a:ext>
                  </a:extLst>
                </p:cNvPr>
                <p:cNvPicPr/>
                <p:nvPr/>
              </p:nvPicPr>
              <p:blipFill>
                <a:blip r:embed="rId113"/>
                <a:stretch>
                  <a:fillRect/>
                </a:stretch>
              </p:blipFill>
              <p:spPr>
                <a:xfrm>
                  <a:off x="414837" y="3359012"/>
                  <a:ext cx="411480" cy="3070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52" name="Ink 51">
                  <a:extLst>
                    <a:ext uri="{FF2B5EF4-FFF2-40B4-BE49-F238E27FC236}">
                      <a16:creationId xmlns:a16="http://schemas.microsoft.com/office/drawing/2014/main" id="{452274CB-E98B-05D1-093C-76236A36B063}"/>
                    </a:ext>
                  </a:extLst>
                </p14:cNvPr>
                <p14:cNvContentPartPr/>
                <p14:nvPr/>
              </p14:nvContentPartPr>
              <p14:xfrm>
                <a:off x="1019277" y="3387812"/>
                <a:ext cx="355680" cy="26640"/>
              </p14:xfrm>
            </p:contentPart>
          </mc:Choice>
          <mc:Fallback>
            <p:pic>
              <p:nvPicPr>
                <p:cNvPr id="52" name="Ink 51">
                  <a:extLst>
                    <a:ext uri="{FF2B5EF4-FFF2-40B4-BE49-F238E27FC236}">
                      <a16:creationId xmlns:a16="http://schemas.microsoft.com/office/drawing/2014/main" id="{452274CB-E98B-05D1-093C-76236A36B063}"/>
                    </a:ext>
                  </a:extLst>
                </p:cNvPr>
                <p:cNvPicPr/>
                <p:nvPr/>
              </p:nvPicPr>
              <p:blipFill>
                <a:blip r:embed="rId115"/>
                <a:stretch>
                  <a:fillRect/>
                </a:stretch>
              </p:blipFill>
              <p:spPr>
                <a:xfrm>
                  <a:off x="1010637" y="3379172"/>
                  <a:ext cx="37332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53" name="Ink 52">
                  <a:extLst>
                    <a:ext uri="{FF2B5EF4-FFF2-40B4-BE49-F238E27FC236}">
                      <a16:creationId xmlns:a16="http://schemas.microsoft.com/office/drawing/2014/main" id="{E3120A1A-A456-C590-8F6E-017650B5302B}"/>
                    </a:ext>
                  </a:extLst>
                </p14:cNvPr>
                <p14:cNvContentPartPr/>
                <p14:nvPr/>
              </p14:nvContentPartPr>
              <p14:xfrm>
                <a:off x="1256157" y="3317252"/>
                <a:ext cx="76320" cy="153000"/>
              </p14:xfrm>
            </p:contentPart>
          </mc:Choice>
          <mc:Fallback>
            <p:pic>
              <p:nvPicPr>
                <p:cNvPr id="53" name="Ink 52">
                  <a:extLst>
                    <a:ext uri="{FF2B5EF4-FFF2-40B4-BE49-F238E27FC236}">
                      <a16:creationId xmlns:a16="http://schemas.microsoft.com/office/drawing/2014/main" id="{E3120A1A-A456-C590-8F6E-017650B5302B}"/>
                    </a:ext>
                  </a:extLst>
                </p:cNvPr>
                <p:cNvPicPr/>
                <p:nvPr/>
              </p:nvPicPr>
              <p:blipFill>
                <a:blip r:embed="rId117"/>
                <a:stretch>
                  <a:fillRect/>
                </a:stretch>
              </p:blipFill>
              <p:spPr>
                <a:xfrm>
                  <a:off x="1247517" y="3308252"/>
                  <a:ext cx="9396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121" name="Ink 120">
                  <a:extLst>
                    <a:ext uri="{FF2B5EF4-FFF2-40B4-BE49-F238E27FC236}">
                      <a16:creationId xmlns:a16="http://schemas.microsoft.com/office/drawing/2014/main" id="{BA588CA2-9C7E-DD7D-1D65-AB055660F8C9}"/>
                    </a:ext>
                  </a:extLst>
                </p14:cNvPr>
                <p14:cNvContentPartPr/>
                <p14:nvPr/>
              </p14:nvContentPartPr>
              <p14:xfrm>
                <a:off x="3163797" y="3419492"/>
                <a:ext cx="124560" cy="86040"/>
              </p14:xfrm>
            </p:contentPart>
          </mc:Choice>
          <mc:Fallback>
            <p:pic>
              <p:nvPicPr>
                <p:cNvPr id="121" name="Ink 120">
                  <a:extLst>
                    <a:ext uri="{FF2B5EF4-FFF2-40B4-BE49-F238E27FC236}">
                      <a16:creationId xmlns:a16="http://schemas.microsoft.com/office/drawing/2014/main" id="{BA588CA2-9C7E-DD7D-1D65-AB055660F8C9}"/>
                    </a:ext>
                  </a:extLst>
                </p:cNvPr>
                <p:cNvPicPr/>
                <p:nvPr/>
              </p:nvPicPr>
              <p:blipFill>
                <a:blip r:embed="rId119"/>
                <a:stretch>
                  <a:fillRect/>
                </a:stretch>
              </p:blipFill>
              <p:spPr>
                <a:xfrm>
                  <a:off x="3155157" y="3410852"/>
                  <a:ext cx="14220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122" name="Ink 121">
                  <a:extLst>
                    <a:ext uri="{FF2B5EF4-FFF2-40B4-BE49-F238E27FC236}">
                      <a16:creationId xmlns:a16="http://schemas.microsoft.com/office/drawing/2014/main" id="{F63DED62-8D36-ED2E-2C27-50DE00212E41}"/>
                    </a:ext>
                  </a:extLst>
                </p14:cNvPr>
                <p14:cNvContentPartPr/>
                <p14:nvPr/>
              </p14:nvContentPartPr>
              <p14:xfrm>
                <a:off x="3106917" y="3278372"/>
                <a:ext cx="299160" cy="280800"/>
              </p14:xfrm>
            </p:contentPart>
          </mc:Choice>
          <mc:Fallback>
            <p:pic>
              <p:nvPicPr>
                <p:cNvPr id="122" name="Ink 121">
                  <a:extLst>
                    <a:ext uri="{FF2B5EF4-FFF2-40B4-BE49-F238E27FC236}">
                      <a16:creationId xmlns:a16="http://schemas.microsoft.com/office/drawing/2014/main" id="{F63DED62-8D36-ED2E-2C27-50DE00212E41}"/>
                    </a:ext>
                  </a:extLst>
                </p:cNvPr>
                <p:cNvPicPr/>
                <p:nvPr/>
              </p:nvPicPr>
              <p:blipFill>
                <a:blip r:embed="rId121"/>
                <a:stretch>
                  <a:fillRect/>
                </a:stretch>
              </p:blipFill>
              <p:spPr>
                <a:xfrm>
                  <a:off x="3097917" y="3269732"/>
                  <a:ext cx="31680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131" name="Ink 130">
                  <a:extLst>
                    <a:ext uri="{FF2B5EF4-FFF2-40B4-BE49-F238E27FC236}">
                      <a16:creationId xmlns:a16="http://schemas.microsoft.com/office/drawing/2014/main" id="{2B3B7A0E-CE12-CF76-3A04-16E7067FE6B0}"/>
                    </a:ext>
                  </a:extLst>
                </p14:cNvPr>
                <p14:cNvContentPartPr/>
                <p14:nvPr/>
              </p14:nvContentPartPr>
              <p14:xfrm>
                <a:off x="2244717" y="3220412"/>
                <a:ext cx="222480" cy="16560"/>
              </p14:xfrm>
            </p:contentPart>
          </mc:Choice>
          <mc:Fallback>
            <p:pic>
              <p:nvPicPr>
                <p:cNvPr id="131" name="Ink 130">
                  <a:extLst>
                    <a:ext uri="{FF2B5EF4-FFF2-40B4-BE49-F238E27FC236}">
                      <a16:creationId xmlns:a16="http://schemas.microsoft.com/office/drawing/2014/main" id="{2B3B7A0E-CE12-CF76-3A04-16E7067FE6B0}"/>
                    </a:ext>
                  </a:extLst>
                </p:cNvPr>
                <p:cNvPicPr/>
                <p:nvPr/>
              </p:nvPicPr>
              <p:blipFill>
                <a:blip r:embed="rId123"/>
                <a:stretch>
                  <a:fillRect/>
                </a:stretch>
              </p:blipFill>
              <p:spPr>
                <a:xfrm>
                  <a:off x="2236077" y="3211412"/>
                  <a:ext cx="24012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32" name="Ink 131">
                  <a:extLst>
                    <a:ext uri="{FF2B5EF4-FFF2-40B4-BE49-F238E27FC236}">
                      <a16:creationId xmlns:a16="http://schemas.microsoft.com/office/drawing/2014/main" id="{3D57F261-09D4-A27A-076A-D780F633C178}"/>
                    </a:ext>
                  </a:extLst>
                </p14:cNvPr>
                <p14:cNvContentPartPr/>
                <p14:nvPr/>
              </p14:nvContentPartPr>
              <p14:xfrm>
                <a:off x="2288997" y="3249572"/>
                <a:ext cx="82440" cy="223920"/>
              </p14:xfrm>
            </p:contentPart>
          </mc:Choice>
          <mc:Fallback>
            <p:pic>
              <p:nvPicPr>
                <p:cNvPr id="132" name="Ink 131">
                  <a:extLst>
                    <a:ext uri="{FF2B5EF4-FFF2-40B4-BE49-F238E27FC236}">
                      <a16:creationId xmlns:a16="http://schemas.microsoft.com/office/drawing/2014/main" id="{3D57F261-09D4-A27A-076A-D780F633C178}"/>
                    </a:ext>
                  </a:extLst>
                </p:cNvPr>
                <p:cNvPicPr/>
                <p:nvPr/>
              </p:nvPicPr>
              <p:blipFill>
                <a:blip r:embed="rId125"/>
                <a:stretch>
                  <a:fillRect/>
                </a:stretch>
              </p:blipFill>
              <p:spPr>
                <a:xfrm>
                  <a:off x="2279997" y="3240932"/>
                  <a:ext cx="100080" cy="2415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33" name="Ink 132">
                  <a:extLst>
                    <a:ext uri="{FF2B5EF4-FFF2-40B4-BE49-F238E27FC236}">
                      <a16:creationId xmlns:a16="http://schemas.microsoft.com/office/drawing/2014/main" id="{50FA7F30-6576-0D73-8002-8D1FF2F2C109}"/>
                    </a:ext>
                  </a:extLst>
                </p14:cNvPr>
                <p14:cNvContentPartPr/>
                <p14:nvPr/>
              </p14:nvContentPartPr>
              <p14:xfrm>
                <a:off x="2453157" y="3341732"/>
                <a:ext cx="87480" cy="92520"/>
              </p14:xfrm>
            </p:contentPart>
          </mc:Choice>
          <mc:Fallback>
            <p:pic>
              <p:nvPicPr>
                <p:cNvPr id="133" name="Ink 132">
                  <a:extLst>
                    <a:ext uri="{FF2B5EF4-FFF2-40B4-BE49-F238E27FC236}">
                      <a16:creationId xmlns:a16="http://schemas.microsoft.com/office/drawing/2014/main" id="{50FA7F30-6576-0D73-8002-8D1FF2F2C109}"/>
                    </a:ext>
                  </a:extLst>
                </p:cNvPr>
                <p:cNvPicPr/>
                <p:nvPr/>
              </p:nvPicPr>
              <p:blipFill>
                <a:blip r:embed="rId127"/>
                <a:stretch>
                  <a:fillRect/>
                </a:stretch>
              </p:blipFill>
              <p:spPr>
                <a:xfrm>
                  <a:off x="2444517" y="3333092"/>
                  <a:ext cx="10512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134" name="Ink 133">
                  <a:extLst>
                    <a:ext uri="{FF2B5EF4-FFF2-40B4-BE49-F238E27FC236}">
                      <a16:creationId xmlns:a16="http://schemas.microsoft.com/office/drawing/2014/main" id="{ADECDB36-3E64-D6C1-F080-400FB32E3CF3}"/>
                    </a:ext>
                  </a:extLst>
                </p14:cNvPr>
                <p14:cNvContentPartPr/>
                <p14:nvPr/>
              </p14:nvContentPartPr>
              <p14:xfrm>
                <a:off x="2605077" y="3343532"/>
                <a:ext cx="91080" cy="96480"/>
              </p14:xfrm>
            </p:contentPart>
          </mc:Choice>
          <mc:Fallback>
            <p:pic>
              <p:nvPicPr>
                <p:cNvPr id="134" name="Ink 133">
                  <a:extLst>
                    <a:ext uri="{FF2B5EF4-FFF2-40B4-BE49-F238E27FC236}">
                      <a16:creationId xmlns:a16="http://schemas.microsoft.com/office/drawing/2014/main" id="{ADECDB36-3E64-D6C1-F080-400FB32E3CF3}"/>
                    </a:ext>
                  </a:extLst>
                </p:cNvPr>
                <p:cNvPicPr/>
                <p:nvPr/>
              </p:nvPicPr>
              <p:blipFill>
                <a:blip r:embed="rId129"/>
                <a:stretch>
                  <a:fillRect/>
                </a:stretch>
              </p:blipFill>
              <p:spPr>
                <a:xfrm>
                  <a:off x="2596437" y="3334892"/>
                  <a:ext cx="10872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135" name="Ink 134">
                  <a:extLst>
                    <a:ext uri="{FF2B5EF4-FFF2-40B4-BE49-F238E27FC236}">
                      <a16:creationId xmlns:a16="http://schemas.microsoft.com/office/drawing/2014/main" id="{4AE587E6-2E4A-1E6D-0FC9-06A428413776}"/>
                    </a:ext>
                  </a:extLst>
                </p14:cNvPr>
                <p14:cNvContentPartPr/>
                <p14:nvPr/>
              </p14:nvContentPartPr>
              <p14:xfrm>
                <a:off x="2772837" y="3272972"/>
                <a:ext cx="10800" cy="171360"/>
              </p14:xfrm>
            </p:contentPart>
          </mc:Choice>
          <mc:Fallback>
            <p:pic>
              <p:nvPicPr>
                <p:cNvPr id="135" name="Ink 134">
                  <a:extLst>
                    <a:ext uri="{FF2B5EF4-FFF2-40B4-BE49-F238E27FC236}">
                      <a16:creationId xmlns:a16="http://schemas.microsoft.com/office/drawing/2014/main" id="{4AE587E6-2E4A-1E6D-0FC9-06A428413776}"/>
                    </a:ext>
                  </a:extLst>
                </p:cNvPr>
                <p:cNvPicPr/>
                <p:nvPr/>
              </p:nvPicPr>
              <p:blipFill>
                <a:blip r:embed="rId131"/>
                <a:stretch>
                  <a:fillRect/>
                </a:stretch>
              </p:blipFill>
              <p:spPr>
                <a:xfrm>
                  <a:off x="2764197" y="3263972"/>
                  <a:ext cx="2844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136" name="Ink 135">
                  <a:extLst>
                    <a:ext uri="{FF2B5EF4-FFF2-40B4-BE49-F238E27FC236}">
                      <a16:creationId xmlns:a16="http://schemas.microsoft.com/office/drawing/2014/main" id="{2B147BB0-B3FC-7653-8C85-C8389E45C550}"/>
                    </a:ext>
                  </a:extLst>
                </p14:cNvPr>
                <p14:cNvContentPartPr/>
                <p14:nvPr/>
              </p14:nvContentPartPr>
              <p14:xfrm>
                <a:off x="2186037" y="3216812"/>
                <a:ext cx="235080" cy="324720"/>
              </p14:xfrm>
            </p:contentPart>
          </mc:Choice>
          <mc:Fallback>
            <p:pic>
              <p:nvPicPr>
                <p:cNvPr id="136" name="Ink 135">
                  <a:extLst>
                    <a:ext uri="{FF2B5EF4-FFF2-40B4-BE49-F238E27FC236}">
                      <a16:creationId xmlns:a16="http://schemas.microsoft.com/office/drawing/2014/main" id="{2B147BB0-B3FC-7653-8C85-C8389E45C550}"/>
                    </a:ext>
                  </a:extLst>
                </p:cNvPr>
                <p:cNvPicPr/>
                <p:nvPr/>
              </p:nvPicPr>
              <p:blipFill>
                <a:blip r:embed="rId133"/>
                <a:stretch>
                  <a:fillRect/>
                </a:stretch>
              </p:blipFill>
              <p:spPr>
                <a:xfrm>
                  <a:off x="2177037" y="3208172"/>
                  <a:ext cx="252720" cy="3423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137" name="Ink 136">
                  <a:extLst>
                    <a:ext uri="{FF2B5EF4-FFF2-40B4-BE49-F238E27FC236}">
                      <a16:creationId xmlns:a16="http://schemas.microsoft.com/office/drawing/2014/main" id="{53D29564-F80D-FC35-DFEE-F6616BD17106}"/>
                    </a:ext>
                  </a:extLst>
                </p14:cNvPr>
                <p14:cNvContentPartPr/>
                <p14:nvPr/>
              </p14:nvContentPartPr>
              <p14:xfrm>
                <a:off x="2821797" y="3157412"/>
                <a:ext cx="94680" cy="299880"/>
              </p14:xfrm>
            </p:contentPart>
          </mc:Choice>
          <mc:Fallback>
            <p:pic>
              <p:nvPicPr>
                <p:cNvPr id="137" name="Ink 136">
                  <a:extLst>
                    <a:ext uri="{FF2B5EF4-FFF2-40B4-BE49-F238E27FC236}">
                      <a16:creationId xmlns:a16="http://schemas.microsoft.com/office/drawing/2014/main" id="{53D29564-F80D-FC35-DFEE-F6616BD17106}"/>
                    </a:ext>
                  </a:extLst>
                </p:cNvPr>
                <p:cNvPicPr/>
                <p:nvPr/>
              </p:nvPicPr>
              <p:blipFill>
                <a:blip r:embed="rId135"/>
                <a:stretch>
                  <a:fillRect/>
                </a:stretch>
              </p:blipFill>
              <p:spPr>
                <a:xfrm>
                  <a:off x="2813157" y="3148772"/>
                  <a:ext cx="112320" cy="3175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139" name="Ink 138">
                  <a:extLst>
                    <a:ext uri="{FF2B5EF4-FFF2-40B4-BE49-F238E27FC236}">
                      <a16:creationId xmlns:a16="http://schemas.microsoft.com/office/drawing/2014/main" id="{333B7822-501F-A3BB-9A71-4FE55572FFD5}"/>
                    </a:ext>
                  </a:extLst>
                </p14:cNvPr>
                <p14:cNvContentPartPr/>
                <p14:nvPr/>
              </p14:nvContentPartPr>
              <p14:xfrm>
                <a:off x="2670957" y="3536852"/>
                <a:ext cx="164880" cy="828000"/>
              </p14:xfrm>
            </p:contentPart>
          </mc:Choice>
          <mc:Fallback>
            <p:pic>
              <p:nvPicPr>
                <p:cNvPr id="139" name="Ink 138">
                  <a:extLst>
                    <a:ext uri="{FF2B5EF4-FFF2-40B4-BE49-F238E27FC236}">
                      <a16:creationId xmlns:a16="http://schemas.microsoft.com/office/drawing/2014/main" id="{333B7822-501F-A3BB-9A71-4FE55572FFD5}"/>
                    </a:ext>
                  </a:extLst>
                </p:cNvPr>
                <p:cNvPicPr/>
                <p:nvPr/>
              </p:nvPicPr>
              <p:blipFill>
                <a:blip r:embed="rId137"/>
                <a:stretch>
                  <a:fillRect/>
                </a:stretch>
              </p:blipFill>
              <p:spPr>
                <a:xfrm>
                  <a:off x="2661957" y="3528212"/>
                  <a:ext cx="182520" cy="8456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140" name="Ink 139">
                  <a:extLst>
                    <a:ext uri="{FF2B5EF4-FFF2-40B4-BE49-F238E27FC236}">
                      <a16:creationId xmlns:a16="http://schemas.microsoft.com/office/drawing/2014/main" id="{44782592-B15D-E3B7-0707-1800E08A7D23}"/>
                    </a:ext>
                  </a:extLst>
                </p14:cNvPr>
                <p14:cNvContentPartPr/>
                <p14:nvPr/>
              </p14:nvContentPartPr>
              <p14:xfrm>
                <a:off x="2185317" y="4683452"/>
                <a:ext cx="173520" cy="151200"/>
              </p14:xfrm>
            </p:contentPart>
          </mc:Choice>
          <mc:Fallback>
            <p:pic>
              <p:nvPicPr>
                <p:cNvPr id="140" name="Ink 139">
                  <a:extLst>
                    <a:ext uri="{FF2B5EF4-FFF2-40B4-BE49-F238E27FC236}">
                      <a16:creationId xmlns:a16="http://schemas.microsoft.com/office/drawing/2014/main" id="{44782592-B15D-E3B7-0707-1800E08A7D23}"/>
                    </a:ext>
                  </a:extLst>
                </p:cNvPr>
                <p:cNvPicPr/>
                <p:nvPr/>
              </p:nvPicPr>
              <p:blipFill>
                <a:blip r:embed="rId139"/>
                <a:stretch>
                  <a:fillRect/>
                </a:stretch>
              </p:blipFill>
              <p:spPr>
                <a:xfrm>
                  <a:off x="2176317" y="4674812"/>
                  <a:ext cx="19116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141" name="Ink 140">
                  <a:extLst>
                    <a:ext uri="{FF2B5EF4-FFF2-40B4-BE49-F238E27FC236}">
                      <a16:creationId xmlns:a16="http://schemas.microsoft.com/office/drawing/2014/main" id="{7ADA50D8-D862-E909-9D6D-AF22F376B58F}"/>
                    </a:ext>
                  </a:extLst>
                </p14:cNvPr>
                <p14:cNvContentPartPr/>
                <p14:nvPr/>
              </p14:nvContentPartPr>
              <p14:xfrm>
                <a:off x="2446317" y="4498052"/>
                <a:ext cx="105480" cy="321840"/>
              </p14:xfrm>
            </p:contentPart>
          </mc:Choice>
          <mc:Fallback>
            <p:pic>
              <p:nvPicPr>
                <p:cNvPr id="141" name="Ink 140">
                  <a:extLst>
                    <a:ext uri="{FF2B5EF4-FFF2-40B4-BE49-F238E27FC236}">
                      <a16:creationId xmlns:a16="http://schemas.microsoft.com/office/drawing/2014/main" id="{7ADA50D8-D862-E909-9D6D-AF22F376B58F}"/>
                    </a:ext>
                  </a:extLst>
                </p:cNvPr>
                <p:cNvPicPr/>
                <p:nvPr/>
              </p:nvPicPr>
              <p:blipFill>
                <a:blip r:embed="rId141"/>
                <a:stretch>
                  <a:fillRect/>
                </a:stretch>
              </p:blipFill>
              <p:spPr>
                <a:xfrm>
                  <a:off x="2437677" y="4489412"/>
                  <a:ext cx="123120" cy="33948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42" name="Ink 141">
                  <a:extLst>
                    <a:ext uri="{FF2B5EF4-FFF2-40B4-BE49-F238E27FC236}">
                      <a16:creationId xmlns:a16="http://schemas.microsoft.com/office/drawing/2014/main" id="{3BEACE34-19D9-BD45-2E71-662F6890438F}"/>
                    </a:ext>
                  </a:extLst>
                </p14:cNvPr>
                <p14:cNvContentPartPr/>
                <p14:nvPr/>
              </p14:nvContentPartPr>
              <p14:xfrm>
                <a:off x="2424357" y="4710092"/>
                <a:ext cx="65880" cy="6840"/>
              </p14:xfrm>
            </p:contentPart>
          </mc:Choice>
          <mc:Fallback>
            <p:pic>
              <p:nvPicPr>
                <p:cNvPr id="142" name="Ink 141">
                  <a:extLst>
                    <a:ext uri="{FF2B5EF4-FFF2-40B4-BE49-F238E27FC236}">
                      <a16:creationId xmlns:a16="http://schemas.microsoft.com/office/drawing/2014/main" id="{3BEACE34-19D9-BD45-2E71-662F6890438F}"/>
                    </a:ext>
                  </a:extLst>
                </p:cNvPr>
                <p:cNvPicPr/>
                <p:nvPr/>
              </p:nvPicPr>
              <p:blipFill>
                <a:blip r:embed="rId143"/>
                <a:stretch>
                  <a:fillRect/>
                </a:stretch>
              </p:blipFill>
              <p:spPr>
                <a:xfrm>
                  <a:off x="2415357" y="4701452"/>
                  <a:ext cx="8352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143" name="Ink 142">
                  <a:extLst>
                    <a:ext uri="{FF2B5EF4-FFF2-40B4-BE49-F238E27FC236}">
                      <a16:creationId xmlns:a16="http://schemas.microsoft.com/office/drawing/2014/main" id="{25F7AA0D-78F2-C09F-61A8-425B74170A71}"/>
                    </a:ext>
                  </a:extLst>
                </p14:cNvPr>
                <p14:cNvContentPartPr/>
                <p14:nvPr/>
              </p14:nvContentPartPr>
              <p14:xfrm>
                <a:off x="2684637" y="4581572"/>
                <a:ext cx="228960" cy="226800"/>
              </p14:xfrm>
            </p:contentPart>
          </mc:Choice>
          <mc:Fallback>
            <p:pic>
              <p:nvPicPr>
                <p:cNvPr id="143" name="Ink 142">
                  <a:extLst>
                    <a:ext uri="{FF2B5EF4-FFF2-40B4-BE49-F238E27FC236}">
                      <a16:creationId xmlns:a16="http://schemas.microsoft.com/office/drawing/2014/main" id="{25F7AA0D-78F2-C09F-61A8-425B74170A71}"/>
                    </a:ext>
                  </a:extLst>
                </p:cNvPr>
                <p:cNvPicPr/>
                <p:nvPr/>
              </p:nvPicPr>
              <p:blipFill>
                <a:blip r:embed="rId145"/>
                <a:stretch>
                  <a:fillRect/>
                </a:stretch>
              </p:blipFill>
              <p:spPr>
                <a:xfrm>
                  <a:off x="2675997" y="4572572"/>
                  <a:ext cx="246600" cy="2444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44" name="Ink 143">
                  <a:extLst>
                    <a:ext uri="{FF2B5EF4-FFF2-40B4-BE49-F238E27FC236}">
                      <a16:creationId xmlns:a16="http://schemas.microsoft.com/office/drawing/2014/main" id="{DE9E5E88-005B-146C-247F-2AB19575B781}"/>
                    </a:ext>
                  </a:extLst>
                </p14:cNvPr>
                <p14:cNvContentPartPr/>
                <p14:nvPr/>
              </p14:nvContentPartPr>
              <p14:xfrm>
                <a:off x="2993157" y="4731332"/>
                <a:ext cx="25200" cy="56880"/>
              </p14:xfrm>
            </p:contentPart>
          </mc:Choice>
          <mc:Fallback>
            <p:pic>
              <p:nvPicPr>
                <p:cNvPr id="144" name="Ink 143">
                  <a:extLst>
                    <a:ext uri="{FF2B5EF4-FFF2-40B4-BE49-F238E27FC236}">
                      <a16:creationId xmlns:a16="http://schemas.microsoft.com/office/drawing/2014/main" id="{DE9E5E88-005B-146C-247F-2AB19575B781}"/>
                    </a:ext>
                  </a:extLst>
                </p:cNvPr>
                <p:cNvPicPr/>
                <p:nvPr/>
              </p:nvPicPr>
              <p:blipFill>
                <a:blip r:embed="rId147"/>
                <a:stretch>
                  <a:fillRect/>
                </a:stretch>
              </p:blipFill>
              <p:spPr>
                <a:xfrm>
                  <a:off x="2984157" y="4722692"/>
                  <a:ext cx="4284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45" name="Ink 144">
                  <a:extLst>
                    <a:ext uri="{FF2B5EF4-FFF2-40B4-BE49-F238E27FC236}">
                      <a16:creationId xmlns:a16="http://schemas.microsoft.com/office/drawing/2014/main" id="{B68E14C8-8DAD-8C14-6317-885A95175913}"/>
                    </a:ext>
                  </a:extLst>
                </p14:cNvPr>
                <p14:cNvContentPartPr/>
                <p14:nvPr/>
              </p14:nvContentPartPr>
              <p14:xfrm>
                <a:off x="3019797" y="4607132"/>
                <a:ext cx="6480" cy="24480"/>
              </p14:xfrm>
            </p:contentPart>
          </mc:Choice>
          <mc:Fallback>
            <p:pic>
              <p:nvPicPr>
                <p:cNvPr id="145" name="Ink 144">
                  <a:extLst>
                    <a:ext uri="{FF2B5EF4-FFF2-40B4-BE49-F238E27FC236}">
                      <a16:creationId xmlns:a16="http://schemas.microsoft.com/office/drawing/2014/main" id="{B68E14C8-8DAD-8C14-6317-885A95175913}"/>
                    </a:ext>
                  </a:extLst>
                </p:cNvPr>
                <p:cNvPicPr/>
                <p:nvPr/>
              </p:nvPicPr>
              <p:blipFill>
                <a:blip r:embed="rId149"/>
                <a:stretch>
                  <a:fillRect/>
                </a:stretch>
              </p:blipFill>
              <p:spPr>
                <a:xfrm>
                  <a:off x="3010797" y="4598132"/>
                  <a:ext cx="2412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48" name="Ink 147">
                  <a:extLst>
                    <a:ext uri="{FF2B5EF4-FFF2-40B4-BE49-F238E27FC236}">
                      <a16:creationId xmlns:a16="http://schemas.microsoft.com/office/drawing/2014/main" id="{702F93F3-03A8-9437-1005-7B857653013B}"/>
                    </a:ext>
                  </a:extLst>
                </p14:cNvPr>
                <p14:cNvContentPartPr/>
                <p14:nvPr/>
              </p14:nvContentPartPr>
              <p14:xfrm>
                <a:off x="4341357" y="3703172"/>
                <a:ext cx="180360" cy="167400"/>
              </p14:xfrm>
            </p:contentPart>
          </mc:Choice>
          <mc:Fallback>
            <p:pic>
              <p:nvPicPr>
                <p:cNvPr id="148" name="Ink 147">
                  <a:extLst>
                    <a:ext uri="{FF2B5EF4-FFF2-40B4-BE49-F238E27FC236}">
                      <a16:creationId xmlns:a16="http://schemas.microsoft.com/office/drawing/2014/main" id="{702F93F3-03A8-9437-1005-7B857653013B}"/>
                    </a:ext>
                  </a:extLst>
                </p:cNvPr>
                <p:cNvPicPr/>
                <p:nvPr/>
              </p:nvPicPr>
              <p:blipFill>
                <a:blip r:embed="rId151"/>
                <a:stretch>
                  <a:fillRect/>
                </a:stretch>
              </p:blipFill>
              <p:spPr>
                <a:xfrm>
                  <a:off x="4332357" y="3694172"/>
                  <a:ext cx="19800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49" name="Ink 148">
                  <a:extLst>
                    <a:ext uri="{FF2B5EF4-FFF2-40B4-BE49-F238E27FC236}">
                      <a16:creationId xmlns:a16="http://schemas.microsoft.com/office/drawing/2014/main" id="{B8D4E5DE-202D-2E93-35DC-FA2C1845C8E2}"/>
                    </a:ext>
                  </a:extLst>
                </p14:cNvPr>
                <p14:cNvContentPartPr/>
                <p14:nvPr/>
              </p14:nvContentPartPr>
              <p14:xfrm>
                <a:off x="4631157" y="3550172"/>
                <a:ext cx="123480" cy="296280"/>
              </p14:xfrm>
            </p:contentPart>
          </mc:Choice>
          <mc:Fallback>
            <p:pic>
              <p:nvPicPr>
                <p:cNvPr id="149" name="Ink 148">
                  <a:extLst>
                    <a:ext uri="{FF2B5EF4-FFF2-40B4-BE49-F238E27FC236}">
                      <a16:creationId xmlns:a16="http://schemas.microsoft.com/office/drawing/2014/main" id="{B8D4E5DE-202D-2E93-35DC-FA2C1845C8E2}"/>
                    </a:ext>
                  </a:extLst>
                </p:cNvPr>
                <p:cNvPicPr/>
                <p:nvPr/>
              </p:nvPicPr>
              <p:blipFill>
                <a:blip r:embed="rId153"/>
                <a:stretch>
                  <a:fillRect/>
                </a:stretch>
              </p:blipFill>
              <p:spPr>
                <a:xfrm>
                  <a:off x="4622157" y="3541172"/>
                  <a:ext cx="141120" cy="31392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50" name="Ink 149">
                  <a:extLst>
                    <a:ext uri="{FF2B5EF4-FFF2-40B4-BE49-F238E27FC236}">
                      <a16:creationId xmlns:a16="http://schemas.microsoft.com/office/drawing/2014/main" id="{4AFEF4A8-DA32-D534-9D7D-03C7C3E4B2CF}"/>
                    </a:ext>
                  </a:extLst>
                </p14:cNvPr>
                <p14:cNvContentPartPr/>
                <p14:nvPr/>
              </p14:nvContentPartPr>
              <p14:xfrm>
                <a:off x="4609917" y="3726932"/>
                <a:ext cx="88200" cy="8280"/>
              </p14:xfrm>
            </p:contentPart>
          </mc:Choice>
          <mc:Fallback>
            <p:pic>
              <p:nvPicPr>
                <p:cNvPr id="150" name="Ink 149">
                  <a:extLst>
                    <a:ext uri="{FF2B5EF4-FFF2-40B4-BE49-F238E27FC236}">
                      <a16:creationId xmlns:a16="http://schemas.microsoft.com/office/drawing/2014/main" id="{4AFEF4A8-DA32-D534-9D7D-03C7C3E4B2CF}"/>
                    </a:ext>
                  </a:extLst>
                </p:cNvPr>
                <p:cNvPicPr/>
                <p:nvPr/>
              </p:nvPicPr>
              <p:blipFill>
                <a:blip r:embed="rId155"/>
                <a:stretch>
                  <a:fillRect/>
                </a:stretch>
              </p:blipFill>
              <p:spPr>
                <a:xfrm>
                  <a:off x="4600917" y="3718292"/>
                  <a:ext cx="10584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51" name="Ink 150">
                  <a:extLst>
                    <a:ext uri="{FF2B5EF4-FFF2-40B4-BE49-F238E27FC236}">
                      <a16:creationId xmlns:a16="http://schemas.microsoft.com/office/drawing/2014/main" id="{96266E2F-C5C8-98ED-3EF2-14B23A410087}"/>
                    </a:ext>
                  </a:extLst>
                </p14:cNvPr>
                <p14:cNvContentPartPr/>
                <p14:nvPr/>
              </p14:nvContentPartPr>
              <p14:xfrm>
                <a:off x="4961997" y="3581492"/>
                <a:ext cx="95760" cy="263880"/>
              </p14:xfrm>
            </p:contentPart>
          </mc:Choice>
          <mc:Fallback>
            <p:pic>
              <p:nvPicPr>
                <p:cNvPr id="151" name="Ink 150">
                  <a:extLst>
                    <a:ext uri="{FF2B5EF4-FFF2-40B4-BE49-F238E27FC236}">
                      <a16:creationId xmlns:a16="http://schemas.microsoft.com/office/drawing/2014/main" id="{96266E2F-C5C8-98ED-3EF2-14B23A410087}"/>
                    </a:ext>
                  </a:extLst>
                </p:cNvPr>
                <p:cNvPicPr/>
                <p:nvPr/>
              </p:nvPicPr>
              <p:blipFill>
                <a:blip r:embed="rId157"/>
                <a:stretch>
                  <a:fillRect/>
                </a:stretch>
              </p:blipFill>
              <p:spPr>
                <a:xfrm>
                  <a:off x="4952997" y="3572852"/>
                  <a:ext cx="113400" cy="28152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52" name="Ink 151">
                  <a:extLst>
                    <a:ext uri="{FF2B5EF4-FFF2-40B4-BE49-F238E27FC236}">
                      <a16:creationId xmlns:a16="http://schemas.microsoft.com/office/drawing/2014/main" id="{47CDA1B5-915C-41DF-BB96-EC225FCF13CF}"/>
                    </a:ext>
                  </a:extLst>
                </p14:cNvPr>
                <p14:cNvContentPartPr/>
                <p14:nvPr/>
              </p14:nvContentPartPr>
              <p14:xfrm>
                <a:off x="5168997" y="3701372"/>
                <a:ext cx="82080" cy="133200"/>
              </p14:xfrm>
            </p:contentPart>
          </mc:Choice>
          <mc:Fallback>
            <p:pic>
              <p:nvPicPr>
                <p:cNvPr id="152" name="Ink 151">
                  <a:extLst>
                    <a:ext uri="{FF2B5EF4-FFF2-40B4-BE49-F238E27FC236}">
                      <a16:creationId xmlns:a16="http://schemas.microsoft.com/office/drawing/2014/main" id="{47CDA1B5-915C-41DF-BB96-EC225FCF13CF}"/>
                    </a:ext>
                  </a:extLst>
                </p:cNvPr>
                <p:cNvPicPr/>
                <p:nvPr/>
              </p:nvPicPr>
              <p:blipFill>
                <a:blip r:embed="rId159"/>
                <a:stretch>
                  <a:fillRect/>
                </a:stretch>
              </p:blipFill>
              <p:spPr>
                <a:xfrm>
                  <a:off x="5160357" y="3692372"/>
                  <a:ext cx="9972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53" name="Ink 152">
                  <a:extLst>
                    <a:ext uri="{FF2B5EF4-FFF2-40B4-BE49-F238E27FC236}">
                      <a16:creationId xmlns:a16="http://schemas.microsoft.com/office/drawing/2014/main" id="{4D567D91-67BA-776D-3CA1-8D6E48308FE0}"/>
                    </a:ext>
                  </a:extLst>
                </p14:cNvPr>
                <p14:cNvContentPartPr/>
                <p14:nvPr/>
              </p14:nvContentPartPr>
              <p14:xfrm>
                <a:off x="5302197" y="3710732"/>
                <a:ext cx="113040" cy="304560"/>
              </p14:xfrm>
            </p:contentPart>
          </mc:Choice>
          <mc:Fallback>
            <p:pic>
              <p:nvPicPr>
                <p:cNvPr id="153" name="Ink 152">
                  <a:extLst>
                    <a:ext uri="{FF2B5EF4-FFF2-40B4-BE49-F238E27FC236}">
                      <a16:creationId xmlns:a16="http://schemas.microsoft.com/office/drawing/2014/main" id="{4D567D91-67BA-776D-3CA1-8D6E48308FE0}"/>
                    </a:ext>
                  </a:extLst>
                </p:cNvPr>
                <p:cNvPicPr/>
                <p:nvPr/>
              </p:nvPicPr>
              <p:blipFill>
                <a:blip r:embed="rId161"/>
                <a:stretch>
                  <a:fillRect/>
                </a:stretch>
              </p:blipFill>
              <p:spPr>
                <a:xfrm>
                  <a:off x="5293557" y="3701732"/>
                  <a:ext cx="130680" cy="3222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54" name="Ink 153">
                  <a:extLst>
                    <a:ext uri="{FF2B5EF4-FFF2-40B4-BE49-F238E27FC236}">
                      <a16:creationId xmlns:a16="http://schemas.microsoft.com/office/drawing/2014/main" id="{2991E27C-704D-CA64-CC47-6B2023E627E2}"/>
                    </a:ext>
                  </a:extLst>
                </p14:cNvPr>
                <p14:cNvContentPartPr/>
                <p14:nvPr/>
              </p14:nvContentPartPr>
              <p14:xfrm>
                <a:off x="5459877" y="3704612"/>
                <a:ext cx="24120" cy="113040"/>
              </p14:xfrm>
            </p:contentPart>
          </mc:Choice>
          <mc:Fallback>
            <p:pic>
              <p:nvPicPr>
                <p:cNvPr id="154" name="Ink 153">
                  <a:extLst>
                    <a:ext uri="{FF2B5EF4-FFF2-40B4-BE49-F238E27FC236}">
                      <a16:creationId xmlns:a16="http://schemas.microsoft.com/office/drawing/2014/main" id="{2991E27C-704D-CA64-CC47-6B2023E627E2}"/>
                    </a:ext>
                  </a:extLst>
                </p:cNvPr>
                <p:cNvPicPr/>
                <p:nvPr/>
              </p:nvPicPr>
              <p:blipFill>
                <a:blip r:embed="rId163"/>
                <a:stretch>
                  <a:fillRect/>
                </a:stretch>
              </p:blipFill>
              <p:spPr>
                <a:xfrm>
                  <a:off x="5450877" y="3695612"/>
                  <a:ext cx="41760" cy="13068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55" name="Ink 154">
                  <a:extLst>
                    <a:ext uri="{FF2B5EF4-FFF2-40B4-BE49-F238E27FC236}">
                      <a16:creationId xmlns:a16="http://schemas.microsoft.com/office/drawing/2014/main" id="{DD2D02A0-7629-FE30-E34D-1FCB1DE1322D}"/>
                    </a:ext>
                  </a:extLst>
                </p14:cNvPr>
                <p14:cNvContentPartPr/>
                <p14:nvPr/>
              </p14:nvContentPartPr>
              <p14:xfrm>
                <a:off x="5472837" y="3600572"/>
                <a:ext cx="20160" cy="18000"/>
              </p14:xfrm>
            </p:contentPart>
          </mc:Choice>
          <mc:Fallback>
            <p:pic>
              <p:nvPicPr>
                <p:cNvPr id="155" name="Ink 154">
                  <a:extLst>
                    <a:ext uri="{FF2B5EF4-FFF2-40B4-BE49-F238E27FC236}">
                      <a16:creationId xmlns:a16="http://schemas.microsoft.com/office/drawing/2014/main" id="{DD2D02A0-7629-FE30-E34D-1FCB1DE1322D}"/>
                    </a:ext>
                  </a:extLst>
                </p:cNvPr>
                <p:cNvPicPr/>
                <p:nvPr/>
              </p:nvPicPr>
              <p:blipFill>
                <a:blip r:embed="rId165"/>
                <a:stretch>
                  <a:fillRect/>
                </a:stretch>
              </p:blipFill>
              <p:spPr>
                <a:xfrm>
                  <a:off x="5464197" y="3591572"/>
                  <a:ext cx="3780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56" name="Ink 155">
                  <a:extLst>
                    <a:ext uri="{FF2B5EF4-FFF2-40B4-BE49-F238E27FC236}">
                      <a16:creationId xmlns:a16="http://schemas.microsoft.com/office/drawing/2014/main" id="{4037F0EB-E91E-FA41-F5C6-4515C1900BB3}"/>
                    </a:ext>
                  </a:extLst>
                </p14:cNvPr>
                <p14:cNvContentPartPr/>
                <p14:nvPr/>
              </p14:nvContentPartPr>
              <p14:xfrm>
                <a:off x="5525757" y="3698492"/>
                <a:ext cx="136440" cy="138240"/>
              </p14:xfrm>
            </p:contentPart>
          </mc:Choice>
          <mc:Fallback>
            <p:pic>
              <p:nvPicPr>
                <p:cNvPr id="156" name="Ink 155">
                  <a:extLst>
                    <a:ext uri="{FF2B5EF4-FFF2-40B4-BE49-F238E27FC236}">
                      <a16:creationId xmlns:a16="http://schemas.microsoft.com/office/drawing/2014/main" id="{4037F0EB-E91E-FA41-F5C6-4515C1900BB3}"/>
                    </a:ext>
                  </a:extLst>
                </p:cNvPr>
                <p:cNvPicPr/>
                <p:nvPr/>
              </p:nvPicPr>
              <p:blipFill>
                <a:blip r:embed="rId167"/>
                <a:stretch>
                  <a:fillRect/>
                </a:stretch>
              </p:blipFill>
              <p:spPr>
                <a:xfrm>
                  <a:off x="5516757" y="3689492"/>
                  <a:ext cx="15408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58" name="Ink 157">
                  <a:extLst>
                    <a:ext uri="{FF2B5EF4-FFF2-40B4-BE49-F238E27FC236}">
                      <a16:creationId xmlns:a16="http://schemas.microsoft.com/office/drawing/2014/main" id="{9078C7B0-D57B-85F1-7A80-795D3683E67D}"/>
                    </a:ext>
                  </a:extLst>
                </p14:cNvPr>
                <p14:cNvContentPartPr/>
                <p14:nvPr/>
              </p14:nvContentPartPr>
              <p14:xfrm>
                <a:off x="3926997" y="3696332"/>
                <a:ext cx="46440" cy="181440"/>
              </p14:xfrm>
            </p:contentPart>
          </mc:Choice>
          <mc:Fallback>
            <p:pic>
              <p:nvPicPr>
                <p:cNvPr id="158" name="Ink 157">
                  <a:extLst>
                    <a:ext uri="{FF2B5EF4-FFF2-40B4-BE49-F238E27FC236}">
                      <a16:creationId xmlns:a16="http://schemas.microsoft.com/office/drawing/2014/main" id="{9078C7B0-D57B-85F1-7A80-795D3683E67D}"/>
                    </a:ext>
                  </a:extLst>
                </p:cNvPr>
                <p:cNvPicPr/>
                <p:nvPr/>
              </p:nvPicPr>
              <p:blipFill>
                <a:blip r:embed="rId169"/>
                <a:stretch>
                  <a:fillRect/>
                </a:stretch>
              </p:blipFill>
              <p:spPr>
                <a:xfrm>
                  <a:off x="3917997" y="3687332"/>
                  <a:ext cx="64080" cy="1990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59" name="Ink 158">
                  <a:extLst>
                    <a:ext uri="{FF2B5EF4-FFF2-40B4-BE49-F238E27FC236}">
                      <a16:creationId xmlns:a16="http://schemas.microsoft.com/office/drawing/2014/main" id="{BBC25B44-5F1A-9B9C-C583-A1BBC05ACE8D}"/>
                    </a:ext>
                  </a:extLst>
                </p14:cNvPr>
                <p14:cNvContentPartPr/>
                <p14:nvPr/>
              </p14:nvContentPartPr>
              <p14:xfrm>
                <a:off x="3808197" y="3606332"/>
                <a:ext cx="359640" cy="355680"/>
              </p14:xfrm>
            </p:contentPart>
          </mc:Choice>
          <mc:Fallback>
            <p:pic>
              <p:nvPicPr>
                <p:cNvPr id="159" name="Ink 158">
                  <a:extLst>
                    <a:ext uri="{FF2B5EF4-FFF2-40B4-BE49-F238E27FC236}">
                      <a16:creationId xmlns:a16="http://schemas.microsoft.com/office/drawing/2014/main" id="{BBC25B44-5F1A-9B9C-C583-A1BBC05ACE8D}"/>
                    </a:ext>
                  </a:extLst>
                </p:cNvPr>
                <p:cNvPicPr/>
                <p:nvPr/>
              </p:nvPicPr>
              <p:blipFill>
                <a:blip r:embed="rId171"/>
                <a:stretch>
                  <a:fillRect/>
                </a:stretch>
              </p:blipFill>
              <p:spPr>
                <a:xfrm>
                  <a:off x="3799197" y="3597332"/>
                  <a:ext cx="377280" cy="37332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8" name="Ink 7">
                  <a:extLst>
                    <a:ext uri="{FF2B5EF4-FFF2-40B4-BE49-F238E27FC236}">
                      <a16:creationId xmlns:a16="http://schemas.microsoft.com/office/drawing/2014/main" id="{F700FF12-E20C-7766-1291-F00D99FD323A}"/>
                    </a:ext>
                  </a:extLst>
                </p14:cNvPr>
                <p14:cNvContentPartPr/>
                <p14:nvPr/>
              </p14:nvContentPartPr>
              <p14:xfrm>
                <a:off x="1542357" y="1789772"/>
                <a:ext cx="10440" cy="19440"/>
              </p14:xfrm>
            </p:contentPart>
          </mc:Choice>
          <mc:Fallback>
            <p:pic>
              <p:nvPicPr>
                <p:cNvPr id="8" name="Ink 7">
                  <a:extLst>
                    <a:ext uri="{FF2B5EF4-FFF2-40B4-BE49-F238E27FC236}">
                      <a16:creationId xmlns:a16="http://schemas.microsoft.com/office/drawing/2014/main" id="{F700FF12-E20C-7766-1291-F00D99FD323A}"/>
                    </a:ext>
                  </a:extLst>
                </p:cNvPr>
                <p:cNvPicPr/>
                <p:nvPr/>
              </p:nvPicPr>
              <p:blipFill>
                <a:blip r:embed="rId173"/>
                <a:stretch>
                  <a:fillRect/>
                </a:stretch>
              </p:blipFill>
              <p:spPr>
                <a:xfrm>
                  <a:off x="1533717" y="1780772"/>
                  <a:ext cx="2808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7" name="Ink 6">
                  <a:extLst>
                    <a:ext uri="{FF2B5EF4-FFF2-40B4-BE49-F238E27FC236}">
                      <a16:creationId xmlns:a16="http://schemas.microsoft.com/office/drawing/2014/main" id="{CA6777BE-1C31-6E4A-27E6-C956BE576EAF}"/>
                    </a:ext>
                  </a:extLst>
                </p14:cNvPr>
                <p14:cNvContentPartPr/>
                <p14:nvPr/>
              </p14:nvContentPartPr>
              <p14:xfrm>
                <a:off x="1470717" y="1966532"/>
                <a:ext cx="112320" cy="131760"/>
              </p14:xfrm>
            </p:contentPart>
          </mc:Choice>
          <mc:Fallback>
            <p:pic>
              <p:nvPicPr>
                <p:cNvPr id="7" name="Ink 6">
                  <a:extLst>
                    <a:ext uri="{FF2B5EF4-FFF2-40B4-BE49-F238E27FC236}">
                      <a16:creationId xmlns:a16="http://schemas.microsoft.com/office/drawing/2014/main" id="{CA6777BE-1C31-6E4A-27E6-C956BE576EAF}"/>
                    </a:ext>
                  </a:extLst>
                </p:cNvPr>
                <p:cNvPicPr/>
                <p:nvPr/>
              </p:nvPicPr>
              <p:blipFill>
                <a:blip r:embed="rId175"/>
                <a:stretch>
                  <a:fillRect/>
                </a:stretch>
              </p:blipFill>
              <p:spPr>
                <a:xfrm>
                  <a:off x="1461717" y="1957892"/>
                  <a:ext cx="129960" cy="1494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9" name="Ink 8">
                  <a:extLst>
                    <a:ext uri="{FF2B5EF4-FFF2-40B4-BE49-F238E27FC236}">
                      <a16:creationId xmlns:a16="http://schemas.microsoft.com/office/drawing/2014/main" id="{91336477-81BE-B714-B710-61259576ACDB}"/>
                    </a:ext>
                  </a:extLst>
                </p14:cNvPr>
                <p14:cNvContentPartPr/>
                <p14:nvPr/>
              </p14:nvContentPartPr>
              <p14:xfrm>
                <a:off x="1624797" y="1960412"/>
                <a:ext cx="125640" cy="153000"/>
              </p14:xfrm>
            </p:contentPart>
          </mc:Choice>
          <mc:Fallback>
            <p:pic>
              <p:nvPicPr>
                <p:cNvPr id="9" name="Ink 8">
                  <a:extLst>
                    <a:ext uri="{FF2B5EF4-FFF2-40B4-BE49-F238E27FC236}">
                      <a16:creationId xmlns:a16="http://schemas.microsoft.com/office/drawing/2014/main" id="{91336477-81BE-B714-B710-61259576ACDB}"/>
                    </a:ext>
                  </a:extLst>
                </p:cNvPr>
                <p:cNvPicPr/>
                <p:nvPr/>
              </p:nvPicPr>
              <p:blipFill>
                <a:blip r:embed="rId177"/>
                <a:stretch>
                  <a:fillRect/>
                </a:stretch>
              </p:blipFill>
              <p:spPr>
                <a:xfrm>
                  <a:off x="1615797" y="1951412"/>
                  <a:ext cx="14328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 name="Ink 9">
                  <a:extLst>
                    <a:ext uri="{FF2B5EF4-FFF2-40B4-BE49-F238E27FC236}">
                      <a16:creationId xmlns:a16="http://schemas.microsoft.com/office/drawing/2014/main" id="{91236E49-11BD-989E-DD48-EBBB0C4BC3ED}"/>
                    </a:ext>
                  </a:extLst>
                </p14:cNvPr>
                <p14:cNvContentPartPr/>
                <p14:nvPr/>
              </p14:nvContentPartPr>
              <p14:xfrm>
                <a:off x="1821717" y="1926932"/>
                <a:ext cx="27360" cy="159120"/>
              </p14:xfrm>
            </p:contentPart>
          </mc:Choice>
          <mc:Fallback>
            <p:pic>
              <p:nvPicPr>
                <p:cNvPr id="10" name="Ink 9">
                  <a:extLst>
                    <a:ext uri="{FF2B5EF4-FFF2-40B4-BE49-F238E27FC236}">
                      <a16:creationId xmlns:a16="http://schemas.microsoft.com/office/drawing/2014/main" id="{91236E49-11BD-989E-DD48-EBBB0C4BC3ED}"/>
                    </a:ext>
                  </a:extLst>
                </p:cNvPr>
                <p:cNvPicPr/>
                <p:nvPr/>
              </p:nvPicPr>
              <p:blipFill>
                <a:blip r:embed="rId179"/>
                <a:stretch>
                  <a:fillRect/>
                </a:stretch>
              </p:blipFill>
              <p:spPr>
                <a:xfrm>
                  <a:off x="1812717" y="1917932"/>
                  <a:ext cx="45000" cy="17676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 name="Ink 10">
                  <a:extLst>
                    <a:ext uri="{FF2B5EF4-FFF2-40B4-BE49-F238E27FC236}">
                      <a16:creationId xmlns:a16="http://schemas.microsoft.com/office/drawing/2014/main" id="{860E5CF4-2F0E-5E45-9ED0-D748B2086C96}"/>
                    </a:ext>
                  </a:extLst>
                </p14:cNvPr>
                <p14:cNvContentPartPr/>
                <p14:nvPr/>
              </p14:nvContentPartPr>
              <p14:xfrm>
                <a:off x="1794357" y="2006132"/>
                <a:ext cx="77760" cy="13680"/>
              </p14:xfrm>
            </p:contentPart>
          </mc:Choice>
          <mc:Fallback>
            <p:pic>
              <p:nvPicPr>
                <p:cNvPr id="11" name="Ink 10">
                  <a:extLst>
                    <a:ext uri="{FF2B5EF4-FFF2-40B4-BE49-F238E27FC236}">
                      <a16:creationId xmlns:a16="http://schemas.microsoft.com/office/drawing/2014/main" id="{860E5CF4-2F0E-5E45-9ED0-D748B2086C96}"/>
                    </a:ext>
                  </a:extLst>
                </p:cNvPr>
                <p:cNvPicPr/>
                <p:nvPr/>
              </p:nvPicPr>
              <p:blipFill>
                <a:blip r:embed="rId181"/>
                <a:stretch>
                  <a:fillRect/>
                </a:stretch>
              </p:blipFill>
              <p:spPr>
                <a:xfrm>
                  <a:off x="1785717" y="1997132"/>
                  <a:ext cx="9540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38" name="Ink 37">
                  <a:extLst>
                    <a:ext uri="{FF2B5EF4-FFF2-40B4-BE49-F238E27FC236}">
                      <a16:creationId xmlns:a16="http://schemas.microsoft.com/office/drawing/2014/main" id="{BB57F0B5-5BE4-FBE3-1FC3-96A7A569C8EA}"/>
                    </a:ext>
                  </a:extLst>
                </p14:cNvPr>
                <p14:cNvContentPartPr/>
                <p14:nvPr/>
              </p14:nvContentPartPr>
              <p14:xfrm>
                <a:off x="1696797" y="2690492"/>
                <a:ext cx="20520" cy="230040"/>
              </p14:xfrm>
            </p:contentPart>
          </mc:Choice>
          <mc:Fallback>
            <p:pic>
              <p:nvPicPr>
                <p:cNvPr id="38" name="Ink 37">
                  <a:extLst>
                    <a:ext uri="{FF2B5EF4-FFF2-40B4-BE49-F238E27FC236}">
                      <a16:creationId xmlns:a16="http://schemas.microsoft.com/office/drawing/2014/main" id="{BB57F0B5-5BE4-FBE3-1FC3-96A7A569C8EA}"/>
                    </a:ext>
                  </a:extLst>
                </p:cNvPr>
                <p:cNvPicPr/>
                <p:nvPr/>
              </p:nvPicPr>
              <p:blipFill>
                <a:blip r:embed="rId183"/>
                <a:stretch>
                  <a:fillRect/>
                </a:stretch>
              </p:blipFill>
              <p:spPr>
                <a:xfrm>
                  <a:off x="1687797" y="2681852"/>
                  <a:ext cx="38160" cy="24768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39" name="Ink 38">
                  <a:extLst>
                    <a:ext uri="{FF2B5EF4-FFF2-40B4-BE49-F238E27FC236}">
                      <a16:creationId xmlns:a16="http://schemas.microsoft.com/office/drawing/2014/main" id="{67BD01C3-A7F2-8BFC-A6C7-8F91815D3343}"/>
                    </a:ext>
                  </a:extLst>
                </p14:cNvPr>
                <p14:cNvContentPartPr/>
                <p14:nvPr/>
              </p14:nvContentPartPr>
              <p14:xfrm>
                <a:off x="1684917" y="2587172"/>
                <a:ext cx="71280" cy="182520"/>
              </p14:xfrm>
            </p:contentPart>
          </mc:Choice>
          <mc:Fallback>
            <p:pic>
              <p:nvPicPr>
                <p:cNvPr id="39" name="Ink 38">
                  <a:extLst>
                    <a:ext uri="{FF2B5EF4-FFF2-40B4-BE49-F238E27FC236}">
                      <a16:creationId xmlns:a16="http://schemas.microsoft.com/office/drawing/2014/main" id="{67BD01C3-A7F2-8BFC-A6C7-8F91815D3343}"/>
                    </a:ext>
                  </a:extLst>
                </p:cNvPr>
                <p:cNvPicPr/>
                <p:nvPr/>
              </p:nvPicPr>
              <p:blipFill>
                <a:blip r:embed="rId185"/>
                <a:stretch>
                  <a:fillRect/>
                </a:stretch>
              </p:blipFill>
              <p:spPr>
                <a:xfrm>
                  <a:off x="1676277" y="2578172"/>
                  <a:ext cx="8892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40" name="Ink 39">
                  <a:extLst>
                    <a:ext uri="{FF2B5EF4-FFF2-40B4-BE49-F238E27FC236}">
                      <a16:creationId xmlns:a16="http://schemas.microsoft.com/office/drawing/2014/main" id="{A87126DD-5EDC-3BFA-B636-507A0EBA50C9}"/>
                    </a:ext>
                  </a:extLst>
                </p14:cNvPr>
                <p14:cNvContentPartPr/>
                <p14:nvPr/>
              </p14:nvContentPartPr>
              <p14:xfrm>
                <a:off x="1742517" y="2798492"/>
                <a:ext cx="72000" cy="80280"/>
              </p14:xfrm>
            </p:contentPart>
          </mc:Choice>
          <mc:Fallback>
            <p:pic>
              <p:nvPicPr>
                <p:cNvPr id="40" name="Ink 39">
                  <a:extLst>
                    <a:ext uri="{FF2B5EF4-FFF2-40B4-BE49-F238E27FC236}">
                      <a16:creationId xmlns:a16="http://schemas.microsoft.com/office/drawing/2014/main" id="{A87126DD-5EDC-3BFA-B636-507A0EBA50C9}"/>
                    </a:ext>
                  </a:extLst>
                </p:cNvPr>
                <p:cNvPicPr/>
                <p:nvPr/>
              </p:nvPicPr>
              <p:blipFill>
                <a:blip r:embed="rId187"/>
                <a:stretch>
                  <a:fillRect/>
                </a:stretch>
              </p:blipFill>
              <p:spPr>
                <a:xfrm>
                  <a:off x="1733877" y="2789492"/>
                  <a:ext cx="8964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41" name="Ink 40">
                  <a:extLst>
                    <a:ext uri="{FF2B5EF4-FFF2-40B4-BE49-F238E27FC236}">
                      <a16:creationId xmlns:a16="http://schemas.microsoft.com/office/drawing/2014/main" id="{78D2B371-0E55-027A-921D-86263DAE0552}"/>
                    </a:ext>
                  </a:extLst>
                </p14:cNvPr>
                <p14:cNvContentPartPr/>
                <p14:nvPr/>
              </p14:nvContentPartPr>
              <p14:xfrm>
                <a:off x="1888677" y="2796692"/>
                <a:ext cx="164880" cy="182880"/>
              </p14:xfrm>
            </p:contentPart>
          </mc:Choice>
          <mc:Fallback>
            <p:pic>
              <p:nvPicPr>
                <p:cNvPr id="41" name="Ink 40">
                  <a:extLst>
                    <a:ext uri="{FF2B5EF4-FFF2-40B4-BE49-F238E27FC236}">
                      <a16:creationId xmlns:a16="http://schemas.microsoft.com/office/drawing/2014/main" id="{78D2B371-0E55-027A-921D-86263DAE0552}"/>
                    </a:ext>
                  </a:extLst>
                </p:cNvPr>
                <p:cNvPicPr/>
                <p:nvPr/>
              </p:nvPicPr>
              <p:blipFill>
                <a:blip r:embed="rId189"/>
                <a:stretch>
                  <a:fillRect/>
                </a:stretch>
              </p:blipFill>
              <p:spPr>
                <a:xfrm>
                  <a:off x="1880037" y="2788052"/>
                  <a:ext cx="18252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42" name="Ink 41">
                  <a:extLst>
                    <a:ext uri="{FF2B5EF4-FFF2-40B4-BE49-F238E27FC236}">
                      <a16:creationId xmlns:a16="http://schemas.microsoft.com/office/drawing/2014/main" id="{FFD3504F-B373-6057-4164-78637BD5DA86}"/>
                    </a:ext>
                  </a:extLst>
                </p14:cNvPr>
                <p14:cNvContentPartPr/>
                <p14:nvPr/>
              </p14:nvContentPartPr>
              <p14:xfrm>
                <a:off x="2006397" y="2723972"/>
                <a:ext cx="18720" cy="6120"/>
              </p14:xfrm>
            </p:contentPart>
          </mc:Choice>
          <mc:Fallback>
            <p:pic>
              <p:nvPicPr>
                <p:cNvPr id="42" name="Ink 41">
                  <a:extLst>
                    <a:ext uri="{FF2B5EF4-FFF2-40B4-BE49-F238E27FC236}">
                      <a16:creationId xmlns:a16="http://schemas.microsoft.com/office/drawing/2014/main" id="{FFD3504F-B373-6057-4164-78637BD5DA86}"/>
                    </a:ext>
                  </a:extLst>
                </p:cNvPr>
                <p:cNvPicPr/>
                <p:nvPr/>
              </p:nvPicPr>
              <p:blipFill>
                <a:blip r:embed="rId191"/>
                <a:stretch>
                  <a:fillRect/>
                </a:stretch>
              </p:blipFill>
              <p:spPr>
                <a:xfrm>
                  <a:off x="1997397" y="2715332"/>
                  <a:ext cx="3636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43" name="Ink 42">
                  <a:extLst>
                    <a:ext uri="{FF2B5EF4-FFF2-40B4-BE49-F238E27FC236}">
                      <a16:creationId xmlns:a16="http://schemas.microsoft.com/office/drawing/2014/main" id="{A035C774-BEDE-B6C1-5485-784F02351663}"/>
                    </a:ext>
                  </a:extLst>
                </p14:cNvPr>
                <p14:cNvContentPartPr/>
                <p14:nvPr/>
              </p14:nvContentPartPr>
              <p14:xfrm>
                <a:off x="2106477" y="2777612"/>
                <a:ext cx="111600" cy="115920"/>
              </p14:xfrm>
            </p:contentPart>
          </mc:Choice>
          <mc:Fallback>
            <p:pic>
              <p:nvPicPr>
                <p:cNvPr id="43" name="Ink 42">
                  <a:extLst>
                    <a:ext uri="{FF2B5EF4-FFF2-40B4-BE49-F238E27FC236}">
                      <a16:creationId xmlns:a16="http://schemas.microsoft.com/office/drawing/2014/main" id="{A035C774-BEDE-B6C1-5485-784F02351663}"/>
                    </a:ext>
                  </a:extLst>
                </p:cNvPr>
                <p:cNvPicPr/>
                <p:nvPr/>
              </p:nvPicPr>
              <p:blipFill>
                <a:blip r:embed="rId193"/>
                <a:stretch>
                  <a:fillRect/>
                </a:stretch>
              </p:blipFill>
              <p:spPr>
                <a:xfrm>
                  <a:off x="2097477" y="2768612"/>
                  <a:ext cx="12924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44" name="Ink 43">
                  <a:extLst>
                    <a:ext uri="{FF2B5EF4-FFF2-40B4-BE49-F238E27FC236}">
                      <a16:creationId xmlns:a16="http://schemas.microsoft.com/office/drawing/2014/main" id="{83AC665B-9F14-DF2C-EDE1-383C533A6F18}"/>
                    </a:ext>
                  </a:extLst>
                </p14:cNvPr>
                <p14:cNvContentPartPr/>
                <p14:nvPr/>
              </p14:nvContentPartPr>
              <p14:xfrm>
                <a:off x="2296197" y="2648732"/>
                <a:ext cx="172440" cy="231840"/>
              </p14:xfrm>
            </p:contentPart>
          </mc:Choice>
          <mc:Fallback>
            <p:pic>
              <p:nvPicPr>
                <p:cNvPr id="44" name="Ink 43">
                  <a:extLst>
                    <a:ext uri="{FF2B5EF4-FFF2-40B4-BE49-F238E27FC236}">
                      <a16:creationId xmlns:a16="http://schemas.microsoft.com/office/drawing/2014/main" id="{83AC665B-9F14-DF2C-EDE1-383C533A6F18}"/>
                    </a:ext>
                  </a:extLst>
                </p:cNvPr>
                <p:cNvPicPr/>
                <p:nvPr/>
              </p:nvPicPr>
              <p:blipFill>
                <a:blip r:embed="rId195"/>
                <a:stretch>
                  <a:fillRect/>
                </a:stretch>
              </p:blipFill>
              <p:spPr>
                <a:xfrm>
                  <a:off x="2287197" y="2639732"/>
                  <a:ext cx="190080" cy="2494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45" name="Ink 44">
                  <a:extLst>
                    <a:ext uri="{FF2B5EF4-FFF2-40B4-BE49-F238E27FC236}">
                      <a16:creationId xmlns:a16="http://schemas.microsoft.com/office/drawing/2014/main" id="{BCA0BB5B-38FD-F8EE-8E05-B01974E436CF}"/>
                    </a:ext>
                  </a:extLst>
                </p14:cNvPr>
                <p14:cNvContentPartPr/>
                <p14:nvPr/>
              </p14:nvContentPartPr>
              <p14:xfrm>
                <a:off x="2461797" y="2756012"/>
                <a:ext cx="81360" cy="52920"/>
              </p14:xfrm>
            </p:contentPart>
          </mc:Choice>
          <mc:Fallback>
            <p:pic>
              <p:nvPicPr>
                <p:cNvPr id="45" name="Ink 44">
                  <a:extLst>
                    <a:ext uri="{FF2B5EF4-FFF2-40B4-BE49-F238E27FC236}">
                      <a16:creationId xmlns:a16="http://schemas.microsoft.com/office/drawing/2014/main" id="{BCA0BB5B-38FD-F8EE-8E05-B01974E436CF}"/>
                    </a:ext>
                  </a:extLst>
                </p:cNvPr>
                <p:cNvPicPr/>
                <p:nvPr/>
              </p:nvPicPr>
              <p:blipFill>
                <a:blip r:embed="rId197"/>
                <a:stretch>
                  <a:fillRect/>
                </a:stretch>
              </p:blipFill>
              <p:spPr>
                <a:xfrm>
                  <a:off x="2452797" y="2747372"/>
                  <a:ext cx="9900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46" name="Ink 45">
                  <a:extLst>
                    <a:ext uri="{FF2B5EF4-FFF2-40B4-BE49-F238E27FC236}">
                      <a16:creationId xmlns:a16="http://schemas.microsoft.com/office/drawing/2014/main" id="{9C0F5B93-4EC3-A638-1E1F-D062819158B0}"/>
                    </a:ext>
                  </a:extLst>
                </p14:cNvPr>
                <p14:cNvContentPartPr/>
                <p14:nvPr/>
              </p14:nvContentPartPr>
              <p14:xfrm>
                <a:off x="1574037" y="2506532"/>
                <a:ext cx="57600" cy="462600"/>
              </p14:xfrm>
            </p:contentPart>
          </mc:Choice>
          <mc:Fallback>
            <p:pic>
              <p:nvPicPr>
                <p:cNvPr id="46" name="Ink 45">
                  <a:extLst>
                    <a:ext uri="{FF2B5EF4-FFF2-40B4-BE49-F238E27FC236}">
                      <a16:creationId xmlns:a16="http://schemas.microsoft.com/office/drawing/2014/main" id="{9C0F5B93-4EC3-A638-1E1F-D062819158B0}"/>
                    </a:ext>
                  </a:extLst>
                </p:cNvPr>
                <p:cNvPicPr/>
                <p:nvPr/>
              </p:nvPicPr>
              <p:blipFill>
                <a:blip r:embed="rId199"/>
                <a:stretch>
                  <a:fillRect/>
                </a:stretch>
              </p:blipFill>
              <p:spPr>
                <a:xfrm>
                  <a:off x="1565397" y="2497532"/>
                  <a:ext cx="75240" cy="48024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47" name="Ink 46">
                  <a:extLst>
                    <a:ext uri="{FF2B5EF4-FFF2-40B4-BE49-F238E27FC236}">
                      <a16:creationId xmlns:a16="http://schemas.microsoft.com/office/drawing/2014/main" id="{215BF848-A094-5AAD-B1EF-83A090892C78}"/>
                    </a:ext>
                  </a:extLst>
                </p14:cNvPr>
                <p14:cNvContentPartPr/>
                <p14:nvPr/>
              </p14:nvContentPartPr>
              <p14:xfrm>
                <a:off x="1611477" y="2966612"/>
                <a:ext cx="1041120" cy="27360"/>
              </p14:xfrm>
            </p:contentPart>
          </mc:Choice>
          <mc:Fallback>
            <p:pic>
              <p:nvPicPr>
                <p:cNvPr id="47" name="Ink 46">
                  <a:extLst>
                    <a:ext uri="{FF2B5EF4-FFF2-40B4-BE49-F238E27FC236}">
                      <a16:creationId xmlns:a16="http://schemas.microsoft.com/office/drawing/2014/main" id="{215BF848-A094-5AAD-B1EF-83A090892C78}"/>
                    </a:ext>
                  </a:extLst>
                </p:cNvPr>
                <p:cNvPicPr/>
                <p:nvPr/>
              </p:nvPicPr>
              <p:blipFill>
                <a:blip r:embed="rId201"/>
                <a:stretch>
                  <a:fillRect/>
                </a:stretch>
              </p:blipFill>
              <p:spPr>
                <a:xfrm>
                  <a:off x="1602837" y="2957612"/>
                  <a:ext cx="105876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48" name="Ink 47">
                  <a:extLst>
                    <a:ext uri="{FF2B5EF4-FFF2-40B4-BE49-F238E27FC236}">
                      <a16:creationId xmlns:a16="http://schemas.microsoft.com/office/drawing/2014/main" id="{42F8B0D4-6476-3A9C-8AFD-A77DFB715F47}"/>
                    </a:ext>
                  </a:extLst>
                </p14:cNvPr>
                <p14:cNvContentPartPr/>
                <p14:nvPr/>
              </p14:nvContentPartPr>
              <p14:xfrm>
                <a:off x="1637397" y="2500772"/>
                <a:ext cx="1106280" cy="404280"/>
              </p14:xfrm>
            </p:contentPart>
          </mc:Choice>
          <mc:Fallback>
            <p:pic>
              <p:nvPicPr>
                <p:cNvPr id="48" name="Ink 47">
                  <a:extLst>
                    <a:ext uri="{FF2B5EF4-FFF2-40B4-BE49-F238E27FC236}">
                      <a16:creationId xmlns:a16="http://schemas.microsoft.com/office/drawing/2014/main" id="{42F8B0D4-6476-3A9C-8AFD-A77DFB715F47}"/>
                    </a:ext>
                  </a:extLst>
                </p:cNvPr>
                <p:cNvPicPr/>
                <p:nvPr/>
              </p:nvPicPr>
              <p:blipFill>
                <a:blip r:embed="rId203"/>
                <a:stretch>
                  <a:fillRect/>
                </a:stretch>
              </p:blipFill>
              <p:spPr>
                <a:xfrm>
                  <a:off x="1628757" y="2491772"/>
                  <a:ext cx="1123920" cy="42192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61" name="Ink 160">
                  <a:extLst>
                    <a:ext uri="{FF2B5EF4-FFF2-40B4-BE49-F238E27FC236}">
                      <a16:creationId xmlns:a16="http://schemas.microsoft.com/office/drawing/2014/main" id="{279E1879-CACA-648F-989F-E4ABF5C427F4}"/>
                    </a:ext>
                  </a:extLst>
                </p14:cNvPr>
                <p14:cNvContentPartPr/>
                <p14:nvPr/>
              </p14:nvContentPartPr>
              <p14:xfrm>
                <a:off x="2282517" y="1719572"/>
                <a:ext cx="158400" cy="859680"/>
              </p14:xfrm>
            </p:contentPart>
          </mc:Choice>
          <mc:Fallback>
            <p:pic>
              <p:nvPicPr>
                <p:cNvPr id="161" name="Ink 160">
                  <a:extLst>
                    <a:ext uri="{FF2B5EF4-FFF2-40B4-BE49-F238E27FC236}">
                      <a16:creationId xmlns:a16="http://schemas.microsoft.com/office/drawing/2014/main" id="{279E1879-CACA-648F-989F-E4ABF5C427F4}"/>
                    </a:ext>
                  </a:extLst>
                </p:cNvPr>
                <p:cNvPicPr/>
                <p:nvPr/>
              </p:nvPicPr>
              <p:blipFill>
                <a:blip r:embed="rId205"/>
                <a:stretch>
                  <a:fillRect/>
                </a:stretch>
              </p:blipFill>
              <p:spPr>
                <a:xfrm>
                  <a:off x="2273877" y="1710572"/>
                  <a:ext cx="176040" cy="8773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62" name="Ink 161">
                  <a:extLst>
                    <a:ext uri="{FF2B5EF4-FFF2-40B4-BE49-F238E27FC236}">
                      <a16:creationId xmlns:a16="http://schemas.microsoft.com/office/drawing/2014/main" id="{4625013D-DACE-809C-8089-746A9D5B6ADA}"/>
                    </a:ext>
                  </a:extLst>
                </p14:cNvPr>
                <p14:cNvContentPartPr/>
                <p14:nvPr/>
              </p14:nvContentPartPr>
              <p14:xfrm>
                <a:off x="1834317" y="1467572"/>
                <a:ext cx="169560" cy="198000"/>
              </p14:xfrm>
            </p:contentPart>
          </mc:Choice>
          <mc:Fallback>
            <p:pic>
              <p:nvPicPr>
                <p:cNvPr id="162" name="Ink 161">
                  <a:extLst>
                    <a:ext uri="{FF2B5EF4-FFF2-40B4-BE49-F238E27FC236}">
                      <a16:creationId xmlns:a16="http://schemas.microsoft.com/office/drawing/2014/main" id="{4625013D-DACE-809C-8089-746A9D5B6ADA}"/>
                    </a:ext>
                  </a:extLst>
                </p:cNvPr>
                <p:cNvPicPr/>
                <p:nvPr/>
              </p:nvPicPr>
              <p:blipFill>
                <a:blip r:embed="rId207"/>
                <a:stretch>
                  <a:fillRect/>
                </a:stretch>
              </p:blipFill>
              <p:spPr>
                <a:xfrm>
                  <a:off x="1825677" y="1458932"/>
                  <a:ext cx="187200" cy="21564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63" name="Ink 162">
                  <a:extLst>
                    <a:ext uri="{FF2B5EF4-FFF2-40B4-BE49-F238E27FC236}">
                      <a16:creationId xmlns:a16="http://schemas.microsoft.com/office/drawing/2014/main" id="{EEEBE0A9-2D0D-C5F2-6D63-0BFD78107EFF}"/>
                    </a:ext>
                  </a:extLst>
                </p14:cNvPr>
                <p14:cNvContentPartPr/>
                <p14:nvPr/>
              </p14:nvContentPartPr>
              <p14:xfrm>
                <a:off x="1757277" y="1382972"/>
                <a:ext cx="416520" cy="342000"/>
              </p14:xfrm>
            </p:contentPart>
          </mc:Choice>
          <mc:Fallback>
            <p:pic>
              <p:nvPicPr>
                <p:cNvPr id="163" name="Ink 162">
                  <a:extLst>
                    <a:ext uri="{FF2B5EF4-FFF2-40B4-BE49-F238E27FC236}">
                      <a16:creationId xmlns:a16="http://schemas.microsoft.com/office/drawing/2014/main" id="{EEEBE0A9-2D0D-C5F2-6D63-0BFD78107EFF}"/>
                    </a:ext>
                  </a:extLst>
                </p:cNvPr>
                <p:cNvPicPr/>
                <p:nvPr/>
              </p:nvPicPr>
              <p:blipFill>
                <a:blip r:embed="rId209"/>
                <a:stretch>
                  <a:fillRect/>
                </a:stretch>
              </p:blipFill>
              <p:spPr>
                <a:xfrm>
                  <a:off x="1748637" y="1373972"/>
                  <a:ext cx="434160" cy="3596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64" name="Ink 163">
                  <a:extLst>
                    <a:ext uri="{FF2B5EF4-FFF2-40B4-BE49-F238E27FC236}">
                      <a16:creationId xmlns:a16="http://schemas.microsoft.com/office/drawing/2014/main" id="{F0EB1872-E461-AC77-CC30-EFB28D6910F1}"/>
                    </a:ext>
                  </a:extLst>
                </p14:cNvPr>
                <p14:cNvContentPartPr/>
                <p14:nvPr/>
              </p14:nvContentPartPr>
              <p14:xfrm>
                <a:off x="2296917" y="1438412"/>
                <a:ext cx="212760" cy="158760"/>
              </p14:xfrm>
            </p:contentPart>
          </mc:Choice>
          <mc:Fallback>
            <p:pic>
              <p:nvPicPr>
                <p:cNvPr id="164" name="Ink 163">
                  <a:extLst>
                    <a:ext uri="{FF2B5EF4-FFF2-40B4-BE49-F238E27FC236}">
                      <a16:creationId xmlns:a16="http://schemas.microsoft.com/office/drawing/2014/main" id="{F0EB1872-E461-AC77-CC30-EFB28D6910F1}"/>
                    </a:ext>
                  </a:extLst>
                </p:cNvPr>
                <p:cNvPicPr/>
                <p:nvPr/>
              </p:nvPicPr>
              <p:blipFill>
                <a:blip r:embed="rId211"/>
                <a:stretch>
                  <a:fillRect/>
                </a:stretch>
              </p:blipFill>
              <p:spPr>
                <a:xfrm>
                  <a:off x="2288277" y="1429772"/>
                  <a:ext cx="23040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65" name="Ink 164">
                  <a:extLst>
                    <a:ext uri="{FF2B5EF4-FFF2-40B4-BE49-F238E27FC236}">
                      <a16:creationId xmlns:a16="http://schemas.microsoft.com/office/drawing/2014/main" id="{458E4B6A-777A-DC5E-6C97-5A61BCB06A49}"/>
                    </a:ext>
                  </a:extLst>
                </p14:cNvPr>
                <p14:cNvContentPartPr/>
                <p14:nvPr/>
              </p14:nvContentPartPr>
              <p14:xfrm>
                <a:off x="2584917" y="1458932"/>
                <a:ext cx="153000" cy="107280"/>
              </p14:xfrm>
            </p:contentPart>
          </mc:Choice>
          <mc:Fallback>
            <p:pic>
              <p:nvPicPr>
                <p:cNvPr id="165" name="Ink 164">
                  <a:extLst>
                    <a:ext uri="{FF2B5EF4-FFF2-40B4-BE49-F238E27FC236}">
                      <a16:creationId xmlns:a16="http://schemas.microsoft.com/office/drawing/2014/main" id="{458E4B6A-777A-DC5E-6C97-5A61BCB06A49}"/>
                    </a:ext>
                  </a:extLst>
                </p:cNvPr>
                <p:cNvPicPr/>
                <p:nvPr/>
              </p:nvPicPr>
              <p:blipFill>
                <a:blip r:embed="rId213"/>
                <a:stretch>
                  <a:fillRect/>
                </a:stretch>
              </p:blipFill>
              <p:spPr>
                <a:xfrm>
                  <a:off x="2575917" y="1450292"/>
                  <a:ext cx="17064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66" name="Ink 165">
                  <a:extLst>
                    <a:ext uri="{FF2B5EF4-FFF2-40B4-BE49-F238E27FC236}">
                      <a16:creationId xmlns:a16="http://schemas.microsoft.com/office/drawing/2014/main" id="{317B0991-836E-BA28-0642-3C5C47B59576}"/>
                    </a:ext>
                  </a:extLst>
                </p14:cNvPr>
                <p14:cNvContentPartPr/>
                <p14:nvPr/>
              </p14:nvContentPartPr>
              <p14:xfrm>
                <a:off x="2808117" y="1423292"/>
                <a:ext cx="115200" cy="114840"/>
              </p14:xfrm>
            </p:contentPart>
          </mc:Choice>
          <mc:Fallback>
            <p:pic>
              <p:nvPicPr>
                <p:cNvPr id="166" name="Ink 165">
                  <a:extLst>
                    <a:ext uri="{FF2B5EF4-FFF2-40B4-BE49-F238E27FC236}">
                      <a16:creationId xmlns:a16="http://schemas.microsoft.com/office/drawing/2014/main" id="{317B0991-836E-BA28-0642-3C5C47B59576}"/>
                    </a:ext>
                  </a:extLst>
                </p:cNvPr>
                <p:cNvPicPr/>
                <p:nvPr/>
              </p:nvPicPr>
              <p:blipFill>
                <a:blip r:embed="rId215"/>
                <a:stretch>
                  <a:fillRect/>
                </a:stretch>
              </p:blipFill>
              <p:spPr>
                <a:xfrm>
                  <a:off x="2799477" y="1414652"/>
                  <a:ext cx="13284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67" name="Ink 166">
                  <a:extLst>
                    <a:ext uri="{FF2B5EF4-FFF2-40B4-BE49-F238E27FC236}">
                      <a16:creationId xmlns:a16="http://schemas.microsoft.com/office/drawing/2014/main" id="{6275DC91-A13A-FD30-86BF-F9A0B698BFFB}"/>
                    </a:ext>
                  </a:extLst>
                </p14:cNvPr>
                <p14:cNvContentPartPr/>
                <p14:nvPr/>
              </p14:nvContentPartPr>
              <p14:xfrm>
                <a:off x="2986317" y="1425812"/>
                <a:ext cx="17280" cy="93600"/>
              </p14:xfrm>
            </p:contentPart>
          </mc:Choice>
          <mc:Fallback>
            <p:pic>
              <p:nvPicPr>
                <p:cNvPr id="167" name="Ink 166">
                  <a:extLst>
                    <a:ext uri="{FF2B5EF4-FFF2-40B4-BE49-F238E27FC236}">
                      <a16:creationId xmlns:a16="http://schemas.microsoft.com/office/drawing/2014/main" id="{6275DC91-A13A-FD30-86BF-F9A0B698BFFB}"/>
                    </a:ext>
                  </a:extLst>
                </p:cNvPr>
                <p:cNvPicPr/>
                <p:nvPr/>
              </p:nvPicPr>
              <p:blipFill>
                <a:blip r:embed="rId217"/>
                <a:stretch>
                  <a:fillRect/>
                </a:stretch>
              </p:blipFill>
              <p:spPr>
                <a:xfrm>
                  <a:off x="2977677" y="1417172"/>
                  <a:ext cx="3492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68" name="Ink 167">
                  <a:extLst>
                    <a:ext uri="{FF2B5EF4-FFF2-40B4-BE49-F238E27FC236}">
                      <a16:creationId xmlns:a16="http://schemas.microsoft.com/office/drawing/2014/main" id="{B1524324-B559-91E9-1F7A-BE9CCB19034D}"/>
                    </a:ext>
                  </a:extLst>
                </p14:cNvPr>
                <p14:cNvContentPartPr/>
                <p14:nvPr/>
              </p14:nvContentPartPr>
              <p14:xfrm>
                <a:off x="2997477" y="1281092"/>
                <a:ext cx="28800" cy="34920"/>
              </p14:xfrm>
            </p:contentPart>
          </mc:Choice>
          <mc:Fallback>
            <p:pic>
              <p:nvPicPr>
                <p:cNvPr id="168" name="Ink 167">
                  <a:extLst>
                    <a:ext uri="{FF2B5EF4-FFF2-40B4-BE49-F238E27FC236}">
                      <a16:creationId xmlns:a16="http://schemas.microsoft.com/office/drawing/2014/main" id="{B1524324-B559-91E9-1F7A-BE9CCB19034D}"/>
                    </a:ext>
                  </a:extLst>
                </p:cNvPr>
                <p:cNvPicPr/>
                <p:nvPr/>
              </p:nvPicPr>
              <p:blipFill>
                <a:blip r:embed="rId219"/>
                <a:stretch>
                  <a:fillRect/>
                </a:stretch>
              </p:blipFill>
              <p:spPr>
                <a:xfrm>
                  <a:off x="2988837" y="1272092"/>
                  <a:ext cx="4644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69" name="Ink 168">
                  <a:extLst>
                    <a:ext uri="{FF2B5EF4-FFF2-40B4-BE49-F238E27FC236}">
                      <a16:creationId xmlns:a16="http://schemas.microsoft.com/office/drawing/2014/main" id="{9CA8AEBD-EED3-A9A8-CE95-2BFFAB781AA4}"/>
                    </a:ext>
                  </a:extLst>
                </p14:cNvPr>
                <p14:cNvContentPartPr/>
                <p14:nvPr/>
              </p14:nvContentPartPr>
              <p14:xfrm>
                <a:off x="3099357" y="1140692"/>
                <a:ext cx="91440" cy="522720"/>
              </p14:xfrm>
            </p:contentPart>
          </mc:Choice>
          <mc:Fallback>
            <p:pic>
              <p:nvPicPr>
                <p:cNvPr id="169" name="Ink 168">
                  <a:extLst>
                    <a:ext uri="{FF2B5EF4-FFF2-40B4-BE49-F238E27FC236}">
                      <a16:creationId xmlns:a16="http://schemas.microsoft.com/office/drawing/2014/main" id="{9CA8AEBD-EED3-A9A8-CE95-2BFFAB781AA4}"/>
                    </a:ext>
                  </a:extLst>
                </p:cNvPr>
                <p:cNvPicPr/>
                <p:nvPr/>
              </p:nvPicPr>
              <p:blipFill>
                <a:blip r:embed="rId221"/>
                <a:stretch>
                  <a:fillRect/>
                </a:stretch>
              </p:blipFill>
              <p:spPr>
                <a:xfrm>
                  <a:off x="3090357" y="1132052"/>
                  <a:ext cx="109080" cy="54036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70" name="Ink 169">
                  <a:extLst>
                    <a:ext uri="{FF2B5EF4-FFF2-40B4-BE49-F238E27FC236}">
                      <a16:creationId xmlns:a16="http://schemas.microsoft.com/office/drawing/2014/main" id="{CBBEE846-C97C-227C-F551-50DEFDB0C684}"/>
                    </a:ext>
                  </a:extLst>
                </p14:cNvPr>
                <p14:cNvContentPartPr/>
                <p14:nvPr/>
              </p14:nvContentPartPr>
              <p14:xfrm>
                <a:off x="3098277" y="1431932"/>
                <a:ext cx="46440" cy="61560"/>
              </p14:xfrm>
            </p:contentPart>
          </mc:Choice>
          <mc:Fallback>
            <p:pic>
              <p:nvPicPr>
                <p:cNvPr id="170" name="Ink 169">
                  <a:extLst>
                    <a:ext uri="{FF2B5EF4-FFF2-40B4-BE49-F238E27FC236}">
                      <a16:creationId xmlns:a16="http://schemas.microsoft.com/office/drawing/2014/main" id="{CBBEE846-C97C-227C-F551-50DEFDB0C684}"/>
                    </a:ext>
                  </a:extLst>
                </p:cNvPr>
                <p:cNvPicPr/>
                <p:nvPr/>
              </p:nvPicPr>
              <p:blipFill>
                <a:blip r:embed="rId223"/>
                <a:stretch>
                  <a:fillRect/>
                </a:stretch>
              </p:blipFill>
              <p:spPr>
                <a:xfrm>
                  <a:off x="3089277" y="1423292"/>
                  <a:ext cx="6408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71" name="Ink 170">
                  <a:extLst>
                    <a:ext uri="{FF2B5EF4-FFF2-40B4-BE49-F238E27FC236}">
                      <a16:creationId xmlns:a16="http://schemas.microsoft.com/office/drawing/2014/main" id="{0A6DD446-54C5-07CC-F736-2BF86E954A98}"/>
                    </a:ext>
                  </a:extLst>
                </p14:cNvPr>
                <p14:cNvContentPartPr/>
                <p14:nvPr/>
              </p14:nvContentPartPr>
              <p14:xfrm>
                <a:off x="3212757" y="1395932"/>
                <a:ext cx="57960" cy="124560"/>
              </p14:xfrm>
            </p:contentPart>
          </mc:Choice>
          <mc:Fallback>
            <p:pic>
              <p:nvPicPr>
                <p:cNvPr id="171" name="Ink 170">
                  <a:extLst>
                    <a:ext uri="{FF2B5EF4-FFF2-40B4-BE49-F238E27FC236}">
                      <a16:creationId xmlns:a16="http://schemas.microsoft.com/office/drawing/2014/main" id="{0A6DD446-54C5-07CC-F736-2BF86E954A98}"/>
                    </a:ext>
                  </a:extLst>
                </p:cNvPr>
                <p:cNvPicPr/>
                <p:nvPr/>
              </p:nvPicPr>
              <p:blipFill>
                <a:blip r:embed="rId225"/>
                <a:stretch>
                  <a:fillRect/>
                </a:stretch>
              </p:blipFill>
              <p:spPr>
                <a:xfrm>
                  <a:off x="3203757" y="1386932"/>
                  <a:ext cx="7560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72" name="Ink 171">
                  <a:extLst>
                    <a:ext uri="{FF2B5EF4-FFF2-40B4-BE49-F238E27FC236}">
                      <a16:creationId xmlns:a16="http://schemas.microsoft.com/office/drawing/2014/main" id="{E6BCC7B6-4434-AD7A-9A5E-0794366A5CC6}"/>
                    </a:ext>
                  </a:extLst>
                </p14:cNvPr>
                <p14:cNvContentPartPr/>
                <p14:nvPr/>
              </p14:nvContentPartPr>
              <p14:xfrm>
                <a:off x="3334797" y="1367852"/>
                <a:ext cx="89640" cy="146160"/>
              </p14:xfrm>
            </p:contentPart>
          </mc:Choice>
          <mc:Fallback>
            <p:pic>
              <p:nvPicPr>
                <p:cNvPr id="172" name="Ink 171">
                  <a:extLst>
                    <a:ext uri="{FF2B5EF4-FFF2-40B4-BE49-F238E27FC236}">
                      <a16:creationId xmlns:a16="http://schemas.microsoft.com/office/drawing/2014/main" id="{E6BCC7B6-4434-AD7A-9A5E-0794366A5CC6}"/>
                    </a:ext>
                  </a:extLst>
                </p:cNvPr>
                <p:cNvPicPr/>
                <p:nvPr/>
              </p:nvPicPr>
              <p:blipFill>
                <a:blip r:embed="rId227"/>
                <a:stretch>
                  <a:fillRect/>
                </a:stretch>
              </p:blipFill>
              <p:spPr>
                <a:xfrm>
                  <a:off x="3325797" y="1359212"/>
                  <a:ext cx="10728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73" name="Ink 172">
                  <a:extLst>
                    <a:ext uri="{FF2B5EF4-FFF2-40B4-BE49-F238E27FC236}">
                      <a16:creationId xmlns:a16="http://schemas.microsoft.com/office/drawing/2014/main" id="{D88D24E2-FF6D-BE68-9519-A0BF1D2FA995}"/>
                    </a:ext>
                  </a:extLst>
                </p14:cNvPr>
                <p14:cNvContentPartPr/>
                <p14:nvPr/>
              </p14:nvContentPartPr>
              <p14:xfrm>
                <a:off x="3413997" y="1266332"/>
                <a:ext cx="95400" cy="221400"/>
              </p14:xfrm>
            </p:contentPart>
          </mc:Choice>
          <mc:Fallback>
            <p:pic>
              <p:nvPicPr>
                <p:cNvPr id="173" name="Ink 172">
                  <a:extLst>
                    <a:ext uri="{FF2B5EF4-FFF2-40B4-BE49-F238E27FC236}">
                      <a16:creationId xmlns:a16="http://schemas.microsoft.com/office/drawing/2014/main" id="{D88D24E2-FF6D-BE68-9519-A0BF1D2FA995}"/>
                    </a:ext>
                  </a:extLst>
                </p:cNvPr>
                <p:cNvPicPr/>
                <p:nvPr/>
              </p:nvPicPr>
              <p:blipFill>
                <a:blip r:embed="rId229"/>
                <a:stretch>
                  <a:fillRect/>
                </a:stretch>
              </p:blipFill>
              <p:spPr>
                <a:xfrm>
                  <a:off x="3405357" y="1257332"/>
                  <a:ext cx="113040" cy="2390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74" name="Ink 173">
                  <a:extLst>
                    <a:ext uri="{FF2B5EF4-FFF2-40B4-BE49-F238E27FC236}">
                      <a16:creationId xmlns:a16="http://schemas.microsoft.com/office/drawing/2014/main" id="{3C3F24B4-A07A-80CF-1A15-DC27F507F432}"/>
                    </a:ext>
                  </a:extLst>
                </p14:cNvPr>
                <p14:cNvContentPartPr/>
                <p14:nvPr/>
              </p14:nvContentPartPr>
              <p14:xfrm>
                <a:off x="3464397" y="1386572"/>
                <a:ext cx="42120" cy="47880"/>
              </p14:xfrm>
            </p:contentPart>
          </mc:Choice>
          <mc:Fallback>
            <p:pic>
              <p:nvPicPr>
                <p:cNvPr id="174" name="Ink 173">
                  <a:extLst>
                    <a:ext uri="{FF2B5EF4-FFF2-40B4-BE49-F238E27FC236}">
                      <a16:creationId xmlns:a16="http://schemas.microsoft.com/office/drawing/2014/main" id="{3C3F24B4-A07A-80CF-1A15-DC27F507F432}"/>
                    </a:ext>
                  </a:extLst>
                </p:cNvPr>
                <p:cNvPicPr/>
                <p:nvPr/>
              </p:nvPicPr>
              <p:blipFill>
                <a:blip r:embed="rId231"/>
                <a:stretch>
                  <a:fillRect/>
                </a:stretch>
              </p:blipFill>
              <p:spPr>
                <a:xfrm>
                  <a:off x="3455757" y="1377932"/>
                  <a:ext cx="5976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75" name="Ink 174">
                  <a:extLst>
                    <a:ext uri="{FF2B5EF4-FFF2-40B4-BE49-F238E27FC236}">
                      <a16:creationId xmlns:a16="http://schemas.microsoft.com/office/drawing/2014/main" id="{0D5DFF71-F53C-859A-63A2-7815E9F11BA1}"/>
                    </a:ext>
                  </a:extLst>
                </p14:cNvPr>
                <p14:cNvContentPartPr/>
                <p14:nvPr/>
              </p14:nvContentPartPr>
              <p14:xfrm>
                <a:off x="3592917" y="1406012"/>
                <a:ext cx="45000" cy="39240"/>
              </p14:xfrm>
            </p:contentPart>
          </mc:Choice>
          <mc:Fallback>
            <p:pic>
              <p:nvPicPr>
                <p:cNvPr id="175" name="Ink 174">
                  <a:extLst>
                    <a:ext uri="{FF2B5EF4-FFF2-40B4-BE49-F238E27FC236}">
                      <a16:creationId xmlns:a16="http://schemas.microsoft.com/office/drawing/2014/main" id="{0D5DFF71-F53C-859A-63A2-7815E9F11BA1}"/>
                    </a:ext>
                  </a:extLst>
                </p:cNvPr>
                <p:cNvPicPr/>
                <p:nvPr/>
              </p:nvPicPr>
              <p:blipFill>
                <a:blip r:embed="rId233"/>
                <a:stretch>
                  <a:fillRect/>
                </a:stretch>
              </p:blipFill>
              <p:spPr>
                <a:xfrm>
                  <a:off x="3584277" y="1397372"/>
                  <a:ext cx="6264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76" name="Ink 175">
                  <a:extLst>
                    <a:ext uri="{FF2B5EF4-FFF2-40B4-BE49-F238E27FC236}">
                      <a16:creationId xmlns:a16="http://schemas.microsoft.com/office/drawing/2014/main" id="{9D10BE57-AA38-B2EB-15CB-5525864DE075}"/>
                    </a:ext>
                  </a:extLst>
                </p14:cNvPr>
                <p14:cNvContentPartPr/>
                <p14:nvPr/>
              </p14:nvContentPartPr>
              <p14:xfrm>
                <a:off x="3725757" y="1338692"/>
                <a:ext cx="117360" cy="303480"/>
              </p14:xfrm>
            </p:contentPart>
          </mc:Choice>
          <mc:Fallback>
            <p:pic>
              <p:nvPicPr>
                <p:cNvPr id="176" name="Ink 175">
                  <a:extLst>
                    <a:ext uri="{FF2B5EF4-FFF2-40B4-BE49-F238E27FC236}">
                      <a16:creationId xmlns:a16="http://schemas.microsoft.com/office/drawing/2014/main" id="{9D10BE57-AA38-B2EB-15CB-5525864DE075}"/>
                    </a:ext>
                  </a:extLst>
                </p:cNvPr>
                <p:cNvPicPr/>
                <p:nvPr/>
              </p:nvPicPr>
              <p:blipFill>
                <a:blip r:embed="rId235"/>
                <a:stretch>
                  <a:fillRect/>
                </a:stretch>
              </p:blipFill>
              <p:spPr>
                <a:xfrm>
                  <a:off x="3717117" y="1330052"/>
                  <a:ext cx="135000" cy="3211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77" name="Ink 176">
                  <a:extLst>
                    <a:ext uri="{FF2B5EF4-FFF2-40B4-BE49-F238E27FC236}">
                      <a16:creationId xmlns:a16="http://schemas.microsoft.com/office/drawing/2014/main" id="{E0C7AC22-C5A4-5C2E-D58D-1A6BC01C85E9}"/>
                    </a:ext>
                  </a:extLst>
                </p14:cNvPr>
                <p14:cNvContentPartPr/>
                <p14:nvPr/>
              </p14:nvContentPartPr>
              <p14:xfrm>
                <a:off x="3863277" y="1141412"/>
                <a:ext cx="363960" cy="284760"/>
              </p14:xfrm>
            </p:contentPart>
          </mc:Choice>
          <mc:Fallback>
            <p:pic>
              <p:nvPicPr>
                <p:cNvPr id="177" name="Ink 176">
                  <a:extLst>
                    <a:ext uri="{FF2B5EF4-FFF2-40B4-BE49-F238E27FC236}">
                      <a16:creationId xmlns:a16="http://schemas.microsoft.com/office/drawing/2014/main" id="{E0C7AC22-C5A4-5C2E-D58D-1A6BC01C85E9}"/>
                    </a:ext>
                  </a:extLst>
                </p:cNvPr>
                <p:cNvPicPr/>
                <p:nvPr/>
              </p:nvPicPr>
              <p:blipFill>
                <a:blip r:embed="rId237"/>
                <a:stretch>
                  <a:fillRect/>
                </a:stretch>
              </p:blipFill>
              <p:spPr>
                <a:xfrm>
                  <a:off x="3854277" y="1132772"/>
                  <a:ext cx="381600" cy="30240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79" name="Ink 178">
                  <a:extLst>
                    <a:ext uri="{FF2B5EF4-FFF2-40B4-BE49-F238E27FC236}">
                      <a16:creationId xmlns:a16="http://schemas.microsoft.com/office/drawing/2014/main" id="{CABE71AA-4E56-6F19-02FC-0EF9F7A8B427}"/>
                    </a:ext>
                  </a:extLst>
                </p14:cNvPr>
                <p14:cNvContentPartPr/>
                <p14:nvPr/>
              </p14:nvContentPartPr>
              <p14:xfrm>
                <a:off x="9722637" y="4729532"/>
                <a:ext cx="204480" cy="13680"/>
              </p14:xfrm>
            </p:contentPart>
          </mc:Choice>
          <mc:Fallback>
            <p:pic>
              <p:nvPicPr>
                <p:cNvPr id="179" name="Ink 178">
                  <a:extLst>
                    <a:ext uri="{FF2B5EF4-FFF2-40B4-BE49-F238E27FC236}">
                      <a16:creationId xmlns:a16="http://schemas.microsoft.com/office/drawing/2014/main" id="{CABE71AA-4E56-6F19-02FC-0EF9F7A8B427}"/>
                    </a:ext>
                  </a:extLst>
                </p:cNvPr>
                <p:cNvPicPr/>
                <p:nvPr/>
              </p:nvPicPr>
              <p:blipFill>
                <a:blip r:embed="rId239"/>
                <a:stretch>
                  <a:fillRect/>
                </a:stretch>
              </p:blipFill>
              <p:spPr>
                <a:xfrm>
                  <a:off x="9713997" y="4720892"/>
                  <a:ext cx="22212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80" name="Ink 179">
                  <a:extLst>
                    <a:ext uri="{FF2B5EF4-FFF2-40B4-BE49-F238E27FC236}">
                      <a16:creationId xmlns:a16="http://schemas.microsoft.com/office/drawing/2014/main" id="{26E3DC6C-DF12-4E8A-C457-9F03B257DD93}"/>
                    </a:ext>
                  </a:extLst>
                </p14:cNvPr>
                <p14:cNvContentPartPr/>
                <p14:nvPr/>
              </p14:nvContentPartPr>
              <p14:xfrm>
                <a:off x="9764397" y="4795412"/>
                <a:ext cx="156960" cy="12960"/>
              </p14:xfrm>
            </p:contentPart>
          </mc:Choice>
          <mc:Fallback>
            <p:pic>
              <p:nvPicPr>
                <p:cNvPr id="180" name="Ink 179">
                  <a:extLst>
                    <a:ext uri="{FF2B5EF4-FFF2-40B4-BE49-F238E27FC236}">
                      <a16:creationId xmlns:a16="http://schemas.microsoft.com/office/drawing/2014/main" id="{26E3DC6C-DF12-4E8A-C457-9F03B257DD93}"/>
                    </a:ext>
                  </a:extLst>
                </p:cNvPr>
                <p:cNvPicPr/>
                <p:nvPr/>
              </p:nvPicPr>
              <p:blipFill>
                <a:blip r:embed="rId241"/>
                <a:stretch>
                  <a:fillRect/>
                </a:stretch>
              </p:blipFill>
              <p:spPr>
                <a:xfrm>
                  <a:off x="9755757" y="4786412"/>
                  <a:ext cx="17460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82" name="Ink 181">
                  <a:extLst>
                    <a:ext uri="{FF2B5EF4-FFF2-40B4-BE49-F238E27FC236}">
                      <a16:creationId xmlns:a16="http://schemas.microsoft.com/office/drawing/2014/main" id="{60C63A4B-4E81-CCE9-3188-8220592C979B}"/>
                    </a:ext>
                  </a:extLst>
                </p14:cNvPr>
                <p14:cNvContentPartPr/>
                <p14:nvPr/>
              </p14:nvContentPartPr>
              <p14:xfrm>
                <a:off x="4380957" y="1085252"/>
                <a:ext cx="73080" cy="308520"/>
              </p14:xfrm>
            </p:contentPart>
          </mc:Choice>
          <mc:Fallback>
            <p:pic>
              <p:nvPicPr>
                <p:cNvPr id="182" name="Ink 181">
                  <a:extLst>
                    <a:ext uri="{FF2B5EF4-FFF2-40B4-BE49-F238E27FC236}">
                      <a16:creationId xmlns:a16="http://schemas.microsoft.com/office/drawing/2014/main" id="{60C63A4B-4E81-CCE9-3188-8220592C979B}"/>
                    </a:ext>
                  </a:extLst>
                </p:cNvPr>
                <p:cNvPicPr/>
                <p:nvPr/>
              </p:nvPicPr>
              <p:blipFill>
                <a:blip r:embed="rId243"/>
                <a:stretch>
                  <a:fillRect/>
                </a:stretch>
              </p:blipFill>
              <p:spPr>
                <a:xfrm>
                  <a:off x="4371957" y="1076612"/>
                  <a:ext cx="90720" cy="32616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83" name="Ink 182">
                  <a:extLst>
                    <a:ext uri="{FF2B5EF4-FFF2-40B4-BE49-F238E27FC236}">
                      <a16:creationId xmlns:a16="http://schemas.microsoft.com/office/drawing/2014/main" id="{7C85E05F-E9FA-487A-893E-51D82E68703C}"/>
                    </a:ext>
                  </a:extLst>
                </p14:cNvPr>
                <p14:cNvContentPartPr/>
                <p14:nvPr/>
              </p14:nvContentPartPr>
              <p14:xfrm>
                <a:off x="4532157" y="1156172"/>
                <a:ext cx="129240" cy="164880"/>
              </p14:xfrm>
            </p:contentPart>
          </mc:Choice>
          <mc:Fallback>
            <p:pic>
              <p:nvPicPr>
                <p:cNvPr id="183" name="Ink 182">
                  <a:extLst>
                    <a:ext uri="{FF2B5EF4-FFF2-40B4-BE49-F238E27FC236}">
                      <a16:creationId xmlns:a16="http://schemas.microsoft.com/office/drawing/2014/main" id="{7C85E05F-E9FA-487A-893E-51D82E68703C}"/>
                    </a:ext>
                  </a:extLst>
                </p:cNvPr>
                <p:cNvPicPr/>
                <p:nvPr/>
              </p:nvPicPr>
              <p:blipFill>
                <a:blip r:embed="rId245"/>
                <a:stretch>
                  <a:fillRect/>
                </a:stretch>
              </p:blipFill>
              <p:spPr>
                <a:xfrm>
                  <a:off x="4523517" y="1147172"/>
                  <a:ext cx="14688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84" name="Ink 183">
                  <a:extLst>
                    <a:ext uri="{FF2B5EF4-FFF2-40B4-BE49-F238E27FC236}">
                      <a16:creationId xmlns:a16="http://schemas.microsoft.com/office/drawing/2014/main" id="{E764185E-B65D-8967-2977-F6F977DA2F66}"/>
                    </a:ext>
                  </a:extLst>
                </p14:cNvPr>
                <p14:cNvContentPartPr/>
                <p14:nvPr/>
              </p14:nvContentPartPr>
              <p14:xfrm>
                <a:off x="4682637" y="1111892"/>
                <a:ext cx="140760" cy="198360"/>
              </p14:xfrm>
            </p:contentPart>
          </mc:Choice>
          <mc:Fallback>
            <p:pic>
              <p:nvPicPr>
                <p:cNvPr id="184" name="Ink 183">
                  <a:extLst>
                    <a:ext uri="{FF2B5EF4-FFF2-40B4-BE49-F238E27FC236}">
                      <a16:creationId xmlns:a16="http://schemas.microsoft.com/office/drawing/2014/main" id="{E764185E-B65D-8967-2977-F6F977DA2F66}"/>
                    </a:ext>
                  </a:extLst>
                </p:cNvPr>
                <p:cNvPicPr/>
                <p:nvPr/>
              </p:nvPicPr>
              <p:blipFill>
                <a:blip r:embed="rId247"/>
                <a:stretch>
                  <a:fillRect/>
                </a:stretch>
              </p:blipFill>
              <p:spPr>
                <a:xfrm>
                  <a:off x="4673637" y="1102892"/>
                  <a:ext cx="15840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85" name="Ink 184">
                  <a:extLst>
                    <a:ext uri="{FF2B5EF4-FFF2-40B4-BE49-F238E27FC236}">
                      <a16:creationId xmlns:a16="http://schemas.microsoft.com/office/drawing/2014/main" id="{D6942907-307F-2874-7BD7-55F0A1B9F6EF}"/>
                    </a:ext>
                  </a:extLst>
                </p14:cNvPr>
                <p14:cNvContentPartPr/>
                <p14:nvPr/>
              </p14:nvContentPartPr>
              <p14:xfrm>
                <a:off x="4849677" y="1092452"/>
                <a:ext cx="371880" cy="192240"/>
              </p14:xfrm>
            </p:contentPart>
          </mc:Choice>
          <mc:Fallback>
            <p:pic>
              <p:nvPicPr>
                <p:cNvPr id="185" name="Ink 184">
                  <a:extLst>
                    <a:ext uri="{FF2B5EF4-FFF2-40B4-BE49-F238E27FC236}">
                      <a16:creationId xmlns:a16="http://schemas.microsoft.com/office/drawing/2014/main" id="{D6942907-307F-2874-7BD7-55F0A1B9F6EF}"/>
                    </a:ext>
                  </a:extLst>
                </p:cNvPr>
                <p:cNvPicPr/>
                <p:nvPr/>
              </p:nvPicPr>
              <p:blipFill>
                <a:blip r:embed="rId249"/>
                <a:stretch>
                  <a:fillRect/>
                </a:stretch>
              </p:blipFill>
              <p:spPr>
                <a:xfrm>
                  <a:off x="4840677" y="1083452"/>
                  <a:ext cx="38952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86" name="Ink 185">
                  <a:extLst>
                    <a:ext uri="{FF2B5EF4-FFF2-40B4-BE49-F238E27FC236}">
                      <a16:creationId xmlns:a16="http://schemas.microsoft.com/office/drawing/2014/main" id="{71F69703-D8E7-A1C5-C657-0ACDC400E713}"/>
                    </a:ext>
                  </a:extLst>
                </p14:cNvPr>
                <p14:cNvContentPartPr/>
                <p14:nvPr/>
              </p14:nvContentPartPr>
              <p14:xfrm>
                <a:off x="5237757" y="1022612"/>
                <a:ext cx="122760" cy="217440"/>
              </p14:xfrm>
            </p:contentPart>
          </mc:Choice>
          <mc:Fallback>
            <p:pic>
              <p:nvPicPr>
                <p:cNvPr id="186" name="Ink 185">
                  <a:extLst>
                    <a:ext uri="{FF2B5EF4-FFF2-40B4-BE49-F238E27FC236}">
                      <a16:creationId xmlns:a16="http://schemas.microsoft.com/office/drawing/2014/main" id="{71F69703-D8E7-A1C5-C657-0ACDC400E713}"/>
                    </a:ext>
                  </a:extLst>
                </p:cNvPr>
                <p:cNvPicPr/>
                <p:nvPr/>
              </p:nvPicPr>
              <p:blipFill>
                <a:blip r:embed="rId251"/>
                <a:stretch>
                  <a:fillRect/>
                </a:stretch>
              </p:blipFill>
              <p:spPr>
                <a:xfrm>
                  <a:off x="5229117" y="1013972"/>
                  <a:ext cx="140400" cy="23508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88" name="Ink 187">
                  <a:extLst>
                    <a:ext uri="{FF2B5EF4-FFF2-40B4-BE49-F238E27FC236}">
                      <a16:creationId xmlns:a16="http://schemas.microsoft.com/office/drawing/2014/main" id="{A46B32E0-5944-E63A-FD21-6A0C92FC4DED}"/>
                    </a:ext>
                  </a:extLst>
                </p14:cNvPr>
                <p14:cNvContentPartPr/>
                <p14:nvPr/>
              </p14:nvContentPartPr>
              <p14:xfrm>
                <a:off x="3904677" y="2393492"/>
                <a:ext cx="166680" cy="167040"/>
              </p14:xfrm>
            </p:contentPart>
          </mc:Choice>
          <mc:Fallback>
            <p:pic>
              <p:nvPicPr>
                <p:cNvPr id="188" name="Ink 187">
                  <a:extLst>
                    <a:ext uri="{FF2B5EF4-FFF2-40B4-BE49-F238E27FC236}">
                      <a16:creationId xmlns:a16="http://schemas.microsoft.com/office/drawing/2014/main" id="{A46B32E0-5944-E63A-FD21-6A0C92FC4DED}"/>
                    </a:ext>
                  </a:extLst>
                </p:cNvPr>
                <p:cNvPicPr/>
                <p:nvPr/>
              </p:nvPicPr>
              <p:blipFill>
                <a:blip r:embed="rId253"/>
                <a:stretch>
                  <a:fillRect/>
                </a:stretch>
              </p:blipFill>
              <p:spPr>
                <a:xfrm>
                  <a:off x="3895677" y="2384492"/>
                  <a:ext cx="18432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89" name="Ink 188">
                  <a:extLst>
                    <a:ext uri="{FF2B5EF4-FFF2-40B4-BE49-F238E27FC236}">
                      <a16:creationId xmlns:a16="http://schemas.microsoft.com/office/drawing/2014/main" id="{12228EF3-AC4A-9342-9DDA-D324EDC10EDF}"/>
                    </a:ext>
                  </a:extLst>
                </p14:cNvPr>
                <p14:cNvContentPartPr/>
                <p14:nvPr/>
              </p14:nvContentPartPr>
              <p14:xfrm>
                <a:off x="3826197" y="2303132"/>
                <a:ext cx="357120" cy="349560"/>
              </p14:xfrm>
            </p:contentPart>
          </mc:Choice>
          <mc:Fallback>
            <p:pic>
              <p:nvPicPr>
                <p:cNvPr id="189" name="Ink 188">
                  <a:extLst>
                    <a:ext uri="{FF2B5EF4-FFF2-40B4-BE49-F238E27FC236}">
                      <a16:creationId xmlns:a16="http://schemas.microsoft.com/office/drawing/2014/main" id="{12228EF3-AC4A-9342-9DDA-D324EDC10EDF}"/>
                    </a:ext>
                  </a:extLst>
                </p:cNvPr>
                <p:cNvPicPr/>
                <p:nvPr/>
              </p:nvPicPr>
              <p:blipFill>
                <a:blip r:embed="rId255"/>
                <a:stretch>
                  <a:fillRect/>
                </a:stretch>
              </p:blipFill>
              <p:spPr>
                <a:xfrm>
                  <a:off x="3817557" y="2294492"/>
                  <a:ext cx="374760" cy="36720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90" name="Ink 189">
                  <a:extLst>
                    <a:ext uri="{FF2B5EF4-FFF2-40B4-BE49-F238E27FC236}">
                      <a16:creationId xmlns:a16="http://schemas.microsoft.com/office/drawing/2014/main" id="{EE2B8DB6-35E6-8C65-E285-5D067172B655}"/>
                    </a:ext>
                  </a:extLst>
                </p14:cNvPr>
                <p14:cNvContentPartPr/>
                <p14:nvPr/>
              </p14:nvContentPartPr>
              <p14:xfrm>
                <a:off x="4342797" y="2434172"/>
                <a:ext cx="153360" cy="162720"/>
              </p14:xfrm>
            </p:contentPart>
          </mc:Choice>
          <mc:Fallback>
            <p:pic>
              <p:nvPicPr>
                <p:cNvPr id="190" name="Ink 189">
                  <a:extLst>
                    <a:ext uri="{FF2B5EF4-FFF2-40B4-BE49-F238E27FC236}">
                      <a16:creationId xmlns:a16="http://schemas.microsoft.com/office/drawing/2014/main" id="{EE2B8DB6-35E6-8C65-E285-5D067172B655}"/>
                    </a:ext>
                  </a:extLst>
                </p:cNvPr>
                <p:cNvPicPr/>
                <p:nvPr/>
              </p:nvPicPr>
              <p:blipFill>
                <a:blip r:embed="rId257"/>
                <a:stretch>
                  <a:fillRect/>
                </a:stretch>
              </p:blipFill>
              <p:spPr>
                <a:xfrm>
                  <a:off x="4334157" y="2425532"/>
                  <a:ext cx="171000" cy="18036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91" name="Ink 190">
                  <a:extLst>
                    <a:ext uri="{FF2B5EF4-FFF2-40B4-BE49-F238E27FC236}">
                      <a16:creationId xmlns:a16="http://schemas.microsoft.com/office/drawing/2014/main" id="{0E92B6A4-C116-DE0F-AAC4-6BC2FC3499B8}"/>
                    </a:ext>
                  </a:extLst>
                </p14:cNvPr>
                <p14:cNvContentPartPr/>
                <p14:nvPr/>
              </p14:nvContentPartPr>
              <p14:xfrm>
                <a:off x="4519197" y="2248052"/>
                <a:ext cx="76320" cy="340560"/>
              </p14:xfrm>
            </p:contentPart>
          </mc:Choice>
          <mc:Fallback>
            <p:pic>
              <p:nvPicPr>
                <p:cNvPr id="191" name="Ink 190">
                  <a:extLst>
                    <a:ext uri="{FF2B5EF4-FFF2-40B4-BE49-F238E27FC236}">
                      <a16:creationId xmlns:a16="http://schemas.microsoft.com/office/drawing/2014/main" id="{0E92B6A4-C116-DE0F-AAC4-6BC2FC3499B8}"/>
                    </a:ext>
                  </a:extLst>
                </p:cNvPr>
                <p:cNvPicPr/>
                <p:nvPr/>
              </p:nvPicPr>
              <p:blipFill>
                <a:blip r:embed="rId259"/>
                <a:stretch>
                  <a:fillRect/>
                </a:stretch>
              </p:blipFill>
              <p:spPr>
                <a:xfrm>
                  <a:off x="4510197" y="2239412"/>
                  <a:ext cx="93960" cy="35820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92" name="Ink 191">
                  <a:extLst>
                    <a:ext uri="{FF2B5EF4-FFF2-40B4-BE49-F238E27FC236}">
                      <a16:creationId xmlns:a16="http://schemas.microsoft.com/office/drawing/2014/main" id="{8B73311F-45B2-8F15-5142-76CFD611B210}"/>
                    </a:ext>
                  </a:extLst>
                </p14:cNvPr>
                <p14:cNvContentPartPr/>
                <p14:nvPr/>
              </p14:nvContentPartPr>
              <p14:xfrm>
                <a:off x="4473117" y="2479532"/>
                <a:ext cx="103680" cy="13680"/>
              </p14:xfrm>
            </p:contentPart>
          </mc:Choice>
          <mc:Fallback>
            <p:pic>
              <p:nvPicPr>
                <p:cNvPr id="192" name="Ink 191">
                  <a:extLst>
                    <a:ext uri="{FF2B5EF4-FFF2-40B4-BE49-F238E27FC236}">
                      <a16:creationId xmlns:a16="http://schemas.microsoft.com/office/drawing/2014/main" id="{8B73311F-45B2-8F15-5142-76CFD611B210}"/>
                    </a:ext>
                  </a:extLst>
                </p:cNvPr>
                <p:cNvPicPr/>
                <p:nvPr/>
              </p:nvPicPr>
              <p:blipFill>
                <a:blip r:embed="rId261"/>
                <a:stretch>
                  <a:fillRect/>
                </a:stretch>
              </p:blipFill>
              <p:spPr>
                <a:xfrm>
                  <a:off x="4464117" y="2470892"/>
                  <a:ext cx="12132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93" name="Ink 192">
                  <a:extLst>
                    <a:ext uri="{FF2B5EF4-FFF2-40B4-BE49-F238E27FC236}">
                      <a16:creationId xmlns:a16="http://schemas.microsoft.com/office/drawing/2014/main" id="{DBB3F1B9-DCDD-A298-D0F9-F9035B5A4831}"/>
                    </a:ext>
                  </a:extLst>
                </p14:cNvPr>
                <p14:cNvContentPartPr/>
                <p14:nvPr/>
              </p14:nvContentPartPr>
              <p14:xfrm>
                <a:off x="4758597" y="2413292"/>
                <a:ext cx="88920" cy="311040"/>
              </p14:xfrm>
            </p:contentPart>
          </mc:Choice>
          <mc:Fallback>
            <p:pic>
              <p:nvPicPr>
                <p:cNvPr id="193" name="Ink 192">
                  <a:extLst>
                    <a:ext uri="{FF2B5EF4-FFF2-40B4-BE49-F238E27FC236}">
                      <a16:creationId xmlns:a16="http://schemas.microsoft.com/office/drawing/2014/main" id="{DBB3F1B9-DCDD-A298-D0F9-F9035B5A4831}"/>
                    </a:ext>
                  </a:extLst>
                </p:cNvPr>
                <p:cNvPicPr/>
                <p:nvPr/>
              </p:nvPicPr>
              <p:blipFill>
                <a:blip r:embed="rId263"/>
                <a:stretch>
                  <a:fillRect/>
                </a:stretch>
              </p:blipFill>
              <p:spPr>
                <a:xfrm>
                  <a:off x="4749597" y="2404292"/>
                  <a:ext cx="106560" cy="32868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94" name="Ink 193">
                  <a:extLst>
                    <a:ext uri="{FF2B5EF4-FFF2-40B4-BE49-F238E27FC236}">
                      <a16:creationId xmlns:a16="http://schemas.microsoft.com/office/drawing/2014/main" id="{C63DB3A7-17E3-94B4-DD6E-D0441630D9A0}"/>
                    </a:ext>
                  </a:extLst>
                </p14:cNvPr>
                <p14:cNvContentPartPr/>
                <p14:nvPr/>
              </p14:nvContentPartPr>
              <p14:xfrm>
                <a:off x="4940397" y="2445332"/>
                <a:ext cx="111600" cy="167040"/>
              </p14:xfrm>
            </p:contentPart>
          </mc:Choice>
          <mc:Fallback>
            <p:pic>
              <p:nvPicPr>
                <p:cNvPr id="194" name="Ink 193">
                  <a:extLst>
                    <a:ext uri="{FF2B5EF4-FFF2-40B4-BE49-F238E27FC236}">
                      <a16:creationId xmlns:a16="http://schemas.microsoft.com/office/drawing/2014/main" id="{C63DB3A7-17E3-94B4-DD6E-D0441630D9A0}"/>
                    </a:ext>
                  </a:extLst>
                </p:cNvPr>
                <p:cNvPicPr/>
                <p:nvPr/>
              </p:nvPicPr>
              <p:blipFill>
                <a:blip r:embed="rId265"/>
                <a:stretch>
                  <a:fillRect/>
                </a:stretch>
              </p:blipFill>
              <p:spPr>
                <a:xfrm>
                  <a:off x="4931397" y="2436692"/>
                  <a:ext cx="12924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95" name="Ink 194">
                  <a:extLst>
                    <a:ext uri="{FF2B5EF4-FFF2-40B4-BE49-F238E27FC236}">
                      <a16:creationId xmlns:a16="http://schemas.microsoft.com/office/drawing/2014/main" id="{98BB14B8-BB1D-6D86-3841-CEADB0BFE276}"/>
                    </a:ext>
                  </a:extLst>
                </p14:cNvPr>
                <p14:cNvContentPartPr/>
                <p14:nvPr/>
              </p14:nvContentPartPr>
              <p14:xfrm>
                <a:off x="5127237" y="2426972"/>
                <a:ext cx="106200" cy="173160"/>
              </p14:xfrm>
            </p:contentPart>
          </mc:Choice>
          <mc:Fallback>
            <p:pic>
              <p:nvPicPr>
                <p:cNvPr id="195" name="Ink 194">
                  <a:extLst>
                    <a:ext uri="{FF2B5EF4-FFF2-40B4-BE49-F238E27FC236}">
                      <a16:creationId xmlns:a16="http://schemas.microsoft.com/office/drawing/2014/main" id="{98BB14B8-BB1D-6D86-3841-CEADB0BFE276}"/>
                    </a:ext>
                  </a:extLst>
                </p:cNvPr>
                <p:cNvPicPr/>
                <p:nvPr/>
              </p:nvPicPr>
              <p:blipFill>
                <a:blip r:embed="rId267"/>
                <a:stretch>
                  <a:fillRect/>
                </a:stretch>
              </p:blipFill>
              <p:spPr>
                <a:xfrm>
                  <a:off x="5118237" y="2418332"/>
                  <a:ext cx="12384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96" name="Ink 195">
                  <a:extLst>
                    <a:ext uri="{FF2B5EF4-FFF2-40B4-BE49-F238E27FC236}">
                      <a16:creationId xmlns:a16="http://schemas.microsoft.com/office/drawing/2014/main" id="{6170A994-F016-F6A3-AC01-8315F861AC49}"/>
                    </a:ext>
                  </a:extLst>
                </p14:cNvPr>
                <p14:cNvContentPartPr/>
                <p14:nvPr/>
              </p14:nvContentPartPr>
              <p14:xfrm>
                <a:off x="5222997" y="2315372"/>
                <a:ext cx="240480" cy="257760"/>
              </p14:xfrm>
            </p:contentPart>
          </mc:Choice>
          <mc:Fallback>
            <p:pic>
              <p:nvPicPr>
                <p:cNvPr id="196" name="Ink 195">
                  <a:extLst>
                    <a:ext uri="{FF2B5EF4-FFF2-40B4-BE49-F238E27FC236}">
                      <a16:creationId xmlns:a16="http://schemas.microsoft.com/office/drawing/2014/main" id="{6170A994-F016-F6A3-AC01-8315F861AC49}"/>
                    </a:ext>
                  </a:extLst>
                </p:cNvPr>
                <p:cNvPicPr/>
                <p:nvPr/>
              </p:nvPicPr>
              <p:blipFill>
                <a:blip r:embed="rId269"/>
                <a:stretch>
                  <a:fillRect/>
                </a:stretch>
              </p:blipFill>
              <p:spPr>
                <a:xfrm>
                  <a:off x="5213997" y="2306732"/>
                  <a:ext cx="258120" cy="27540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98" name="Ink 197">
                  <a:extLst>
                    <a:ext uri="{FF2B5EF4-FFF2-40B4-BE49-F238E27FC236}">
                      <a16:creationId xmlns:a16="http://schemas.microsoft.com/office/drawing/2014/main" id="{2EB126FB-8318-8364-2970-E5446178908D}"/>
                    </a:ext>
                  </a:extLst>
                </p14:cNvPr>
                <p14:cNvContentPartPr/>
                <p14:nvPr/>
              </p14:nvContentPartPr>
              <p14:xfrm>
                <a:off x="2301597" y="4947332"/>
                <a:ext cx="586440" cy="52560"/>
              </p14:xfrm>
            </p:contentPart>
          </mc:Choice>
          <mc:Fallback>
            <p:pic>
              <p:nvPicPr>
                <p:cNvPr id="198" name="Ink 197">
                  <a:extLst>
                    <a:ext uri="{FF2B5EF4-FFF2-40B4-BE49-F238E27FC236}">
                      <a16:creationId xmlns:a16="http://schemas.microsoft.com/office/drawing/2014/main" id="{2EB126FB-8318-8364-2970-E5446178908D}"/>
                    </a:ext>
                  </a:extLst>
                </p:cNvPr>
                <p:cNvPicPr/>
                <p:nvPr/>
              </p:nvPicPr>
              <p:blipFill>
                <a:blip r:embed="rId271"/>
                <a:stretch>
                  <a:fillRect/>
                </a:stretch>
              </p:blipFill>
              <p:spPr>
                <a:xfrm>
                  <a:off x="2292597" y="4938332"/>
                  <a:ext cx="604080" cy="7020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99" name="Ink 198">
                  <a:extLst>
                    <a:ext uri="{FF2B5EF4-FFF2-40B4-BE49-F238E27FC236}">
                      <a16:creationId xmlns:a16="http://schemas.microsoft.com/office/drawing/2014/main" id="{4976FB0B-B4A4-9493-C00B-58A68EB02A96}"/>
                    </a:ext>
                  </a:extLst>
                </p14:cNvPr>
                <p14:cNvContentPartPr/>
                <p14:nvPr/>
              </p14:nvContentPartPr>
              <p14:xfrm>
                <a:off x="2438757" y="5013572"/>
                <a:ext cx="406080" cy="48240"/>
              </p14:xfrm>
            </p:contentPart>
          </mc:Choice>
          <mc:Fallback>
            <p:pic>
              <p:nvPicPr>
                <p:cNvPr id="199" name="Ink 198">
                  <a:extLst>
                    <a:ext uri="{FF2B5EF4-FFF2-40B4-BE49-F238E27FC236}">
                      <a16:creationId xmlns:a16="http://schemas.microsoft.com/office/drawing/2014/main" id="{4976FB0B-B4A4-9493-C00B-58A68EB02A96}"/>
                    </a:ext>
                  </a:extLst>
                </p:cNvPr>
                <p:cNvPicPr/>
                <p:nvPr/>
              </p:nvPicPr>
              <p:blipFill>
                <a:blip r:embed="rId273"/>
                <a:stretch>
                  <a:fillRect/>
                </a:stretch>
              </p:blipFill>
              <p:spPr>
                <a:xfrm>
                  <a:off x="2429757" y="5004932"/>
                  <a:ext cx="42372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01" name="Ink 100">
                  <a:extLst>
                    <a:ext uri="{FF2B5EF4-FFF2-40B4-BE49-F238E27FC236}">
                      <a16:creationId xmlns:a16="http://schemas.microsoft.com/office/drawing/2014/main" id="{7F0E3773-A76A-52DF-0025-98B0FA890F1B}"/>
                    </a:ext>
                  </a:extLst>
                </p14:cNvPr>
                <p14:cNvContentPartPr/>
                <p14:nvPr/>
              </p14:nvContentPartPr>
              <p14:xfrm>
                <a:off x="8248077" y="2517332"/>
                <a:ext cx="186840" cy="393480"/>
              </p14:xfrm>
            </p:contentPart>
          </mc:Choice>
          <mc:Fallback>
            <p:pic>
              <p:nvPicPr>
                <p:cNvPr id="101" name="Ink 100">
                  <a:extLst>
                    <a:ext uri="{FF2B5EF4-FFF2-40B4-BE49-F238E27FC236}">
                      <a16:creationId xmlns:a16="http://schemas.microsoft.com/office/drawing/2014/main" id="{7F0E3773-A76A-52DF-0025-98B0FA890F1B}"/>
                    </a:ext>
                  </a:extLst>
                </p:cNvPr>
                <p:cNvPicPr/>
                <p:nvPr/>
              </p:nvPicPr>
              <p:blipFill>
                <a:blip r:embed="rId275"/>
                <a:stretch>
                  <a:fillRect/>
                </a:stretch>
              </p:blipFill>
              <p:spPr>
                <a:xfrm>
                  <a:off x="8239437" y="2508692"/>
                  <a:ext cx="204480" cy="41112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02" name="Ink 101">
                  <a:extLst>
                    <a:ext uri="{FF2B5EF4-FFF2-40B4-BE49-F238E27FC236}">
                      <a16:creationId xmlns:a16="http://schemas.microsoft.com/office/drawing/2014/main" id="{C8789DA6-7376-EAD2-D7E2-0EBE8166631E}"/>
                    </a:ext>
                  </a:extLst>
                </p14:cNvPr>
                <p14:cNvContentPartPr/>
                <p14:nvPr/>
              </p14:nvContentPartPr>
              <p14:xfrm>
                <a:off x="8462637" y="2743052"/>
                <a:ext cx="131760" cy="136440"/>
              </p14:xfrm>
            </p:contentPart>
          </mc:Choice>
          <mc:Fallback>
            <p:pic>
              <p:nvPicPr>
                <p:cNvPr id="102" name="Ink 101">
                  <a:extLst>
                    <a:ext uri="{FF2B5EF4-FFF2-40B4-BE49-F238E27FC236}">
                      <a16:creationId xmlns:a16="http://schemas.microsoft.com/office/drawing/2014/main" id="{C8789DA6-7376-EAD2-D7E2-0EBE8166631E}"/>
                    </a:ext>
                  </a:extLst>
                </p:cNvPr>
                <p:cNvPicPr/>
                <p:nvPr/>
              </p:nvPicPr>
              <p:blipFill>
                <a:blip r:embed="rId277"/>
                <a:stretch>
                  <a:fillRect/>
                </a:stretch>
              </p:blipFill>
              <p:spPr>
                <a:xfrm>
                  <a:off x="8453637" y="2734412"/>
                  <a:ext cx="14940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03" name="Ink 102">
                  <a:extLst>
                    <a:ext uri="{FF2B5EF4-FFF2-40B4-BE49-F238E27FC236}">
                      <a16:creationId xmlns:a16="http://schemas.microsoft.com/office/drawing/2014/main" id="{DF82E14D-A005-56B3-1650-20271ABA8E80}"/>
                    </a:ext>
                  </a:extLst>
                </p14:cNvPr>
                <p14:cNvContentPartPr/>
                <p14:nvPr/>
              </p14:nvContentPartPr>
              <p14:xfrm>
                <a:off x="8630397" y="2766092"/>
                <a:ext cx="178200" cy="117720"/>
              </p14:xfrm>
            </p:contentPart>
          </mc:Choice>
          <mc:Fallback>
            <p:pic>
              <p:nvPicPr>
                <p:cNvPr id="103" name="Ink 102">
                  <a:extLst>
                    <a:ext uri="{FF2B5EF4-FFF2-40B4-BE49-F238E27FC236}">
                      <a16:creationId xmlns:a16="http://schemas.microsoft.com/office/drawing/2014/main" id="{DF82E14D-A005-56B3-1650-20271ABA8E80}"/>
                    </a:ext>
                  </a:extLst>
                </p:cNvPr>
                <p:cNvPicPr/>
                <p:nvPr/>
              </p:nvPicPr>
              <p:blipFill>
                <a:blip r:embed="rId279"/>
                <a:stretch>
                  <a:fillRect/>
                </a:stretch>
              </p:blipFill>
              <p:spPr>
                <a:xfrm>
                  <a:off x="8621757" y="2757092"/>
                  <a:ext cx="19584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04" name="Ink 103">
                  <a:extLst>
                    <a:ext uri="{FF2B5EF4-FFF2-40B4-BE49-F238E27FC236}">
                      <a16:creationId xmlns:a16="http://schemas.microsoft.com/office/drawing/2014/main" id="{D7211FF6-8487-A3B9-91A7-8B421DCAE395}"/>
                    </a:ext>
                  </a:extLst>
                </p14:cNvPr>
                <p14:cNvContentPartPr/>
                <p14:nvPr/>
              </p14:nvContentPartPr>
              <p14:xfrm>
                <a:off x="8962317" y="2680772"/>
                <a:ext cx="1507320" cy="351000"/>
              </p14:xfrm>
            </p:contentPart>
          </mc:Choice>
          <mc:Fallback>
            <p:pic>
              <p:nvPicPr>
                <p:cNvPr id="104" name="Ink 103">
                  <a:extLst>
                    <a:ext uri="{FF2B5EF4-FFF2-40B4-BE49-F238E27FC236}">
                      <a16:creationId xmlns:a16="http://schemas.microsoft.com/office/drawing/2014/main" id="{D7211FF6-8487-A3B9-91A7-8B421DCAE395}"/>
                    </a:ext>
                  </a:extLst>
                </p:cNvPr>
                <p:cNvPicPr/>
                <p:nvPr/>
              </p:nvPicPr>
              <p:blipFill>
                <a:blip r:embed="rId281"/>
                <a:stretch>
                  <a:fillRect/>
                </a:stretch>
              </p:blipFill>
              <p:spPr>
                <a:xfrm>
                  <a:off x="8953677" y="2672132"/>
                  <a:ext cx="1524960" cy="36864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05" name="Ink 104">
                  <a:extLst>
                    <a:ext uri="{FF2B5EF4-FFF2-40B4-BE49-F238E27FC236}">
                      <a16:creationId xmlns:a16="http://schemas.microsoft.com/office/drawing/2014/main" id="{B5325895-23B6-CA02-43F7-3BA88714D353}"/>
                    </a:ext>
                  </a:extLst>
                </p14:cNvPr>
                <p14:cNvContentPartPr/>
                <p14:nvPr/>
              </p14:nvContentPartPr>
              <p14:xfrm>
                <a:off x="8936757" y="2601572"/>
                <a:ext cx="1711080" cy="390600"/>
              </p14:xfrm>
            </p:contentPart>
          </mc:Choice>
          <mc:Fallback>
            <p:pic>
              <p:nvPicPr>
                <p:cNvPr id="105" name="Ink 104">
                  <a:extLst>
                    <a:ext uri="{FF2B5EF4-FFF2-40B4-BE49-F238E27FC236}">
                      <a16:creationId xmlns:a16="http://schemas.microsoft.com/office/drawing/2014/main" id="{B5325895-23B6-CA02-43F7-3BA88714D353}"/>
                    </a:ext>
                  </a:extLst>
                </p:cNvPr>
                <p:cNvPicPr/>
                <p:nvPr/>
              </p:nvPicPr>
              <p:blipFill>
                <a:blip r:embed="rId283"/>
                <a:stretch>
                  <a:fillRect/>
                </a:stretch>
              </p:blipFill>
              <p:spPr>
                <a:xfrm>
                  <a:off x="8928117" y="2592932"/>
                  <a:ext cx="1728720" cy="40824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06" name="Ink 105">
                  <a:extLst>
                    <a:ext uri="{FF2B5EF4-FFF2-40B4-BE49-F238E27FC236}">
                      <a16:creationId xmlns:a16="http://schemas.microsoft.com/office/drawing/2014/main" id="{0170EAEF-E6C1-7F4C-B9A2-3C6DDF9ACA45}"/>
                    </a:ext>
                  </a:extLst>
                </p14:cNvPr>
                <p14:cNvContentPartPr/>
                <p14:nvPr/>
              </p14:nvContentPartPr>
              <p14:xfrm>
                <a:off x="9158517" y="2644052"/>
                <a:ext cx="141840" cy="293040"/>
              </p14:xfrm>
            </p:contentPart>
          </mc:Choice>
          <mc:Fallback>
            <p:pic>
              <p:nvPicPr>
                <p:cNvPr id="106" name="Ink 105">
                  <a:extLst>
                    <a:ext uri="{FF2B5EF4-FFF2-40B4-BE49-F238E27FC236}">
                      <a16:creationId xmlns:a16="http://schemas.microsoft.com/office/drawing/2014/main" id="{0170EAEF-E6C1-7F4C-B9A2-3C6DDF9ACA45}"/>
                    </a:ext>
                  </a:extLst>
                </p:cNvPr>
                <p:cNvPicPr/>
                <p:nvPr/>
              </p:nvPicPr>
              <p:blipFill>
                <a:blip r:embed="rId285"/>
                <a:stretch>
                  <a:fillRect/>
                </a:stretch>
              </p:blipFill>
              <p:spPr>
                <a:xfrm>
                  <a:off x="9149517" y="2635052"/>
                  <a:ext cx="159480" cy="31068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07" name="Ink 106">
                  <a:extLst>
                    <a:ext uri="{FF2B5EF4-FFF2-40B4-BE49-F238E27FC236}">
                      <a16:creationId xmlns:a16="http://schemas.microsoft.com/office/drawing/2014/main" id="{260E0643-46B0-1285-615E-810B71A11554}"/>
                    </a:ext>
                  </a:extLst>
                </p14:cNvPr>
                <p14:cNvContentPartPr/>
                <p14:nvPr/>
              </p14:nvContentPartPr>
              <p14:xfrm>
                <a:off x="9308277" y="2789132"/>
                <a:ext cx="151200" cy="132480"/>
              </p14:xfrm>
            </p:contentPart>
          </mc:Choice>
          <mc:Fallback>
            <p:pic>
              <p:nvPicPr>
                <p:cNvPr id="107" name="Ink 106">
                  <a:extLst>
                    <a:ext uri="{FF2B5EF4-FFF2-40B4-BE49-F238E27FC236}">
                      <a16:creationId xmlns:a16="http://schemas.microsoft.com/office/drawing/2014/main" id="{260E0643-46B0-1285-615E-810B71A11554}"/>
                    </a:ext>
                  </a:extLst>
                </p:cNvPr>
                <p:cNvPicPr/>
                <p:nvPr/>
              </p:nvPicPr>
              <p:blipFill>
                <a:blip r:embed="rId287"/>
                <a:stretch>
                  <a:fillRect/>
                </a:stretch>
              </p:blipFill>
              <p:spPr>
                <a:xfrm>
                  <a:off x="9299637" y="2780132"/>
                  <a:ext cx="16884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08" name="Ink 107">
                  <a:extLst>
                    <a:ext uri="{FF2B5EF4-FFF2-40B4-BE49-F238E27FC236}">
                      <a16:creationId xmlns:a16="http://schemas.microsoft.com/office/drawing/2014/main" id="{72F6C6C6-01EE-D59B-7DDB-DFBB628AAB54}"/>
                    </a:ext>
                  </a:extLst>
                </p14:cNvPr>
                <p14:cNvContentPartPr/>
                <p14:nvPr/>
              </p14:nvContentPartPr>
              <p14:xfrm>
                <a:off x="9491157" y="2821892"/>
                <a:ext cx="252000" cy="211680"/>
              </p14:xfrm>
            </p:contentPart>
          </mc:Choice>
          <mc:Fallback>
            <p:pic>
              <p:nvPicPr>
                <p:cNvPr id="108" name="Ink 107">
                  <a:extLst>
                    <a:ext uri="{FF2B5EF4-FFF2-40B4-BE49-F238E27FC236}">
                      <a16:creationId xmlns:a16="http://schemas.microsoft.com/office/drawing/2014/main" id="{72F6C6C6-01EE-D59B-7DDB-DFBB628AAB54}"/>
                    </a:ext>
                  </a:extLst>
                </p:cNvPr>
                <p:cNvPicPr/>
                <p:nvPr/>
              </p:nvPicPr>
              <p:blipFill>
                <a:blip r:embed="rId289"/>
                <a:stretch>
                  <a:fillRect/>
                </a:stretch>
              </p:blipFill>
              <p:spPr>
                <a:xfrm>
                  <a:off x="9482157" y="2812892"/>
                  <a:ext cx="269640" cy="22932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09" name="Ink 108">
                  <a:extLst>
                    <a:ext uri="{FF2B5EF4-FFF2-40B4-BE49-F238E27FC236}">
                      <a16:creationId xmlns:a16="http://schemas.microsoft.com/office/drawing/2014/main" id="{9548409B-AEF1-0458-D8FF-299E74F72D4A}"/>
                    </a:ext>
                  </a:extLst>
                </p14:cNvPr>
                <p14:cNvContentPartPr/>
                <p14:nvPr/>
              </p14:nvContentPartPr>
              <p14:xfrm>
                <a:off x="9716157" y="2709932"/>
                <a:ext cx="17280" cy="18360"/>
              </p14:xfrm>
            </p:contentPart>
          </mc:Choice>
          <mc:Fallback>
            <p:pic>
              <p:nvPicPr>
                <p:cNvPr id="109" name="Ink 108">
                  <a:extLst>
                    <a:ext uri="{FF2B5EF4-FFF2-40B4-BE49-F238E27FC236}">
                      <a16:creationId xmlns:a16="http://schemas.microsoft.com/office/drawing/2014/main" id="{9548409B-AEF1-0458-D8FF-299E74F72D4A}"/>
                    </a:ext>
                  </a:extLst>
                </p:cNvPr>
                <p:cNvPicPr/>
                <p:nvPr/>
              </p:nvPicPr>
              <p:blipFill>
                <a:blip r:embed="rId291"/>
                <a:stretch>
                  <a:fillRect/>
                </a:stretch>
              </p:blipFill>
              <p:spPr>
                <a:xfrm>
                  <a:off x="9707517" y="2701292"/>
                  <a:ext cx="3492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110" name="Ink 109">
                  <a:extLst>
                    <a:ext uri="{FF2B5EF4-FFF2-40B4-BE49-F238E27FC236}">
                      <a16:creationId xmlns:a16="http://schemas.microsoft.com/office/drawing/2014/main" id="{902E518B-AFDE-3B1B-8E79-EC6FBEDBDD5B}"/>
                    </a:ext>
                  </a:extLst>
                </p14:cNvPr>
                <p14:cNvContentPartPr/>
                <p14:nvPr/>
              </p14:nvContentPartPr>
              <p14:xfrm>
                <a:off x="9770517" y="2795252"/>
                <a:ext cx="117000" cy="152640"/>
              </p14:xfrm>
            </p:contentPart>
          </mc:Choice>
          <mc:Fallback>
            <p:pic>
              <p:nvPicPr>
                <p:cNvPr id="110" name="Ink 109">
                  <a:extLst>
                    <a:ext uri="{FF2B5EF4-FFF2-40B4-BE49-F238E27FC236}">
                      <a16:creationId xmlns:a16="http://schemas.microsoft.com/office/drawing/2014/main" id="{902E518B-AFDE-3B1B-8E79-EC6FBEDBDD5B}"/>
                    </a:ext>
                  </a:extLst>
                </p:cNvPr>
                <p:cNvPicPr/>
                <p:nvPr/>
              </p:nvPicPr>
              <p:blipFill>
                <a:blip r:embed="rId293"/>
                <a:stretch>
                  <a:fillRect/>
                </a:stretch>
              </p:blipFill>
              <p:spPr>
                <a:xfrm>
                  <a:off x="9761877" y="2786612"/>
                  <a:ext cx="13464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12" name="Ink 111">
                  <a:extLst>
                    <a:ext uri="{FF2B5EF4-FFF2-40B4-BE49-F238E27FC236}">
                      <a16:creationId xmlns:a16="http://schemas.microsoft.com/office/drawing/2014/main" id="{B631F21A-2144-5066-9A9C-4F7A67E57FAE}"/>
                    </a:ext>
                  </a:extLst>
                </p14:cNvPr>
                <p14:cNvContentPartPr/>
                <p14:nvPr/>
              </p14:nvContentPartPr>
              <p14:xfrm>
                <a:off x="9985797" y="2654492"/>
                <a:ext cx="244800" cy="313560"/>
              </p14:xfrm>
            </p:contentPart>
          </mc:Choice>
          <mc:Fallback>
            <p:pic>
              <p:nvPicPr>
                <p:cNvPr id="112" name="Ink 111">
                  <a:extLst>
                    <a:ext uri="{FF2B5EF4-FFF2-40B4-BE49-F238E27FC236}">
                      <a16:creationId xmlns:a16="http://schemas.microsoft.com/office/drawing/2014/main" id="{B631F21A-2144-5066-9A9C-4F7A67E57FAE}"/>
                    </a:ext>
                  </a:extLst>
                </p:cNvPr>
                <p:cNvPicPr/>
                <p:nvPr/>
              </p:nvPicPr>
              <p:blipFill>
                <a:blip r:embed="rId295"/>
                <a:stretch>
                  <a:fillRect/>
                </a:stretch>
              </p:blipFill>
              <p:spPr>
                <a:xfrm>
                  <a:off x="9976797" y="2645852"/>
                  <a:ext cx="262440" cy="33120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201" name="Ink 200">
                  <a:extLst>
                    <a:ext uri="{FF2B5EF4-FFF2-40B4-BE49-F238E27FC236}">
                      <a16:creationId xmlns:a16="http://schemas.microsoft.com/office/drawing/2014/main" id="{78B35064-AEB7-7386-5A7F-47D39C2AF38A}"/>
                    </a:ext>
                  </a:extLst>
                </p14:cNvPr>
                <p14:cNvContentPartPr/>
                <p14:nvPr/>
              </p14:nvContentPartPr>
              <p14:xfrm>
                <a:off x="9459477" y="2084972"/>
                <a:ext cx="276480" cy="178200"/>
              </p14:xfrm>
            </p:contentPart>
          </mc:Choice>
          <mc:Fallback>
            <p:pic>
              <p:nvPicPr>
                <p:cNvPr id="201" name="Ink 200">
                  <a:extLst>
                    <a:ext uri="{FF2B5EF4-FFF2-40B4-BE49-F238E27FC236}">
                      <a16:creationId xmlns:a16="http://schemas.microsoft.com/office/drawing/2014/main" id="{78B35064-AEB7-7386-5A7F-47D39C2AF38A}"/>
                    </a:ext>
                  </a:extLst>
                </p:cNvPr>
                <p:cNvPicPr/>
                <p:nvPr/>
              </p:nvPicPr>
              <p:blipFill>
                <a:blip r:embed="rId297"/>
                <a:stretch>
                  <a:fillRect/>
                </a:stretch>
              </p:blipFill>
              <p:spPr>
                <a:xfrm>
                  <a:off x="9450837" y="2075972"/>
                  <a:ext cx="29412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202" name="Ink 201">
                  <a:extLst>
                    <a:ext uri="{FF2B5EF4-FFF2-40B4-BE49-F238E27FC236}">
                      <a16:creationId xmlns:a16="http://schemas.microsoft.com/office/drawing/2014/main" id="{A576F0BA-2945-38B0-978E-BBAC79FDD785}"/>
                    </a:ext>
                  </a:extLst>
                </p14:cNvPr>
                <p14:cNvContentPartPr/>
                <p14:nvPr/>
              </p14:nvContentPartPr>
              <p14:xfrm>
                <a:off x="9637317" y="2253452"/>
                <a:ext cx="164160" cy="54720"/>
              </p14:xfrm>
            </p:contentPart>
          </mc:Choice>
          <mc:Fallback>
            <p:pic>
              <p:nvPicPr>
                <p:cNvPr id="202" name="Ink 201">
                  <a:extLst>
                    <a:ext uri="{FF2B5EF4-FFF2-40B4-BE49-F238E27FC236}">
                      <a16:creationId xmlns:a16="http://schemas.microsoft.com/office/drawing/2014/main" id="{A576F0BA-2945-38B0-978E-BBAC79FDD785}"/>
                    </a:ext>
                  </a:extLst>
                </p:cNvPr>
                <p:cNvPicPr/>
                <p:nvPr/>
              </p:nvPicPr>
              <p:blipFill>
                <a:blip r:embed="rId299"/>
                <a:stretch>
                  <a:fillRect/>
                </a:stretch>
              </p:blipFill>
              <p:spPr>
                <a:xfrm>
                  <a:off x="9628317" y="2244812"/>
                  <a:ext cx="18180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203" name="Ink 202">
                  <a:extLst>
                    <a:ext uri="{FF2B5EF4-FFF2-40B4-BE49-F238E27FC236}">
                      <a16:creationId xmlns:a16="http://schemas.microsoft.com/office/drawing/2014/main" id="{D6298634-3B8F-8A06-12FE-FF036F5150B3}"/>
                    </a:ext>
                  </a:extLst>
                </p14:cNvPr>
                <p14:cNvContentPartPr/>
                <p14:nvPr/>
              </p14:nvContentPartPr>
              <p14:xfrm>
                <a:off x="9531117" y="2373332"/>
                <a:ext cx="60480" cy="121320"/>
              </p14:xfrm>
            </p:contentPart>
          </mc:Choice>
          <mc:Fallback>
            <p:pic>
              <p:nvPicPr>
                <p:cNvPr id="203" name="Ink 202">
                  <a:extLst>
                    <a:ext uri="{FF2B5EF4-FFF2-40B4-BE49-F238E27FC236}">
                      <a16:creationId xmlns:a16="http://schemas.microsoft.com/office/drawing/2014/main" id="{D6298634-3B8F-8A06-12FE-FF036F5150B3}"/>
                    </a:ext>
                  </a:extLst>
                </p:cNvPr>
                <p:cNvPicPr/>
                <p:nvPr/>
              </p:nvPicPr>
              <p:blipFill>
                <a:blip r:embed="rId301"/>
                <a:stretch>
                  <a:fillRect/>
                </a:stretch>
              </p:blipFill>
              <p:spPr>
                <a:xfrm>
                  <a:off x="9522117" y="2364692"/>
                  <a:ext cx="7812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204" name="Ink 203">
                  <a:extLst>
                    <a:ext uri="{FF2B5EF4-FFF2-40B4-BE49-F238E27FC236}">
                      <a16:creationId xmlns:a16="http://schemas.microsoft.com/office/drawing/2014/main" id="{2635F55C-82FC-629A-E189-A54F0035C340}"/>
                    </a:ext>
                  </a:extLst>
                </p14:cNvPr>
                <p14:cNvContentPartPr/>
                <p14:nvPr/>
              </p14:nvContentPartPr>
              <p14:xfrm>
                <a:off x="9547317" y="2387732"/>
                <a:ext cx="227880" cy="97920"/>
              </p14:xfrm>
            </p:contentPart>
          </mc:Choice>
          <mc:Fallback>
            <p:pic>
              <p:nvPicPr>
                <p:cNvPr id="204" name="Ink 203">
                  <a:extLst>
                    <a:ext uri="{FF2B5EF4-FFF2-40B4-BE49-F238E27FC236}">
                      <a16:creationId xmlns:a16="http://schemas.microsoft.com/office/drawing/2014/main" id="{2635F55C-82FC-629A-E189-A54F0035C340}"/>
                    </a:ext>
                  </a:extLst>
                </p:cNvPr>
                <p:cNvPicPr/>
                <p:nvPr/>
              </p:nvPicPr>
              <p:blipFill>
                <a:blip r:embed="rId303"/>
                <a:stretch>
                  <a:fillRect/>
                </a:stretch>
              </p:blipFill>
              <p:spPr>
                <a:xfrm>
                  <a:off x="9538677" y="2378732"/>
                  <a:ext cx="24552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206" name="Ink 205">
                  <a:extLst>
                    <a:ext uri="{FF2B5EF4-FFF2-40B4-BE49-F238E27FC236}">
                      <a16:creationId xmlns:a16="http://schemas.microsoft.com/office/drawing/2014/main" id="{18AA4C12-952B-33B5-EB8C-1A12BB696ABC}"/>
                    </a:ext>
                  </a:extLst>
                </p14:cNvPr>
                <p14:cNvContentPartPr/>
                <p14:nvPr/>
              </p14:nvContentPartPr>
              <p14:xfrm>
                <a:off x="9158877" y="2394572"/>
                <a:ext cx="21240" cy="33480"/>
              </p14:xfrm>
            </p:contentPart>
          </mc:Choice>
          <mc:Fallback>
            <p:pic>
              <p:nvPicPr>
                <p:cNvPr id="206" name="Ink 205">
                  <a:extLst>
                    <a:ext uri="{FF2B5EF4-FFF2-40B4-BE49-F238E27FC236}">
                      <a16:creationId xmlns:a16="http://schemas.microsoft.com/office/drawing/2014/main" id="{18AA4C12-952B-33B5-EB8C-1A12BB696ABC}"/>
                    </a:ext>
                  </a:extLst>
                </p:cNvPr>
                <p:cNvPicPr/>
                <p:nvPr/>
              </p:nvPicPr>
              <p:blipFill>
                <a:blip r:embed="rId305"/>
                <a:stretch>
                  <a:fillRect/>
                </a:stretch>
              </p:blipFill>
              <p:spPr>
                <a:xfrm>
                  <a:off x="9149877" y="2385572"/>
                  <a:ext cx="3888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207" name="Ink 206">
                  <a:extLst>
                    <a:ext uri="{FF2B5EF4-FFF2-40B4-BE49-F238E27FC236}">
                      <a16:creationId xmlns:a16="http://schemas.microsoft.com/office/drawing/2014/main" id="{1D5A9698-6A9B-870F-4EB8-0321AF252D0C}"/>
                    </a:ext>
                  </a:extLst>
                </p14:cNvPr>
                <p14:cNvContentPartPr/>
                <p14:nvPr/>
              </p14:nvContentPartPr>
              <p14:xfrm>
                <a:off x="9006237" y="2324012"/>
                <a:ext cx="190440" cy="158400"/>
              </p14:xfrm>
            </p:contentPart>
          </mc:Choice>
          <mc:Fallback>
            <p:pic>
              <p:nvPicPr>
                <p:cNvPr id="207" name="Ink 206">
                  <a:extLst>
                    <a:ext uri="{FF2B5EF4-FFF2-40B4-BE49-F238E27FC236}">
                      <a16:creationId xmlns:a16="http://schemas.microsoft.com/office/drawing/2014/main" id="{1D5A9698-6A9B-870F-4EB8-0321AF252D0C}"/>
                    </a:ext>
                  </a:extLst>
                </p:cNvPr>
                <p:cNvPicPr/>
                <p:nvPr/>
              </p:nvPicPr>
              <p:blipFill>
                <a:blip r:embed="rId307"/>
                <a:stretch>
                  <a:fillRect/>
                </a:stretch>
              </p:blipFill>
              <p:spPr>
                <a:xfrm>
                  <a:off x="8997597" y="2315372"/>
                  <a:ext cx="20808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208" name="Ink 207">
                  <a:extLst>
                    <a:ext uri="{FF2B5EF4-FFF2-40B4-BE49-F238E27FC236}">
                      <a16:creationId xmlns:a16="http://schemas.microsoft.com/office/drawing/2014/main" id="{979BDDD6-69E8-1C70-64F6-EBCEDA78C7AF}"/>
                    </a:ext>
                  </a:extLst>
                </p14:cNvPr>
                <p14:cNvContentPartPr/>
                <p14:nvPr/>
              </p14:nvContentPartPr>
              <p14:xfrm>
                <a:off x="8884917" y="2217092"/>
                <a:ext cx="318600" cy="341640"/>
              </p14:xfrm>
            </p:contentPart>
          </mc:Choice>
          <mc:Fallback>
            <p:pic>
              <p:nvPicPr>
                <p:cNvPr id="208" name="Ink 207">
                  <a:extLst>
                    <a:ext uri="{FF2B5EF4-FFF2-40B4-BE49-F238E27FC236}">
                      <a16:creationId xmlns:a16="http://schemas.microsoft.com/office/drawing/2014/main" id="{979BDDD6-69E8-1C70-64F6-EBCEDA78C7AF}"/>
                    </a:ext>
                  </a:extLst>
                </p:cNvPr>
                <p:cNvPicPr/>
                <p:nvPr/>
              </p:nvPicPr>
              <p:blipFill>
                <a:blip r:embed="rId309"/>
                <a:stretch>
                  <a:fillRect/>
                </a:stretch>
              </p:blipFill>
              <p:spPr>
                <a:xfrm>
                  <a:off x="8876277" y="2208092"/>
                  <a:ext cx="336240" cy="35928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209" name="Ink 208">
                  <a:extLst>
                    <a:ext uri="{FF2B5EF4-FFF2-40B4-BE49-F238E27FC236}">
                      <a16:creationId xmlns:a16="http://schemas.microsoft.com/office/drawing/2014/main" id="{0378B8FD-2352-DF68-E7FB-8BCAF0496711}"/>
                    </a:ext>
                  </a:extLst>
                </p14:cNvPr>
                <p14:cNvContentPartPr/>
                <p14:nvPr/>
              </p14:nvContentPartPr>
              <p14:xfrm>
                <a:off x="8665317" y="2009732"/>
                <a:ext cx="446040" cy="519840"/>
              </p14:xfrm>
            </p:contentPart>
          </mc:Choice>
          <mc:Fallback>
            <p:pic>
              <p:nvPicPr>
                <p:cNvPr id="209" name="Ink 208">
                  <a:extLst>
                    <a:ext uri="{FF2B5EF4-FFF2-40B4-BE49-F238E27FC236}">
                      <a16:creationId xmlns:a16="http://schemas.microsoft.com/office/drawing/2014/main" id="{0378B8FD-2352-DF68-E7FB-8BCAF0496711}"/>
                    </a:ext>
                  </a:extLst>
                </p:cNvPr>
                <p:cNvPicPr/>
                <p:nvPr/>
              </p:nvPicPr>
              <p:blipFill>
                <a:blip r:embed="rId311"/>
                <a:stretch>
                  <a:fillRect/>
                </a:stretch>
              </p:blipFill>
              <p:spPr>
                <a:xfrm>
                  <a:off x="8656677" y="2001092"/>
                  <a:ext cx="463680" cy="53748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210" name="Ink 209">
                  <a:extLst>
                    <a:ext uri="{FF2B5EF4-FFF2-40B4-BE49-F238E27FC236}">
                      <a16:creationId xmlns:a16="http://schemas.microsoft.com/office/drawing/2014/main" id="{A64712D9-0A25-9A4A-F9E0-D98115760EBC}"/>
                    </a:ext>
                  </a:extLst>
                </p14:cNvPr>
                <p14:cNvContentPartPr/>
                <p14:nvPr/>
              </p14:nvContentPartPr>
              <p14:xfrm>
                <a:off x="8471997" y="1462172"/>
                <a:ext cx="223920" cy="414360"/>
              </p14:xfrm>
            </p:contentPart>
          </mc:Choice>
          <mc:Fallback>
            <p:pic>
              <p:nvPicPr>
                <p:cNvPr id="210" name="Ink 209">
                  <a:extLst>
                    <a:ext uri="{FF2B5EF4-FFF2-40B4-BE49-F238E27FC236}">
                      <a16:creationId xmlns:a16="http://schemas.microsoft.com/office/drawing/2014/main" id="{A64712D9-0A25-9A4A-F9E0-D98115760EBC}"/>
                    </a:ext>
                  </a:extLst>
                </p:cNvPr>
                <p:cNvPicPr/>
                <p:nvPr/>
              </p:nvPicPr>
              <p:blipFill>
                <a:blip r:embed="rId313"/>
                <a:stretch>
                  <a:fillRect/>
                </a:stretch>
              </p:blipFill>
              <p:spPr>
                <a:xfrm>
                  <a:off x="8463357" y="1453172"/>
                  <a:ext cx="241560" cy="43200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211" name="Ink 210">
                  <a:extLst>
                    <a:ext uri="{FF2B5EF4-FFF2-40B4-BE49-F238E27FC236}">
                      <a16:creationId xmlns:a16="http://schemas.microsoft.com/office/drawing/2014/main" id="{5B4D8699-44C0-9A53-6FBE-DAE8E6183C76}"/>
                    </a:ext>
                  </a:extLst>
                </p14:cNvPr>
                <p14:cNvContentPartPr/>
                <p14:nvPr/>
              </p14:nvContentPartPr>
              <p14:xfrm>
                <a:off x="8737317" y="1666652"/>
                <a:ext cx="96480" cy="182520"/>
              </p14:xfrm>
            </p:contentPart>
          </mc:Choice>
          <mc:Fallback>
            <p:pic>
              <p:nvPicPr>
                <p:cNvPr id="211" name="Ink 210">
                  <a:extLst>
                    <a:ext uri="{FF2B5EF4-FFF2-40B4-BE49-F238E27FC236}">
                      <a16:creationId xmlns:a16="http://schemas.microsoft.com/office/drawing/2014/main" id="{5B4D8699-44C0-9A53-6FBE-DAE8E6183C76}"/>
                    </a:ext>
                  </a:extLst>
                </p:cNvPr>
                <p:cNvPicPr/>
                <p:nvPr/>
              </p:nvPicPr>
              <p:blipFill>
                <a:blip r:embed="rId315"/>
                <a:stretch>
                  <a:fillRect/>
                </a:stretch>
              </p:blipFill>
              <p:spPr>
                <a:xfrm>
                  <a:off x="8728677" y="1657652"/>
                  <a:ext cx="11412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212" name="Ink 211">
                  <a:extLst>
                    <a:ext uri="{FF2B5EF4-FFF2-40B4-BE49-F238E27FC236}">
                      <a16:creationId xmlns:a16="http://schemas.microsoft.com/office/drawing/2014/main" id="{03B38D02-E1C2-CEDD-1CCA-FE28CF3E672C}"/>
                    </a:ext>
                  </a:extLst>
                </p14:cNvPr>
                <p14:cNvContentPartPr/>
                <p14:nvPr/>
              </p14:nvContentPartPr>
              <p14:xfrm>
                <a:off x="8860437" y="1685732"/>
                <a:ext cx="100440" cy="156240"/>
              </p14:xfrm>
            </p:contentPart>
          </mc:Choice>
          <mc:Fallback>
            <p:pic>
              <p:nvPicPr>
                <p:cNvPr id="212" name="Ink 211">
                  <a:extLst>
                    <a:ext uri="{FF2B5EF4-FFF2-40B4-BE49-F238E27FC236}">
                      <a16:creationId xmlns:a16="http://schemas.microsoft.com/office/drawing/2014/main" id="{03B38D02-E1C2-CEDD-1CCA-FE28CF3E672C}"/>
                    </a:ext>
                  </a:extLst>
                </p:cNvPr>
                <p:cNvPicPr/>
                <p:nvPr/>
              </p:nvPicPr>
              <p:blipFill>
                <a:blip r:embed="rId317"/>
                <a:stretch>
                  <a:fillRect/>
                </a:stretch>
              </p:blipFill>
              <p:spPr>
                <a:xfrm>
                  <a:off x="8851437" y="1677092"/>
                  <a:ext cx="11808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213" name="Ink 212">
                  <a:extLst>
                    <a:ext uri="{FF2B5EF4-FFF2-40B4-BE49-F238E27FC236}">
                      <a16:creationId xmlns:a16="http://schemas.microsoft.com/office/drawing/2014/main" id="{1DCFE6B1-EC80-EEAB-7B00-AC2B7766D0C4}"/>
                    </a:ext>
                  </a:extLst>
                </p14:cNvPr>
                <p14:cNvContentPartPr/>
                <p14:nvPr/>
              </p14:nvContentPartPr>
              <p14:xfrm>
                <a:off x="9006597" y="1694012"/>
                <a:ext cx="94680" cy="129600"/>
              </p14:xfrm>
            </p:contentPart>
          </mc:Choice>
          <mc:Fallback>
            <p:pic>
              <p:nvPicPr>
                <p:cNvPr id="213" name="Ink 212">
                  <a:extLst>
                    <a:ext uri="{FF2B5EF4-FFF2-40B4-BE49-F238E27FC236}">
                      <a16:creationId xmlns:a16="http://schemas.microsoft.com/office/drawing/2014/main" id="{1DCFE6B1-EC80-EEAB-7B00-AC2B7766D0C4}"/>
                    </a:ext>
                  </a:extLst>
                </p:cNvPr>
                <p:cNvPicPr/>
                <p:nvPr/>
              </p:nvPicPr>
              <p:blipFill>
                <a:blip r:embed="rId319"/>
                <a:stretch>
                  <a:fillRect/>
                </a:stretch>
              </p:blipFill>
              <p:spPr>
                <a:xfrm>
                  <a:off x="8997957" y="1685012"/>
                  <a:ext cx="11232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214" name="Ink 213">
                  <a:extLst>
                    <a:ext uri="{FF2B5EF4-FFF2-40B4-BE49-F238E27FC236}">
                      <a16:creationId xmlns:a16="http://schemas.microsoft.com/office/drawing/2014/main" id="{BD4029AA-C7A8-4032-8B7F-E5E7FD615687}"/>
                    </a:ext>
                  </a:extLst>
                </p14:cNvPr>
                <p14:cNvContentPartPr/>
                <p14:nvPr/>
              </p14:nvContentPartPr>
              <p14:xfrm>
                <a:off x="9143757" y="1691492"/>
                <a:ext cx="217800" cy="142920"/>
              </p14:xfrm>
            </p:contentPart>
          </mc:Choice>
          <mc:Fallback>
            <p:pic>
              <p:nvPicPr>
                <p:cNvPr id="214" name="Ink 213">
                  <a:extLst>
                    <a:ext uri="{FF2B5EF4-FFF2-40B4-BE49-F238E27FC236}">
                      <a16:creationId xmlns:a16="http://schemas.microsoft.com/office/drawing/2014/main" id="{BD4029AA-C7A8-4032-8B7F-E5E7FD615687}"/>
                    </a:ext>
                  </a:extLst>
                </p:cNvPr>
                <p:cNvPicPr/>
                <p:nvPr/>
              </p:nvPicPr>
              <p:blipFill>
                <a:blip r:embed="rId321"/>
                <a:stretch>
                  <a:fillRect/>
                </a:stretch>
              </p:blipFill>
              <p:spPr>
                <a:xfrm>
                  <a:off x="9135117" y="1682492"/>
                  <a:ext cx="23544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215" name="Ink 214">
                  <a:extLst>
                    <a:ext uri="{FF2B5EF4-FFF2-40B4-BE49-F238E27FC236}">
                      <a16:creationId xmlns:a16="http://schemas.microsoft.com/office/drawing/2014/main" id="{338C8527-D754-E39C-74E5-82F87CB59EAF}"/>
                    </a:ext>
                  </a:extLst>
                </p14:cNvPr>
                <p14:cNvContentPartPr/>
                <p14:nvPr/>
              </p14:nvContentPartPr>
              <p14:xfrm>
                <a:off x="9360477" y="1650092"/>
                <a:ext cx="20520" cy="14400"/>
              </p14:xfrm>
            </p:contentPart>
          </mc:Choice>
          <mc:Fallback>
            <p:pic>
              <p:nvPicPr>
                <p:cNvPr id="215" name="Ink 214">
                  <a:extLst>
                    <a:ext uri="{FF2B5EF4-FFF2-40B4-BE49-F238E27FC236}">
                      <a16:creationId xmlns:a16="http://schemas.microsoft.com/office/drawing/2014/main" id="{338C8527-D754-E39C-74E5-82F87CB59EAF}"/>
                    </a:ext>
                  </a:extLst>
                </p:cNvPr>
                <p:cNvPicPr/>
                <p:nvPr/>
              </p:nvPicPr>
              <p:blipFill>
                <a:blip r:embed="rId323"/>
                <a:stretch>
                  <a:fillRect/>
                </a:stretch>
              </p:blipFill>
              <p:spPr>
                <a:xfrm>
                  <a:off x="9351477" y="1641452"/>
                  <a:ext cx="3816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216" name="Ink 215">
                  <a:extLst>
                    <a:ext uri="{FF2B5EF4-FFF2-40B4-BE49-F238E27FC236}">
                      <a16:creationId xmlns:a16="http://schemas.microsoft.com/office/drawing/2014/main" id="{596D5F21-E2B3-58C8-24C8-79ED7FD24E24}"/>
                    </a:ext>
                  </a:extLst>
                </p14:cNvPr>
                <p14:cNvContentPartPr/>
                <p14:nvPr/>
              </p14:nvContentPartPr>
              <p14:xfrm>
                <a:off x="9414477" y="1690412"/>
                <a:ext cx="77760" cy="133920"/>
              </p14:xfrm>
            </p:contentPart>
          </mc:Choice>
          <mc:Fallback>
            <p:pic>
              <p:nvPicPr>
                <p:cNvPr id="216" name="Ink 215">
                  <a:extLst>
                    <a:ext uri="{FF2B5EF4-FFF2-40B4-BE49-F238E27FC236}">
                      <a16:creationId xmlns:a16="http://schemas.microsoft.com/office/drawing/2014/main" id="{596D5F21-E2B3-58C8-24C8-79ED7FD24E24}"/>
                    </a:ext>
                  </a:extLst>
                </p:cNvPr>
                <p:cNvPicPr/>
                <p:nvPr/>
              </p:nvPicPr>
              <p:blipFill>
                <a:blip r:embed="rId325"/>
                <a:stretch>
                  <a:fillRect/>
                </a:stretch>
              </p:blipFill>
              <p:spPr>
                <a:xfrm>
                  <a:off x="9405477" y="1681772"/>
                  <a:ext cx="9540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217" name="Ink 216">
                  <a:extLst>
                    <a:ext uri="{FF2B5EF4-FFF2-40B4-BE49-F238E27FC236}">
                      <a16:creationId xmlns:a16="http://schemas.microsoft.com/office/drawing/2014/main" id="{AD1DF7EB-8EBB-243D-6192-BABF56C1B6D7}"/>
                    </a:ext>
                  </a:extLst>
                </p14:cNvPr>
                <p14:cNvContentPartPr/>
                <p14:nvPr/>
              </p14:nvContentPartPr>
              <p14:xfrm>
                <a:off x="9536877" y="1685732"/>
                <a:ext cx="167400" cy="136800"/>
              </p14:xfrm>
            </p:contentPart>
          </mc:Choice>
          <mc:Fallback>
            <p:pic>
              <p:nvPicPr>
                <p:cNvPr id="217" name="Ink 216">
                  <a:extLst>
                    <a:ext uri="{FF2B5EF4-FFF2-40B4-BE49-F238E27FC236}">
                      <a16:creationId xmlns:a16="http://schemas.microsoft.com/office/drawing/2014/main" id="{AD1DF7EB-8EBB-243D-6192-BABF56C1B6D7}"/>
                    </a:ext>
                  </a:extLst>
                </p:cNvPr>
                <p:cNvPicPr/>
                <p:nvPr/>
              </p:nvPicPr>
              <p:blipFill>
                <a:blip r:embed="rId327"/>
                <a:stretch>
                  <a:fillRect/>
                </a:stretch>
              </p:blipFill>
              <p:spPr>
                <a:xfrm>
                  <a:off x="9527877" y="1677092"/>
                  <a:ext cx="185040" cy="154440"/>
                </a:xfrm>
                <a:prstGeom prst="rect">
                  <a:avLst/>
                </a:prstGeom>
              </p:spPr>
            </p:pic>
          </mc:Fallback>
        </mc:AlternateContent>
        <mc:AlternateContent xmlns:mc="http://schemas.openxmlformats.org/markup-compatibility/2006">
          <mc:Choice xmlns:p14="http://schemas.microsoft.com/office/powerpoint/2010/main" Requires="p14">
            <p:contentPart p14:bwMode="auto" r:id="rId328">
              <p14:nvContentPartPr>
                <p14:cNvPr id="220" name="Ink 219">
                  <a:extLst>
                    <a:ext uri="{FF2B5EF4-FFF2-40B4-BE49-F238E27FC236}">
                      <a16:creationId xmlns:a16="http://schemas.microsoft.com/office/drawing/2014/main" id="{22648C08-F89E-B340-D04A-3C3FEAD4EADC}"/>
                    </a:ext>
                  </a:extLst>
                </p14:cNvPr>
                <p14:cNvContentPartPr/>
                <p14:nvPr/>
              </p14:nvContentPartPr>
              <p14:xfrm>
                <a:off x="935037" y="5639252"/>
                <a:ext cx="360000" cy="333000"/>
              </p14:xfrm>
            </p:contentPart>
          </mc:Choice>
          <mc:Fallback>
            <p:pic>
              <p:nvPicPr>
                <p:cNvPr id="220" name="Ink 219">
                  <a:extLst>
                    <a:ext uri="{FF2B5EF4-FFF2-40B4-BE49-F238E27FC236}">
                      <a16:creationId xmlns:a16="http://schemas.microsoft.com/office/drawing/2014/main" id="{22648C08-F89E-B340-D04A-3C3FEAD4EADC}"/>
                    </a:ext>
                  </a:extLst>
                </p:cNvPr>
                <p:cNvPicPr/>
                <p:nvPr/>
              </p:nvPicPr>
              <p:blipFill>
                <a:blip r:embed="rId329"/>
                <a:stretch>
                  <a:fillRect/>
                </a:stretch>
              </p:blipFill>
              <p:spPr>
                <a:xfrm>
                  <a:off x="926037" y="5630252"/>
                  <a:ext cx="377640" cy="35064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221" name="Ink 220">
                  <a:extLst>
                    <a:ext uri="{FF2B5EF4-FFF2-40B4-BE49-F238E27FC236}">
                      <a16:creationId xmlns:a16="http://schemas.microsoft.com/office/drawing/2014/main" id="{DD394D1B-4E58-B0A6-6346-28BF4E60749B}"/>
                    </a:ext>
                  </a:extLst>
                </p14:cNvPr>
                <p14:cNvContentPartPr/>
                <p14:nvPr/>
              </p14:nvContentPartPr>
              <p14:xfrm>
                <a:off x="992277" y="6019052"/>
                <a:ext cx="213480" cy="173880"/>
              </p14:xfrm>
            </p:contentPart>
          </mc:Choice>
          <mc:Fallback>
            <p:pic>
              <p:nvPicPr>
                <p:cNvPr id="221" name="Ink 220">
                  <a:extLst>
                    <a:ext uri="{FF2B5EF4-FFF2-40B4-BE49-F238E27FC236}">
                      <a16:creationId xmlns:a16="http://schemas.microsoft.com/office/drawing/2014/main" id="{DD394D1B-4E58-B0A6-6346-28BF4E60749B}"/>
                    </a:ext>
                  </a:extLst>
                </p:cNvPr>
                <p:cNvPicPr/>
                <p:nvPr/>
              </p:nvPicPr>
              <p:blipFill>
                <a:blip r:embed="rId331"/>
                <a:stretch>
                  <a:fillRect/>
                </a:stretch>
              </p:blipFill>
              <p:spPr>
                <a:xfrm>
                  <a:off x="983637" y="6010412"/>
                  <a:ext cx="23112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222" name="Ink 221">
                  <a:extLst>
                    <a:ext uri="{FF2B5EF4-FFF2-40B4-BE49-F238E27FC236}">
                      <a16:creationId xmlns:a16="http://schemas.microsoft.com/office/drawing/2014/main" id="{7CA49B66-A672-52E7-4BD5-AC3A6CD00832}"/>
                    </a:ext>
                  </a:extLst>
                </p14:cNvPr>
                <p14:cNvContentPartPr/>
                <p14:nvPr/>
              </p14:nvContentPartPr>
              <p14:xfrm>
                <a:off x="1353357" y="5663732"/>
                <a:ext cx="220680" cy="285120"/>
              </p14:xfrm>
            </p:contentPart>
          </mc:Choice>
          <mc:Fallback>
            <p:pic>
              <p:nvPicPr>
                <p:cNvPr id="222" name="Ink 221">
                  <a:extLst>
                    <a:ext uri="{FF2B5EF4-FFF2-40B4-BE49-F238E27FC236}">
                      <a16:creationId xmlns:a16="http://schemas.microsoft.com/office/drawing/2014/main" id="{7CA49B66-A672-52E7-4BD5-AC3A6CD00832}"/>
                    </a:ext>
                  </a:extLst>
                </p:cNvPr>
                <p:cNvPicPr/>
                <p:nvPr/>
              </p:nvPicPr>
              <p:blipFill>
                <a:blip r:embed="rId333"/>
                <a:stretch>
                  <a:fillRect/>
                </a:stretch>
              </p:blipFill>
              <p:spPr>
                <a:xfrm>
                  <a:off x="1344717" y="5654732"/>
                  <a:ext cx="238320" cy="30276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223" name="Ink 222">
                  <a:extLst>
                    <a:ext uri="{FF2B5EF4-FFF2-40B4-BE49-F238E27FC236}">
                      <a16:creationId xmlns:a16="http://schemas.microsoft.com/office/drawing/2014/main" id="{64E64825-DE63-F67F-303B-9A88C838C0D2}"/>
                    </a:ext>
                  </a:extLst>
                </p14:cNvPr>
                <p14:cNvContentPartPr/>
                <p14:nvPr/>
              </p14:nvContentPartPr>
              <p14:xfrm>
                <a:off x="1326717" y="5960012"/>
                <a:ext cx="181800" cy="237240"/>
              </p14:xfrm>
            </p:contentPart>
          </mc:Choice>
          <mc:Fallback>
            <p:pic>
              <p:nvPicPr>
                <p:cNvPr id="223" name="Ink 222">
                  <a:extLst>
                    <a:ext uri="{FF2B5EF4-FFF2-40B4-BE49-F238E27FC236}">
                      <a16:creationId xmlns:a16="http://schemas.microsoft.com/office/drawing/2014/main" id="{64E64825-DE63-F67F-303B-9A88C838C0D2}"/>
                    </a:ext>
                  </a:extLst>
                </p:cNvPr>
                <p:cNvPicPr/>
                <p:nvPr/>
              </p:nvPicPr>
              <p:blipFill>
                <a:blip r:embed="rId335"/>
                <a:stretch>
                  <a:fillRect/>
                </a:stretch>
              </p:blipFill>
              <p:spPr>
                <a:xfrm>
                  <a:off x="1317717" y="5951012"/>
                  <a:ext cx="19944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224" name="Ink 223">
                  <a:extLst>
                    <a:ext uri="{FF2B5EF4-FFF2-40B4-BE49-F238E27FC236}">
                      <a16:creationId xmlns:a16="http://schemas.microsoft.com/office/drawing/2014/main" id="{5AB1B03F-21BD-DDB0-6578-2BCEA43BD558}"/>
                    </a:ext>
                  </a:extLst>
                </p14:cNvPr>
                <p14:cNvContentPartPr/>
                <p14:nvPr/>
              </p14:nvContentPartPr>
              <p14:xfrm>
                <a:off x="1586637" y="5610812"/>
                <a:ext cx="214920" cy="320760"/>
              </p14:xfrm>
            </p:contentPart>
          </mc:Choice>
          <mc:Fallback>
            <p:pic>
              <p:nvPicPr>
                <p:cNvPr id="224" name="Ink 223">
                  <a:extLst>
                    <a:ext uri="{FF2B5EF4-FFF2-40B4-BE49-F238E27FC236}">
                      <a16:creationId xmlns:a16="http://schemas.microsoft.com/office/drawing/2014/main" id="{5AB1B03F-21BD-DDB0-6578-2BCEA43BD558}"/>
                    </a:ext>
                  </a:extLst>
                </p:cNvPr>
                <p:cNvPicPr/>
                <p:nvPr/>
              </p:nvPicPr>
              <p:blipFill>
                <a:blip r:embed="rId337"/>
                <a:stretch>
                  <a:fillRect/>
                </a:stretch>
              </p:blipFill>
              <p:spPr>
                <a:xfrm>
                  <a:off x="1577997" y="5602172"/>
                  <a:ext cx="232560" cy="33840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225" name="Ink 224">
                  <a:extLst>
                    <a:ext uri="{FF2B5EF4-FFF2-40B4-BE49-F238E27FC236}">
                      <a16:creationId xmlns:a16="http://schemas.microsoft.com/office/drawing/2014/main" id="{834B7975-3DC7-0CFC-0CEE-DF2DDD869817}"/>
                    </a:ext>
                  </a:extLst>
                </p14:cNvPr>
                <p14:cNvContentPartPr/>
                <p14:nvPr/>
              </p14:nvContentPartPr>
              <p14:xfrm>
                <a:off x="1695717" y="5920412"/>
                <a:ext cx="147960" cy="273240"/>
              </p14:xfrm>
            </p:contentPart>
          </mc:Choice>
          <mc:Fallback>
            <p:pic>
              <p:nvPicPr>
                <p:cNvPr id="225" name="Ink 224">
                  <a:extLst>
                    <a:ext uri="{FF2B5EF4-FFF2-40B4-BE49-F238E27FC236}">
                      <a16:creationId xmlns:a16="http://schemas.microsoft.com/office/drawing/2014/main" id="{834B7975-3DC7-0CFC-0CEE-DF2DDD869817}"/>
                    </a:ext>
                  </a:extLst>
                </p:cNvPr>
                <p:cNvPicPr/>
                <p:nvPr/>
              </p:nvPicPr>
              <p:blipFill>
                <a:blip r:embed="rId339"/>
                <a:stretch>
                  <a:fillRect/>
                </a:stretch>
              </p:blipFill>
              <p:spPr>
                <a:xfrm>
                  <a:off x="1687077" y="5911412"/>
                  <a:ext cx="165600" cy="29088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226" name="Ink 225">
                  <a:extLst>
                    <a:ext uri="{FF2B5EF4-FFF2-40B4-BE49-F238E27FC236}">
                      <a16:creationId xmlns:a16="http://schemas.microsoft.com/office/drawing/2014/main" id="{3541C283-EF93-8CBE-7E09-90EAC51713A4}"/>
                    </a:ext>
                  </a:extLst>
                </p14:cNvPr>
                <p14:cNvContentPartPr/>
                <p14:nvPr/>
              </p14:nvContentPartPr>
              <p14:xfrm>
                <a:off x="2196477" y="5440532"/>
                <a:ext cx="395640" cy="782280"/>
              </p14:xfrm>
            </p:contentPart>
          </mc:Choice>
          <mc:Fallback>
            <p:pic>
              <p:nvPicPr>
                <p:cNvPr id="226" name="Ink 225">
                  <a:extLst>
                    <a:ext uri="{FF2B5EF4-FFF2-40B4-BE49-F238E27FC236}">
                      <a16:creationId xmlns:a16="http://schemas.microsoft.com/office/drawing/2014/main" id="{3541C283-EF93-8CBE-7E09-90EAC51713A4}"/>
                    </a:ext>
                  </a:extLst>
                </p:cNvPr>
                <p:cNvPicPr/>
                <p:nvPr/>
              </p:nvPicPr>
              <p:blipFill>
                <a:blip r:embed="rId341"/>
                <a:stretch>
                  <a:fillRect/>
                </a:stretch>
              </p:blipFill>
              <p:spPr>
                <a:xfrm>
                  <a:off x="2187477" y="5431892"/>
                  <a:ext cx="413280" cy="79992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227" name="Ink 226">
                  <a:extLst>
                    <a:ext uri="{FF2B5EF4-FFF2-40B4-BE49-F238E27FC236}">
                      <a16:creationId xmlns:a16="http://schemas.microsoft.com/office/drawing/2014/main" id="{473AA11C-1CAF-26E8-6DFE-B3978148D776}"/>
                    </a:ext>
                  </a:extLst>
                </p14:cNvPr>
                <p14:cNvContentPartPr/>
                <p14:nvPr/>
              </p14:nvContentPartPr>
              <p14:xfrm>
                <a:off x="2375037" y="6070532"/>
                <a:ext cx="66240" cy="68040"/>
              </p14:xfrm>
            </p:contentPart>
          </mc:Choice>
          <mc:Fallback>
            <p:pic>
              <p:nvPicPr>
                <p:cNvPr id="227" name="Ink 226">
                  <a:extLst>
                    <a:ext uri="{FF2B5EF4-FFF2-40B4-BE49-F238E27FC236}">
                      <a16:creationId xmlns:a16="http://schemas.microsoft.com/office/drawing/2014/main" id="{473AA11C-1CAF-26E8-6DFE-B3978148D776}"/>
                    </a:ext>
                  </a:extLst>
                </p:cNvPr>
                <p:cNvPicPr/>
                <p:nvPr/>
              </p:nvPicPr>
              <p:blipFill>
                <a:blip r:embed="rId343"/>
                <a:stretch>
                  <a:fillRect/>
                </a:stretch>
              </p:blipFill>
              <p:spPr>
                <a:xfrm>
                  <a:off x="2366037" y="6061532"/>
                  <a:ext cx="83880" cy="8568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228" name="Ink 227">
                  <a:extLst>
                    <a:ext uri="{FF2B5EF4-FFF2-40B4-BE49-F238E27FC236}">
                      <a16:creationId xmlns:a16="http://schemas.microsoft.com/office/drawing/2014/main" id="{6EC618CB-D64C-6A7E-41F5-D66FAE0EB16E}"/>
                    </a:ext>
                  </a:extLst>
                </p14:cNvPr>
                <p14:cNvContentPartPr/>
                <p14:nvPr/>
              </p14:nvContentPartPr>
              <p14:xfrm>
                <a:off x="2778957" y="5636012"/>
                <a:ext cx="741240" cy="543960"/>
              </p14:xfrm>
            </p:contentPart>
          </mc:Choice>
          <mc:Fallback>
            <p:pic>
              <p:nvPicPr>
                <p:cNvPr id="228" name="Ink 227">
                  <a:extLst>
                    <a:ext uri="{FF2B5EF4-FFF2-40B4-BE49-F238E27FC236}">
                      <a16:creationId xmlns:a16="http://schemas.microsoft.com/office/drawing/2014/main" id="{6EC618CB-D64C-6A7E-41F5-D66FAE0EB16E}"/>
                    </a:ext>
                  </a:extLst>
                </p:cNvPr>
                <p:cNvPicPr/>
                <p:nvPr/>
              </p:nvPicPr>
              <p:blipFill>
                <a:blip r:embed="rId345"/>
                <a:stretch>
                  <a:fillRect/>
                </a:stretch>
              </p:blipFill>
              <p:spPr>
                <a:xfrm>
                  <a:off x="2769957" y="5627372"/>
                  <a:ext cx="758880" cy="56160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29" name="Ink 228">
                  <a:extLst>
                    <a:ext uri="{FF2B5EF4-FFF2-40B4-BE49-F238E27FC236}">
                      <a16:creationId xmlns:a16="http://schemas.microsoft.com/office/drawing/2014/main" id="{AC5AA87C-E51D-7E8C-3DBE-0357D92EB7B9}"/>
                    </a:ext>
                  </a:extLst>
                </p14:cNvPr>
                <p14:cNvContentPartPr/>
                <p14:nvPr/>
              </p14:nvContentPartPr>
              <p14:xfrm>
                <a:off x="3119877" y="6045332"/>
                <a:ext cx="44640" cy="54000"/>
              </p14:xfrm>
            </p:contentPart>
          </mc:Choice>
          <mc:Fallback>
            <p:pic>
              <p:nvPicPr>
                <p:cNvPr id="229" name="Ink 228">
                  <a:extLst>
                    <a:ext uri="{FF2B5EF4-FFF2-40B4-BE49-F238E27FC236}">
                      <a16:creationId xmlns:a16="http://schemas.microsoft.com/office/drawing/2014/main" id="{AC5AA87C-E51D-7E8C-3DBE-0357D92EB7B9}"/>
                    </a:ext>
                  </a:extLst>
                </p:cNvPr>
                <p:cNvPicPr/>
                <p:nvPr/>
              </p:nvPicPr>
              <p:blipFill>
                <a:blip r:embed="rId347"/>
                <a:stretch>
                  <a:fillRect/>
                </a:stretch>
              </p:blipFill>
              <p:spPr>
                <a:xfrm>
                  <a:off x="3110877" y="6036332"/>
                  <a:ext cx="62280" cy="7164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30" name="Ink 229">
                  <a:extLst>
                    <a:ext uri="{FF2B5EF4-FFF2-40B4-BE49-F238E27FC236}">
                      <a16:creationId xmlns:a16="http://schemas.microsoft.com/office/drawing/2014/main" id="{B1D19EEA-6669-F520-320D-CF3E77ECB240}"/>
                    </a:ext>
                  </a:extLst>
                </p14:cNvPr>
                <p14:cNvContentPartPr/>
                <p14:nvPr/>
              </p14:nvContentPartPr>
              <p14:xfrm>
                <a:off x="3957237" y="5532332"/>
                <a:ext cx="659880" cy="586440"/>
              </p14:xfrm>
            </p:contentPart>
          </mc:Choice>
          <mc:Fallback>
            <p:pic>
              <p:nvPicPr>
                <p:cNvPr id="230" name="Ink 229">
                  <a:extLst>
                    <a:ext uri="{FF2B5EF4-FFF2-40B4-BE49-F238E27FC236}">
                      <a16:creationId xmlns:a16="http://schemas.microsoft.com/office/drawing/2014/main" id="{B1D19EEA-6669-F520-320D-CF3E77ECB240}"/>
                    </a:ext>
                  </a:extLst>
                </p:cNvPr>
                <p:cNvPicPr/>
                <p:nvPr/>
              </p:nvPicPr>
              <p:blipFill>
                <a:blip r:embed="rId349"/>
                <a:stretch>
                  <a:fillRect/>
                </a:stretch>
              </p:blipFill>
              <p:spPr>
                <a:xfrm>
                  <a:off x="3948237" y="5523692"/>
                  <a:ext cx="677520" cy="60408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31" name="Ink 230">
                  <a:extLst>
                    <a:ext uri="{FF2B5EF4-FFF2-40B4-BE49-F238E27FC236}">
                      <a16:creationId xmlns:a16="http://schemas.microsoft.com/office/drawing/2014/main" id="{47196912-2102-999B-DF2F-DAA0D481374E}"/>
                    </a:ext>
                  </a:extLst>
                </p14:cNvPr>
                <p14:cNvContentPartPr/>
                <p14:nvPr/>
              </p14:nvContentPartPr>
              <p14:xfrm>
                <a:off x="4170357" y="6140012"/>
                <a:ext cx="219600" cy="111240"/>
              </p14:xfrm>
            </p:contentPart>
          </mc:Choice>
          <mc:Fallback>
            <p:pic>
              <p:nvPicPr>
                <p:cNvPr id="231" name="Ink 230">
                  <a:extLst>
                    <a:ext uri="{FF2B5EF4-FFF2-40B4-BE49-F238E27FC236}">
                      <a16:creationId xmlns:a16="http://schemas.microsoft.com/office/drawing/2014/main" id="{47196912-2102-999B-DF2F-DAA0D481374E}"/>
                    </a:ext>
                  </a:extLst>
                </p:cNvPr>
                <p:cNvPicPr/>
                <p:nvPr/>
              </p:nvPicPr>
              <p:blipFill>
                <a:blip r:embed="rId351"/>
                <a:stretch>
                  <a:fillRect/>
                </a:stretch>
              </p:blipFill>
              <p:spPr>
                <a:xfrm>
                  <a:off x="4161357" y="6131372"/>
                  <a:ext cx="23724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32" name="Ink 231">
                  <a:extLst>
                    <a:ext uri="{FF2B5EF4-FFF2-40B4-BE49-F238E27FC236}">
                      <a16:creationId xmlns:a16="http://schemas.microsoft.com/office/drawing/2014/main" id="{DC810A1C-45D7-C200-83C2-1EDC4CDCFDC6}"/>
                    </a:ext>
                  </a:extLst>
                </p14:cNvPr>
                <p14:cNvContentPartPr/>
                <p14:nvPr/>
              </p14:nvContentPartPr>
              <p14:xfrm>
                <a:off x="4815477" y="3004052"/>
                <a:ext cx="3892680" cy="3008520"/>
              </p14:xfrm>
            </p:contentPart>
          </mc:Choice>
          <mc:Fallback>
            <p:pic>
              <p:nvPicPr>
                <p:cNvPr id="232" name="Ink 231">
                  <a:extLst>
                    <a:ext uri="{FF2B5EF4-FFF2-40B4-BE49-F238E27FC236}">
                      <a16:creationId xmlns:a16="http://schemas.microsoft.com/office/drawing/2014/main" id="{DC810A1C-45D7-C200-83C2-1EDC4CDCFDC6}"/>
                    </a:ext>
                  </a:extLst>
                </p:cNvPr>
                <p:cNvPicPr/>
                <p:nvPr/>
              </p:nvPicPr>
              <p:blipFill>
                <a:blip r:embed="rId353"/>
                <a:stretch>
                  <a:fillRect/>
                </a:stretch>
              </p:blipFill>
              <p:spPr>
                <a:xfrm>
                  <a:off x="4806477" y="2995412"/>
                  <a:ext cx="3910320" cy="302616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233" name="Ink 232">
                  <a:extLst>
                    <a:ext uri="{FF2B5EF4-FFF2-40B4-BE49-F238E27FC236}">
                      <a16:creationId xmlns:a16="http://schemas.microsoft.com/office/drawing/2014/main" id="{5D192E68-A5E6-09BC-4AEB-38753AC77E16}"/>
                    </a:ext>
                  </a:extLst>
                </p14:cNvPr>
                <p14:cNvContentPartPr/>
                <p14:nvPr/>
              </p14:nvContentPartPr>
              <p14:xfrm>
                <a:off x="8564877" y="3005852"/>
                <a:ext cx="147600" cy="85680"/>
              </p14:xfrm>
            </p:contentPart>
          </mc:Choice>
          <mc:Fallback>
            <p:pic>
              <p:nvPicPr>
                <p:cNvPr id="233" name="Ink 232">
                  <a:extLst>
                    <a:ext uri="{FF2B5EF4-FFF2-40B4-BE49-F238E27FC236}">
                      <a16:creationId xmlns:a16="http://schemas.microsoft.com/office/drawing/2014/main" id="{5D192E68-A5E6-09BC-4AEB-38753AC77E16}"/>
                    </a:ext>
                  </a:extLst>
                </p:cNvPr>
                <p:cNvPicPr/>
                <p:nvPr/>
              </p:nvPicPr>
              <p:blipFill>
                <a:blip r:embed="rId355"/>
                <a:stretch>
                  <a:fillRect/>
                </a:stretch>
              </p:blipFill>
              <p:spPr>
                <a:xfrm>
                  <a:off x="8556237" y="2996852"/>
                  <a:ext cx="165240" cy="103320"/>
                </a:xfrm>
                <a:prstGeom prst="rect">
                  <a:avLst/>
                </a:prstGeom>
              </p:spPr>
            </p:pic>
          </mc:Fallback>
        </mc:AlternateContent>
      </p:grpSp>
      <p:grpSp>
        <p:nvGrpSpPr>
          <p:cNvPr id="241" name="Group 240">
            <a:extLst>
              <a:ext uri="{FF2B5EF4-FFF2-40B4-BE49-F238E27FC236}">
                <a16:creationId xmlns:a16="http://schemas.microsoft.com/office/drawing/2014/main" id="{3CA5FED2-393D-7D1E-139F-99495F52135C}"/>
              </a:ext>
            </a:extLst>
          </p:cNvPr>
          <p:cNvGrpSpPr/>
          <p:nvPr/>
        </p:nvGrpSpPr>
        <p:grpSpPr>
          <a:xfrm>
            <a:off x="5302917" y="4768412"/>
            <a:ext cx="736560" cy="797400"/>
            <a:chOff x="5302917" y="4768412"/>
            <a:chExt cx="736560" cy="797400"/>
          </a:xfrm>
        </p:grpSpPr>
        <mc:AlternateContent xmlns:mc="http://schemas.openxmlformats.org/markup-compatibility/2006">
          <mc:Choice xmlns:p14="http://schemas.microsoft.com/office/powerpoint/2010/main" Requires="p14">
            <p:contentPart p14:bwMode="auto" r:id="rId356">
              <p14:nvContentPartPr>
                <p14:cNvPr id="235" name="Ink 234">
                  <a:extLst>
                    <a:ext uri="{FF2B5EF4-FFF2-40B4-BE49-F238E27FC236}">
                      <a16:creationId xmlns:a16="http://schemas.microsoft.com/office/drawing/2014/main" id="{49F946B4-8AA8-34FA-FDBF-589FD528202F}"/>
                    </a:ext>
                  </a:extLst>
                </p14:cNvPr>
                <p14:cNvContentPartPr/>
                <p14:nvPr/>
              </p14:nvContentPartPr>
              <p14:xfrm>
                <a:off x="5302917" y="4768412"/>
                <a:ext cx="263160" cy="797400"/>
              </p14:xfrm>
            </p:contentPart>
          </mc:Choice>
          <mc:Fallback>
            <p:pic>
              <p:nvPicPr>
                <p:cNvPr id="235" name="Ink 234">
                  <a:extLst>
                    <a:ext uri="{FF2B5EF4-FFF2-40B4-BE49-F238E27FC236}">
                      <a16:creationId xmlns:a16="http://schemas.microsoft.com/office/drawing/2014/main" id="{49F946B4-8AA8-34FA-FDBF-589FD528202F}"/>
                    </a:ext>
                  </a:extLst>
                </p:cNvPr>
                <p:cNvPicPr/>
                <p:nvPr/>
              </p:nvPicPr>
              <p:blipFill>
                <a:blip r:embed="rId357"/>
                <a:stretch>
                  <a:fillRect/>
                </a:stretch>
              </p:blipFill>
              <p:spPr>
                <a:xfrm>
                  <a:off x="5293917" y="4759412"/>
                  <a:ext cx="280800" cy="81504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36" name="Ink 235">
                  <a:extLst>
                    <a:ext uri="{FF2B5EF4-FFF2-40B4-BE49-F238E27FC236}">
                      <a16:creationId xmlns:a16="http://schemas.microsoft.com/office/drawing/2014/main" id="{F0F0D038-8693-5F0F-CC92-91C003257A93}"/>
                    </a:ext>
                  </a:extLst>
                </p14:cNvPr>
                <p14:cNvContentPartPr/>
                <p14:nvPr/>
              </p14:nvContentPartPr>
              <p14:xfrm>
                <a:off x="5628717" y="5079452"/>
                <a:ext cx="60840" cy="214560"/>
              </p14:xfrm>
            </p:contentPart>
          </mc:Choice>
          <mc:Fallback>
            <p:pic>
              <p:nvPicPr>
                <p:cNvPr id="236" name="Ink 235">
                  <a:extLst>
                    <a:ext uri="{FF2B5EF4-FFF2-40B4-BE49-F238E27FC236}">
                      <a16:creationId xmlns:a16="http://schemas.microsoft.com/office/drawing/2014/main" id="{F0F0D038-8693-5F0F-CC92-91C003257A93}"/>
                    </a:ext>
                  </a:extLst>
                </p:cNvPr>
                <p:cNvPicPr/>
                <p:nvPr/>
              </p:nvPicPr>
              <p:blipFill>
                <a:blip r:embed="rId359"/>
                <a:stretch>
                  <a:fillRect/>
                </a:stretch>
              </p:blipFill>
              <p:spPr>
                <a:xfrm>
                  <a:off x="5620077" y="5070452"/>
                  <a:ext cx="7848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37" name="Ink 236">
                  <a:extLst>
                    <a:ext uri="{FF2B5EF4-FFF2-40B4-BE49-F238E27FC236}">
                      <a16:creationId xmlns:a16="http://schemas.microsoft.com/office/drawing/2014/main" id="{39409CE5-67B0-E732-7DE4-7BFCEDF9EB7A}"/>
                    </a:ext>
                  </a:extLst>
                </p14:cNvPr>
                <p14:cNvContentPartPr/>
                <p14:nvPr/>
              </p14:nvContentPartPr>
              <p14:xfrm>
                <a:off x="5714037" y="5094572"/>
                <a:ext cx="93240" cy="154800"/>
              </p14:xfrm>
            </p:contentPart>
          </mc:Choice>
          <mc:Fallback>
            <p:pic>
              <p:nvPicPr>
                <p:cNvPr id="237" name="Ink 236">
                  <a:extLst>
                    <a:ext uri="{FF2B5EF4-FFF2-40B4-BE49-F238E27FC236}">
                      <a16:creationId xmlns:a16="http://schemas.microsoft.com/office/drawing/2014/main" id="{39409CE5-67B0-E732-7DE4-7BFCEDF9EB7A}"/>
                    </a:ext>
                  </a:extLst>
                </p:cNvPr>
                <p:cNvPicPr/>
                <p:nvPr/>
              </p:nvPicPr>
              <p:blipFill>
                <a:blip r:embed="rId361"/>
                <a:stretch>
                  <a:fillRect/>
                </a:stretch>
              </p:blipFill>
              <p:spPr>
                <a:xfrm>
                  <a:off x="5705037" y="5085572"/>
                  <a:ext cx="11088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38" name="Ink 237">
                  <a:extLst>
                    <a:ext uri="{FF2B5EF4-FFF2-40B4-BE49-F238E27FC236}">
                      <a16:creationId xmlns:a16="http://schemas.microsoft.com/office/drawing/2014/main" id="{F5812C29-C4D3-93AE-C82F-F25D984CE490}"/>
                    </a:ext>
                  </a:extLst>
                </p14:cNvPr>
                <p14:cNvContentPartPr/>
                <p14:nvPr/>
              </p14:nvContentPartPr>
              <p14:xfrm>
                <a:off x="5834637" y="5021492"/>
                <a:ext cx="74160" cy="141120"/>
              </p14:xfrm>
            </p:contentPart>
          </mc:Choice>
          <mc:Fallback>
            <p:pic>
              <p:nvPicPr>
                <p:cNvPr id="238" name="Ink 237">
                  <a:extLst>
                    <a:ext uri="{FF2B5EF4-FFF2-40B4-BE49-F238E27FC236}">
                      <a16:creationId xmlns:a16="http://schemas.microsoft.com/office/drawing/2014/main" id="{F5812C29-C4D3-93AE-C82F-F25D984CE490}"/>
                    </a:ext>
                  </a:extLst>
                </p:cNvPr>
                <p:cNvPicPr/>
                <p:nvPr/>
              </p:nvPicPr>
              <p:blipFill>
                <a:blip r:embed="rId363"/>
                <a:stretch>
                  <a:fillRect/>
                </a:stretch>
              </p:blipFill>
              <p:spPr>
                <a:xfrm>
                  <a:off x="5825997" y="5012852"/>
                  <a:ext cx="9180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39" name="Ink 238">
                  <a:extLst>
                    <a:ext uri="{FF2B5EF4-FFF2-40B4-BE49-F238E27FC236}">
                      <a16:creationId xmlns:a16="http://schemas.microsoft.com/office/drawing/2014/main" id="{F7BA7D76-A304-2A2B-5074-61D4CAE75666}"/>
                    </a:ext>
                  </a:extLst>
                </p14:cNvPr>
                <p14:cNvContentPartPr/>
                <p14:nvPr/>
              </p14:nvContentPartPr>
              <p14:xfrm>
                <a:off x="5933277" y="4984052"/>
                <a:ext cx="67320" cy="136440"/>
              </p14:xfrm>
            </p:contentPart>
          </mc:Choice>
          <mc:Fallback>
            <p:pic>
              <p:nvPicPr>
                <p:cNvPr id="239" name="Ink 238">
                  <a:extLst>
                    <a:ext uri="{FF2B5EF4-FFF2-40B4-BE49-F238E27FC236}">
                      <a16:creationId xmlns:a16="http://schemas.microsoft.com/office/drawing/2014/main" id="{F7BA7D76-A304-2A2B-5074-61D4CAE75666}"/>
                    </a:ext>
                  </a:extLst>
                </p:cNvPr>
                <p:cNvPicPr/>
                <p:nvPr/>
              </p:nvPicPr>
              <p:blipFill>
                <a:blip r:embed="rId365"/>
                <a:stretch>
                  <a:fillRect/>
                </a:stretch>
              </p:blipFill>
              <p:spPr>
                <a:xfrm>
                  <a:off x="5924637" y="4975412"/>
                  <a:ext cx="8496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40" name="Ink 239">
                  <a:extLst>
                    <a:ext uri="{FF2B5EF4-FFF2-40B4-BE49-F238E27FC236}">
                      <a16:creationId xmlns:a16="http://schemas.microsoft.com/office/drawing/2014/main" id="{3BF58146-35D8-339F-198B-398D95DF854A}"/>
                    </a:ext>
                  </a:extLst>
                </p14:cNvPr>
                <p14:cNvContentPartPr/>
                <p14:nvPr/>
              </p14:nvContentPartPr>
              <p14:xfrm>
                <a:off x="6030837" y="5019332"/>
                <a:ext cx="8640" cy="2880"/>
              </p14:xfrm>
            </p:contentPart>
          </mc:Choice>
          <mc:Fallback>
            <p:pic>
              <p:nvPicPr>
                <p:cNvPr id="240" name="Ink 239">
                  <a:extLst>
                    <a:ext uri="{FF2B5EF4-FFF2-40B4-BE49-F238E27FC236}">
                      <a16:creationId xmlns:a16="http://schemas.microsoft.com/office/drawing/2014/main" id="{3BF58146-35D8-339F-198B-398D95DF854A}"/>
                    </a:ext>
                  </a:extLst>
                </p:cNvPr>
                <p:cNvPicPr/>
                <p:nvPr/>
              </p:nvPicPr>
              <p:blipFill>
                <a:blip r:embed="rId367"/>
                <a:stretch>
                  <a:fillRect/>
                </a:stretch>
              </p:blipFill>
              <p:spPr>
                <a:xfrm>
                  <a:off x="6021837" y="5010332"/>
                  <a:ext cx="26280" cy="20520"/>
                </a:xfrm>
                <a:prstGeom prst="rect">
                  <a:avLst/>
                </a:prstGeom>
              </p:spPr>
            </p:pic>
          </mc:Fallback>
        </mc:AlternateContent>
      </p:grpSp>
    </p:spTree>
    <p:extLst>
      <p:ext uri="{BB962C8B-B14F-4D97-AF65-F5344CB8AC3E}">
        <p14:creationId xmlns:p14="http://schemas.microsoft.com/office/powerpoint/2010/main" val="20381223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310BB-77D7-5914-3985-C36C7AFFA84D}"/>
              </a:ext>
            </a:extLst>
          </p:cNvPr>
          <p:cNvSpPr>
            <a:spLocks noGrp="1"/>
          </p:cNvSpPr>
          <p:nvPr>
            <p:ph type="title"/>
          </p:nvPr>
        </p:nvSpPr>
        <p:spPr/>
        <p:txBody>
          <a:bodyPr/>
          <a:lstStyle/>
          <a:p>
            <a:endParaRPr lang="en-IN"/>
          </a:p>
        </p:txBody>
      </p:sp>
      <p:grpSp>
        <p:nvGrpSpPr>
          <p:cNvPr id="104" name="Group 103">
            <a:extLst>
              <a:ext uri="{FF2B5EF4-FFF2-40B4-BE49-F238E27FC236}">
                <a16:creationId xmlns:a16="http://schemas.microsoft.com/office/drawing/2014/main" id="{5B63B147-9F01-331C-A61C-A7DD12B6B75C}"/>
              </a:ext>
            </a:extLst>
          </p:cNvPr>
          <p:cNvGrpSpPr/>
          <p:nvPr/>
        </p:nvGrpSpPr>
        <p:grpSpPr>
          <a:xfrm>
            <a:off x="458397" y="1572692"/>
            <a:ext cx="7486200" cy="4960080"/>
            <a:chOff x="458397" y="1572692"/>
            <a:chExt cx="7486200" cy="4960080"/>
          </a:xfrm>
        </p:grpSpPr>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1130DC5A-E981-C912-F3D6-0394DBCE28EB}"/>
                    </a:ext>
                  </a:extLst>
                </p14:cNvPr>
                <p14:cNvContentPartPr/>
                <p14:nvPr/>
              </p14:nvContentPartPr>
              <p14:xfrm>
                <a:off x="709317" y="1645052"/>
                <a:ext cx="1374120" cy="654480"/>
              </p14:xfrm>
            </p:contentPart>
          </mc:Choice>
          <mc:Fallback>
            <p:pic>
              <p:nvPicPr>
                <p:cNvPr id="3" name="Ink 2">
                  <a:extLst>
                    <a:ext uri="{FF2B5EF4-FFF2-40B4-BE49-F238E27FC236}">
                      <a16:creationId xmlns:a16="http://schemas.microsoft.com/office/drawing/2014/main" id="{1130DC5A-E981-C912-F3D6-0394DBCE28EB}"/>
                    </a:ext>
                  </a:extLst>
                </p:cNvPr>
                <p:cNvPicPr/>
                <p:nvPr/>
              </p:nvPicPr>
              <p:blipFill>
                <a:blip r:embed="rId3"/>
                <a:stretch>
                  <a:fillRect/>
                </a:stretch>
              </p:blipFill>
              <p:spPr>
                <a:xfrm>
                  <a:off x="700677" y="1636412"/>
                  <a:ext cx="1391760" cy="67212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F318717E-85CA-B0E7-3D4A-93997D1F6F48}"/>
                    </a:ext>
                  </a:extLst>
                </p14:cNvPr>
                <p14:cNvContentPartPr/>
                <p14:nvPr/>
              </p14:nvContentPartPr>
              <p14:xfrm>
                <a:off x="843597" y="1572692"/>
                <a:ext cx="1139760" cy="105120"/>
              </p14:xfrm>
            </p:contentPart>
          </mc:Choice>
          <mc:Fallback>
            <p:pic>
              <p:nvPicPr>
                <p:cNvPr id="4" name="Ink 3">
                  <a:extLst>
                    <a:ext uri="{FF2B5EF4-FFF2-40B4-BE49-F238E27FC236}">
                      <a16:creationId xmlns:a16="http://schemas.microsoft.com/office/drawing/2014/main" id="{F318717E-85CA-B0E7-3D4A-93997D1F6F48}"/>
                    </a:ext>
                  </a:extLst>
                </p:cNvPr>
                <p:cNvPicPr/>
                <p:nvPr/>
              </p:nvPicPr>
              <p:blipFill>
                <a:blip r:embed="rId5"/>
                <a:stretch>
                  <a:fillRect/>
                </a:stretch>
              </p:blipFill>
              <p:spPr>
                <a:xfrm>
                  <a:off x="834957" y="1563692"/>
                  <a:ext cx="115740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0C55958A-FA1C-EF71-C1D8-F18AA621B1E8}"/>
                    </a:ext>
                  </a:extLst>
                </p14:cNvPr>
                <p14:cNvContentPartPr/>
                <p14:nvPr/>
              </p14:nvContentPartPr>
              <p14:xfrm>
                <a:off x="905517" y="1832972"/>
                <a:ext cx="149400" cy="282240"/>
              </p14:xfrm>
            </p:contentPart>
          </mc:Choice>
          <mc:Fallback>
            <p:pic>
              <p:nvPicPr>
                <p:cNvPr id="5" name="Ink 4">
                  <a:extLst>
                    <a:ext uri="{FF2B5EF4-FFF2-40B4-BE49-F238E27FC236}">
                      <a16:creationId xmlns:a16="http://schemas.microsoft.com/office/drawing/2014/main" id="{0C55958A-FA1C-EF71-C1D8-F18AA621B1E8}"/>
                    </a:ext>
                  </a:extLst>
                </p:cNvPr>
                <p:cNvPicPr/>
                <p:nvPr/>
              </p:nvPicPr>
              <p:blipFill>
                <a:blip r:embed="rId7"/>
                <a:stretch>
                  <a:fillRect/>
                </a:stretch>
              </p:blipFill>
              <p:spPr>
                <a:xfrm>
                  <a:off x="896517" y="1824332"/>
                  <a:ext cx="167040" cy="2998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2DB8230A-8584-85D0-A619-3BABDBF22F88}"/>
                    </a:ext>
                  </a:extLst>
                </p14:cNvPr>
                <p14:cNvContentPartPr/>
                <p14:nvPr/>
              </p14:nvContentPartPr>
              <p14:xfrm>
                <a:off x="1133037" y="1778252"/>
                <a:ext cx="215640" cy="306720"/>
              </p14:xfrm>
            </p:contentPart>
          </mc:Choice>
          <mc:Fallback>
            <p:pic>
              <p:nvPicPr>
                <p:cNvPr id="6" name="Ink 5">
                  <a:extLst>
                    <a:ext uri="{FF2B5EF4-FFF2-40B4-BE49-F238E27FC236}">
                      <a16:creationId xmlns:a16="http://schemas.microsoft.com/office/drawing/2014/main" id="{2DB8230A-8584-85D0-A619-3BABDBF22F88}"/>
                    </a:ext>
                  </a:extLst>
                </p:cNvPr>
                <p:cNvPicPr/>
                <p:nvPr/>
              </p:nvPicPr>
              <p:blipFill>
                <a:blip r:embed="rId9"/>
                <a:stretch>
                  <a:fillRect/>
                </a:stretch>
              </p:blipFill>
              <p:spPr>
                <a:xfrm>
                  <a:off x="1124397" y="1769252"/>
                  <a:ext cx="233280" cy="3243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02EC9DA6-C5E5-DB14-6A2B-CF06B463F6A3}"/>
                    </a:ext>
                  </a:extLst>
                </p14:cNvPr>
                <p14:cNvContentPartPr/>
                <p14:nvPr/>
              </p14:nvContentPartPr>
              <p14:xfrm>
                <a:off x="1177677" y="1930172"/>
                <a:ext cx="59400" cy="23760"/>
              </p14:xfrm>
            </p:contentPart>
          </mc:Choice>
          <mc:Fallback>
            <p:pic>
              <p:nvPicPr>
                <p:cNvPr id="7" name="Ink 6">
                  <a:extLst>
                    <a:ext uri="{FF2B5EF4-FFF2-40B4-BE49-F238E27FC236}">
                      <a16:creationId xmlns:a16="http://schemas.microsoft.com/office/drawing/2014/main" id="{02EC9DA6-C5E5-DB14-6A2B-CF06B463F6A3}"/>
                    </a:ext>
                  </a:extLst>
                </p:cNvPr>
                <p:cNvPicPr/>
                <p:nvPr/>
              </p:nvPicPr>
              <p:blipFill>
                <a:blip r:embed="rId11"/>
                <a:stretch>
                  <a:fillRect/>
                </a:stretch>
              </p:blipFill>
              <p:spPr>
                <a:xfrm>
                  <a:off x="1168677" y="1921532"/>
                  <a:ext cx="77040" cy="414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74AE8AD2-251D-7615-2035-4BCFA633F5AB}"/>
                    </a:ext>
                  </a:extLst>
                </p14:cNvPr>
                <p14:cNvContentPartPr/>
                <p14:nvPr/>
              </p14:nvContentPartPr>
              <p14:xfrm>
                <a:off x="1407717" y="1763852"/>
                <a:ext cx="163440" cy="334440"/>
              </p14:xfrm>
            </p:contentPart>
          </mc:Choice>
          <mc:Fallback>
            <p:pic>
              <p:nvPicPr>
                <p:cNvPr id="8" name="Ink 7">
                  <a:extLst>
                    <a:ext uri="{FF2B5EF4-FFF2-40B4-BE49-F238E27FC236}">
                      <a16:creationId xmlns:a16="http://schemas.microsoft.com/office/drawing/2014/main" id="{74AE8AD2-251D-7615-2035-4BCFA633F5AB}"/>
                    </a:ext>
                  </a:extLst>
                </p:cNvPr>
                <p:cNvPicPr/>
                <p:nvPr/>
              </p:nvPicPr>
              <p:blipFill>
                <a:blip r:embed="rId13"/>
                <a:stretch>
                  <a:fillRect/>
                </a:stretch>
              </p:blipFill>
              <p:spPr>
                <a:xfrm>
                  <a:off x="1398717" y="1755212"/>
                  <a:ext cx="181080" cy="3520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9FD3D5EF-3456-B7E7-9033-2CC45A9692FB}"/>
                    </a:ext>
                  </a:extLst>
                </p14:cNvPr>
                <p14:cNvContentPartPr/>
                <p14:nvPr/>
              </p14:nvContentPartPr>
              <p14:xfrm>
                <a:off x="1341477" y="2392052"/>
                <a:ext cx="14040" cy="333000"/>
              </p14:xfrm>
            </p:contentPart>
          </mc:Choice>
          <mc:Fallback>
            <p:pic>
              <p:nvPicPr>
                <p:cNvPr id="9" name="Ink 8">
                  <a:extLst>
                    <a:ext uri="{FF2B5EF4-FFF2-40B4-BE49-F238E27FC236}">
                      <a16:creationId xmlns:a16="http://schemas.microsoft.com/office/drawing/2014/main" id="{9FD3D5EF-3456-B7E7-9033-2CC45A9692FB}"/>
                    </a:ext>
                  </a:extLst>
                </p:cNvPr>
                <p:cNvPicPr/>
                <p:nvPr/>
              </p:nvPicPr>
              <p:blipFill>
                <a:blip r:embed="rId15"/>
                <a:stretch>
                  <a:fillRect/>
                </a:stretch>
              </p:blipFill>
              <p:spPr>
                <a:xfrm>
                  <a:off x="1332837" y="2383412"/>
                  <a:ext cx="31680" cy="3506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A35A5A61-D3C1-3BCE-3E40-B3E6BB8FF659}"/>
                    </a:ext>
                  </a:extLst>
                </p14:cNvPr>
                <p14:cNvContentPartPr/>
                <p14:nvPr/>
              </p14:nvContentPartPr>
              <p14:xfrm>
                <a:off x="1206477" y="2712812"/>
                <a:ext cx="259560" cy="127440"/>
              </p14:xfrm>
            </p:contentPart>
          </mc:Choice>
          <mc:Fallback>
            <p:pic>
              <p:nvPicPr>
                <p:cNvPr id="10" name="Ink 9">
                  <a:extLst>
                    <a:ext uri="{FF2B5EF4-FFF2-40B4-BE49-F238E27FC236}">
                      <a16:creationId xmlns:a16="http://schemas.microsoft.com/office/drawing/2014/main" id="{A35A5A61-D3C1-3BCE-3E40-B3E6BB8FF659}"/>
                    </a:ext>
                  </a:extLst>
                </p:cNvPr>
                <p:cNvPicPr/>
                <p:nvPr/>
              </p:nvPicPr>
              <p:blipFill>
                <a:blip r:embed="rId17"/>
                <a:stretch>
                  <a:fillRect/>
                </a:stretch>
              </p:blipFill>
              <p:spPr>
                <a:xfrm>
                  <a:off x="1197477" y="2703812"/>
                  <a:ext cx="27720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0BB650C4-20DA-25ED-4400-5F5E195EE7C4}"/>
                    </a:ext>
                  </a:extLst>
                </p14:cNvPr>
                <p14:cNvContentPartPr/>
                <p14:nvPr/>
              </p14:nvContentPartPr>
              <p14:xfrm>
                <a:off x="1044477" y="2957972"/>
                <a:ext cx="197640" cy="309960"/>
              </p14:xfrm>
            </p:contentPart>
          </mc:Choice>
          <mc:Fallback>
            <p:pic>
              <p:nvPicPr>
                <p:cNvPr id="11" name="Ink 10">
                  <a:extLst>
                    <a:ext uri="{FF2B5EF4-FFF2-40B4-BE49-F238E27FC236}">
                      <a16:creationId xmlns:a16="http://schemas.microsoft.com/office/drawing/2014/main" id="{0BB650C4-20DA-25ED-4400-5F5E195EE7C4}"/>
                    </a:ext>
                  </a:extLst>
                </p:cNvPr>
                <p:cNvPicPr/>
                <p:nvPr/>
              </p:nvPicPr>
              <p:blipFill>
                <a:blip r:embed="rId19"/>
                <a:stretch>
                  <a:fillRect/>
                </a:stretch>
              </p:blipFill>
              <p:spPr>
                <a:xfrm>
                  <a:off x="1035477" y="2949332"/>
                  <a:ext cx="215280" cy="3276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2" name="Ink 11">
                  <a:extLst>
                    <a:ext uri="{FF2B5EF4-FFF2-40B4-BE49-F238E27FC236}">
                      <a16:creationId xmlns:a16="http://schemas.microsoft.com/office/drawing/2014/main" id="{43929B13-23DC-3FD2-BB3F-31491D3C0EBB}"/>
                    </a:ext>
                  </a:extLst>
                </p14:cNvPr>
                <p14:cNvContentPartPr/>
                <p14:nvPr/>
              </p14:nvContentPartPr>
              <p14:xfrm>
                <a:off x="1295757" y="3003692"/>
                <a:ext cx="120960" cy="188280"/>
              </p14:xfrm>
            </p:contentPart>
          </mc:Choice>
          <mc:Fallback>
            <p:pic>
              <p:nvPicPr>
                <p:cNvPr id="12" name="Ink 11">
                  <a:extLst>
                    <a:ext uri="{FF2B5EF4-FFF2-40B4-BE49-F238E27FC236}">
                      <a16:creationId xmlns:a16="http://schemas.microsoft.com/office/drawing/2014/main" id="{43929B13-23DC-3FD2-BB3F-31491D3C0EBB}"/>
                    </a:ext>
                  </a:extLst>
                </p:cNvPr>
                <p:cNvPicPr/>
                <p:nvPr/>
              </p:nvPicPr>
              <p:blipFill>
                <a:blip r:embed="rId21"/>
                <a:stretch>
                  <a:fillRect/>
                </a:stretch>
              </p:blipFill>
              <p:spPr>
                <a:xfrm>
                  <a:off x="1287117" y="2995052"/>
                  <a:ext cx="138600" cy="2059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3" name="Ink 12">
                  <a:extLst>
                    <a:ext uri="{FF2B5EF4-FFF2-40B4-BE49-F238E27FC236}">
                      <a16:creationId xmlns:a16="http://schemas.microsoft.com/office/drawing/2014/main" id="{CED8EE7C-82D8-126B-50E1-887019391EB9}"/>
                    </a:ext>
                  </a:extLst>
                </p14:cNvPr>
                <p14:cNvContentPartPr/>
                <p14:nvPr/>
              </p14:nvContentPartPr>
              <p14:xfrm>
                <a:off x="1473237" y="2956532"/>
                <a:ext cx="190440" cy="311760"/>
              </p14:xfrm>
            </p:contentPart>
          </mc:Choice>
          <mc:Fallback>
            <p:pic>
              <p:nvPicPr>
                <p:cNvPr id="13" name="Ink 12">
                  <a:extLst>
                    <a:ext uri="{FF2B5EF4-FFF2-40B4-BE49-F238E27FC236}">
                      <a16:creationId xmlns:a16="http://schemas.microsoft.com/office/drawing/2014/main" id="{CED8EE7C-82D8-126B-50E1-887019391EB9}"/>
                    </a:ext>
                  </a:extLst>
                </p:cNvPr>
                <p:cNvPicPr/>
                <p:nvPr/>
              </p:nvPicPr>
              <p:blipFill>
                <a:blip r:embed="rId23"/>
                <a:stretch>
                  <a:fillRect/>
                </a:stretch>
              </p:blipFill>
              <p:spPr>
                <a:xfrm>
                  <a:off x="1464597" y="2947892"/>
                  <a:ext cx="208080" cy="3294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85" name="Ink 84">
                  <a:extLst>
                    <a:ext uri="{FF2B5EF4-FFF2-40B4-BE49-F238E27FC236}">
                      <a16:creationId xmlns:a16="http://schemas.microsoft.com/office/drawing/2014/main" id="{88F912AE-A688-40A1-AE3C-1A637102444F}"/>
                    </a:ext>
                  </a:extLst>
                </p14:cNvPr>
                <p14:cNvContentPartPr/>
                <p14:nvPr/>
              </p14:nvContentPartPr>
              <p14:xfrm>
                <a:off x="2204397" y="2498612"/>
                <a:ext cx="2611800" cy="1520640"/>
              </p14:xfrm>
            </p:contentPart>
          </mc:Choice>
          <mc:Fallback>
            <p:pic>
              <p:nvPicPr>
                <p:cNvPr id="85" name="Ink 84">
                  <a:extLst>
                    <a:ext uri="{FF2B5EF4-FFF2-40B4-BE49-F238E27FC236}">
                      <a16:creationId xmlns:a16="http://schemas.microsoft.com/office/drawing/2014/main" id="{88F912AE-A688-40A1-AE3C-1A637102444F}"/>
                    </a:ext>
                  </a:extLst>
                </p:cNvPr>
                <p:cNvPicPr/>
                <p:nvPr/>
              </p:nvPicPr>
              <p:blipFill>
                <a:blip r:embed="rId25"/>
                <a:stretch>
                  <a:fillRect/>
                </a:stretch>
              </p:blipFill>
              <p:spPr>
                <a:xfrm>
                  <a:off x="2195757" y="2489612"/>
                  <a:ext cx="2629440" cy="153828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86" name="Ink 85">
                  <a:extLst>
                    <a:ext uri="{FF2B5EF4-FFF2-40B4-BE49-F238E27FC236}">
                      <a16:creationId xmlns:a16="http://schemas.microsoft.com/office/drawing/2014/main" id="{C576DE28-CA15-B843-E381-01486B5539B7}"/>
                    </a:ext>
                  </a:extLst>
                </p14:cNvPr>
                <p14:cNvContentPartPr/>
                <p14:nvPr/>
              </p14:nvContentPartPr>
              <p14:xfrm>
                <a:off x="2132397" y="2383772"/>
                <a:ext cx="158760" cy="250560"/>
              </p14:xfrm>
            </p:contentPart>
          </mc:Choice>
          <mc:Fallback>
            <p:pic>
              <p:nvPicPr>
                <p:cNvPr id="86" name="Ink 85">
                  <a:extLst>
                    <a:ext uri="{FF2B5EF4-FFF2-40B4-BE49-F238E27FC236}">
                      <a16:creationId xmlns:a16="http://schemas.microsoft.com/office/drawing/2014/main" id="{C576DE28-CA15-B843-E381-01486B5539B7}"/>
                    </a:ext>
                  </a:extLst>
                </p:cNvPr>
                <p:cNvPicPr/>
                <p:nvPr/>
              </p:nvPicPr>
              <p:blipFill>
                <a:blip r:embed="rId27"/>
                <a:stretch>
                  <a:fillRect/>
                </a:stretch>
              </p:blipFill>
              <p:spPr>
                <a:xfrm>
                  <a:off x="2123397" y="2374772"/>
                  <a:ext cx="176400" cy="26820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88" name="Ink 87">
                  <a:extLst>
                    <a:ext uri="{FF2B5EF4-FFF2-40B4-BE49-F238E27FC236}">
                      <a16:creationId xmlns:a16="http://schemas.microsoft.com/office/drawing/2014/main" id="{3DE4573F-4F1A-2E76-207A-F2C523F19442}"/>
                    </a:ext>
                  </a:extLst>
                </p14:cNvPr>
                <p14:cNvContentPartPr/>
                <p14:nvPr/>
              </p14:nvContentPartPr>
              <p14:xfrm>
                <a:off x="1775277" y="2606252"/>
                <a:ext cx="198000" cy="622440"/>
              </p14:xfrm>
            </p:contentPart>
          </mc:Choice>
          <mc:Fallback>
            <p:pic>
              <p:nvPicPr>
                <p:cNvPr id="88" name="Ink 87">
                  <a:extLst>
                    <a:ext uri="{FF2B5EF4-FFF2-40B4-BE49-F238E27FC236}">
                      <a16:creationId xmlns:a16="http://schemas.microsoft.com/office/drawing/2014/main" id="{3DE4573F-4F1A-2E76-207A-F2C523F19442}"/>
                    </a:ext>
                  </a:extLst>
                </p:cNvPr>
                <p:cNvPicPr/>
                <p:nvPr/>
              </p:nvPicPr>
              <p:blipFill>
                <a:blip r:embed="rId29"/>
                <a:stretch>
                  <a:fillRect/>
                </a:stretch>
              </p:blipFill>
              <p:spPr>
                <a:xfrm>
                  <a:off x="1766637" y="2597252"/>
                  <a:ext cx="215640" cy="6400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89" name="Ink 88">
                  <a:extLst>
                    <a:ext uri="{FF2B5EF4-FFF2-40B4-BE49-F238E27FC236}">
                      <a16:creationId xmlns:a16="http://schemas.microsoft.com/office/drawing/2014/main" id="{D22BCF25-E86B-6787-B429-1B70DC324685}"/>
                    </a:ext>
                  </a:extLst>
                </p14:cNvPr>
                <p14:cNvContentPartPr/>
                <p14:nvPr/>
              </p14:nvContentPartPr>
              <p14:xfrm>
                <a:off x="1868157" y="3128612"/>
                <a:ext cx="253440" cy="135000"/>
              </p14:xfrm>
            </p:contentPart>
          </mc:Choice>
          <mc:Fallback>
            <p:pic>
              <p:nvPicPr>
                <p:cNvPr id="89" name="Ink 88">
                  <a:extLst>
                    <a:ext uri="{FF2B5EF4-FFF2-40B4-BE49-F238E27FC236}">
                      <a16:creationId xmlns:a16="http://schemas.microsoft.com/office/drawing/2014/main" id="{D22BCF25-E86B-6787-B429-1B70DC324685}"/>
                    </a:ext>
                  </a:extLst>
                </p:cNvPr>
                <p:cNvPicPr/>
                <p:nvPr/>
              </p:nvPicPr>
              <p:blipFill>
                <a:blip r:embed="rId31"/>
                <a:stretch>
                  <a:fillRect/>
                </a:stretch>
              </p:blipFill>
              <p:spPr>
                <a:xfrm>
                  <a:off x="1859517" y="3119972"/>
                  <a:ext cx="27108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43" name="Ink 42">
                  <a:extLst>
                    <a:ext uri="{FF2B5EF4-FFF2-40B4-BE49-F238E27FC236}">
                      <a16:creationId xmlns:a16="http://schemas.microsoft.com/office/drawing/2014/main" id="{3904E66F-1384-6B32-25E7-2D911EB46F08}"/>
                    </a:ext>
                  </a:extLst>
                </p14:cNvPr>
                <p14:cNvContentPartPr/>
                <p14:nvPr/>
              </p14:nvContentPartPr>
              <p14:xfrm>
                <a:off x="4933557" y="4314452"/>
                <a:ext cx="225360" cy="40680"/>
              </p14:xfrm>
            </p:contentPart>
          </mc:Choice>
          <mc:Fallback>
            <p:pic>
              <p:nvPicPr>
                <p:cNvPr id="43" name="Ink 42">
                  <a:extLst>
                    <a:ext uri="{FF2B5EF4-FFF2-40B4-BE49-F238E27FC236}">
                      <a16:creationId xmlns:a16="http://schemas.microsoft.com/office/drawing/2014/main" id="{3904E66F-1384-6B32-25E7-2D911EB46F08}"/>
                    </a:ext>
                  </a:extLst>
                </p:cNvPr>
                <p:cNvPicPr/>
                <p:nvPr/>
              </p:nvPicPr>
              <p:blipFill>
                <a:blip r:embed="rId33"/>
                <a:stretch>
                  <a:fillRect/>
                </a:stretch>
              </p:blipFill>
              <p:spPr>
                <a:xfrm>
                  <a:off x="4924917" y="4305452"/>
                  <a:ext cx="243000" cy="583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44" name="Ink 43">
                  <a:extLst>
                    <a:ext uri="{FF2B5EF4-FFF2-40B4-BE49-F238E27FC236}">
                      <a16:creationId xmlns:a16="http://schemas.microsoft.com/office/drawing/2014/main" id="{727F8B1B-D93D-CBD1-4F0B-1C928AC3AC9F}"/>
                    </a:ext>
                  </a:extLst>
                </p14:cNvPr>
                <p14:cNvContentPartPr/>
                <p14:nvPr/>
              </p14:nvContentPartPr>
              <p14:xfrm>
                <a:off x="5314797" y="4206452"/>
                <a:ext cx="160200" cy="154080"/>
              </p14:xfrm>
            </p:contentPart>
          </mc:Choice>
          <mc:Fallback>
            <p:pic>
              <p:nvPicPr>
                <p:cNvPr id="44" name="Ink 43">
                  <a:extLst>
                    <a:ext uri="{FF2B5EF4-FFF2-40B4-BE49-F238E27FC236}">
                      <a16:creationId xmlns:a16="http://schemas.microsoft.com/office/drawing/2014/main" id="{727F8B1B-D93D-CBD1-4F0B-1C928AC3AC9F}"/>
                    </a:ext>
                  </a:extLst>
                </p:cNvPr>
                <p:cNvPicPr/>
                <p:nvPr/>
              </p:nvPicPr>
              <p:blipFill>
                <a:blip r:embed="rId35"/>
                <a:stretch>
                  <a:fillRect/>
                </a:stretch>
              </p:blipFill>
              <p:spPr>
                <a:xfrm>
                  <a:off x="5306157" y="4197812"/>
                  <a:ext cx="17784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45" name="Ink 44">
                  <a:extLst>
                    <a:ext uri="{FF2B5EF4-FFF2-40B4-BE49-F238E27FC236}">
                      <a16:creationId xmlns:a16="http://schemas.microsoft.com/office/drawing/2014/main" id="{3FF4B2EA-42EA-EAF3-FE61-05B2E01DD500}"/>
                    </a:ext>
                  </a:extLst>
                </p14:cNvPr>
                <p14:cNvContentPartPr/>
                <p14:nvPr/>
              </p14:nvContentPartPr>
              <p14:xfrm>
                <a:off x="5413797" y="4176572"/>
                <a:ext cx="170640" cy="20880"/>
              </p14:xfrm>
            </p:contentPart>
          </mc:Choice>
          <mc:Fallback>
            <p:pic>
              <p:nvPicPr>
                <p:cNvPr id="45" name="Ink 44">
                  <a:extLst>
                    <a:ext uri="{FF2B5EF4-FFF2-40B4-BE49-F238E27FC236}">
                      <a16:creationId xmlns:a16="http://schemas.microsoft.com/office/drawing/2014/main" id="{3FF4B2EA-42EA-EAF3-FE61-05B2E01DD500}"/>
                    </a:ext>
                  </a:extLst>
                </p:cNvPr>
                <p:cNvPicPr/>
                <p:nvPr/>
              </p:nvPicPr>
              <p:blipFill>
                <a:blip r:embed="rId37"/>
                <a:stretch>
                  <a:fillRect/>
                </a:stretch>
              </p:blipFill>
              <p:spPr>
                <a:xfrm>
                  <a:off x="5405157" y="4167572"/>
                  <a:ext cx="18828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46" name="Ink 45">
                  <a:extLst>
                    <a:ext uri="{FF2B5EF4-FFF2-40B4-BE49-F238E27FC236}">
                      <a16:creationId xmlns:a16="http://schemas.microsoft.com/office/drawing/2014/main" id="{7B4D73DA-3E8F-334F-9A14-E41A8AD47047}"/>
                    </a:ext>
                  </a:extLst>
                </p14:cNvPr>
                <p14:cNvContentPartPr/>
                <p14:nvPr/>
              </p14:nvContentPartPr>
              <p14:xfrm>
                <a:off x="5782437" y="4198892"/>
                <a:ext cx="158760" cy="116640"/>
              </p14:xfrm>
            </p:contentPart>
          </mc:Choice>
          <mc:Fallback>
            <p:pic>
              <p:nvPicPr>
                <p:cNvPr id="46" name="Ink 45">
                  <a:extLst>
                    <a:ext uri="{FF2B5EF4-FFF2-40B4-BE49-F238E27FC236}">
                      <a16:creationId xmlns:a16="http://schemas.microsoft.com/office/drawing/2014/main" id="{7B4D73DA-3E8F-334F-9A14-E41A8AD47047}"/>
                    </a:ext>
                  </a:extLst>
                </p:cNvPr>
                <p:cNvPicPr/>
                <p:nvPr/>
              </p:nvPicPr>
              <p:blipFill>
                <a:blip r:embed="rId39"/>
                <a:stretch>
                  <a:fillRect/>
                </a:stretch>
              </p:blipFill>
              <p:spPr>
                <a:xfrm>
                  <a:off x="5773437" y="4190252"/>
                  <a:ext cx="17640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7" name="Ink 46">
                  <a:extLst>
                    <a:ext uri="{FF2B5EF4-FFF2-40B4-BE49-F238E27FC236}">
                      <a16:creationId xmlns:a16="http://schemas.microsoft.com/office/drawing/2014/main" id="{B528FA3E-836F-7883-5F43-A066C2CA3A9B}"/>
                    </a:ext>
                  </a:extLst>
                </p14:cNvPr>
                <p14:cNvContentPartPr/>
                <p14:nvPr/>
              </p14:nvContentPartPr>
              <p14:xfrm>
                <a:off x="5798277" y="4170452"/>
                <a:ext cx="102600" cy="176040"/>
              </p14:xfrm>
            </p:contentPart>
          </mc:Choice>
          <mc:Fallback>
            <p:pic>
              <p:nvPicPr>
                <p:cNvPr id="47" name="Ink 46">
                  <a:extLst>
                    <a:ext uri="{FF2B5EF4-FFF2-40B4-BE49-F238E27FC236}">
                      <a16:creationId xmlns:a16="http://schemas.microsoft.com/office/drawing/2014/main" id="{B528FA3E-836F-7883-5F43-A066C2CA3A9B}"/>
                    </a:ext>
                  </a:extLst>
                </p:cNvPr>
                <p:cNvPicPr/>
                <p:nvPr/>
              </p:nvPicPr>
              <p:blipFill>
                <a:blip r:embed="rId41"/>
                <a:stretch>
                  <a:fillRect/>
                </a:stretch>
              </p:blipFill>
              <p:spPr>
                <a:xfrm>
                  <a:off x="5789637" y="4161452"/>
                  <a:ext cx="120240" cy="1936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48" name="Ink 47">
                  <a:extLst>
                    <a:ext uri="{FF2B5EF4-FFF2-40B4-BE49-F238E27FC236}">
                      <a16:creationId xmlns:a16="http://schemas.microsoft.com/office/drawing/2014/main" id="{3666416D-39FC-763B-738B-07854CB88FAA}"/>
                    </a:ext>
                  </a:extLst>
                </p14:cNvPr>
                <p14:cNvContentPartPr/>
                <p14:nvPr/>
              </p14:nvContentPartPr>
              <p14:xfrm>
                <a:off x="6021117" y="4137692"/>
                <a:ext cx="216000" cy="183240"/>
              </p14:xfrm>
            </p:contentPart>
          </mc:Choice>
          <mc:Fallback>
            <p:pic>
              <p:nvPicPr>
                <p:cNvPr id="48" name="Ink 47">
                  <a:extLst>
                    <a:ext uri="{FF2B5EF4-FFF2-40B4-BE49-F238E27FC236}">
                      <a16:creationId xmlns:a16="http://schemas.microsoft.com/office/drawing/2014/main" id="{3666416D-39FC-763B-738B-07854CB88FAA}"/>
                    </a:ext>
                  </a:extLst>
                </p:cNvPr>
                <p:cNvPicPr/>
                <p:nvPr/>
              </p:nvPicPr>
              <p:blipFill>
                <a:blip r:embed="rId43"/>
                <a:stretch>
                  <a:fillRect/>
                </a:stretch>
              </p:blipFill>
              <p:spPr>
                <a:xfrm>
                  <a:off x="6012477" y="4129052"/>
                  <a:ext cx="23364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49" name="Ink 48">
                  <a:extLst>
                    <a:ext uri="{FF2B5EF4-FFF2-40B4-BE49-F238E27FC236}">
                      <a16:creationId xmlns:a16="http://schemas.microsoft.com/office/drawing/2014/main" id="{7050ACFA-615C-B89B-3A4C-D7AD2F38ACD6}"/>
                    </a:ext>
                  </a:extLst>
                </p14:cNvPr>
                <p14:cNvContentPartPr/>
                <p14:nvPr/>
              </p14:nvContentPartPr>
              <p14:xfrm>
                <a:off x="6274557" y="4129052"/>
                <a:ext cx="157320" cy="161280"/>
              </p14:xfrm>
            </p:contentPart>
          </mc:Choice>
          <mc:Fallback>
            <p:pic>
              <p:nvPicPr>
                <p:cNvPr id="49" name="Ink 48">
                  <a:extLst>
                    <a:ext uri="{FF2B5EF4-FFF2-40B4-BE49-F238E27FC236}">
                      <a16:creationId xmlns:a16="http://schemas.microsoft.com/office/drawing/2014/main" id="{7050ACFA-615C-B89B-3A4C-D7AD2F38ACD6}"/>
                    </a:ext>
                  </a:extLst>
                </p:cNvPr>
                <p:cNvPicPr/>
                <p:nvPr/>
              </p:nvPicPr>
              <p:blipFill>
                <a:blip r:embed="rId45"/>
                <a:stretch>
                  <a:fillRect/>
                </a:stretch>
              </p:blipFill>
              <p:spPr>
                <a:xfrm>
                  <a:off x="6265917" y="4120412"/>
                  <a:ext cx="17496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50" name="Ink 49">
                  <a:extLst>
                    <a:ext uri="{FF2B5EF4-FFF2-40B4-BE49-F238E27FC236}">
                      <a16:creationId xmlns:a16="http://schemas.microsoft.com/office/drawing/2014/main" id="{4C8FACBA-D5A5-17E3-EE76-917298654D27}"/>
                    </a:ext>
                  </a:extLst>
                </p14:cNvPr>
                <p14:cNvContentPartPr/>
                <p14:nvPr/>
              </p14:nvContentPartPr>
              <p14:xfrm>
                <a:off x="6467517" y="4077212"/>
                <a:ext cx="194040" cy="192960"/>
              </p14:xfrm>
            </p:contentPart>
          </mc:Choice>
          <mc:Fallback>
            <p:pic>
              <p:nvPicPr>
                <p:cNvPr id="50" name="Ink 49">
                  <a:extLst>
                    <a:ext uri="{FF2B5EF4-FFF2-40B4-BE49-F238E27FC236}">
                      <a16:creationId xmlns:a16="http://schemas.microsoft.com/office/drawing/2014/main" id="{4C8FACBA-D5A5-17E3-EE76-917298654D27}"/>
                    </a:ext>
                  </a:extLst>
                </p:cNvPr>
                <p:cNvPicPr/>
                <p:nvPr/>
              </p:nvPicPr>
              <p:blipFill>
                <a:blip r:embed="rId47"/>
                <a:stretch>
                  <a:fillRect/>
                </a:stretch>
              </p:blipFill>
              <p:spPr>
                <a:xfrm>
                  <a:off x="6458877" y="4068572"/>
                  <a:ext cx="21168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66" name="Ink 65">
                  <a:extLst>
                    <a:ext uri="{FF2B5EF4-FFF2-40B4-BE49-F238E27FC236}">
                      <a16:creationId xmlns:a16="http://schemas.microsoft.com/office/drawing/2014/main" id="{0C69C248-5CC7-E465-9A22-3C3465668CA9}"/>
                    </a:ext>
                  </a:extLst>
                </p14:cNvPr>
                <p14:cNvContentPartPr/>
                <p14:nvPr/>
              </p14:nvContentPartPr>
              <p14:xfrm>
                <a:off x="4150557" y="5512532"/>
                <a:ext cx="3424680" cy="32760"/>
              </p14:xfrm>
            </p:contentPart>
          </mc:Choice>
          <mc:Fallback>
            <p:pic>
              <p:nvPicPr>
                <p:cNvPr id="66" name="Ink 65">
                  <a:extLst>
                    <a:ext uri="{FF2B5EF4-FFF2-40B4-BE49-F238E27FC236}">
                      <a16:creationId xmlns:a16="http://schemas.microsoft.com/office/drawing/2014/main" id="{0C69C248-5CC7-E465-9A22-3C3465668CA9}"/>
                    </a:ext>
                  </a:extLst>
                </p:cNvPr>
                <p:cNvPicPr/>
                <p:nvPr/>
              </p:nvPicPr>
              <p:blipFill>
                <a:blip r:embed="rId49"/>
                <a:stretch>
                  <a:fillRect/>
                </a:stretch>
              </p:blipFill>
              <p:spPr>
                <a:xfrm>
                  <a:off x="4141557" y="5503532"/>
                  <a:ext cx="344232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53" name="Ink 52">
                  <a:extLst>
                    <a:ext uri="{FF2B5EF4-FFF2-40B4-BE49-F238E27FC236}">
                      <a16:creationId xmlns:a16="http://schemas.microsoft.com/office/drawing/2014/main" id="{D8364192-2A6C-000A-630F-D539B82B1DFF}"/>
                    </a:ext>
                  </a:extLst>
                </p14:cNvPr>
                <p14:cNvContentPartPr/>
                <p14:nvPr/>
              </p14:nvContentPartPr>
              <p14:xfrm>
                <a:off x="4111677" y="5129492"/>
                <a:ext cx="623160" cy="284760"/>
              </p14:xfrm>
            </p:contentPart>
          </mc:Choice>
          <mc:Fallback>
            <p:pic>
              <p:nvPicPr>
                <p:cNvPr id="53" name="Ink 52">
                  <a:extLst>
                    <a:ext uri="{FF2B5EF4-FFF2-40B4-BE49-F238E27FC236}">
                      <a16:creationId xmlns:a16="http://schemas.microsoft.com/office/drawing/2014/main" id="{D8364192-2A6C-000A-630F-D539B82B1DFF}"/>
                    </a:ext>
                  </a:extLst>
                </p:cNvPr>
                <p:cNvPicPr/>
                <p:nvPr/>
              </p:nvPicPr>
              <p:blipFill>
                <a:blip r:embed="rId51"/>
                <a:stretch>
                  <a:fillRect/>
                </a:stretch>
              </p:blipFill>
              <p:spPr>
                <a:xfrm>
                  <a:off x="4102677" y="5120492"/>
                  <a:ext cx="640800" cy="3024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54" name="Ink 53">
                  <a:extLst>
                    <a:ext uri="{FF2B5EF4-FFF2-40B4-BE49-F238E27FC236}">
                      <a16:creationId xmlns:a16="http://schemas.microsoft.com/office/drawing/2014/main" id="{12B0FD9C-3F40-FE2F-2802-1852848CE368}"/>
                    </a:ext>
                  </a:extLst>
                </p14:cNvPr>
                <p14:cNvContentPartPr/>
                <p14:nvPr/>
              </p14:nvContentPartPr>
              <p14:xfrm>
                <a:off x="4887837" y="5216612"/>
                <a:ext cx="108000" cy="9720"/>
              </p14:xfrm>
            </p:contentPart>
          </mc:Choice>
          <mc:Fallback>
            <p:pic>
              <p:nvPicPr>
                <p:cNvPr id="54" name="Ink 53">
                  <a:extLst>
                    <a:ext uri="{FF2B5EF4-FFF2-40B4-BE49-F238E27FC236}">
                      <a16:creationId xmlns:a16="http://schemas.microsoft.com/office/drawing/2014/main" id="{12B0FD9C-3F40-FE2F-2802-1852848CE368}"/>
                    </a:ext>
                  </a:extLst>
                </p:cNvPr>
                <p:cNvPicPr/>
                <p:nvPr/>
              </p:nvPicPr>
              <p:blipFill>
                <a:blip r:embed="rId53"/>
                <a:stretch>
                  <a:fillRect/>
                </a:stretch>
              </p:blipFill>
              <p:spPr>
                <a:xfrm>
                  <a:off x="4878837" y="5207612"/>
                  <a:ext cx="125640" cy="273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55" name="Ink 54">
                  <a:extLst>
                    <a:ext uri="{FF2B5EF4-FFF2-40B4-BE49-F238E27FC236}">
                      <a16:creationId xmlns:a16="http://schemas.microsoft.com/office/drawing/2014/main" id="{2AB5DE66-9833-AD4E-80AF-D0E66E0A7D3F}"/>
                    </a:ext>
                  </a:extLst>
                </p14:cNvPr>
                <p14:cNvContentPartPr/>
                <p14:nvPr/>
              </p14:nvContentPartPr>
              <p14:xfrm>
                <a:off x="5146317" y="5082692"/>
                <a:ext cx="148320" cy="234720"/>
              </p14:xfrm>
            </p:contentPart>
          </mc:Choice>
          <mc:Fallback>
            <p:pic>
              <p:nvPicPr>
                <p:cNvPr id="55" name="Ink 54">
                  <a:extLst>
                    <a:ext uri="{FF2B5EF4-FFF2-40B4-BE49-F238E27FC236}">
                      <a16:creationId xmlns:a16="http://schemas.microsoft.com/office/drawing/2014/main" id="{2AB5DE66-9833-AD4E-80AF-D0E66E0A7D3F}"/>
                    </a:ext>
                  </a:extLst>
                </p:cNvPr>
                <p:cNvPicPr/>
                <p:nvPr/>
              </p:nvPicPr>
              <p:blipFill>
                <a:blip r:embed="rId55"/>
                <a:stretch>
                  <a:fillRect/>
                </a:stretch>
              </p:blipFill>
              <p:spPr>
                <a:xfrm>
                  <a:off x="5137317" y="5073692"/>
                  <a:ext cx="16596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56" name="Ink 55">
                  <a:extLst>
                    <a:ext uri="{FF2B5EF4-FFF2-40B4-BE49-F238E27FC236}">
                      <a16:creationId xmlns:a16="http://schemas.microsoft.com/office/drawing/2014/main" id="{701EF737-78FD-43DE-2C24-59D038B48C1C}"/>
                    </a:ext>
                  </a:extLst>
                </p14:cNvPr>
                <p14:cNvContentPartPr/>
                <p14:nvPr/>
              </p14:nvContentPartPr>
              <p14:xfrm>
                <a:off x="5382477" y="5104652"/>
                <a:ext cx="129240" cy="189720"/>
              </p14:xfrm>
            </p:contentPart>
          </mc:Choice>
          <mc:Fallback>
            <p:pic>
              <p:nvPicPr>
                <p:cNvPr id="56" name="Ink 55">
                  <a:extLst>
                    <a:ext uri="{FF2B5EF4-FFF2-40B4-BE49-F238E27FC236}">
                      <a16:creationId xmlns:a16="http://schemas.microsoft.com/office/drawing/2014/main" id="{701EF737-78FD-43DE-2C24-59D038B48C1C}"/>
                    </a:ext>
                  </a:extLst>
                </p:cNvPr>
                <p:cNvPicPr/>
                <p:nvPr/>
              </p:nvPicPr>
              <p:blipFill>
                <a:blip r:embed="rId57"/>
                <a:stretch>
                  <a:fillRect/>
                </a:stretch>
              </p:blipFill>
              <p:spPr>
                <a:xfrm>
                  <a:off x="5373477" y="5095652"/>
                  <a:ext cx="146880" cy="2073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57" name="Ink 56">
                  <a:extLst>
                    <a:ext uri="{FF2B5EF4-FFF2-40B4-BE49-F238E27FC236}">
                      <a16:creationId xmlns:a16="http://schemas.microsoft.com/office/drawing/2014/main" id="{BD48CE94-0711-7AB0-D52A-5CFBE5211FC0}"/>
                    </a:ext>
                  </a:extLst>
                </p14:cNvPr>
                <p14:cNvContentPartPr/>
                <p14:nvPr/>
              </p14:nvContentPartPr>
              <p14:xfrm>
                <a:off x="5610717" y="5113292"/>
                <a:ext cx="158400" cy="219960"/>
              </p14:xfrm>
            </p:contentPart>
          </mc:Choice>
          <mc:Fallback>
            <p:pic>
              <p:nvPicPr>
                <p:cNvPr id="57" name="Ink 56">
                  <a:extLst>
                    <a:ext uri="{FF2B5EF4-FFF2-40B4-BE49-F238E27FC236}">
                      <a16:creationId xmlns:a16="http://schemas.microsoft.com/office/drawing/2014/main" id="{BD48CE94-0711-7AB0-D52A-5CFBE5211FC0}"/>
                    </a:ext>
                  </a:extLst>
                </p:cNvPr>
                <p:cNvPicPr/>
                <p:nvPr/>
              </p:nvPicPr>
              <p:blipFill>
                <a:blip r:embed="rId59"/>
                <a:stretch>
                  <a:fillRect/>
                </a:stretch>
              </p:blipFill>
              <p:spPr>
                <a:xfrm>
                  <a:off x="5601717" y="5104292"/>
                  <a:ext cx="17604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59" name="Ink 58">
                  <a:extLst>
                    <a:ext uri="{FF2B5EF4-FFF2-40B4-BE49-F238E27FC236}">
                      <a16:creationId xmlns:a16="http://schemas.microsoft.com/office/drawing/2014/main" id="{29E29596-6329-6615-DC3E-CFF750DCA761}"/>
                    </a:ext>
                  </a:extLst>
                </p14:cNvPr>
                <p14:cNvContentPartPr/>
                <p14:nvPr/>
              </p14:nvContentPartPr>
              <p14:xfrm>
                <a:off x="5927157" y="5074772"/>
                <a:ext cx="156240" cy="189000"/>
              </p14:xfrm>
            </p:contentPart>
          </mc:Choice>
          <mc:Fallback>
            <p:pic>
              <p:nvPicPr>
                <p:cNvPr id="59" name="Ink 58">
                  <a:extLst>
                    <a:ext uri="{FF2B5EF4-FFF2-40B4-BE49-F238E27FC236}">
                      <a16:creationId xmlns:a16="http://schemas.microsoft.com/office/drawing/2014/main" id="{29E29596-6329-6615-DC3E-CFF750DCA761}"/>
                    </a:ext>
                  </a:extLst>
                </p:cNvPr>
                <p:cNvPicPr/>
                <p:nvPr/>
              </p:nvPicPr>
              <p:blipFill>
                <a:blip r:embed="rId61"/>
                <a:stretch>
                  <a:fillRect/>
                </a:stretch>
              </p:blipFill>
              <p:spPr>
                <a:xfrm>
                  <a:off x="5918157" y="5066132"/>
                  <a:ext cx="17388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60" name="Ink 59">
                  <a:extLst>
                    <a:ext uri="{FF2B5EF4-FFF2-40B4-BE49-F238E27FC236}">
                      <a16:creationId xmlns:a16="http://schemas.microsoft.com/office/drawing/2014/main" id="{85965BCD-AC2A-BA9E-BDFD-7E00C250DED7}"/>
                    </a:ext>
                  </a:extLst>
                </p14:cNvPr>
                <p14:cNvContentPartPr/>
                <p14:nvPr/>
              </p14:nvContentPartPr>
              <p14:xfrm>
                <a:off x="5971437" y="5055692"/>
                <a:ext cx="120600" cy="264960"/>
              </p14:xfrm>
            </p:contentPart>
          </mc:Choice>
          <mc:Fallback>
            <p:pic>
              <p:nvPicPr>
                <p:cNvPr id="60" name="Ink 59">
                  <a:extLst>
                    <a:ext uri="{FF2B5EF4-FFF2-40B4-BE49-F238E27FC236}">
                      <a16:creationId xmlns:a16="http://schemas.microsoft.com/office/drawing/2014/main" id="{85965BCD-AC2A-BA9E-BDFD-7E00C250DED7}"/>
                    </a:ext>
                  </a:extLst>
                </p:cNvPr>
                <p:cNvPicPr/>
                <p:nvPr/>
              </p:nvPicPr>
              <p:blipFill>
                <a:blip r:embed="rId63"/>
                <a:stretch>
                  <a:fillRect/>
                </a:stretch>
              </p:blipFill>
              <p:spPr>
                <a:xfrm>
                  <a:off x="5962437" y="5047052"/>
                  <a:ext cx="138240" cy="2826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61" name="Ink 60">
                  <a:extLst>
                    <a:ext uri="{FF2B5EF4-FFF2-40B4-BE49-F238E27FC236}">
                      <a16:creationId xmlns:a16="http://schemas.microsoft.com/office/drawing/2014/main" id="{74B4D4B3-3188-0AAB-CD20-E182CD102D02}"/>
                    </a:ext>
                  </a:extLst>
                </p14:cNvPr>
                <p14:cNvContentPartPr/>
                <p14:nvPr/>
              </p14:nvContentPartPr>
              <p14:xfrm>
                <a:off x="6275277" y="5057132"/>
                <a:ext cx="117360" cy="236880"/>
              </p14:xfrm>
            </p:contentPart>
          </mc:Choice>
          <mc:Fallback>
            <p:pic>
              <p:nvPicPr>
                <p:cNvPr id="61" name="Ink 60">
                  <a:extLst>
                    <a:ext uri="{FF2B5EF4-FFF2-40B4-BE49-F238E27FC236}">
                      <a16:creationId xmlns:a16="http://schemas.microsoft.com/office/drawing/2014/main" id="{74B4D4B3-3188-0AAB-CD20-E182CD102D02}"/>
                    </a:ext>
                  </a:extLst>
                </p:cNvPr>
                <p:cNvPicPr/>
                <p:nvPr/>
              </p:nvPicPr>
              <p:blipFill>
                <a:blip r:embed="rId65"/>
                <a:stretch>
                  <a:fillRect/>
                </a:stretch>
              </p:blipFill>
              <p:spPr>
                <a:xfrm>
                  <a:off x="6266637" y="5048132"/>
                  <a:ext cx="13500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62" name="Ink 61">
                  <a:extLst>
                    <a:ext uri="{FF2B5EF4-FFF2-40B4-BE49-F238E27FC236}">
                      <a16:creationId xmlns:a16="http://schemas.microsoft.com/office/drawing/2014/main" id="{EF5FB6A4-018C-060F-671E-241E331E2140}"/>
                    </a:ext>
                  </a:extLst>
                </p14:cNvPr>
                <p14:cNvContentPartPr/>
                <p14:nvPr/>
              </p14:nvContentPartPr>
              <p14:xfrm>
                <a:off x="6321717" y="4985852"/>
                <a:ext cx="162000" cy="99360"/>
              </p14:xfrm>
            </p:contentPart>
          </mc:Choice>
          <mc:Fallback>
            <p:pic>
              <p:nvPicPr>
                <p:cNvPr id="62" name="Ink 61">
                  <a:extLst>
                    <a:ext uri="{FF2B5EF4-FFF2-40B4-BE49-F238E27FC236}">
                      <a16:creationId xmlns:a16="http://schemas.microsoft.com/office/drawing/2014/main" id="{EF5FB6A4-018C-060F-671E-241E331E2140}"/>
                    </a:ext>
                  </a:extLst>
                </p:cNvPr>
                <p:cNvPicPr/>
                <p:nvPr/>
              </p:nvPicPr>
              <p:blipFill>
                <a:blip r:embed="rId67"/>
                <a:stretch>
                  <a:fillRect/>
                </a:stretch>
              </p:blipFill>
              <p:spPr>
                <a:xfrm>
                  <a:off x="6312717" y="4976852"/>
                  <a:ext cx="17964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63" name="Ink 62">
                  <a:extLst>
                    <a:ext uri="{FF2B5EF4-FFF2-40B4-BE49-F238E27FC236}">
                      <a16:creationId xmlns:a16="http://schemas.microsoft.com/office/drawing/2014/main" id="{CC08394B-F8D0-96C4-DE3A-362E39E41640}"/>
                    </a:ext>
                  </a:extLst>
                </p14:cNvPr>
                <p14:cNvContentPartPr/>
                <p14:nvPr/>
              </p14:nvContentPartPr>
              <p14:xfrm>
                <a:off x="6543837" y="5098892"/>
                <a:ext cx="411480" cy="269280"/>
              </p14:xfrm>
            </p:contentPart>
          </mc:Choice>
          <mc:Fallback>
            <p:pic>
              <p:nvPicPr>
                <p:cNvPr id="63" name="Ink 62">
                  <a:extLst>
                    <a:ext uri="{FF2B5EF4-FFF2-40B4-BE49-F238E27FC236}">
                      <a16:creationId xmlns:a16="http://schemas.microsoft.com/office/drawing/2014/main" id="{CC08394B-F8D0-96C4-DE3A-362E39E41640}"/>
                    </a:ext>
                  </a:extLst>
                </p:cNvPr>
                <p:cNvPicPr/>
                <p:nvPr/>
              </p:nvPicPr>
              <p:blipFill>
                <a:blip r:embed="rId69"/>
                <a:stretch>
                  <a:fillRect/>
                </a:stretch>
              </p:blipFill>
              <p:spPr>
                <a:xfrm>
                  <a:off x="6534837" y="5089892"/>
                  <a:ext cx="429120" cy="28692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64" name="Ink 63">
                  <a:extLst>
                    <a:ext uri="{FF2B5EF4-FFF2-40B4-BE49-F238E27FC236}">
                      <a16:creationId xmlns:a16="http://schemas.microsoft.com/office/drawing/2014/main" id="{530D9210-FF7F-D9BC-49F2-C3689F595042}"/>
                    </a:ext>
                  </a:extLst>
                </p14:cNvPr>
                <p14:cNvContentPartPr/>
                <p14:nvPr/>
              </p14:nvContentPartPr>
              <p14:xfrm>
                <a:off x="7025877" y="5098172"/>
                <a:ext cx="100800" cy="216000"/>
              </p14:xfrm>
            </p:contentPart>
          </mc:Choice>
          <mc:Fallback>
            <p:pic>
              <p:nvPicPr>
                <p:cNvPr id="64" name="Ink 63">
                  <a:extLst>
                    <a:ext uri="{FF2B5EF4-FFF2-40B4-BE49-F238E27FC236}">
                      <a16:creationId xmlns:a16="http://schemas.microsoft.com/office/drawing/2014/main" id="{530D9210-FF7F-D9BC-49F2-C3689F595042}"/>
                    </a:ext>
                  </a:extLst>
                </p:cNvPr>
                <p:cNvPicPr/>
                <p:nvPr/>
              </p:nvPicPr>
              <p:blipFill>
                <a:blip r:embed="rId71"/>
                <a:stretch>
                  <a:fillRect/>
                </a:stretch>
              </p:blipFill>
              <p:spPr>
                <a:xfrm>
                  <a:off x="7016877" y="5089532"/>
                  <a:ext cx="118440" cy="2336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65" name="Ink 64">
                  <a:extLst>
                    <a:ext uri="{FF2B5EF4-FFF2-40B4-BE49-F238E27FC236}">
                      <a16:creationId xmlns:a16="http://schemas.microsoft.com/office/drawing/2014/main" id="{7021A40A-49CC-70A7-292A-B3E9CF7BC408}"/>
                    </a:ext>
                  </a:extLst>
                </p14:cNvPr>
                <p14:cNvContentPartPr/>
                <p14:nvPr/>
              </p14:nvContentPartPr>
              <p14:xfrm>
                <a:off x="7210917" y="5090972"/>
                <a:ext cx="93600" cy="177480"/>
              </p14:xfrm>
            </p:contentPart>
          </mc:Choice>
          <mc:Fallback>
            <p:pic>
              <p:nvPicPr>
                <p:cNvPr id="65" name="Ink 64">
                  <a:extLst>
                    <a:ext uri="{FF2B5EF4-FFF2-40B4-BE49-F238E27FC236}">
                      <a16:creationId xmlns:a16="http://schemas.microsoft.com/office/drawing/2014/main" id="{7021A40A-49CC-70A7-292A-B3E9CF7BC408}"/>
                    </a:ext>
                  </a:extLst>
                </p:cNvPr>
                <p:cNvPicPr/>
                <p:nvPr/>
              </p:nvPicPr>
              <p:blipFill>
                <a:blip r:embed="rId73"/>
                <a:stretch>
                  <a:fillRect/>
                </a:stretch>
              </p:blipFill>
              <p:spPr>
                <a:xfrm>
                  <a:off x="7201917" y="5082332"/>
                  <a:ext cx="11124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37" name="Ink 36">
                  <a:extLst>
                    <a:ext uri="{FF2B5EF4-FFF2-40B4-BE49-F238E27FC236}">
                      <a16:creationId xmlns:a16="http://schemas.microsoft.com/office/drawing/2014/main" id="{D37727A6-9F91-C67E-1CC0-4DED2045ADD2}"/>
                    </a:ext>
                  </a:extLst>
                </p14:cNvPr>
                <p14:cNvContentPartPr/>
                <p14:nvPr/>
              </p14:nvContentPartPr>
              <p14:xfrm>
                <a:off x="4005477" y="4514252"/>
                <a:ext cx="303120" cy="236160"/>
              </p14:xfrm>
            </p:contentPart>
          </mc:Choice>
          <mc:Fallback>
            <p:pic>
              <p:nvPicPr>
                <p:cNvPr id="37" name="Ink 36">
                  <a:extLst>
                    <a:ext uri="{FF2B5EF4-FFF2-40B4-BE49-F238E27FC236}">
                      <a16:creationId xmlns:a16="http://schemas.microsoft.com/office/drawing/2014/main" id="{D37727A6-9F91-C67E-1CC0-4DED2045ADD2}"/>
                    </a:ext>
                  </a:extLst>
                </p:cNvPr>
                <p:cNvPicPr/>
                <p:nvPr/>
              </p:nvPicPr>
              <p:blipFill>
                <a:blip r:embed="rId75"/>
                <a:stretch>
                  <a:fillRect/>
                </a:stretch>
              </p:blipFill>
              <p:spPr>
                <a:xfrm>
                  <a:off x="3996477" y="4505252"/>
                  <a:ext cx="320760" cy="253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38" name="Ink 37">
                  <a:extLst>
                    <a:ext uri="{FF2B5EF4-FFF2-40B4-BE49-F238E27FC236}">
                      <a16:creationId xmlns:a16="http://schemas.microsoft.com/office/drawing/2014/main" id="{00A42AAF-E9E7-8A6B-DCC8-1B094F34D0C8}"/>
                    </a:ext>
                  </a:extLst>
                </p14:cNvPr>
                <p14:cNvContentPartPr/>
                <p14:nvPr/>
              </p14:nvContentPartPr>
              <p14:xfrm>
                <a:off x="4361517" y="4504172"/>
                <a:ext cx="142560" cy="290880"/>
              </p14:xfrm>
            </p:contentPart>
          </mc:Choice>
          <mc:Fallback>
            <p:pic>
              <p:nvPicPr>
                <p:cNvPr id="38" name="Ink 37">
                  <a:extLst>
                    <a:ext uri="{FF2B5EF4-FFF2-40B4-BE49-F238E27FC236}">
                      <a16:creationId xmlns:a16="http://schemas.microsoft.com/office/drawing/2014/main" id="{00A42AAF-E9E7-8A6B-DCC8-1B094F34D0C8}"/>
                    </a:ext>
                  </a:extLst>
                </p:cNvPr>
                <p:cNvPicPr/>
                <p:nvPr/>
              </p:nvPicPr>
              <p:blipFill>
                <a:blip r:embed="rId77"/>
                <a:stretch>
                  <a:fillRect/>
                </a:stretch>
              </p:blipFill>
              <p:spPr>
                <a:xfrm>
                  <a:off x="4352517" y="4495172"/>
                  <a:ext cx="16020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39" name="Ink 38">
                  <a:extLst>
                    <a:ext uri="{FF2B5EF4-FFF2-40B4-BE49-F238E27FC236}">
                      <a16:creationId xmlns:a16="http://schemas.microsoft.com/office/drawing/2014/main" id="{EFBDBD52-3FC9-C324-E175-249075307E88}"/>
                    </a:ext>
                  </a:extLst>
                </p14:cNvPr>
                <p14:cNvContentPartPr/>
                <p14:nvPr/>
              </p14:nvContentPartPr>
              <p14:xfrm>
                <a:off x="4538997" y="4479332"/>
                <a:ext cx="176400" cy="282960"/>
              </p14:xfrm>
            </p:contentPart>
          </mc:Choice>
          <mc:Fallback>
            <p:pic>
              <p:nvPicPr>
                <p:cNvPr id="39" name="Ink 38">
                  <a:extLst>
                    <a:ext uri="{FF2B5EF4-FFF2-40B4-BE49-F238E27FC236}">
                      <a16:creationId xmlns:a16="http://schemas.microsoft.com/office/drawing/2014/main" id="{EFBDBD52-3FC9-C324-E175-249075307E88}"/>
                    </a:ext>
                  </a:extLst>
                </p:cNvPr>
                <p:cNvPicPr/>
                <p:nvPr/>
              </p:nvPicPr>
              <p:blipFill>
                <a:blip r:embed="rId79"/>
                <a:stretch>
                  <a:fillRect/>
                </a:stretch>
              </p:blipFill>
              <p:spPr>
                <a:xfrm>
                  <a:off x="4529997" y="4470332"/>
                  <a:ext cx="194040" cy="3006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0" name="Ink 39">
                  <a:extLst>
                    <a:ext uri="{FF2B5EF4-FFF2-40B4-BE49-F238E27FC236}">
                      <a16:creationId xmlns:a16="http://schemas.microsoft.com/office/drawing/2014/main" id="{2229672B-F35F-17E3-E102-CDEADE2EF040}"/>
                    </a:ext>
                  </a:extLst>
                </p14:cNvPr>
                <p14:cNvContentPartPr/>
                <p14:nvPr/>
              </p14:nvContentPartPr>
              <p14:xfrm>
                <a:off x="4920237" y="4581932"/>
                <a:ext cx="122760" cy="16920"/>
              </p14:xfrm>
            </p:contentPart>
          </mc:Choice>
          <mc:Fallback>
            <p:pic>
              <p:nvPicPr>
                <p:cNvPr id="40" name="Ink 39">
                  <a:extLst>
                    <a:ext uri="{FF2B5EF4-FFF2-40B4-BE49-F238E27FC236}">
                      <a16:creationId xmlns:a16="http://schemas.microsoft.com/office/drawing/2014/main" id="{2229672B-F35F-17E3-E102-CDEADE2EF040}"/>
                    </a:ext>
                  </a:extLst>
                </p:cNvPr>
                <p:cNvPicPr/>
                <p:nvPr/>
              </p:nvPicPr>
              <p:blipFill>
                <a:blip r:embed="rId81"/>
                <a:stretch>
                  <a:fillRect/>
                </a:stretch>
              </p:blipFill>
              <p:spPr>
                <a:xfrm>
                  <a:off x="4911597" y="4573292"/>
                  <a:ext cx="140400" cy="3456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1" name="Ink 40">
                  <a:extLst>
                    <a:ext uri="{FF2B5EF4-FFF2-40B4-BE49-F238E27FC236}">
                      <a16:creationId xmlns:a16="http://schemas.microsoft.com/office/drawing/2014/main" id="{704F0A94-C3B7-A970-8189-AC60871BA24D}"/>
                    </a:ext>
                  </a:extLst>
                </p14:cNvPr>
                <p14:cNvContentPartPr/>
                <p14:nvPr/>
              </p14:nvContentPartPr>
              <p14:xfrm>
                <a:off x="5183397" y="4499492"/>
                <a:ext cx="39960" cy="187560"/>
              </p14:xfrm>
            </p:contentPart>
          </mc:Choice>
          <mc:Fallback>
            <p:pic>
              <p:nvPicPr>
                <p:cNvPr id="41" name="Ink 40">
                  <a:extLst>
                    <a:ext uri="{FF2B5EF4-FFF2-40B4-BE49-F238E27FC236}">
                      <a16:creationId xmlns:a16="http://schemas.microsoft.com/office/drawing/2014/main" id="{704F0A94-C3B7-A970-8189-AC60871BA24D}"/>
                    </a:ext>
                  </a:extLst>
                </p:cNvPr>
                <p:cNvPicPr/>
                <p:nvPr/>
              </p:nvPicPr>
              <p:blipFill>
                <a:blip r:embed="rId83"/>
                <a:stretch>
                  <a:fillRect/>
                </a:stretch>
              </p:blipFill>
              <p:spPr>
                <a:xfrm>
                  <a:off x="5174757" y="4490492"/>
                  <a:ext cx="57600" cy="2052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67" name="Ink 66">
                  <a:extLst>
                    <a:ext uri="{FF2B5EF4-FFF2-40B4-BE49-F238E27FC236}">
                      <a16:creationId xmlns:a16="http://schemas.microsoft.com/office/drawing/2014/main" id="{502D6B7B-8BB7-53C9-C7C8-389EF99C76F5}"/>
                    </a:ext>
                  </a:extLst>
                </p14:cNvPr>
                <p14:cNvContentPartPr/>
                <p14:nvPr/>
              </p14:nvContentPartPr>
              <p14:xfrm>
                <a:off x="4262517" y="4822412"/>
                <a:ext cx="1067400" cy="98280"/>
              </p14:xfrm>
            </p:contentPart>
          </mc:Choice>
          <mc:Fallback>
            <p:pic>
              <p:nvPicPr>
                <p:cNvPr id="67" name="Ink 66">
                  <a:extLst>
                    <a:ext uri="{FF2B5EF4-FFF2-40B4-BE49-F238E27FC236}">
                      <a16:creationId xmlns:a16="http://schemas.microsoft.com/office/drawing/2014/main" id="{502D6B7B-8BB7-53C9-C7C8-389EF99C76F5}"/>
                    </a:ext>
                  </a:extLst>
                </p:cNvPr>
                <p:cNvPicPr/>
                <p:nvPr/>
              </p:nvPicPr>
              <p:blipFill>
                <a:blip r:embed="rId85"/>
                <a:stretch>
                  <a:fillRect/>
                </a:stretch>
              </p:blipFill>
              <p:spPr>
                <a:xfrm>
                  <a:off x="4253877" y="4813412"/>
                  <a:ext cx="108504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8" name="Ink 67">
                  <a:extLst>
                    <a:ext uri="{FF2B5EF4-FFF2-40B4-BE49-F238E27FC236}">
                      <a16:creationId xmlns:a16="http://schemas.microsoft.com/office/drawing/2014/main" id="{7917C7CF-DC48-CD62-AF75-88CB9F386368}"/>
                    </a:ext>
                  </a:extLst>
                </p14:cNvPr>
                <p14:cNvContentPartPr/>
                <p14:nvPr/>
              </p14:nvContentPartPr>
              <p14:xfrm>
                <a:off x="5682717" y="4472492"/>
                <a:ext cx="1092240" cy="132480"/>
              </p14:xfrm>
            </p:contentPart>
          </mc:Choice>
          <mc:Fallback>
            <p:pic>
              <p:nvPicPr>
                <p:cNvPr id="68" name="Ink 67">
                  <a:extLst>
                    <a:ext uri="{FF2B5EF4-FFF2-40B4-BE49-F238E27FC236}">
                      <a16:creationId xmlns:a16="http://schemas.microsoft.com/office/drawing/2014/main" id="{7917C7CF-DC48-CD62-AF75-88CB9F386368}"/>
                    </a:ext>
                  </a:extLst>
                </p:cNvPr>
                <p:cNvPicPr/>
                <p:nvPr/>
              </p:nvPicPr>
              <p:blipFill>
                <a:blip r:embed="rId87"/>
                <a:stretch>
                  <a:fillRect/>
                </a:stretch>
              </p:blipFill>
              <p:spPr>
                <a:xfrm>
                  <a:off x="5674077" y="4463492"/>
                  <a:ext cx="110988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14" name="Ink 13">
                  <a:extLst>
                    <a:ext uri="{FF2B5EF4-FFF2-40B4-BE49-F238E27FC236}">
                      <a16:creationId xmlns:a16="http://schemas.microsoft.com/office/drawing/2014/main" id="{2EB5A5EE-0D89-DC32-C158-DADA9BB49FF3}"/>
                    </a:ext>
                  </a:extLst>
                </p14:cNvPr>
                <p14:cNvContentPartPr/>
                <p14:nvPr/>
              </p14:nvContentPartPr>
              <p14:xfrm>
                <a:off x="1230237" y="3501572"/>
                <a:ext cx="32040" cy="488520"/>
              </p14:xfrm>
            </p:contentPart>
          </mc:Choice>
          <mc:Fallback>
            <p:pic>
              <p:nvPicPr>
                <p:cNvPr id="14" name="Ink 13">
                  <a:extLst>
                    <a:ext uri="{FF2B5EF4-FFF2-40B4-BE49-F238E27FC236}">
                      <a16:creationId xmlns:a16="http://schemas.microsoft.com/office/drawing/2014/main" id="{2EB5A5EE-0D89-DC32-C158-DADA9BB49FF3}"/>
                    </a:ext>
                  </a:extLst>
                </p:cNvPr>
                <p:cNvPicPr/>
                <p:nvPr/>
              </p:nvPicPr>
              <p:blipFill>
                <a:blip r:embed="rId89"/>
                <a:stretch>
                  <a:fillRect/>
                </a:stretch>
              </p:blipFill>
              <p:spPr>
                <a:xfrm>
                  <a:off x="1221237" y="3492932"/>
                  <a:ext cx="49680" cy="50616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15" name="Ink 14">
                  <a:extLst>
                    <a:ext uri="{FF2B5EF4-FFF2-40B4-BE49-F238E27FC236}">
                      <a16:creationId xmlns:a16="http://schemas.microsoft.com/office/drawing/2014/main" id="{89AC9BD9-2CBA-7514-1CB7-6DE5DC9B06C8}"/>
                    </a:ext>
                  </a:extLst>
                </p14:cNvPr>
                <p14:cNvContentPartPr/>
                <p14:nvPr/>
              </p14:nvContentPartPr>
              <p14:xfrm>
                <a:off x="1178397" y="3929612"/>
                <a:ext cx="156960" cy="96480"/>
              </p14:xfrm>
            </p:contentPart>
          </mc:Choice>
          <mc:Fallback>
            <p:pic>
              <p:nvPicPr>
                <p:cNvPr id="15" name="Ink 14">
                  <a:extLst>
                    <a:ext uri="{FF2B5EF4-FFF2-40B4-BE49-F238E27FC236}">
                      <a16:creationId xmlns:a16="http://schemas.microsoft.com/office/drawing/2014/main" id="{89AC9BD9-2CBA-7514-1CB7-6DE5DC9B06C8}"/>
                    </a:ext>
                  </a:extLst>
                </p:cNvPr>
                <p:cNvPicPr/>
                <p:nvPr/>
              </p:nvPicPr>
              <p:blipFill>
                <a:blip r:embed="rId91"/>
                <a:stretch>
                  <a:fillRect/>
                </a:stretch>
              </p:blipFill>
              <p:spPr>
                <a:xfrm>
                  <a:off x="1169397" y="3920972"/>
                  <a:ext cx="17460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16" name="Ink 15">
                  <a:extLst>
                    <a:ext uri="{FF2B5EF4-FFF2-40B4-BE49-F238E27FC236}">
                      <a16:creationId xmlns:a16="http://schemas.microsoft.com/office/drawing/2014/main" id="{E9758A71-64C8-0423-04F2-27BC1BF1AFD2}"/>
                    </a:ext>
                  </a:extLst>
                </p14:cNvPr>
                <p14:cNvContentPartPr/>
                <p14:nvPr/>
              </p14:nvContentPartPr>
              <p14:xfrm>
                <a:off x="726597" y="4274852"/>
                <a:ext cx="269640" cy="351360"/>
              </p14:xfrm>
            </p:contentPart>
          </mc:Choice>
          <mc:Fallback>
            <p:pic>
              <p:nvPicPr>
                <p:cNvPr id="16" name="Ink 15">
                  <a:extLst>
                    <a:ext uri="{FF2B5EF4-FFF2-40B4-BE49-F238E27FC236}">
                      <a16:creationId xmlns:a16="http://schemas.microsoft.com/office/drawing/2014/main" id="{E9758A71-64C8-0423-04F2-27BC1BF1AFD2}"/>
                    </a:ext>
                  </a:extLst>
                </p:cNvPr>
                <p:cNvPicPr/>
                <p:nvPr/>
              </p:nvPicPr>
              <p:blipFill>
                <a:blip r:embed="rId93"/>
                <a:stretch>
                  <a:fillRect/>
                </a:stretch>
              </p:blipFill>
              <p:spPr>
                <a:xfrm>
                  <a:off x="717957" y="4265852"/>
                  <a:ext cx="287280" cy="36900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17" name="Ink 16">
                  <a:extLst>
                    <a:ext uri="{FF2B5EF4-FFF2-40B4-BE49-F238E27FC236}">
                      <a16:creationId xmlns:a16="http://schemas.microsoft.com/office/drawing/2014/main" id="{3890A3B5-AC1A-EE57-82AF-73C224B45B7E}"/>
                    </a:ext>
                  </a:extLst>
                </p14:cNvPr>
                <p14:cNvContentPartPr/>
                <p14:nvPr/>
              </p14:nvContentPartPr>
              <p14:xfrm>
                <a:off x="1050957" y="4409492"/>
                <a:ext cx="175680" cy="191520"/>
              </p14:xfrm>
            </p:contentPart>
          </mc:Choice>
          <mc:Fallback>
            <p:pic>
              <p:nvPicPr>
                <p:cNvPr id="17" name="Ink 16">
                  <a:extLst>
                    <a:ext uri="{FF2B5EF4-FFF2-40B4-BE49-F238E27FC236}">
                      <a16:creationId xmlns:a16="http://schemas.microsoft.com/office/drawing/2014/main" id="{3890A3B5-AC1A-EE57-82AF-73C224B45B7E}"/>
                    </a:ext>
                  </a:extLst>
                </p:cNvPr>
                <p:cNvPicPr/>
                <p:nvPr/>
              </p:nvPicPr>
              <p:blipFill>
                <a:blip r:embed="rId95"/>
                <a:stretch>
                  <a:fillRect/>
                </a:stretch>
              </p:blipFill>
              <p:spPr>
                <a:xfrm>
                  <a:off x="1041957" y="4400852"/>
                  <a:ext cx="193320" cy="2091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18" name="Ink 17">
                  <a:extLst>
                    <a:ext uri="{FF2B5EF4-FFF2-40B4-BE49-F238E27FC236}">
                      <a16:creationId xmlns:a16="http://schemas.microsoft.com/office/drawing/2014/main" id="{6C69DB26-B0A8-FFBC-58BB-F4EEA47E7D48}"/>
                    </a:ext>
                  </a:extLst>
                </p14:cNvPr>
                <p14:cNvContentPartPr/>
                <p14:nvPr/>
              </p14:nvContentPartPr>
              <p14:xfrm>
                <a:off x="1295397" y="4420652"/>
                <a:ext cx="162360" cy="132840"/>
              </p14:xfrm>
            </p:contentPart>
          </mc:Choice>
          <mc:Fallback>
            <p:pic>
              <p:nvPicPr>
                <p:cNvPr id="18" name="Ink 17">
                  <a:extLst>
                    <a:ext uri="{FF2B5EF4-FFF2-40B4-BE49-F238E27FC236}">
                      <a16:creationId xmlns:a16="http://schemas.microsoft.com/office/drawing/2014/main" id="{6C69DB26-B0A8-FFBC-58BB-F4EEA47E7D48}"/>
                    </a:ext>
                  </a:extLst>
                </p:cNvPr>
                <p:cNvPicPr/>
                <p:nvPr/>
              </p:nvPicPr>
              <p:blipFill>
                <a:blip r:embed="rId97"/>
                <a:stretch>
                  <a:fillRect/>
                </a:stretch>
              </p:blipFill>
              <p:spPr>
                <a:xfrm>
                  <a:off x="1286397" y="4412012"/>
                  <a:ext cx="18000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19" name="Ink 18">
                  <a:extLst>
                    <a:ext uri="{FF2B5EF4-FFF2-40B4-BE49-F238E27FC236}">
                      <a16:creationId xmlns:a16="http://schemas.microsoft.com/office/drawing/2014/main" id="{FEC04966-5C38-BC4C-2950-1ADF7F138206}"/>
                    </a:ext>
                  </a:extLst>
                </p14:cNvPr>
                <p14:cNvContentPartPr/>
                <p14:nvPr/>
              </p14:nvContentPartPr>
              <p14:xfrm>
                <a:off x="1558557" y="4397252"/>
                <a:ext cx="158760" cy="171360"/>
              </p14:xfrm>
            </p:contentPart>
          </mc:Choice>
          <mc:Fallback>
            <p:pic>
              <p:nvPicPr>
                <p:cNvPr id="19" name="Ink 18">
                  <a:extLst>
                    <a:ext uri="{FF2B5EF4-FFF2-40B4-BE49-F238E27FC236}">
                      <a16:creationId xmlns:a16="http://schemas.microsoft.com/office/drawing/2014/main" id="{FEC04966-5C38-BC4C-2950-1ADF7F138206}"/>
                    </a:ext>
                  </a:extLst>
                </p:cNvPr>
                <p:cNvPicPr/>
                <p:nvPr/>
              </p:nvPicPr>
              <p:blipFill>
                <a:blip r:embed="rId99"/>
                <a:stretch>
                  <a:fillRect/>
                </a:stretch>
              </p:blipFill>
              <p:spPr>
                <a:xfrm>
                  <a:off x="1549917" y="4388252"/>
                  <a:ext cx="17640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20" name="Ink 19">
                  <a:extLst>
                    <a:ext uri="{FF2B5EF4-FFF2-40B4-BE49-F238E27FC236}">
                      <a16:creationId xmlns:a16="http://schemas.microsoft.com/office/drawing/2014/main" id="{3D5D4C79-0820-F25A-65E9-51B5D9EC3AC5}"/>
                    </a:ext>
                  </a:extLst>
                </p14:cNvPr>
                <p14:cNvContentPartPr/>
                <p14:nvPr/>
              </p14:nvContentPartPr>
              <p14:xfrm>
                <a:off x="599157" y="4170452"/>
                <a:ext cx="270000" cy="586440"/>
              </p14:xfrm>
            </p:contentPart>
          </mc:Choice>
          <mc:Fallback>
            <p:pic>
              <p:nvPicPr>
                <p:cNvPr id="20" name="Ink 19">
                  <a:extLst>
                    <a:ext uri="{FF2B5EF4-FFF2-40B4-BE49-F238E27FC236}">
                      <a16:creationId xmlns:a16="http://schemas.microsoft.com/office/drawing/2014/main" id="{3D5D4C79-0820-F25A-65E9-51B5D9EC3AC5}"/>
                    </a:ext>
                  </a:extLst>
                </p:cNvPr>
                <p:cNvPicPr/>
                <p:nvPr/>
              </p:nvPicPr>
              <p:blipFill>
                <a:blip r:embed="rId101"/>
                <a:stretch>
                  <a:fillRect/>
                </a:stretch>
              </p:blipFill>
              <p:spPr>
                <a:xfrm>
                  <a:off x="590517" y="4161452"/>
                  <a:ext cx="287640" cy="6040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21" name="Ink 20">
                  <a:extLst>
                    <a:ext uri="{FF2B5EF4-FFF2-40B4-BE49-F238E27FC236}">
                      <a16:creationId xmlns:a16="http://schemas.microsoft.com/office/drawing/2014/main" id="{CED172D6-B0B9-DCDC-6D50-B3CBF7399839}"/>
                    </a:ext>
                  </a:extLst>
                </p14:cNvPr>
                <p14:cNvContentPartPr/>
                <p14:nvPr/>
              </p14:nvContentPartPr>
              <p14:xfrm>
                <a:off x="1749717" y="4203212"/>
                <a:ext cx="119160" cy="370800"/>
              </p14:xfrm>
            </p:contentPart>
          </mc:Choice>
          <mc:Fallback>
            <p:pic>
              <p:nvPicPr>
                <p:cNvPr id="21" name="Ink 20">
                  <a:extLst>
                    <a:ext uri="{FF2B5EF4-FFF2-40B4-BE49-F238E27FC236}">
                      <a16:creationId xmlns:a16="http://schemas.microsoft.com/office/drawing/2014/main" id="{CED172D6-B0B9-DCDC-6D50-B3CBF7399839}"/>
                    </a:ext>
                  </a:extLst>
                </p:cNvPr>
                <p:cNvPicPr/>
                <p:nvPr/>
              </p:nvPicPr>
              <p:blipFill>
                <a:blip r:embed="rId103"/>
                <a:stretch>
                  <a:fillRect/>
                </a:stretch>
              </p:blipFill>
              <p:spPr>
                <a:xfrm>
                  <a:off x="1740717" y="4194572"/>
                  <a:ext cx="136800" cy="3884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24" name="Ink 23">
                  <a:extLst>
                    <a:ext uri="{FF2B5EF4-FFF2-40B4-BE49-F238E27FC236}">
                      <a16:creationId xmlns:a16="http://schemas.microsoft.com/office/drawing/2014/main" id="{E6D4796D-696C-5522-8B73-253D61BB1164}"/>
                    </a:ext>
                  </a:extLst>
                </p14:cNvPr>
                <p14:cNvContentPartPr/>
                <p14:nvPr/>
              </p14:nvContentPartPr>
              <p14:xfrm>
                <a:off x="935757" y="4978292"/>
                <a:ext cx="11520" cy="263520"/>
              </p14:xfrm>
            </p:contentPart>
          </mc:Choice>
          <mc:Fallback>
            <p:pic>
              <p:nvPicPr>
                <p:cNvPr id="24" name="Ink 23">
                  <a:extLst>
                    <a:ext uri="{FF2B5EF4-FFF2-40B4-BE49-F238E27FC236}">
                      <a16:creationId xmlns:a16="http://schemas.microsoft.com/office/drawing/2014/main" id="{E6D4796D-696C-5522-8B73-253D61BB1164}"/>
                    </a:ext>
                  </a:extLst>
                </p:cNvPr>
                <p:cNvPicPr/>
                <p:nvPr/>
              </p:nvPicPr>
              <p:blipFill>
                <a:blip r:embed="rId105"/>
                <a:stretch>
                  <a:fillRect/>
                </a:stretch>
              </p:blipFill>
              <p:spPr>
                <a:xfrm>
                  <a:off x="926757" y="4969292"/>
                  <a:ext cx="29160" cy="2811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25" name="Ink 24">
                  <a:extLst>
                    <a:ext uri="{FF2B5EF4-FFF2-40B4-BE49-F238E27FC236}">
                      <a16:creationId xmlns:a16="http://schemas.microsoft.com/office/drawing/2014/main" id="{B49A22D4-9A97-97DE-DC1A-E4D65EE78A47}"/>
                    </a:ext>
                  </a:extLst>
                </p14:cNvPr>
                <p14:cNvContentPartPr/>
                <p14:nvPr/>
              </p14:nvContentPartPr>
              <p14:xfrm>
                <a:off x="1038717" y="4988372"/>
                <a:ext cx="104760" cy="243360"/>
              </p14:xfrm>
            </p:contentPart>
          </mc:Choice>
          <mc:Fallback>
            <p:pic>
              <p:nvPicPr>
                <p:cNvPr id="25" name="Ink 24">
                  <a:extLst>
                    <a:ext uri="{FF2B5EF4-FFF2-40B4-BE49-F238E27FC236}">
                      <a16:creationId xmlns:a16="http://schemas.microsoft.com/office/drawing/2014/main" id="{B49A22D4-9A97-97DE-DC1A-E4D65EE78A47}"/>
                    </a:ext>
                  </a:extLst>
                </p:cNvPr>
                <p:cNvPicPr/>
                <p:nvPr/>
              </p:nvPicPr>
              <p:blipFill>
                <a:blip r:embed="rId107"/>
                <a:stretch>
                  <a:fillRect/>
                </a:stretch>
              </p:blipFill>
              <p:spPr>
                <a:xfrm>
                  <a:off x="1030077" y="4979372"/>
                  <a:ext cx="12240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26" name="Ink 25">
                  <a:extLst>
                    <a:ext uri="{FF2B5EF4-FFF2-40B4-BE49-F238E27FC236}">
                      <a16:creationId xmlns:a16="http://schemas.microsoft.com/office/drawing/2014/main" id="{12A054AB-AF7F-D4F9-5A66-545E78D37734}"/>
                    </a:ext>
                  </a:extLst>
                </p14:cNvPr>
                <p14:cNvContentPartPr/>
                <p14:nvPr/>
              </p14:nvContentPartPr>
              <p14:xfrm>
                <a:off x="1250037" y="4962812"/>
                <a:ext cx="122760" cy="279000"/>
              </p14:xfrm>
            </p:contentPart>
          </mc:Choice>
          <mc:Fallback>
            <p:pic>
              <p:nvPicPr>
                <p:cNvPr id="26" name="Ink 25">
                  <a:extLst>
                    <a:ext uri="{FF2B5EF4-FFF2-40B4-BE49-F238E27FC236}">
                      <a16:creationId xmlns:a16="http://schemas.microsoft.com/office/drawing/2014/main" id="{12A054AB-AF7F-D4F9-5A66-545E78D37734}"/>
                    </a:ext>
                  </a:extLst>
                </p:cNvPr>
                <p:cNvPicPr/>
                <p:nvPr/>
              </p:nvPicPr>
              <p:blipFill>
                <a:blip r:embed="rId109"/>
                <a:stretch>
                  <a:fillRect/>
                </a:stretch>
              </p:blipFill>
              <p:spPr>
                <a:xfrm>
                  <a:off x="1241397" y="4953812"/>
                  <a:ext cx="140400" cy="2966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27" name="Ink 26">
                  <a:extLst>
                    <a:ext uri="{FF2B5EF4-FFF2-40B4-BE49-F238E27FC236}">
                      <a16:creationId xmlns:a16="http://schemas.microsoft.com/office/drawing/2014/main" id="{9611F6C1-6D4B-4D06-6ED2-7FC4EABBC454}"/>
                    </a:ext>
                  </a:extLst>
                </p14:cNvPr>
                <p14:cNvContentPartPr/>
                <p14:nvPr/>
              </p14:nvContentPartPr>
              <p14:xfrm>
                <a:off x="1466397" y="4934732"/>
                <a:ext cx="191880" cy="301320"/>
              </p14:xfrm>
            </p:contentPart>
          </mc:Choice>
          <mc:Fallback>
            <p:pic>
              <p:nvPicPr>
                <p:cNvPr id="27" name="Ink 26">
                  <a:extLst>
                    <a:ext uri="{FF2B5EF4-FFF2-40B4-BE49-F238E27FC236}">
                      <a16:creationId xmlns:a16="http://schemas.microsoft.com/office/drawing/2014/main" id="{9611F6C1-6D4B-4D06-6ED2-7FC4EABBC454}"/>
                    </a:ext>
                  </a:extLst>
                </p:cNvPr>
                <p:cNvPicPr/>
                <p:nvPr/>
              </p:nvPicPr>
              <p:blipFill>
                <a:blip r:embed="rId111"/>
                <a:stretch>
                  <a:fillRect/>
                </a:stretch>
              </p:blipFill>
              <p:spPr>
                <a:xfrm>
                  <a:off x="1457397" y="4925732"/>
                  <a:ext cx="209520" cy="3189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34" name="Ink 33">
                  <a:extLst>
                    <a:ext uri="{FF2B5EF4-FFF2-40B4-BE49-F238E27FC236}">
                      <a16:creationId xmlns:a16="http://schemas.microsoft.com/office/drawing/2014/main" id="{6994943B-EBA4-6138-77AD-A3D138DFDEE0}"/>
                    </a:ext>
                  </a:extLst>
                </p14:cNvPr>
                <p14:cNvContentPartPr/>
                <p14:nvPr/>
              </p14:nvContentPartPr>
              <p14:xfrm>
                <a:off x="2307357" y="4669772"/>
                <a:ext cx="1162800" cy="47160"/>
              </p14:xfrm>
            </p:contentPart>
          </mc:Choice>
          <mc:Fallback>
            <p:pic>
              <p:nvPicPr>
                <p:cNvPr id="34" name="Ink 33">
                  <a:extLst>
                    <a:ext uri="{FF2B5EF4-FFF2-40B4-BE49-F238E27FC236}">
                      <a16:creationId xmlns:a16="http://schemas.microsoft.com/office/drawing/2014/main" id="{6994943B-EBA4-6138-77AD-A3D138DFDEE0}"/>
                    </a:ext>
                  </a:extLst>
                </p:cNvPr>
                <p:cNvPicPr/>
                <p:nvPr/>
              </p:nvPicPr>
              <p:blipFill>
                <a:blip r:embed="rId113"/>
                <a:stretch>
                  <a:fillRect/>
                </a:stretch>
              </p:blipFill>
              <p:spPr>
                <a:xfrm>
                  <a:off x="2298357" y="4661132"/>
                  <a:ext cx="118044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35" name="Ink 34">
                  <a:extLst>
                    <a:ext uri="{FF2B5EF4-FFF2-40B4-BE49-F238E27FC236}">
                      <a16:creationId xmlns:a16="http://schemas.microsoft.com/office/drawing/2014/main" id="{CAB48CA3-4E5F-BBC1-2917-177B8D60863D}"/>
                    </a:ext>
                  </a:extLst>
                </p14:cNvPr>
                <p14:cNvContentPartPr/>
                <p14:nvPr/>
              </p14:nvContentPartPr>
              <p14:xfrm>
                <a:off x="3381237" y="4611812"/>
                <a:ext cx="103320" cy="153000"/>
              </p14:xfrm>
            </p:contentPart>
          </mc:Choice>
          <mc:Fallback>
            <p:pic>
              <p:nvPicPr>
                <p:cNvPr id="35" name="Ink 34">
                  <a:extLst>
                    <a:ext uri="{FF2B5EF4-FFF2-40B4-BE49-F238E27FC236}">
                      <a16:creationId xmlns:a16="http://schemas.microsoft.com/office/drawing/2014/main" id="{CAB48CA3-4E5F-BBC1-2917-177B8D60863D}"/>
                    </a:ext>
                  </a:extLst>
                </p:cNvPr>
                <p:cNvPicPr/>
                <p:nvPr/>
              </p:nvPicPr>
              <p:blipFill>
                <a:blip r:embed="rId115"/>
                <a:stretch>
                  <a:fillRect/>
                </a:stretch>
              </p:blipFill>
              <p:spPr>
                <a:xfrm>
                  <a:off x="3372237" y="4603172"/>
                  <a:ext cx="12096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1" name="Ink 70">
                  <a:extLst>
                    <a:ext uri="{FF2B5EF4-FFF2-40B4-BE49-F238E27FC236}">
                      <a16:creationId xmlns:a16="http://schemas.microsoft.com/office/drawing/2014/main" id="{B4C2F303-EBCB-7B2A-4EDA-883E68D99BCD}"/>
                    </a:ext>
                  </a:extLst>
                </p14:cNvPr>
                <p14:cNvContentPartPr/>
                <p14:nvPr/>
              </p14:nvContentPartPr>
              <p14:xfrm>
                <a:off x="458397" y="4676252"/>
                <a:ext cx="2056680" cy="1033560"/>
              </p14:xfrm>
            </p:contentPart>
          </mc:Choice>
          <mc:Fallback>
            <p:pic>
              <p:nvPicPr>
                <p:cNvPr id="71" name="Ink 70">
                  <a:extLst>
                    <a:ext uri="{FF2B5EF4-FFF2-40B4-BE49-F238E27FC236}">
                      <a16:creationId xmlns:a16="http://schemas.microsoft.com/office/drawing/2014/main" id="{B4C2F303-EBCB-7B2A-4EDA-883E68D99BCD}"/>
                    </a:ext>
                  </a:extLst>
                </p:cNvPr>
                <p:cNvPicPr/>
                <p:nvPr/>
              </p:nvPicPr>
              <p:blipFill>
                <a:blip r:embed="rId117"/>
                <a:stretch>
                  <a:fillRect/>
                </a:stretch>
              </p:blipFill>
              <p:spPr>
                <a:xfrm>
                  <a:off x="449757" y="4667612"/>
                  <a:ext cx="2074320" cy="105120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3" name="Ink 72">
                  <a:extLst>
                    <a:ext uri="{FF2B5EF4-FFF2-40B4-BE49-F238E27FC236}">
                      <a16:creationId xmlns:a16="http://schemas.microsoft.com/office/drawing/2014/main" id="{80D50A13-86E7-436B-8945-33627548D6D5}"/>
                    </a:ext>
                  </a:extLst>
                </p14:cNvPr>
                <p14:cNvContentPartPr/>
                <p14:nvPr/>
              </p14:nvContentPartPr>
              <p14:xfrm>
                <a:off x="3645837" y="3604172"/>
                <a:ext cx="4298760" cy="2396160"/>
              </p14:xfrm>
            </p:contentPart>
          </mc:Choice>
          <mc:Fallback>
            <p:pic>
              <p:nvPicPr>
                <p:cNvPr id="73" name="Ink 72">
                  <a:extLst>
                    <a:ext uri="{FF2B5EF4-FFF2-40B4-BE49-F238E27FC236}">
                      <a16:creationId xmlns:a16="http://schemas.microsoft.com/office/drawing/2014/main" id="{80D50A13-86E7-436B-8945-33627548D6D5}"/>
                    </a:ext>
                  </a:extLst>
                </p:cNvPr>
                <p:cNvPicPr/>
                <p:nvPr/>
              </p:nvPicPr>
              <p:blipFill>
                <a:blip r:embed="rId119"/>
                <a:stretch>
                  <a:fillRect/>
                </a:stretch>
              </p:blipFill>
              <p:spPr>
                <a:xfrm>
                  <a:off x="3636837" y="3595172"/>
                  <a:ext cx="4316400" cy="241380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5" name="Ink 74">
                  <a:extLst>
                    <a:ext uri="{FF2B5EF4-FFF2-40B4-BE49-F238E27FC236}">
                      <a16:creationId xmlns:a16="http://schemas.microsoft.com/office/drawing/2014/main" id="{5EA5B683-AB50-AFD9-2386-5A7DA00B4BF7}"/>
                    </a:ext>
                  </a:extLst>
                </p14:cNvPr>
                <p14:cNvContentPartPr/>
                <p14:nvPr/>
              </p14:nvContentPartPr>
              <p14:xfrm>
                <a:off x="1946637" y="5052452"/>
                <a:ext cx="60480" cy="366480"/>
              </p14:xfrm>
            </p:contentPart>
          </mc:Choice>
          <mc:Fallback>
            <p:pic>
              <p:nvPicPr>
                <p:cNvPr id="75" name="Ink 74">
                  <a:extLst>
                    <a:ext uri="{FF2B5EF4-FFF2-40B4-BE49-F238E27FC236}">
                      <a16:creationId xmlns:a16="http://schemas.microsoft.com/office/drawing/2014/main" id="{5EA5B683-AB50-AFD9-2386-5A7DA00B4BF7}"/>
                    </a:ext>
                  </a:extLst>
                </p:cNvPr>
                <p:cNvPicPr/>
                <p:nvPr/>
              </p:nvPicPr>
              <p:blipFill>
                <a:blip r:embed="rId121"/>
                <a:stretch>
                  <a:fillRect/>
                </a:stretch>
              </p:blipFill>
              <p:spPr>
                <a:xfrm>
                  <a:off x="1937997" y="5043812"/>
                  <a:ext cx="78120" cy="3841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6" name="Ink 75">
                  <a:extLst>
                    <a:ext uri="{FF2B5EF4-FFF2-40B4-BE49-F238E27FC236}">
                      <a16:creationId xmlns:a16="http://schemas.microsoft.com/office/drawing/2014/main" id="{63D06157-BAA3-837E-9257-A822809CAC0B}"/>
                    </a:ext>
                  </a:extLst>
                </p14:cNvPr>
                <p14:cNvContentPartPr/>
                <p14:nvPr/>
              </p14:nvContentPartPr>
              <p14:xfrm>
                <a:off x="1869597" y="5021852"/>
                <a:ext cx="235800" cy="180360"/>
              </p14:xfrm>
            </p:contentPart>
          </mc:Choice>
          <mc:Fallback>
            <p:pic>
              <p:nvPicPr>
                <p:cNvPr id="76" name="Ink 75">
                  <a:extLst>
                    <a:ext uri="{FF2B5EF4-FFF2-40B4-BE49-F238E27FC236}">
                      <a16:creationId xmlns:a16="http://schemas.microsoft.com/office/drawing/2014/main" id="{63D06157-BAA3-837E-9257-A822809CAC0B}"/>
                    </a:ext>
                  </a:extLst>
                </p:cNvPr>
                <p:cNvPicPr/>
                <p:nvPr/>
              </p:nvPicPr>
              <p:blipFill>
                <a:blip r:embed="rId123"/>
                <a:stretch>
                  <a:fillRect/>
                </a:stretch>
              </p:blipFill>
              <p:spPr>
                <a:xfrm>
                  <a:off x="1860597" y="5013212"/>
                  <a:ext cx="25344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7" name="Ink 76">
                  <a:extLst>
                    <a:ext uri="{FF2B5EF4-FFF2-40B4-BE49-F238E27FC236}">
                      <a16:creationId xmlns:a16="http://schemas.microsoft.com/office/drawing/2014/main" id="{3CB99AC8-901C-6D89-8945-2F798E3CF928}"/>
                    </a:ext>
                  </a:extLst>
                </p14:cNvPr>
                <p14:cNvContentPartPr/>
                <p14:nvPr/>
              </p14:nvContentPartPr>
              <p14:xfrm>
                <a:off x="2213037" y="5588492"/>
                <a:ext cx="211680" cy="286200"/>
              </p14:xfrm>
            </p:contentPart>
          </mc:Choice>
          <mc:Fallback>
            <p:pic>
              <p:nvPicPr>
                <p:cNvPr id="77" name="Ink 76">
                  <a:extLst>
                    <a:ext uri="{FF2B5EF4-FFF2-40B4-BE49-F238E27FC236}">
                      <a16:creationId xmlns:a16="http://schemas.microsoft.com/office/drawing/2014/main" id="{3CB99AC8-901C-6D89-8945-2F798E3CF928}"/>
                    </a:ext>
                  </a:extLst>
                </p:cNvPr>
                <p:cNvPicPr/>
                <p:nvPr/>
              </p:nvPicPr>
              <p:blipFill>
                <a:blip r:embed="rId125"/>
                <a:stretch>
                  <a:fillRect/>
                </a:stretch>
              </p:blipFill>
              <p:spPr>
                <a:xfrm>
                  <a:off x="2204037" y="5579852"/>
                  <a:ext cx="229320" cy="3038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8" name="Ink 77">
                  <a:extLst>
                    <a:ext uri="{FF2B5EF4-FFF2-40B4-BE49-F238E27FC236}">
                      <a16:creationId xmlns:a16="http://schemas.microsoft.com/office/drawing/2014/main" id="{22C093F7-C2C9-7569-B7BE-DFA3CFCE8A66}"/>
                    </a:ext>
                  </a:extLst>
                </p14:cNvPr>
                <p14:cNvContentPartPr/>
                <p14:nvPr/>
              </p14:nvContentPartPr>
              <p14:xfrm>
                <a:off x="2577357" y="5823212"/>
                <a:ext cx="223560" cy="300240"/>
              </p14:xfrm>
            </p:contentPart>
          </mc:Choice>
          <mc:Fallback>
            <p:pic>
              <p:nvPicPr>
                <p:cNvPr id="78" name="Ink 77">
                  <a:extLst>
                    <a:ext uri="{FF2B5EF4-FFF2-40B4-BE49-F238E27FC236}">
                      <a16:creationId xmlns:a16="http://schemas.microsoft.com/office/drawing/2014/main" id="{22C093F7-C2C9-7569-B7BE-DFA3CFCE8A66}"/>
                    </a:ext>
                  </a:extLst>
                </p:cNvPr>
                <p:cNvPicPr/>
                <p:nvPr/>
              </p:nvPicPr>
              <p:blipFill>
                <a:blip r:embed="rId127"/>
                <a:stretch>
                  <a:fillRect/>
                </a:stretch>
              </p:blipFill>
              <p:spPr>
                <a:xfrm>
                  <a:off x="2568717" y="5814572"/>
                  <a:ext cx="241200" cy="31788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9" name="Ink 78">
                  <a:extLst>
                    <a:ext uri="{FF2B5EF4-FFF2-40B4-BE49-F238E27FC236}">
                      <a16:creationId xmlns:a16="http://schemas.microsoft.com/office/drawing/2014/main" id="{4CBE88D4-F01B-1271-F595-64C998AFCC20}"/>
                    </a:ext>
                  </a:extLst>
                </p14:cNvPr>
                <p14:cNvContentPartPr/>
                <p14:nvPr/>
              </p14:nvContentPartPr>
              <p14:xfrm>
                <a:off x="2893437" y="5912492"/>
                <a:ext cx="80640" cy="156240"/>
              </p14:xfrm>
            </p:contentPart>
          </mc:Choice>
          <mc:Fallback>
            <p:pic>
              <p:nvPicPr>
                <p:cNvPr id="79" name="Ink 78">
                  <a:extLst>
                    <a:ext uri="{FF2B5EF4-FFF2-40B4-BE49-F238E27FC236}">
                      <a16:creationId xmlns:a16="http://schemas.microsoft.com/office/drawing/2014/main" id="{4CBE88D4-F01B-1271-F595-64C998AFCC20}"/>
                    </a:ext>
                  </a:extLst>
                </p:cNvPr>
                <p:cNvPicPr/>
                <p:nvPr/>
              </p:nvPicPr>
              <p:blipFill>
                <a:blip r:embed="rId129"/>
                <a:stretch>
                  <a:fillRect/>
                </a:stretch>
              </p:blipFill>
              <p:spPr>
                <a:xfrm>
                  <a:off x="2884797" y="5903852"/>
                  <a:ext cx="9828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0" name="Ink 79">
                  <a:extLst>
                    <a:ext uri="{FF2B5EF4-FFF2-40B4-BE49-F238E27FC236}">
                      <a16:creationId xmlns:a16="http://schemas.microsoft.com/office/drawing/2014/main" id="{24762378-1D9C-1502-55E5-56EC2ABAA735}"/>
                    </a:ext>
                  </a:extLst>
                </p14:cNvPr>
                <p14:cNvContentPartPr/>
                <p14:nvPr/>
              </p14:nvContentPartPr>
              <p14:xfrm>
                <a:off x="3011517" y="5879732"/>
                <a:ext cx="113040" cy="177480"/>
              </p14:xfrm>
            </p:contentPart>
          </mc:Choice>
          <mc:Fallback>
            <p:pic>
              <p:nvPicPr>
                <p:cNvPr id="80" name="Ink 79">
                  <a:extLst>
                    <a:ext uri="{FF2B5EF4-FFF2-40B4-BE49-F238E27FC236}">
                      <a16:creationId xmlns:a16="http://schemas.microsoft.com/office/drawing/2014/main" id="{24762378-1D9C-1502-55E5-56EC2ABAA735}"/>
                    </a:ext>
                  </a:extLst>
                </p:cNvPr>
                <p:cNvPicPr/>
                <p:nvPr/>
              </p:nvPicPr>
              <p:blipFill>
                <a:blip r:embed="rId131"/>
                <a:stretch>
                  <a:fillRect/>
                </a:stretch>
              </p:blipFill>
              <p:spPr>
                <a:xfrm>
                  <a:off x="3002877" y="5870732"/>
                  <a:ext cx="13068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1" name="Ink 80">
                  <a:extLst>
                    <a:ext uri="{FF2B5EF4-FFF2-40B4-BE49-F238E27FC236}">
                      <a16:creationId xmlns:a16="http://schemas.microsoft.com/office/drawing/2014/main" id="{77009252-4D10-2B3C-CB04-B4F4D18AC10D}"/>
                    </a:ext>
                  </a:extLst>
                </p14:cNvPr>
                <p14:cNvContentPartPr/>
                <p14:nvPr/>
              </p14:nvContentPartPr>
              <p14:xfrm>
                <a:off x="3152997" y="5905652"/>
                <a:ext cx="153720" cy="146160"/>
              </p14:xfrm>
            </p:contentPart>
          </mc:Choice>
          <mc:Fallback>
            <p:pic>
              <p:nvPicPr>
                <p:cNvPr id="81" name="Ink 80">
                  <a:extLst>
                    <a:ext uri="{FF2B5EF4-FFF2-40B4-BE49-F238E27FC236}">
                      <a16:creationId xmlns:a16="http://schemas.microsoft.com/office/drawing/2014/main" id="{77009252-4D10-2B3C-CB04-B4F4D18AC10D}"/>
                    </a:ext>
                  </a:extLst>
                </p:cNvPr>
                <p:cNvPicPr/>
                <p:nvPr/>
              </p:nvPicPr>
              <p:blipFill>
                <a:blip r:embed="rId133"/>
                <a:stretch>
                  <a:fillRect/>
                </a:stretch>
              </p:blipFill>
              <p:spPr>
                <a:xfrm>
                  <a:off x="3144357" y="5897012"/>
                  <a:ext cx="17136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2" name="Ink 81">
                  <a:extLst>
                    <a:ext uri="{FF2B5EF4-FFF2-40B4-BE49-F238E27FC236}">
                      <a16:creationId xmlns:a16="http://schemas.microsoft.com/office/drawing/2014/main" id="{2A1D2577-2C5B-B8CB-F8C7-46A90EAFBC26}"/>
                    </a:ext>
                  </a:extLst>
                </p14:cNvPr>
                <p14:cNvContentPartPr/>
                <p14:nvPr/>
              </p14:nvContentPartPr>
              <p14:xfrm>
                <a:off x="3365037" y="5797292"/>
                <a:ext cx="234720" cy="231480"/>
              </p14:xfrm>
            </p:contentPart>
          </mc:Choice>
          <mc:Fallback>
            <p:pic>
              <p:nvPicPr>
                <p:cNvPr id="82" name="Ink 81">
                  <a:extLst>
                    <a:ext uri="{FF2B5EF4-FFF2-40B4-BE49-F238E27FC236}">
                      <a16:creationId xmlns:a16="http://schemas.microsoft.com/office/drawing/2014/main" id="{2A1D2577-2C5B-B8CB-F8C7-46A90EAFBC26}"/>
                    </a:ext>
                  </a:extLst>
                </p:cNvPr>
                <p:cNvPicPr/>
                <p:nvPr/>
              </p:nvPicPr>
              <p:blipFill>
                <a:blip r:embed="rId135"/>
                <a:stretch>
                  <a:fillRect/>
                </a:stretch>
              </p:blipFill>
              <p:spPr>
                <a:xfrm>
                  <a:off x="3356397" y="5788292"/>
                  <a:ext cx="252360" cy="2491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29" name="Ink 28">
                  <a:extLst>
                    <a:ext uri="{FF2B5EF4-FFF2-40B4-BE49-F238E27FC236}">
                      <a16:creationId xmlns:a16="http://schemas.microsoft.com/office/drawing/2014/main" id="{12369532-5283-BF4D-4B73-56ECA6872AF5}"/>
                    </a:ext>
                  </a:extLst>
                </p14:cNvPr>
                <p14:cNvContentPartPr/>
                <p14:nvPr/>
              </p14:nvContentPartPr>
              <p14:xfrm>
                <a:off x="1852677" y="3518492"/>
                <a:ext cx="263880" cy="185400"/>
              </p14:xfrm>
            </p:contentPart>
          </mc:Choice>
          <mc:Fallback>
            <p:pic>
              <p:nvPicPr>
                <p:cNvPr id="29" name="Ink 28">
                  <a:extLst>
                    <a:ext uri="{FF2B5EF4-FFF2-40B4-BE49-F238E27FC236}">
                      <a16:creationId xmlns:a16="http://schemas.microsoft.com/office/drawing/2014/main" id="{12369532-5283-BF4D-4B73-56ECA6872AF5}"/>
                    </a:ext>
                  </a:extLst>
                </p:cNvPr>
                <p:cNvPicPr/>
                <p:nvPr/>
              </p:nvPicPr>
              <p:blipFill>
                <a:blip r:embed="rId137"/>
                <a:stretch>
                  <a:fillRect/>
                </a:stretch>
              </p:blipFill>
              <p:spPr>
                <a:xfrm>
                  <a:off x="1843677" y="3509852"/>
                  <a:ext cx="28152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30" name="Ink 29">
                  <a:extLst>
                    <a:ext uri="{FF2B5EF4-FFF2-40B4-BE49-F238E27FC236}">
                      <a16:creationId xmlns:a16="http://schemas.microsoft.com/office/drawing/2014/main" id="{443EEC9D-FBE2-2339-5FFF-ABBB5278F3B9}"/>
                    </a:ext>
                  </a:extLst>
                </p14:cNvPr>
                <p14:cNvContentPartPr/>
                <p14:nvPr/>
              </p14:nvContentPartPr>
              <p14:xfrm>
                <a:off x="1960317" y="3449012"/>
                <a:ext cx="89280" cy="295560"/>
              </p14:xfrm>
            </p:contentPart>
          </mc:Choice>
          <mc:Fallback>
            <p:pic>
              <p:nvPicPr>
                <p:cNvPr id="30" name="Ink 29">
                  <a:extLst>
                    <a:ext uri="{FF2B5EF4-FFF2-40B4-BE49-F238E27FC236}">
                      <a16:creationId xmlns:a16="http://schemas.microsoft.com/office/drawing/2014/main" id="{443EEC9D-FBE2-2339-5FFF-ABBB5278F3B9}"/>
                    </a:ext>
                  </a:extLst>
                </p:cNvPr>
                <p:cNvPicPr/>
                <p:nvPr/>
              </p:nvPicPr>
              <p:blipFill>
                <a:blip r:embed="rId139"/>
                <a:stretch>
                  <a:fillRect/>
                </a:stretch>
              </p:blipFill>
              <p:spPr>
                <a:xfrm>
                  <a:off x="1951677" y="3440372"/>
                  <a:ext cx="106920" cy="3132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31" name="Ink 30">
                  <a:extLst>
                    <a:ext uri="{FF2B5EF4-FFF2-40B4-BE49-F238E27FC236}">
                      <a16:creationId xmlns:a16="http://schemas.microsoft.com/office/drawing/2014/main" id="{30D51376-9235-89C9-653D-912DD081D3AB}"/>
                    </a:ext>
                  </a:extLst>
                </p14:cNvPr>
                <p14:cNvContentPartPr/>
                <p14:nvPr/>
              </p14:nvContentPartPr>
              <p14:xfrm>
                <a:off x="2210157" y="3518132"/>
                <a:ext cx="204120" cy="166320"/>
              </p14:xfrm>
            </p:contentPart>
          </mc:Choice>
          <mc:Fallback>
            <p:pic>
              <p:nvPicPr>
                <p:cNvPr id="31" name="Ink 30">
                  <a:extLst>
                    <a:ext uri="{FF2B5EF4-FFF2-40B4-BE49-F238E27FC236}">
                      <a16:creationId xmlns:a16="http://schemas.microsoft.com/office/drawing/2014/main" id="{30D51376-9235-89C9-653D-912DD081D3AB}"/>
                    </a:ext>
                  </a:extLst>
                </p:cNvPr>
                <p:cNvPicPr/>
                <p:nvPr/>
              </p:nvPicPr>
              <p:blipFill>
                <a:blip r:embed="rId141"/>
                <a:stretch>
                  <a:fillRect/>
                </a:stretch>
              </p:blipFill>
              <p:spPr>
                <a:xfrm>
                  <a:off x="2201517" y="3509492"/>
                  <a:ext cx="221760" cy="1839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32" name="Ink 31">
                  <a:extLst>
                    <a:ext uri="{FF2B5EF4-FFF2-40B4-BE49-F238E27FC236}">
                      <a16:creationId xmlns:a16="http://schemas.microsoft.com/office/drawing/2014/main" id="{0116016D-02A4-0F95-2B2D-8425F5AD4C9A}"/>
                    </a:ext>
                  </a:extLst>
                </p14:cNvPr>
                <p14:cNvContentPartPr/>
                <p14:nvPr/>
              </p14:nvContentPartPr>
              <p14:xfrm>
                <a:off x="2242917" y="3420572"/>
                <a:ext cx="119160" cy="356760"/>
              </p14:xfrm>
            </p:contentPart>
          </mc:Choice>
          <mc:Fallback>
            <p:pic>
              <p:nvPicPr>
                <p:cNvPr id="32" name="Ink 31">
                  <a:extLst>
                    <a:ext uri="{FF2B5EF4-FFF2-40B4-BE49-F238E27FC236}">
                      <a16:creationId xmlns:a16="http://schemas.microsoft.com/office/drawing/2014/main" id="{0116016D-02A4-0F95-2B2D-8425F5AD4C9A}"/>
                    </a:ext>
                  </a:extLst>
                </p:cNvPr>
                <p:cNvPicPr/>
                <p:nvPr/>
              </p:nvPicPr>
              <p:blipFill>
                <a:blip r:embed="rId143"/>
                <a:stretch>
                  <a:fillRect/>
                </a:stretch>
              </p:blipFill>
              <p:spPr>
                <a:xfrm>
                  <a:off x="2234277" y="3411572"/>
                  <a:ext cx="136800" cy="3744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0" name="Ink 89">
                  <a:extLst>
                    <a:ext uri="{FF2B5EF4-FFF2-40B4-BE49-F238E27FC236}">
                      <a16:creationId xmlns:a16="http://schemas.microsoft.com/office/drawing/2014/main" id="{0595DA92-03D5-9207-0B36-0F508B8BC353}"/>
                    </a:ext>
                  </a:extLst>
                </p14:cNvPr>
                <p14:cNvContentPartPr/>
                <p14:nvPr/>
              </p14:nvContentPartPr>
              <p14:xfrm>
                <a:off x="1885797" y="3978932"/>
                <a:ext cx="268560" cy="145440"/>
              </p14:xfrm>
            </p:contentPart>
          </mc:Choice>
          <mc:Fallback>
            <p:pic>
              <p:nvPicPr>
                <p:cNvPr id="90" name="Ink 89">
                  <a:extLst>
                    <a:ext uri="{FF2B5EF4-FFF2-40B4-BE49-F238E27FC236}">
                      <a16:creationId xmlns:a16="http://schemas.microsoft.com/office/drawing/2014/main" id="{0595DA92-03D5-9207-0B36-0F508B8BC353}"/>
                    </a:ext>
                  </a:extLst>
                </p:cNvPr>
                <p:cNvPicPr/>
                <p:nvPr/>
              </p:nvPicPr>
              <p:blipFill>
                <a:blip r:embed="rId145"/>
                <a:stretch>
                  <a:fillRect/>
                </a:stretch>
              </p:blipFill>
              <p:spPr>
                <a:xfrm>
                  <a:off x="1877157" y="3969932"/>
                  <a:ext cx="28620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1" name="Ink 90">
                  <a:extLst>
                    <a:ext uri="{FF2B5EF4-FFF2-40B4-BE49-F238E27FC236}">
                      <a16:creationId xmlns:a16="http://schemas.microsoft.com/office/drawing/2014/main" id="{7F95395A-E46C-231C-3543-5D8AE442676C}"/>
                    </a:ext>
                  </a:extLst>
                </p14:cNvPr>
                <p14:cNvContentPartPr/>
                <p14:nvPr/>
              </p14:nvContentPartPr>
              <p14:xfrm>
                <a:off x="1953477" y="3869492"/>
                <a:ext cx="128520" cy="242280"/>
              </p14:xfrm>
            </p:contentPart>
          </mc:Choice>
          <mc:Fallback>
            <p:pic>
              <p:nvPicPr>
                <p:cNvPr id="91" name="Ink 90">
                  <a:extLst>
                    <a:ext uri="{FF2B5EF4-FFF2-40B4-BE49-F238E27FC236}">
                      <a16:creationId xmlns:a16="http://schemas.microsoft.com/office/drawing/2014/main" id="{7F95395A-E46C-231C-3543-5D8AE442676C}"/>
                    </a:ext>
                  </a:extLst>
                </p:cNvPr>
                <p:cNvPicPr/>
                <p:nvPr/>
              </p:nvPicPr>
              <p:blipFill>
                <a:blip r:embed="rId147"/>
                <a:stretch>
                  <a:fillRect/>
                </a:stretch>
              </p:blipFill>
              <p:spPr>
                <a:xfrm>
                  <a:off x="1944837" y="3860492"/>
                  <a:ext cx="146160" cy="2599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2" name="Ink 91">
                  <a:extLst>
                    <a:ext uri="{FF2B5EF4-FFF2-40B4-BE49-F238E27FC236}">
                      <a16:creationId xmlns:a16="http://schemas.microsoft.com/office/drawing/2014/main" id="{8D73BEA3-EB07-0A3F-7D6E-877BFE7F4D79}"/>
                    </a:ext>
                  </a:extLst>
                </p14:cNvPr>
                <p14:cNvContentPartPr/>
                <p14:nvPr/>
              </p14:nvContentPartPr>
              <p14:xfrm>
                <a:off x="2250837" y="3902612"/>
                <a:ext cx="189720" cy="183600"/>
              </p14:xfrm>
            </p:contentPart>
          </mc:Choice>
          <mc:Fallback>
            <p:pic>
              <p:nvPicPr>
                <p:cNvPr id="92" name="Ink 91">
                  <a:extLst>
                    <a:ext uri="{FF2B5EF4-FFF2-40B4-BE49-F238E27FC236}">
                      <a16:creationId xmlns:a16="http://schemas.microsoft.com/office/drawing/2014/main" id="{8D73BEA3-EB07-0A3F-7D6E-877BFE7F4D79}"/>
                    </a:ext>
                  </a:extLst>
                </p:cNvPr>
                <p:cNvPicPr/>
                <p:nvPr/>
              </p:nvPicPr>
              <p:blipFill>
                <a:blip r:embed="rId149"/>
                <a:stretch>
                  <a:fillRect/>
                </a:stretch>
              </p:blipFill>
              <p:spPr>
                <a:xfrm>
                  <a:off x="2241837" y="3893972"/>
                  <a:ext cx="20736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3" name="Ink 92">
                  <a:extLst>
                    <a:ext uri="{FF2B5EF4-FFF2-40B4-BE49-F238E27FC236}">
                      <a16:creationId xmlns:a16="http://schemas.microsoft.com/office/drawing/2014/main" id="{A75A46A9-11C5-33D6-F767-FAD509FC5A51}"/>
                    </a:ext>
                  </a:extLst>
                </p14:cNvPr>
                <p14:cNvContentPartPr/>
                <p14:nvPr/>
              </p14:nvContentPartPr>
              <p14:xfrm>
                <a:off x="2322117" y="3833132"/>
                <a:ext cx="91800" cy="315360"/>
              </p14:xfrm>
            </p:contentPart>
          </mc:Choice>
          <mc:Fallback>
            <p:pic>
              <p:nvPicPr>
                <p:cNvPr id="93" name="Ink 92">
                  <a:extLst>
                    <a:ext uri="{FF2B5EF4-FFF2-40B4-BE49-F238E27FC236}">
                      <a16:creationId xmlns:a16="http://schemas.microsoft.com/office/drawing/2014/main" id="{A75A46A9-11C5-33D6-F767-FAD509FC5A51}"/>
                    </a:ext>
                  </a:extLst>
                </p:cNvPr>
                <p:cNvPicPr/>
                <p:nvPr/>
              </p:nvPicPr>
              <p:blipFill>
                <a:blip r:embed="rId151"/>
                <a:stretch>
                  <a:fillRect/>
                </a:stretch>
              </p:blipFill>
              <p:spPr>
                <a:xfrm>
                  <a:off x="2313477" y="3824492"/>
                  <a:ext cx="109440" cy="33300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4" name="Ink 93">
                  <a:extLst>
                    <a:ext uri="{FF2B5EF4-FFF2-40B4-BE49-F238E27FC236}">
                      <a16:creationId xmlns:a16="http://schemas.microsoft.com/office/drawing/2014/main" id="{9CECEB02-AA85-2F84-17B2-E575B3049C88}"/>
                    </a:ext>
                  </a:extLst>
                </p14:cNvPr>
                <p14:cNvContentPartPr/>
                <p14:nvPr/>
              </p14:nvContentPartPr>
              <p14:xfrm>
                <a:off x="1178397" y="5441252"/>
                <a:ext cx="252000" cy="32400"/>
              </p14:xfrm>
            </p:contentPart>
          </mc:Choice>
          <mc:Fallback>
            <p:pic>
              <p:nvPicPr>
                <p:cNvPr id="94" name="Ink 93">
                  <a:extLst>
                    <a:ext uri="{FF2B5EF4-FFF2-40B4-BE49-F238E27FC236}">
                      <a16:creationId xmlns:a16="http://schemas.microsoft.com/office/drawing/2014/main" id="{9CECEB02-AA85-2F84-17B2-E575B3049C88}"/>
                    </a:ext>
                  </a:extLst>
                </p:cNvPr>
                <p:cNvPicPr/>
                <p:nvPr/>
              </p:nvPicPr>
              <p:blipFill>
                <a:blip r:embed="rId153"/>
                <a:stretch>
                  <a:fillRect/>
                </a:stretch>
              </p:blipFill>
              <p:spPr>
                <a:xfrm>
                  <a:off x="1169757" y="5432612"/>
                  <a:ext cx="269640" cy="500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5" name="Ink 94">
                  <a:extLst>
                    <a:ext uri="{FF2B5EF4-FFF2-40B4-BE49-F238E27FC236}">
                      <a16:creationId xmlns:a16="http://schemas.microsoft.com/office/drawing/2014/main" id="{08B907AD-6757-096F-73E7-D489E5C05C3D}"/>
                    </a:ext>
                  </a:extLst>
                </p14:cNvPr>
                <p14:cNvContentPartPr/>
                <p14:nvPr/>
              </p14:nvContentPartPr>
              <p14:xfrm>
                <a:off x="1278837" y="5411012"/>
                <a:ext cx="16560" cy="209160"/>
              </p14:xfrm>
            </p:contentPart>
          </mc:Choice>
          <mc:Fallback>
            <p:pic>
              <p:nvPicPr>
                <p:cNvPr id="95" name="Ink 94">
                  <a:extLst>
                    <a:ext uri="{FF2B5EF4-FFF2-40B4-BE49-F238E27FC236}">
                      <a16:creationId xmlns:a16="http://schemas.microsoft.com/office/drawing/2014/main" id="{08B907AD-6757-096F-73E7-D489E5C05C3D}"/>
                    </a:ext>
                  </a:extLst>
                </p:cNvPr>
                <p:cNvPicPr/>
                <p:nvPr/>
              </p:nvPicPr>
              <p:blipFill>
                <a:blip r:embed="rId155"/>
                <a:stretch>
                  <a:fillRect/>
                </a:stretch>
              </p:blipFill>
              <p:spPr>
                <a:xfrm>
                  <a:off x="1269837" y="5402012"/>
                  <a:ext cx="3420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6" name="Ink 95">
                  <a:extLst>
                    <a:ext uri="{FF2B5EF4-FFF2-40B4-BE49-F238E27FC236}">
                      <a16:creationId xmlns:a16="http://schemas.microsoft.com/office/drawing/2014/main" id="{FD498EB0-177D-4F40-DFE0-798D538FAD05}"/>
                    </a:ext>
                  </a:extLst>
                </p14:cNvPr>
                <p14:cNvContentPartPr/>
                <p14:nvPr/>
              </p14:nvContentPartPr>
              <p14:xfrm>
                <a:off x="882117" y="5958572"/>
                <a:ext cx="26280" cy="165600"/>
              </p14:xfrm>
            </p:contentPart>
          </mc:Choice>
          <mc:Fallback>
            <p:pic>
              <p:nvPicPr>
                <p:cNvPr id="96" name="Ink 95">
                  <a:extLst>
                    <a:ext uri="{FF2B5EF4-FFF2-40B4-BE49-F238E27FC236}">
                      <a16:creationId xmlns:a16="http://schemas.microsoft.com/office/drawing/2014/main" id="{FD498EB0-177D-4F40-DFE0-798D538FAD05}"/>
                    </a:ext>
                  </a:extLst>
                </p:cNvPr>
                <p:cNvPicPr/>
                <p:nvPr/>
              </p:nvPicPr>
              <p:blipFill>
                <a:blip r:embed="rId157"/>
                <a:stretch>
                  <a:fillRect/>
                </a:stretch>
              </p:blipFill>
              <p:spPr>
                <a:xfrm>
                  <a:off x="873117" y="5949572"/>
                  <a:ext cx="4392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7" name="Ink 96">
                  <a:extLst>
                    <a:ext uri="{FF2B5EF4-FFF2-40B4-BE49-F238E27FC236}">
                      <a16:creationId xmlns:a16="http://schemas.microsoft.com/office/drawing/2014/main" id="{58B4EFFD-BC86-BF6F-3CC5-F1E1527CC7E0}"/>
                    </a:ext>
                  </a:extLst>
                </p14:cNvPr>
                <p14:cNvContentPartPr/>
                <p14:nvPr/>
              </p14:nvContentPartPr>
              <p14:xfrm>
                <a:off x="1001277" y="5945612"/>
                <a:ext cx="109080" cy="151920"/>
              </p14:xfrm>
            </p:contentPart>
          </mc:Choice>
          <mc:Fallback>
            <p:pic>
              <p:nvPicPr>
                <p:cNvPr id="97" name="Ink 96">
                  <a:extLst>
                    <a:ext uri="{FF2B5EF4-FFF2-40B4-BE49-F238E27FC236}">
                      <a16:creationId xmlns:a16="http://schemas.microsoft.com/office/drawing/2014/main" id="{58B4EFFD-BC86-BF6F-3CC5-F1E1527CC7E0}"/>
                    </a:ext>
                  </a:extLst>
                </p:cNvPr>
                <p:cNvPicPr/>
                <p:nvPr/>
              </p:nvPicPr>
              <p:blipFill>
                <a:blip r:embed="rId159"/>
                <a:stretch>
                  <a:fillRect/>
                </a:stretch>
              </p:blipFill>
              <p:spPr>
                <a:xfrm>
                  <a:off x="992277" y="5936972"/>
                  <a:ext cx="126720" cy="16956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8" name="Ink 97">
                  <a:extLst>
                    <a:ext uri="{FF2B5EF4-FFF2-40B4-BE49-F238E27FC236}">
                      <a16:creationId xmlns:a16="http://schemas.microsoft.com/office/drawing/2014/main" id="{AB2D6B7A-1539-1F46-F40B-744EC1E8101A}"/>
                    </a:ext>
                  </a:extLst>
                </p14:cNvPr>
                <p14:cNvContentPartPr/>
                <p14:nvPr/>
              </p14:nvContentPartPr>
              <p14:xfrm>
                <a:off x="1243197" y="5916452"/>
                <a:ext cx="142920" cy="164520"/>
              </p14:xfrm>
            </p:contentPart>
          </mc:Choice>
          <mc:Fallback>
            <p:pic>
              <p:nvPicPr>
                <p:cNvPr id="98" name="Ink 97">
                  <a:extLst>
                    <a:ext uri="{FF2B5EF4-FFF2-40B4-BE49-F238E27FC236}">
                      <a16:creationId xmlns:a16="http://schemas.microsoft.com/office/drawing/2014/main" id="{AB2D6B7A-1539-1F46-F40B-744EC1E8101A}"/>
                    </a:ext>
                  </a:extLst>
                </p:cNvPr>
                <p:cNvPicPr/>
                <p:nvPr/>
              </p:nvPicPr>
              <p:blipFill>
                <a:blip r:embed="rId161"/>
                <a:stretch>
                  <a:fillRect/>
                </a:stretch>
              </p:blipFill>
              <p:spPr>
                <a:xfrm>
                  <a:off x="1234197" y="5907812"/>
                  <a:ext cx="16056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9" name="Ink 98">
                  <a:extLst>
                    <a:ext uri="{FF2B5EF4-FFF2-40B4-BE49-F238E27FC236}">
                      <a16:creationId xmlns:a16="http://schemas.microsoft.com/office/drawing/2014/main" id="{BCDB3E14-2467-6AF0-1A0C-A5C659AE6313}"/>
                    </a:ext>
                  </a:extLst>
                </p14:cNvPr>
                <p14:cNvContentPartPr/>
                <p14:nvPr/>
              </p14:nvContentPartPr>
              <p14:xfrm>
                <a:off x="1472877" y="5863172"/>
                <a:ext cx="198000" cy="216720"/>
              </p14:xfrm>
            </p:contentPart>
          </mc:Choice>
          <mc:Fallback>
            <p:pic>
              <p:nvPicPr>
                <p:cNvPr id="99" name="Ink 98">
                  <a:extLst>
                    <a:ext uri="{FF2B5EF4-FFF2-40B4-BE49-F238E27FC236}">
                      <a16:creationId xmlns:a16="http://schemas.microsoft.com/office/drawing/2014/main" id="{BCDB3E14-2467-6AF0-1A0C-A5C659AE6313}"/>
                    </a:ext>
                  </a:extLst>
                </p:cNvPr>
                <p:cNvPicPr/>
                <p:nvPr/>
              </p:nvPicPr>
              <p:blipFill>
                <a:blip r:embed="rId163"/>
                <a:stretch>
                  <a:fillRect/>
                </a:stretch>
              </p:blipFill>
              <p:spPr>
                <a:xfrm>
                  <a:off x="1464237" y="5854172"/>
                  <a:ext cx="215640" cy="2343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0" name="Ink 99">
                  <a:extLst>
                    <a:ext uri="{FF2B5EF4-FFF2-40B4-BE49-F238E27FC236}">
                      <a16:creationId xmlns:a16="http://schemas.microsoft.com/office/drawing/2014/main" id="{6004BE27-41D7-5B54-E564-6205950B9B20}"/>
                    </a:ext>
                  </a:extLst>
                </p14:cNvPr>
                <p14:cNvContentPartPr/>
                <p14:nvPr/>
              </p14:nvContentPartPr>
              <p14:xfrm>
                <a:off x="602397" y="5668772"/>
                <a:ext cx="1351080" cy="680760"/>
              </p14:xfrm>
            </p:contentPart>
          </mc:Choice>
          <mc:Fallback>
            <p:pic>
              <p:nvPicPr>
                <p:cNvPr id="100" name="Ink 99">
                  <a:extLst>
                    <a:ext uri="{FF2B5EF4-FFF2-40B4-BE49-F238E27FC236}">
                      <a16:creationId xmlns:a16="http://schemas.microsoft.com/office/drawing/2014/main" id="{6004BE27-41D7-5B54-E564-6205950B9B20}"/>
                    </a:ext>
                  </a:extLst>
                </p:cNvPr>
                <p:cNvPicPr/>
                <p:nvPr/>
              </p:nvPicPr>
              <p:blipFill>
                <a:blip r:embed="rId165"/>
                <a:stretch>
                  <a:fillRect/>
                </a:stretch>
              </p:blipFill>
              <p:spPr>
                <a:xfrm>
                  <a:off x="593757" y="5659772"/>
                  <a:ext cx="1368720" cy="6984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1" name="Ink 100">
                  <a:extLst>
                    <a:ext uri="{FF2B5EF4-FFF2-40B4-BE49-F238E27FC236}">
                      <a16:creationId xmlns:a16="http://schemas.microsoft.com/office/drawing/2014/main" id="{D1EB6335-FB72-71F6-BBCA-E1B2AFF4B150}"/>
                    </a:ext>
                  </a:extLst>
                </p14:cNvPr>
                <p14:cNvContentPartPr/>
                <p14:nvPr/>
              </p14:nvContentPartPr>
              <p14:xfrm>
                <a:off x="1934037" y="6170252"/>
                <a:ext cx="2882520" cy="362520"/>
              </p14:xfrm>
            </p:contentPart>
          </mc:Choice>
          <mc:Fallback>
            <p:pic>
              <p:nvPicPr>
                <p:cNvPr id="101" name="Ink 100">
                  <a:extLst>
                    <a:ext uri="{FF2B5EF4-FFF2-40B4-BE49-F238E27FC236}">
                      <a16:creationId xmlns:a16="http://schemas.microsoft.com/office/drawing/2014/main" id="{D1EB6335-FB72-71F6-BBCA-E1B2AFF4B150}"/>
                    </a:ext>
                  </a:extLst>
                </p:cNvPr>
                <p:cNvPicPr/>
                <p:nvPr/>
              </p:nvPicPr>
              <p:blipFill>
                <a:blip r:embed="rId167"/>
                <a:stretch>
                  <a:fillRect/>
                </a:stretch>
              </p:blipFill>
              <p:spPr>
                <a:xfrm>
                  <a:off x="1925037" y="6161252"/>
                  <a:ext cx="2900160" cy="3801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2" name="Ink 101">
                  <a:extLst>
                    <a:ext uri="{FF2B5EF4-FFF2-40B4-BE49-F238E27FC236}">
                      <a16:creationId xmlns:a16="http://schemas.microsoft.com/office/drawing/2014/main" id="{78AC5E14-EFDD-B75D-F61A-756EA43E54BE}"/>
                    </a:ext>
                  </a:extLst>
                </p14:cNvPr>
                <p14:cNvContentPartPr/>
                <p14:nvPr/>
              </p14:nvContentPartPr>
              <p14:xfrm>
                <a:off x="4640157" y="6117692"/>
                <a:ext cx="257040" cy="195480"/>
              </p14:xfrm>
            </p:contentPart>
          </mc:Choice>
          <mc:Fallback>
            <p:pic>
              <p:nvPicPr>
                <p:cNvPr id="102" name="Ink 101">
                  <a:extLst>
                    <a:ext uri="{FF2B5EF4-FFF2-40B4-BE49-F238E27FC236}">
                      <a16:creationId xmlns:a16="http://schemas.microsoft.com/office/drawing/2014/main" id="{78AC5E14-EFDD-B75D-F61A-756EA43E54BE}"/>
                    </a:ext>
                  </a:extLst>
                </p:cNvPr>
                <p:cNvPicPr/>
                <p:nvPr/>
              </p:nvPicPr>
              <p:blipFill>
                <a:blip r:embed="rId169"/>
                <a:stretch>
                  <a:fillRect/>
                </a:stretch>
              </p:blipFill>
              <p:spPr>
                <a:xfrm>
                  <a:off x="4631157" y="6108692"/>
                  <a:ext cx="274680" cy="213120"/>
                </a:xfrm>
                <a:prstGeom prst="rect">
                  <a:avLst/>
                </a:prstGeom>
              </p:spPr>
            </p:pic>
          </mc:Fallback>
        </mc:AlternateContent>
      </p:grpSp>
      <p:grpSp>
        <p:nvGrpSpPr>
          <p:cNvPr id="111" name="Group 110">
            <a:extLst>
              <a:ext uri="{FF2B5EF4-FFF2-40B4-BE49-F238E27FC236}">
                <a16:creationId xmlns:a16="http://schemas.microsoft.com/office/drawing/2014/main" id="{B8D07B06-2A49-1E88-4BB0-4445A2386731}"/>
              </a:ext>
            </a:extLst>
          </p:cNvPr>
          <p:cNvGrpSpPr/>
          <p:nvPr/>
        </p:nvGrpSpPr>
        <p:grpSpPr>
          <a:xfrm>
            <a:off x="6834357" y="1136732"/>
            <a:ext cx="956520" cy="414360"/>
            <a:chOff x="6834357" y="1136732"/>
            <a:chExt cx="956520" cy="414360"/>
          </a:xfrm>
        </p:grpSpPr>
        <mc:AlternateContent xmlns:mc="http://schemas.openxmlformats.org/markup-compatibility/2006">
          <mc:Choice xmlns:p14="http://schemas.microsoft.com/office/powerpoint/2010/main" Requires="p14">
            <p:contentPart p14:bwMode="auto" r:id="rId170">
              <p14:nvContentPartPr>
                <p14:cNvPr id="105" name="Ink 104">
                  <a:extLst>
                    <a:ext uri="{FF2B5EF4-FFF2-40B4-BE49-F238E27FC236}">
                      <a16:creationId xmlns:a16="http://schemas.microsoft.com/office/drawing/2014/main" id="{82F47422-4371-8E0E-1A35-576FFCC753CA}"/>
                    </a:ext>
                  </a:extLst>
                </p14:cNvPr>
                <p14:cNvContentPartPr/>
                <p14:nvPr/>
              </p14:nvContentPartPr>
              <p14:xfrm>
                <a:off x="6834357" y="1136732"/>
                <a:ext cx="259200" cy="410760"/>
              </p14:xfrm>
            </p:contentPart>
          </mc:Choice>
          <mc:Fallback>
            <p:pic>
              <p:nvPicPr>
                <p:cNvPr id="105" name="Ink 104">
                  <a:extLst>
                    <a:ext uri="{FF2B5EF4-FFF2-40B4-BE49-F238E27FC236}">
                      <a16:creationId xmlns:a16="http://schemas.microsoft.com/office/drawing/2014/main" id="{82F47422-4371-8E0E-1A35-576FFCC753CA}"/>
                    </a:ext>
                  </a:extLst>
                </p:cNvPr>
                <p:cNvPicPr/>
                <p:nvPr/>
              </p:nvPicPr>
              <p:blipFill>
                <a:blip r:embed="rId171"/>
                <a:stretch>
                  <a:fillRect/>
                </a:stretch>
              </p:blipFill>
              <p:spPr>
                <a:xfrm>
                  <a:off x="6825717" y="1127732"/>
                  <a:ext cx="276840" cy="4284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E0C7401B-7842-2951-7ED9-6E0202FF2FD4}"/>
                    </a:ext>
                  </a:extLst>
                </p14:cNvPr>
                <p14:cNvContentPartPr/>
                <p14:nvPr/>
              </p14:nvContentPartPr>
              <p14:xfrm>
                <a:off x="7211277" y="1407452"/>
                <a:ext cx="22680" cy="123120"/>
              </p14:xfrm>
            </p:contentPart>
          </mc:Choice>
          <mc:Fallback>
            <p:pic>
              <p:nvPicPr>
                <p:cNvPr id="106" name="Ink 105">
                  <a:extLst>
                    <a:ext uri="{FF2B5EF4-FFF2-40B4-BE49-F238E27FC236}">
                      <a16:creationId xmlns:a16="http://schemas.microsoft.com/office/drawing/2014/main" id="{E0C7401B-7842-2951-7ED9-6E0202FF2FD4}"/>
                    </a:ext>
                  </a:extLst>
                </p:cNvPr>
                <p:cNvPicPr/>
                <p:nvPr/>
              </p:nvPicPr>
              <p:blipFill>
                <a:blip r:embed="rId173"/>
                <a:stretch>
                  <a:fillRect/>
                </a:stretch>
              </p:blipFill>
              <p:spPr>
                <a:xfrm>
                  <a:off x="7202277" y="1398812"/>
                  <a:ext cx="4032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7" name="Ink 106">
                  <a:extLst>
                    <a:ext uri="{FF2B5EF4-FFF2-40B4-BE49-F238E27FC236}">
                      <a16:creationId xmlns:a16="http://schemas.microsoft.com/office/drawing/2014/main" id="{E11D4DA0-5678-3742-63F4-E8691EBC49D0}"/>
                    </a:ext>
                  </a:extLst>
                </p14:cNvPr>
                <p14:cNvContentPartPr/>
                <p14:nvPr/>
              </p14:nvContentPartPr>
              <p14:xfrm>
                <a:off x="7337997" y="1374332"/>
                <a:ext cx="190440" cy="165600"/>
              </p14:xfrm>
            </p:contentPart>
          </mc:Choice>
          <mc:Fallback>
            <p:pic>
              <p:nvPicPr>
                <p:cNvPr id="107" name="Ink 106">
                  <a:extLst>
                    <a:ext uri="{FF2B5EF4-FFF2-40B4-BE49-F238E27FC236}">
                      <a16:creationId xmlns:a16="http://schemas.microsoft.com/office/drawing/2014/main" id="{E11D4DA0-5678-3742-63F4-E8691EBC49D0}"/>
                    </a:ext>
                  </a:extLst>
                </p:cNvPr>
                <p:cNvPicPr/>
                <p:nvPr/>
              </p:nvPicPr>
              <p:blipFill>
                <a:blip r:embed="rId175"/>
                <a:stretch>
                  <a:fillRect/>
                </a:stretch>
              </p:blipFill>
              <p:spPr>
                <a:xfrm>
                  <a:off x="7329357" y="1365692"/>
                  <a:ext cx="20808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8" name="Ink 107">
                  <a:extLst>
                    <a:ext uri="{FF2B5EF4-FFF2-40B4-BE49-F238E27FC236}">
                      <a16:creationId xmlns:a16="http://schemas.microsoft.com/office/drawing/2014/main" id="{3A0D56DF-8B92-21EC-2328-175D9A66B72A}"/>
                    </a:ext>
                  </a:extLst>
                </p14:cNvPr>
                <p14:cNvContentPartPr/>
                <p14:nvPr/>
              </p14:nvContentPartPr>
              <p14:xfrm>
                <a:off x="7633557" y="1241132"/>
                <a:ext cx="31320" cy="277920"/>
              </p14:xfrm>
            </p:contentPart>
          </mc:Choice>
          <mc:Fallback>
            <p:pic>
              <p:nvPicPr>
                <p:cNvPr id="108" name="Ink 107">
                  <a:extLst>
                    <a:ext uri="{FF2B5EF4-FFF2-40B4-BE49-F238E27FC236}">
                      <a16:creationId xmlns:a16="http://schemas.microsoft.com/office/drawing/2014/main" id="{3A0D56DF-8B92-21EC-2328-175D9A66B72A}"/>
                    </a:ext>
                  </a:extLst>
                </p:cNvPr>
                <p:cNvPicPr/>
                <p:nvPr/>
              </p:nvPicPr>
              <p:blipFill>
                <a:blip r:embed="rId177"/>
                <a:stretch>
                  <a:fillRect/>
                </a:stretch>
              </p:blipFill>
              <p:spPr>
                <a:xfrm>
                  <a:off x="7624917" y="1232132"/>
                  <a:ext cx="48960" cy="2955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9" name="Ink 108">
                  <a:extLst>
                    <a:ext uri="{FF2B5EF4-FFF2-40B4-BE49-F238E27FC236}">
                      <a16:creationId xmlns:a16="http://schemas.microsoft.com/office/drawing/2014/main" id="{CA4604BD-1E08-D69F-D9DF-A378C560D458}"/>
                    </a:ext>
                  </a:extLst>
                </p14:cNvPr>
                <p14:cNvContentPartPr/>
                <p14:nvPr/>
              </p14:nvContentPartPr>
              <p14:xfrm>
                <a:off x="7672437" y="1386212"/>
                <a:ext cx="118440" cy="164880"/>
              </p14:xfrm>
            </p:contentPart>
          </mc:Choice>
          <mc:Fallback>
            <p:pic>
              <p:nvPicPr>
                <p:cNvPr id="109" name="Ink 108">
                  <a:extLst>
                    <a:ext uri="{FF2B5EF4-FFF2-40B4-BE49-F238E27FC236}">
                      <a16:creationId xmlns:a16="http://schemas.microsoft.com/office/drawing/2014/main" id="{CA4604BD-1E08-D69F-D9DF-A378C560D458}"/>
                    </a:ext>
                  </a:extLst>
                </p:cNvPr>
                <p:cNvPicPr/>
                <p:nvPr/>
              </p:nvPicPr>
              <p:blipFill>
                <a:blip r:embed="rId179"/>
                <a:stretch>
                  <a:fillRect/>
                </a:stretch>
              </p:blipFill>
              <p:spPr>
                <a:xfrm>
                  <a:off x="7663797" y="1377212"/>
                  <a:ext cx="13608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0" name="Ink 109">
                  <a:extLst>
                    <a:ext uri="{FF2B5EF4-FFF2-40B4-BE49-F238E27FC236}">
                      <a16:creationId xmlns:a16="http://schemas.microsoft.com/office/drawing/2014/main" id="{BB55CA7A-5DDD-7A46-7DE9-38A502311FF4}"/>
                    </a:ext>
                  </a:extLst>
                </p14:cNvPr>
                <p14:cNvContentPartPr/>
                <p14:nvPr/>
              </p14:nvContentPartPr>
              <p14:xfrm>
                <a:off x="7150437" y="1282532"/>
                <a:ext cx="45720" cy="22320"/>
              </p14:xfrm>
            </p:contentPart>
          </mc:Choice>
          <mc:Fallback>
            <p:pic>
              <p:nvPicPr>
                <p:cNvPr id="110" name="Ink 109">
                  <a:extLst>
                    <a:ext uri="{FF2B5EF4-FFF2-40B4-BE49-F238E27FC236}">
                      <a16:creationId xmlns:a16="http://schemas.microsoft.com/office/drawing/2014/main" id="{BB55CA7A-5DDD-7A46-7DE9-38A502311FF4}"/>
                    </a:ext>
                  </a:extLst>
                </p:cNvPr>
                <p:cNvPicPr/>
                <p:nvPr/>
              </p:nvPicPr>
              <p:blipFill>
                <a:blip r:embed="rId181"/>
                <a:stretch>
                  <a:fillRect/>
                </a:stretch>
              </p:blipFill>
              <p:spPr>
                <a:xfrm>
                  <a:off x="7141437" y="1273892"/>
                  <a:ext cx="63360" cy="399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82">
            <p14:nvContentPartPr>
              <p14:cNvPr id="120" name="Ink 119">
                <a:extLst>
                  <a:ext uri="{FF2B5EF4-FFF2-40B4-BE49-F238E27FC236}">
                    <a16:creationId xmlns:a16="http://schemas.microsoft.com/office/drawing/2014/main" id="{82F72243-543B-E1D6-224D-68455EFAF89D}"/>
                  </a:ext>
                </a:extLst>
              </p14:cNvPr>
              <p14:cNvContentPartPr/>
              <p14:nvPr/>
            </p14:nvContentPartPr>
            <p14:xfrm>
              <a:off x="6926517" y="1687532"/>
              <a:ext cx="637920" cy="23400"/>
            </p14:xfrm>
          </p:contentPart>
        </mc:Choice>
        <mc:Fallback>
          <p:pic>
            <p:nvPicPr>
              <p:cNvPr id="120" name="Ink 119">
                <a:extLst>
                  <a:ext uri="{FF2B5EF4-FFF2-40B4-BE49-F238E27FC236}">
                    <a16:creationId xmlns:a16="http://schemas.microsoft.com/office/drawing/2014/main" id="{82F72243-543B-E1D6-224D-68455EFAF89D}"/>
                  </a:ext>
                </a:extLst>
              </p:cNvPr>
              <p:cNvPicPr/>
              <p:nvPr/>
            </p:nvPicPr>
            <p:blipFill>
              <a:blip r:embed="rId183"/>
              <a:stretch>
                <a:fillRect/>
              </a:stretch>
            </p:blipFill>
            <p:spPr>
              <a:xfrm>
                <a:off x="6917517" y="1678532"/>
                <a:ext cx="655560" cy="41040"/>
              </a:xfrm>
              <a:prstGeom prst="rect">
                <a:avLst/>
              </a:prstGeom>
            </p:spPr>
          </p:pic>
        </mc:Fallback>
      </mc:AlternateContent>
      <p:grpSp>
        <p:nvGrpSpPr>
          <p:cNvPr id="122" name="Group 121">
            <a:extLst>
              <a:ext uri="{FF2B5EF4-FFF2-40B4-BE49-F238E27FC236}">
                <a16:creationId xmlns:a16="http://schemas.microsoft.com/office/drawing/2014/main" id="{F582455D-1E8B-8E16-5A2D-D19464130A16}"/>
              </a:ext>
            </a:extLst>
          </p:cNvPr>
          <p:cNvGrpSpPr/>
          <p:nvPr/>
        </p:nvGrpSpPr>
        <p:grpSpPr>
          <a:xfrm>
            <a:off x="9243117" y="1060412"/>
            <a:ext cx="1460160" cy="532080"/>
            <a:chOff x="9243117" y="1060412"/>
            <a:chExt cx="1460160" cy="532080"/>
          </a:xfrm>
        </p:grpSpPr>
        <mc:AlternateContent xmlns:mc="http://schemas.openxmlformats.org/markup-compatibility/2006">
          <mc:Choice xmlns:p14="http://schemas.microsoft.com/office/powerpoint/2010/main" Requires="p14">
            <p:contentPart p14:bwMode="auto" r:id="rId184">
              <p14:nvContentPartPr>
                <p14:cNvPr id="112" name="Ink 111">
                  <a:extLst>
                    <a:ext uri="{FF2B5EF4-FFF2-40B4-BE49-F238E27FC236}">
                      <a16:creationId xmlns:a16="http://schemas.microsoft.com/office/drawing/2014/main" id="{788F267B-7537-BFB4-6E34-98FD723F893F}"/>
                    </a:ext>
                  </a:extLst>
                </p14:cNvPr>
                <p14:cNvContentPartPr/>
                <p14:nvPr/>
              </p14:nvContentPartPr>
              <p14:xfrm>
                <a:off x="9243117" y="1060412"/>
                <a:ext cx="178560" cy="505800"/>
              </p14:xfrm>
            </p:contentPart>
          </mc:Choice>
          <mc:Fallback>
            <p:pic>
              <p:nvPicPr>
                <p:cNvPr id="112" name="Ink 111">
                  <a:extLst>
                    <a:ext uri="{FF2B5EF4-FFF2-40B4-BE49-F238E27FC236}">
                      <a16:creationId xmlns:a16="http://schemas.microsoft.com/office/drawing/2014/main" id="{788F267B-7537-BFB4-6E34-98FD723F893F}"/>
                    </a:ext>
                  </a:extLst>
                </p:cNvPr>
                <p:cNvPicPr/>
                <p:nvPr/>
              </p:nvPicPr>
              <p:blipFill>
                <a:blip r:embed="rId185"/>
                <a:stretch>
                  <a:fillRect/>
                </a:stretch>
              </p:blipFill>
              <p:spPr>
                <a:xfrm>
                  <a:off x="9234117" y="1051772"/>
                  <a:ext cx="196200" cy="5234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3" name="Ink 112">
                  <a:extLst>
                    <a:ext uri="{FF2B5EF4-FFF2-40B4-BE49-F238E27FC236}">
                      <a16:creationId xmlns:a16="http://schemas.microsoft.com/office/drawing/2014/main" id="{7B4DC44F-8390-D43A-D60D-4302C96698D4}"/>
                    </a:ext>
                  </a:extLst>
                </p14:cNvPr>
                <p14:cNvContentPartPr/>
                <p14:nvPr/>
              </p14:nvContentPartPr>
              <p14:xfrm>
                <a:off x="9513477" y="1404932"/>
                <a:ext cx="100440" cy="127080"/>
              </p14:xfrm>
            </p:contentPart>
          </mc:Choice>
          <mc:Fallback>
            <p:pic>
              <p:nvPicPr>
                <p:cNvPr id="113" name="Ink 112">
                  <a:extLst>
                    <a:ext uri="{FF2B5EF4-FFF2-40B4-BE49-F238E27FC236}">
                      <a16:creationId xmlns:a16="http://schemas.microsoft.com/office/drawing/2014/main" id="{7B4DC44F-8390-D43A-D60D-4302C96698D4}"/>
                    </a:ext>
                  </a:extLst>
                </p:cNvPr>
                <p:cNvPicPr/>
                <p:nvPr/>
              </p:nvPicPr>
              <p:blipFill>
                <a:blip r:embed="rId187"/>
                <a:stretch>
                  <a:fillRect/>
                </a:stretch>
              </p:blipFill>
              <p:spPr>
                <a:xfrm>
                  <a:off x="9504477" y="1395932"/>
                  <a:ext cx="11808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4" name="Ink 113">
                  <a:extLst>
                    <a:ext uri="{FF2B5EF4-FFF2-40B4-BE49-F238E27FC236}">
                      <a16:creationId xmlns:a16="http://schemas.microsoft.com/office/drawing/2014/main" id="{54284CF7-48A1-FFEF-3FF1-60BDCEBA8265}"/>
                    </a:ext>
                  </a:extLst>
                </p14:cNvPr>
                <p14:cNvContentPartPr/>
                <p14:nvPr/>
              </p14:nvContentPartPr>
              <p14:xfrm>
                <a:off x="9691677" y="1381892"/>
                <a:ext cx="183240" cy="176040"/>
              </p14:xfrm>
            </p:contentPart>
          </mc:Choice>
          <mc:Fallback>
            <p:pic>
              <p:nvPicPr>
                <p:cNvPr id="114" name="Ink 113">
                  <a:extLst>
                    <a:ext uri="{FF2B5EF4-FFF2-40B4-BE49-F238E27FC236}">
                      <a16:creationId xmlns:a16="http://schemas.microsoft.com/office/drawing/2014/main" id="{54284CF7-48A1-FFEF-3FF1-60BDCEBA8265}"/>
                    </a:ext>
                  </a:extLst>
                </p:cNvPr>
                <p:cNvPicPr/>
                <p:nvPr/>
              </p:nvPicPr>
              <p:blipFill>
                <a:blip r:embed="rId189"/>
                <a:stretch>
                  <a:fillRect/>
                </a:stretch>
              </p:blipFill>
              <p:spPr>
                <a:xfrm>
                  <a:off x="9682677" y="1372892"/>
                  <a:ext cx="200880" cy="1936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5" name="Ink 114">
                  <a:extLst>
                    <a:ext uri="{FF2B5EF4-FFF2-40B4-BE49-F238E27FC236}">
                      <a16:creationId xmlns:a16="http://schemas.microsoft.com/office/drawing/2014/main" id="{AE2E9263-1BF1-1A4E-6543-D404050F5B47}"/>
                    </a:ext>
                  </a:extLst>
                </p14:cNvPr>
                <p14:cNvContentPartPr/>
                <p14:nvPr/>
              </p14:nvContentPartPr>
              <p14:xfrm>
                <a:off x="9965997" y="1247252"/>
                <a:ext cx="11880" cy="231480"/>
              </p14:xfrm>
            </p:contentPart>
          </mc:Choice>
          <mc:Fallback>
            <p:pic>
              <p:nvPicPr>
                <p:cNvPr id="115" name="Ink 114">
                  <a:extLst>
                    <a:ext uri="{FF2B5EF4-FFF2-40B4-BE49-F238E27FC236}">
                      <a16:creationId xmlns:a16="http://schemas.microsoft.com/office/drawing/2014/main" id="{AE2E9263-1BF1-1A4E-6543-D404050F5B47}"/>
                    </a:ext>
                  </a:extLst>
                </p:cNvPr>
                <p:cNvPicPr/>
                <p:nvPr/>
              </p:nvPicPr>
              <p:blipFill>
                <a:blip r:embed="rId191"/>
                <a:stretch>
                  <a:fillRect/>
                </a:stretch>
              </p:blipFill>
              <p:spPr>
                <a:xfrm>
                  <a:off x="9957357" y="1238612"/>
                  <a:ext cx="29520" cy="2491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6" name="Ink 115">
                  <a:extLst>
                    <a:ext uri="{FF2B5EF4-FFF2-40B4-BE49-F238E27FC236}">
                      <a16:creationId xmlns:a16="http://schemas.microsoft.com/office/drawing/2014/main" id="{73B26B3F-3B91-FC79-E2BA-A25D670C088B}"/>
                    </a:ext>
                  </a:extLst>
                </p14:cNvPr>
                <p14:cNvContentPartPr/>
                <p14:nvPr/>
              </p14:nvContentPartPr>
              <p14:xfrm>
                <a:off x="9926757" y="1392692"/>
                <a:ext cx="185760" cy="119160"/>
              </p14:xfrm>
            </p:contentPart>
          </mc:Choice>
          <mc:Fallback>
            <p:pic>
              <p:nvPicPr>
                <p:cNvPr id="116" name="Ink 115">
                  <a:extLst>
                    <a:ext uri="{FF2B5EF4-FFF2-40B4-BE49-F238E27FC236}">
                      <a16:creationId xmlns:a16="http://schemas.microsoft.com/office/drawing/2014/main" id="{73B26B3F-3B91-FC79-E2BA-A25D670C088B}"/>
                    </a:ext>
                  </a:extLst>
                </p:cNvPr>
                <p:cNvPicPr/>
                <p:nvPr/>
              </p:nvPicPr>
              <p:blipFill>
                <a:blip r:embed="rId193"/>
                <a:stretch>
                  <a:fillRect/>
                </a:stretch>
              </p:blipFill>
              <p:spPr>
                <a:xfrm>
                  <a:off x="9917757" y="1384052"/>
                  <a:ext cx="20340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7" name="Ink 116">
                  <a:extLst>
                    <a:ext uri="{FF2B5EF4-FFF2-40B4-BE49-F238E27FC236}">
                      <a16:creationId xmlns:a16="http://schemas.microsoft.com/office/drawing/2014/main" id="{5D32B441-5AE5-CCAD-6E92-9E164BE08C64}"/>
                    </a:ext>
                  </a:extLst>
                </p14:cNvPr>
                <p14:cNvContentPartPr/>
                <p14:nvPr/>
              </p14:nvContentPartPr>
              <p14:xfrm>
                <a:off x="10130517" y="1255172"/>
                <a:ext cx="7200" cy="27720"/>
              </p14:xfrm>
            </p:contentPart>
          </mc:Choice>
          <mc:Fallback>
            <p:pic>
              <p:nvPicPr>
                <p:cNvPr id="117" name="Ink 116">
                  <a:extLst>
                    <a:ext uri="{FF2B5EF4-FFF2-40B4-BE49-F238E27FC236}">
                      <a16:creationId xmlns:a16="http://schemas.microsoft.com/office/drawing/2014/main" id="{5D32B441-5AE5-CCAD-6E92-9E164BE08C64}"/>
                    </a:ext>
                  </a:extLst>
                </p:cNvPr>
                <p:cNvPicPr/>
                <p:nvPr/>
              </p:nvPicPr>
              <p:blipFill>
                <a:blip r:embed="rId195"/>
                <a:stretch>
                  <a:fillRect/>
                </a:stretch>
              </p:blipFill>
              <p:spPr>
                <a:xfrm>
                  <a:off x="10121877" y="1246532"/>
                  <a:ext cx="2484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8" name="Ink 117">
                  <a:extLst>
                    <a:ext uri="{FF2B5EF4-FFF2-40B4-BE49-F238E27FC236}">
                      <a16:creationId xmlns:a16="http://schemas.microsoft.com/office/drawing/2014/main" id="{90E47B42-5CE0-FA5E-EA98-842D84603E4D}"/>
                    </a:ext>
                  </a:extLst>
                </p14:cNvPr>
                <p14:cNvContentPartPr/>
                <p14:nvPr/>
              </p14:nvContentPartPr>
              <p14:xfrm>
                <a:off x="10222677" y="1355972"/>
                <a:ext cx="480600" cy="178200"/>
              </p14:xfrm>
            </p:contentPart>
          </mc:Choice>
          <mc:Fallback>
            <p:pic>
              <p:nvPicPr>
                <p:cNvPr id="118" name="Ink 117">
                  <a:extLst>
                    <a:ext uri="{FF2B5EF4-FFF2-40B4-BE49-F238E27FC236}">
                      <a16:creationId xmlns:a16="http://schemas.microsoft.com/office/drawing/2014/main" id="{90E47B42-5CE0-FA5E-EA98-842D84603E4D}"/>
                    </a:ext>
                  </a:extLst>
                </p:cNvPr>
                <p:cNvPicPr/>
                <p:nvPr/>
              </p:nvPicPr>
              <p:blipFill>
                <a:blip r:embed="rId197"/>
                <a:stretch>
                  <a:fillRect/>
                </a:stretch>
              </p:blipFill>
              <p:spPr>
                <a:xfrm>
                  <a:off x="10214037" y="1346972"/>
                  <a:ext cx="49824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1" name="Ink 120">
                  <a:extLst>
                    <a:ext uri="{FF2B5EF4-FFF2-40B4-BE49-F238E27FC236}">
                      <a16:creationId xmlns:a16="http://schemas.microsoft.com/office/drawing/2014/main" id="{47308535-45A4-2511-EF80-D2F5245507F2}"/>
                    </a:ext>
                  </a:extLst>
                </p14:cNvPr>
                <p14:cNvContentPartPr/>
                <p14:nvPr/>
              </p14:nvContentPartPr>
              <p14:xfrm>
                <a:off x="9706797" y="1573052"/>
                <a:ext cx="483480" cy="19440"/>
              </p14:xfrm>
            </p:contentPart>
          </mc:Choice>
          <mc:Fallback>
            <p:pic>
              <p:nvPicPr>
                <p:cNvPr id="121" name="Ink 120">
                  <a:extLst>
                    <a:ext uri="{FF2B5EF4-FFF2-40B4-BE49-F238E27FC236}">
                      <a16:creationId xmlns:a16="http://schemas.microsoft.com/office/drawing/2014/main" id="{47308535-45A4-2511-EF80-D2F5245507F2}"/>
                    </a:ext>
                  </a:extLst>
                </p:cNvPr>
                <p:cNvPicPr/>
                <p:nvPr/>
              </p:nvPicPr>
              <p:blipFill>
                <a:blip r:embed="rId199"/>
                <a:stretch>
                  <a:fillRect/>
                </a:stretch>
              </p:blipFill>
              <p:spPr>
                <a:xfrm>
                  <a:off x="9698157" y="1564412"/>
                  <a:ext cx="501120" cy="37080"/>
                </a:xfrm>
                <a:prstGeom prst="rect">
                  <a:avLst/>
                </a:prstGeom>
              </p:spPr>
            </p:pic>
          </mc:Fallback>
        </mc:AlternateContent>
      </p:grpSp>
      <p:grpSp>
        <p:nvGrpSpPr>
          <p:cNvPr id="148" name="Group 147">
            <a:extLst>
              <a:ext uri="{FF2B5EF4-FFF2-40B4-BE49-F238E27FC236}">
                <a16:creationId xmlns:a16="http://schemas.microsoft.com/office/drawing/2014/main" id="{9DE97EDC-8803-EA50-FD27-E066F9F32761}"/>
              </a:ext>
            </a:extLst>
          </p:cNvPr>
          <p:cNvGrpSpPr/>
          <p:nvPr/>
        </p:nvGrpSpPr>
        <p:grpSpPr>
          <a:xfrm>
            <a:off x="9473157" y="1983092"/>
            <a:ext cx="2409840" cy="411840"/>
            <a:chOff x="9473157" y="1983092"/>
            <a:chExt cx="2409840" cy="411840"/>
          </a:xfrm>
        </p:grpSpPr>
        <mc:AlternateContent xmlns:mc="http://schemas.openxmlformats.org/markup-compatibility/2006">
          <mc:Choice xmlns:p14="http://schemas.microsoft.com/office/powerpoint/2010/main" Requires="p14">
            <p:contentPart p14:bwMode="auto" r:id="rId200">
              <p14:nvContentPartPr>
                <p14:cNvPr id="140" name="Ink 139">
                  <a:extLst>
                    <a:ext uri="{FF2B5EF4-FFF2-40B4-BE49-F238E27FC236}">
                      <a16:creationId xmlns:a16="http://schemas.microsoft.com/office/drawing/2014/main" id="{A19839FA-A5D1-A408-6D7D-2DC34ED7CBEB}"/>
                    </a:ext>
                  </a:extLst>
                </p14:cNvPr>
                <p14:cNvContentPartPr/>
                <p14:nvPr/>
              </p14:nvContentPartPr>
              <p14:xfrm>
                <a:off x="9473157" y="2022332"/>
                <a:ext cx="961920" cy="372600"/>
              </p14:xfrm>
            </p:contentPart>
          </mc:Choice>
          <mc:Fallback>
            <p:pic>
              <p:nvPicPr>
                <p:cNvPr id="140" name="Ink 139">
                  <a:extLst>
                    <a:ext uri="{FF2B5EF4-FFF2-40B4-BE49-F238E27FC236}">
                      <a16:creationId xmlns:a16="http://schemas.microsoft.com/office/drawing/2014/main" id="{A19839FA-A5D1-A408-6D7D-2DC34ED7CBEB}"/>
                    </a:ext>
                  </a:extLst>
                </p:cNvPr>
                <p:cNvPicPr/>
                <p:nvPr/>
              </p:nvPicPr>
              <p:blipFill>
                <a:blip r:embed="rId201"/>
                <a:stretch>
                  <a:fillRect/>
                </a:stretch>
              </p:blipFill>
              <p:spPr>
                <a:xfrm>
                  <a:off x="9464157" y="2013332"/>
                  <a:ext cx="979560" cy="39024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41" name="Ink 140">
                  <a:extLst>
                    <a:ext uri="{FF2B5EF4-FFF2-40B4-BE49-F238E27FC236}">
                      <a16:creationId xmlns:a16="http://schemas.microsoft.com/office/drawing/2014/main" id="{718A768B-3DDB-DA92-5ECE-0A7E699D2E96}"/>
                    </a:ext>
                  </a:extLst>
                </p14:cNvPr>
                <p14:cNvContentPartPr/>
                <p14:nvPr/>
              </p14:nvContentPartPr>
              <p14:xfrm>
                <a:off x="10538397" y="1983092"/>
                <a:ext cx="374760" cy="302040"/>
              </p14:xfrm>
            </p:contentPart>
          </mc:Choice>
          <mc:Fallback>
            <p:pic>
              <p:nvPicPr>
                <p:cNvPr id="141" name="Ink 140">
                  <a:extLst>
                    <a:ext uri="{FF2B5EF4-FFF2-40B4-BE49-F238E27FC236}">
                      <a16:creationId xmlns:a16="http://schemas.microsoft.com/office/drawing/2014/main" id="{718A768B-3DDB-DA92-5ECE-0A7E699D2E96}"/>
                    </a:ext>
                  </a:extLst>
                </p:cNvPr>
                <p:cNvPicPr/>
                <p:nvPr/>
              </p:nvPicPr>
              <p:blipFill>
                <a:blip r:embed="rId203"/>
                <a:stretch>
                  <a:fillRect/>
                </a:stretch>
              </p:blipFill>
              <p:spPr>
                <a:xfrm>
                  <a:off x="10529757" y="1974092"/>
                  <a:ext cx="392400" cy="31968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42" name="Ink 141">
                  <a:extLst>
                    <a:ext uri="{FF2B5EF4-FFF2-40B4-BE49-F238E27FC236}">
                      <a16:creationId xmlns:a16="http://schemas.microsoft.com/office/drawing/2014/main" id="{C81D24AC-57B7-2CF4-0D96-8379D3890B8B}"/>
                    </a:ext>
                  </a:extLst>
                </p14:cNvPr>
                <p14:cNvContentPartPr/>
                <p14:nvPr/>
              </p14:nvContentPartPr>
              <p14:xfrm>
                <a:off x="10867077" y="2141132"/>
                <a:ext cx="182160" cy="114480"/>
              </p14:xfrm>
            </p:contentPart>
          </mc:Choice>
          <mc:Fallback>
            <p:pic>
              <p:nvPicPr>
                <p:cNvPr id="142" name="Ink 141">
                  <a:extLst>
                    <a:ext uri="{FF2B5EF4-FFF2-40B4-BE49-F238E27FC236}">
                      <a16:creationId xmlns:a16="http://schemas.microsoft.com/office/drawing/2014/main" id="{C81D24AC-57B7-2CF4-0D96-8379D3890B8B}"/>
                    </a:ext>
                  </a:extLst>
                </p:cNvPr>
                <p:cNvPicPr/>
                <p:nvPr/>
              </p:nvPicPr>
              <p:blipFill>
                <a:blip r:embed="rId205"/>
                <a:stretch>
                  <a:fillRect/>
                </a:stretch>
              </p:blipFill>
              <p:spPr>
                <a:xfrm>
                  <a:off x="10858437" y="2132132"/>
                  <a:ext cx="19980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43" name="Ink 142">
                  <a:extLst>
                    <a:ext uri="{FF2B5EF4-FFF2-40B4-BE49-F238E27FC236}">
                      <a16:creationId xmlns:a16="http://schemas.microsoft.com/office/drawing/2014/main" id="{C6078271-097F-8D1D-4EE3-C810757698B2}"/>
                    </a:ext>
                  </a:extLst>
                </p14:cNvPr>
                <p14:cNvContentPartPr/>
                <p14:nvPr/>
              </p14:nvContentPartPr>
              <p14:xfrm>
                <a:off x="11092437" y="1989572"/>
                <a:ext cx="11880" cy="36720"/>
              </p14:xfrm>
            </p:contentPart>
          </mc:Choice>
          <mc:Fallback>
            <p:pic>
              <p:nvPicPr>
                <p:cNvPr id="143" name="Ink 142">
                  <a:extLst>
                    <a:ext uri="{FF2B5EF4-FFF2-40B4-BE49-F238E27FC236}">
                      <a16:creationId xmlns:a16="http://schemas.microsoft.com/office/drawing/2014/main" id="{C6078271-097F-8D1D-4EE3-C810757698B2}"/>
                    </a:ext>
                  </a:extLst>
                </p:cNvPr>
                <p:cNvPicPr/>
                <p:nvPr/>
              </p:nvPicPr>
              <p:blipFill>
                <a:blip r:embed="rId207"/>
                <a:stretch>
                  <a:fillRect/>
                </a:stretch>
              </p:blipFill>
              <p:spPr>
                <a:xfrm>
                  <a:off x="11083797" y="1980932"/>
                  <a:ext cx="29520" cy="543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44" name="Ink 143">
                  <a:extLst>
                    <a:ext uri="{FF2B5EF4-FFF2-40B4-BE49-F238E27FC236}">
                      <a16:creationId xmlns:a16="http://schemas.microsoft.com/office/drawing/2014/main" id="{DDB9C6F3-5219-F7BB-CC18-6082058EF981}"/>
                    </a:ext>
                  </a:extLst>
                </p14:cNvPr>
                <p14:cNvContentPartPr/>
                <p14:nvPr/>
              </p14:nvContentPartPr>
              <p14:xfrm>
                <a:off x="11020437" y="1988852"/>
                <a:ext cx="358920" cy="286200"/>
              </p14:xfrm>
            </p:contentPart>
          </mc:Choice>
          <mc:Fallback>
            <p:pic>
              <p:nvPicPr>
                <p:cNvPr id="144" name="Ink 143">
                  <a:extLst>
                    <a:ext uri="{FF2B5EF4-FFF2-40B4-BE49-F238E27FC236}">
                      <a16:creationId xmlns:a16="http://schemas.microsoft.com/office/drawing/2014/main" id="{DDB9C6F3-5219-F7BB-CC18-6082058EF981}"/>
                    </a:ext>
                  </a:extLst>
                </p:cNvPr>
                <p:cNvPicPr/>
                <p:nvPr/>
              </p:nvPicPr>
              <p:blipFill>
                <a:blip r:embed="rId209"/>
                <a:stretch>
                  <a:fillRect/>
                </a:stretch>
              </p:blipFill>
              <p:spPr>
                <a:xfrm>
                  <a:off x="11011797" y="1979852"/>
                  <a:ext cx="376560" cy="3038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45" name="Ink 144">
                  <a:extLst>
                    <a:ext uri="{FF2B5EF4-FFF2-40B4-BE49-F238E27FC236}">
                      <a16:creationId xmlns:a16="http://schemas.microsoft.com/office/drawing/2014/main" id="{273C7BA0-B417-E50F-B635-F235B900D409}"/>
                    </a:ext>
                  </a:extLst>
                </p14:cNvPr>
                <p14:cNvContentPartPr/>
                <p14:nvPr/>
              </p14:nvContentPartPr>
              <p14:xfrm>
                <a:off x="11346597" y="2138252"/>
                <a:ext cx="135000" cy="140760"/>
              </p14:xfrm>
            </p:contentPart>
          </mc:Choice>
          <mc:Fallback>
            <p:pic>
              <p:nvPicPr>
                <p:cNvPr id="145" name="Ink 144">
                  <a:extLst>
                    <a:ext uri="{FF2B5EF4-FFF2-40B4-BE49-F238E27FC236}">
                      <a16:creationId xmlns:a16="http://schemas.microsoft.com/office/drawing/2014/main" id="{273C7BA0-B417-E50F-B635-F235B900D409}"/>
                    </a:ext>
                  </a:extLst>
                </p:cNvPr>
                <p:cNvPicPr/>
                <p:nvPr/>
              </p:nvPicPr>
              <p:blipFill>
                <a:blip r:embed="rId211"/>
                <a:stretch>
                  <a:fillRect/>
                </a:stretch>
              </p:blipFill>
              <p:spPr>
                <a:xfrm>
                  <a:off x="11337957" y="2129612"/>
                  <a:ext cx="15264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46" name="Ink 145">
                  <a:extLst>
                    <a:ext uri="{FF2B5EF4-FFF2-40B4-BE49-F238E27FC236}">
                      <a16:creationId xmlns:a16="http://schemas.microsoft.com/office/drawing/2014/main" id="{6DD010D9-DAB9-8ECB-AEDA-9778CCAD3901}"/>
                    </a:ext>
                  </a:extLst>
                </p14:cNvPr>
                <p14:cNvContentPartPr/>
                <p14:nvPr/>
              </p14:nvContentPartPr>
              <p14:xfrm>
                <a:off x="11551797" y="2048612"/>
                <a:ext cx="360" cy="69840"/>
              </p14:xfrm>
            </p:contentPart>
          </mc:Choice>
          <mc:Fallback>
            <p:pic>
              <p:nvPicPr>
                <p:cNvPr id="146" name="Ink 145">
                  <a:extLst>
                    <a:ext uri="{FF2B5EF4-FFF2-40B4-BE49-F238E27FC236}">
                      <a16:creationId xmlns:a16="http://schemas.microsoft.com/office/drawing/2014/main" id="{6DD010D9-DAB9-8ECB-AEDA-9778CCAD3901}"/>
                    </a:ext>
                  </a:extLst>
                </p:cNvPr>
                <p:cNvPicPr/>
                <p:nvPr/>
              </p:nvPicPr>
              <p:blipFill>
                <a:blip r:embed="rId213"/>
                <a:stretch>
                  <a:fillRect/>
                </a:stretch>
              </p:blipFill>
              <p:spPr>
                <a:xfrm>
                  <a:off x="11542797" y="2039972"/>
                  <a:ext cx="18000" cy="874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47" name="Ink 146">
                  <a:extLst>
                    <a:ext uri="{FF2B5EF4-FFF2-40B4-BE49-F238E27FC236}">
                      <a16:creationId xmlns:a16="http://schemas.microsoft.com/office/drawing/2014/main" id="{8A8EED89-8CBB-14A0-5B07-B80C539274C2}"/>
                    </a:ext>
                  </a:extLst>
                </p14:cNvPr>
                <p14:cNvContentPartPr/>
                <p14:nvPr/>
              </p14:nvContentPartPr>
              <p14:xfrm>
                <a:off x="11604357" y="2117012"/>
                <a:ext cx="278640" cy="176400"/>
              </p14:xfrm>
            </p:contentPart>
          </mc:Choice>
          <mc:Fallback>
            <p:pic>
              <p:nvPicPr>
                <p:cNvPr id="147" name="Ink 146">
                  <a:extLst>
                    <a:ext uri="{FF2B5EF4-FFF2-40B4-BE49-F238E27FC236}">
                      <a16:creationId xmlns:a16="http://schemas.microsoft.com/office/drawing/2014/main" id="{8A8EED89-8CBB-14A0-5B07-B80C539274C2}"/>
                    </a:ext>
                  </a:extLst>
                </p:cNvPr>
                <p:cNvPicPr/>
                <p:nvPr/>
              </p:nvPicPr>
              <p:blipFill>
                <a:blip r:embed="rId215"/>
                <a:stretch>
                  <a:fillRect/>
                </a:stretch>
              </p:blipFill>
              <p:spPr>
                <a:xfrm>
                  <a:off x="11595357" y="2108012"/>
                  <a:ext cx="296280" cy="194040"/>
                </a:xfrm>
                <a:prstGeom prst="rect">
                  <a:avLst/>
                </a:prstGeom>
              </p:spPr>
            </p:pic>
          </mc:Fallback>
        </mc:AlternateContent>
      </p:grpSp>
      <p:grpSp>
        <p:nvGrpSpPr>
          <p:cNvPr id="154" name="Group 153">
            <a:extLst>
              <a:ext uri="{FF2B5EF4-FFF2-40B4-BE49-F238E27FC236}">
                <a16:creationId xmlns:a16="http://schemas.microsoft.com/office/drawing/2014/main" id="{C86D6C40-513D-1A72-C72F-0B03A4ABA5F7}"/>
              </a:ext>
            </a:extLst>
          </p:cNvPr>
          <p:cNvGrpSpPr/>
          <p:nvPr/>
        </p:nvGrpSpPr>
        <p:grpSpPr>
          <a:xfrm>
            <a:off x="9464877" y="1696532"/>
            <a:ext cx="271080" cy="257760"/>
            <a:chOff x="9464877" y="1696532"/>
            <a:chExt cx="271080" cy="257760"/>
          </a:xfrm>
        </p:grpSpPr>
        <mc:AlternateContent xmlns:mc="http://schemas.openxmlformats.org/markup-compatibility/2006">
          <mc:Choice xmlns:p14="http://schemas.microsoft.com/office/powerpoint/2010/main" Requires="p14">
            <p:contentPart p14:bwMode="auto" r:id="rId216">
              <p14:nvContentPartPr>
                <p14:cNvPr id="149" name="Ink 148">
                  <a:extLst>
                    <a:ext uri="{FF2B5EF4-FFF2-40B4-BE49-F238E27FC236}">
                      <a16:creationId xmlns:a16="http://schemas.microsoft.com/office/drawing/2014/main" id="{5AD935CD-AD1B-EEEE-56E5-ED589214C7A5}"/>
                    </a:ext>
                  </a:extLst>
                </p14:cNvPr>
                <p14:cNvContentPartPr/>
                <p14:nvPr/>
              </p14:nvContentPartPr>
              <p14:xfrm>
                <a:off x="9464877" y="1696532"/>
                <a:ext cx="271080" cy="13680"/>
              </p14:xfrm>
            </p:contentPart>
          </mc:Choice>
          <mc:Fallback>
            <p:pic>
              <p:nvPicPr>
                <p:cNvPr id="149" name="Ink 148">
                  <a:extLst>
                    <a:ext uri="{FF2B5EF4-FFF2-40B4-BE49-F238E27FC236}">
                      <a16:creationId xmlns:a16="http://schemas.microsoft.com/office/drawing/2014/main" id="{5AD935CD-AD1B-EEEE-56E5-ED589214C7A5}"/>
                    </a:ext>
                  </a:extLst>
                </p:cNvPr>
                <p:cNvPicPr/>
                <p:nvPr/>
              </p:nvPicPr>
              <p:blipFill>
                <a:blip r:embed="rId217"/>
                <a:stretch>
                  <a:fillRect/>
                </a:stretch>
              </p:blipFill>
              <p:spPr>
                <a:xfrm>
                  <a:off x="9456237" y="1687892"/>
                  <a:ext cx="28872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50" name="Ink 149">
                  <a:extLst>
                    <a:ext uri="{FF2B5EF4-FFF2-40B4-BE49-F238E27FC236}">
                      <a16:creationId xmlns:a16="http://schemas.microsoft.com/office/drawing/2014/main" id="{06047F59-8375-7382-ACAA-2348D6CF5E9E}"/>
                    </a:ext>
                  </a:extLst>
                </p14:cNvPr>
                <p14:cNvContentPartPr/>
                <p14:nvPr/>
              </p14:nvContentPartPr>
              <p14:xfrm>
                <a:off x="9477837" y="1768892"/>
                <a:ext cx="218520" cy="14040"/>
              </p14:xfrm>
            </p:contentPart>
          </mc:Choice>
          <mc:Fallback>
            <p:pic>
              <p:nvPicPr>
                <p:cNvPr id="150" name="Ink 149">
                  <a:extLst>
                    <a:ext uri="{FF2B5EF4-FFF2-40B4-BE49-F238E27FC236}">
                      <a16:creationId xmlns:a16="http://schemas.microsoft.com/office/drawing/2014/main" id="{06047F59-8375-7382-ACAA-2348D6CF5E9E}"/>
                    </a:ext>
                  </a:extLst>
                </p:cNvPr>
                <p:cNvPicPr/>
                <p:nvPr/>
              </p:nvPicPr>
              <p:blipFill>
                <a:blip r:embed="rId219"/>
                <a:stretch>
                  <a:fillRect/>
                </a:stretch>
              </p:blipFill>
              <p:spPr>
                <a:xfrm>
                  <a:off x="9469197" y="1760252"/>
                  <a:ext cx="23616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51" name="Ink 150">
                  <a:extLst>
                    <a:ext uri="{FF2B5EF4-FFF2-40B4-BE49-F238E27FC236}">
                      <a16:creationId xmlns:a16="http://schemas.microsoft.com/office/drawing/2014/main" id="{BEDDEF3D-017F-49E0-88C7-7F4E73333A73}"/>
                    </a:ext>
                  </a:extLst>
                </p14:cNvPr>
                <p14:cNvContentPartPr/>
                <p14:nvPr/>
              </p14:nvContentPartPr>
              <p14:xfrm>
                <a:off x="9617517" y="1769252"/>
                <a:ext cx="7200" cy="185040"/>
              </p14:xfrm>
            </p:contentPart>
          </mc:Choice>
          <mc:Fallback>
            <p:pic>
              <p:nvPicPr>
                <p:cNvPr id="151" name="Ink 150">
                  <a:extLst>
                    <a:ext uri="{FF2B5EF4-FFF2-40B4-BE49-F238E27FC236}">
                      <a16:creationId xmlns:a16="http://schemas.microsoft.com/office/drawing/2014/main" id="{BEDDEF3D-017F-49E0-88C7-7F4E73333A73}"/>
                    </a:ext>
                  </a:extLst>
                </p:cNvPr>
                <p:cNvPicPr/>
                <p:nvPr/>
              </p:nvPicPr>
              <p:blipFill>
                <a:blip r:embed="rId221"/>
                <a:stretch>
                  <a:fillRect/>
                </a:stretch>
              </p:blipFill>
              <p:spPr>
                <a:xfrm>
                  <a:off x="9608517" y="1760612"/>
                  <a:ext cx="24840" cy="20268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52" name="Ink 151">
                  <a:extLst>
                    <a:ext uri="{FF2B5EF4-FFF2-40B4-BE49-F238E27FC236}">
                      <a16:creationId xmlns:a16="http://schemas.microsoft.com/office/drawing/2014/main" id="{3A9427C7-28B5-6141-BEF7-303F1DE3AEF7}"/>
                    </a:ext>
                  </a:extLst>
                </p14:cNvPr>
                <p14:cNvContentPartPr/>
                <p14:nvPr/>
              </p14:nvContentPartPr>
              <p14:xfrm>
                <a:off x="9547677" y="1808852"/>
                <a:ext cx="57240" cy="35280"/>
              </p14:xfrm>
            </p:contentPart>
          </mc:Choice>
          <mc:Fallback>
            <p:pic>
              <p:nvPicPr>
                <p:cNvPr id="152" name="Ink 151">
                  <a:extLst>
                    <a:ext uri="{FF2B5EF4-FFF2-40B4-BE49-F238E27FC236}">
                      <a16:creationId xmlns:a16="http://schemas.microsoft.com/office/drawing/2014/main" id="{3A9427C7-28B5-6141-BEF7-303F1DE3AEF7}"/>
                    </a:ext>
                  </a:extLst>
                </p:cNvPr>
                <p:cNvPicPr/>
                <p:nvPr/>
              </p:nvPicPr>
              <p:blipFill>
                <a:blip r:embed="rId223"/>
                <a:stretch>
                  <a:fillRect/>
                </a:stretch>
              </p:blipFill>
              <p:spPr>
                <a:xfrm>
                  <a:off x="9538677" y="1800212"/>
                  <a:ext cx="74880" cy="5292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53" name="Ink 152">
                  <a:extLst>
                    <a:ext uri="{FF2B5EF4-FFF2-40B4-BE49-F238E27FC236}">
                      <a16:creationId xmlns:a16="http://schemas.microsoft.com/office/drawing/2014/main" id="{9C848A4B-0573-72F5-6372-1DBFAAECDFFB}"/>
                    </a:ext>
                  </a:extLst>
                </p14:cNvPr>
                <p14:cNvContentPartPr/>
                <p14:nvPr/>
              </p14:nvContentPartPr>
              <p14:xfrm>
                <a:off x="9551997" y="1791932"/>
                <a:ext cx="120960" cy="37440"/>
              </p14:xfrm>
            </p:contentPart>
          </mc:Choice>
          <mc:Fallback>
            <p:pic>
              <p:nvPicPr>
                <p:cNvPr id="153" name="Ink 152">
                  <a:extLst>
                    <a:ext uri="{FF2B5EF4-FFF2-40B4-BE49-F238E27FC236}">
                      <a16:creationId xmlns:a16="http://schemas.microsoft.com/office/drawing/2014/main" id="{9C848A4B-0573-72F5-6372-1DBFAAECDFFB}"/>
                    </a:ext>
                  </a:extLst>
                </p:cNvPr>
                <p:cNvPicPr/>
                <p:nvPr/>
              </p:nvPicPr>
              <p:blipFill>
                <a:blip r:embed="rId225"/>
                <a:stretch>
                  <a:fillRect/>
                </a:stretch>
              </p:blipFill>
              <p:spPr>
                <a:xfrm>
                  <a:off x="9542997" y="1782932"/>
                  <a:ext cx="138600" cy="55080"/>
                </a:xfrm>
                <a:prstGeom prst="rect">
                  <a:avLst/>
                </a:prstGeom>
              </p:spPr>
            </p:pic>
          </mc:Fallback>
        </mc:AlternateContent>
      </p:grpSp>
      <p:grpSp>
        <p:nvGrpSpPr>
          <p:cNvPr id="158" name="Group 157">
            <a:extLst>
              <a:ext uri="{FF2B5EF4-FFF2-40B4-BE49-F238E27FC236}">
                <a16:creationId xmlns:a16="http://schemas.microsoft.com/office/drawing/2014/main" id="{1DFD1023-AEBC-0698-ED06-D6D1621C3719}"/>
              </a:ext>
            </a:extLst>
          </p:cNvPr>
          <p:cNvGrpSpPr/>
          <p:nvPr/>
        </p:nvGrpSpPr>
        <p:grpSpPr>
          <a:xfrm>
            <a:off x="7979877" y="1110812"/>
            <a:ext cx="158400" cy="211320"/>
            <a:chOff x="7979877" y="1110812"/>
            <a:chExt cx="158400" cy="211320"/>
          </a:xfrm>
        </p:grpSpPr>
        <mc:AlternateContent xmlns:mc="http://schemas.openxmlformats.org/markup-compatibility/2006">
          <mc:Choice xmlns:p14="http://schemas.microsoft.com/office/powerpoint/2010/main" Requires="p14">
            <p:contentPart p14:bwMode="auto" r:id="rId226">
              <p14:nvContentPartPr>
                <p14:cNvPr id="155" name="Ink 154">
                  <a:extLst>
                    <a:ext uri="{FF2B5EF4-FFF2-40B4-BE49-F238E27FC236}">
                      <a16:creationId xmlns:a16="http://schemas.microsoft.com/office/drawing/2014/main" id="{5FAF7433-A18F-BD42-AB49-9943B44CCA9E}"/>
                    </a:ext>
                  </a:extLst>
                </p14:cNvPr>
                <p14:cNvContentPartPr/>
                <p14:nvPr/>
              </p14:nvContentPartPr>
              <p14:xfrm>
                <a:off x="7994637" y="1110812"/>
                <a:ext cx="109080" cy="183600"/>
              </p14:xfrm>
            </p:contentPart>
          </mc:Choice>
          <mc:Fallback>
            <p:pic>
              <p:nvPicPr>
                <p:cNvPr id="155" name="Ink 154">
                  <a:extLst>
                    <a:ext uri="{FF2B5EF4-FFF2-40B4-BE49-F238E27FC236}">
                      <a16:creationId xmlns:a16="http://schemas.microsoft.com/office/drawing/2014/main" id="{5FAF7433-A18F-BD42-AB49-9943B44CCA9E}"/>
                    </a:ext>
                  </a:extLst>
                </p:cNvPr>
                <p:cNvPicPr/>
                <p:nvPr/>
              </p:nvPicPr>
              <p:blipFill>
                <a:blip r:embed="rId227"/>
                <a:stretch>
                  <a:fillRect/>
                </a:stretch>
              </p:blipFill>
              <p:spPr>
                <a:xfrm>
                  <a:off x="7985637" y="1101812"/>
                  <a:ext cx="12672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56" name="Ink 155">
                  <a:extLst>
                    <a:ext uri="{FF2B5EF4-FFF2-40B4-BE49-F238E27FC236}">
                      <a16:creationId xmlns:a16="http://schemas.microsoft.com/office/drawing/2014/main" id="{444B2904-AFB1-40B4-925C-308D6650FCA4}"/>
                    </a:ext>
                  </a:extLst>
                </p14:cNvPr>
                <p14:cNvContentPartPr/>
                <p14:nvPr/>
              </p14:nvContentPartPr>
              <p14:xfrm>
                <a:off x="7979877" y="1161572"/>
                <a:ext cx="158400" cy="160560"/>
              </p14:xfrm>
            </p:contentPart>
          </mc:Choice>
          <mc:Fallback>
            <p:pic>
              <p:nvPicPr>
                <p:cNvPr id="156" name="Ink 155">
                  <a:extLst>
                    <a:ext uri="{FF2B5EF4-FFF2-40B4-BE49-F238E27FC236}">
                      <a16:creationId xmlns:a16="http://schemas.microsoft.com/office/drawing/2014/main" id="{444B2904-AFB1-40B4-925C-308D6650FCA4}"/>
                    </a:ext>
                  </a:extLst>
                </p:cNvPr>
                <p:cNvPicPr/>
                <p:nvPr/>
              </p:nvPicPr>
              <p:blipFill>
                <a:blip r:embed="rId229"/>
                <a:stretch>
                  <a:fillRect/>
                </a:stretch>
              </p:blipFill>
              <p:spPr>
                <a:xfrm>
                  <a:off x="7971237" y="1152932"/>
                  <a:ext cx="176040" cy="1782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30">
            <p14:nvContentPartPr>
              <p14:cNvPr id="157" name="Ink 156">
                <a:extLst>
                  <a:ext uri="{FF2B5EF4-FFF2-40B4-BE49-F238E27FC236}">
                    <a16:creationId xmlns:a16="http://schemas.microsoft.com/office/drawing/2014/main" id="{7906124C-381C-FBB5-3D41-6588CF92C6CD}"/>
                  </a:ext>
                </a:extLst>
              </p14:cNvPr>
              <p14:cNvContentPartPr/>
              <p14:nvPr/>
            </p14:nvContentPartPr>
            <p14:xfrm>
              <a:off x="8887797" y="1070852"/>
              <a:ext cx="190440" cy="141840"/>
            </p14:xfrm>
          </p:contentPart>
        </mc:Choice>
        <mc:Fallback>
          <p:pic>
            <p:nvPicPr>
              <p:cNvPr id="157" name="Ink 156">
                <a:extLst>
                  <a:ext uri="{FF2B5EF4-FFF2-40B4-BE49-F238E27FC236}">
                    <a16:creationId xmlns:a16="http://schemas.microsoft.com/office/drawing/2014/main" id="{7906124C-381C-FBB5-3D41-6588CF92C6CD}"/>
                  </a:ext>
                </a:extLst>
              </p:cNvPr>
              <p:cNvPicPr/>
              <p:nvPr/>
            </p:nvPicPr>
            <p:blipFill>
              <a:blip r:embed="rId231"/>
              <a:stretch>
                <a:fillRect/>
              </a:stretch>
            </p:blipFill>
            <p:spPr>
              <a:xfrm>
                <a:off x="8878797" y="1061852"/>
                <a:ext cx="208080" cy="159480"/>
              </a:xfrm>
              <a:prstGeom prst="rect">
                <a:avLst/>
              </a:prstGeom>
            </p:spPr>
          </p:pic>
        </mc:Fallback>
      </mc:AlternateContent>
      <p:grpSp>
        <p:nvGrpSpPr>
          <p:cNvPr id="163" name="Group 162">
            <a:extLst>
              <a:ext uri="{FF2B5EF4-FFF2-40B4-BE49-F238E27FC236}">
                <a16:creationId xmlns:a16="http://schemas.microsoft.com/office/drawing/2014/main" id="{C009B289-5182-2FC8-385C-1CEE44904051}"/>
              </a:ext>
            </a:extLst>
          </p:cNvPr>
          <p:cNvGrpSpPr/>
          <p:nvPr/>
        </p:nvGrpSpPr>
        <p:grpSpPr>
          <a:xfrm>
            <a:off x="9966357" y="1696892"/>
            <a:ext cx="149760" cy="331200"/>
            <a:chOff x="9966357" y="1696892"/>
            <a:chExt cx="149760" cy="331200"/>
          </a:xfrm>
        </p:grpSpPr>
        <mc:AlternateContent xmlns:mc="http://schemas.openxmlformats.org/markup-compatibility/2006">
          <mc:Choice xmlns:p14="http://schemas.microsoft.com/office/powerpoint/2010/main" Requires="p14">
            <p:contentPart p14:bwMode="auto" r:id="rId232">
              <p14:nvContentPartPr>
                <p14:cNvPr id="159" name="Ink 158">
                  <a:extLst>
                    <a:ext uri="{FF2B5EF4-FFF2-40B4-BE49-F238E27FC236}">
                      <a16:creationId xmlns:a16="http://schemas.microsoft.com/office/drawing/2014/main" id="{ED2B7C60-F94D-C41E-BEE0-200AFA7EBC20}"/>
                    </a:ext>
                  </a:extLst>
                </p14:cNvPr>
                <p14:cNvContentPartPr/>
                <p14:nvPr/>
              </p14:nvContentPartPr>
              <p14:xfrm>
                <a:off x="10005597" y="1749452"/>
                <a:ext cx="77040" cy="278640"/>
              </p14:xfrm>
            </p:contentPart>
          </mc:Choice>
          <mc:Fallback>
            <p:pic>
              <p:nvPicPr>
                <p:cNvPr id="159" name="Ink 158">
                  <a:extLst>
                    <a:ext uri="{FF2B5EF4-FFF2-40B4-BE49-F238E27FC236}">
                      <a16:creationId xmlns:a16="http://schemas.microsoft.com/office/drawing/2014/main" id="{ED2B7C60-F94D-C41E-BEE0-200AFA7EBC20}"/>
                    </a:ext>
                  </a:extLst>
                </p:cNvPr>
                <p:cNvPicPr/>
                <p:nvPr/>
              </p:nvPicPr>
              <p:blipFill>
                <a:blip r:embed="rId233"/>
                <a:stretch>
                  <a:fillRect/>
                </a:stretch>
              </p:blipFill>
              <p:spPr>
                <a:xfrm>
                  <a:off x="9996957" y="1740812"/>
                  <a:ext cx="94680" cy="2962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60" name="Ink 159">
                  <a:extLst>
                    <a:ext uri="{FF2B5EF4-FFF2-40B4-BE49-F238E27FC236}">
                      <a16:creationId xmlns:a16="http://schemas.microsoft.com/office/drawing/2014/main" id="{1D5FA076-0066-3DBE-94C7-603D897BE750}"/>
                    </a:ext>
                  </a:extLst>
                </p14:cNvPr>
                <p14:cNvContentPartPr/>
                <p14:nvPr/>
              </p14:nvContentPartPr>
              <p14:xfrm>
                <a:off x="9966357" y="1696892"/>
                <a:ext cx="14040" cy="181440"/>
              </p14:xfrm>
            </p:contentPart>
          </mc:Choice>
          <mc:Fallback>
            <p:pic>
              <p:nvPicPr>
                <p:cNvPr id="160" name="Ink 159">
                  <a:extLst>
                    <a:ext uri="{FF2B5EF4-FFF2-40B4-BE49-F238E27FC236}">
                      <a16:creationId xmlns:a16="http://schemas.microsoft.com/office/drawing/2014/main" id="{1D5FA076-0066-3DBE-94C7-603D897BE750}"/>
                    </a:ext>
                  </a:extLst>
                </p:cNvPr>
                <p:cNvPicPr/>
                <p:nvPr/>
              </p:nvPicPr>
              <p:blipFill>
                <a:blip r:embed="rId235"/>
                <a:stretch>
                  <a:fillRect/>
                </a:stretch>
              </p:blipFill>
              <p:spPr>
                <a:xfrm>
                  <a:off x="9957357" y="1688252"/>
                  <a:ext cx="31680" cy="19908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61" name="Ink 160">
                  <a:extLst>
                    <a:ext uri="{FF2B5EF4-FFF2-40B4-BE49-F238E27FC236}">
                      <a16:creationId xmlns:a16="http://schemas.microsoft.com/office/drawing/2014/main" id="{9D357513-53AA-6C05-6567-A7F4FA02CECD}"/>
                    </a:ext>
                  </a:extLst>
                </p14:cNvPr>
                <p14:cNvContentPartPr/>
                <p14:nvPr/>
              </p14:nvContentPartPr>
              <p14:xfrm>
                <a:off x="9999117" y="1743332"/>
                <a:ext cx="117000" cy="30240"/>
              </p14:xfrm>
            </p:contentPart>
          </mc:Choice>
          <mc:Fallback>
            <p:pic>
              <p:nvPicPr>
                <p:cNvPr id="161" name="Ink 160">
                  <a:extLst>
                    <a:ext uri="{FF2B5EF4-FFF2-40B4-BE49-F238E27FC236}">
                      <a16:creationId xmlns:a16="http://schemas.microsoft.com/office/drawing/2014/main" id="{9D357513-53AA-6C05-6567-A7F4FA02CECD}"/>
                    </a:ext>
                  </a:extLst>
                </p:cNvPr>
                <p:cNvPicPr/>
                <p:nvPr/>
              </p:nvPicPr>
              <p:blipFill>
                <a:blip r:embed="rId237"/>
                <a:stretch>
                  <a:fillRect/>
                </a:stretch>
              </p:blipFill>
              <p:spPr>
                <a:xfrm>
                  <a:off x="9990117" y="1734332"/>
                  <a:ext cx="134640" cy="478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38">
            <p14:nvContentPartPr>
              <p14:cNvPr id="162" name="Ink 161">
                <a:extLst>
                  <a:ext uri="{FF2B5EF4-FFF2-40B4-BE49-F238E27FC236}">
                    <a16:creationId xmlns:a16="http://schemas.microsoft.com/office/drawing/2014/main" id="{8C281688-12E4-6B3C-7D78-B6DBAC0BE5FC}"/>
                  </a:ext>
                </a:extLst>
              </p14:cNvPr>
              <p14:cNvContentPartPr/>
              <p14:nvPr/>
            </p14:nvContentPartPr>
            <p14:xfrm>
              <a:off x="9683037" y="2418332"/>
              <a:ext cx="1484280" cy="108360"/>
            </p14:xfrm>
          </p:contentPart>
        </mc:Choice>
        <mc:Fallback>
          <p:pic>
            <p:nvPicPr>
              <p:cNvPr id="162" name="Ink 161">
                <a:extLst>
                  <a:ext uri="{FF2B5EF4-FFF2-40B4-BE49-F238E27FC236}">
                    <a16:creationId xmlns:a16="http://schemas.microsoft.com/office/drawing/2014/main" id="{8C281688-12E4-6B3C-7D78-B6DBAC0BE5FC}"/>
                  </a:ext>
                </a:extLst>
              </p:cNvPr>
              <p:cNvPicPr/>
              <p:nvPr/>
            </p:nvPicPr>
            <p:blipFill>
              <a:blip r:embed="rId239"/>
              <a:stretch>
                <a:fillRect/>
              </a:stretch>
            </p:blipFill>
            <p:spPr>
              <a:xfrm>
                <a:off x="9674397" y="2409332"/>
                <a:ext cx="1501920" cy="126000"/>
              </a:xfrm>
              <a:prstGeom prst="rect">
                <a:avLst/>
              </a:prstGeom>
            </p:spPr>
          </p:pic>
        </mc:Fallback>
      </mc:AlternateContent>
      <p:grpSp>
        <p:nvGrpSpPr>
          <p:cNvPr id="166" name="Group 165">
            <a:extLst>
              <a:ext uri="{FF2B5EF4-FFF2-40B4-BE49-F238E27FC236}">
                <a16:creationId xmlns:a16="http://schemas.microsoft.com/office/drawing/2014/main" id="{CA44BE1C-FCBA-20EC-207A-D8FEB9A64DF2}"/>
              </a:ext>
            </a:extLst>
          </p:cNvPr>
          <p:cNvGrpSpPr/>
          <p:nvPr/>
        </p:nvGrpSpPr>
        <p:grpSpPr>
          <a:xfrm>
            <a:off x="6517197" y="1946732"/>
            <a:ext cx="1771560" cy="1823040"/>
            <a:chOff x="6517197" y="1946732"/>
            <a:chExt cx="1771560" cy="1823040"/>
          </a:xfrm>
        </p:grpSpPr>
        <mc:AlternateContent xmlns:mc="http://schemas.openxmlformats.org/markup-compatibility/2006">
          <mc:Choice xmlns:p14="http://schemas.microsoft.com/office/powerpoint/2010/main" Requires="p14">
            <p:contentPart p14:bwMode="auto" r:id="rId240">
              <p14:nvContentPartPr>
                <p14:cNvPr id="123" name="Ink 122">
                  <a:extLst>
                    <a:ext uri="{FF2B5EF4-FFF2-40B4-BE49-F238E27FC236}">
                      <a16:creationId xmlns:a16="http://schemas.microsoft.com/office/drawing/2014/main" id="{BF197F0D-972E-F9EE-C828-3894DA161E31}"/>
                    </a:ext>
                  </a:extLst>
                </p14:cNvPr>
                <p14:cNvContentPartPr/>
                <p14:nvPr/>
              </p14:nvContentPartPr>
              <p14:xfrm>
                <a:off x="6611877" y="2061212"/>
                <a:ext cx="316080" cy="279720"/>
              </p14:xfrm>
            </p:contentPart>
          </mc:Choice>
          <mc:Fallback>
            <p:pic>
              <p:nvPicPr>
                <p:cNvPr id="123" name="Ink 122">
                  <a:extLst>
                    <a:ext uri="{FF2B5EF4-FFF2-40B4-BE49-F238E27FC236}">
                      <a16:creationId xmlns:a16="http://schemas.microsoft.com/office/drawing/2014/main" id="{BF197F0D-972E-F9EE-C828-3894DA161E31}"/>
                    </a:ext>
                  </a:extLst>
                </p:cNvPr>
                <p:cNvPicPr/>
                <p:nvPr/>
              </p:nvPicPr>
              <p:blipFill>
                <a:blip r:embed="rId241"/>
                <a:stretch>
                  <a:fillRect/>
                </a:stretch>
              </p:blipFill>
              <p:spPr>
                <a:xfrm>
                  <a:off x="6602877" y="2052212"/>
                  <a:ext cx="333720" cy="29736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24" name="Ink 123">
                  <a:extLst>
                    <a:ext uri="{FF2B5EF4-FFF2-40B4-BE49-F238E27FC236}">
                      <a16:creationId xmlns:a16="http://schemas.microsoft.com/office/drawing/2014/main" id="{5145E469-39A0-139C-51B1-2F3915E59936}"/>
                    </a:ext>
                  </a:extLst>
                </p14:cNvPr>
                <p14:cNvContentPartPr/>
                <p14:nvPr/>
              </p14:nvContentPartPr>
              <p14:xfrm>
                <a:off x="7012557" y="2026652"/>
                <a:ext cx="98280" cy="222480"/>
              </p14:xfrm>
            </p:contentPart>
          </mc:Choice>
          <mc:Fallback>
            <p:pic>
              <p:nvPicPr>
                <p:cNvPr id="124" name="Ink 123">
                  <a:extLst>
                    <a:ext uri="{FF2B5EF4-FFF2-40B4-BE49-F238E27FC236}">
                      <a16:creationId xmlns:a16="http://schemas.microsoft.com/office/drawing/2014/main" id="{5145E469-39A0-139C-51B1-2F3915E59936}"/>
                    </a:ext>
                  </a:extLst>
                </p:cNvPr>
                <p:cNvPicPr/>
                <p:nvPr/>
              </p:nvPicPr>
              <p:blipFill>
                <a:blip r:embed="rId243"/>
                <a:stretch>
                  <a:fillRect/>
                </a:stretch>
              </p:blipFill>
              <p:spPr>
                <a:xfrm>
                  <a:off x="7003557" y="2017652"/>
                  <a:ext cx="11592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25" name="Ink 124">
                  <a:extLst>
                    <a:ext uri="{FF2B5EF4-FFF2-40B4-BE49-F238E27FC236}">
                      <a16:creationId xmlns:a16="http://schemas.microsoft.com/office/drawing/2014/main" id="{29BF78A7-CC14-303F-9117-8CA2CD2420C5}"/>
                    </a:ext>
                  </a:extLst>
                </p14:cNvPr>
                <p14:cNvContentPartPr/>
                <p14:nvPr/>
              </p14:nvContentPartPr>
              <p14:xfrm>
                <a:off x="7078077" y="2153372"/>
                <a:ext cx="259200" cy="116280"/>
              </p14:xfrm>
            </p:contentPart>
          </mc:Choice>
          <mc:Fallback>
            <p:pic>
              <p:nvPicPr>
                <p:cNvPr id="125" name="Ink 124">
                  <a:extLst>
                    <a:ext uri="{FF2B5EF4-FFF2-40B4-BE49-F238E27FC236}">
                      <a16:creationId xmlns:a16="http://schemas.microsoft.com/office/drawing/2014/main" id="{29BF78A7-CC14-303F-9117-8CA2CD2420C5}"/>
                    </a:ext>
                  </a:extLst>
                </p:cNvPr>
                <p:cNvPicPr/>
                <p:nvPr/>
              </p:nvPicPr>
              <p:blipFill>
                <a:blip r:embed="rId245"/>
                <a:stretch>
                  <a:fillRect/>
                </a:stretch>
              </p:blipFill>
              <p:spPr>
                <a:xfrm>
                  <a:off x="7069077" y="2144372"/>
                  <a:ext cx="27684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26" name="Ink 125">
                  <a:extLst>
                    <a:ext uri="{FF2B5EF4-FFF2-40B4-BE49-F238E27FC236}">
                      <a16:creationId xmlns:a16="http://schemas.microsoft.com/office/drawing/2014/main" id="{A0EB565C-1659-FE9C-6A97-C8F103EEC959}"/>
                    </a:ext>
                  </a:extLst>
                </p14:cNvPr>
                <p14:cNvContentPartPr/>
                <p14:nvPr/>
              </p14:nvContentPartPr>
              <p14:xfrm>
                <a:off x="7346997" y="2127092"/>
                <a:ext cx="118800" cy="141840"/>
              </p14:xfrm>
            </p:contentPart>
          </mc:Choice>
          <mc:Fallback>
            <p:pic>
              <p:nvPicPr>
                <p:cNvPr id="126" name="Ink 125">
                  <a:extLst>
                    <a:ext uri="{FF2B5EF4-FFF2-40B4-BE49-F238E27FC236}">
                      <a16:creationId xmlns:a16="http://schemas.microsoft.com/office/drawing/2014/main" id="{A0EB565C-1659-FE9C-6A97-C8F103EEC959}"/>
                    </a:ext>
                  </a:extLst>
                </p:cNvPr>
                <p:cNvPicPr/>
                <p:nvPr/>
              </p:nvPicPr>
              <p:blipFill>
                <a:blip r:embed="rId247"/>
                <a:stretch>
                  <a:fillRect/>
                </a:stretch>
              </p:blipFill>
              <p:spPr>
                <a:xfrm>
                  <a:off x="7338357" y="2118092"/>
                  <a:ext cx="13644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27" name="Ink 126">
                  <a:extLst>
                    <a:ext uri="{FF2B5EF4-FFF2-40B4-BE49-F238E27FC236}">
                      <a16:creationId xmlns:a16="http://schemas.microsoft.com/office/drawing/2014/main" id="{DAE77002-EF6F-0EFE-6D76-B4050F73A881}"/>
                    </a:ext>
                  </a:extLst>
                </p14:cNvPr>
                <p14:cNvContentPartPr/>
                <p14:nvPr/>
              </p14:nvContentPartPr>
              <p14:xfrm>
                <a:off x="7520157" y="2100812"/>
                <a:ext cx="340560" cy="292680"/>
              </p14:xfrm>
            </p:contentPart>
          </mc:Choice>
          <mc:Fallback>
            <p:pic>
              <p:nvPicPr>
                <p:cNvPr id="127" name="Ink 126">
                  <a:extLst>
                    <a:ext uri="{FF2B5EF4-FFF2-40B4-BE49-F238E27FC236}">
                      <a16:creationId xmlns:a16="http://schemas.microsoft.com/office/drawing/2014/main" id="{DAE77002-EF6F-0EFE-6D76-B4050F73A881}"/>
                    </a:ext>
                  </a:extLst>
                </p:cNvPr>
                <p:cNvPicPr/>
                <p:nvPr/>
              </p:nvPicPr>
              <p:blipFill>
                <a:blip r:embed="rId249"/>
                <a:stretch>
                  <a:fillRect/>
                </a:stretch>
              </p:blipFill>
              <p:spPr>
                <a:xfrm>
                  <a:off x="7511157" y="2092172"/>
                  <a:ext cx="358200" cy="31032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28" name="Ink 127">
                  <a:extLst>
                    <a:ext uri="{FF2B5EF4-FFF2-40B4-BE49-F238E27FC236}">
                      <a16:creationId xmlns:a16="http://schemas.microsoft.com/office/drawing/2014/main" id="{1E701521-3960-BB66-1F48-AE9F4E6CA58D}"/>
                    </a:ext>
                  </a:extLst>
                </p14:cNvPr>
                <p14:cNvContentPartPr/>
                <p14:nvPr/>
              </p14:nvContentPartPr>
              <p14:xfrm>
                <a:off x="7848117" y="2052572"/>
                <a:ext cx="162720" cy="209160"/>
              </p14:xfrm>
            </p:contentPart>
          </mc:Choice>
          <mc:Fallback>
            <p:pic>
              <p:nvPicPr>
                <p:cNvPr id="128" name="Ink 127">
                  <a:extLst>
                    <a:ext uri="{FF2B5EF4-FFF2-40B4-BE49-F238E27FC236}">
                      <a16:creationId xmlns:a16="http://schemas.microsoft.com/office/drawing/2014/main" id="{1E701521-3960-BB66-1F48-AE9F4E6CA58D}"/>
                    </a:ext>
                  </a:extLst>
                </p:cNvPr>
                <p:cNvPicPr/>
                <p:nvPr/>
              </p:nvPicPr>
              <p:blipFill>
                <a:blip r:embed="rId251"/>
                <a:stretch>
                  <a:fillRect/>
                </a:stretch>
              </p:blipFill>
              <p:spPr>
                <a:xfrm>
                  <a:off x="7839477" y="2043932"/>
                  <a:ext cx="18036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29" name="Ink 128">
                  <a:extLst>
                    <a:ext uri="{FF2B5EF4-FFF2-40B4-BE49-F238E27FC236}">
                      <a16:creationId xmlns:a16="http://schemas.microsoft.com/office/drawing/2014/main" id="{999023C5-B6D7-43AC-026D-96E10C2CC751}"/>
                    </a:ext>
                  </a:extLst>
                </p14:cNvPr>
                <p14:cNvContentPartPr/>
                <p14:nvPr/>
              </p14:nvContentPartPr>
              <p14:xfrm>
                <a:off x="7137477" y="2434532"/>
                <a:ext cx="279000" cy="432360"/>
              </p14:xfrm>
            </p:contentPart>
          </mc:Choice>
          <mc:Fallback>
            <p:pic>
              <p:nvPicPr>
                <p:cNvPr id="129" name="Ink 128">
                  <a:extLst>
                    <a:ext uri="{FF2B5EF4-FFF2-40B4-BE49-F238E27FC236}">
                      <a16:creationId xmlns:a16="http://schemas.microsoft.com/office/drawing/2014/main" id="{999023C5-B6D7-43AC-026D-96E10C2CC751}"/>
                    </a:ext>
                  </a:extLst>
                </p:cNvPr>
                <p:cNvPicPr/>
                <p:nvPr/>
              </p:nvPicPr>
              <p:blipFill>
                <a:blip r:embed="rId253"/>
                <a:stretch>
                  <a:fillRect/>
                </a:stretch>
              </p:blipFill>
              <p:spPr>
                <a:xfrm>
                  <a:off x="7128477" y="2425532"/>
                  <a:ext cx="296640" cy="45000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30" name="Ink 129">
                  <a:extLst>
                    <a:ext uri="{FF2B5EF4-FFF2-40B4-BE49-F238E27FC236}">
                      <a16:creationId xmlns:a16="http://schemas.microsoft.com/office/drawing/2014/main" id="{E7A5F69E-7328-0821-4B41-638393E53DD6}"/>
                    </a:ext>
                  </a:extLst>
                </p14:cNvPr>
                <p14:cNvContentPartPr/>
                <p14:nvPr/>
              </p14:nvContentPartPr>
              <p14:xfrm>
                <a:off x="7441677" y="2584652"/>
                <a:ext cx="159840" cy="161280"/>
              </p14:xfrm>
            </p:contentPart>
          </mc:Choice>
          <mc:Fallback>
            <p:pic>
              <p:nvPicPr>
                <p:cNvPr id="130" name="Ink 129">
                  <a:extLst>
                    <a:ext uri="{FF2B5EF4-FFF2-40B4-BE49-F238E27FC236}">
                      <a16:creationId xmlns:a16="http://schemas.microsoft.com/office/drawing/2014/main" id="{E7A5F69E-7328-0821-4B41-638393E53DD6}"/>
                    </a:ext>
                  </a:extLst>
                </p:cNvPr>
                <p:cNvPicPr/>
                <p:nvPr/>
              </p:nvPicPr>
              <p:blipFill>
                <a:blip r:embed="rId255"/>
                <a:stretch>
                  <a:fillRect/>
                </a:stretch>
              </p:blipFill>
              <p:spPr>
                <a:xfrm>
                  <a:off x="7433037" y="2575652"/>
                  <a:ext cx="17748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31" name="Ink 130">
                  <a:extLst>
                    <a:ext uri="{FF2B5EF4-FFF2-40B4-BE49-F238E27FC236}">
                      <a16:creationId xmlns:a16="http://schemas.microsoft.com/office/drawing/2014/main" id="{9B342116-E328-D755-A774-2CF3B51EF00E}"/>
                    </a:ext>
                  </a:extLst>
                </p14:cNvPr>
                <p14:cNvContentPartPr/>
                <p14:nvPr/>
              </p14:nvContentPartPr>
              <p14:xfrm>
                <a:off x="7637517" y="2560532"/>
                <a:ext cx="65880" cy="147960"/>
              </p14:xfrm>
            </p:contentPart>
          </mc:Choice>
          <mc:Fallback>
            <p:pic>
              <p:nvPicPr>
                <p:cNvPr id="131" name="Ink 130">
                  <a:extLst>
                    <a:ext uri="{FF2B5EF4-FFF2-40B4-BE49-F238E27FC236}">
                      <a16:creationId xmlns:a16="http://schemas.microsoft.com/office/drawing/2014/main" id="{9B342116-E328-D755-A774-2CF3B51EF00E}"/>
                    </a:ext>
                  </a:extLst>
                </p:cNvPr>
                <p:cNvPicPr/>
                <p:nvPr/>
              </p:nvPicPr>
              <p:blipFill>
                <a:blip r:embed="rId257"/>
                <a:stretch>
                  <a:fillRect/>
                </a:stretch>
              </p:blipFill>
              <p:spPr>
                <a:xfrm>
                  <a:off x="7628517" y="2551892"/>
                  <a:ext cx="8352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32" name="Ink 131">
                  <a:extLst>
                    <a:ext uri="{FF2B5EF4-FFF2-40B4-BE49-F238E27FC236}">
                      <a16:creationId xmlns:a16="http://schemas.microsoft.com/office/drawing/2014/main" id="{3CAD72ED-0043-239D-3882-7E1EB587B1EA}"/>
                    </a:ext>
                  </a:extLst>
                </p14:cNvPr>
                <p14:cNvContentPartPr/>
                <p14:nvPr/>
              </p14:nvContentPartPr>
              <p14:xfrm>
                <a:off x="7810317" y="2516612"/>
                <a:ext cx="212040" cy="235800"/>
              </p14:xfrm>
            </p:contentPart>
          </mc:Choice>
          <mc:Fallback>
            <p:pic>
              <p:nvPicPr>
                <p:cNvPr id="132" name="Ink 131">
                  <a:extLst>
                    <a:ext uri="{FF2B5EF4-FFF2-40B4-BE49-F238E27FC236}">
                      <a16:creationId xmlns:a16="http://schemas.microsoft.com/office/drawing/2014/main" id="{3CAD72ED-0043-239D-3882-7E1EB587B1EA}"/>
                    </a:ext>
                  </a:extLst>
                </p:cNvPr>
                <p:cNvPicPr/>
                <p:nvPr/>
              </p:nvPicPr>
              <p:blipFill>
                <a:blip r:embed="rId259"/>
                <a:stretch>
                  <a:fillRect/>
                </a:stretch>
              </p:blipFill>
              <p:spPr>
                <a:xfrm>
                  <a:off x="7801317" y="2507972"/>
                  <a:ext cx="22968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33" name="Ink 132">
                  <a:extLst>
                    <a:ext uri="{FF2B5EF4-FFF2-40B4-BE49-F238E27FC236}">
                      <a16:creationId xmlns:a16="http://schemas.microsoft.com/office/drawing/2014/main" id="{B46963C4-3650-8B4C-502E-87B0DBFEFFB0}"/>
                    </a:ext>
                  </a:extLst>
                </p14:cNvPr>
                <p14:cNvContentPartPr/>
                <p14:nvPr/>
              </p14:nvContentPartPr>
              <p14:xfrm>
                <a:off x="7069797" y="2891732"/>
                <a:ext cx="262800" cy="564120"/>
              </p14:xfrm>
            </p:contentPart>
          </mc:Choice>
          <mc:Fallback>
            <p:pic>
              <p:nvPicPr>
                <p:cNvPr id="133" name="Ink 132">
                  <a:extLst>
                    <a:ext uri="{FF2B5EF4-FFF2-40B4-BE49-F238E27FC236}">
                      <a16:creationId xmlns:a16="http://schemas.microsoft.com/office/drawing/2014/main" id="{B46963C4-3650-8B4C-502E-87B0DBFEFFB0}"/>
                    </a:ext>
                  </a:extLst>
                </p:cNvPr>
                <p:cNvPicPr/>
                <p:nvPr/>
              </p:nvPicPr>
              <p:blipFill>
                <a:blip r:embed="rId261"/>
                <a:stretch>
                  <a:fillRect/>
                </a:stretch>
              </p:blipFill>
              <p:spPr>
                <a:xfrm>
                  <a:off x="7060797" y="2882732"/>
                  <a:ext cx="280440" cy="5817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34" name="Ink 133">
                  <a:extLst>
                    <a:ext uri="{FF2B5EF4-FFF2-40B4-BE49-F238E27FC236}">
                      <a16:creationId xmlns:a16="http://schemas.microsoft.com/office/drawing/2014/main" id="{85B18212-A2D5-D3CE-BBEF-F4760596A5AA}"/>
                    </a:ext>
                  </a:extLst>
                </p14:cNvPr>
                <p14:cNvContentPartPr/>
                <p14:nvPr/>
              </p14:nvContentPartPr>
              <p14:xfrm>
                <a:off x="7354557" y="3095132"/>
                <a:ext cx="360" cy="10080"/>
              </p14:xfrm>
            </p:contentPart>
          </mc:Choice>
          <mc:Fallback>
            <p:pic>
              <p:nvPicPr>
                <p:cNvPr id="134" name="Ink 133">
                  <a:extLst>
                    <a:ext uri="{FF2B5EF4-FFF2-40B4-BE49-F238E27FC236}">
                      <a16:creationId xmlns:a16="http://schemas.microsoft.com/office/drawing/2014/main" id="{85B18212-A2D5-D3CE-BBEF-F4760596A5AA}"/>
                    </a:ext>
                  </a:extLst>
                </p:cNvPr>
                <p:cNvPicPr/>
                <p:nvPr/>
              </p:nvPicPr>
              <p:blipFill>
                <a:blip r:embed="rId263"/>
                <a:stretch>
                  <a:fillRect/>
                </a:stretch>
              </p:blipFill>
              <p:spPr>
                <a:xfrm>
                  <a:off x="7345557" y="3086492"/>
                  <a:ext cx="18000" cy="2772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35" name="Ink 134">
                  <a:extLst>
                    <a:ext uri="{FF2B5EF4-FFF2-40B4-BE49-F238E27FC236}">
                      <a16:creationId xmlns:a16="http://schemas.microsoft.com/office/drawing/2014/main" id="{019AA6C1-263A-6731-CFD8-5F78CC043891}"/>
                    </a:ext>
                  </a:extLst>
                </p14:cNvPr>
                <p14:cNvContentPartPr/>
                <p14:nvPr/>
              </p14:nvContentPartPr>
              <p14:xfrm>
                <a:off x="7413237" y="3068492"/>
                <a:ext cx="7560" cy="238680"/>
              </p14:xfrm>
            </p:contentPart>
          </mc:Choice>
          <mc:Fallback>
            <p:pic>
              <p:nvPicPr>
                <p:cNvPr id="135" name="Ink 134">
                  <a:extLst>
                    <a:ext uri="{FF2B5EF4-FFF2-40B4-BE49-F238E27FC236}">
                      <a16:creationId xmlns:a16="http://schemas.microsoft.com/office/drawing/2014/main" id="{019AA6C1-263A-6731-CFD8-5F78CC043891}"/>
                    </a:ext>
                  </a:extLst>
                </p:cNvPr>
                <p:cNvPicPr/>
                <p:nvPr/>
              </p:nvPicPr>
              <p:blipFill>
                <a:blip r:embed="rId265"/>
                <a:stretch>
                  <a:fillRect/>
                </a:stretch>
              </p:blipFill>
              <p:spPr>
                <a:xfrm>
                  <a:off x="7404597" y="3059852"/>
                  <a:ext cx="2520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36" name="Ink 135">
                  <a:extLst>
                    <a:ext uri="{FF2B5EF4-FFF2-40B4-BE49-F238E27FC236}">
                      <a16:creationId xmlns:a16="http://schemas.microsoft.com/office/drawing/2014/main" id="{834B906A-3ED4-553F-C66E-B8068A49A9AE}"/>
                    </a:ext>
                  </a:extLst>
                </p14:cNvPr>
                <p14:cNvContentPartPr/>
                <p14:nvPr/>
              </p14:nvContentPartPr>
              <p14:xfrm>
                <a:off x="7445277" y="3120692"/>
                <a:ext cx="283320" cy="183240"/>
              </p14:xfrm>
            </p:contentPart>
          </mc:Choice>
          <mc:Fallback>
            <p:pic>
              <p:nvPicPr>
                <p:cNvPr id="136" name="Ink 135">
                  <a:extLst>
                    <a:ext uri="{FF2B5EF4-FFF2-40B4-BE49-F238E27FC236}">
                      <a16:creationId xmlns:a16="http://schemas.microsoft.com/office/drawing/2014/main" id="{834B906A-3ED4-553F-C66E-B8068A49A9AE}"/>
                    </a:ext>
                  </a:extLst>
                </p:cNvPr>
                <p:cNvPicPr/>
                <p:nvPr/>
              </p:nvPicPr>
              <p:blipFill>
                <a:blip r:embed="rId267"/>
                <a:stretch>
                  <a:fillRect/>
                </a:stretch>
              </p:blipFill>
              <p:spPr>
                <a:xfrm>
                  <a:off x="7436637" y="3112052"/>
                  <a:ext cx="30096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37" name="Ink 136">
                  <a:extLst>
                    <a:ext uri="{FF2B5EF4-FFF2-40B4-BE49-F238E27FC236}">
                      <a16:creationId xmlns:a16="http://schemas.microsoft.com/office/drawing/2014/main" id="{54EB4F01-3FBD-3FD7-81B1-D728FB93E939}"/>
                    </a:ext>
                  </a:extLst>
                </p14:cNvPr>
                <p14:cNvContentPartPr/>
                <p14:nvPr/>
              </p14:nvContentPartPr>
              <p14:xfrm>
                <a:off x="7722837" y="3046532"/>
                <a:ext cx="150840" cy="258840"/>
              </p14:xfrm>
            </p:contentPart>
          </mc:Choice>
          <mc:Fallback>
            <p:pic>
              <p:nvPicPr>
                <p:cNvPr id="137" name="Ink 136">
                  <a:extLst>
                    <a:ext uri="{FF2B5EF4-FFF2-40B4-BE49-F238E27FC236}">
                      <a16:creationId xmlns:a16="http://schemas.microsoft.com/office/drawing/2014/main" id="{54EB4F01-3FBD-3FD7-81B1-D728FB93E939}"/>
                    </a:ext>
                  </a:extLst>
                </p:cNvPr>
                <p:cNvPicPr/>
                <p:nvPr/>
              </p:nvPicPr>
              <p:blipFill>
                <a:blip r:embed="rId269"/>
                <a:stretch>
                  <a:fillRect/>
                </a:stretch>
              </p:blipFill>
              <p:spPr>
                <a:xfrm>
                  <a:off x="7714197" y="3037892"/>
                  <a:ext cx="168480" cy="27648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38" name="Ink 137">
                  <a:extLst>
                    <a:ext uri="{FF2B5EF4-FFF2-40B4-BE49-F238E27FC236}">
                      <a16:creationId xmlns:a16="http://schemas.microsoft.com/office/drawing/2014/main" id="{0F2A7E4C-6A25-5B2B-5F55-D44A9D8330B3}"/>
                    </a:ext>
                  </a:extLst>
                </p14:cNvPr>
                <p14:cNvContentPartPr/>
                <p14:nvPr/>
              </p14:nvContentPartPr>
              <p14:xfrm>
                <a:off x="6811677" y="2961212"/>
                <a:ext cx="217800" cy="483120"/>
              </p14:xfrm>
            </p:contentPart>
          </mc:Choice>
          <mc:Fallback>
            <p:pic>
              <p:nvPicPr>
                <p:cNvPr id="138" name="Ink 137">
                  <a:extLst>
                    <a:ext uri="{FF2B5EF4-FFF2-40B4-BE49-F238E27FC236}">
                      <a16:creationId xmlns:a16="http://schemas.microsoft.com/office/drawing/2014/main" id="{0F2A7E4C-6A25-5B2B-5F55-D44A9D8330B3}"/>
                    </a:ext>
                  </a:extLst>
                </p:cNvPr>
                <p:cNvPicPr/>
                <p:nvPr/>
              </p:nvPicPr>
              <p:blipFill>
                <a:blip r:embed="rId271"/>
                <a:stretch>
                  <a:fillRect/>
                </a:stretch>
              </p:blipFill>
              <p:spPr>
                <a:xfrm>
                  <a:off x="6802677" y="2952572"/>
                  <a:ext cx="235440" cy="50076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4" name="Ink 163">
                  <a:extLst>
                    <a:ext uri="{FF2B5EF4-FFF2-40B4-BE49-F238E27FC236}">
                      <a16:creationId xmlns:a16="http://schemas.microsoft.com/office/drawing/2014/main" id="{551E5ABD-6D53-CF5F-0C08-5A87A17BA848}"/>
                    </a:ext>
                  </a:extLst>
                </p14:cNvPr>
                <p14:cNvContentPartPr/>
                <p14:nvPr/>
              </p14:nvContentPartPr>
              <p14:xfrm>
                <a:off x="6517197" y="1946732"/>
                <a:ext cx="339120" cy="1823040"/>
              </p14:xfrm>
            </p:contentPart>
          </mc:Choice>
          <mc:Fallback>
            <p:pic>
              <p:nvPicPr>
                <p:cNvPr id="164" name="Ink 163">
                  <a:extLst>
                    <a:ext uri="{FF2B5EF4-FFF2-40B4-BE49-F238E27FC236}">
                      <a16:creationId xmlns:a16="http://schemas.microsoft.com/office/drawing/2014/main" id="{551E5ABD-6D53-CF5F-0C08-5A87A17BA848}"/>
                    </a:ext>
                  </a:extLst>
                </p:cNvPr>
                <p:cNvPicPr/>
                <p:nvPr/>
              </p:nvPicPr>
              <p:blipFill>
                <a:blip r:embed="rId273"/>
                <a:stretch>
                  <a:fillRect/>
                </a:stretch>
              </p:blipFill>
              <p:spPr>
                <a:xfrm>
                  <a:off x="6508557" y="1938092"/>
                  <a:ext cx="356760" cy="184068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65" name="Ink 164">
                  <a:extLst>
                    <a:ext uri="{FF2B5EF4-FFF2-40B4-BE49-F238E27FC236}">
                      <a16:creationId xmlns:a16="http://schemas.microsoft.com/office/drawing/2014/main" id="{6684818A-1760-3B59-5653-8D37A097F16D}"/>
                    </a:ext>
                  </a:extLst>
                </p14:cNvPr>
                <p14:cNvContentPartPr/>
                <p14:nvPr/>
              </p14:nvContentPartPr>
              <p14:xfrm>
                <a:off x="8026317" y="2032772"/>
                <a:ext cx="262440" cy="1407600"/>
              </p14:xfrm>
            </p:contentPart>
          </mc:Choice>
          <mc:Fallback>
            <p:pic>
              <p:nvPicPr>
                <p:cNvPr id="165" name="Ink 164">
                  <a:extLst>
                    <a:ext uri="{FF2B5EF4-FFF2-40B4-BE49-F238E27FC236}">
                      <a16:creationId xmlns:a16="http://schemas.microsoft.com/office/drawing/2014/main" id="{6684818A-1760-3B59-5653-8D37A097F16D}"/>
                    </a:ext>
                  </a:extLst>
                </p:cNvPr>
                <p:cNvPicPr/>
                <p:nvPr/>
              </p:nvPicPr>
              <p:blipFill>
                <a:blip r:embed="rId275"/>
                <a:stretch>
                  <a:fillRect/>
                </a:stretch>
              </p:blipFill>
              <p:spPr>
                <a:xfrm>
                  <a:off x="8017677" y="2023772"/>
                  <a:ext cx="280080" cy="1425240"/>
                </a:xfrm>
                <a:prstGeom prst="rect">
                  <a:avLst/>
                </a:prstGeom>
              </p:spPr>
            </p:pic>
          </mc:Fallback>
        </mc:AlternateContent>
      </p:grpSp>
      <p:grpSp>
        <p:nvGrpSpPr>
          <p:cNvPr id="172" name="Group 171">
            <a:extLst>
              <a:ext uri="{FF2B5EF4-FFF2-40B4-BE49-F238E27FC236}">
                <a16:creationId xmlns:a16="http://schemas.microsoft.com/office/drawing/2014/main" id="{6F66914E-D2B2-8686-8B13-29D28A251964}"/>
              </a:ext>
            </a:extLst>
          </p:cNvPr>
          <p:cNvGrpSpPr/>
          <p:nvPr/>
        </p:nvGrpSpPr>
        <p:grpSpPr>
          <a:xfrm>
            <a:off x="5945877" y="1308812"/>
            <a:ext cx="816840" cy="477000"/>
            <a:chOff x="5945877" y="1308812"/>
            <a:chExt cx="816840" cy="477000"/>
          </a:xfrm>
        </p:grpSpPr>
        <mc:AlternateContent xmlns:mc="http://schemas.openxmlformats.org/markup-compatibility/2006">
          <mc:Choice xmlns:p14="http://schemas.microsoft.com/office/powerpoint/2010/main" Requires="p14">
            <p:contentPart p14:bwMode="auto" r:id="rId276">
              <p14:nvContentPartPr>
                <p14:cNvPr id="167" name="Ink 166">
                  <a:extLst>
                    <a:ext uri="{FF2B5EF4-FFF2-40B4-BE49-F238E27FC236}">
                      <a16:creationId xmlns:a16="http://schemas.microsoft.com/office/drawing/2014/main" id="{9A7B456E-B586-B487-C460-22EE083DFCB9}"/>
                    </a:ext>
                  </a:extLst>
                </p14:cNvPr>
                <p14:cNvContentPartPr/>
                <p14:nvPr/>
              </p14:nvContentPartPr>
              <p14:xfrm>
                <a:off x="6242517" y="1466852"/>
                <a:ext cx="244080" cy="295920"/>
              </p14:xfrm>
            </p:contentPart>
          </mc:Choice>
          <mc:Fallback>
            <p:pic>
              <p:nvPicPr>
                <p:cNvPr id="167" name="Ink 166">
                  <a:extLst>
                    <a:ext uri="{FF2B5EF4-FFF2-40B4-BE49-F238E27FC236}">
                      <a16:creationId xmlns:a16="http://schemas.microsoft.com/office/drawing/2014/main" id="{9A7B456E-B586-B487-C460-22EE083DFCB9}"/>
                    </a:ext>
                  </a:extLst>
                </p:cNvPr>
                <p:cNvPicPr/>
                <p:nvPr/>
              </p:nvPicPr>
              <p:blipFill>
                <a:blip r:embed="rId277"/>
                <a:stretch>
                  <a:fillRect/>
                </a:stretch>
              </p:blipFill>
              <p:spPr>
                <a:xfrm>
                  <a:off x="6233877" y="1458212"/>
                  <a:ext cx="261720" cy="31356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68" name="Ink 167">
                  <a:extLst>
                    <a:ext uri="{FF2B5EF4-FFF2-40B4-BE49-F238E27FC236}">
                      <a16:creationId xmlns:a16="http://schemas.microsoft.com/office/drawing/2014/main" id="{3132198C-8739-D918-77F0-02D332178F9E}"/>
                    </a:ext>
                  </a:extLst>
                </p14:cNvPr>
                <p14:cNvContentPartPr/>
                <p14:nvPr/>
              </p14:nvContentPartPr>
              <p14:xfrm>
                <a:off x="6302637" y="1447052"/>
                <a:ext cx="223560" cy="311040"/>
              </p14:xfrm>
            </p:contentPart>
          </mc:Choice>
          <mc:Fallback>
            <p:pic>
              <p:nvPicPr>
                <p:cNvPr id="168" name="Ink 167">
                  <a:extLst>
                    <a:ext uri="{FF2B5EF4-FFF2-40B4-BE49-F238E27FC236}">
                      <a16:creationId xmlns:a16="http://schemas.microsoft.com/office/drawing/2014/main" id="{3132198C-8739-D918-77F0-02D332178F9E}"/>
                    </a:ext>
                  </a:extLst>
                </p:cNvPr>
                <p:cNvPicPr/>
                <p:nvPr/>
              </p:nvPicPr>
              <p:blipFill>
                <a:blip r:embed="rId279"/>
                <a:stretch>
                  <a:fillRect/>
                </a:stretch>
              </p:blipFill>
              <p:spPr>
                <a:xfrm>
                  <a:off x="6293637" y="1438412"/>
                  <a:ext cx="241200" cy="32868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70" name="Ink 169">
                  <a:extLst>
                    <a:ext uri="{FF2B5EF4-FFF2-40B4-BE49-F238E27FC236}">
                      <a16:creationId xmlns:a16="http://schemas.microsoft.com/office/drawing/2014/main" id="{A1C0AA79-EBB3-4ADE-82CA-82669E6A0BB5}"/>
                    </a:ext>
                  </a:extLst>
                </p14:cNvPr>
                <p14:cNvContentPartPr/>
                <p14:nvPr/>
              </p14:nvContentPartPr>
              <p14:xfrm>
                <a:off x="6589557" y="1407452"/>
                <a:ext cx="173160" cy="378360"/>
              </p14:xfrm>
            </p:contentPart>
          </mc:Choice>
          <mc:Fallback>
            <p:pic>
              <p:nvPicPr>
                <p:cNvPr id="170" name="Ink 169">
                  <a:extLst>
                    <a:ext uri="{FF2B5EF4-FFF2-40B4-BE49-F238E27FC236}">
                      <a16:creationId xmlns:a16="http://schemas.microsoft.com/office/drawing/2014/main" id="{A1C0AA79-EBB3-4ADE-82CA-82669E6A0BB5}"/>
                    </a:ext>
                  </a:extLst>
                </p:cNvPr>
                <p:cNvPicPr/>
                <p:nvPr/>
              </p:nvPicPr>
              <p:blipFill>
                <a:blip r:embed="rId281"/>
                <a:stretch>
                  <a:fillRect/>
                </a:stretch>
              </p:blipFill>
              <p:spPr>
                <a:xfrm>
                  <a:off x="6580917" y="1398812"/>
                  <a:ext cx="190800" cy="39600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1" name="Ink 170">
                  <a:extLst>
                    <a:ext uri="{FF2B5EF4-FFF2-40B4-BE49-F238E27FC236}">
                      <a16:creationId xmlns:a16="http://schemas.microsoft.com/office/drawing/2014/main" id="{055853D4-D20D-2DB3-9CB2-E0D848548001}"/>
                    </a:ext>
                  </a:extLst>
                </p14:cNvPr>
                <p14:cNvContentPartPr/>
                <p14:nvPr/>
              </p14:nvContentPartPr>
              <p14:xfrm>
                <a:off x="5945877" y="1308812"/>
                <a:ext cx="184680" cy="468000"/>
              </p14:xfrm>
            </p:contentPart>
          </mc:Choice>
          <mc:Fallback>
            <p:pic>
              <p:nvPicPr>
                <p:cNvPr id="171" name="Ink 170">
                  <a:extLst>
                    <a:ext uri="{FF2B5EF4-FFF2-40B4-BE49-F238E27FC236}">
                      <a16:creationId xmlns:a16="http://schemas.microsoft.com/office/drawing/2014/main" id="{055853D4-D20D-2DB3-9CB2-E0D848548001}"/>
                    </a:ext>
                  </a:extLst>
                </p:cNvPr>
                <p:cNvPicPr/>
                <p:nvPr/>
              </p:nvPicPr>
              <p:blipFill>
                <a:blip r:embed="rId283"/>
                <a:stretch>
                  <a:fillRect/>
                </a:stretch>
              </p:blipFill>
              <p:spPr>
                <a:xfrm>
                  <a:off x="5937237" y="1299812"/>
                  <a:ext cx="202320" cy="4856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84">
            <p14:nvContentPartPr>
              <p14:cNvPr id="173" name="Ink 172">
                <a:extLst>
                  <a:ext uri="{FF2B5EF4-FFF2-40B4-BE49-F238E27FC236}">
                    <a16:creationId xmlns:a16="http://schemas.microsoft.com/office/drawing/2014/main" id="{BD872D9B-6065-6A7D-2001-6DD1EAF3615F}"/>
                  </a:ext>
                </a:extLst>
              </p14:cNvPr>
              <p14:cNvContentPartPr/>
              <p14:nvPr/>
            </p14:nvContentPartPr>
            <p14:xfrm>
              <a:off x="10781757" y="1339772"/>
              <a:ext cx="558720" cy="412200"/>
            </p14:xfrm>
          </p:contentPart>
        </mc:Choice>
        <mc:Fallback>
          <p:pic>
            <p:nvPicPr>
              <p:cNvPr id="173" name="Ink 172">
                <a:extLst>
                  <a:ext uri="{FF2B5EF4-FFF2-40B4-BE49-F238E27FC236}">
                    <a16:creationId xmlns:a16="http://schemas.microsoft.com/office/drawing/2014/main" id="{BD872D9B-6065-6A7D-2001-6DD1EAF3615F}"/>
                  </a:ext>
                </a:extLst>
              </p:cNvPr>
              <p:cNvPicPr/>
              <p:nvPr/>
            </p:nvPicPr>
            <p:blipFill>
              <a:blip r:embed="rId285"/>
              <a:stretch>
                <a:fillRect/>
              </a:stretch>
            </p:blipFill>
            <p:spPr>
              <a:xfrm>
                <a:off x="10773117" y="1331132"/>
                <a:ext cx="576360" cy="429840"/>
              </a:xfrm>
              <a:prstGeom prst="rect">
                <a:avLst/>
              </a:prstGeom>
            </p:spPr>
          </p:pic>
        </mc:Fallback>
      </mc:AlternateContent>
      <p:grpSp>
        <p:nvGrpSpPr>
          <p:cNvPr id="176" name="Group 175">
            <a:extLst>
              <a:ext uri="{FF2B5EF4-FFF2-40B4-BE49-F238E27FC236}">
                <a16:creationId xmlns:a16="http://schemas.microsoft.com/office/drawing/2014/main" id="{A575B88E-38DF-8E9C-03B9-1A74338053CC}"/>
              </a:ext>
            </a:extLst>
          </p:cNvPr>
          <p:cNvGrpSpPr/>
          <p:nvPr/>
        </p:nvGrpSpPr>
        <p:grpSpPr>
          <a:xfrm>
            <a:off x="8867637" y="1542452"/>
            <a:ext cx="284040" cy="356760"/>
            <a:chOff x="8867637" y="1542452"/>
            <a:chExt cx="284040" cy="356760"/>
          </a:xfrm>
        </p:grpSpPr>
        <mc:AlternateContent xmlns:mc="http://schemas.openxmlformats.org/markup-compatibility/2006">
          <mc:Choice xmlns:p14="http://schemas.microsoft.com/office/powerpoint/2010/main" Requires="p14">
            <p:contentPart p14:bwMode="auto" r:id="rId286">
              <p14:nvContentPartPr>
                <p14:cNvPr id="174" name="Ink 173">
                  <a:extLst>
                    <a:ext uri="{FF2B5EF4-FFF2-40B4-BE49-F238E27FC236}">
                      <a16:creationId xmlns:a16="http://schemas.microsoft.com/office/drawing/2014/main" id="{8FA304B9-5733-4930-E1A2-4F418910CE3E}"/>
                    </a:ext>
                  </a:extLst>
                </p14:cNvPr>
                <p14:cNvContentPartPr/>
                <p14:nvPr/>
              </p14:nvContentPartPr>
              <p14:xfrm>
                <a:off x="8867637" y="1645052"/>
                <a:ext cx="217080" cy="65520"/>
              </p14:xfrm>
            </p:contentPart>
          </mc:Choice>
          <mc:Fallback>
            <p:pic>
              <p:nvPicPr>
                <p:cNvPr id="174" name="Ink 173">
                  <a:extLst>
                    <a:ext uri="{FF2B5EF4-FFF2-40B4-BE49-F238E27FC236}">
                      <a16:creationId xmlns:a16="http://schemas.microsoft.com/office/drawing/2014/main" id="{8FA304B9-5733-4930-E1A2-4F418910CE3E}"/>
                    </a:ext>
                  </a:extLst>
                </p:cNvPr>
                <p:cNvPicPr/>
                <p:nvPr/>
              </p:nvPicPr>
              <p:blipFill>
                <a:blip r:embed="rId287"/>
                <a:stretch>
                  <a:fillRect/>
                </a:stretch>
              </p:blipFill>
              <p:spPr>
                <a:xfrm>
                  <a:off x="8858637" y="1636052"/>
                  <a:ext cx="23472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75" name="Ink 174">
                  <a:extLst>
                    <a:ext uri="{FF2B5EF4-FFF2-40B4-BE49-F238E27FC236}">
                      <a16:creationId xmlns:a16="http://schemas.microsoft.com/office/drawing/2014/main" id="{6B1BDAB3-44F1-4594-543F-F4B6D5AD5181}"/>
                    </a:ext>
                  </a:extLst>
                </p14:cNvPr>
                <p14:cNvContentPartPr/>
                <p14:nvPr/>
              </p14:nvContentPartPr>
              <p14:xfrm>
                <a:off x="8992557" y="1542452"/>
                <a:ext cx="159120" cy="356760"/>
              </p14:xfrm>
            </p:contentPart>
          </mc:Choice>
          <mc:Fallback>
            <p:pic>
              <p:nvPicPr>
                <p:cNvPr id="175" name="Ink 174">
                  <a:extLst>
                    <a:ext uri="{FF2B5EF4-FFF2-40B4-BE49-F238E27FC236}">
                      <a16:creationId xmlns:a16="http://schemas.microsoft.com/office/drawing/2014/main" id="{6B1BDAB3-44F1-4594-543F-F4B6D5AD5181}"/>
                    </a:ext>
                  </a:extLst>
                </p:cNvPr>
                <p:cNvPicPr/>
                <p:nvPr/>
              </p:nvPicPr>
              <p:blipFill>
                <a:blip r:embed="rId289"/>
                <a:stretch>
                  <a:fillRect/>
                </a:stretch>
              </p:blipFill>
              <p:spPr>
                <a:xfrm>
                  <a:off x="8983557" y="1533812"/>
                  <a:ext cx="176760" cy="374400"/>
                </a:xfrm>
                <a:prstGeom prst="rect">
                  <a:avLst/>
                </a:prstGeom>
              </p:spPr>
            </p:pic>
          </mc:Fallback>
        </mc:AlternateContent>
      </p:grpSp>
    </p:spTree>
    <p:extLst>
      <p:ext uri="{BB962C8B-B14F-4D97-AF65-F5344CB8AC3E}">
        <p14:creationId xmlns:p14="http://schemas.microsoft.com/office/powerpoint/2010/main" val="42261641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58283-344D-8012-890D-E8834E475954}"/>
              </a:ext>
            </a:extLst>
          </p:cNvPr>
          <p:cNvSpPr>
            <a:spLocks noGrp="1"/>
          </p:cNvSpPr>
          <p:nvPr>
            <p:ph type="title"/>
          </p:nvPr>
        </p:nvSpPr>
        <p:spPr/>
        <p:txBody>
          <a:bodyPr/>
          <a:lstStyle/>
          <a:p>
            <a:r>
              <a:rPr lang="en-IN" dirty="0"/>
              <a:t>Uber</a:t>
            </a:r>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0F04C638-BD56-9D28-1EE2-A3B9956B0991}"/>
                  </a:ext>
                </a:extLst>
              </p14:cNvPr>
              <p14:cNvContentPartPr/>
              <p14:nvPr/>
            </p14:nvContentPartPr>
            <p14:xfrm>
              <a:off x="1775997" y="295772"/>
              <a:ext cx="360" cy="360"/>
            </p14:xfrm>
          </p:contentPart>
        </mc:Choice>
        <mc:Fallback>
          <p:pic>
            <p:nvPicPr>
              <p:cNvPr id="3" name="Ink 2">
                <a:extLst>
                  <a:ext uri="{FF2B5EF4-FFF2-40B4-BE49-F238E27FC236}">
                    <a16:creationId xmlns:a16="http://schemas.microsoft.com/office/drawing/2014/main" id="{0F04C638-BD56-9D28-1EE2-A3B9956B0991}"/>
                  </a:ext>
                </a:extLst>
              </p:cNvPr>
              <p:cNvPicPr/>
              <p:nvPr/>
            </p:nvPicPr>
            <p:blipFill>
              <a:blip r:embed="rId3"/>
              <a:stretch>
                <a:fillRect/>
              </a:stretch>
            </p:blipFill>
            <p:spPr>
              <a:xfrm>
                <a:off x="1767357" y="287132"/>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7F5CF724-8531-AB8C-DE48-F97437B7A01A}"/>
                  </a:ext>
                </a:extLst>
              </p14:cNvPr>
              <p14:cNvContentPartPr/>
              <p14:nvPr/>
            </p14:nvContentPartPr>
            <p14:xfrm>
              <a:off x="509517" y="1162652"/>
              <a:ext cx="4130640" cy="2655720"/>
            </p14:xfrm>
          </p:contentPart>
        </mc:Choice>
        <mc:Fallback>
          <p:pic>
            <p:nvPicPr>
              <p:cNvPr id="5" name="Ink 4">
                <a:extLst>
                  <a:ext uri="{FF2B5EF4-FFF2-40B4-BE49-F238E27FC236}">
                    <a16:creationId xmlns:a16="http://schemas.microsoft.com/office/drawing/2014/main" id="{7F5CF724-8531-AB8C-DE48-F97437B7A01A}"/>
                  </a:ext>
                </a:extLst>
              </p:cNvPr>
              <p:cNvPicPr/>
              <p:nvPr/>
            </p:nvPicPr>
            <p:blipFill>
              <a:blip r:embed="rId5"/>
              <a:stretch>
                <a:fillRect/>
              </a:stretch>
            </p:blipFill>
            <p:spPr>
              <a:xfrm>
                <a:off x="500877" y="1153652"/>
                <a:ext cx="4148280" cy="26733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7" name="Ink 6">
                <a:extLst>
                  <a:ext uri="{FF2B5EF4-FFF2-40B4-BE49-F238E27FC236}">
                    <a16:creationId xmlns:a16="http://schemas.microsoft.com/office/drawing/2014/main" id="{0F3C6525-5926-6EB5-8D67-C3A65F5F4BA9}"/>
                  </a:ext>
                </a:extLst>
              </p14:cNvPr>
              <p14:cNvContentPartPr/>
              <p14:nvPr/>
            </p14:nvContentPartPr>
            <p14:xfrm>
              <a:off x="698517" y="1446332"/>
              <a:ext cx="1463760" cy="942480"/>
            </p14:xfrm>
          </p:contentPart>
        </mc:Choice>
        <mc:Fallback>
          <p:pic>
            <p:nvPicPr>
              <p:cNvPr id="7" name="Ink 6">
                <a:extLst>
                  <a:ext uri="{FF2B5EF4-FFF2-40B4-BE49-F238E27FC236}">
                    <a16:creationId xmlns:a16="http://schemas.microsoft.com/office/drawing/2014/main" id="{0F3C6525-5926-6EB5-8D67-C3A65F5F4BA9}"/>
                  </a:ext>
                </a:extLst>
              </p:cNvPr>
              <p:cNvPicPr/>
              <p:nvPr/>
            </p:nvPicPr>
            <p:blipFill>
              <a:blip r:embed="rId7"/>
              <a:stretch>
                <a:fillRect/>
              </a:stretch>
            </p:blipFill>
            <p:spPr>
              <a:xfrm>
                <a:off x="689517" y="1437332"/>
                <a:ext cx="1481400" cy="9601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22" name="Ink 21">
                <a:extLst>
                  <a:ext uri="{FF2B5EF4-FFF2-40B4-BE49-F238E27FC236}">
                    <a16:creationId xmlns:a16="http://schemas.microsoft.com/office/drawing/2014/main" id="{605B3488-7104-8D63-0145-AB98CC05CF67}"/>
                  </a:ext>
                </a:extLst>
              </p14:cNvPr>
              <p14:cNvContentPartPr/>
              <p14:nvPr/>
            </p14:nvContentPartPr>
            <p14:xfrm>
              <a:off x="2446317" y="1465052"/>
              <a:ext cx="2044800" cy="993600"/>
            </p14:xfrm>
          </p:contentPart>
        </mc:Choice>
        <mc:Fallback>
          <p:pic>
            <p:nvPicPr>
              <p:cNvPr id="22" name="Ink 21">
                <a:extLst>
                  <a:ext uri="{FF2B5EF4-FFF2-40B4-BE49-F238E27FC236}">
                    <a16:creationId xmlns:a16="http://schemas.microsoft.com/office/drawing/2014/main" id="{605B3488-7104-8D63-0145-AB98CC05CF67}"/>
                  </a:ext>
                </a:extLst>
              </p:cNvPr>
              <p:cNvPicPr/>
              <p:nvPr/>
            </p:nvPicPr>
            <p:blipFill>
              <a:blip r:embed="rId9"/>
              <a:stretch>
                <a:fillRect/>
              </a:stretch>
            </p:blipFill>
            <p:spPr>
              <a:xfrm>
                <a:off x="2437677" y="1456052"/>
                <a:ext cx="2062440" cy="10112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37" name="Ink 36">
                <a:extLst>
                  <a:ext uri="{FF2B5EF4-FFF2-40B4-BE49-F238E27FC236}">
                    <a16:creationId xmlns:a16="http://schemas.microsoft.com/office/drawing/2014/main" id="{4AC81FD6-5308-4DC4-AF2C-586164CB739C}"/>
                  </a:ext>
                </a:extLst>
              </p14:cNvPr>
              <p14:cNvContentPartPr/>
              <p14:nvPr/>
            </p14:nvContentPartPr>
            <p14:xfrm>
              <a:off x="729117" y="2744852"/>
              <a:ext cx="1384560" cy="910080"/>
            </p14:xfrm>
          </p:contentPart>
        </mc:Choice>
        <mc:Fallback>
          <p:pic>
            <p:nvPicPr>
              <p:cNvPr id="37" name="Ink 36">
                <a:extLst>
                  <a:ext uri="{FF2B5EF4-FFF2-40B4-BE49-F238E27FC236}">
                    <a16:creationId xmlns:a16="http://schemas.microsoft.com/office/drawing/2014/main" id="{4AC81FD6-5308-4DC4-AF2C-586164CB739C}"/>
                  </a:ext>
                </a:extLst>
              </p:cNvPr>
              <p:cNvPicPr/>
              <p:nvPr/>
            </p:nvPicPr>
            <p:blipFill>
              <a:blip r:embed="rId11"/>
              <a:stretch>
                <a:fillRect/>
              </a:stretch>
            </p:blipFill>
            <p:spPr>
              <a:xfrm>
                <a:off x="720117" y="2736212"/>
                <a:ext cx="1402200" cy="9277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50" name="Ink 49">
                <a:extLst>
                  <a:ext uri="{FF2B5EF4-FFF2-40B4-BE49-F238E27FC236}">
                    <a16:creationId xmlns:a16="http://schemas.microsoft.com/office/drawing/2014/main" id="{6409CD07-8C02-DB0E-9C3C-6229D1426B03}"/>
                  </a:ext>
                </a:extLst>
              </p14:cNvPr>
              <p14:cNvContentPartPr/>
              <p14:nvPr/>
            </p14:nvContentPartPr>
            <p14:xfrm>
              <a:off x="2664477" y="2757092"/>
              <a:ext cx="1686240" cy="880560"/>
            </p14:xfrm>
          </p:contentPart>
        </mc:Choice>
        <mc:Fallback>
          <p:pic>
            <p:nvPicPr>
              <p:cNvPr id="50" name="Ink 49">
                <a:extLst>
                  <a:ext uri="{FF2B5EF4-FFF2-40B4-BE49-F238E27FC236}">
                    <a16:creationId xmlns:a16="http://schemas.microsoft.com/office/drawing/2014/main" id="{6409CD07-8C02-DB0E-9C3C-6229D1426B03}"/>
                  </a:ext>
                </a:extLst>
              </p:cNvPr>
              <p:cNvPicPr/>
              <p:nvPr/>
            </p:nvPicPr>
            <p:blipFill>
              <a:blip r:embed="rId13"/>
              <a:stretch>
                <a:fillRect/>
              </a:stretch>
            </p:blipFill>
            <p:spPr>
              <a:xfrm>
                <a:off x="2655477" y="2748092"/>
                <a:ext cx="1703880" cy="898200"/>
              </a:xfrm>
              <a:prstGeom prst="rect">
                <a:avLst/>
              </a:prstGeom>
            </p:spPr>
          </p:pic>
        </mc:Fallback>
      </mc:AlternateContent>
      <p:grpSp>
        <p:nvGrpSpPr>
          <p:cNvPr id="141" name="Group 140">
            <a:extLst>
              <a:ext uri="{FF2B5EF4-FFF2-40B4-BE49-F238E27FC236}">
                <a16:creationId xmlns:a16="http://schemas.microsoft.com/office/drawing/2014/main" id="{37888D8C-2547-3908-C6FC-8AE32F7B2AC9}"/>
              </a:ext>
            </a:extLst>
          </p:cNvPr>
          <p:cNvGrpSpPr/>
          <p:nvPr/>
        </p:nvGrpSpPr>
        <p:grpSpPr>
          <a:xfrm>
            <a:off x="1065717" y="5532332"/>
            <a:ext cx="533520" cy="309240"/>
            <a:chOff x="1065717" y="5532332"/>
            <a:chExt cx="533520" cy="309240"/>
          </a:xfrm>
        </p:grpSpPr>
        <mc:AlternateContent xmlns:mc="http://schemas.openxmlformats.org/markup-compatibility/2006">
          <mc:Choice xmlns:p14="http://schemas.microsoft.com/office/powerpoint/2010/main" Requires="p14">
            <p:contentPart p14:bwMode="auto" r:id="rId14">
              <p14:nvContentPartPr>
                <p14:cNvPr id="129" name="Ink 128">
                  <a:extLst>
                    <a:ext uri="{FF2B5EF4-FFF2-40B4-BE49-F238E27FC236}">
                      <a16:creationId xmlns:a16="http://schemas.microsoft.com/office/drawing/2014/main" id="{A1D15B7E-6EA5-8189-276F-9A245100756F}"/>
                    </a:ext>
                  </a:extLst>
                </p14:cNvPr>
                <p14:cNvContentPartPr/>
                <p14:nvPr/>
              </p14:nvContentPartPr>
              <p14:xfrm>
                <a:off x="1065717" y="5532332"/>
                <a:ext cx="162000" cy="264600"/>
              </p14:xfrm>
            </p:contentPart>
          </mc:Choice>
          <mc:Fallback>
            <p:pic>
              <p:nvPicPr>
                <p:cNvPr id="129" name="Ink 128">
                  <a:extLst>
                    <a:ext uri="{FF2B5EF4-FFF2-40B4-BE49-F238E27FC236}">
                      <a16:creationId xmlns:a16="http://schemas.microsoft.com/office/drawing/2014/main" id="{A1D15B7E-6EA5-8189-276F-9A245100756F}"/>
                    </a:ext>
                  </a:extLst>
                </p:cNvPr>
                <p:cNvPicPr/>
                <p:nvPr/>
              </p:nvPicPr>
              <p:blipFill>
                <a:blip r:embed="rId15"/>
                <a:stretch>
                  <a:fillRect/>
                </a:stretch>
              </p:blipFill>
              <p:spPr>
                <a:xfrm>
                  <a:off x="1056717" y="5523692"/>
                  <a:ext cx="179640" cy="2822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30" name="Ink 129">
                  <a:extLst>
                    <a:ext uri="{FF2B5EF4-FFF2-40B4-BE49-F238E27FC236}">
                      <a16:creationId xmlns:a16="http://schemas.microsoft.com/office/drawing/2014/main" id="{2CB2D917-999B-2CA1-C1EA-722BBA44A4EE}"/>
                    </a:ext>
                  </a:extLst>
                </p14:cNvPr>
                <p14:cNvContentPartPr/>
                <p14:nvPr/>
              </p14:nvContentPartPr>
              <p14:xfrm>
                <a:off x="1275957" y="5640332"/>
                <a:ext cx="131400" cy="201240"/>
              </p14:xfrm>
            </p:contentPart>
          </mc:Choice>
          <mc:Fallback>
            <p:pic>
              <p:nvPicPr>
                <p:cNvPr id="130" name="Ink 129">
                  <a:extLst>
                    <a:ext uri="{FF2B5EF4-FFF2-40B4-BE49-F238E27FC236}">
                      <a16:creationId xmlns:a16="http://schemas.microsoft.com/office/drawing/2014/main" id="{2CB2D917-999B-2CA1-C1EA-722BBA44A4EE}"/>
                    </a:ext>
                  </a:extLst>
                </p:cNvPr>
                <p:cNvPicPr/>
                <p:nvPr/>
              </p:nvPicPr>
              <p:blipFill>
                <a:blip r:embed="rId17"/>
                <a:stretch>
                  <a:fillRect/>
                </a:stretch>
              </p:blipFill>
              <p:spPr>
                <a:xfrm>
                  <a:off x="1266957" y="5631692"/>
                  <a:ext cx="14904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31" name="Ink 130">
                  <a:extLst>
                    <a:ext uri="{FF2B5EF4-FFF2-40B4-BE49-F238E27FC236}">
                      <a16:creationId xmlns:a16="http://schemas.microsoft.com/office/drawing/2014/main" id="{9B58473A-9DB5-9A6B-B00F-589C1985BE6A}"/>
                    </a:ext>
                  </a:extLst>
                </p14:cNvPr>
                <p14:cNvContentPartPr/>
                <p14:nvPr/>
              </p14:nvContentPartPr>
              <p14:xfrm>
                <a:off x="1308717" y="5590292"/>
                <a:ext cx="130320" cy="34560"/>
              </p14:xfrm>
            </p:contentPart>
          </mc:Choice>
          <mc:Fallback>
            <p:pic>
              <p:nvPicPr>
                <p:cNvPr id="131" name="Ink 130">
                  <a:extLst>
                    <a:ext uri="{FF2B5EF4-FFF2-40B4-BE49-F238E27FC236}">
                      <a16:creationId xmlns:a16="http://schemas.microsoft.com/office/drawing/2014/main" id="{9B58473A-9DB5-9A6B-B00F-589C1985BE6A}"/>
                    </a:ext>
                  </a:extLst>
                </p:cNvPr>
                <p:cNvPicPr/>
                <p:nvPr/>
              </p:nvPicPr>
              <p:blipFill>
                <a:blip r:embed="rId19"/>
                <a:stretch>
                  <a:fillRect/>
                </a:stretch>
              </p:blipFill>
              <p:spPr>
                <a:xfrm>
                  <a:off x="1300077" y="5581292"/>
                  <a:ext cx="147960" cy="522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32" name="Ink 131">
                  <a:extLst>
                    <a:ext uri="{FF2B5EF4-FFF2-40B4-BE49-F238E27FC236}">
                      <a16:creationId xmlns:a16="http://schemas.microsoft.com/office/drawing/2014/main" id="{D4138671-8B23-DF04-14EB-A87FD0FE7B38}"/>
                    </a:ext>
                  </a:extLst>
                </p14:cNvPr>
                <p14:cNvContentPartPr/>
                <p14:nvPr/>
              </p14:nvContentPartPr>
              <p14:xfrm>
                <a:off x="1472517" y="5657252"/>
                <a:ext cx="126720" cy="153360"/>
              </p14:xfrm>
            </p:contentPart>
          </mc:Choice>
          <mc:Fallback>
            <p:pic>
              <p:nvPicPr>
                <p:cNvPr id="132" name="Ink 131">
                  <a:extLst>
                    <a:ext uri="{FF2B5EF4-FFF2-40B4-BE49-F238E27FC236}">
                      <a16:creationId xmlns:a16="http://schemas.microsoft.com/office/drawing/2014/main" id="{D4138671-8B23-DF04-14EB-A87FD0FE7B38}"/>
                    </a:ext>
                  </a:extLst>
                </p:cNvPr>
                <p:cNvPicPr/>
                <p:nvPr/>
              </p:nvPicPr>
              <p:blipFill>
                <a:blip r:embed="rId21"/>
                <a:stretch>
                  <a:fillRect/>
                </a:stretch>
              </p:blipFill>
              <p:spPr>
                <a:xfrm>
                  <a:off x="1463517" y="5648612"/>
                  <a:ext cx="144360" cy="171000"/>
                </a:xfrm>
                <a:prstGeom prst="rect">
                  <a:avLst/>
                </a:prstGeom>
              </p:spPr>
            </p:pic>
          </mc:Fallback>
        </mc:AlternateContent>
      </p:grpSp>
      <p:grpSp>
        <p:nvGrpSpPr>
          <p:cNvPr id="140" name="Group 139">
            <a:extLst>
              <a:ext uri="{FF2B5EF4-FFF2-40B4-BE49-F238E27FC236}">
                <a16:creationId xmlns:a16="http://schemas.microsoft.com/office/drawing/2014/main" id="{D2565B8A-4789-F3C1-B631-678D995AC776}"/>
              </a:ext>
            </a:extLst>
          </p:cNvPr>
          <p:cNvGrpSpPr/>
          <p:nvPr/>
        </p:nvGrpSpPr>
        <p:grpSpPr>
          <a:xfrm>
            <a:off x="1830357" y="5622332"/>
            <a:ext cx="465840" cy="276840"/>
            <a:chOff x="1830357" y="5622332"/>
            <a:chExt cx="465840" cy="276840"/>
          </a:xfrm>
        </p:grpSpPr>
        <mc:AlternateContent xmlns:mc="http://schemas.openxmlformats.org/markup-compatibility/2006">
          <mc:Choice xmlns:p14="http://schemas.microsoft.com/office/powerpoint/2010/main" Requires="p14">
            <p:contentPart p14:bwMode="auto" r:id="rId22">
              <p14:nvContentPartPr>
                <p14:cNvPr id="133" name="Ink 132">
                  <a:extLst>
                    <a:ext uri="{FF2B5EF4-FFF2-40B4-BE49-F238E27FC236}">
                      <a16:creationId xmlns:a16="http://schemas.microsoft.com/office/drawing/2014/main" id="{45EEE925-2427-4423-7EF4-F5DDC724BE65}"/>
                    </a:ext>
                  </a:extLst>
                </p14:cNvPr>
                <p14:cNvContentPartPr/>
                <p14:nvPr/>
              </p14:nvContentPartPr>
              <p14:xfrm>
                <a:off x="1830357" y="5622332"/>
                <a:ext cx="122400" cy="276840"/>
              </p14:xfrm>
            </p:contentPart>
          </mc:Choice>
          <mc:Fallback>
            <p:pic>
              <p:nvPicPr>
                <p:cNvPr id="133" name="Ink 132">
                  <a:extLst>
                    <a:ext uri="{FF2B5EF4-FFF2-40B4-BE49-F238E27FC236}">
                      <a16:creationId xmlns:a16="http://schemas.microsoft.com/office/drawing/2014/main" id="{45EEE925-2427-4423-7EF4-F5DDC724BE65}"/>
                    </a:ext>
                  </a:extLst>
                </p:cNvPr>
                <p:cNvPicPr/>
                <p:nvPr/>
              </p:nvPicPr>
              <p:blipFill>
                <a:blip r:embed="rId23"/>
                <a:stretch>
                  <a:fillRect/>
                </a:stretch>
              </p:blipFill>
              <p:spPr>
                <a:xfrm>
                  <a:off x="1821357" y="5613692"/>
                  <a:ext cx="14004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4" name="Ink 133">
                  <a:extLst>
                    <a:ext uri="{FF2B5EF4-FFF2-40B4-BE49-F238E27FC236}">
                      <a16:creationId xmlns:a16="http://schemas.microsoft.com/office/drawing/2014/main" id="{888ACBFA-632B-B30E-BF1B-11BA8C85FAD6}"/>
                    </a:ext>
                  </a:extLst>
                </p14:cNvPr>
                <p14:cNvContentPartPr/>
                <p14:nvPr/>
              </p14:nvContentPartPr>
              <p14:xfrm>
                <a:off x="1993437" y="5660132"/>
                <a:ext cx="154440" cy="123120"/>
              </p14:xfrm>
            </p:contentPart>
          </mc:Choice>
          <mc:Fallback>
            <p:pic>
              <p:nvPicPr>
                <p:cNvPr id="134" name="Ink 133">
                  <a:extLst>
                    <a:ext uri="{FF2B5EF4-FFF2-40B4-BE49-F238E27FC236}">
                      <a16:creationId xmlns:a16="http://schemas.microsoft.com/office/drawing/2014/main" id="{888ACBFA-632B-B30E-BF1B-11BA8C85FAD6}"/>
                    </a:ext>
                  </a:extLst>
                </p:cNvPr>
                <p:cNvPicPr/>
                <p:nvPr/>
              </p:nvPicPr>
              <p:blipFill>
                <a:blip r:embed="rId25"/>
                <a:stretch>
                  <a:fillRect/>
                </a:stretch>
              </p:blipFill>
              <p:spPr>
                <a:xfrm>
                  <a:off x="1984437" y="5651492"/>
                  <a:ext cx="17208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35" name="Ink 134">
                  <a:extLst>
                    <a:ext uri="{FF2B5EF4-FFF2-40B4-BE49-F238E27FC236}">
                      <a16:creationId xmlns:a16="http://schemas.microsoft.com/office/drawing/2014/main" id="{0A75B1FC-F437-7F87-373E-323A4B714659}"/>
                    </a:ext>
                  </a:extLst>
                </p14:cNvPr>
                <p14:cNvContentPartPr/>
                <p14:nvPr/>
              </p14:nvContentPartPr>
              <p14:xfrm>
                <a:off x="2197197" y="5665532"/>
                <a:ext cx="78840" cy="107640"/>
              </p14:xfrm>
            </p:contentPart>
          </mc:Choice>
          <mc:Fallback>
            <p:pic>
              <p:nvPicPr>
                <p:cNvPr id="135" name="Ink 134">
                  <a:extLst>
                    <a:ext uri="{FF2B5EF4-FFF2-40B4-BE49-F238E27FC236}">
                      <a16:creationId xmlns:a16="http://schemas.microsoft.com/office/drawing/2014/main" id="{0A75B1FC-F437-7F87-373E-323A4B714659}"/>
                    </a:ext>
                  </a:extLst>
                </p:cNvPr>
                <p:cNvPicPr/>
                <p:nvPr/>
              </p:nvPicPr>
              <p:blipFill>
                <a:blip r:embed="rId27"/>
                <a:stretch>
                  <a:fillRect/>
                </a:stretch>
              </p:blipFill>
              <p:spPr>
                <a:xfrm>
                  <a:off x="2188197" y="5656892"/>
                  <a:ext cx="9648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36" name="Ink 135">
                  <a:extLst>
                    <a:ext uri="{FF2B5EF4-FFF2-40B4-BE49-F238E27FC236}">
                      <a16:creationId xmlns:a16="http://schemas.microsoft.com/office/drawing/2014/main" id="{024C9403-885C-F79B-6F40-0C7AEE3F2CEF}"/>
                    </a:ext>
                  </a:extLst>
                </p14:cNvPr>
                <p14:cNvContentPartPr/>
                <p14:nvPr/>
              </p14:nvContentPartPr>
              <p14:xfrm>
                <a:off x="2197917" y="5680292"/>
                <a:ext cx="98280" cy="106200"/>
              </p14:xfrm>
            </p:contentPart>
          </mc:Choice>
          <mc:Fallback>
            <p:pic>
              <p:nvPicPr>
                <p:cNvPr id="136" name="Ink 135">
                  <a:extLst>
                    <a:ext uri="{FF2B5EF4-FFF2-40B4-BE49-F238E27FC236}">
                      <a16:creationId xmlns:a16="http://schemas.microsoft.com/office/drawing/2014/main" id="{024C9403-885C-F79B-6F40-0C7AEE3F2CEF}"/>
                    </a:ext>
                  </a:extLst>
                </p:cNvPr>
                <p:cNvPicPr/>
                <p:nvPr/>
              </p:nvPicPr>
              <p:blipFill>
                <a:blip r:embed="rId29"/>
                <a:stretch>
                  <a:fillRect/>
                </a:stretch>
              </p:blipFill>
              <p:spPr>
                <a:xfrm>
                  <a:off x="2188917" y="5671292"/>
                  <a:ext cx="115920" cy="123840"/>
                </a:xfrm>
                <a:prstGeom prst="rect">
                  <a:avLst/>
                </a:prstGeom>
              </p:spPr>
            </p:pic>
          </mc:Fallback>
        </mc:AlternateContent>
      </p:grpSp>
      <p:grpSp>
        <p:nvGrpSpPr>
          <p:cNvPr id="139" name="Group 138">
            <a:extLst>
              <a:ext uri="{FF2B5EF4-FFF2-40B4-BE49-F238E27FC236}">
                <a16:creationId xmlns:a16="http://schemas.microsoft.com/office/drawing/2014/main" id="{F0D5CFA4-8A1A-32D6-E0BE-49D9A1F59C78}"/>
              </a:ext>
            </a:extLst>
          </p:cNvPr>
          <p:cNvGrpSpPr/>
          <p:nvPr/>
        </p:nvGrpSpPr>
        <p:grpSpPr>
          <a:xfrm>
            <a:off x="2511477" y="5670212"/>
            <a:ext cx="91080" cy="93240"/>
            <a:chOff x="2511477" y="5670212"/>
            <a:chExt cx="91080" cy="93240"/>
          </a:xfrm>
        </p:grpSpPr>
        <mc:AlternateContent xmlns:mc="http://schemas.openxmlformats.org/markup-compatibility/2006">
          <mc:Choice xmlns:p14="http://schemas.microsoft.com/office/powerpoint/2010/main" Requires="p14">
            <p:contentPart p14:bwMode="auto" r:id="rId30">
              <p14:nvContentPartPr>
                <p14:cNvPr id="137" name="Ink 136">
                  <a:extLst>
                    <a:ext uri="{FF2B5EF4-FFF2-40B4-BE49-F238E27FC236}">
                      <a16:creationId xmlns:a16="http://schemas.microsoft.com/office/drawing/2014/main" id="{2E6221E1-2C5D-A478-9C8D-D48ADD52A089}"/>
                    </a:ext>
                  </a:extLst>
                </p14:cNvPr>
                <p14:cNvContentPartPr/>
                <p14:nvPr/>
              </p14:nvContentPartPr>
              <p14:xfrm>
                <a:off x="2511477" y="5670212"/>
                <a:ext cx="47520" cy="7200"/>
              </p14:xfrm>
            </p:contentPart>
          </mc:Choice>
          <mc:Fallback>
            <p:pic>
              <p:nvPicPr>
                <p:cNvPr id="137" name="Ink 136">
                  <a:extLst>
                    <a:ext uri="{FF2B5EF4-FFF2-40B4-BE49-F238E27FC236}">
                      <a16:creationId xmlns:a16="http://schemas.microsoft.com/office/drawing/2014/main" id="{2E6221E1-2C5D-A478-9C8D-D48ADD52A089}"/>
                    </a:ext>
                  </a:extLst>
                </p:cNvPr>
                <p:cNvPicPr/>
                <p:nvPr/>
              </p:nvPicPr>
              <p:blipFill>
                <a:blip r:embed="rId31"/>
                <a:stretch>
                  <a:fillRect/>
                </a:stretch>
              </p:blipFill>
              <p:spPr>
                <a:xfrm>
                  <a:off x="2502477" y="5661212"/>
                  <a:ext cx="6516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38" name="Ink 137">
                  <a:extLst>
                    <a:ext uri="{FF2B5EF4-FFF2-40B4-BE49-F238E27FC236}">
                      <a16:creationId xmlns:a16="http://schemas.microsoft.com/office/drawing/2014/main" id="{745D2D32-6FC6-CCAB-90F5-F8888F619427}"/>
                    </a:ext>
                  </a:extLst>
                </p14:cNvPr>
                <p14:cNvContentPartPr/>
                <p14:nvPr/>
              </p14:nvContentPartPr>
              <p14:xfrm>
                <a:off x="2540277" y="5749412"/>
                <a:ext cx="62280" cy="14040"/>
              </p14:xfrm>
            </p:contentPart>
          </mc:Choice>
          <mc:Fallback>
            <p:pic>
              <p:nvPicPr>
                <p:cNvPr id="138" name="Ink 137">
                  <a:extLst>
                    <a:ext uri="{FF2B5EF4-FFF2-40B4-BE49-F238E27FC236}">
                      <a16:creationId xmlns:a16="http://schemas.microsoft.com/office/drawing/2014/main" id="{745D2D32-6FC6-CCAB-90F5-F8888F619427}"/>
                    </a:ext>
                  </a:extLst>
                </p:cNvPr>
                <p:cNvPicPr/>
                <p:nvPr/>
              </p:nvPicPr>
              <p:blipFill>
                <a:blip r:embed="rId33"/>
                <a:stretch>
                  <a:fillRect/>
                </a:stretch>
              </p:blipFill>
              <p:spPr>
                <a:xfrm>
                  <a:off x="2531277" y="5740772"/>
                  <a:ext cx="79920" cy="31680"/>
                </a:xfrm>
                <a:prstGeom prst="rect">
                  <a:avLst/>
                </a:prstGeom>
              </p:spPr>
            </p:pic>
          </mc:Fallback>
        </mc:AlternateContent>
      </p:grpSp>
      <p:grpSp>
        <p:nvGrpSpPr>
          <p:cNvPr id="148" name="Group 147">
            <a:extLst>
              <a:ext uri="{FF2B5EF4-FFF2-40B4-BE49-F238E27FC236}">
                <a16:creationId xmlns:a16="http://schemas.microsoft.com/office/drawing/2014/main" id="{9C0B22EA-AC92-038F-F0FD-47AA8902C3F3}"/>
              </a:ext>
            </a:extLst>
          </p:cNvPr>
          <p:cNvGrpSpPr/>
          <p:nvPr/>
        </p:nvGrpSpPr>
        <p:grpSpPr>
          <a:xfrm>
            <a:off x="2907117" y="5532332"/>
            <a:ext cx="1379520" cy="298800"/>
            <a:chOff x="2907117" y="5532332"/>
            <a:chExt cx="1379520" cy="298800"/>
          </a:xfrm>
        </p:grpSpPr>
        <mc:AlternateContent xmlns:mc="http://schemas.openxmlformats.org/markup-compatibility/2006">
          <mc:Choice xmlns:p14="http://schemas.microsoft.com/office/powerpoint/2010/main" Requires="p14">
            <p:contentPart p14:bwMode="auto" r:id="rId34">
              <p14:nvContentPartPr>
                <p14:cNvPr id="142" name="Ink 141">
                  <a:extLst>
                    <a:ext uri="{FF2B5EF4-FFF2-40B4-BE49-F238E27FC236}">
                      <a16:creationId xmlns:a16="http://schemas.microsoft.com/office/drawing/2014/main" id="{8A49698D-89D9-6C1E-8782-22EAD91EC9B3}"/>
                    </a:ext>
                  </a:extLst>
                </p14:cNvPr>
                <p14:cNvContentPartPr/>
                <p14:nvPr/>
              </p14:nvContentPartPr>
              <p14:xfrm>
                <a:off x="2907117" y="5532332"/>
                <a:ext cx="147240" cy="292320"/>
              </p14:xfrm>
            </p:contentPart>
          </mc:Choice>
          <mc:Fallback>
            <p:pic>
              <p:nvPicPr>
                <p:cNvPr id="142" name="Ink 141">
                  <a:extLst>
                    <a:ext uri="{FF2B5EF4-FFF2-40B4-BE49-F238E27FC236}">
                      <a16:creationId xmlns:a16="http://schemas.microsoft.com/office/drawing/2014/main" id="{8A49698D-89D9-6C1E-8782-22EAD91EC9B3}"/>
                    </a:ext>
                  </a:extLst>
                </p:cNvPr>
                <p:cNvPicPr/>
                <p:nvPr/>
              </p:nvPicPr>
              <p:blipFill>
                <a:blip r:embed="rId35"/>
                <a:stretch>
                  <a:fillRect/>
                </a:stretch>
              </p:blipFill>
              <p:spPr>
                <a:xfrm>
                  <a:off x="2898477" y="5523332"/>
                  <a:ext cx="16488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43" name="Ink 142">
                  <a:extLst>
                    <a:ext uri="{FF2B5EF4-FFF2-40B4-BE49-F238E27FC236}">
                      <a16:creationId xmlns:a16="http://schemas.microsoft.com/office/drawing/2014/main" id="{83BC879B-991F-47B5-E919-5347C7AFFD0E}"/>
                    </a:ext>
                  </a:extLst>
                </p14:cNvPr>
                <p14:cNvContentPartPr/>
                <p14:nvPr/>
              </p14:nvContentPartPr>
              <p14:xfrm>
                <a:off x="3124197" y="5656892"/>
                <a:ext cx="321120" cy="158400"/>
              </p14:xfrm>
            </p:contentPart>
          </mc:Choice>
          <mc:Fallback>
            <p:pic>
              <p:nvPicPr>
                <p:cNvPr id="143" name="Ink 142">
                  <a:extLst>
                    <a:ext uri="{FF2B5EF4-FFF2-40B4-BE49-F238E27FC236}">
                      <a16:creationId xmlns:a16="http://schemas.microsoft.com/office/drawing/2014/main" id="{83BC879B-991F-47B5-E919-5347C7AFFD0E}"/>
                    </a:ext>
                  </a:extLst>
                </p:cNvPr>
                <p:cNvPicPr/>
                <p:nvPr/>
              </p:nvPicPr>
              <p:blipFill>
                <a:blip r:embed="rId37"/>
                <a:stretch>
                  <a:fillRect/>
                </a:stretch>
              </p:blipFill>
              <p:spPr>
                <a:xfrm>
                  <a:off x="3115197" y="5648252"/>
                  <a:ext cx="3387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144" name="Ink 143">
                  <a:extLst>
                    <a:ext uri="{FF2B5EF4-FFF2-40B4-BE49-F238E27FC236}">
                      <a16:creationId xmlns:a16="http://schemas.microsoft.com/office/drawing/2014/main" id="{3A2A11B1-BAAB-AB4F-EE97-B2CA2A3BAD4D}"/>
                    </a:ext>
                  </a:extLst>
                </p14:cNvPr>
                <p14:cNvContentPartPr/>
                <p14:nvPr/>
              </p14:nvContentPartPr>
              <p14:xfrm>
                <a:off x="3501117" y="5608652"/>
                <a:ext cx="238680" cy="213480"/>
              </p14:xfrm>
            </p:contentPart>
          </mc:Choice>
          <mc:Fallback>
            <p:pic>
              <p:nvPicPr>
                <p:cNvPr id="144" name="Ink 143">
                  <a:extLst>
                    <a:ext uri="{FF2B5EF4-FFF2-40B4-BE49-F238E27FC236}">
                      <a16:creationId xmlns:a16="http://schemas.microsoft.com/office/drawing/2014/main" id="{3A2A11B1-BAAB-AB4F-EE97-B2CA2A3BAD4D}"/>
                    </a:ext>
                  </a:extLst>
                </p:cNvPr>
                <p:cNvPicPr/>
                <p:nvPr/>
              </p:nvPicPr>
              <p:blipFill>
                <a:blip r:embed="rId39"/>
                <a:stretch>
                  <a:fillRect/>
                </a:stretch>
              </p:blipFill>
              <p:spPr>
                <a:xfrm>
                  <a:off x="3492477" y="5599652"/>
                  <a:ext cx="25632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145" name="Ink 144">
                  <a:extLst>
                    <a:ext uri="{FF2B5EF4-FFF2-40B4-BE49-F238E27FC236}">
                      <a16:creationId xmlns:a16="http://schemas.microsoft.com/office/drawing/2014/main" id="{A56054BC-6B09-72A9-7F5F-8284157F18CF}"/>
                    </a:ext>
                  </a:extLst>
                </p14:cNvPr>
                <p14:cNvContentPartPr/>
                <p14:nvPr/>
              </p14:nvContentPartPr>
              <p14:xfrm>
                <a:off x="3683637" y="5686772"/>
                <a:ext cx="160920" cy="113760"/>
              </p14:xfrm>
            </p:contentPart>
          </mc:Choice>
          <mc:Fallback>
            <p:pic>
              <p:nvPicPr>
                <p:cNvPr id="145" name="Ink 144">
                  <a:extLst>
                    <a:ext uri="{FF2B5EF4-FFF2-40B4-BE49-F238E27FC236}">
                      <a16:creationId xmlns:a16="http://schemas.microsoft.com/office/drawing/2014/main" id="{A56054BC-6B09-72A9-7F5F-8284157F18CF}"/>
                    </a:ext>
                  </a:extLst>
                </p:cNvPr>
                <p:cNvPicPr/>
                <p:nvPr/>
              </p:nvPicPr>
              <p:blipFill>
                <a:blip r:embed="rId41"/>
                <a:stretch>
                  <a:fillRect/>
                </a:stretch>
              </p:blipFill>
              <p:spPr>
                <a:xfrm>
                  <a:off x="3674997" y="5677772"/>
                  <a:ext cx="17856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146" name="Ink 145">
                  <a:extLst>
                    <a:ext uri="{FF2B5EF4-FFF2-40B4-BE49-F238E27FC236}">
                      <a16:creationId xmlns:a16="http://schemas.microsoft.com/office/drawing/2014/main" id="{089D354A-CB26-B718-62A4-76EE385AAA11}"/>
                    </a:ext>
                  </a:extLst>
                </p14:cNvPr>
                <p14:cNvContentPartPr/>
                <p14:nvPr/>
              </p14:nvContentPartPr>
              <p14:xfrm>
                <a:off x="3857517" y="5597492"/>
                <a:ext cx="3960" cy="7200"/>
              </p14:xfrm>
            </p:contentPart>
          </mc:Choice>
          <mc:Fallback>
            <p:pic>
              <p:nvPicPr>
                <p:cNvPr id="146" name="Ink 145">
                  <a:extLst>
                    <a:ext uri="{FF2B5EF4-FFF2-40B4-BE49-F238E27FC236}">
                      <a16:creationId xmlns:a16="http://schemas.microsoft.com/office/drawing/2014/main" id="{089D354A-CB26-B718-62A4-76EE385AAA11}"/>
                    </a:ext>
                  </a:extLst>
                </p:cNvPr>
                <p:cNvPicPr/>
                <p:nvPr/>
              </p:nvPicPr>
              <p:blipFill>
                <a:blip r:embed="rId43"/>
                <a:stretch>
                  <a:fillRect/>
                </a:stretch>
              </p:blipFill>
              <p:spPr>
                <a:xfrm>
                  <a:off x="3848877" y="5588852"/>
                  <a:ext cx="2160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147" name="Ink 146">
                  <a:extLst>
                    <a:ext uri="{FF2B5EF4-FFF2-40B4-BE49-F238E27FC236}">
                      <a16:creationId xmlns:a16="http://schemas.microsoft.com/office/drawing/2014/main" id="{B4C361C6-4882-7A03-B643-EB89FFB88373}"/>
                    </a:ext>
                  </a:extLst>
                </p14:cNvPr>
                <p14:cNvContentPartPr/>
                <p14:nvPr/>
              </p14:nvContentPartPr>
              <p14:xfrm>
                <a:off x="3932757" y="5696132"/>
                <a:ext cx="353880" cy="135000"/>
              </p14:xfrm>
            </p:contentPart>
          </mc:Choice>
          <mc:Fallback>
            <p:pic>
              <p:nvPicPr>
                <p:cNvPr id="147" name="Ink 146">
                  <a:extLst>
                    <a:ext uri="{FF2B5EF4-FFF2-40B4-BE49-F238E27FC236}">
                      <a16:creationId xmlns:a16="http://schemas.microsoft.com/office/drawing/2014/main" id="{B4C361C6-4882-7A03-B643-EB89FFB88373}"/>
                    </a:ext>
                  </a:extLst>
                </p:cNvPr>
                <p:cNvPicPr/>
                <p:nvPr/>
              </p:nvPicPr>
              <p:blipFill>
                <a:blip r:embed="rId45"/>
                <a:stretch>
                  <a:fillRect/>
                </a:stretch>
              </p:blipFill>
              <p:spPr>
                <a:xfrm>
                  <a:off x="3923757" y="5687132"/>
                  <a:ext cx="371520" cy="152640"/>
                </a:xfrm>
                <a:prstGeom prst="rect">
                  <a:avLst/>
                </a:prstGeom>
              </p:spPr>
            </p:pic>
          </mc:Fallback>
        </mc:AlternateContent>
      </p:grpSp>
      <p:grpSp>
        <p:nvGrpSpPr>
          <p:cNvPr id="159" name="Group 158">
            <a:extLst>
              <a:ext uri="{FF2B5EF4-FFF2-40B4-BE49-F238E27FC236}">
                <a16:creationId xmlns:a16="http://schemas.microsoft.com/office/drawing/2014/main" id="{AB342241-682C-1C98-D011-CB05C777BC86}"/>
              </a:ext>
            </a:extLst>
          </p:cNvPr>
          <p:cNvGrpSpPr/>
          <p:nvPr/>
        </p:nvGrpSpPr>
        <p:grpSpPr>
          <a:xfrm>
            <a:off x="1214397" y="6111212"/>
            <a:ext cx="1075320" cy="300960"/>
            <a:chOff x="1214397" y="6111212"/>
            <a:chExt cx="1075320" cy="300960"/>
          </a:xfrm>
        </p:grpSpPr>
        <mc:AlternateContent xmlns:mc="http://schemas.openxmlformats.org/markup-compatibility/2006">
          <mc:Choice xmlns:p14="http://schemas.microsoft.com/office/powerpoint/2010/main" Requires="p14">
            <p:contentPart p14:bwMode="auto" r:id="rId46">
              <p14:nvContentPartPr>
                <p14:cNvPr id="149" name="Ink 148">
                  <a:extLst>
                    <a:ext uri="{FF2B5EF4-FFF2-40B4-BE49-F238E27FC236}">
                      <a16:creationId xmlns:a16="http://schemas.microsoft.com/office/drawing/2014/main" id="{668BFC8B-307E-4F13-6B10-1E666BBD11FD}"/>
                    </a:ext>
                  </a:extLst>
                </p14:cNvPr>
                <p14:cNvContentPartPr/>
                <p14:nvPr/>
              </p14:nvContentPartPr>
              <p14:xfrm>
                <a:off x="1214397" y="6111932"/>
                <a:ext cx="153000" cy="26280"/>
              </p14:xfrm>
            </p:contentPart>
          </mc:Choice>
          <mc:Fallback>
            <p:pic>
              <p:nvPicPr>
                <p:cNvPr id="149" name="Ink 148">
                  <a:extLst>
                    <a:ext uri="{FF2B5EF4-FFF2-40B4-BE49-F238E27FC236}">
                      <a16:creationId xmlns:a16="http://schemas.microsoft.com/office/drawing/2014/main" id="{668BFC8B-307E-4F13-6B10-1E666BBD11FD}"/>
                    </a:ext>
                  </a:extLst>
                </p:cNvPr>
                <p:cNvPicPr/>
                <p:nvPr/>
              </p:nvPicPr>
              <p:blipFill>
                <a:blip r:embed="rId47"/>
                <a:stretch>
                  <a:fillRect/>
                </a:stretch>
              </p:blipFill>
              <p:spPr>
                <a:xfrm>
                  <a:off x="1205397" y="6102932"/>
                  <a:ext cx="17064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150" name="Ink 149">
                  <a:extLst>
                    <a:ext uri="{FF2B5EF4-FFF2-40B4-BE49-F238E27FC236}">
                      <a16:creationId xmlns:a16="http://schemas.microsoft.com/office/drawing/2014/main" id="{4F782EB8-414A-500B-0A7B-178AEBC2D4A0}"/>
                    </a:ext>
                  </a:extLst>
                </p14:cNvPr>
                <p14:cNvContentPartPr/>
                <p14:nvPr/>
              </p14:nvContentPartPr>
              <p14:xfrm>
                <a:off x="1235637" y="6111212"/>
                <a:ext cx="154440" cy="199080"/>
              </p14:xfrm>
            </p:contentPart>
          </mc:Choice>
          <mc:Fallback>
            <p:pic>
              <p:nvPicPr>
                <p:cNvPr id="150" name="Ink 149">
                  <a:extLst>
                    <a:ext uri="{FF2B5EF4-FFF2-40B4-BE49-F238E27FC236}">
                      <a16:creationId xmlns:a16="http://schemas.microsoft.com/office/drawing/2014/main" id="{4F782EB8-414A-500B-0A7B-178AEBC2D4A0}"/>
                    </a:ext>
                  </a:extLst>
                </p:cNvPr>
                <p:cNvPicPr/>
                <p:nvPr/>
              </p:nvPicPr>
              <p:blipFill>
                <a:blip r:embed="rId49"/>
                <a:stretch>
                  <a:fillRect/>
                </a:stretch>
              </p:blipFill>
              <p:spPr>
                <a:xfrm>
                  <a:off x="1226637" y="6102212"/>
                  <a:ext cx="172080" cy="2167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151" name="Ink 150">
                  <a:extLst>
                    <a:ext uri="{FF2B5EF4-FFF2-40B4-BE49-F238E27FC236}">
                      <a16:creationId xmlns:a16="http://schemas.microsoft.com/office/drawing/2014/main" id="{5677C8A2-6908-A28A-F0FB-95EAA56A44EC}"/>
                    </a:ext>
                  </a:extLst>
                </p14:cNvPr>
                <p14:cNvContentPartPr/>
                <p14:nvPr/>
              </p14:nvContentPartPr>
              <p14:xfrm>
                <a:off x="1481517" y="6195092"/>
                <a:ext cx="123120" cy="114120"/>
              </p14:xfrm>
            </p:contentPart>
          </mc:Choice>
          <mc:Fallback>
            <p:pic>
              <p:nvPicPr>
                <p:cNvPr id="151" name="Ink 150">
                  <a:extLst>
                    <a:ext uri="{FF2B5EF4-FFF2-40B4-BE49-F238E27FC236}">
                      <a16:creationId xmlns:a16="http://schemas.microsoft.com/office/drawing/2014/main" id="{5677C8A2-6908-A28A-F0FB-95EAA56A44EC}"/>
                    </a:ext>
                  </a:extLst>
                </p:cNvPr>
                <p:cNvPicPr/>
                <p:nvPr/>
              </p:nvPicPr>
              <p:blipFill>
                <a:blip r:embed="rId51"/>
                <a:stretch>
                  <a:fillRect/>
                </a:stretch>
              </p:blipFill>
              <p:spPr>
                <a:xfrm>
                  <a:off x="1472877" y="6186452"/>
                  <a:ext cx="14076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152" name="Ink 151">
                  <a:extLst>
                    <a:ext uri="{FF2B5EF4-FFF2-40B4-BE49-F238E27FC236}">
                      <a16:creationId xmlns:a16="http://schemas.microsoft.com/office/drawing/2014/main" id="{AFA5314E-A08F-F89D-C901-230ED3BA271D}"/>
                    </a:ext>
                  </a:extLst>
                </p14:cNvPr>
                <p14:cNvContentPartPr/>
                <p14:nvPr/>
              </p14:nvContentPartPr>
              <p14:xfrm>
                <a:off x="1762317" y="6164852"/>
                <a:ext cx="120960" cy="247320"/>
              </p14:xfrm>
            </p:contentPart>
          </mc:Choice>
          <mc:Fallback>
            <p:pic>
              <p:nvPicPr>
                <p:cNvPr id="152" name="Ink 151">
                  <a:extLst>
                    <a:ext uri="{FF2B5EF4-FFF2-40B4-BE49-F238E27FC236}">
                      <a16:creationId xmlns:a16="http://schemas.microsoft.com/office/drawing/2014/main" id="{AFA5314E-A08F-F89D-C901-230ED3BA271D}"/>
                    </a:ext>
                  </a:extLst>
                </p:cNvPr>
                <p:cNvPicPr/>
                <p:nvPr/>
              </p:nvPicPr>
              <p:blipFill>
                <a:blip r:embed="rId53"/>
                <a:stretch>
                  <a:fillRect/>
                </a:stretch>
              </p:blipFill>
              <p:spPr>
                <a:xfrm>
                  <a:off x="1753677" y="6156212"/>
                  <a:ext cx="138600" cy="2649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153" name="Ink 152">
                  <a:extLst>
                    <a:ext uri="{FF2B5EF4-FFF2-40B4-BE49-F238E27FC236}">
                      <a16:creationId xmlns:a16="http://schemas.microsoft.com/office/drawing/2014/main" id="{EF9F1B70-7B20-C73B-606B-E119B00E0F1D}"/>
                    </a:ext>
                  </a:extLst>
                </p14:cNvPr>
                <p14:cNvContentPartPr/>
                <p14:nvPr/>
              </p14:nvContentPartPr>
              <p14:xfrm>
                <a:off x="1991997" y="6178172"/>
                <a:ext cx="140760" cy="108360"/>
              </p14:xfrm>
            </p:contentPart>
          </mc:Choice>
          <mc:Fallback>
            <p:pic>
              <p:nvPicPr>
                <p:cNvPr id="153" name="Ink 152">
                  <a:extLst>
                    <a:ext uri="{FF2B5EF4-FFF2-40B4-BE49-F238E27FC236}">
                      <a16:creationId xmlns:a16="http://schemas.microsoft.com/office/drawing/2014/main" id="{EF9F1B70-7B20-C73B-606B-E119B00E0F1D}"/>
                    </a:ext>
                  </a:extLst>
                </p:cNvPr>
                <p:cNvPicPr/>
                <p:nvPr/>
              </p:nvPicPr>
              <p:blipFill>
                <a:blip r:embed="rId55"/>
                <a:stretch>
                  <a:fillRect/>
                </a:stretch>
              </p:blipFill>
              <p:spPr>
                <a:xfrm>
                  <a:off x="1982997" y="6169172"/>
                  <a:ext cx="1584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154" name="Ink 153">
                  <a:extLst>
                    <a:ext uri="{FF2B5EF4-FFF2-40B4-BE49-F238E27FC236}">
                      <a16:creationId xmlns:a16="http://schemas.microsoft.com/office/drawing/2014/main" id="{50E240E1-05E3-A2FC-6B03-9FBF1F6A51CA}"/>
                    </a:ext>
                  </a:extLst>
                </p14:cNvPr>
                <p14:cNvContentPartPr/>
                <p14:nvPr/>
              </p14:nvContentPartPr>
              <p14:xfrm>
                <a:off x="2164077" y="6205172"/>
                <a:ext cx="125640" cy="79560"/>
              </p14:xfrm>
            </p:contentPart>
          </mc:Choice>
          <mc:Fallback>
            <p:pic>
              <p:nvPicPr>
                <p:cNvPr id="154" name="Ink 153">
                  <a:extLst>
                    <a:ext uri="{FF2B5EF4-FFF2-40B4-BE49-F238E27FC236}">
                      <a16:creationId xmlns:a16="http://schemas.microsoft.com/office/drawing/2014/main" id="{50E240E1-05E3-A2FC-6B03-9FBF1F6A51CA}"/>
                    </a:ext>
                  </a:extLst>
                </p:cNvPr>
                <p:cNvPicPr/>
                <p:nvPr/>
              </p:nvPicPr>
              <p:blipFill>
                <a:blip r:embed="rId57"/>
                <a:stretch>
                  <a:fillRect/>
                </a:stretch>
              </p:blipFill>
              <p:spPr>
                <a:xfrm>
                  <a:off x="2155077" y="6196532"/>
                  <a:ext cx="14328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155" name="Ink 154">
                  <a:extLst>
                    <a:ext uri="{FF2B5EF4-FFF2-40B4-BE49-F238E27FC236}">
                      <a16:creationId xmlns:a16="http://schemas.microsoft.com/office/drawing/2014/main" id="{EF44AF0C-21D6-7870-0CD6-50429E8E736B}"/>
                    </a:ext>
                  </a:extLst>
                </p14:cNvPr>
                <p14:cNvContentPartPr/>
                <p14:nvPr/>
              </p14:nvContentPartPr>
              <p14:xfrm>
                <a:off x="2193237" y="6206612"/>
                <a:ext cx="95760" cy="87120"/>
              </p14:xfrm>
            </p:contentPart>
          </mc:Choice>
          <mc:Fallback>
            <p:pic>
              <p:nvPicPr>
                <p:cNvPr id="155" name="Ink 154">
                  <a:extLst>
                    <a:ext uri="{FF2B5EF4-FFF2-40B4-BE49-F238E27FC236}">
                      <a16:creationId xmlns:a16="http://schemas.microsoft.com/office/drawing/2014/main" id="{EF44AF0C-21D6-7870-0CD6-50429E8E736B}"/>
                    </a:ext>
                  </a:extLst>
                </p:cNvPr>
                <p:cNvPicPr/>
                <p:nvPr/>
              </p:nvPicPr>
              <p:blipFill>
                <a:blip r:embed="rId59"/>
                <a:stretch>
                  <a:fillRect/>
                </a:stretch>
              </p:blipFill>
              <p:spPr>
                <a:xfrm>
                  <a:off x="2184597" y="6197612"/>
                  <a:ext cx="113400" cy="104760"/>
                </a:xfrm>
                <a:prstGeom prst="rect">
                  <a:avLst/>
                </a:prstGeom>
              </p:spPr>
            </p:pic>
          </mc:Fallback>
        </mc:AlternateContent>
      </p:grpSp>
      <p:grpSp>
        <p:nvGrpSpPr>
          <p:cNvPr id="158" name="Group 157">
            <a:extLst>
              <a:ext uri="{FF2B5EF4-FFF2-40B4-BE49-F238E27FC236}">
                <a16:creationId xmlns:a16="http://schemas.microsoft.com/office/drawing/2014/main" id="{F0DF9D9F-83C1-BB75-C93C-6258D96B1859}"/>
              </a:ext>
            </a:extLst>
          </p:cNvPr>
          <p:cNvGrpSpPr/>
          <p:nvPr/>
        </p:nvGrpSpPr>
        <p:grpSpPr>
          <a:xfrm>
            <a:off x="2521197" y="6210932"/>
            <a:ext cx="57600" cy="56160"/>
            <a:chOff x="2521197" y="6210932"/>
            <a:chExt cx="57600" cy="56160"/>
          </a:xfrm>
        </p:grpSpPr>
        <mc:AlternateContent xmlns:mc="http://schemas.openxmlformats.org/markup-compatibility/2006">
          <mc:Choice xmlns:p14="http://schemas.microsoft.com/office/powerpoint/2010/main" Requires="p14">
            <p:contentPart p14:bwMode="auto" r:id="rId60">
              <p14:nvContentPartPr>
                <p14:cNvPr id="156" name="Ink 155">
                  <a:extLst>
                    <a:ext uri="{FF2B5EF4-FFF2-40B4-BE49-F238E27FC236}">
                      <a16:creationId xmlns:a16="http://schemas.microsoft.com/office/drawing/2014/main" id="{7D0F19FE-1B31-9F89-E1B7-6D870CB54BA2}"/>
                    </a:ext>
                  </a:extLst>
                </p14:cNvPr>
                <p14:cNvContentPartPr/>
                <p14:nvPr/>
              </p14:nvContentPartPr>
              <p14:xfrm>
                <a:off x="2525877" y="6210932"/>
                <a:ext cx="20160" cy="12600"/>
              </p14:xfrm>
            </p:contentPart>
          </mc:Choice>
          <mc:Fallback>
            <p:pic>
              <p:nvPicPr>
                <p:cNvPr id="156" name="Ink 155">
                  <a:extLst>
                    <a:ext uri="{FF2B5EF4-FFF2-40B4-BE49-F238E27FC236}">
                      <a16:creationId xmlns:a16="http://schemas.microsoft.com/office/drawing/2014/main" id="{7D0F19FE-1B31-9F89-E1B7-6D870CB54BA2}"/>
                    </a:ext>
                  </a:extLst>
                </p:cNvPr>
                <p:cNvPicPr/>
                <p:nvPr/>
              </p:nvPicPr>
              <p:blipFill>
                <a:blip r:embed="rId61"/>
                <a:stretch>
                  <a:fillRect/>
                </a:stretch>
              </p:blipFill>
              <p:spPr>
                <a:xfrm>
                  <a:off x="2516877" y="6202292"/>
                  <a:ext cx="3780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157" name="Ink 156">
                  <a:extLst>
                    <a:ext uri="{FF2B5EF4-FFF2-40B4-BE49-F238E27FC236}">
                      <a16:creationId xmlns:a16="http://schemas.microsoft.com/office/drawing/2014/main" id="{9E7678E5-F76A-AB99-B55C-5AF334397BDA}"/>
                    </a:ext>
                  </a:extLst>
                </p14:cNvPr>
                <p14:cNvContentPartPr/>
                <p14:nvPr/>
              </p14:nvContentPartPr>
              <p14:xfrm>
                <a:off x="2521197" y="6255932"/>
                <a:ext cx="57600" cy="11160"/>
              </p14:xfrm>
            </p:contentPart>
          </mc:Choice>
          <mc:Fallback>
            <p:pic>
              <p:nvPicPr>
                <p:cNvPr id="157" name="Ink 156">
                  <a:extLst>
                    <a:ext uri="{FF2B5EF4-FFF2-40B4-BE49-F238E27FC236}">
                      <a16:creationId xmlns:a16="http://schemas.microsoft.com/office/drawing/2014/main" id="{9E7678E5-F76A-AB99-B55C-5AF334397BDA}"/>
                    </a:ext>
                  </a:extLst>
                </p:cNvPr>
                <p:cNvPicPr/>
                <p:nvPr/>
              </p:nvPicPr>
              <p:blipFill>
                <a:blip r:embed="rId63"/>
                <a:stretch>
                  <a:fillRect/>
                </a:stretch>
              </p:blipFill>
              <p:spPr>
                <a:xfrm>
                  <a:off x="2512197" y="6247292"/>
                  <a:ext cx="75240" cy="28800"/>
                </a:xfrm>
                <a:prstGeom prst="rect">
                  <a:avLst/>
                </a:prstGeom>
              </p:spPr>
            </p:pic>
          </mc:Fallback>
        </mc:AlternateContent>
      </p:grpSp>
      <p:grpSp>
        <p:nvGrpSpPr>
          <p:cNvPr id="167" name="Group 166">
            <a:extLst>
              <a:ext uri="{FF2B5EF4-FFF2-40B4-BE49-F238E27FC236}">
                <a16:creationId xmlns:a16="http://schemas.microsoft.com/office/drawing/2014/main" id="{341E54BE-EFB1-A982-5F83-03FDC67D96C2}"/>
              </a:ext>
            </a:extLst>
          </p:cNvPr>
          <p:cNvGrpSpPr/>
          <p:nvPr/>
        </p:nvGrpSpPr>
        <p:grpSpPr>
          <a:xfrm>
            <a:off x="2888037" y="6090692"/>
            <a:ext cx="920880" cy="228960"/>
            <a:chOff x="2888037" y="6090692"/>
            <a:chExt cx="920880" cy="228960"/>
          </a:xfrm>
        </p:grpSpPr>
        <mc:AlternateContent xmlns:mc="http://schemas.openxmlformats.org/markup-compatibility/2006">
          <mc:Choice xmlns:p14="http://schemas.microsoft.com/office/powerpoint/2010/main" Requires="p14">
            <p:contentPart p14:bwMode="auto" r:id="rId64">
              <p14:nvContentPartPr>
                <p14:cNvPr id="160" name="Ink 159">
                  <a:extLst>
                    <a:ext uri="{FF2B5EF4-FFF2-40B4-BE49-F238E27FC236}">
                      <a16:creationId xmlns:a16="http://schemas.microsoft.com/office/drawing/2014/main" id="{BE39A966-CBAA-5369-77DF-E698328B8919}"/>
                    </a:ext>
                  </a:extLst>
                </p14:cNvPr>
                <p14:cNvContentPartPr/>
                <p14:nvPr/>
              </p14:nvContentPartPr>
              <p14:xfrm>
                <a:off x="2888037" y="6090692"/>
                <a:ext cx="522000" cy="219960"/>
              </p14:xfrm>
            </p:contentPart>
          </mc:Choice>
          <mc:Fallback>
            <p:pic>
              <p:nvPicPr>
                <p:cNvPr id="160" name="Ink 159">
                  <a:extLst>
                    <a:ext uri="{FF2B5EF4-FFF2-40B4-BE49-F238E27FC236}">
                      <a16:creationId xmlns:a16="http://schemas.microsoft.com/office/drawing/2014/main" id="{BE39A966-CBAA-5369-77DF-E698328B8919}"/>
                    </a:ext>
                  </a:extLst>
                </p:cNvPr>
                <p:cNvPicPr/>
                <p:nvPr/>
              </p:nvPicPr>
              <p:blipFill>
                <a:blip r:embed="rId65"/>
                <a:stretch>
                  <a:fillRect/>
                </a:stretch>
              </p:blipFill>
              <p:spPr>
                <a:xfrm>
                  <a:off x="2879037" y="6081692"/>
                  <a:ext cx="53964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161" name="Ink 160">
                  <a:extLst>
                    <a:ext uri="{FF2B5EF4-FFF2-40B4-BE49-F238E27FC236}">
                      <a16:creationId xmlns:a16="http://schemas.microsoft.com/office/drawing/2014/main" id="{97A71E05-4BB3-EC5A-592F-F510B3011796}"/>
                    </a:ext>
                  </a:extLst>
                </p14:cNvPr>
                <p14:cNvContentPartPr/>
                <p14:nvPr/>
              </p14:nvContentPartPr>
              <p14:xfrm>
                <a:off x="3447117" y="6190052"/>
                <a:ext cx="12600" cy="58680"/>
              </p14:xfrm>
            </p:contentPart>
          </mc:Choice>
          <mc:Fallback>
            <p:pic>
              <p:nvPicPr>
                <p:cNvPr id="161" name="Ink 160">
                  <a:extLst>
                    <a:ext uri="{FF2B5EF4-FFF2-40B4-BE49-F238E27FC236}">
                      <a16:creationId xmlns:a16="http://schemas.microsoft.com/office/drawing/2014/main" id="{97A71E05-4BB3-EC5A-592F-F510B3011796}"/>
                    </a:ext>
                  </a:extLst>
                </p:cNvPr>
                <p:cNvPicPr/>
                <p:nvPr/>
              </p:nvPicPr>
              <p:blipFill>
                <a:blip r:embed="rId67"/>
                <a:stretch>
                  <a:fillRect/>
                </a:stretch>
              </p:blipFill>
              <p:spPr>
                <a:xfrm>
                  <a:off x="3438117" y="6181052"/>
                  <a:ext cx="30240" cy="763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162" name="Ink 161">
                  <a:extLst>
                    <a:ext uri="{FF2B5EF4-FFF2-40B4-BE49-F238E27FC236}">
                      <a16:creationId xmlns:a16="http://schemas.microsoft.com/office/drawing/2014/main" id="{9298AA6F-B7F1-3D5F-B1FF-C0E8FB64FC91}"/>
                    </a:ext>
                  </a:extLst>
                </p14:cNvPr>
                <p14:cNvContentPartPr/>
                <p14:nvPr/>
              </p14:nvContentPartPr>
              <p14:xfrm>
                <a:off x="3484197" y="6120932"/>
                <a:ext cx="15480" cy="10440"/>
              </p14:xfrm>
            </p:contentPart>
          </mc:Choice>
          <mc:Fallback>
            <p:pic>
              <p:nvPicPr>
                <p:cNvPr id="162" name="Ink 161">
                  <a:extLst>
                    <a:ext uri="{FF2B5EF4-FFF2-40B4-BE49-F238E27FC236}">
                      <a16:creationId xmlns:a16="http://schemas.microsoft.com/office/drawing/2014/main" id="{9298AA6F-B7F1-3D5F-B1FF-C0E8FB64FC91}"/>
                    </a:ext>
                  </a:extLst>
                </p:cNvPr>
                <p:cNvPicPr/>
                <p:nvPr/>
              </p:nvPicPr>
              <p:blipFill>
                <a:blip r:embed="rId69"/>
                <a:stretch>
                  <a:fillRect/>
                </a:stretch>
              </p:blipFill>
              <p:spPr>
                <a:xfrm>
                  <a:off x="3475557" y="6111932"/>
                  <a:ext cx="3312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163" name="Ink 162">
                  <a:extLst>
                    <a:ext uri="{FF2B5EF4-FFF2-40B4-BE49-F238E27FC236}">
                      <a16:creationId xmlns:a16="http://schemas.microsoft.com/office/drawing/2014/main" id="{9456A9FE-D424-1B3E-17EC-182AB6E3074A}"/>
                    </a:ext>
                  </a:extLst>
                </p14:cNvPr>
                <p14:cNvContentPartPr/>
                <p14:nvPr/>
              </p14:nvContentPartPr>
              <p14:xfrm>
                <a:off x="3566997" y="6205892"/>
                <a:ext cx="241920" cy="113760"/>
              </p14:xfrm>
            </p:contentPart>
          </mc:Choice>
          <mc:Fallback>
            <p:pic>
              <p:nvPicPr>
                <p:cNvPr id="163" name="Ink 162">
                  <a:extLst>
                    <a:ext uri="{FF2B5EF4-FFF2-40B4-BE49-F238E27FC236}">
                      <a16:creationId xmlns:a16="http://schemas.microsoft.com/office/drawing/2014/main" id="{9456A9FE-D424-1B3E-17EC-182AB6E3074A}"/>
                    </a:ext>
                  </a:extLst>
                </p:cNvPr>
                <p:cNvPicPr/>
                <p:nvPr/>
              </p:nvPicPr>
              <p:blipFill>
                <a:blip r:embed="rId71"/>
                <a:stretch>
                  <a:fillRect/>
                </a:stretch>
              </p:blipFill>
              <p:spPr>
                <a:xfrm>
                  <a:off x="3557997" y="6196892"/>
                  <a:ext cx="259560" cy="131400"/>
                </a:xfrm>
                <a:prstGeom prst="rect">
                  <a:avLst/>
                </a:prstGeom>
              </p:spPr>
            </p:pic>
          </mc:Fallback>
        </mc:AlternateContent>
      </p:grpSp>
      <p:grpSp>
        <p:nvGrpSpPr>
          <p:cNvPr id="166" name="Group 165">
            <a:extLst>
              <a:ext uri="{FF2B5EF4-FFF2-40B4-BE49-F238E27FC236}">
                <a16:creationId xmlns:a16="http://schemas.microsoft.com/office/drawing/2014/main" id="{6A69F701-87FF-1A68-0182-405155A1F4B2}"/>
              </a:ext>
            </a:extLst>
          </p:cNvPr>
          <p:cNvGrpSpPr/>
          <p:nvPr/>
        </p:nvGrpSpPr>
        <p:grpSpPr>
          <a:xfrm>
            <a:off x="4028517" y="6150452"/>
            <a:ext cx="520560" cy="381240"/>
            <a:chOff x="4028517" y="6150452"/>
            <a:chExt cx="520560" cy="381240"/>
          </a:xfrm>
        </p:grpSpPr>
        <mc:AlternateContent xmlns:mc="http://schemas.openxmlformats.org/markup-compatibility/2006">
          <mc:Choice xmlns:p14="http://schemas.microsoft.com/office/powerpoint/2010/main" Requires="p14">
            <p:contentPart p14:bwMode="auto" r:id="rId72">
              <p14:nvContentPartPr>
                <p14:cNvPr id="164" name="Ink 163">
                  <a:extLst>
                    <a:ext uri="{FF2B5EF4-FFF2-40B4-BE49-F238E27FC236}">
                      <a16:creationId xmlns:a16="http://schemas.microsoft.com/office/drawing/2014/main" id="{10793EC3-FED5-7039-5A01-243951154695}"/>
                    </a:ext>
                  </a:extLst>
                </p14:cNvPr>
                <p14:cNvContentPartPr/>
                <p14:nvPr/>
              </p14:nvContentPartPr>
              <p14:xfrm>
                <a:off x="4028517" y="6150452"/>
                <a:ext cx="140760" cy="284040"/>
              </p14:xfrm>
            </p:contentPart>
          </mc:Choice>
          <mc:Fallback>
            <p:pic>
              <p:nvPicPr>
                <p:cNvPr id="164" name="Ink 163">
                  <a:extLst>
                    <a:ext uri="{FF2B5EF4-FFF2-40B4-BE49-F238E27FC236}">
                      <a16:creationId xmlns:a16="http://schemas.microsoft.com/office/drawing/2014/main" id="{10793EC3-FED5-7039-5A01-243951154695}"/>
                    </a:ext>
                  </a:extLst>
                </p:cNvPr>
                <p:cNvPicPr/>
                <p:nvPr/>
              </p:nvPicPr>
              <p:blipFill>
                <a:blip r:embed="rId73"/>
                <a:stretch>
                  <a:fillRect/>
                </a:stretch>
              </p:blipFill>
              <p:spPr>
                <a:xfrm>
                  <a:off x="4019877" y="6141812"/>
                  <a:ext cx="158400" cy="30168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165" name="Ink 164">
                  <a:extLst>
                    <a:ext uri="{FF2B5EF4-FFF2-40B4-BE49-F238E27FC236}">
                      <a16:creationId xmlns:a16="http://schemas.microsoft.com/office/drawing/2014/main" id="{97821997-ED78-EF8F-5B0D-A98FC329B002}"/>
                    </a:ext>
                  </a:extLst>
                </p14:cNvPr>
                <p14:cNvContentPartPr/>
                <p14:nvPr/>
              </p14:nvContentPartPr>
              <p14:xfrm>
                <a:off x="4204917" y="6197252"/>
                <a:ext cx="344160" cy="334440"/>
              </p14:xfrm>
            </p:contentPart>
          </mc:Choice>
          <mc:Fallback>
            <p:pic>
              <p:nvPicPr>
                <p:cNvPr id="165" name="Ink 164">
                  <a:extLst>
                    <a:ext uri="{FF2B5EF4-FFF2-40B4-BE49-F238E27FC236}">
                      <a16:creationId xmlns:a16="http://schemas.microsoft.com/office/drawing/2014/main" id="{97821997-ED78-EF8F-5B0D-A98FC329B002}"/>
                    </a:ext>
                  </a:extLst>
                </p:cNvPr>
                <p:cNvPicPr/>
                <p:nvPr/>
              </p:nvPicPr>
              <p:blipFill>
                <a:blip r:embed="rId75"/>
                <a:stretch>
                  <a:fillRect/>
                </a:stretch>
              </p:blipFill>
              <p:spPr>
                <a:xfrm>
                  <a:off x="4195917" y="6188612"/>
                  <a:ext cx="361800" cy="3520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6">
            <p14:nvContentPartPr>
              <p14:cNvPr id="168" name="Ink 167">
                <a:extLst>
                  <a:ext uri="{FF2B5EF4-FFF2-40B4-BE49-F238E27FC236}">
                    <a16:creationId xmlns:a16="http://schemas.microsoft.com/office/drawing/2014/main" id="{AD29DBE9-F8D6-D648-A529-CD218EEAD5C9}"/>
                  </a:ext>
                </a:extLst>
              </p14:cNvPr>
              <p14:cNvContentPartPr/>
              <p14:nvPr/>
            </p14:nvContentPartPr>
            <p14:xfrm>
              <a:off x="532557" y="4553852"/>
              <a:ext cx="301320" cy="160560"/>
            </p14:xfrm>
          </p:contentPart>
        </mc:Choice>
        <mc:Fallback>
          <p:pic>
            <p:nvPicPr>
              <p:cNvPr id="168" name="Ink 167">
                <a:extLst>
                  <a:ext uri="{FF2B5EF4-FFF2-40B4-BE49-F238E27FC236}">
                    <a16:creationId xmlns:a16="http://schemas.microsoft.com/office/drawing/2014/main" id="{AD29DBE9-F8D6-D648-A529-CD218EEAD5C9}"/>
                  </a:ext>
                </a:extLst>
              </p:cNvPr>
              <p:cNvPicPr/>
              <p:nvPr/>
            </p:nvPicPr>
            <p:blipFill>
              <a:blip r:embed="rId77"/>
              <a:stretch>
                <a:fillRect/>
              </a:stretch>
            </p:blipFill>
            <p:spPr>
              <a:xfrm>
                <a:off x="523917" y="4545212"/>
                <a:ext cx="31896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8" name="Ink 7">
                <a:extLst>
                  <a:ext uri="{FF2B5EF4-FFF2-40B4-BE49-F238E27FC236}">
                    <a16:creationId xmlns:a16="http://schemas.microsoft.com/office/drawing/2014/main" id="{1FE8CD85-44F7-4B7D-C473-D9FE993B432F}"/>
                  </a:ext>
                </a:extLst>
              </p14:cNvPr>
              <p14:cNvContentPartPr/>
              <p14:nvPr/>
            </p14:nvContentPartPr>
            <p14:xfrm>
              <a:off x="877437" y="1630652"/>
              <a:ext cx="6840" cy="183240"/>
            </p14:xfrm>
          </p:contentPart>
        </mc:Choice>
        <mc:Fallback>
          <p:pic>
            <p:nvPicPr>
              <p:cNvPr id="8" name="Ink 7">
                <a:extLst>
                  <a:ext uri="{FF2B5EF4-FFF2-40B4-BE49-F238E27FC236}">
                    <a16:creationId xmlns:a16="http://schemas.microsoft.com/office/drawing/2014/main" id="{1FE8CD85-44F7-4B7D-C473-D9FE993B432F}"/>
                  </a:ext>
                </a:extLst>
              </p:cNvPr>
              <p:cNvPicPr/>
              <p:nvPr/>
            </p:nvPicPr>
            <p:blipFill>
              <a:blip r:embed="rId79"/>
              <a:stretch>
                <a:fillRect/>
              </a:stretch>
            </p:blipFill>
            <p:spPr>
              <a:xfrm>
                <a:off x="868437" y="1621652"/>
                <a:ext cx="2448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9" name="Ink 8">
                <a:extLst>
                  <a:ext uri="{FF2B5EF4-FFF2-40B4-BE49-F238E27FC236}">
                    <a16:creationId xmlns:a16="http://schemas.microsoft.com/office/drawing/2014/main" id="{0F8A10D8-ECEE-3C62-3A87-99A27A4437F7}"/>
                  </a:ext>
                </a:extLst>
              </p14:cNvPr>
              <p14:cNvContentPartPr/>
              <p14:nvPr/>
            </p14:nvContentPartPr>
            <p14:xfrm>
              <a:off x="880317" y="1547492"/>
              <a:ext cx="104760" cy="129600"/>
            </p14:xfrm>
          </p:contentPart>
        </mc:Choice>
        <mc:Fallback>
          <p:pic>
            <p:nvPicPr>
              <p:cNvPr id="9" name="Ink 8">
                <a:extLst>
                  <a:ext uri="{FF2B5EF4-FFF2-40B4-BE49-F238E27FC236}">
                    <a16:creationId xmlns:a16="http://schemas.microsoft.com/office/drawing/2014/main" id="{0F8A10D8-ECEE-3C62-3A87-99A27A4437F7}"/>
                  </a:ext>
                </a:extLst>
              </p:cNvPr>
              <p:cNvPicPr/>
              <p:nvPr/>
            </p:nvPicPr>
            <p:blipFill>
              <a:blip r:embed="rId81"/>
              <a:stretch>
                <a:fillRect/>
              </a:stretch>
            </p:blipFill>
            <p:spPr>
              <a:xfrm>
                <a:off x="871677" y="1538852"/>
                <a:ext cx="12240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10" name="Ink 9">
                <a:extLst>
                  <a:ext uri="{FF2B5EF4-FFF2-40B4-BE49-F238E27FC236}">
                    <a16:creationId xmlns:a16="http://schemas.microsoft.com/office/drawing/2014/main" id="{8C936EC8-4AEE-6819-89E0-C5212522EC4D}"/>
                  </a:ext>
                </a:extLst>
              </p14:cNvPr>
              <p14:cNvContentPartPr/>
              <p14:nvPr/>
            </p14:nvContentPartPr>
            <p14:xfrm>
              <a:off x="992637" y="1655852"/>
              <a:ext cx="113400" cy="113400"/>
            </p14:xfrm>
          </p:contentPart>
        </mc:Choice>
        <mc:Fallback>
          <p:pic>
            <p:nvPicPr>
              <p:cNvPr id="10" name="Ink 9">
                <a:extLst>
                  <a:ext uri="{FF2B5EF4-FFF2-40B4-BE49-F238E27FC236}">
                    <a16:creationId xmlns:a16="http://schemas.microsoft.com/office/drawing/2014/main" id="{8C936EC8-4AEE-6819-89E0-C5212522EC4D}"/>
                  </a:ext>
                </a:extLst>
              </p:cNvPr>
              <p:cNvPicPr/>
              <p:nvPr/>
            </p:nvPicPr>
            <p:blipFill>
              <a:blip r:embed="rId83"/>
              <a:stretch>
                <a:fillRect/>
              </a:stretch>
            </p:blipFill>
            <p:spPr>
              <a:xfrm>
                <a:off x="983997" y="1647212"/>
                <a:ext cx="13104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11" name="Ink 10">
                <a:extLst>
                  <a:ext uri="{FF2B5EF4-FFF2-40B4-BE49-F238E27FC236}">
                    <a16:creationId xmlns:a16="http://schemas.microsoft.com/office/drawing/2014/main" id="{6B1BD628-9B66-4A6D-75BB-D73A2210BA92}"/>
                  </a:ext>
                </a:extLst>
              </p14:cNvPr>
              <p14:cNvContentPartPr/>
              <p14:nvPr/>
            </p14:nvContentPartPr>
            <p14:xfrm>
              <a:off x="1170477" y="1650452"/>
              <a:ext cx="67680" cy="120240"/>
            </p14:xfrm>
          </p:contentPart>
        </mc:Choice>
        <mc:Fallback>
          <p:pic>
            <p:nvPicPr>
              <p:cNvPr id="11" name="Ink 10">
                <a:extLst>
                  <a:ext uri="{FF2B5EF4-FFF2-40B4-BE49-F238E27FC236}">
                    <a16:creationId xmlns:a16="http://schemas.microsoft.com/office/drawing/2014/main" id="{6B1BD628-9B66-4A6D-75BB-D73A2210BA92}"/>
                  </a:ext>
                </a:extLst>
              </p:cNvPr>
              <p:cNvPicPr/>
              <p:nvPr/>
            </p:nvPicPr>
            <p:blipFill>
              <a:blip r:embed="rId85"/>
              <a:stretch>
                <a:fillRect/>
              </a:stretch>
            </p:blipFill>
            <p:spPr>
              <a:xfrm>
                <a:off x="1161477" y="1641452"/>
                <a:ext cx="8532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12" name="Ink 11">
                <a:extLst>
                  <a:ext uri="{FF2B5EF4-FFF2-40B4-BE49-F238E27FC236}">
                    <a16:creationId xmlns:a16="http://schemas.microsoft.com/office/drawing/2014/main" id="{D4F514AD-925A-3182-A83D-B88CECE7AE62}"/>
                  </a:ext>
                </a:extLst>
              </p14:cNvPr>
              <p14:cNvContentPartPr/>
              <p14:nvPr/>
            </p14:nvContentPartPr>
            <p14:xfrm>
              <a:off x="1296837" y="1650812"/>
              <a:ext cx="82080" cy="137880"/>
            </p14:xfrm>
          </p:contentPart>
        </mc:Choice>
        <mc:Fallback>
          <p:pic>
            <p:nvPicPr>
              <p:cNvPr id="12" name="Ink 11">
                <a:extLst>
                  <a:ext uri="{FF2B5EF4-FFF2-40B4-BE49-F238E27FC236}">
                    <a16:creationId xmlns:a16="http://schemas.microsoft.com/office/drawing/2014/main" id="{D4F514AD-925A-3182-A83D-B88CECE7AE62}"/>
                  </a:ext>
                </a:extLst>
              </p:cNvPr>
              <p:cNvPicPr/>
              <p:nvPr/>
            </p:nvPicPr>
            <p:blipFill>
              <a:blip r:embed="rId87"/>
              <a:stretch>
                <a:fillRect/>
              </a:stretch>
            </p:blipFill>
            <p:spPr>
              <a:xfrm>
                <a:off x="1287837" y="1642172"/>
                <a:ext cx="9972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13" name="Ink 12">
                <a:extLst>
                  <a:ext uri="{FF2B5EF4-FFF2-40B4-BE49-F238E27FC236}">
                    <a16:creationId xmlns:a16="http://schemas.microsoft.com/office/drawing/2014/main" id="{CD243E35-CEBC-9169-ABD7-1B7EF6A86002}"/>
                  </a:ext>
                </a:extLst>
              </p14:cNvPr>
              <p14:cNvContentPartPr/>
              <p14:nvPr/>
            </p14:nvContentPartPr>
            <p14:xfrm>
              <a:off x="1427517" y="1670612"/>
              <a:ext cx="65520" cy="109800"/>
            </p14:xfrm>
          </p:contentPart>
        </mc:Choice>
        <mc:Fallback>
          <p:pic>
            <p:nvPicPr>
              <p:cNvPr id="13" name="Ink 12">
                <a:extLst>
                  <a:ext uri="{FF2B5EF4-FFF2-40B4-BE49-F238E27FC236}">
                    <a16:creationId xmlns:a16="http://schemas.microsoft.com/office/drawing/2014/main" id="{CD243E35-CEBC-9169-ABD7-1B7EF6A86002}"/>
                  </a:ext>
                </a:extLst>
              </p:cNvPr>
              <p:cNvPicPr/>
              <p:nvPr/>
            </p:nvPicPr>
            <p:blipFill>
              <a:blip r:embed="rId89"/>
              <a:stretch>
                <a:fillRect/>
              </a:stretch>
            </p:blipFill>
            <p:spPr>
              <a:xfrm>
                <a:off x="1418517" y="1661972"/>
                <a:ext cx="8316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14" name="Ink 13">
                <a:extLst>
                  <a:ext uri="{FF2B5EF4-FFF2-40B4-BE49-F238E27FC236}">
                    <a16:creationId xmlns:a16="http://schemas.microsoft.com/office/drawing/2014/main" id="{214A9857-0F14-46CE-EC78-B02585C7A514}"/>
                  </a:ext>
                </a:extLst>
              </p14:cNvPr>
              <p14:cNvContentPartPr/>
              <p14:nvPr/>
            </p14:nvContentPartPr>
            <p14:xfrm>
              <a:off x="1541637" y="1661252"/>
              <a:ext cx="130680" cy="100440"/>
            </p14:xfrm>
          </p:contentPart>
        </mc:Choice>
        <mc:Fallback>
          <p:pic>
            <p:nvPicPr>
              <p:cNvPr id="14" name="Ink 13">
                <a:extLst>
                  <a:ext uri="{FF2B5EF4-FFF2-40B4-BE49-F238E27FC236}">
                    <a16:creationId xmlns:a16="http://schemas.microsoft.com/office/drawing/2014/main" id="{214A9857-0F14-46CE-EC78-B02585C7A514}"/>
                  </a:ext>
                </a:extLst>
              </p:cNvPr>
              <p:cNvPicPr/>
              <p:nvPr/>
            </p:nvPicPr>
            <p:blipFill>
              <a:blip r:embed="rId91"/>
              <a:stretch>
                <a:fillRect/>
              </a:stretch>
            </p:blipFill>
            <p:spPr>
              <a:xfrm>
                <a:off x="1532637" y="1652252"/>
                <a:ext cx="14832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15" name="Ink 14">
                <a:extLst>
                  <a:ext uri="{FF2B5EF4-FFF2-40B4-BE49-F238E27FC236}">
                    <a16:creationId xmlns:a16="http://schemas.microsoft.com/office/drawing/2014/main" id="{EA14EA25-3D34-E13D-0CA7-7DF3C0AC4D1E}"/>
                  </a:ext>
                </a:extLst>
              </p14:cNvPr>
              <p14:cNvContentPartPr/>
              <p14:nvPr/>
            </p14:nvContentPartPr>
            <p14:xfrm>
              <a:off x="1736037" y="1672052"/>
              <a:ext cx="66240" cy="272160"/>
            </p14:xfrm>
          </p:contentPart>
        </mc:Choice>
        <mc:Fallback>
          <p:pic>
            <p:nvPicPr>
              <p:cNvPr id="15" name="Ink 14">
                <a:extLst>
                  <a:ext uri="{FF2B5EF4-FFF2-40B4-BE49-F238E27FC236}">
                    <a16:creationId xmlns:a16="http://schemas.microsoft.com/office/drawing/2014/main" id="{EA14EA25-3D34-E13D-0CA7-7DF3C0AC4D1E}"/>
                  </a:ext>
                </a:extLst>
              </p:cNvPr>
              <p:cNvPicPr/>
              <p:nvPr/>
            </p:nvPicPr>
            <p:blipFill>
              <a:blip r:embed="rId93"/>
              <a:stretch>
                <a:fillRect/>
              </a:stretch>
            </p:blipFill>
            <p:spPr>
              <a:xfrm>
                <a:off x="1727397" y="1663052"/>
                <a:ext cx="83880" cy="28980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16" name="Ink 15">
                <a:extLst>
                  <a:ext uri="{FF2B5EF4-FFF2-40B4-BE49-F238E27FC236}">
                    <a16:creationId xmlns:a16="http://schemas.microsoft.com/office/drawing/2014/main" id="{00D8B6D7-AB53-2D3B-F439-B52B08C9B0FC}"/>
                  </a:ext>
                </a:extLst>
              </p14:cNvPr>
              <p14:cNvContentPartPr/>
              <p14:nvPr/>
            </p14:nvContentPartPr>
            <p14:xfrm>
              <a:off x="1867797" y="1678532"/>
              <a:ext cx="84960" cy="124200"/>
            </p14:xfrm>
          </p:contentPart>
        </mc:Choice>
        <mc:Fallback>
          <p:pic>
            <p:nvPicPr>
              <p:cNvPr id="16" name="Ink 15">
                <a:extLst>
                  <a:ext uri="{FF2B5EF4-FFF2-40B4-BE49-F238E27FC236}">
                    <a16:creationId xmlns:a16="http://schemas.microsoft.com/office/drawing/2014/main" id="{00D8B6D7-AB53-2D3B-F439-B52B08C9B0FC}"/>
                  </a:ext>
                </a:extLst>
              </p:cNvPr>
              <p:cNvPicPr/>
              <p:nvPr/>
            </p:nvPicPr>
            <p:blipFill>
              <a:blip r:embed="rId95"/>
              <a:stretch>
                <a:fillRect/>
              </a:stretch>
            </p:blipFill>
            <p:spPr>
              <a:xfrm>
                <a:off x="1859157" y="1669892"/>
                <a:ext cx="10260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17" name="Ink 16">
                <a:extLst>
                  <a:ext uri="{FF2B5EF4-FFF2-40B4-BE49-F238E27FC236}">
                    <a16:creationId xmlns:a16="http://schemas.microsoft.com/office/drawing/2014/main" id="{9ECEC6A6-BA08-8200-8CE3-EC019DF10059}"/>
                  </a:ext>
                </a:extLst>
              </p14:cNvPr>
              <p14:cNvContentPartPr/>
              <p14:nvPr/>
            </p14:nvContentPartPr>
            <p14:xfrm>
              <a:off x="1976517" y="1657652"/>
              <a:ext cx="102240" cy="107640"/>
            </p14:xfrm>
          </p:contentPart>
        </mc:Choice>
        <mc:Fallback>
          <p:pic>
            <p:nvPicPr>
              <p:cNvPr id="17" name="Ink 16">
                <a:extLst>
                  <a:ext uri="{FF2B5EF4-FFF2-40B4-BE49-F238E27FC236}">
                    <a16:creationId xmlns:a16="http://schemas.microsoft.com/office/drawing/2014/main" id="{9ECEC6A6-BA08-8200-8CE3-EC019DF10059}"/>
                  </a:ext>
                </a:extLst>
              </p:cNvPr>
              <p:cNvPicPr/>
              <p:nvPr/>
            </p:nvPicPr>
            <p:blipFill>
              <a:blip r:embed="rId97"/>
              <a:stretch>
                <a:fillRect/>
              </a:stretch>
            </p:blipFill>
            <p:spPr>
              <a:xfrm>
                <a:off x="1967877" y="1648652"/>
                <a:ext cx="11988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18" name="Ink 17">
                <a:extLst>
                  <a:ext uri="{FF2B5EF4-FFF2-40B4-BE49-F238E27FC236}">
                    <a16:creationId xmlns:a16="http://schemas.microsoft.com/office/drawing/2014/main" id="{57BB33A9-84B6-85F2-6D3A-F6BBDBA3A12B}"/>
                  </a:ext>
                </a:extLst>
              </p14:cNvPr>
              <p14:cNvContentPartPr/>
              <p14:nvPr/>
            </p14:nvContentPartPr>
            <p14:xfrm>
              <a:off x="1427517" y="1984532"/>
              <a:ext cx="158400" cy="226440"/>
            </p14:xfrm>
          </p:contentPart>
        </mc:Choice>
        <mc:Fallback>
          <p:pic>
            <p:nvPicPr>
              <p:cNvPr id="18" name="Ink 17">
                <a:extLst>
                  <a:ext uri="{FF2B5EF4-FFF2-40B4-BE49-F238E27FC236}">
                    <a16:creationId xmlns:a16="http://schemas.microsoft.com/office/drawing/2014/main" id="{57BB33A9-84B6-85F2-6D3A-F6BBDBA3A12B}"/>
                  </a:ext>
                </a:extLst>
              </p:cNvPr>
              <p:cNvPicPr/>
              <p:nvPr/>
            </p:nvPicPr>
            <p:blipFill>
              <a:blip r:embed="rId99"/>
              <a:stretch>
                <a:fillRect/>
              </a:stretch>
            </p:blipFill>
            <p:spPr>
              <a:xfrm>
                <a:off x="1418517" y="1975892"/>
                <a:ext cx="176040" cy="2440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19" name="Ink 18">
                <a:extLst>
                  <a:ext uri="{FF2B5EF4-FFF2-40B4-BE49-F238E27FC236}">
                    <a16:creationId xmlns:a16="http://schemas.microsoft.com/office/drawing/2014/main" id="{93651249-1B50-6EB8-DA6C-F9F0C80038FA}"/>
                  </a:ext>
                </a:extLst>
              </p14:cNvPr>
              <p14:cNvContentPartPr/>
              <p14:nvPr/>
            </p14:nvContentPartPr>
            <p14:xfrm>
              <a:off x="1517517" y="2069852"/>
              <a:ext cx="216360" cy="163080"/>
            </p14:xfrm>
          </p:contentPart>
        </mc:Choice>
        <mc:Fallback>
          <p:pic>
            <p:nvPicPr>
              <p:cNvPr id="19" name="Ink 18">
                <a:extLst>
                  <a:ext uri="{FF2B5EF4-FFF2-40B4-BE49-F238E27FC236}">
                    <a16:creationId xmlns:a16="http://schemas.microsoft.com/office/drawing/2014/main" id="{93651249-1B50-6EB8-DA6C-F9F0C80038FA}"/>
                  </a:ext>
                </a:extLst>
              </p:cNvPr>
              <p:cNvPicPr/>
              <p:nvPr/>
            </p:nvPicPr>
            <p:blipFill>
              <a:blip r:embed="rId101"/>
              <a:stretch>
                <a:fillRect/>
              </a:stretch>
            </p:blipFill>
            <p:spPr>
              <a:xfrm>
                <a:off x="1508517" y="2061212"/>
                <a:ext cx="23400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20" name="Ink 19">
                <a:extLst>
                  <a:ext uri="{FF2B5EF4-FFF2-40B4-BE49-F238E27FC236}">
                    <a16:creationId xmlns:a16="http://schemas.microsoft.com/office/drawing/2014/main" id="{9D1E76DD-BB5C-5336-51C2-228570C6B13C}"/>
                  </a:ext>
                </a:extLst>
              </p14:cNvPr>
              <p14:cNvContentPartPr/>
              <p14:nvPr/>
            </p14:nvContentPartPr>
            <p14:xfrm>
              <a:off x="1742877" y="2076692"/>
              <a:ext cx="138600" cy="151920"/>
            </p14:xfrm>
          </p:contentPart>
        </mc:Choice>
        <mc:Fallback>
          <p:pic>
            <p:nvPicPr>
              <p:cNvPr id="20" name="Ink 19">
                <a:extLst>
                  <a:ext uri="{FF2B5EF4-FFF2-40B4-BE49-F238E27FC236}">
                    <a16:creationId xmlns:a16="http://schemas.microsoft.com/office/drawing/2014/main" id="{9D1E76DD-BB5C-5336-51C2-228570C6B13C}"/>
                  </a:ext>
                </a:extLst>
              </p:cNvPr>
              <p:cNvPicPr/>
              <p:nvPr/>
            </p:nvPicPr>
            <p:blipFill>
              <a:blip r:embed="rId103"/>
              <a:stretch>
                <a:fillRect/>
              </a:stretch>
            </p:blipFill>
            <p:spPr>
              <a:xfrm>
                <a:off x="1734237" y="2067692"/>
                <a:ext cx="156240" cy="1695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38" name="Ink 37">
                <a:extLst>
                  <a:ext uri="{FF2B5EF4-FFF2-40B4-BE49-F238E27FC236}">
                    <a16:creationId xmlns:a16="http://schemas.microsoft.com/office/drawing/2014/main" id="{E639E803-AE63-05D7-066F-3B0681C33ECF}"/>
                  </a:ext>
                </a:extLst>
              </p14:cNvPr>
              <p14:cNvContentPartPr/>
              <p14:nvPr/>
            </p14:nvContentPartPr>
            <p14:xfrm>
              <a:off x="854037" y="2882372"/>
              <a:ext cx="121680" cy="225360"/>
            </p14:xfrm>
          </p:contentPart>
        </mc:Choice>
        <mc:Fallback>
          <p:pic>
            <p:nvPicPr>
              <p:cNvPr id="38" name="Ink 37">
                <a:extLst>
                  <a:ext uri="{FF2B5EF4-FFF2-40B4-BE49-F238E27FC236}">
                    <a16:creationId xmlns:a16="http://schemas.microsoft.com/office/drawing/2014/main" id="{E639E803-AE63-05D7-066F-3B0681C33ECF}"/>
                  </a:ext>
                </a:extLst>
              </p:cNvPr>
              <p:cNvPicPr/>
              <p:nvPr/>
            </p:nvPicPr>
            <p:blipFill>
              <a:blip r:embed="rId105"/>
              <a:stretch>
                <a:fillRect/>
              </a:stretch>
            </p:blipFill>
            <p:spPr>
              <a:xfrm>
                <a:off x="845037" y="2873732"/>
                <a:ext cx="13932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39" name="Ink 38">
                <a:extLst>
                  <a:ext uri="{FF2B5EF4-FFF2-40B4-BE49-F238E27FC236}">
                    <a16:creationId xmlns:a16="http://schemas.microsoft.com/office/drawing/2014/main" id="{3E0AF2AE-8BC6-3D51-F9BC-05F1B0A6F1EE}"/>
                  </a:ext>
                </a:extLst>
              </p14:cNvPr>
              <p14:cNvContentPartPr/>
              <p14:nvPr/>
            </p14:nvContentPartPr>
            <p14:xfrm>
              <a:off x="1045197" y="2972012"/>
              <a:ext cx="88200" cy="107280"/>
            </p14:xfrm>
          </p:contentPart>
        </mc:Choice>
        <mc:Fallback>
          <p:pic>
            <p:nvPicPr>
              <p:cNvPr id="39" name="Ink 38">
                <a:extLst>
                  <a:ext uri="{FF2B5EF4-FFF2-40B4-BE49-F238E27FC236}">
                    <a16:creationId xmlns:a16="http://schemas.microsoft.com/office/drawing/2014/main" id="{3E0AF2AE-8BC6-3D51-F9BC-05F1B0A6F1EE}"/>
                  </a:ext>
                </a:extLst>
              </p:cNvPr>
              <p:cNvPicPr/>
              <p:nvPr/>
            </p:nvPicPr>
            <p:blipFill>
              <a:blip r:embed="rId107"/>
              <a:stretch>
                <a:fillRect/>
              </a:stretch>
            </p:blipFill>
            <p:spPr>
              <a:xfrm>
                <a:off x="1036197" y="2963012"/>
                <a:ext cx="10584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40" name="Ink 39">
                <a:extLst>
                  <a:ext uri="{FF2B5EF4-FFF2-40B4-BE49-F238E27FC236}">
                    <a16:creationId xmlns:a16="http://schemas.microsoft.com/office/drawing/2014/main" id="{C060A661-BDAE-3C5D-88E5-8A51F33241D1}"/>
                  </a:ext>
                </a:extLst>
              </p14:cNvPr>
              <p14:cNvContentPartPr/>
              <p14:nvPr/>
            </p14:nvContentPartPr>
            <p14:xfrm>
              <a:off x="1199637" y="2889212"/>
              <a:ext cx="373680" cy="210600"/>
            </p14:xfrm>
          </p:contentPart>
        </mc:Choice>
        <mc:Fallback>
          <p:pic>
            <p:nvPicPr>
              <p:cNvPr id="40" name="Ink 39">
                <a:extLst>
                  <a:ext uri="{FF2B5EF4-FFF2-40B4-BE49-F238E27FC236}">
                    <a16:creationId xmlns:a16="http://schemas.microsoft.com/office/drawing/2014/main" id="{C060A661-BDAE-3C5D-88E5-8A51F33241D1}"/>
                  </a:ext>
                </a:extLst>
              </p:cNvPr>
              <p:cNvPicPr/>
              <p:nvPr/>
            </p:nvPicPr>
            <p:blipFill>
              <a:blip r:embed="rId109"/>
              <a:stretch>
                <a:fillRect/>
              </a:stretch>
            </p:blipFill>
            <p:spPr>
              <a:xfrm>
                <a:off x="1190997" y="2880572"/>
                <a:ext cx="391320" cy="2282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41" name="Ink 40">
                <a:extLst>
                  <a:ext uri="{FF2B5EF4-FFF2-40B4-BE49-F238E27FC236}">
                    <a16:creationId xmlns:a16="http://schemas.microsoft.com/office/drawing/2014/main" id="{44166EE6-7F5D-4B43-4028-AF3FB2ADC9CF}"/>
                  </a:ext>
                </a:extLst>
              </p14:cNvPr>
              <p14:cNvContentPartPr/>
              <p14:nvPr/>
            </p14:nvContentPartPr>
            <p14:xfrm>
              <a:off x="1532637" y="2992892"/>
              <a:ext cx="138960" cy="81360"/>
            </p14:xfrm>
          </p:contentPart>
        </mc:Choice>
        <mc:Fallback>
          <p:pic>
            <p:nvPicPr>
              <p:cNvPr id="41" name="Ink 40">
                <a:extLst>
                  <a:ext uri="{FF2B5EF4-FFF2-40B4-BE49-F238E27FC236}">
                    <a16:creationId xmlns:a16="http://schemas.microsoft.com/office/drawing/2014/main" id="{44166EE6-7F5D-4B43-4028-AF3FB2ADC9CF}"/>
                  </a:ext>
                </a:extLst>
              </p:cNvPr>
              <p:cNvPicPr/>
              <p:nvPr/>
            </p:nvPicPr>
            <p:blipFill>
              <a:blip r:embed="rId111"/>
              <a:stretch>
                <a:fillRect/>
              </a:stretch>
            </p:blipFill>
            <p:spPr>
              <a:xfrm>
                <a:off x="1523637" y="2984252"/>
                <a:ext cx="15660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42" name="Ink 41">
                <a:extLst>
                  <a:ext uri="{FF2B5EF4-FFF2-40B4-BE49-F238E27FC236}">
                    <a16:creationId xmlns:a16="http://schemas.microsoft.com/office/drawing/2014/main" id="{2987D621-A969-5BCC-E1FE-DEAAC34C7372}"/>
                  </a:ext>
                </a:extLst>
              </p14:cNvPr>
              <p14:cNvContentPartPr/>
              <p14:nvPr/>
            </p14:nvContentPartPr>
            <p14:xfrm>
              <a:off x="1722357" y="2885252"/>
              <a:ext cx="1440" cy="2880"/>
            </p14:xfrm>
          </p:contentPart>
        </mc:Choice>
        <mc:Fallback>
          <p:pic>
            <p:nvPicPr>
              <p:cNvPr id="42" name="Ink 41">
                <a:extLst>
                  <a:ext uri="{FF2B5EF4-FFF2-40B4-BE49-F238E27FC236}">
                    <a16:creationId xmlns:a16="http://schemas.microsoft.com/office/drawing/2014/main" id="{2987D621-A969-5BCC-E1FE-DEAAC34C7372}"/>
                  </a:ext>
                </a:extLst>
              </p:cNvPr>
              <p:cNvPicPr/>
              <p:nvPr/>
            </p:nvPicPr>
            <p:blipFill>
              <a:blip r:embed="rId113"/>
              <a:stretch>
                <a:fillRect/>
              </a:stretch>
            </p:blipFill>
            <p:spPr>
              <a:xfrm>
                <a:off x="1713717" y="2876252"/>
                <a:ext cx="1908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43" name="Ink 42">
                <a:extLst>
                  <a:ext uri="{FF2B5EF4-FFF2-40B4-BE49-F238E27FC236}">
                    <a16:creationId xmlns:a16="http://schemas.microsoft.com/office/drawing/2014/main" id="{EF73A21C-E621-463A-8CB0-0B4A0EED3CD9}"/>
                  </a:ext>
                </a:extLst>
              </p14:cNvPr>
              <p14:cNvContentPartPr/>
              <p14:nvPr/>
            </p14:nvContentPartPr>
            <p14:xfrm>
              <a:off x="1771677" y="2982452"/>
              <a:ext cx="223200" cy="118440"/>
            </p14:xfrm>
          </p:contentPart>
        </mc:Choice>
        <mc:Fallback>
          <p:pic>
            <p:nvPicPr>
              <p:cNvPr id="43" name="Ink 42">
                <a:extLst>
                  <a:ext uri="{FF2B5EF4-FFF2-40B4-BE49-F238E27FC236}">
                    <a16:creationId xmlns:a16="http://schemas.microsoft.com/office/drawing/2014/main" id="{EF73A21C-E621-463A-8CB0-0B4A0EED3CD9}"/>
                  </a:ext>
                </a:extLst>
              </p:cNvPr>
              <p:cNvPicPr/>
              <p:nvPr/>
            </p:nvPicPr>
            <p:blipFill>
              <a:blip r:embed="rId115"/>
              <a:stretch>
                <a:fillRect/>
              </a:stretch>
            </p:blipFill>
            <p:spPr>
              <a:xfrm>
                <a:off x="1762677" y="2973452"/>
                <a:ext cx="24084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44" name="Ink 43">
                <a:extLst>
                  <a:ext uri="{FF2B5EF4-FFF2-40B4-BE49-F238E27FC236}">
                    <a16:creationId xmlns:a16="http://schemas.microsoft.com/office/drawing/2014/main" id="{8C5E768F-18FE-2CDB-DB6A-229357301792}"/>
                  </a:ext>
                </a:extLst>
              </p14:cNvPr>
              <p14:cNvContentPartPr/>
              <p14:nvPr/>
            </p14:nvContentPartPr>
            <p14:xfrm>
              <a:off x="1410237" y="3297452"/>
              <a:ext cx="135720" cy="187560"/>
            </p14:xfrm>
          </p:contentPart>
        </mc:Choice>
        <mc:Fallback>
          <p:pic>
            <p:nvPicPr>
              <p:cNvPr id="44" name="Ink 43">
                <a:extLst>
                  <a:ext uri="{FF2B5EF4-FFF2-40B4-BE49-F238E27FC236}">
                    <a16:creationId xmlns:a16="http://schemas.microsoft.com/office/drawing/2014/main" id="{8C5E768F-18FE-2CDB-DB6A-229357301792}"/>
                  </a:ext>
                </a:extLst>
              </p:cNvPr>
              <p:cNvPicPr/>
              <p:nvPr/>
            </p:nvPicPr>
            <p:blipFill>
              <a:blip r:embed="rId117"/>
              <a:stretch>
                <a:fillRect/>
              </a:stretch>
            </p:blipFill>
            <p:spPr>
              <a:xfrm>
                <a:off x="1401597" y="3288452"/>
                <a:ext cx="153360" cy="20520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45" name="Ink 44">
                <a:extLst>
                  <a:ext uri="{FF2B5EF4-FFF2-40B4-BE49-F238E27FC236}">
                    <a16:creationId xmlns:a16="http://schemas.microsoft.com/office/drawing/2014/main" id="{CDCE2D90-BF32-7D80-8F45-17CC5B945533}"/>
                  </a:ext>
                </a:extLst>
              </p14:cNvPr>
              <p14:cNvContentPartPr/>
              <p14:nvPr/>
            </p14:nvContentPartPr>
            <p14:xfrm>
              <a:off x="1444797" y="3325532"/>
              <a:ext cx="227160" cy="153000"/>
            </p14:xfrm>
          </p:contentPart>
        </mc:Choice>
        <mc:Fallback>
          <p:pic>
            <p:nvPicPr>
              <p:cNvPr id="45" name="Ink 44">
                <a:extLst>
                  <a:ext uri="{FF2B5EF4-FFF2-40B4-BE49-F238E27FC236}">
                    <a16:creationId xmlns:a16="http://schemas.microsoft.com/office/drawing/2014/main" id="{CDCE2D90-BF32-7D80-8F45-17CC5B945533}"/>
                  </a:ext>
                </a:extLst>
              </p:cNvPr>
              <p:cNvPicPr/>
              <p:nvPr/>
            </p:nvPicPr>
            <p:blipFill>
              <a:blip r:embed="rId119"/>
              <a:stretch>
                <a:fillRect/>
              </a:stretch>
            </p:blipFill>
            <p:spPr>
              <a:xfrm>
                <a:off x="1436157" y="3316532"/>
                <a:ext cx="24480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46" name="Ink 45">
                <a:extLst>
                  <a:ext uri="{FF2B5EF4-FFF2-40B4-BE49-F238E27FC236}">
                    <a16:creationId xmlns:a16="http://schemas.microsoft.com/office/drawing/2014/main" id="{23E94C1B-5E03-5FBF-55A2-FB9908768653}"/>
                  </a:ext>
                </a:extLst>
              </p14:cNvPr>
              <p14:cNvContentPartPr/>
              <p14:nvPr/>
            </p14:nvContentPartPr>
            <p14:xfrm>
              <a:off x="1729917" y="3361532"/>
              <a:ext cx="12240" cy="89640"/>
            </p14:xfrm>
          </p:contentPart>
        </mc:Choice>
        <mc:Fallback>
          <p:pic>
            <p:nvPicPr>
              <p:cNvPr id="46" name="Ink 45">
                <a:extLst>
                  <a:ext uri="{FF2B5EF4-FFF2-40B4-BE49-F238E27FC236}">
                    <a16:creationId xmlns:a16="http://schemas.microsoft.com/office/drawing/2014/main" id="{23E94C1B-5E03-5FBF-55A2-FB9908768653}"/>
                  </a:ext>
                </a:extLst>
              </p:cNvPr>
              <p:cNvPicPr/>
              <p:nvPr/>
            </p:nvPicPr>
            <p:blipFill>
              <a:blip r:embed="rId121"/>
              <a:stretch>
                <a:fillRect/>
              </a:stretch>
            </p:blipFill>
            <p:spPr>
              <a:xfrm>
                <a:off x="1720917" y="3352532"/>
                <a:ext cx="2988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51" name="Ink 50">
                <a:extLst>
                  <a:ext uri="{FF2B5EF4-FFF2-40B4-BE49-F238E27FC236}">
                    <a16:creationId xmlns:a16="http://schemas.microsoft.com/office/drawing/2014/main" id="{23A03838-D88F-BB8F-C09D-AF0FEA51F6A9}"/>
                  </a:ext>
                </a:extLst>
              </p14:cNvPr>
              <p14:cNvContentPartPr/>
              <p14:nvPr/>
            </p14:nvContentPartPr>
            <p14:xfrm>
              <a:off x="2805957" y="2933852"/>
              <a:ext cx="10440" cy="197280"/>
            </p14:xfrm>
          </p:contentPart>
        </mc:Choice>
        <mc:Fallback>
          <p:pic>
            <p:nvPicPr>
              <p:cNvPr id="51" name="Ink 50">
                <a:extLst>
                  <a:ext uri="{FF2B5EF4-FFF2-40B4-BE49-F238E27FC236}">
                    <a16:creationId xmlns:a16="http://schemas.microsoft.com/office/drawing/2014/main" id="{23A03838-D88F-BB8F-C09D-AF0FEA51F6A9}"/>
                  </a:ext>
                </a:extLst>
              </p:cNvPr>
              <p:cNvPicPr/>
              <p:nvPr/>
            </p:nvPicPr>
            <p:blipFill>
              <a:blip r:embed="rId123"/>
              <a:stretch>
                <a:fillRect/>
              </a:stretch>
            </p:blipFill>
            <p:spPr>
              <a:xfrm>
                <a:off x="2796957" y="2924852"/>
                <a:ext cx="2808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52" name="Ink 51">
                <a:extLst>
                  <a:ext uri="{FF2B5EF4-FFF2-40B4-BE49-F238E27FC236}">
                    <a16:creationId xmlns:a16="http://schemas.microsoft.com/office/drawing/2014/main" id="{EE084A96-D4F9-2591-BC29-1629472B7BD4}"/>
                  </a:ext>
                </a:extLst>
              </p14:cNvPr>
              <p14:cNvContentPartPr/>
              <p14:nvPr/>
            </p14:nvContentPartPr>
            <p14:xfrm>
              <a:off x="2770677" y="2839892"/>
              <a:ext cx="114480" cy="192960"/>
            </p14:xfrm>
          </p:contentPart>
        </mc:Choice>
        <mc:Fallback>
          <p:pic>
            <p:nvPicPr>
              <p:cNvPr id="52" name="Ink 51">
                <a:extLst>
                  <a:ext uri="{FF2B5EF4-FFF2-40B4-BE49-F238E27FC236}">
                    <a16:creationId xmlns:a16="http://schemas.microsoft.com/office/drawing/2014/main" id="{EE084A96-D4F9-2591-BC29-1629472B7BD4}"/>
                  </a:ext>
                </a:extLst>
              </p:cNvPr>
              <p:cNvPicPr/>
              <p:nvPr/>
            </p:nvPicPr>
            <p:blipFill>
              <a:blip r:embed="rId125"/>
              <a:stretch>
                <a:fillRect/>
              </a:stretch>
            </p:blipFill>
            <p:spPr>
              <a:xfrm>
                <a:off x="2761677" y="2831252"/>
                <a:ext cx="13212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53" name="Ink 52">
                <a:extLst>
                  <a:ext uri="{FF2B5EF4-FFF2-40B4-BE49-F238E27FC236}">
                    <a16:creationId xmlns:a16="http://schemas.microsoft.com/office/drawing/2014/main" id="{FC8624F9-DCBD-9900-660B-AA6C46CC04CE}"/>
                  </a:ext>
                </a:extLst>
              </p14:cNvPr>
              <p14:cNvContentPartPr/>
              <p14:nvPr/>
            </p14:nvContentPartPr>
            <p14:xfrm>
              <a:off x="2933397" y="2964452"/>
              <a:ext cx="258480" cy="284400"/>
            </p14:xfrm>
          </p:contentPart>
        </mc:Choice>
        <mc:Fallback>
          <p:pic>
            <p:nvPicPr>
              <p:cNvPr id="53" name="Ink 52">
                <a:extLst>
                  <a:ext uri="{FF2B5EF4-FFF2-40B4-BE49-F238E27FC236}">
                    <a16:creationId xmlns:a16="http://schemas.microsoft.com/office/drawing/2014/main" id="{FC8624F9-DCBD-9900-660B-AA6C46CC04CE}"/>
                  </a:ext>
                </a:extLst>
              </p:cNvPr>
              <p:cNvPicPr/>
              <p:nvPr/>
            </p:nvPicPr>
            <p:blipFill>
              <a:blip r:embed="rId127"/>
              <a:stretch>
                <a:fillRect/>
              </a:stretch>
            </p:blipFill>
            <p:spPr>
              <a:xfrm>
                <a:off x="2924397" y="2955812"/>
                <a:ext cx="27612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54" name="Ink 53">
                <a:extLst>
                  <a:ext uri="{FF2B5EF4-FFF2-40B4-BE49-F238E27FC236}">
                    <a16:creationId xmlns:a16="http://schemas.microsoft.com/office/drawing/2014/main" id="{01BEFED2-C3B0-26E0-AD47-32055F65C740}"/>
                  </a:ext>
                </a:extLst>
              </p14:cNvPr>
              <p14:cNvContentPartPr/>
              <p14:nvPr/>
            </p14:nvContentPartPr>
            <p14:xfrm>
              <a:off x="3244437" y="2964812"/>
              <a:ext cx="262440" cy="127080"/>
            </p14:xfrm>
          </p:contentPart>
        </mc:Choice>
        <mc:Fallback>
          <p:pic>
            <p:nvPicPr>
              <p:cNvPr id="54" name="Ink 53">
                <a:extLst>
                  <a:ext uri="{FF2B5EF4-FFF2-40B4-BE49-F238E27FC236}">
                    <a16:creationId xmlns:a16="http://schemas.microsoft.com/office/drawing/2014/main" id="{01BEFED2-C3B0-26E0-AD47-32055F65C740}"/>
                  </a:ext>
                </a:extLst>
              </p:cNvPr>
              <p:cNvPicPr/>
              <p:nvPr/>
            </p:nvPicPr>
            <p:blipFill>
              <a:blip r:embed="rId129"/>
              <a:stretch>
                <a:fillRect/>
              </a:stretch>
            </p:blipFill>
            <p:spPr>
              <a:xfrm>
                <a:off x="3235437" y="2955812"/>
                <a:ext cx="28008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55" name="Ink 54">
                <a:extLst>
                  <a:ext uri="{FF2B5EF4-FFF2-40B4-BE49-F238E27FC236}">
                    <a16:creationId xmlns:a16="http://schemas.microsoft.com/office/drawing/2014/main" id="{EFA7308B-4C11-0C77-5A23-0784D7B9A357}"/>
                  </a:ext>
                </a:extLst>
              </p14:cNvPr>
              <p14:cNvContentPartPr/>
              <p14:nvPr/>
            </p14:nvContentPartPr>
            <p14:xfrm>
              <a:off x="3558717" y="2931692"/>
              <a:ext cx="157680" cy="140400"/>
            </p14:xfrm>
          </p:contentPart>
        </mc:Choice>
        <mc:Fallback>
          <p:pic>
            <p:nvPicPr>
              <p:cNvPr id="55" name="Ink 54">
                <a:extLst>
                  <a:ext uri="{FF2B5EF4-FFF2-40B4-BE49-F238E27FC236}">
                    <a16:creationId xmlns:a16="http://schemas.microsoft.com/office/drawing/2014/main" id="{EFA7308B-4C11-0C77-5A23-0784D7B9A357}"/>
                  </a:ext>
                </a:extLst>
              </p:cNvPr>
              <p:cNvPicPr/>
              <p:nvPr/>
            </p:nvPicPr>
            <p:blipFill>
              <a:blip r:embed="rId131"/>
              <a:stretch>
                <a:fillRect/>
              </a:stretch>
            </p:blipFill>
            <p:spPr>
              <a:xfrm>
                <a:off x="3550077" y="2923052"/>
                <a:ext cx="17532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56" name="Ink 55">
                <a:extLst>
                  <a:ext uri="{FF2B5EF4-FFF2-40B4-BE49-F238E27FC236}">
                    <a16:creationId xmlns:a16="http://schemas.microsoft.com/office/drawing/2014/main" id="{A5A7001B-4377-594C-1FA3-D6742B5DD4F5}"/>
                  </a:ext>
                </a:extLst>
              </p14:cNvPr>
              <p14:cNvContentPartPr/>
              <p14:nvPr/>
            </p14:nvContentPartPr>
            <p14:xfrm>
              <a:off x="3723237" y="2970212"/>
              <a:ext cx="62280" cy="43200"/>
            </p14:xfrm>
          </p:contentPart>
        </mc:Choice>
        <mc:Fallback>
          <p:pic>
            <p:nvPicPr>
              <p:cNvPr id="56" name="Ink 55">
                <a:extLst>
                  <a:ext uri="{FF2B5EF4-FFF2-40B4-BE49-F238E27FC236}">
                    <a16:creationId xmlns:a16="http://schemas.microsoft.com/office/drawing/2014/main" id="{A5A7001B-4377-594C-1FA3-D6742B5DD4F5}"/>
                  </a:ext>
                </a:extLst>
              </p:cNvPr>
              <p:cNvPicPr/>
              <p:nvPr/>
            </p:nvPicPr>
            <p:blipFill>
              <a:blip r:embed="rId133"/>
              <a:stretch>
                <a:fillRect/>
              </a:stretch>
            </p:blipFill>
            <p:spPr>
              <a:xfrm>
                <a:off x="3714597" y="2961212"/>
                <a:ext cx="7992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58" name="Ink 57">
                <a:extLst>
                  <a:ext uri="{FF2B5EF4-FFF2-40B4-BE49-F238E27FC236}">
                    <a16:creationId xmlns:a16="http://schemas.microsoft.com/office/drawing/2014/main" id="{92A0908E-7943-4152-8C59-B18206BD783B}"/>
                  </a:ext>
                </a:extLst>
              </p14:cNvPr>
              <p14:cNvContentPartPr/>
              <p14:nvPr/>
            </p14:nvContentPartPr>
            <p14:xfrm>
              <a:off x="3434517" y="3219332"/>
              <a:ext cx="155880" cy="214200"/>
            </p14:xfrm>
          </p:contentPart>
        </mc:Choice>
        <mc:Fallback>
          <p:pic>
            <p:nvPicPr>
              <p:cNvPr id="58" name="Ink 57">
                <a:extLst>
                  <a:ext uri="{FF2B5EF4-FFF2-40B4-BE49-F238E27FC236}">
                    <a16:creationId xmlns:a16="http://schemas.microsoft.com/office/drawing/2014/main" id="{92A0908E-7943-4152-8C59-B18206BD783B}"/>
                  </a:ext>
                </a:extLst>
              </p:cNvPr>
              <p:cNvPicPr/>
              <p:nvPr/>
            </p:nvPicPr>
            <p:blipFill>
              <a:blip r:embed="rId135"/>
              <a:stretch>
                <a:fillRect/>
              </a:stretch>
            </p:blipFill>
            <p:spPr>
              <a:xfrm>
                <a:off x="3425517" y="3210692"/>
                <a:ext cx="173520" cy="23184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59" name="Ink 58">
                <a:extLst>
                  <a:ext uri="{FF2B5EF4-FFF2-40B4-BE49-F238E27FC236}">
                    <a16:creationId xmlns:a16="http://schemas.microsoft.com/office/drawing/2014/main" id="{1160938D-2334-9FC8-93BC-B2D9A7964943}"/>
                  </a:ext>
                </a:extLst>
              </p14:cNvPr>
              <p14:cNvContentPartPr/>
              <p14:nvPr/>
            </p14:nvContentPartPr>
            <p14:xfrm>
              <a:off x="3650877" y="3280172"/>
              <a:ext cx="6840" cy="147960"/>
            </p14:xfrm>
          </p:contentPart>
        </mc:Choice>
        <mc:Fallback>
          <p:pic>
            <p:nvPicPr>
              <p:cNvPr id="59" name="Ink 58">
                <a:extLst>
                  <a:ext uri="{FF2B5EF4-FFF2-40B4-BE49-F238E27FC236}">
                    <a16:creationId xmlns:a16="http://schemas.microsoft.com/office/drawing/2014/main" id="{1160938D-2334-9FC8-93BC-B2D9A7964943}"/>
                  </a:ext>
                </a:extLst>
              </p:cNvPr>
              <p:cNvPicPr/>
              <p:nvPr/>
            </p:nvPicPr>
            <p:blipFill>
              <a:blip r:embed="rId137"/>
              <a:stretch>
                <a:fillRect/>
              </a:stretch>
            </p:blipFill>
            <p:spPr>
              <a:xfrm>
                <a:off x="3642237" y="3271172"/>
                <a:ext cx="2448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60" name="Ink 59">
                <a:extLst>
                  <a:ext uri="{FF2B5EF4-FFF2-40B4-BE49-F238E27FC236}">
                    <a16:creationId xmlns:a16="http://schemas.microsoft.com/office/drawing/2014/main" id="{54FE0D00-7EA2-CE18-A35A-64C6B67DCA3F}"/>
                  </a:ext>
                </a:extLst>
              </p14:cNvPr>
              <p14:cNvContentPartPr/>
              <p14:nvPr/>
            </p14:nvContentPartPr>
            <p14:xfrm>
              <a:off x="3716757" y="3274412"/>
              <a:ext cx="233280" cy="135000"/>
            </p14:xfrm>
          </p:contentPart>
        </mc:Choice>
        <mc:Fallback>
          <p:pic>
            <p:nvPicPr>
              <p:cNvPr id="60" name="Ink 59">
                <a:extLst>
                  <a:ext uri="{FF2B5EF4-FFF2-40B4-BE49-F238E27FC236}">
                    <a16:creationId xmlns:a16="http://schemas.microsoft.com/office/drawing/2014/main" id="{54FE0D00-7EA2-CE18-A35A-64C6B67DCA3F}"/>
                  </a:ext>
                </a:extLst>
              </p:cNvPr>
              <p:cNvPicPr/>
              <p:nvPr/>
            </p:nvPicPr>
            <p:blipFill>
              <a:blip r:embed="rId139"/>
              <a:stretch>
                <a:fillRect/>
              </a:stretch>
            </p:blipFill>
            <p:spPr>
              <a:xfrm>
                <a:off x="3707757" y="3265412"/>
                <a:ext cx="25092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62" name="Ink 61">
                <a:extLst>
                  <a:ext uri="{FF2B5EF4-FFF2-40B4-BE49-F238E27FC236}">
                    <a16:creationId xmlns:a16="http://schemas.microsoft.com/office/drawing/2014/main" id="{B72F82F1-68C4-2C30-0BBB-71A020AEC3E5}"/>
                  </a:ext>
                </a:extLst>
              </p14:cNvPr>
              <p14:cNvContentPartPr/>
              <p14:nvPr/>
            </p14:nvContentPartPr>
            <p14:xfrm>
              <a:off x="1056357" y="3832772"/>
              <a:ext cx="242280" cy="243720"/>
            </p14:xfrm>
          </p:contentPart>
        </mc:Choice>
        <mc:Fallback>
          <p:pic>
            <p:nvPicPr>
              <p:cNvPr id="62" name="Ink 61">
                <a:extLst>
                  <a:ext uri="{FF2B5EF4-FFF2-40B4-BE49-F238E27FC236}">
                    <a16:creationId xmlns:a16="http://schemas.microsoft.com/office/drawing/2014/main" id="{B72F82F1-68C4-2C30-0BBB-71A020AEC3E5}"/>
                  </a:ext>
                </a:extLst>
              </p:cNvPr>
              <p:cNvPicPr/>
              <p:nvPr/>
            </p:nvPicPr>
            <p:blipFill>
              <a:blip r:embed="rId141"/>
              <a:stretch>
                <a:fillRect/>
              </a:stretch>
            </p:blipFill>
            <p:spPr>
              <a:xfrm>
                <a:off x="1047357" y="3824132"/>
                <a:ext cx="25992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63" name="Ink 62">
                <a:extLst>
                  <a:ext uri="{FF2B5EF4-FFF2-40B4-BE49-F238E27FC236}">
                    <a16:creationId xmlns:a16="http://schemas.microsoft.com/office/drawing/2014/main" id="{95F47E11-2863-F732-D89F-3E52DCDB6D32}"/>
                  </a:ext>
                </a:extLst>
              </p14:cNvPr>
              <p14:cNvContentPartPr/>
              <p14:nvPr/>
            </p14:nvContentPartPr>
            <p14:xfrm>
              <a:off x="1039077" y="4124732"/>
              <a:ext cx="2739240" cy="60120"/>
            </p14:xfrm>
          </p:contentPart>
        </mc:Choice>
        <mc:Fallback>
          <p:pic>
            <p:nvPicPr>
              <p:cNvPr id="63" name="Ink 62">
                <a:extLst>
                  <a:ext uri="{FF2B5EF4-FFF2-40B4-BE49-F238E27FC236}">
                    <a16:creationId xmlns:a16="http://schemas.microsoft.com/office/drawing/2014/main" id="{95F47E11-2863-F732-D89F-3E52DCDB6D32}"/>
                  </a:ext>
                </a:extLst>
              </p:cNvPr>
              <p:cNvPicPr/>
              <p:nvPr/>
            </p:nvPicPr>
            <p:blipFill>
              <a:blip r:embed="rId143"/>
              <a:stretch>
                <a:fillRect/>
              </a:stretch>
            </p:blipFill>
            <p:spPr>
              <a:xfrm>
                <a:off x="1030437" y="4115732"/>
                <a:ext cx="275688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64" name="Ink 63">
                <a:extLst>
                  <a:ext uri="{FF2B5EF4-FFF2-40B4-BE49-F238E27FC236}">
                    <a16:creationId xmlns:a16="http://schemas.microsoft.com/office/drawing/2014/main" id="{5EA7BA9E-1998-105F-9859-D09F25379C41}"/>
                  </a:ext>
                </a:extLst>
              </p14:cNvPr>
              <p14:cNvContentPartPr/>
              <p14:nvPr/>
            </p14:nvContentPartPr>
            <p14:xfrm>
              <a:off x="3570957" y="3859052"/>
              <a:ext cx="271800" cy="271080"/>
            </p14:xfrm>
          </p:contentPart>
        </mc:Choice>
        <mc:Fallback>
          <p:pic>
            <p:nvPicPr>
              <p:cNvPr id="64" name="Ink 63">
                <a:extLst>
                  <a:ext uri="{FF2B5EF4-FFF2-40B4-BE49-F238E27FC236}">
                    <a16:creationId xmlns:a16="http://schemas.microsoft.com/office/drawing/2014/main" id="{5EA7BA9E-1998-105F-9859-D09F25379C41}"/>
                  </a:ext>
                </a:extLst>
              </p:cNvPr>
              <p:cNvPicPr/>
              <p:nvPr/>
            </p:nvPicPr>
            <p:blipFill>
              <a:blip r:embed="rId145"/>
              <a:stretch>
                <a:fillRect/>
              </a:stretch>
            </p:blipFill>
            <p:spPr>
              <a:xfrm>
                <a:off x="3561957" y="3850412"/>
                <a:ext cx="289440" cy="2887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65" name="Ink 64">
                <a:extLst>
                  <a:ext uri="{FF2B5EF4-FFF2-40B4-BE49-F238E27FC236}">
                    <a16:creationId xmlns:a16="http://schemas.microsoft.com/office/drawing/2014/main" id="{A4153DDD-ACD6-5326-0783-AC48BB35E8A0}"/>
                  </a:ext>
                </a:extLst>
              </p14:cNvPr>
              <p14:cNvContentPartPr/>
              <p14:nvPr/>
            </p14:nvContentPartPr>
            <p14:xfrm>
              <a:off x="1989117" y="3919892"/>
              <a:ext cx="28440" cy="145080"/>
            </p14:xfrm>
          </p:contentPart>
        </mc:Choice>
        <mc:Fallback>
          <p:pic>
            <p:nvPicPr>
              <p:cNvPr id="65" name="Ink 64">
                <a:extLst>
                  <a:ext uri="{FF2B5EF4-FFF2-40B4-BE49-F238E27FC236}">
                    <a16:creationId xmlns:a16="http://schemas.microsoft.com/office/drawing/2014/main" id="{A4153DDD-ACD6-5326-0783-AC48BB35E8A0}"/>
                  </a:ext>
                </a:extLst>
              </p:cNvPr>
              <p:cNvPicPr/>
              <p:nvPr/>
            </p:nvPicPr>
            <p:blipFill>
              <a:blip r:embed="rId147"/>
              <a:stretch>
                <a:fillRect/>
              </a:stretch>
            </p:blipFill>
            <p:spPr>
              <a:xfrm>
                <a:off x="1980477" y="3910892"/>
                <a:ext cx="4608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66" name="Ink 65">
                <a:extLst>
                  <a:ext uri="{FF2B5EF4-FFF2-40B4-BE49-F238E27FC236}">
                    <a16:creationId xmlns:a16="http://schemas.microsoft.com/office/drawing/2014/main" id="{BEC1F671-1C9F-57B9-0485-893B23A1AE26}"/>
                  </a:ext>
                </a:extLst>
              </p14:cNvPr>
              <p14:cNvContentPartPr/>
              <p14:nvPr/>
            </p14:nvContentPartPr>
            <p14:xfrm>
              <a:off x="2103597" y="3950132"/>
              <a:ext cx="85680" cy="102240"/>
            </p14:xfrm>
          </p:contentPart>
        </mc:Choice>
        <mc:Fallback>
          <p:pic>
            <p:nvPicPr>
              <p:cNvPr id="66" name="Ink 65">
                <a:extLst>
                  <a:ext uri="{FF2B5EF4-FFF2-40B4-BE49-F238E27FC236}">
                    <a16:creationId xmlns:a16="http://schemas.microsoft.com/office/drawing/2014/main" id="{BEC1F671-1C9F-57B9-0485-893B23A1AE26}"/>
                  </a:ext>
                </a:extLst>
              </p:cNvPr>
              <p:cNvPicPr/>
              <p:nvPr/>
            </p:nvPicPr>
            <p:blipFill>
              <a:blip r:embed="rId149"/>
              <a:stretch>
                <a:fillRect/>
              </a:stretch>
            </p:blipFill>
            <p:spPr>
              <a:xfrm>
                <a:off x="2094957" y="3941132"/>
                <a:ext cx="10332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67" name="Ink 66">
                <a:extLst>
                  <a:ext uri="{FF2B5EF4-FFF2-40B4-BE49-F238E27FC236}">
                    <a16:creationId xmlns:a16="http://schemas.microsoft.com/office/drawing/2014/main" id="{0130D8B7-6E38-36F7-5B72-7731CBA4D247}"/>
                  </a:ext>
                </a:extLst>
              </p14:cNvPr>
              <p14:cNvContentPartPr/>
              <p14:nvPr/>
            </p14:nvContentPartPr>
            <p14:xfrm>
              <a:off x="2295837" y="3950132"/>
              <a:ext cx="87120" cy="96480"/>
            </p14:xfrm>
          </p:contentPart>
        </mc:Choice>
        <mc:Fallback>
          <p:pic>
            <p:nvPicPr>
              <p:cNvPr id="67" name="Ink 66">
                <a:extLst>
                  <a:ext uri="{FF2B5EF4-FFF2-40B4-BE49-F238E27FC236}">
                    <a16:creationId xmlns:a16="http://schemas.microsoft.com/office/drawing/2014/main" id="{0130D8B7-6E38-36F7-5B72-7731CBA4D247}"/>
                  </a:ext>
                </a:extLst>
              </p:cNvPr>
              <p:cNvPicPr/>
              <p:nvPr/>
            </p:nvPicPr>
            <p:blipFill>
              <a:blip r:embed="rId151"/>
              <a:stretch>
                <a:fillRect/>
              </a:stretch>
            </p:blipFill>
            <p:spPr>
              <a:xfrm>
                <a:off x="2286837" y="3941492"/>
                <a:ext cx="10476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68" name="Ink 67">
                <a:extLst>
                  <a:ext uri="{FF2B5EF4-FFF2-40B4-BE49-F238E27FC236}">
                    <a16:creationId xmlns:a16="http://schemas.microsoft.com/office/drawing/2014/main" id="{6A4B563E-FABE-9C9D-F98B-78B87AFF1629}"/>
                  </a:ext>
                </a:extLst>
              </p14:cNvPr>
              <p14:cNvContentPartPr/>
              <p14:nvPr/>
            </p14:nvContentPartPr>
            <p14:xfrm>
              <a:off x="2445957" y="3940412"/>
              <a:ext cx="93600" cy="112680"/>
            </p14:xfrm>
          </p:contentPart>
        </mc:Choice>
        <mc:Fallback>
          <p:pic>
            <p:nvPicPr>
              <p:cNvPr id="68" name="Ink 67">
                <a:extLst>
                  <a:ext uri="{FF2B5EF4-FFF2-40B4-BE49-F238E27FC236}">
                    <a16:creationId xmlns:a16="http://schemas.microsoft.com/office/drawing/2014/main" id="{6A4B563E-FABE-9C9D-F98B-78B87AFF1629}"/>
                  </a:ext>
                </a:extLst>
              </p:cNvPr>
              <p:cNvPicPr/>
              <p:nvPr/>
            </p:nvPicPr>
            <p:blipFill>
              <a:blip r:embed="rId153"/>
              <a:stretch>
                <a:fillRect/>
              </a:stretch>
            </p:blipFill>
            <p:spPr>
              <a:xfrm>
                <a:off x="2437317" y="3931412"/>
                <a:ext cx="11124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69" name="Ink 68">
                <a:extLst>
                  <a:ext uri="{FF2B5EF4-FFF2-40B4-BE49-F238E27FC236}">
                    <a16:creationId xmlns:a16="http://schemas.microsoft.com/office/drawing/2014/main" id="{2B27B630-D983-B804-A41F-305980EDE582}"/>
                  </a:ext>
                </a:extLst>
              </p14:cNvPr>
              <p14:cNvContentPartPr/>
              <p14:nvPr/>
            </p14:nvContentPartPr>
            <p14:xfrm>
              <a:off x="2643237" y="3931052"/>
              <a:ext cx="93600" cy="160920"/>
            </p14:xfrm>
          </p:contentPart>
        </mc:Choice>
        <mc:Fallback>
          <p:pic>
            <p:nvPicPr>
              <p:cNvPr id="69" name="Ink 68">
                <a:extLst>
                  <a:ext uri="{FF2B5EF4-FFF2-40B4-BE49-F238E27FC236}">
                    <a16:creationId xmlns:a16="http://schemas.microsoft.com/office/drawing/2014/main" id="{2B27B630-D983-B804-A41F-305980EDE582}"/>
                  </a:ext>
                </a:extLst>
              </p:cNvPr>
              <p:cNvPicPr/>
              <p:nvPr/>
            </p:nvPicPr>
            <p:blipFill>
              <a:blip r:embed="rId155"/>
              <a:stretch>
                <a:fillRect/>
              </a:stretch>
            </p:blipFill>
            <p:spPr>
              <a:xfrm>
                <a:off x="2634237" y="3922052"/>
                <a:ext cx="111240" cy="1785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70" name="Ink 69">
                <a:extLst>
                  <a:ext uri="{FF2B5EF4-FFF2-40B4-BE49-F238E27FC236}">
                    <a16:creationId xmlns:a16="http://schemas.microsoft.com/office/drawing/2014/main" id="{81581A76-29E6-3E54-3613-C86778CFFC7A}"/>
                  </a:ext>
                </a:extLst>
              </p14:cNvPr>
              <p14:cNvContentPartPr/>
              <p14:nvPr/>
            </p14:nvContentPartPr>
            <p14:xfrm>
              <a:off x="2808477" y="3927092"/>
              <a:ext cx="125640" cy="171360"/>
            </p14:xfrm>
          </p:contentPart>
        </mc:Choice>
        <mc:Fallback>
          <p:pic>
            <p:nvPicPr>
              <p:cNvPr id="70" name="Ink 69">
                <a:extLst>
                  <a:ext uri="{FF2B5EF4-FFF2-40B4-BE49-F238E27FC236}">
                    <a16:creationId xmlns:a16="http://schemas.microsoft.com/office/drawing/2014/main" id="{81581A76-29E6-3E54-3613-C86778CFFC7A}"/>
                  </a:ext>
                </a:extLst>
              </p:cNvPr>
              <p:cNvPicPr/>
              <p:nvPr/>
            </p:nvPicPr>
            <p:blipFill>
              <a:blip r:embed="rId157"/>
              <a:stretch>
                <a:fillRect/>
              </a:stretch>
            </p:blipFill>
            <p:spPr>
              <a:xfrm>
                <a:off x="2799837" y="3918092"/>
                <a:ext cx="14328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70" name="Ink 169">
                <a:extLst>
                  <a:ext uri="{FF2B5EF4-FFF2-40B4-BE49-F238E27FC236}">
                    <a16:creationId xmlns:a16="http://schemas.microsoft.com/office/drawing/2014/main" id="{CF5B3FE2-D4B1-510E-E816-1DAEDEFB27AF}"/>
                  </a:ext>
                </a:extLst>
              </p14:cNvPr>
              <p14:cNvContentPartPr/>
              <p14:nvPr/>
            </p14:nvContentPartPr>
            <p14:xfrm>
              <a:off x="5018517" y="3012692"/>
              <a:ext cx="1244880" cy="27000"/>
            </p14:xfrm>
          </p:contentPart>
        </mc:Choice>
        <mc:Fallback>
          <p:pic>
            <p:nvPicPr>
              <p:cNvPr id="170" name="Ink 169">
                <a:extLst>
                  <a:ext uri="{FF2B5EF4-FFF2-40B4-BE49-F238E27FC236}">
                    <a16:creationId xmlns:a16="http://schemas.microsoft.com/office/drawing/2014/main" id="{CF5B3FE2-D4B1-510E-E816-1DAEDEFB27AF}"/>
                  </a:ext>
                </a:extLst>
              </p:cNvPr>
              <p:cNvPicPr/>
              <p:nvPr/>
            </p:nvPicPr>
            <p:blipFill>
              <a:blip r:embed="rId159"/>
              <a:stretch>
                <a:fillRect/>
              </a:stretch>
            </p:blipFill>
            <p:spPr>
              <a:xfrm>
                <a:off x="5009877" y="3004052"/>
                <a:ext cx="126252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71" name="Ink 170">
                <a:extLst>
                  <a:ext uri="{FF2B5EF4-FFF2-40B4-BE49-F238E27FC236}">
                    <a16:creationId xmlns:a16="http://schemas.microsoft.com/office/drawing/2014/main" id="{92A21A41-C35D-22F2-0D8F-62DB451CD76D}"/>
                  </a:ext>
                </a:extLst>
              </p14:cNvPr>
              <p14:cNvContentPartPr/>
              <p14:nvPr/>
            </p14:nvContentPartPr>
            <p14:xfrm>
              <a:off x="6222357" y="2961932"/>
              <a:ext cx="79560" cy="164880"/>
            </p14:xfrm>
          </p:contentPart>
        </mc:Choice>
        <mc:Fallback>
          <p:pic>
            <p:nvPicPr>
              <p:cNvPr id="171" name="Ink 170">
                <a:extLst>
                  <a:ext uri="{FF2B5EF4-FFF2-40B4-BE49-F238E27FC236}">
                    <a16:creationId xmlns:a16="http://schemas.microsoft.com/office/drawing/2014/main" id="{92A21A41-C35D-22F2-0D8F-62DB451CD76D}"/>
                  </a:ext>
                </a:extLst>
              </p:cNvPr>
              <p:cNvPicPr/>
              <p:nvPr/>
            </p:nvPicPr>
            <p:blipFill>
              <a:blip r:embed="rId161"/>
              <a:stretch>
                <a:fillRect/>
              </a:stretch>
            </p:blipFill>
            <p:spPr>
              <a:xfrm>
                <a:off x="6213717" y="2953292"/>
                <a:ext cx="9720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72" name="Ink 171">
                <a:extLst>
                  <a:ext uri="{FF2B5EF4-FFF2-40B4-BE49-F238E27FC236}">
                    <a16:creationId xmlns:a16="http://schemas.microsoft.com/office/drawing/2014/main" id="{51387468-03A3-B4C4-3E49-1179BC627C42}"/>
                  </a:ext>
                </a:extLst>
              </p14:cNvPr>
              <p14:cNvContentPartPr/>
              <p14:nvPr/>
            </p14:nvContentPartPr>
            <p14:xfrm>
              <a:off x="5065317" y="2717492"/>
              <a:ext cx="197640" cy="222480"/>
            </p14:xfrm>
          </p:contentPart>
        </mc:Choice>
        <mc:Fallback>
          <p:pic>
            <p:nvPicPr>
              <p:cNvPr id="172" name="Ink 171">
                <a:extLst>
                  <a:ext uri="{FF2B5EF4-FFF2-40B4-BE49-F238E27FC236}">
                    <a16:creationId xmlns:a16="http://schemas.microsoft.com/office/drawing/2014/main" id="{51387468-03A3-B4C4-3E49-1179BC627C42}"/>
                  </a:ext>
                </a:extLst>
              </p:cNvPr>
              <p:cNvPicPr/>
              <p:nvPr/>
            </p:nvPicPr>
            <p:blipFill>
              <a:blip r:embed="rId163"/>
              <a:stretch>
                <a:fillRect/>
              </a:stretch>
            </p:blipFill>
            <p:spPr>
              <a:xfrm>
                <a:off x="5056317" y="2708852"/>
                <a:ext cx="21528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73" name="Ink 172">
                <a:extLst>
                  <a:ext uri="{FF2B5EF4-FFF2-40B4-BE49-F238E27FC236}">
                    <a16:creationId xmlns:a16="http://schemas.microsoft.com/office/drawing/2014/main" id="{7F9994FA-E00C-EF7E-54D6-59F52CACCBE5}"/>
                  </a:ext>
                </a:extLst>
              </p14:cNvPr>
              <p14:cNvContentPartPr/>
              <p14:nvPr/>
            </p14:nvContentPartPr>
            <p14:xfrm>
              <a:off x="5328117" y="2799932"/>
              <a:ext cx="159120" cy="141480"/>
            </p14:xfrm>
          </p:contentPart>
        </mc:Choice>
        <mc:Fallback>
          <p:pic>
            <p:nvPicPr>
              <p:cNvPr id="173" name="Ink 172">
                <a:extLst>
                  <a:ext uri="{FF2B5EF4-FFF2-40B4-BE49-F238E27FC236}">
                    <a16:creationId xmlns:a16="http://schemas.microsoft.com/office/drawing/2014/main" id="{7F9994FA-E00C-EF7E-54D6-59F52CACCBE5}"/>
                  </a:ext>
                </a:extLst>
              </p:cNvPr>
              <p:cNvPicPr/>
              <p:nvPr/>
            </p:nvPicPr>
            <p:blipFill>
              <a:blip r:embed="rId165"/>
              <a:stretch>
                <a:fillRect/>
              </a:stretch>
            </p:blipFill>
            <p:spPr>
              <a:xfrm>
                <a:off x="5319117" y="2791292"/>
                <a:ext cx="17676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74" name="Ink 173">
                <a:extLst>
                  <a:ext uri="{FF2B5EF4-FFF2-40B4-BE49-F238E27FC236}">
                    <a16:creationId xmlns:a16="http://schemas.microsoft.com/office/drawing/2014/main" id="{7F2ED478-75CE-EAD2-177D-44321747B4AC}"/>
                  </a:ext>
                </a:extLst>
              </p14:cNvPr>
              <p14:cNvContentPartPr/>
              <p14:nvPr/>
            </p14:nvContentPartPr>
            <p14:xfrm>
              <a:off x="5577237" y="2815772"/>
              <a:ext cx="131760" cy="117720"/>
            </p14:xfrm>
          </p:contentPart>
        </mc:Choice>
        <mc:Fallback>
          <p:pic>
            <p:nvPicPr>
              <p:cNvPr id="174" name="Ink 173">
                <a:extLst>
                  <a:ext uri="{FF2B5EF4-FFF2-40B4-BE49-F238E27FC236}">
                    <a16:creationId xmlns:a16="http://schemas.microsoft.com/office/drawing/2014/main" id="{7F2ED478-75CE-EAD2-177D-44321747B4AC}"/>
                  </a:ext>
                </a:extLst>
              </p:cNvPr>
              <p:cNvPicPr/>
              <p:nvPr/>
            </p:nvPicPr>
            <p:blipFill>
              <a:blip r:embed="rId167"/>
              <a:stretch>
                <a:fillRect/>
              </a:stretch>
            </p:blipFill>
            <p:spPr>
              <a:xfrm>
                <a:off x="5568237" y="2807132"/>
                <a:ext cx="14940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75" name="Ink 174">
                <a:extLst>
                  <a:ext uri="{FF2B5EF4-FFF2-40B4-BE49-F238E27FC236}">
                    <a16:creationId xmlns:a16="http://schemas.microsoft.com/office/drawing/2014/main" id="{27886AC5-8724-F655-C80F-EE08B9858DC6}"/>
                  </a:ext>
                </a:extLst>
              </p14:cNvPr>
              <p14:cNvContentPartPr/>
              <p14:nvPr/>
            </p14:nvContentPartPr>
            <p14:xfrm>
              <a:off x="5850837" y="2682932"/>
              <a:ext cx="128880" cy="239040"/>
            </p14:xfrm>
          </p:contentPart>
        </mc:Choice>
        <mc:Fallback>
          <p:pic>
            <p:nvPicPr>
              <p:cNvPr id="175" name="Ink 174">
                <a:extLst>
                  <a:ext uri="{FF2B5EF4-FFF2-40B4-BE49-F238E27FC236}">
                    <a16:creationId xmlns:a16="http://schemas.microsoft.com/office/drawing/2014/main" id="{27886AC5-8724-F655-C80F-EE08B9858DC6}"/>
                  </a:ext>
                </a:extLst>
              </p:cNvPr>
              <p:cNvPicPr/>
              <p:nvPr/>
            </p:nvPicPr>
            <p:blipFill>
              <a:blip r:embed="rId169"/>
              <a:stretch>
                <a:fillRect/>
              </a:stretch>
            </p:blipFill>
            <p:spPr>
              <a:xfrm>
                <a:off x="5841837" y="2674292"/>
                <a:ext cx="146520" cy="2566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76" name="Ink 175">
                <a:extLst>
                  <a:ext uri="{FF2B5EF4-FFF2-40B4-BE49-F238E27FC236}">
                    <a16:creationId xmlns:a16="http://schemas.microsoft.com/office/drawing/2014/main" id="{D9D9BD8D-2103-2AFB-CF7D-A57EE9BA824C}"/>
                  </a:ext>
                </a:extLst>
              </p14:cNvPr>
              <p14:cNvContentPartPr/>
              <p14:nvPr/>
            </p14:nvContentPartPr>
            <p14:xfrm>
              <a:off x="6087357" y="2849612"/>
              <a:ext cx="66240" cy="12240"/>
            </p14:xfrm>
          </p:contentPart>
        </mc:Choice>
        <mc:Fallback>
          <p:pic>
            <p:nvPicPr>
              <p:cNvPr id="176" name="Ink 175">
                <a:extLst>
                  <a:ext uri="{FF2B5EF4-FFF2-40B4-BE49-F238E27FC236}">
                    <a16:creationId xmlns:a16="http://schemas.microsoft.com/office/drawing/2014/main" id="{D9D9BD8D-2103-2AFB-CF7D-A57EE9BA824C}"/>
                  </a:ext>
                </a:extLst>
              </p:cNvPr>
              <p:cNvPicPr/>
              <p:nvPr/>
            </p:nvPicPr>
            <p:blipFill>
              <a:blip r:embed="rId171"/>
              <a:stretch>
                <a:fillRect/>
              </a:stretch>
            </p:blipFill>
            <p:spPr>
              <a:xfrm>
                <a:off x="6078717" y="2840612"/>
                <a:ext cx="8388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77" name="Ink 176">
                <a:extLst>
                  <a:ext uri="{FF2B5EF4-FFF2-40B4-BE49-F238E27FC236}">
                    <a16:creationId xmlns:a16="http://schemas.microsoft.com/office/drawing/2014/main" id="{F09E8770-2EF5-450D-5238-3B69F4C15FAF}"/>
                  </a:ext>
                </a:extLst>
              </p14:cNvPr>
              <p14:cNvContentPartPr/>
              <p14:nvPr/>
            </p14:nvContentPartPr>
            <p14:xfrm>
              <a:off x="6248277" y="2729012"/>
              <a:ext cx="113760" cy="237960"/>
            </p14:xfrm>
          </p:contentPart>
        </mc:Choice>
        <mc:Fallback>
          <p:pic>
            <p:nvPicPr>
              <p:cNvPr id="177" name="Ink 176">
                <a:extLst>
                  <a:ext uri="{FF2B5EF4-FFF2-40B4-BE49-F238E27FC236}">
                    <a16:creationId xmlns:a16="http://schemas.microsoft.com/office/drawing/2014/main" id="{F09E8770-2EF5-450D-5238-3B69F4C15FAF}"/>
                  </a:ext>
                </a:extLst>
              </p:cNvPr>
              <p:cNvPicPr/>
              <p:nvPr/>
            </p:nvPicPr>
            <p:blipFill>
              <a:blip r:embed="rId173"/>
              <a:stretch>
                <a:fillRect/>
              </a:stretch>
            </p:blipFill>
            <p:spPr>
              <a:xfrm>
                <a:off x="6239637" y="2720372"/>
                <a:ext cx="13140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229" name="Ink 228">
                <a:extLst>
                  <a:ext uri="{FF2B5EF4-FFF2-40B4-BE49-F238E27FC236}">
                    <a16:creationId xmlns:a16="http://schemas.microsoft.com/office/drawing/2014/main" id="{63D87828-C6E9-06C3-181B-BA1763718C14}"/>
                  </a:ext>
                </a:extLst>
              </p14:cNvPr>
              <p14:cNvContentPartPr/>
              <p14:nvPr/>
            </p14:nvContentPartPr>
            <p14:xfrm>
              <a:off x="10051677" y="2313572"/>
              <a:ext cx="127080" cy="8640"/>
            </p14:xfrm>
          </p:contentPart>
        </mc:Choice>
        <mc:Fallback>
          <p:pic>
            <p:nvPicPr>
              <p:cNvPr id="229" name="Ink 228">
                <a:extLst>
                  <a:ext uri="{FF2B5EF4-FFF2-40B4-BE49-F238E27FC236}">
                    <a16:creationId xmlns:a16="http://schemas.microsoft.com/office/drawing/2014/main" id="{63D87828-C6E9-06C3-181B-BA1763718C14}"/>
                  </a:ext>
                </a:extLst>
              </p:cNvPr>
              <p:cNvPicPr/>
              <p:nvPr/>
            </p:nvPicPr>
            <p:blipFill>
              <a:blip r:embed="rId175"/>
              <a:stretch>
                <a:fillRect/>
              </a:stretch>
            </p:blipFill>
            <p:spPr>
              <a:xfrm>
                <a:off x="10042677" y="2304932"/>
                <a:ext cx="14472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204" name="Ink 203">
                <a:extLst>
                  <a:ext uri="{FF2B5EF4-FFF2-40B4-BE49-F238E27FC236}">
                    <a16:creationId xmlns:a16="http://schemas.microsoft.com/office/drawing/2014/main" id="{F183D7DE-E3DC-3B3F-9039-B2314C26EFFF}"/>
                  </a:ext>
                </a:extLst>
              </p14:cNvPr>
              <p14:cNvContentPartPr/>
              <p14:nvPr/>
            </p14:nvContentPartPr>
            <p14:xfrm>
              <a:off x="6455637" y="3288812"/>
              <a:ext cx="2815560" cy="1072080"/>
            </p14:xfrm>
          </p:contentPart>
        </mc:Choice>
        <mc:Fallback>
          <p:pic>
            <p:nvPicPr>
              <p:cNvPr id="204" name="Ink 203">
                <a:extLst>
                  <a:ext uri="{FF2B5EF4-FFF2-40B4-BE49-F238E27FC236}">
                    <a16:creationId xmlns:a16="http://schemas.microsoft.com/office/drawing/2014/main" id="{F183D7DE-E3DC-3B3F-9039-B2314C26EFFF}"/>
                  </a:ext>
                </a:extLst>
              </p:cNvPr>
              <p:cNvPicPr/>
              <p:nvPr/>
            </p:nvPicPr>
            <p:blipFill>
              <a:blip r:embed="rId177"/>
              <a:stretch>
                <a:fillRect/>
              </a:stretch>
            </p:blipFill>
            <p:spPr>
              <a:xfrm>
                <a:off x="6446997" y="3280172"/>
                <a:ext cx="2833200" cy="108972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205" name="Ink 204">
                <a:extLst>
                  <a:ext uri="{FF2B5EF4-FFF2-40B4-BE49-F238E27FC236}">
                    <a16:creationId xmlns:a16="http://schemas.microsoft.com/office/drawing/2014/main" id="{A7EEDFFA-1515-3275-F53E-5268E898D4A3}"/>
                  </a:ext>
                </a:extLst>
              </p14:cNvPr>
              <p14:cNvContentPartPr/>
              <p14:nvPr/>
            </p14:nvContentPartPr>
            <p14:xfrm>
              <a:off x="7053597" y="3519212"/>
              <a:ext cx="170280" cy="265680"/>
            </p14:xfrm>
          </p:contentPart>
        </mc:Choice>
        <mc:Fallback>
          <p:pic>
            <p:nvPicPr>
              <p:cNvPr id="205" name="Ink 204">
                <a:extLst>
                  <a:ext uri="{FF2B5EF4-FFF2-40B4-BE49-F238E27FC236}">
                    <a16:creationId xmlns:a16="http://schemas.microsoft.com/office/drawing/2014/main" id="{A7EEDFFA-1515-3275-F53E-5268E898D4A3}"/>
                  </a:ext>
                </a:extLst>
              </p:cNvPr>
              <p:cNvPicPr/>
              <p:nvPr/>
            </p:nvPicPr>
            <p:blipFill>
              <a:blip r:embed="rId179"/>
              <a:stretch>
                <a:fillRect/>
              </a:stretch>
            </p:blipFill>
            <p:spPr>
              <a:xfrm>
                <a:off x="7044957" y="3510572"/>
                <a:ext cx="187920" cy="2833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206" name="Ink 205">
                <a:extLst>
                  <a:ext uri="{FF2B5EF4-FFF2-40B4-BE49-F238E27FC236}">
                    <a16:creationId xmlns:a16="http://schemas.microsoft.com/office/drawing/2014/main" id="{2EC84624-C3BF-E209-577B-CDA102DDC3ED}"/>
                  </a:ext>
                </a:extLst>
              </p14:cNvPr>
              <p14:cNvContentPartPr/>
              <p14:nvPr/>
            </p14:nvContentPartPr>
            <p14:xfrm>
              <a:off x="7278957" y="3577892"/>
              <a:ext cx="167400" cy="160200"/>
            </p14:xfrm>
          </p:contentPart>
        </mc:Choice>
        <mc:Fallback>
          <p:pic>
            <p:nvPicPr>
              <p:cNvPr id="206" name="Ink 205">
                <a:extLst>
                  <a:ext uri="{FF2B5EF4-FFF2-40B4-BE49-F238E27FC236}">
                    <a16:creationId xmlns:a16="http://schemas.microsoft.com/office/drawing/2014/main" id="{2EC84624-C3BF-E209-577B-CDA102DDC3ED}"/>
                  </a:ext>
                </a:extLst>
              </p:cNvPr>
              <p:cNvPicPr/>
              <p:nvPr/>
            </p:nvPicPr>
            <p:blipFill>
              <a:blip r:embed="rId181"/>
              <a:stretch>
                <a:fillRect/>
              </a:stretch>
            </p:blipFill>
            <p:spPr>
              <a:xfrm>
                <a:off x="7270317" y="3569252"/>
                <a:ext cx="18504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207" name="Ink 206">
                <a:extLst>
                  <a:ext uri="{FF2B5EF4-FFF2-40B4-BE49-F238E27FC236}">
                    <a16:creationId xmlns:a16="http://schemas.microsoft.com/office/drawing/2014/main" id="{05E88C26-9417-64ED-BD2D-2CB353B3B2AC}"/>
                  </a:ext>
                </a:extLst>
              </p14:cNvPr>
              <p14:cNvContentPartPr/>
              <p14:nvPr/>
            </p14:nvContentPartPr>
            <p14:xfrm>
              <a:off x="7533117" y="3580412"/>
              <a:ext cx="157320" cy="125640"/>
            </p14:xfrm>
          </p:contentPart>
        </mc:Choice>
        <mc:Fallback>
          <p:pic>
            <p:nvPicPr>
              <p:cNvPr id="207" name="Ink 206">
                <a:extLst>
                  <a:ext uri="{FF2B5EF4-FFF2-40B4-BE49-F238E27FC236}">
                    <a16:creationId xmlns:a16="http://schemas.microsoft.com/office/drawing/2014/main" id="{05E88C26-9417-64ED-BD2D-2CB353B3B2AC}"/>
                  </a:ext>
                </a:extLst>
              </p:cNvPr>
              <p:cNvPicPr/>
              <p:nvPr/>
            </p:nvPicPr>
            <p:blipFill>
              <a:blip r:embed="rId183"/>
              <a:stretch>
                <a:fillRect/>
              </a:stretch>
            </p:blipFill>
            <p:spPr>
              <a:xfrm>
                <a:off x="7524117" y="3571412"/>
                <a:ext cx="17496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208" name="Ink 207">
                <a:extLst>
                  <a:ext uri="{FF2B5EF4-FFF2-40B4-BE49-F238E27FC236}">
                    <a16:creationId xmlns:a16="http://schemas.microsoft.com/office/drawing/2014/main" id="{D9A7CD5E-B535-9558-8E7E-92AA7C649F67}"/>
                  </a:ext>
                </a:extLst>
              </p14:cNvPr>
              <p14:cNvContentPartPr/>
              <p14:nvPr/>
            </p14:nvContentPartPr>
            <p14:xfrm>
              <a:off x="7697997" y="3485372"/>
              <a:ext cx="259560" cy="198720"/>
            </p14:xfrm>
          </p:contentPart>
        </mc:Choice>
        <mc:Fallback>
          <p:pic>
            <p:nvPicPr>
              <p:cNvPr id="208" name="Ink 207">
                <a:extLst>
                  <a:ext uri="{FF2B5EF4-FFF2-40B4-BE49-F238E27FC236}">
                    <a16:creationId xmlns:a16="http://schemas.microsoft.com/office/drawing/2014/main" id="{D9A7CD5E-B535-9558-8E7E-92AA7C649F67}"/>
                  </a:ext>
                </a:extLst>
              </p:cNvPr>
              <p:cNvPicPr/>
              <p:nvPr/>
            </p:nvPicPr>
            <p:blipFill>
              <a:blip r:embed="rId185"/>
              <a:stretch>
                <a:fillRect/>
              </a:stretch>
            </p:blipFill>
            <p:spPr>
              <a:xfrm>
                <a:off x="7689357" y="3476372"/>
                <a:ext cx="277200" cy="2163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209" name="Ink 208">
                <a:extLst>
                  <a:ext uri="{FF2B5EF4-FFF2-40B4-BE49-F238E27FC236}">
                    <a16:creationId xmlns:a16="http://schemas.microsoft.com/office/drawing/2014/main" id="{EED9B54E-17A5-8765-D2B9-20808FC8162A}"/>
                  </a:ext>
                </a:extLst>
              </p14:cNvPr>
              <p14:cNvContentPartPr/>
              <p14:nvPr/>
            </p14:nvContentPartPr>
            <p14:xfrm>
              <a:off x="7919397" y="3551612"/>
              <a:ext cx="141120" cy="124560"/>
            </p14:xfrm>
          </p:contentPart>
        </mc:Choice>
        <mc:Fallback>
          <p:pic>
            <p:nvPicPr>
              <p:cNvPr id="209" name="Ink 208">
                <a:extLst>
                  <a:ext uri="{FF2B5EF4-FFF2-40B4-BE49-F238E27FC236}">
                    <a16:creationId xmlns:a16="http://schemas.microsoft.com/office/drawing/2014/main" id="{EED9B54E-17A5-8765-D2B9-20808FC8162A}"/>
                  </a:ext>
                </a:extLst>
              </p:cNvPr>
              <p:cNvPicPr/>
              <p:nvPr/>
            </p:nvPicPr>
            <p:blipFill>
              <a:blip r:embed="rId187"/>
              <a:stretch>
                <a:fillRect/>
              </a:stretch>
            </p:blipFill>
            <p:spPr>
              <a:xfrm>
                <a:off x="7910397" y="3542972"/>
                <a:ext cx="15876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210" name="Ink 209">
                <a:extLst>
                  <a:ext uri="{FF2B5EF4-FFF2-40B4-BE49-F238E27FC236}">
                    <a16:creationId xmlns:a16="http://schemas.microsoft.com/office/drawing/2014/main" id="{6849866F-37CF-57A9-7B62-DFAC568F5556}"/>
                  </a:ext>
                </a:extLst>
              </p14:cNvPr>
              <p14:cNvContentPartPr/>
              <p14:nvPr/>
            </p14:nvContentPartPr>
            <p14:xfrm>
              <a:off x="8137197" y="3458732"/>
              <a:ext cx="360" cy="21240"/>
            </p14:xfrm>
          </p:contentPart>
        </mc:Choice>
        <mc:Fallback>
          <p:pic>
            <p:nvPicPr>
              <p:cNvPr id="210" name="Ink 209">
                <a:extLst>
                  <a:ext uri="{FF2B5EF4-FFF2-40B4-BE49-F238E27FC236}">
                    <a16:creationId xmlns:a16="http://schemas.microsoft.com/office/drawing/2014/main" id="{6849866F-37CF-57A9-7B62-DFAC568F5556}"/>
                  </a:ext>
                </a:extLst>
              </p:cNvPr>
              <p:cNvPicPr/>
              <p:nvPr/>
            </p:nvPicPr>
            <p:blipFill>
              <a:blip r:embed="rId189"/>
              <a:stretch>
                <a:fillRect/>
              </a:stretch>
            </p:blipFill>
            <p:spPr>
              <a:xfrm>
                <a:off x="8128557" y="3450092"/>
                <a:ext cx="1800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211" name="Ink 210">
                <a:extLst>
                  <a:ext uri="{FF2B5EF4-FFF2-40B4-BE49-F238E27FC236}">
                    <a16:creationId xmlns:a16="http://schemas.microsoft.com/office/drawing/2014/main" id="{E99E2EB1-C288-9885-3F00-E7687E76286F}"/>
                  </a:ext>
                </a:extLst>
              </p14:cNvPr>
              <p14:cNvContentPartPr/>
              <p14:nvPr/>
            </p14:nvContentPartPr>
            <p14:xfrm>
              <a:off x="8175717" y="3510932"/>
              <a:ext cx="358200" cy="179280"/>
            </p14:xfrm>
          </p:contentPart>
        </mc:Choice>
        <mc:Fallback>
          <p:pic>
            <p:nvPicPr>
              <p:cNvPr id="211" name="Ink 210">
                <a:extLst>
                  <a:ext uri="{FF2B5EF4-FFF2-40B4-BE49-F238E27FC236}">
                    <a16:creationId xmlns:a16="http://schemas.microsoft.com/office/drawing/2014/main" id="{E99E2EB1-C288-9885-3F00-E7687E76286F}"/>
                  </a:ext>
                </a:extLst>
              </p:cNvPr>
              <p:cNvPicPr/>
              <p:nvPr/>
            </p:nvPicPr>
            <p:blipFill>
              <a:blip r:embed="rId191"/>
              <a:stretch>
                <a:fillRect/>
              </a:stretch>
            </p:blipFill>
            <p:spPr>
              <a:xfrm>
                <a:off x="8167077" y="3502292"/>
                <a:ext cx="37584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212" name="Ink 211">
                <a:extLst>
                  <a:ext uri="{FF2B5EF4-FFF2-40B4-BE49-F238E27FC236}">
                    <a16:creationId xmlns:a16="http://schemas.microsoft.com/office/drawing/2014/main" id="{EF755978-34A8-6E7B-87E4-D766D8A9D873}"/>
                  </a:ext>
                </a:extLst>
              </p14:cNvPr>
              <p14:cNvContentPartPr/>
              <p14:nvPr/>
            </p14:nvContentPartPr>
            <p14:xfrm>
              <a:off x="7888437" y="3851852"/>
              <a:ext cx="189360" cy="292320"/>
            </p14:xfrm>
          </p:contentPart>
        </mc:Choice>
        <mc:Fallback>
          <p:pic>
            <p:nvPicPr>
              <p:cNvPr id="212" name="Ink 211">
                <a:extLst>
                  <a:ext uri="{FF2B5EF4-FFF2-40B4-BE49-F238E27FC236}">
                    <a16:creationId xmlns:a16="http://schemas.microsoft.com/office/drawing/2014/main" id="{EF755978-34A8-6E7B-87E4-D766D8A9D873}"/>
                  </a:ext>
                </a:extLst>
              </p:cNvPr>
              <p:cNvPicPr/>
              <p:nvPr/>
            </p:nvPicPr>
            <p:blipFill>
              <a:blip r:embed="rId193"/>
              <a:stretch>
                <a:fillRect/>
              </a:stretch>
            </p:blipFill>
            <p:spPr>
              <a:xfrm>
                <a:off x="7879437" y="3843212"/>
                <a:ext cx="20700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213" name="Ink 212">
                <a:extLst>
                  <a:ext uri="{FF2B5EF4-FFF2-40B4-BE49-F238E27FC236}">
                    <a16:creationId xmlns:a16="http://schemas.microsoft.com/office/drawing/2014/main" id="{07D42084-2672-18D9-A18A-CE2210A669E7}"/>
                  </a:ext>
                </a:extLst>
              </p14:cNvPr>
              <p14:cNvContentPartPr/>
              <p14:nvPr/>
            </p14:nvContentPartPr>
            <p14:xfrm>
              <a:off x="7986357" y="3820892"/>
              <a:ext cx="425880" cy="299160"/>
            </p14:xfrm>
          </p:contentPart>
        </mc:Choice>
        <mc:Fallback>
          <p:pic>
            <p:nvPicPr>
              <p:cNvPr id="213" name="Ink 212">
                <a:extLst>
                  <a:ext uri="{FF2B5EF4-FFF2-40B4-BE49-F238E27FC236}">
                    <a16:creationId xmlns:a16="http://schemas.microsoft.com/office/drawing/2014/main" id="{07D42084-2672-18D9-A18A-CE2210A669E7}"/>
                  </a:ext>
                </a:extLst>
              </p:cNvPr>
              <p:cNvPicPr/>
              <p:nvPr/>
            </p:nvPicPr>
            <p:blipFill>
              <a:blip r:embed="rId195"/>
              <a:stretch>
                <a:fillRect/>
              </a:stretch>
            </p:blipFill>
            <p:spPr>
              <a:xfrm>
                <a:off x="7977357" y="3811892"/>
                <a:ext cx="44352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214" name="Ink 213">
                <a:extLst>
                  <a:ext uri="{FF2B5EF4-FFF2-40B4-BE49-F238E27FC236}">
                    <a16:creationId xmlns:a16="http://schemas.microsoft.com/office/drawing/2014/main" id="{00E5E075-3FC9-C426-846A-79AD3C490226}"/>
                  </a:ext>
                </a:extLst>
              </p14:cNvPr>
              <p14:cNvContentPartPr/>
              <p14:nvPr/>
            </p14:nvContentPartPr>
            <p14:xfrm>
              <a:off x="8439957" y="3929612"/>
              <a:ext cx="27360" cy="134280"/>
            </p14:xfrm>
          </p:contentPart>
        </mc:Choice>
        <mc:Fallback>
          <p:pic>
            <p:nvPicPr>
              <p:cNvPr id="214" name="Ink 213">
                <a:extLst>
                  <a:ext uri="{FF2B5EF4-FFF2-40B4-BE49-F238E27FC236}">
                    <a16:creationId xmlns:a16="http://schemas.microsoft.com/office/drawing/2014/main" id="{00E5E075-3FC9-C426-846A-79AD3C490226}"/>
                  </a:ext>
                </a:extLst>
              </p:cNvPr>
              <p:cNvPicPr/>
              <p:nvPr/>
            </p:nvPicPr>
            <p:blipFill>
              <a:blip r:embed="rId197"/>
              <a:stretch>
                <a:fillRect/>
              </a:stretch>
            </p:blipFill>
            <p:spPr>
              <a:xfrm>
                <a:off x="8431317" y="3920972"/>
                <a:ext cx="45000" cy="1519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230" name="Ink 229">
                <a:extLst>
                  <a:ext uri="{FF2B5EF4-FFF2-40B4-BE49-F238E27FC236}">
                    <a16:creationId xmlns:a16="http://schemas.microsoft.com/office/drawing/2014/main" id="{CD47CA51-C0B7-C6BE-6DD1-C990675CCFC9}"/>
                  </a:ext>
                </a:extLst>
              </p14:cNvPr>
              <p14:cNvContentPartPr/>
              <p14:nvPr/>
            </p14:nvContentPartPr>
            <p14:xfrm>
              <a:off x="6806997" y="3295652"/>
              <a:ext cx="193680" cy="143640"/>
            </p14:xfrm>
          </p:contentPart>
        </mc:Choice>
        <mc:Fallback>
          <p:pic>
            <p:nvPicPr>
              <p:cNvPr id="230" name="Ink 229">
                <a:extLst>
                  <a:ext uri="{FF2B5EF4-FFF2-40B4-BE49-F238E27FC236}">
                    <a16:creationId xmlns:a16="http://schemas.microsoft.com/office/drawing/2014/main" id="{CD47CA51-C0B7-C6BE-6DD1-C990675CCFC9}"/>
                  </a:ext>
                </a:extLst>
              </p:cNvPr>
              <p:cNvPicPr/>
              <p:nvPr/>
            </p:nvPicPr>
            <p:blipFill>
              <a:blip r:embed="rId199"/>
              <a:stretch>
                <a:fillRect/>
              </a:stretch>
            </p:blipFill>
            <p:spPr>
              <a:xfrm>
                <a:off x="6798357" y="3286652"/>
                <a:ext cx="211320" cy="1612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81" name="Ink 180">
                <a:extLst>
                  <a:ext uri="{FF2B5EF4-FFF2-40B4-BE49-F238E27FC236}">
                    <a16:creationId xmlns:a16="http://schemas.microsoft.com/office/drawing/2014/main" id="{77F8A8B1-A7F9-A423-74E1-64C38FD1765E}"/>
                  </a:ext>
                </a:extLst>
              </p14:cNvPr>
              <p14:cNvContentPartPr/>
              <p14:nvPr/>
            </p14:nvContentPartPr>
            <p14:xfrm>
              <a:off x="6632397" y="1314932"/>
              <a:ext cx="3092040" cy="1731240"/>
            </p14:xfrm>
          </p:contentPart>
        </mc:Choice>
        <mc:Fallback>
          <p:pic>
            <p:nvPicPr>
              <p:cNvPr id="181" name="Ink 180">
                <a:extLst>
                  <a:ext uri="{FF2B5EF4-FFF2-40B4-BE49-F238E27FC236}">
                    <a16:creationId xmlns:a16="http://schemas.microsoft.com/office/drawing/2014/main" id="{77F8A8B1-A7F9-A423-74E1-64C38FD1765E}"/>
                  </a:ext>
                </a:extLst>
              </p:cNvPr>
              <p:cNvPicPr/>
              <p:nvPr/>
            </p:nvPicPr>
            <p:blipFill>
              <a:blip r:embed="rId201"/>
              <a:stretch>
                <a:fillRect/>
              </a:stretch>
            </p:blipFill>
            <p:spPr>
              <a:xfrm>
                <a:off x="6623757" y="1305932"/>
                <a:ext cx="3109680" cy="17488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82" name="Ink 181">
                <a:extLst>
                  <a:ext uri="{FF2B5EF4-FFF2-40B4-BE49-F238E27FC236}">
                    <a16:creationId xmlns:a16="http://schemas.microsoft.com/office/drawing/2014/main" id="{68002E0C-EE54-404A-AD41-512B3F7B2FD7}"/>
                  </a:ext>
                </a:extLst>
              </p14:cNvPr>
              <p14:cNvContentPartPr/>
              <p14:nvPr/>
            </p14:nvContentPartPr>
            <p14:xfrm>
              <a:off x="7204437" y="1633172"/>
              <a:ext cx="141480" cy="477720"/>
            </p14:xfrm>
          </p:contentPart>
        </mc:Choice>
        <mc:Fallback>
          <p:pic>
            <p:nvPicPr>
              <p:cNvPr id="182" name="Ink 181">
                <a:extLst>
                  <a:ext uri="{FF2B5EF4-FFF2-40B4-BE49-F238E27FC236}">
                    <a16:creationId xmlns:a16="http://schemas.microsoft.com/office/drawing/2014/main" id="{68002E0C-EE54-404A-AD41-512B3F7B2FD7}"/>
                  </a:ext>
                </a:extLst>
              </p:cNvPr>
              <p:cNvPicPr/>
              <p:nvPr/>
            </p:nvPicPr>
            <p:blipFill>
              <a:blip r:embed="rId203"/>
              <a:stretch>
                <a:fillRect/>
              </a:stretch>
            </p:blipFill>
            <p:spPr>
              <a:xfrm>
                <a:off x="7195437" y="1624532"/>
                <a:ext cx="159120" cy="4953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83" name="Ink 182">
                <a:extLst>
                  <a:ext uri="{FF2B5EF4-FFF2-40B4-BE49-F238E27FC236}">
                    <a16:creationId xmlns:a16="http://schemas.microsoft.com/office/drawing/2014/main" id="{4E91E770-18DE-65D5-DF72-C467C37A94DC}"/>
                  </a:ext>
                </a:extLst>
              </p14:cNvPr>
              <p14:cNvContentPartPr/>
              <p14:nvPr/>
            </p14:nvContentPartPr>
            <p14:xfrm>
              <a:off x="7326477" y="1859612"/>
              <a:ext cx="121320" cy="203040"/>
            </p14:xfrm>
          </p:contentPart>
        </mc:Choice>
        <mc:Fallback>
          <p:pic>
            <p:nvPicPr>
              <p:cNvPr id="183" name="Ink 182">
                <a:extLst>
                  <a:ext uri="{FF2B5EF4-FFF2-40B4-BE49-F238E27FC236}">
                    <a16:creationId xmlns:a16="http://schemas.microsoft.com/office/drawing/2014/main" id="{4E91E770-18DE-65D5-DF72-C467C37A94DC}"/>
                  </a:ext>
                </a:extLst>
              </p:cNvPr>
              <p:cNvPicPr/>
              <p:nvPr/>
            </p:nvPicPr>
            <p:blipFill>
              <a:blip r:embed="rId205"/>
              <a:stretch>
                <a:fillRect/>
              </a:stretch>
            </p:blipFill>
            <p:spPr>
              <a:xfrm>
                <a:off x="7317837" y="1850972"/>
                <a:ext cx="138960" cy="22068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84" name="Ink 183">
                <a:extLst>
                  <a:ext uri="{FF2B5EF4-FFF2-40B4-BE49-F238E27FC236}">
                    <a16:creationId xmlns:a16="http://schemas.microsoft.com/office/drawing/2014/main" id="{6BF9C593-F6FF-198C-5E00-233E5D101824}"/>
                  </a:ext>
                </a:extLst>
              </p14:cNvPr>
              <p14:cNvContentPartPr/>
              <p14:nvPr/>
            </p14:nvContentPartPr>
            <p14:xfrm>
              <a:off x="7522677" y="1800572"/>
              <a:ext cx="120960" cy="238680"/>
            </p14:xfrm>
          </p:contentPart>
        </mc:Choice>
        <mc:Fallback>
          <p:pic>
            <p:nvPicPr>
              <p:cNvPr id="184" name="Ink 183">
                <a:extLst>
                  <a:ext uri="{FF2B5EF4-FFF2-40B4-BE49-F238E27FC236}">
                    <a16:creationId xmlns:a16="http://schemas.microsoft.com/office/drawing/2014/main" id="{6BF9C593-F6FF-198C-5E00-233E5D101824}"/>
                  </a:ext>
                </a:extLst>
              </p:cNvPr>
              <p:cNvPicPr/>
              <p:nvPr/>
            </p:nvPicPr>
            <p:blipFill>
              <a:blip r:embed="rId207"/>
              <a:stretch>
                <a:fillRect/>
              </a:stretch>
            </p:blipFill>
            <p:spPr>
              <a:xfrm>
                <a:off x="7513677" y="1791932"/>
                <a:ext cx="13860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85" name="Ink 184">
                <a:extLst>
                  <a:ext uri="{FF2B5EF4-FFF2-40B4-BE49-F238E27FC236}">
                    <a16:creationId xmlns:a16="http://schemas.microsoft.com/office/drawing/2014/main" id="{4F2B43CE-72E6-84CC-4CC7-EF88AA5F088F}"/>
                  </a:ext>
                </a:extLst>
              </p14:cNvPr>
              <p14:cNvContentPartPr/>
              <p14:nvPr/>
            </p14:nvContentPartPr>
            <p14:xfrm>
              <a:off x="7691517" y="1808132"/>
              <a:ext cx="93240" cy="263880"/>
            </p14:xfrm>
          </p:contentPart>
        </mc:Choice>
        <mc:Fallback>
          <p:pic>
            <p:nvPicPr>
              <p:cNvPr id="185" name="Ink 184">
                <a:extLst>
                  <a:ext uri="{FF2B5EF4-FFF2-40B4-BE49-F238E27FC236}">
                    <a16:creationId xmlns:a16="http://schemas.microsoft.com/office/drawing/2014/main" id="{4F2B43CE-72E6-84CC-4CC7-EF88AA5F088F}"/>
                  </a:ext>
                </a:extLst>
              </p:cNvPr>
              <p:cNvPicPr/>
              <p:nvPr/>
            </p:nvPicPr>
            <p:blipFill>
              <a:blip r:embed="rId209"/>
              <a:stretch>
                <a:fillRect/>
              </a:stretch>
            </p:blipFill>
            <p:spPr>
              <a:xfrm>
                <a:off x="7682877" y="1799132"/>
                <a:ext cx="110880" cy="28152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86" name="Ink 185">
                <a:extLst>
                  <a:ext uri="{FF2B5EF4-FFF2-40B4-BE49-F238E27FC236}">
                    <a16:creationId xmlns:a16="http://schemas.microsoft.com/office/drawing/2014/main" id="{CA7FC35D-F3F9-716B-CFFD-1EB3156D7BA7}"/>
                  </a:ext>
                </a:extLst>
              </p14:cNvPr>
              <p14:cNvContentPartPr/>
              <p14:nvPr/>
            </p14:nvContentPartPr>
            <p14:xfrm>
              <a:off x="7820757" y="1839452"/>
              <a:ext cx="158760" cy="240480"/>
            </p14:xfrm>
          </p:contentPart>
        </mc:Choice>
        <mc:Fallback>
          <p:pic>
            <p:nvPicPr>
              <p:cNvPr id="186" name="Ink 185">
                <a:extLst>
                  <a:ext uri="{FF2B5EF4-FFF2-40B4-BE49-F238E27FC236}">
                    <a16:creationId xmlns:a16="http://schemas.microsoft.com/office/drawing/2014/main" id="{CA7FC35D-F3F9-716B-CFFD-1EB3156D7BA7}"/>
                  </a:ext>
                </a:extLst>
              </p:cNvPr>
              <p:cNvPicPr/>
              <p:nvPr/>
            </p:nvPicPr>
            <p:blipFill>
              <a:blip r:embed="rId211"/>
              <a:stretch>
                <a:fillRect/>
              </a:stretch>
            </p:blipFill>
            <p:spPr>
              <a:xfrm>
                <a:off x="7811757" y="1830812"/>
                <a:ext cx="17640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87" name="Ink 186">
                <a:extLst>
                  <a:ext uri="{FF2B5EF4-FFF2-40B4-BE49-F238E27FC236}">
                    <a16:creationId xmlns:a16="http://schemas.microsoft.com/office/drawing/2014/main" id="{4446A959-3301-99C6-1BA0-B0E0BDF76F7D}"/>
                  </a:ext>
                </a:extLst>
              </p14:cNvPr>
              <p14:cNvContentPartPr/>
              <p14:nvPr/>
            </p14:nvContentPartPr>
            <p14:xfrm>
              <a:off x="8024877" y="1849172"/>
              <a:ext cx="180000" cy="217800"/>
            </p14:xfrm>
          </p:contentPart>
        </mc:Choice>
        <mc:Fallback>
          <p:pic>
            <p:nvPicPr>
              <p:cNvPr id="187" name="Ink 186">
                <a:extLst>
                  <a:ext uri="{FF2B5EF4-FFF2-40B4-BE49-F238E27FC236}">
                    <a16:creationId xmlns:a16="http://schemas.microsoft.com/office/drawing/2014/main" id="{4446A959-3301-99C6-1BA0-B0E0BDF76F7D}"/>
                  </a:ext>
                </a:extLst>
              </p:cNvPr>
              <p:cNvPicPr/>
              <p:nvPr/>
            </p:nvPicPr>
            <p:blipFill>
              <a:blip r:embed="rId213"/>
              <a:stretch>
                <a:fillRect/>
              </a:stretch>
            </p:blipFill>
            <p:spPr>
              <a:xfrm>
                <a:off x="8015877" y="1840172"/>
                <a:ext cx="197640" cy="2354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88" name="Ink 187">
                <a:extLst>
                  <a:ext uri="{FF2B5EF4-FFF2-40B4-BE49-F238E27FC236}">
                    <a16:creationId xmlns:a16="http://schemas.microsoft.com/office/drawing/2014/main" id="{069564C8-D34F-C27A-800C-1D8AE655D86F}"/>
                  </a:ext>
                </a:extLst>
              </p14:cNvPr>
              <p14:cNvContentPartPr/>
              <p14:nvPr/>
            </p14:nvContentPartPr>
            <p14:xfrm>
              <a:off x="8228997" y="1887692"/>
              <a:ext cx="103680" cy="400320"/>
            </p14:xfrm>
          </p:contentPart>
        </mc:Choice>
        <mc:Fallback>
          <p:pic>
            <p:nvPicPr>
              <p:cNvPr id="188" name="Ink 187">
                <a:extLst>
                  <a:ext uri="{FF2B5EF4-FFF2-40B4-BE49-F238E27FC236}">
                    <a16:creationId xmlns:a16="http://schemas.microsoft.com/office/drawing/2014/main" id="{069564C8-D34F-C27A-800C-1D8AE655D86F}"/>
                  </a:ext>
                </a:extLst>
              </p:cNvPr>
              <p:cNvPicPr/>
              <p:nvPr/>
            </p:nvPicPr>
            <p:blipFill>
              <a:blip r:embed="rId215"/>
              <a:stretch>
                <a:fillRect/>
              </a:stretch>
            </p:blipFill>
            <p:spPr>
              <a:xfrm>
                <a:off x="8220357" y="1878692"/>
                <a:ext cx="121320" cy="41796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89" name="Ink 188">
                <a:extLst>
                  <a:ext uri="{FF2B5EF4-FFF2-40B4-BE49-F238E27FC236}">
                    <a16:creationId xmlns:a16="http://schemas.microsoft.com/office/drawing/2014/main" id="{F2A4ECAC-2A66-C3C8-9A7B-0FA21BC8829D}"/>
                  </a:ext>
                </a:extLst>
              </p14:cNvPr>
              <p14:cNvContentPartPr/>
              <p14:nvPr/>
            </p14:nvContentPartPr>
            <p14:xfrm>
              <a:off x="8396037" y="1875092"/>
              <a:ext cx="114840" cy="212040"/>
            </p14:xfrm>
          </p:contentPart>
        </mc:Choice>
        <mc:Fallback>
          <p:pic>
            <p:nvPicPr>
              <p:cNvPr id="189" name="Ink 188">
                <a:extLst>
                  <a:ext uri="{FF2B5EF4-FFF2-40B4-BE49-F238E27FC236}">
                    <a16:creationId xmlns:a16="http://schemas.microsoft.com/office/drawing/2014/main" id="{F2A4ECAC-2A66-C3C8-9A7B-0FA21BC8829D}"/>
                  </a:ext>
                </a:extLst>
              </p:cNvPr>
              <p:cNvPicPr/>
              <p:nvPr/>
            </p:nvPicPr>
            <p:blipFill>
              <a:blip r:embed="rId217"/>
              <a:stretch>
                <a:fillRect/>
              </a:stretch>
            </p:blipFill>
            <p:spPr>
              <a:xfrm>
                <a:off x="8387037" y="1866092"/>
                <a:ext cx="132480" cy="2296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90" name="Ink 189">
                <a:extLst>
                  <a:ext uri="{FF2B5EF4-FFF2-40B4-BE49-F238E27FC236}">
                    <a16:creationId xmlns:a16="http://schemas.microsoft.com/office/drawing/2014/main" id="{56227E20-9A54-0785-6BDB-4F854E6833E4}"/>
                  </a:ext>
                </a:extLst>
              </p14:cNvPr>
              <p14:cNvContentPartPr/>
              <p14:nvPr/>
            </p14:nvContentPartPr>
            <p14:xfrm>
              <a:off x="8584677" y="1836572"/>
              <a:ext cx="122760" cy="219600"/>
            </p14:xfrm>
          </p:contentPart>
        </mc:Choice>
        <mc:Fallback>
          <p:pic>
            <p:nvPicPr>
              <p:cNvPr id="190" name="Ink 189">
                <a:extLst>
                  <a:ext uri="{FF2B5EF4-FFF2-40B4-BE49-F238E27FC236}">
                    <a16:creationId xmlns:a16="http://schemas.microsoft.com/office/drawing/2014/main" id="{56227E20-9A54-0785-6BDB-4F854E6833E4}"/>
                  </a:ext>
                </a:extLst>
              </p:cNvPr>
              <p:cNvPicPr/>
              <p:nvPr/>
            </p:nvPicPr>
            <p:blipFill>
              <a:blip r:embed="rId219"/>
              <a:stretch>
                <a:fillRect/>
              </a:stretch>
            </p:blipFill>
            <p:spPr>
              <a:xfrm>
                <a:off x="8576037" y="1827572"/>
                <a:ext cx="14040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91" name="Ink 190">
                <a:extLst>
                  <a:ext uri="{FF2B5EF4-FFF2-40B4-BE49-F238E27FC236}">
                    <a16:creationId xmlns:a16="http://schemas.microsoft.com/office/drawing/2014/main" id="{32BC492D-0B95-7D41-5703-0DDB619810E2}"/>
                  </a:ext>
                </a:extLst>
              </p14:cNvPr>
              <p14:cNvContentPartPr/>
              <p14:nvPr/>
            </p14:nvContentPartPr>
            <p14:xfrm>
              <a:off x="8149797" y="2324732"/>
              <a:ext cx="153000" cy="338040"/>
            </p14:xfrm>
          </p:contentPart>
        </mc:Choice>
        <mc:Fallback>
          <p:pic>
            <p:nvPicPr>
              <p:cNvPr id="191" name="Ink 190">
                <a:extLst>
                  <a:ext uri="{FF2B5EF4-FFF2-40B4-BE49-F238E27FC236}">
                    <a16:creationId xmlns:a16="http://schemas.microsoft.com/office/drawing/2014/main" id="{32BC492D-0B95-7D41-5703-0DDB619810E2}"/>
                  </a:ext>
                </a:extLst>
              </p:cNvPr>
              <p:cNvPicPr/>
              <p:nvPr/>
            </p:nvPicPr>
            <p:blipFill>
              <a:blip r:embed="rId221"/>
              <a:stretch>
                <a:fillRect/>
              </a:stretch>
            </p:blipFill>
            <p:spPr>
              <a:xfrm>
                <a:off x="8141157" y="2315732"/>
                <a:ext cx="170640" cy="35568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92" name="Ink 191">
                <a:extLst>
                  <a:ext uri="{FF2B5EF4-FFF2-40B4-BE49-F238E27FC236}">
                    <a16:creationId xmlns:a16="http://schemas.microsoft.com/office/drawing/2014/main" id="{86923C2E-86C4-66E3-031B-FEDA473F619D}"/>
                  </a:ext>
                </a:extLst>
              </p14:cNvPr>
              <p14:cNvContentPartPr/>
              <p14:nvPr/>
            </p14:nvContentPartPr>
            <p14:xfrm>
              <a:off x="8205957" y="2354252"/>
              <a:ext cx="602640" cy="348840"/>
            </p14:xfrm>
          </p:contentPart>
        </mc:Choice>
        <mc:Fallback>
          <p:pic>
            <p:nvPicPr>
              <p:cNvPr id="192" name="Ink 191">
                <a:extLst>
                  <a:ext uri="{FF2B5EF4-FFF2-40B4-BE49-F238E27FC236}">
                    <a16:creationId xmlns:a16="http://schemas.microsoft.com/office/drawing/2014/main" id="{86923C2E-86C4-66E3-031B-FEDA473F619D}"/>
                  </a:ext>
                </a:extLst>
              </p:cNvPr>
              <p:cNvPicPr/>
              <p:nvPr/>
            </p:nvPicPr>
            <p:blipFill>
              <a:blip r:embed="rId223"/>
              <a:stretch>
                <a:fillRect/>
              </a:stretch>
            </p:blipFill>
            <p:spPr>
              <a:xfrm>
                <a:off x="8197317" y="2345252"/>
                <a:ext cx="620280" cy="36648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232" name="Ink 231">
                <a:extLst>
                  <a:ext uri="{FF2B5EF4-FFF2-40B4-BE49-F238E27FC236}">
                    <a16:creationId xmlns:a16="http://schemas.microsoft.com/office/drawing/2014/main" id="{181E67D3-267C-9A2C-7F4F-83B474B4E468}"/>
                  </a:ext>
                </a:extLst>
              </p14:cNvPr>
              <p14:cNvContentPartPr/>
              <p14:nvPr/>
            </p14:nvContentPartPr>
            <p14:xfrm>
              <a:off x="7693677" y="1377212"/>
              <a:ext cx="194760" cy="283680"/>
            </p14:xfrm>
          </p:contentPart>
        </mc:Choice>
        <mc:Fallback>
          <p:pic>
            <p:nvPicPr>
              <p:cNvPr id="232" name="Ink 231">
                <a:extLst>
                  <a:ext uri="{FF2B5EF4-FFF2-40B4-BE49-F238E27FC236}">
                    <a16:creationId xmlns:a16="http://schemas.microsoft.com/office/drawing/2014/main" id="{181E67D3-267C-9A2C-7F4F-83B474B4E468}"/>
                  </a:ext>
                </a:extLst>
              </p:cNvPr>
              <p:cNvPicPr/>
              <p:nvPr/>
            </p:nvPicPr>
            <p:blipFill>
              <a:blip r:embed="rId225"/>
              <a:stretch>
                <a:fillRect/>
              </a:stretch>
            </p:blipFill>
            <p:spPr>
              <a:xfrm>
                <a:off x="7684677" y="1368572"/>
                <a:ext cx="212400" cy="30132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233" name="Ink 232">
                <a:extLst>
                  <a:ext uri="{FF2B5EF4-FFF2-40B4-BE49-F238E27FC236}">
                    <a16:creationId xmlns:a16="http://schemas.microsoft.com/office/drawing/2014/main" id="{CB5C0C1C-0D1E-B3A8-DB6B-4996C550C39C}"/>
                  </a:ext>
                </a:extLst>
              </p14:cNvPr>
              <p14:cNvContentPartPr/>
              <p14:nvPr/>
            </p14:nvContentPartPr>
            <p14:xfrm>
              <a:off x="7752717" y="1481612"/>
              <a:ext cx="306000" cy="133560"/>
            </p14:xfrm>
          </p:contentPart>
        </mc:Choice>
        <mc:Fallback>
          <p:pic>
            <p:nvPicPr>
              <p:cNvPr id="233" name="Ink 232">
                <a:extLst>
                  <a:ext uri="{FF2B5EF4-FFF2-40B4-BE49-F238E27FC236}">
                    <a16:creationId xmlns:a16="http://schemas.microsoft.com/office/drawing/2014/main" id="{CB5C0C1C-0D1E-B3A8-DB6B-4996C550C39C}"/>
                  </a:ext>
                </a:extLst>
              </p:cNvPr>
              <p:cNvPicPr/>
              <p:nvPr/>
            </p:nvPicPr>
            <p:blipFill>
              <a:blip r:embed="rId227"/>
              <a:stretch>
                <a:fillRect/>
              </a:stretch>
            </p:blipFill>
            <p:spPr>
              <a:xfrm>
                <a:off x="7743717" y="1472612"/>
                <a:ext cx="32364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234" name="Ink 233">
                <a:extLst>
                  <a:ext uri="{FF2B5EF4-FFF2-40B4-BE49-F238E27FC236}">
                    <a16:creationId xmlns:a16="http://schemas.microsoft.com/office/drawing/2014/main" id="{82F887AC-9A40-EEA4-6F1A-93E755731E91}"/>
                  </a:ext>
                </a:extLst>
              </p14:cNvPr>
              <p14:cNvContentPartPr/>
              <p14:nvPr/>
            </p14:nvContentPartPr>
            <p14:xfrm>
              <a:off x="8111277" y="1404572"/>
              <a:ext cx="138240" cy="207360"/>
            </p14:xfrm>
          </p:contentPart>
        </mc:Choice>
        <mc:Fallback>
          <p:pic>
            <p:nvPicPr>
              <p:cNvPr id="234" name="Ink 233">
                <a:extLst>
                  <a:ext uri="{FF2B5EF4-FFF2-40B4-BE49-F238E27FC236}">
                    <a16:creationId xmlns:a16="http://schemas.microsoft.com/office/drawing/2014/main" id="{82F887AC-9A40-EEA4-6F1A-93E755731E91}"/>
                  </a:ext>
                </a:extLst>
              </p:cNvPr>
              <p:cNvPicPr/>
              <p:nvPr/>
            </p:nvPicPr>
            <p:blipFill>
              <a:blip r:embed="rId229"/>
              <a:stretch>
                <a:fillRect/>
              </a:stretch>
            </p:blipFill>
            <p:spPr>
              <a:xfrm>
                <a:off x="8102637" y="1395932"/>
                <a:ext cx="155880" cy="22500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235" name="Ink 234">
                <a:extLst>
                  <a:ext uri="{FF2B5EF4-FFF2-40B4-BE49-F238E27FC236}">
                    <a16:creationId xmlns:a16="http://schemas.microsoft.com/office/drawing/2014/main" id="{7693ADF9-D905-B9F3-76F7-01A9B2DE0CCA}"/>
                  </a:ext>
                </a:extLst>
              </p14:cNvPr>
              <p14:cNvContentPartPr/>
              <p14:nvPr/>
            </p14:nvContentPartPr>
            <p14:xfrm>
              <a:off x="8304957" y="1473332"/>
              <a:ext cx="128160" cy="125280"/>
            </p14:xfrm>
          </p:contentPart>
        </mc:Choice>
        <mc:Fallback>
          <p:pic>
            <p:nvPicPr>
              <p:cNvPr id="235" name="Ink 234">
                <a:extLst>
                  <a:ext uri="{FF2B5EF4-FFF2-40B4-BE49-F238E27FC236}">
                    <a16:creationId xmlns:a16="http://schemas.microsoft.com/office/drawing/2014/main" id="{7693ADF9-D905-B9F3-76F7-01A9B2DE0CCA}"/>
                  </a:ext>
                </a:extLst>
              </p:cNvPr>
              <p:cNvPicPr/>
              <p:nvPr/>
            </p:nvPicPr>
            <p:blipFill>
              <a:blip r:embed="rId231"/>
              <a:stretch>
                <a:fillRect/>
              </a:stretch>
            </p:blipFill>
            <p:spPr>
              <a:xfrm>
                <a:off x="8296317" y="1464692"/>
                <a:ext cx="145800" cy="1429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236" name="Ink 235">
                <a:extLst>
                  <a:ext uri="{FF2B5EF4-FFF2-40B4-BE49-F238E27FC236}">
                    <a16:creationId xmlns:a16="http://schemas.microsoft.com/office/drawing/2014/main" id="{4AAAD7DA-E2EA-CE45-92A2-79ACCB2BBE4B}"/>
                  </a:ext>
                </a:extLst>
              </p14:cNvPr>
              <p14:cNvContentPartPr/>
              <p14:nvPr/>
            </p14:nvContentPartPr>
            <p14:xfrm>
              <a:off x="8481357" y="1479812"/>
              <a:ext cx="168480" cy="132120"/>
            </p14:xfrm>
          </p:contentPart>
        </mc:Choice>
        <mc:Fallback>
          <p:pic>
            <p:nvPicPr>
              <p:cNvPr id="236" name="Ink 235">
                <a:extLst>
                  <a:ext uri="{FF2B5EF4-FFF2-40B4-BE49-F238E27FC236}">
                    <a16:creationId xmlns:a16="http://schemas.microsoft.com/office/drawing/2014/main" id="{4AAAD7DA-E2EA-CE45-92A2-79ACCB2BBE4B}"/>
                  </a:ext>
                </a:extLst>
              </p:cNvPr>
              <p:cNvPicPr/>
              <p:nvPr/>
            </p:nvPicPr>
            <p:blipFill>
              <a:blip r:embed="rId233"/>
              <a:stretch>
                <a:fillRect/>
              </a:stretch>
            </p:blipFill>
            <p:spPr>
              <a:xfrm>
                <a:off x="8472357" y="1470812"/>
                <a:ext cx="18612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237" name="Ink 236">
                <a:extLst>
                  <a:ext uri="{FF2B5EF4-FFF2-40B4-BE49-F238E27FC236}">
                    <a16:creationId xmlns:a16="http://schemas.microsoft.com/office/drawing/2014/main" id="{65853D08-0FE5-5B0D-908D-939C12C7AE32}"/>
                  </a:ext>
                </a:extLst>
              </p14:cNvPr>
              <p14:cNvContentPartPr/>
              <p14:nvPr/>
            </p14:nvContentPartPr>
            <p14:xfrm>
              <a:off x="8662437" y="1394492"/>
              <a:ext cx="1440" cy="360"/>
            </p14:xfrm>
          </p:contentPart>
        </mc:Choice>
        <mc:Fallback>
          <p:pic>
            <p:nvPicPr>
              <p:cNvPr id="237" name="Ink 236">
                <a:extLst>
                  <a:ext uri="{FF2B5EF4-FFF2-40B4-BE49-F238E27FC236}">
                    <a16:creationId xmlns:a16="http://schemas.microsoft.com/office/drawing/2014/main" id="{65853D08-0FE5-5B0D-908D-939C12C7AE32}"/>
                  </a:ext>
                </a:extLst>
              </p:cNvPr>
              <p:cNvPicPr/>
              <p:nvPr/>
            </p:nvPicPr>
            <p:blipFill>
              <a:blip r:embed="rId3"/>
              <a:stretch>
                <a:fillRect/>
              </a:stretch>
            </p:blipFill>
            <p:spPr>
              <a:xfrm>
                <a:off x="8653437" y="1385852"/>
                <a:ext cx="190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35">
            <p14:nvContentPartPr>
              <p14:cNvPr id="238" name="Ink 237">
                <a:extLst>
                  <a:ext uri="{FF2B5EF4-FFF2-40B4-BE49-F238E27FC236}">
                    <a16:creationId xmlns:a16="http://schemas.microsoft.com/office/drawing/2014/main" id="{5E31AF8D-61C1-1E2F-8803-0906459A10BF}"/>
                  </a:ext>
                </a:extLst>
              </p14:cNvPr>
              <p14:cNvContentPartPr/>
              <p14:nvPr/>
            </p14:nvContentPartPr>
            <p14:xfrm>
              <a:off x="8698797" y="1455692"/>
              <a:ext cx="95760" cy="163440"/>
            </p14:xfrm>
          </p:contentPart>
        </mc:Choice>
        <mc:Fallback>
          <p:pic>
            <p:nvPicPr>
              <p:cNvPr id="238" name="Ink 237">
                <a:extLst>
                  <a:ext uri="{FF2B5EF4-FFF2-40B4-BE49-F238E27FC236}">
                    <a16:creationId xmlns:a16="http://schemas.microsoft.com/office/drawing/2014/main" id="{5E31AF8D-61C1-1E2F-8803-0906459A10BF}"/>
                  </a:ext>
                </a:extLst>
              </p:cNvPr>
              <p:cNvPicPr/>
              <p:nvPr/>
            </p:nvPicPr>
            <p:blipFill>
              <a:blip r:embed="rId236"/>
              <a:stretch>
                <a:fillRect/>
              </a:stretch>
            </p:blipFill>
            <p:spPr>
              <a:xfrm>
                <a:off x="8689797" y="1447052"/>
                <a:ext cx="11340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237">
            <p14:nvContentPartPr>
              <p14:cNvPr id="239" name="Ink 238">
                <a:extLst>
                  <a:ext uri="{FF2B5EF4-FFF2-40B4-BE49-F238E27FC236}">
                    <a16:creationId xmlns:a16="http://schemas.microsoft.com/office/drawing/2014/main" id="{094403E2-07E7-DECD-6E09-B4CEAA05B138}"/>
                  </a:ext>
                </a:extLst>
              </p14:cNvPr>
              <p14:cNvContentPartPr/>
              <p14:nvPr/>
            </p14:nvContentPartPr>
            <p14:xfrm>
              <a:off x="8783397" y="1388012"/>
              <a:ext cx="130680" cy="297360"/>
            </p14:xfrm>
          </p:contentPart>
        </mc:Choice>
        <mc:Fallback>
          <p:pic>
            <p:nvPicPr>
              <p:cNvPr id="239" name="Ink 238">
                <a:extLst>
                  <a:ext uri="{FF2B5EF4-FFF2-40B4-BE49-F238E27FC236}">
                    <a16:creationId xmlns:a16="http://schemas.microsoft.com/office/drawing/2014/main" id="{094403E2-07E7-DECD-6E09-B4CEAA05B138}"/>
                  </a:ext>
                </a:extLst>
              </p:cNvPr>
              <p:cNvPicPr/>
              <p:nvPr/>
            </p:nvPicPr>
            <p:blipFill>
              <a:blip r:embed="rId238"/>
              <a:stretch>
                <a:fillRect/>
              </a:stretch>
            </p:blipFill>
            <p:spPr>
              <a:xfrm>
                <a:off x="8774757" y="1379012"/>
                <a:ext cx="14832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239">
            <p14:nvContentPartPr>
              <p14:cNvPr id="240" name="Ink 239">
                <a:extLst>
                  <a:ext uri="{FF2B5EF4-FFF2-40B4-BE49-F238E27FC236}">
                    <a16:creationId xmlns:a16="http://schemas.microsoft.com/office/drawing/2014/main" id="{6308FC44-FFE3-2C63-39B0-878EE90E6CD4}"/>
                  </a:ext>
                </a:extLst>
              </p14:cNvPr>
              <p14:cNvContentPartPr/>
              <p14:nvPr/>
            </p14:nvContentPartPr>
            <p14:xfrm>
              <a:off x="8919837" y="1532732"/>
              <a:ext cx="27000" cy="175680"/>
            </p14:xfrm>
          </p:contentPart>
        </mc:Choice>
        <mc:Fallback>
          <p:pic>
            <p:nvPicPr>
              <p:cNvPr id="240" name="Ink 239">
                <a:extLst>
                  <a:ext uri="{FF2B5EF4-FFF2-40B4-BE49-F238E27FC236}">
                    <a16:creationId xmlns:a16="http://schemas.microsoft.com/office/drawing/2014/main" id="{6308FC44-FFE3-2C63-39B0-878EE90E6CD4}"/>
                  </a:ext>
                </a:extLst>
              </p:cNvPr>
              <p:cNvPicPr/>
              <p:nvPr/>
            </p:nvPicPr>
            <p:blipFill>
              <a:blip r:embed="rId240"/>
              <a:stretch>
                <a:fillRect/>
              </a:stretch>
            </p:blipFill>
            <p:spPr>
              <a:xfrm>
                <a:off x="8910837" y="1523732"/>
                <a:ext cx="4464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241">
            <p14:nvContentPartPr>
              <p14:cNvPr id="241" name="Ink 240">
                <a:extLst>
                  <a:ext uri="{FF2B5EF4-FFF2-40B4-BE49-F238E27FC236}">
                    <a16:creationId xmlns:a16="http://schemas.microsoft.com/office/drawing/2014/main" id="{EEC9C8F4-0C08-F236-6795-369ED28EA505}"/>
                  </a:ext>
                </a:extLst>
              </p14:cNvPr>
              <p14:cNvContentPartPr/>
              <p14:nvPr/>
            </p14:nvContentPartPr>
            <p14:xfrm>
              <a:off x="8983917" y="1466852"/>
              <a:ext cx="15840" cy="13320"/>
            </p14:xfrm>
          </p:contentPart>
        </mc:Choice>
        <mc:Fallback>
          <p:pic>
            <p:nvPicPr>
              <p:cNvPr id="241" name="Ink 240">
                <a:extLst>
                  <a:ext uri="{FF2B5EF4-FFF2-40B4-BE49-F238E27FC236}">
                    <a16:creationId xmlns:a16="http://schemas.microsoft.com/office/drawing/2014/main" id="{EEC9C8F4-0C08-F236-6795-369ED28EA505}"/>
                  </a:ext>
                </a:extLst>
              </p:cNvPr>
              <p:cNvPicPr/>
              <p:nvPr/>
            </p:nvPicPr>
            <p:blipFill>
              <a:blip r:embed="rId242"/>
              <a:stretch>
                <a:fillRect/>
              </a:stretch>
            </p:blipFill>
            <p:spPr>
              <a:xfrm>
                <a:off x="8974917" y="1458212"/>
                <a:ext cx="3348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243">
            <p14:nvContentPartPr>
              <p14:cNvPr id="242" name="Ink 241">
                <a:extLst>
                  <a:ext uri="{FF2B5EF4-FFF2-40B4-BE49-F238E27FC236}">
                    <a16:creationId xmlns:a16="http://schemas.microsoft.com/office/drawing/2014/main" id="{E9ECC671-5195-6E17-70D3-68FDF105F841}"/>
                  </a:ext>
                </a:extLst>
              </p14:cNvPr>
              <p14:cNvContentPartPr/>
              <p14:nvPr/>
            </p14:nvContentPartPr>
            <p14:xfrm>
              <a:off x="9011637" y="1534532"/>
              <a:ext cx="237240" cy="154440"/>
            </p14:xfrm>
          </p:contentPart>
        </mc:Choice>
        <mc:Fallback>
          <p:pic>
            <p:nvPicPr>
              <p:cNvPr id="242" name="Ink 241">
                <a:extLst>
                  <a:ext uri="{FF2B5EF4-FFF2-40B4-BE49-F238E27FC236}">
                    <a16:creationId xmlns:a16="http://schemas.microsoft.com/office/drawing/2014/main" id="{E9ECC671-5195-6E17-70D3-68FDF105F841}"/>
                  </a:ext>
                </a:extLst>
              </p:cNvPr>
              <p:cNvPicPr/>
              <p:nvPr/>
            </p:nvPicPr>
            <p:blipFill>
              <a:blip r:embed="rId244"/>
              <a:stretch>
                <a:fillRect/>
              </a:stretch>
            </p:blipFill>
            <p:spPr>
              <a:xfrm>
                <a:off x="9002997" y="1525532"/>
                <a:ext cx="254880" cy="172080"/>
              </a:xfrm>
              <a:prstGeom prst="rect">
                <a:avLst/>
              </a:prstGeom>
            </p:spPr>
          </p:pic>
        </mc:Fallback>
      </mc:AlternateContent>
      <mc:AlternateContent xmlns:mc="http://schemas.openxmlformats.org/markup-compatibility/2006">
        <mc:Choice xmlns:p14="http://schemas.microsoft.com/office/powerpoint/2010/main" Requires="p14">
          <p:contentPart p14:bwMode="auto" r:id="rId245">
            <p14:nvContentPartPr>
              <p14:cNvPr id="254" name="Ink 253">
                <a:extLst>
                  <a:ext uri="{FF2B5EF4-FFF2-40B4-BE49-F238E27FC236}">
                    <a16:creationId xmlns:a16="http://schemas.microsoft.com/office/drawing/2014/main" id="{F03717B4-E22D-97D4-E385-7BB5E6EDCAEC}"/>
                  </a:ext>
                </a:extLst>
              </p14:cNvPr>
              <p14:cNvContentPartPr/>
              <p14:nvPr/>
            </p14:nvContentPartPr>
            <p14:xfrm>
              <a:off x="6988437" y="4030772"/>
              <a:ext cx="11160" cy="186840"/>
            </p14:xfrm>
          </p:contentPart>
        </mc:Choice>
        <mc:Fallback>
          <p:pic>
            <p:nvPicPr>
              <p:cNvPr id="254" name="Ink 253">
                <a:extLst>
                  <a:ext uri="{FF2B5EF4-FFF2-40B4-BE49-F238E27FC236}">
                    <a16:creationId xmlns:a16="http://schemas.microsoft.com/office/drawing/2014/main" id="{F03717B4-E22D-97D4-E385-7BB5E6EDCAEC}"/>
                  </a:ext>
                </a:extLst>
              </p:cNvPr>
              <p:cNvPicPr/>
              <p:nvPr/>
            </p:nvPicPr>
            <p:blipFill>
              <a:blip r:embed="rId246"/>
              <a:stretch>
                <a:fillRect/>
              </a:stretch>
            </p:blipFill>
            <p:spPr>
              <a:xfrm>
                <a:off x="6979797" y="4022132"/>
                <a:ext cx="28800" cy="204480"/>
              </a:xfrm>
              <a:prstGeom prst="rect">
                <a:avLst/>
              </a:prstGeom>
            </p:spPr>
          </p:pic>
        </mc:Fallback>
      </mc:AlternateContent>
      <mc:AlternateContent xmlns:mc="http://schemas.openxmlformats.org/markup-compatibility/2006">
        <mc:Choice xmlns:p14="http://schemas.microsoft.com/office/powerpoint/2010/main" Requires="p14">
          <p:contentPart p14:bwMode="auto" r:id="rId247">
            <p14:nvContentPartPr>
              <p14:cNvPr id="255" name="Ink 254">
                <a:extLst>
                  <a:ext uri="{FF2B5EF4-FFF2-40B4-BE49-F238E27FC236}">
                    <a16:creationId xmlns:a16="http://schemas.microsoft.com/office/drawing/2014/main" id="{66D0FC00-76BF-9ADD-504F-29D89911D2C9}"/>
                  </a:ext>
                </a:extLst>
              </p14:cNvPr>
              <p14:cNvContentPartPr/>
              <p14:nvPr/>
            </p14:nvContentPartPr>
            <p14:xfrm>
              <a:off x="6972597" y="3987932"/>
              <a:ext cx="141840" cy="186120"/>
            </p14:xfrm>
          </p:contentPart>
        </mc:Choice>
        <mc:Fallback>
          <p:pic>
            <p:nvPicPr>
              <p:cNvPr id="255" name="Ink 254">
                <a:extLst>
                  <a:ext uri="{FF2B5EF4-FFF2-40B4-BE49-F238E27FC236}">
                    <a16:creationId xmlns:a16="http://schemas.microsoft.com/office/drawing/2014/main" id="{66D0FC00-76BF-9ADD-504F-29D89911D2C9}"/>
                  </a:ext>
                </a:extLst>
              </p:cNvPr>
              <p:cNvPicPr/>
              <p:nvPr/>
            </p:nvPicPr>
            <p:blipFill>
              <a:blip r:embed="rId248"/>
              <a:stretch>
                <a:fillRect/>
              </a:stretch>
            </p:blipFill>
            <p:spPr>
              <a:xfrm>
                <a:off x="6963957" y="3978932"/>
                <a:ext cx="159480" cy="203760"/>
              </a:xfrm>
              <a:prstGeom prst="rect">
                <a:avLst/>
              </a:prstGeom>
            </p:spPr>
          </p:pic>
        </mc:Fallback>
      </mc:AlternateContent>
      <mc:AlternateContent xmlns:mc="http://schemas.openxmlformats.org/markup-compatibility/2006">
        <mc:Choice xmlns:p14="http://schemas.microsoft.com/office/powerpoint/2010/main" Requires="p14">
          <p:contentPart p14:bwMode="auto" r:id="rId249">
            <p14:nvContentPartPr>
              <p14:cNvPr id="256" name="Ink 255">
                <a:extLst>
                  <a:ext uri="{FF2B5EF4-FFF2-40B4-BE49-F238E27FC236}">
                    <a16:creationId xmlns:a16="http://schemas.microsoft.com/office/drawing/2014/main" id="{9945D882-23F9-204E-793B-3A70A3E44C99}"/>
                  </a:ext>
                </a:extLst>
              </p14:cNvPr>
              <p14:cNvContentPartPr/>
              <p14:nvPr/>
            </p14:nvContentPartPr>
            <p14:xfrm>
              <a:off x="7163757" y="3994412"/>
              <a:ext cx="336240" cy="309240"/>
            </p14:xfrm>
          </p:contentPart>
        </mc:Choice>
        <mc:Fallback>
          <p:pic>
            <p:nvPicPr>
              <p:cNvPr id="256" name="Ink 255">
                <a:extLst>
                  <a:ext uri="{FF2B5EF4-FFF2-40B4-BE49-F238E27FC236}">
                    <a16:creationId xmlns:a16="http://schemas.microsoft.com/office/drawing/2014/main" id="{9945D882-23F9-204E-793B-3A70A3E44C99}"/>
                  </a:ext>
                </a:extLst>
              </p:cNvPr>
              <p:cNvPicPr/>
              <p:nvPr/>
            </p:nvPicPr>
            <p:blipFill>
              <a:blip r:embed="rId250"/>
              <a:stretch>
                <a:fillRect/>
              </a:stretch>
            </p:blipFill>
            <p:spPr>
              <a:xfrm>
                <a:off x="7155117" y="3985412"/>
                <a:ext cx="353880" cy="326880"/>
              </a:xfrm>
              <a:prstGeom prst="rect">
                <a:avLst/>
              </a:prstGeom>
            </p:spPr>
          </p:pic>
        </mc:Fallback>
      </mc:AlternateContent>
      <mc:AlternateContent xmlns:mc="http://schemas.openxmlformats.org/markup-compatibility/2006">
        <mc:Choice xmlns:p14="http://schemas.microsoft.com/office/powerpoint/2010/main" Requires="p14">
          <p:contentPart p14:bwMode="auto" r:id="rId251">
            <p14:nvContentPartPr>
              <p14:cNvPr id="257" name="Ink 256">
                <a:extLst>
                  <a:ext uri="{FF2B5EF4-FFF2-40B4-BE49-F238E27FC236}">
                    <a16:creationId xmlns:a16="http://schemas.microsoft.com/office/drawing/2014/main" id="{B70E96EB-91D8-94B6-588B-EC3BCF89B39C}"/>
                  </a:ext>
                </a:extLst>
              </p14:cNvPr>
              <p14:cNvContentPartPr/>
              <p14:nvPr/>
            </p14:nvContentPartPr>
            <p14:xfrm>
              <a:off x="7492797" y="3996932"/>
              <a:ext cx="3960" cy="2880"/>
            </p14:xfrm>
          </p:contentPart>
        </mc:Choice>
        <mc:Fallback>
          <p:pic>
            <p:nvPicPr>
              <p:cNvPr id="257" name="Ink 256">
                <a:extLst>
                  <a:ext uri="{FF2B5EF4-FFF2-40B4-BE49-F238E27FC236}">
                    <a16:creationId xmlns:a16="http://schemas.microsoft.com/office/drawing/2014/main" id="{B70E96EB-91D8-94B6-588B-EC3BCF89B39C}"/>
                  </a:ext>
                </a:extLst>
              </p:cNvPr>
              <p:cNvPicPr/>
              <p:nvPr/>
            </p:nvPicPr>
            <p:blipFill>
              <a:blip r:embed="rId252"/>
              <a:stretch>
                <a:fillRect/>
              </a:stretch>
            </p:blipFill>
            <p:spPr>
              <a:xfrm>
                <a:off x="7483797" y="3988292"/>
                <a:ext cx="2160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253">
            <p14:nvContentPartPr>
              <p14:cNvPr id="258" name="Ink 257">
                <a:extLst>
                  <a:ext uri="{FF2B5EF4-FFF2-40B4-BE49-F238E27FC236}">
                    <a16:creationId xmlns:a16="http://schemas.microsoft.com/office/drawing/2014/main" id="{93399653-6120-F890-2F87-74C7CBB9A18A}"/>
                  </a:ext>
                </a:extLst>
              </p14:cNvPr>
              <p14:cNvContentPartPr/>
              <p14:nvPr/>
            </p14:nvContentPartPr>
            <p14:xfrm>
              <a:off x="7561197" y="4065332"/>
              <a:ext cx="84240" cy="118440"/>
            </p14:xfrm>
          </p:contentPart>
        </mc:Choice>
        <mc:Fallback>
          <p:pic>
            <p:nvPicPr>
              <p:cNvPr id="258" name="Ink 257">
                <a:extLst>
                  <a:ext uri="{FF2B5EF4-FFF2-40B4-BE49-F238E27FC236}">
                    <a16:creationId xmlns:a16="http://schemas.microsoft.com/office/drawing/2014/main" id="{93399653-6120-F890-2F87-74C7CBB9A18A}"/>
                  </a:ext>
                </a:extLst>
              </p:cNvPr>
              <p:cNvPicPr/>
              <p:nvPr/>
            </p:nvPicPr>
            <p:blipFill>
              <a:blip r:embed="rId254"/>
              <a:stretch>
                <a:fillRect/>
              </a:stretch>
            </p:blipFill>
            <p:spPr>
              <a:xfrm>
                <a:off x="7552557" y="4056692"/>
                <a:ext cx="10188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255">
            <p14:nvContentPartPr>
              <p14:cNvPr id="265" name="Ink 264">
                <a:extLst>
                  <a:ext uri="{FF2B5EF4-FFF2-40B4-BE49-F238E27FC236}">
                    <a16:creationId xmlns:a16="http://schemas.microsoft.com/office/drawing/2014/main" id="{EE51A58B-835B-7B4A-39B8-4920676847A2}"/>
                  </a:ext>
                </a:extLst>
              </p14:cNvPr>
              <p14:cNvContentPartPr/>
              <p14:nvPr/>
            </p14:nvContentPartPr>
            <p14:xfrm>
              <a:off x="7518717" y="2381612"/>
              <a:ext cx="20880" cy="447120"/>
            </p14:xfrm>
          </p:contentPart>
        </mc:Choice>
        <mc:Fallback>
          <p:pic>
            <p:nvPicPr>
              <p:cNvPr id="265" name="Ink 264">
                <a:extLst>
                  <a:ext uri="{FF2B5EF4-FFF2-40B4-BE49-F238E27FC236}">
                    <a16:creationId xmlns:a16="http://schemas.microsoft.com/office/drawing/2014/main" id="{EE51A58B-835B-7B4A-39B8-4920676847A2}"/>
                  </a:ext>
                </a:extLst>
              </p:cNvPr>
              <p:cNvPicPr/>
              <p:nvPr/>
            </p:nvPicPr>
            <p:blipFill>
              <a:blip r:embed="rId256"/>
              <a:stretch>
                <a:fillRect/>
              </a:stretch>
            </p:blipFill>
            <p:spPr>
              <a:xfrm>
                <a:off x="7510077" y="2372972"/>
                <a:ext cx="38520" cy="464760"/>
              </a:xfrm>
              <a:prstGeom prst="rect">
                <a:avLst/>
              </a:prstGeom>
            </p:spPr>
          </p:pic>
        </mc:Fallback>
      </mc:AlternateContent>
      <mc:AlternateContent xmlns:mc="http://schemas.openxmlformats.org/markup-compatibility/2006">
        <mc:Choice xmlns:p14="http://schemas.microsoft.com/office/powerpoint/2010/main" Requires="p14">
          <p:contentPart p14:bwMode="auto" r:id="rId257">
            <p14:nvContentPartPr>
              <p14:cNvPr id="266" name="Ink 265">
                <a:extLst>
                  <a:ext uri="{FF2B5EF4-FFF2-40B4-BE49-F238E27FC236}">
                    <a16:creationId xmlns:a16="http://schemas.microsoft.com/office/drawing/2014/main" id="{850E58A5-54E4-B7EF-51F0-ACFAE34A5E31}"/>
                  </a:ext>
                </a:extLst>
              </p14:cNvPr>
              <p14:cNvContentPartPr/>
              <p14:nvPr/>
            </p14:nvContentPartPr>
            <p14:xfrm>
              <a:off x="7421877" y="2322932"/>
              <a:ext cx="88560" cy="193680"/>
            </p14:xfrm>
          </p:contentPart>
        </mc:Choice>
        <mc:Fallback>
          <p:pic>
            <p:nvPicPr>
              <p:cNvPr id="266" name="Ink 265">
                <a:extLst>
                  <a:ext uri="{FF2B5EF4-FFF2-40B4-BE49-F238E27FC236}">
                    <a16:creationId xmlns:a16="http://schemas.microsoft.com/office/drawing/2014/main" id="{850E58A5-54E4-B7EF-51F0-ACFAE34A5E31}"/>
                  </a:ext>
                </a:extLst>
              </p:cNvPr>
              <p:cNvPicPr/>
              <p:nvPr/>
            </p:nvPicPr>
            <p:blipFill>
              <a:blip r:embed="rId258"/>
              <a:stretch>
                <a:fillRect/>
              </a:stretch>
            </p:blipFill>
            <p:spPr>
              <a:xfrm>
                <a:off x="7412877" y="2314292"/>
                <a:ext cx="10620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267" name="Ink 266">
                <a:extLst>
                  <a:ext uri="{FF2B5EF4-FFF2-40B4-BE49-F238E27FC236}">
                    <a16:creationId xmlns:a16="http://schemas.microsoft.com/office/drawing/2014/main" id="{2C576658-66EF-BD55-2221-6FD0D6DCC3EF}"/>
                  </a:ext>
                </a:extLst>
              </p14:cNvPr>
              <p14:cNvContentPartPr/>
              <p14:nvPr/>
            </p14:nvContentPartPr>
            <p14:xfrm>
              <a:off x="7499277" y="2302412"/>
              <a:ext cx="122400" cy="174960"/>
            </p14:xfrm>
          </p:contentPart>
        </mc:Choice>
        <mc:Fallback>
          <p:pic>
            <p:nvPicPr>
              <p:cNvPr id="267" name="Ink 266">
                <a:extLst>
                  <a:ext uri="{FF2B5EF4-FFF2-40B4-BE49-F238E27FC236}">
                    <a16:creationId xmlns:a16="http://schemas.microsoft.com/office/drawing/2014/main" id="{2C576658-66EF-BD55-2221-6FD0D6DCC3EF}"/>
                  </a:ext>
                </a:extLst>
              </p:cNvPr>
              <p:cNvPicPr/>
              <p:nvPr/>
            </p:nvPicPr>
            <p:blipFill>
              <a:blip r:embed="rId260"/>
              <a:stretch>
                <a:fillRect/>
              </a:stretch>
            </p:blipFill>
            <p:spPr>
              <a:xfrm>
                <a:off x="7490277" y="2293412"/>
                <a:ext cx="14004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89" name="Ink 88">
                <a:extLst>
                  <a:ext uri="{FF2B5EF4-FFF2-40B4-BE49-F238E27FC236}">
                    <a16:creationId xmlns:a16="http://schemas.microsoft.com/office/drawing/2014/main" id="{1E7E325E-2A49-BBC7-4C8D-C2BC1CE60ACF}"/>
                  </a:ext>
                </a:extLst>
              </p14:cNvPr>
              <p14:cNvContentPartPr/>
              <p14:nvPr/>
            </p14:nvContentPartPr>
            <p14:xfrm>
              <a:off x="4170357" y="4410572"/>
              <a:ext cx="377280" cy="457200"/>
            </p14:xfrm>
          </p:contentPart>
        </mc:Choice>
        <mc:Fallback>
          <p:pic>
            <p:nvPicPr>
              <p:cNvPr id="89" name="Ink 88">
                <a:extLst>
                  <a:ext uri="{FF2B5EF4-FFF2-40B4-BE49-F238E27FC236}">
                    <a16:creationId xmlns:a16="http://schemas.microsoft.com/office/drawing/2014/main" id="{1E7E325E-2A49-BBC7-4C8D-C2BC1CE60ACF}"/>
                  </a:ext>
                </a:extLst>
              </p:cNvPr>
              <p:cNvPicPr/>
              <p:nvPr/>
            </p:nvPicPr>
            <p:blipFill>
              <a:blip r:embed="rId262"/>
              <a:stretch>
                <a:fillRect/>
              </a:stretch>
            </p:blipFill>
            <p:spPr>
              <a:xfrm>
                <a:off x="4161717" y="4401572"/>
                <a:ext cx="394920" cy="47484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90" name="Ink 89">
                <a:extLst>
                  <a:ext uri="{FF2B5EF4-FFF2-40B4-BE49-F238E27FC236}">
                    <a16:creationId xmlns:a16="http://schemas.microsoft.com/office/drawing/2014/main" id="{80E28ACE-B072-A2DB-1836-553DF3017573}"/>
                  </a:ext>
                </a:extLst>
              </p14:cNvPr>
              <p14:cNvContentPartPr/>
              <p14:nvPr/>
            </p14:nvContentPartPr>
            <p14:xfrm>
              <a:off x="4726197" y="4645652"/>
              <a:ext cx="77760" cy="150120"/>
            </p14:xfrm>
          </p:contentPart>
        </mc:Choice>
        <mc:Fallback>
          <p:pic>
            <p:nvPicPr>
              <p:cNvPr id="90" name="Ink 89">
                <a:extLst>
                  <a:ext uri="{FF2B5EF4-FFF2-40B4-BE49-F238E27FC236}">
                    <a16:creationId xmlns:a16="http://schemas.microsoft.com/office/drawing/2014/main" id="{80E28ACE-B072-A2DB-1836-553DF3017573}"/>
                  </a:ext>
                </a:extLst>
              </p:cNvPr>
              <p:cNvPicPr/>
              <p:nvPr/>
            </p:nvPicPr>
            <p:blipFill>
              <a:blip r:embed="rId264"/>
              <a:stretch>
                <a:fillRect/>
              </a:stretch>
            </p:blipFill>
            <p:spPr>
              <a:xfrm>
                <a:off x="4717557" y="4637012"/>
                <a:ext cx="95400" cy="16776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91" name="Ink 90">
                <a:extLst>
                  <a:ext uri="{FF2B5EF4-FFF2-40B4-BE49-F238E27FC236}">
                    <a16:creationId xmlns:a16="http://schemas.microsoft.com/office/drawing/2014/main" id="{D318EAE3-4DC5-2090-2DA0-93BE3CB2E974}"/>
                  </a:ext>
                </a:extLst>
              </p14:cNvPr>
              <p14:cNvContentPartPr/>
              <p14:nvPr/>
            </p14:nvContentPartPr>
            <p14:xfrm>
              <a:off x="4887117" y="4586972"/>
              <a:ext cx="309600" cy="216720"/>
            </p14:xfrm>
          </p:contentPart>
        </mc:Choice>
        <mc:Fallback>
          <p:pic>
            <p:nvPicPr>
              <p:cNvPr id="91" name="Ink 90">
                <a:extLst>
                  <a:ext uri="{FF2B5EF4-FFF2-40B4-BE49-F238E27FC236}">
                    <a16:creationId xmlns:a16="http://schemas.microsoft.com/office/drawing/2014/main" id="{D318EAE3-4DC5-2090-2DA0-93BE3CB2E974}"/>
                  </a:ext>
                </a:extLst>
              </p:cNvPr>
              <p:cNvPicPr/>
              <p:nvPr/>
            </p:nvPicPr>
            <p:blipFill>
              <a:blip r:embed="rId266"/>
              <a:stretch>
                <a:fillRect/>
              </a:stretch>
            </p:blipFill>
            <p:spPr>
              <a:xfrm>
                <a:off x="4878477" y="4577972"/>
                <a:ext cx="327240" cy="23436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92" name="Ink 91">
                <a:extLst>
                  <a:ext uri="{FF2B5EF4-FFF2-40B4-BE49-F238E27FC236}">
                    <a16:creationId xmlns:a16="http://schemas.microsoft.com/office/drawing/2014/main" id="{A36CA5F0-51AE-3639-2C48-A4F75D36C038}"/>
                  </a:ext>
                </a:extLst>
              </p14:cNvPr>
              <p14:cNvContentPartPr/>
              <p14:nvPr/>
            </p14:nvContentPartPr>
            <p14:xfrm>
              <a:off x="5252877" y="4671932"/>
              <a:ext cx="102240" cy="161280"/>
            </p14:xfrm>
          </p:contentPart>
        </mc:Choice>
        <mc:Fallback>
          <p:pic>
            <p:nvPicPr>
              <p:cNvPr id="92" name="Ink 91">
                <a:extLst>
                  <a:ext uri="{FF2B5EF4-FFF2-40B4-BE49-F238E27FC236}">
                    <a16:creationId xmlns:a16="http://schemas.microsoft.com/office/drawing/2014/main" id="{A36CA5F0-51AE-3639-2C48-A4F75D36C038}"/>
                  </a:ext>
                </a:extLst>
              </p:cNvPr>
              <p:cNvPicPr/>
              <p:nvPr/>
            </p:nvPicPr>
            <p:blipFill>
              <a:blip r:embed="rId268"/>
              <a:stretch>
                <a:fillRect/>
              </a:stretch>
            </p:blipFill>
            <p:spPr>
              <a:xfrm>
                <a:off x="5244237" y="4663292"/>
                <a:ext cx="11988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96" name="Ink 95">
                <a:extLst>
                  <a:ext uri="{FF2B5EF4-FFF2-40B4-BE49-F238E27FC236}">
                    <a16:creationId xmlns:a16="http://schemas.microsoft.com/office/drawing/2014/main" id="{CAE13C83-702D-98A3-0ACC-3B43912FE23A}"/>
                  </a:ext>
                </a:extLst>
              </p14:cNvPr>
              <p14:cNvContentPartPr/>
              <p14:nvPr/>
            </p14:nvContentPartPr>
            <p14:xfrm>
              <a:off x="1032597" y="5019332"/>
              <a:ext cx="105840" cy="360"/>
            </p14:xfrm>
          </p:contentPart>
        </mc:Choice>
        <mc:Fallback>
          <p:pic>
            <p:nvPicPr>
              <p:cNvPr id="96" name="Ink 95">
                <a:extLst>
                  <a:ext uri="{FF2B5EF4-FFF2-40B4-BE49-F238E27FC236}">
                    <a16:creationId xmlns:a16="http://schemas.microsoft.com/office/drawing/2014/main" id="{CAE13C83-702D-98A3-0ACC-3B43912FE23A}"/>
                  </a:ext>
                </a:extLst>
              </p:cNvPr>
              <p:cNvPicPr/>
              <p:nvPr/>
            </p:nvPicPr>
            <p:blipFill>
              <a:blip r:embed="rId270"/>
              <a:stretch>
                <a:fillRect/>
              </a:stretch>
            </p:blipFill>
            <p:spPr>
              <a:xfrm>
                <a:off x="1023597" y="5010332"/>
                <a:ext cx="1234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97" name="Ink 96">
                <a:extLst>
                  <a:ext uri="{FF2B5EF4-FFF2-40B4-BE49-F238E27FC236}">
                    <a16:creationId xmlns:a16="http://schemas.microsoft.com/office/drawing/2014/main" id="{067D7A25-9422-CE2E-E749-17EC0222BBEF}"/>
                  </a:ext>
                </a:extLst>
              </p14:cNvPr>
              <p14:cNvContentPartPr/>
              <p14:nvPr/>
            </p14:nvContentPartPr>
            <p14:xfrm>
              <a:off x="1003077" y="5019332"/>
              <a:ext cx="155520" cy="264960"/>
            </p14:xfrm>
          </p:contentPart>
        </mc:Choice>
        <mc:Fallback>
          <p:pic>
            <p:nvPicPr>
              <p:cNvPr id="97" name="Ink 96">
                <a:extLst>
                  <a:ext uri="{FF2B5EF4-FFF2-40B4-BE49-F238E27FC236}">
                    <a16:creationId xmlns:a16="http://schemas.microsoft.com/office/drawing/2014/main" id="{067D7A25-9422-CE2E-E749-17EC0222BBEF}"/>
                  </a:ext>
                </a:extLst>
              </p:cNvPr>
              <p:cNvPicPr/>
              <p:nvPr/>
            </p:nvPicPr>
            <p:blipFill>
              <a:blip r:embed="rId272"/>
              <a:stretch>
                <a:fillRect/>
              </a:stretch>
            </p:blipFill>
            <p:spPr>
              <a:xfrm>
                <a:off x="994437" y="5010332"/>
                <a:ext cx="173160" cy="28260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98" name="Ink 97">
                <a:extLst>
                  <a:ext uri="{FF2B5EF4-FFF2-40B4-BE49-F238E27FC236}">
                    <a16:creationId xmlns:a16="http://schemas.microsoft.com/office/drawing/2014/main" id="{3AD67B60-0A30-6269-6E62-68F1BD263176}"/>
                  </a:ext>
                </a:extLst>
              </p14:cNvPr>
              <p14:cNvContentPartPr/>
              <p14:nvPr/>
            </p14:nvContentPartPr>
            <p14:xfrm>
              <a:off x="1235997" y="5152892"/>
              <a:ext cx="71640" cy="124200"/>
            </p14:xfrm>
          </p:contentPart>
        </mc:Choice>
        <mc:Fallback>
          <p:pic>
            <p:nvPicPr>
              <p:cNvPr id="98" name="Ink 97">
                <a:extLst>
                  <a:ext uri="{FF2B5EF4-FFF2-40B4-BE49-F238E27FC236}">
                    <a16:creationId xmlns:a16="http://schemas.microsoft.com/office/drawing/2014/main" id="{3AD67B60-0A30-6269-6E62-68F1BD263176}"/>
                  </a:ext>
                </a:extLst>
              </p:cNvPr>
              <p:cNvPicPr/>
              <p:nvPr/>
            </p:nvPicPr>
            <p:blipFill>
              <a:blip r:embed="rId274"/>
              <a:stretch>
                <a:fillRect/>
              </a:stretch>
            </p:blipFill>
            <p:spPr>
              <a:xfrm>
                <a:off x="1226997" y="5144252"/>
                <a:ext cx="8928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99" name="Ink 98">
                <a:extLst>
                  <a:ext uri="{FF2B5EF4-FFF2-40B4-BE49-F238E27FC236}">
                    <a16:creationId xmlns:a16="http://schemas.microsoft.com/office/drawing/2014/main" id="{FBE16069-98F1-6877-4874-1C0AEF448195}"/>
                  </a:ext>
                </a:extLst>
              </p14:cNvPr>
              <p14:cNvContentPartPr/>
              <p14:nvPr/>
            </p14:nvContentPartPr>
            <p14:xfrm>
              <a:off x="1392957" y="5151092"/>
              <a:ext cx="79560" cy="109440"/>
            </p14:xfrm>
          </p:contentPart>
        </mc:Choice>
        <mc:Fallback>
          <p:pic>
            <p:nvPicPr>
              <p:cNvPr id="99" name="Ink 98">
                <a:extLst>
                  <a:ext uri="{FF2B5EF4-FFF2-40B4-BE49-F238E27FC236}">
                    <a16:creationId xmlns:a16="http://schemas.microsoft.com/office/drawing/2014/main" id="{FBE16069-98F1-6877-4874-1C0AEF448195}"/>
                  </a:ext>
                </a:extLst>
              </p:cNvPr>
              <p:cNvPicPr/>
              <p:nvPr/>
            </p:nvPicPr>
            <p:blipFill>
              <a:blip r:embed="rId276"/>
              <a:stretch>
                <a:fillRect/>
              </a:stretch>
            </p:blipFill>
            <p:spPr>
              <a:xfrm>
                <a:off x="1384317" y="5142092"/>
                <a:ext cx="9720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277">
            <p14:nvContentPartPr>
              <p14:cNvPr id="100" name="Ink 99">
                <a:extLst>
                  <a:ext uri="{FF2B5EF4-FFF2-40B4-BE49-F238E27FC236}">
                    <a16:creationId xmlns:a16="http://schemas.microsoft.com/office/drawing/2014/main" id="{EE0C8089-6388-9B77-B5C6-5E12DA273482}"/>
                  </a:ext>
                </a:extLst>
              </p14:cNvPr>
              <p14:cNvContentPartPr/>
              <p14:nvPr/>
            </p14:nvContentPartPr>
            <p14:xfrm>
              <a:off x="1625517" y="5148572"/>
              <a:ext cx="118080" cy="231120"/>
            </p14:xfrm>
          </p:contentPart>
        </mc:Choice>
        <mc:Fallback>
          <p:pic>
            <p:nvPicPr>
              <p:cNvPr id="100" name="Ink 99">
                <a:extLst>
                  <a:ext uri="{FF2B5EF4-FFF2-40B4-BE49-F238E27FC236}">
                    <a16:creationId xmlns:a16="http://schemas.microsoft.com/office/drawing/2014/main" id="{EE0C8089-6388-9B77-B5C6-5E12DA273482}"/>
                  </a:ext>
                </a:extLst>
              </p:cNvPr>
              <p:cNvPicPr/>
              <p:nvPr/>
            </p:nvPicPr>
            <p:blipFill>
              <a:blip r:embed="rId278"/>
              <a:stretch>
                <a:fillRect/>
              </a:stretch>
            </p:blipFill>
            <p:spPr>
              <a:xfrm>
                <a:off x="1616877" y="5139932"/>
                <a:ext cx="13572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01" name="Ink 100">
                <a:extLst>
                  <a:ext uri="{FF2B5EF4-FFF2-40B4-BE49-F238E27FC236}">
                    <a16:creationId xmlns:a16="http://schemas.microsoft.com/office/drawing/2014/main" id="{EF2233E7-3917-CE0F-2BE4-B394FFFD94D7}"/>
                  </a:ext>
                </a:extLst>
              </p14:cNvPr>
              <p14:cNvContentPartPr/>
              <p14:nvPr/>
            </p14:nvContentPartPr>
            <p14:xfrm>
              <a:off x="1787517" y="5145692"/>
              <a:ext cx="181080" cy="160920"/>
            </p14:xfrm>
          </p:contentPart>
        </mc:Choice>
        <mc:Fallback>
          <p:pic>
            <p:nvPicPr>
              <p:cNvPr id="101" name="Ink 100">
                <a:extLst>
                  <a:ext uri="{FF2B5EF4-FFF2-40B4-BE49-F238E27FC236}">
                    <a16:creationId xmlns:a16="http://schemas.microsoft.com/office/drawing/2014/main" id="{EF2233E7-3917-CE0F-2BE4-B394FFFD94D7}"/>
                  </a:ext>
                </a:extLst>
              </p:cNvPr>
              <p:cNvPicPr/>
              <p:nvPr/>
            </p:nvPicPr>
            <p:blipFill>
              <a:blip r:embed="rId280"/>
              <a:stretch>
                <a:fillRect/>
              </a:stretch>
            </p:blipFill>
            <p:spPr>
              <a:xfrm>
                <a:off x="1778517" y="5137052"/>
                <a:ext cx="198720" cy="17856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102" name="Ink 101">
                <a:extLst>
                  <a:ext uri="{FF2B5EF4-FFF2-40B4-BE49-F238E27FC236}">
                    <a16:creationId xmlns:a16="http://schemas.microsoft.com/office/drawing/2014/main" id="{FEE23F4A-1AC4-A2BB-3F29-D647ECA1C7AE}"/>
                  </a:ext>
                </a:extLst>
              </p14:cNvPr>
              <p14:cNvContentPartPr/>
              <p14:nvPr/>
            </p14:nvContentPartPr>
            <p14:xfrm>
              <a:off x="2014317" y="5178092"/>
              <a:ext cx="74520" cy="103680"/>
            </p14:xfrm>
          </p:contentPart>
        </mc:Choice>
        <mc:Fallback>
          <p:pic>
            <p:nvPicPr>
              <p:cNvPr id="102" name="Ink 101">
                <a:extLst>
                  <a:ext uri="{FF2B5EF4-FFF2-40B4-BE49-F238E27FC236}">
                    <a16:creationId xmlns:a16="http://schemas.microsoft.com/office/drawing/2014/main" id="{FEE23F4A-1AC4-A2BB-3F29-D647ECA1C7AE}"/>
                  </a:ext>
                </a:extLst>
              </p:cNvPr>
              <p:cNvPicPr/>
              <p:nvPr/>
            </p:nvPicPr>
            <p:blipFill>
              <a:blip r:embed="rId282"/>
              <a:stretch>
                <a:fillRect/>
              </a:stretch>
            </p:blipFill>
            <p:spPr>
              <a:xfrm>
                <a:off x="2005317" y="5169452"/>
                <a:ext cx="9216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283">
            <p14:nvContentPartPr>
              <p14:cNvPr id="103" name="Ink 102">
                <a:extLst>
                  <a:ext uri="{FF2B5EF4-FFF2-40B4-BE49-F238E27FC236}">
                    <a16:creationId xmlns:a16="http://schemas.microsoft.com/office/drawing/2014/main" id="{F7C36405-C220-23BC-264C-B62FB7617103}"/>
                  </a:ext>
                </a:extLst>
              </p14:cNvPr>
              <p14:cNvContentPartPr/>
              <p14:nvPr/>
            </p14:nvContentPartPr>
            <p14:xfrm>
              <a:off x="2021157" y="5191772"/>
              <a:ext cx="77760" cy="101160"/>
            </p14:xfrm>
          </p:contentPart>
        </mc:Choice>
        <mc:Fallback>
          <p:pic>
            <p:nvPicPr>
              <p:cNvPr id="103" name="Ink 102">
                <a:extLst>
                  <a:ext uri="{FF2B5EF4-FFF2-40B4-BE49-F238E27FC236}">
                    <a16:creationId xmlns:a16="http://schemas.microsoft.com/office/drawing/2014/main" id="{F7C36405-C220-23BC-264C-B62FB7617103}"/>
                  </a:ext>
                </a:extLst>
              </p:cNvPr>
              <p:cNvPicPr/>
              <p:nvPr/>
            </p:nvPicPr>
            <p:blipFill>
              <a:blip r:embed="rId284"/>
              <a:stretch>
                <a:fillRect/>
              </a:stretch>
            </p:blipFill>
            <p:spPr>
              <a:xfrm>
                <a:off x="2012157" y="5182772"/>
                <a:ext cx="9540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285">
            <p14:nvContentPartPr>
              <p14:cNvPr id="104" name="Ink 103">
                <a:extLst>
                  <a:ext uri="{FF2B5EF4-FFF2-40B4-BE49-F238E27FC236}">
                    <a16:creationId xmlns:a16="http://schemas.microsoft.com/office/drawing/2014/main" id="{50CE9B6D-4EB8-433E-D62C-2CED551C0D08}"/>
                  </a:ext>
                </a:extLst>
              </p14:cNvPr>
              <p14:cNvContentPartPr/>
              <p14:nvPr/>
            </p14:nvContentPartPr>
            <p14:xfrm>
              <a:off x="2286117" y="5209412"/>
              <a:ext cx="52560" cy="14040"/>
            </p14:xfrm>
          </p:contentPart>
        </mc:Choice>
        <mc:Fallback>
          <p:pic>
            <p:nvPicPr>
              <p:cNvPr id="104" name="Ink 103">
                <a:extLst>
                  <a:ext uri="{FF2B5EF4-FFF2-40B4-BE49-F238E27FC236}">
                    <a16:creationId xmlns:a16="http://schemas.microsoft.com/office/drawing/2014/main" id="{50CE9B6D-4EB8-433E-D62C-2CED551C0D08}"/>
                  </a:ext>
                </a:extLst>
              </p:cNvPr>
              <p:cNvPicPr/>
              <p:nvPr/>
            </p:nvPicPr>
            <p:blipFill>
              <a:blip r:embed="rId286"/>
              <a:stretch>
                <a:fillRect/>
              </a:stretch>
            </p:blipFill>
            <p:spPr>
              <a:xfrm>
                <a:off x="2277477" y="5200412"/>
                <a:ext cx="7020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105" name="Ink 104">
                <a:extLst>
                  <a:ext uri="{FF2B5EF4-FFF2-40B4-BE49-F238E27FC236}">
                    <a16:creationId xmlns:a16="http://schemas.microsoft.com/office/drawing/2014/main" id="{F5F2E10E-BE38-A419-0816-CCB5C0F84DEB}"/>
                  </a:ext>
                </a:extLst>
              </p14:cNvPr>
              <p14:cNvContentPartPr/>
              <p14:nvPr/>
            </p14:nvContentPartPr>
            <p14:xfrm>
              <a:off x="2296917" y="5256212"/>
              <a:ext cx="25560" cy="11160"/>
            </p14:xfrm>
          </p:contentPart>
        </mc:Choice>
        <mc:Fallback>
          <p:pic>
            <p:nvPicPr>
              <p:cNvPr id="105" name="Ink 104">
                <a:extLst>
                  <a:ext uri="{FF2B5EF4-FFF2-40B4-BE49-F238E27FC236}">
                    <a16:creationId xmlns:a16="http://schemas.microsoft.com/office/drawing/2014/main" id="{F5F2E10E-BE38-A419-0816-CCB5C0F84DEB}"/>
                  </a:ext>
                </a:extLst>
              </p:cNvPr>
              <p:cNvPicPr/>
              <p:nvPr/>
            </p:nvPicPr>
            <p:blipFill>
              <a:blip r:embed="rId288"/>
              <a:stretch>
                <a:fillRect/>
              </a:stretch>
            </p:blipFill>
            <p:spPr>
              <a:xfrm>
                <a:off x="2287917" y="5247212"/>
                <a:ext cx="43200" cy="2880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106" name="Ink 105">
                <a:extLst>
                  <a:ext uri="{FF2B5EF4-FFF2-40B4-BE49-F238E27FC236}">
                    <a16:creationId xmlns:a16="http://schemas.microsoft.com/office/drawing/2014/main" id="{0A93671F-E8C1-D7E5-0F55-5AA9A793A838}"/>
                  </a:ext>
                </a:extLst>
              </p14:cNvPr>
              <p14:cNvContentPartPr/>
              <p14:nvPr/>
            </p14:nvContentPartPr>
            <p14:xfrm>
              <a:off x="2557557" y="5038412"/>
              <a:ext cx="192240" cy="252360"/>
            </p14:xfrm>
          </p:contentPart>
        </mc:Choice>
        <mc:Fallback>
          <p:pic>
            <p:nvPicPr>
              <p:cNvPr id="106" name="Ink 105">
                <a:extLst>
                  <a:ext uri="{FF2B5EF4-FFF2-40B4-BE49-F238E27FC236}">
                    <a16:creationId xmlns:a16="http://schemas.microsoft.com/office/drawing/2014/main" id="{0A93671F-E8C1-D7E5-0F55-5AA9A793A838}"/>
                  </a:ext>
                </a:extLst>
              </p:cNvPr>
              <p:cNvPicPr/>
              <p:nvPr/>
            </p:nvPicPr>
            <p:blipFill>
              <a:blip r:embed="rId290"/>
              <a:stretch>
                <a:fillRect/>
              </a:stretch>
            </p:blipFill>
            <p:spPr>
              <a:xfrm>
                <a:off x="2548917" y="5029412"/>
                <a:ext cx="209880" cy="27000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107" name="Ink 106">
                <a:extLst>
                  <a:ext uri="{FF2B5EF4-FFF2-40B4-BE49-F238E27FC236}">
                    <a16:creationId xmlns:a16="http://schemas.microsoft.com/office/drawing/2014/main" id="{F5A00630-9C7D-B309-1DC8-B5713D292B8C}"/>
                  </a:ext>
                </a:extLst>
              </p14:cNvPr>
              <p14:cNvContentPartPr/>
              <p14:nvPr/>
            </p14:nvContentPartPr>
            <p14:xfrm>
              <a:off x="2801997" y="5167292"/>
              <a:ext cx="124200" cy="122400"/>
            </p14:xfrm>
          </p:contentPart>
        </mc:Choice>
        <mc:Fallback>
          <p:pic>
            <p:nvPicPr>
              <p:cNvPr id="107" name="Ink 106">
                <a:extLst>
                  <a:ext uri="{FF2B5EF4-FFF2-40B4-BE49-F238E27FC236}">
                    <a16:creationId xmlns:a16="http://schemas.microsoft.com/office/drawing/2014/main" id="{F5A00630-9C7D-B309-1DC8-B5713D292B8C}"/>
                  </a:ext>
                </a:extLst>
              </p:cNvPr>
              <p:cNvPicPr/>
              <p:nvPr/>
            </p:nvPicPr>
            <p:blipFill>
              <a:blip r:embed="rId292"/>
              <a:stretch>
                <a:fillRect/>
              </a:stretch>
            </p:blipFill>
            <p:spPr>
              <a:xfrm>
                <a:off x="2793357" y="5158652"/>
                <a:ext cx="14184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293">
            <p14:nvContentPartPr>
              <p14:cNvPr id="108" name="Ink 107">
                <a:extLst>
                  <a:ext uri="{FF2B5EF4-FFF2-40B4-BE49-F238E27FC236}">
                    <a16:creationId xmlns:a16="http://schemas.microsoft.com/office/drawing/2014/main" id="{138E3704-B49A-9D6E-B5D1-B9AD97F0C62A}"/>
                  </a:ext>
                </a:extLst>
              </p14:cNvPr>
              <p14:cNvContentPartPr/>
              <p14:nvPr/>
            </p14:nvContentPartPr>
            <p14:xfrm>
              <a:off x="3017637" y="5198252"/>
              <a:ext cx="109440" cy="92520"/>
            </p14:xfrm>
          </p:contentPart>
        </mc:Choice>
        <mc:Fallback>
          <p:pic>
            <p:nvPicPr>
              <p:cNvPr id="108" name="Ink 107">
                <a:extLst>
                  <a:ext uri="{FF2B5EF4-FFF2-40B4-BE49-F238E27FC236}">
                    <a16:creationId xmlns:a16="http://schemas.microsoft.com/office/drawing/2014/main" id="{138E3704-B49A-9D6E-B5D1-B9AD97F0C62A}"/>
                  </a:ext>
                </a:extLst>
              </p:cNvPr>
              <p:cNvPicPr/>
              <p:nvPr/>
            </p:nvPicPr>
            <p:blipFill>
              <a:blip r:embed="rId294"/>
              <a:stretch>
                <a:fillRect/>
              </a:stretch>
            </p:blipFill>
            <p:spPr>
              <a:xfrm>
                <a:off x="3008997" y="5189612"/>
                <a:ext cx="12708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109" name="Ink 108">
                <a:extLst>
                  <a:ext uri="{FF2B5EF4-FFF2-40B4-BE49-F238E27FC236}">
                    <a16:creationId xmlns:a16="http://schemas.microsoft.com/office/drawing/2014/main" id="{BC40F00A-3212-8F20-3D23-477BDCE28660}"/>
                  </a:ext>
                </a:extLst>
              </p14:cNvPr>
              <p14:cNvContentPartPr/>
              <p14:nvPr/>
            </p14:nvContentPartPr>
            <p14:xfrm>
              <a:off x="3196917" y="5082692"/>
              <a:ext cx="34920" cy="219960"/>
            </p14:xfrm>
          </p:contentPart>
        </mc:Choice>
        <mc:Fallback>
          <p:pic>
            <p:nvPicPr>
              <p:cNvPr id="109" name="Ink 108">
                <a:extLst>
                  <a:ext uri="{FF2B5EF4-FFF2-40B4-BE49-F238E27FC236}">
                    <a16:creationId xmlns:a16="http://schemas.microsoft.com/office/drawing/2014/main" id="{BC40F00A-3212-8F20-3D23-477BDCE28660}"/>
                  </a:ext>
                </a:extLst>
              </p:cNvPr>
              <p:cNvPicPr/>
              <p:nvPr/>
            </p:nvPicPr>
            <p:blipFill>
              <a:blip r:embed="rId296"/>
              <a:stretch>
                <a:fillRect/>
              </a:stretch>
            </p:blipFill>
            <p:spPr>
              <a:xfrm>
                <a:off x="3187917" y="5073692"/>
                <a:ext cx="5256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297">
            <p14:nvContentPartPr>
              <p14:cNvPr id="110" name="Ink 109">
                <a:extLst>
                  <a:ext uri="{FF2B5EF4-FFF2-40B4-BE49-F238E27FC236}">
                    <a16:creationId xmlns:a16="http://schemas.microsoft.com/office/drawing/2014/main" id="{CAE65346-D131-E6BA-2E54-176025A62115}"/>
                  </a:ext>
                </a:extLst>
              </p14:cNvPr>
              <p14:cNvContentPartPr/>
              <p14:nvPr/>
            </p14:nvContentPartPr>
            <p14:xfrm>
              <a:off x="3238677" y="5182772"/>
              <a:ext cx="83160" cy="142200"/>
            </p14:xfrm>
          </p:contentPart>
        </mc:Choice>
        <mc:Fallback>
          <p:pic>
            <p:nvPicPr>
              <p:cNvPr id="110" name="Ink 109">
                <a:extLst>
                  <a:ext uri="{FF2B5EF4-FFF2-40B4-BE49-F238E27FC236}">
                    <a16:creationId xmlns:a16="http://schemas.microsoft.com/office/drawing/2014/main" id="{CAE65346-D131-E6BA-2E54-176025A62115}"/>
                  </a:ext>
                </a:extLst>
              </p:cNvPr>
              <p:cNvPicPr/>
              <p:nvPr/>
            </p:nvPicPr>
            <p:blipFill>
              <a:blip r:embed="rId298"/>
              <a:stretch>
                <a:fillRect/>
              </a:stretch>
            </p:blipFill>
            <p:spPr>
              <a:xfrm>
                <a:off x="3230037" y="5173772"/>
                <a:ext cx="10080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299">
            <p14:nvContentPartPr>
              <p14:cNvPr id="111" name="Ink 110">
                <a:extLst>
                  <a:ext uri="{FF2B5EF4-FFF2-40B4-BE49-F238E27FC236}">
                    <a16:creationId xmlns:a16="http://schemas.microsoft.com/office/drawing/2014/main" id="{C603A670-24F4-ABA8-226B-4F3D6958ACDD}"/>
                  </a:ext>
                </a:extLst>
              </p14:cNvPr>
              <p14:cNvContentPartPr/>
              <p14:nvPr/>
            </p14:nvContentPartPr>
            <p14:xfrm>
              <a:off x="3504717" y="5216612"/>
              <a:ext cx="182880" cy="360"/>
            </p14:xfrm>
          </p:contentPart>
        </mc:Choice>
        <mc:Fallback>
          <p:pic>
            <p:nvPicPr>
              <p:cNvPr id="111" name="Ink 110">
                <a:extLst>
                  <a:ext uri="{FF2B5EF4-FFF2-40B4-BE49-F238E27FC236}">
                    <a16:creationId xmlns:a16="http://schemas.microsoft.com/office/drawing/2014/main" id="{C603A670-24F4-ABA8-226B-4F3D6958ACDD}"/>
                  </a:ext>
                </a:extLst>
              </p:cNvPr>
              <p:cNvPicPr/>
              <p:nvPr/>
            </p:nvPicPr>
            <p:blipFill>
              <a:blip r:embed="rId300"/>
              <a:stretch>
                <a:fillRect/>
              </a:stretch>
            </p:blipFill>
            <p:spPr>
              <a:xfrm>
                <a:off x="3496077" y="5207612"/>
                <a:ext cx="20052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301">
            <p14:nvContentPartPr>
              <p14:cNvPr id="112" name="Ink 111">
                <a:extLst>
                  <a:ext uri="{FF2B5EF4-FFF2-40B4-BE49-F238E27FC236}">
                    <a16:creationId xmlns:a16="http://schemas.microsoft.com/office/drawing/2014/main" id="{C86A4DD5-754C-D71F-5F57-DA38710E803A}"/>
                  </a:ext>
                </a:extLst>
              </p14:cNvPr>
              <p14:cNvContentPartPr/>
              <p14:nvPr/>
            </p14:nvContentPartPr>
            <p14:xfrm>
              <a:off x="3900717" y="5186732"/>
              <a:ext cx="32400" cy="133200"/>
            </p14:xfrm>
          </p:contentPart>
        </mc:Choice>
        <mc:Fallback>
          <p:pic>
            <p:nvPicPr>
              <p:cNvPr id="112" name="Ink 111">
                <a:extLst>
                  <a:ext uri="{FF2B5EF4-FFF2-40B4-BE49-F238E27FC236}">
                    <a16:creationId xmlns:a16="http://schemas.microsoft.com/office/drawing/2014/main" id="{C86A4DD5-754C-D71F-5F57-DA38710E803A}"/>
                  </a:ext>
                </a:extLst>
              </p:cNvPr>
              <p:cNvPicPr/>
              <p:nvPr/>
            </p:nvPicPr>
            <p:blipFill>
              <a:blip r:embed="rId302"/>
              <a:stretch>
                <a:fillRect/>
              </a:stretch>
            </p:blipFill>
            <p:spPr>
              <a:xfrm>
                <a:off x="3892077" y="5178092"/>
                <a:ext cx="5004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303">
            <p14:nvContentPartPr>
              <p14:cNvPr id="113" name="Ink 112">
                <a:extLst>
                  <a:ext uri="{FF2B5EF4-FFF2-40B4-BE49-F238E27FC236}">
                    <a16:creationId xmlns:a16="http://schemas.microsoft.com/office/drawing/2014/main" id="{9AC4338C-D514-38E2-C0F9-E1C32E5847C3}"/>
                  </a:ext>
                </a:extLst>
              </p14:cNvPr>
              <p14:cNvContentPartPr/>
              <p14:nvPr/>
            </p14:nvContentPartPr>
            <p14:xfrm>
              <a:off x="3825477" y="5063972"/>
              <a:ext cx="270720" cy="246960"/>
            </p14:xfrm>
          </p:contentPart>
        </mc:Choice>
        <mc:Fallback>
          <p:pic>
            <p:nvPicPr>
              <p:cNvPr id="113" name="Ink 112">
                <a:extLst>
                  <a:ext uri="{FF2B5EF4-FFF2-40B4-BE49-F238E27FC236}">
                    <a16:creationId xmlns:a16="http://schemas.microsoft.com/office/drawing/2014/main" id="{9AC4338C-D514-38E2-C0F9-E1C32E5847C3}"/>
                  </a:ext>
                </a:extLst>
              </p:cNvPr>
              <p:cNvPicPr/>
              <p:nvPr/>
            </p:nvPicPr>
            <p:blipFill>
              <a:blip r:embed="rId304"/>
              <a:stretch>
                <a:fillRect/>
              </a:stretch>
            </p:blipFill>
            <p:spPr>
              <a:xfrm>
                <a:off x="3816837" y="5055332"/>
                <a:ext cx="28836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305">
            <p14:nvContentPartPr>
              <p14:cNvPr id="114" name="Ink 113">
                <a:extLst>
                  <a:ext uri="{FF2B5EF4-FFF2-40B4-BE49-F238E27FC236}">
                    <a16:creationId xmlns:a16="http://schemas.microsoft.com/office/drawing/2014/main" id="{B0318C0A-C6FC-E111-1C24-1F4336D2CB83}"/>
                  </a:ext>
                </a:extLst>
              </p14:cNvPr>
              <p14:cNvContentPartPr/>
              <p14:nvPr/>
            </p14:nvContentPartPr>
            <p14:xfrm>
              <a:off x="4091517" y="5156492"/>
              <a:ext cx="260640" cy="147960"/>
            </p14:xfrm>
          </p:contentPart>
        </mc:Choice>
        <mc:Fallback>
          <p:pic>
            <p:nvPicPr>
              <p:cNvPr id="114" name="Ink 113">
                <a:extLst>
                  <a:ext uri="{FF2B5EF4-FFF2-40B4-BE49-F238E27FC236}">
                    <a16:creationId xmlns:a16="http://schemas.microsoft.com/office/drawing/2014/main" id="{B0318C0A-C6FC-E111-1C24-1F4336D2CB83}"/>
                  </a:ext>
                </a:extLst>
              </p:cNvPr>
              <p:cNvPicPr/>
              <p:nvPr/>
            </p:nvPicPr>
            <p:blipFill>
              <a:blip r:embed="rId306"/>
              <a:stretch>
                <a:fillRect/>
              </a:stretch>
            </p:blipFill>
            <p:spPr>
              <a:xfrm>
                <a:off x="4082517" y="5147852"/>
                <a:ext cx="27828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307">
            <p14:nvContentPartPr>
              <p14:cNvPr id="115" name="Ink 114">
                <a:extLst>
                  <a:ext uri="{FF2B5EF4-FFF2-40B4-BE49-F238E27FC236}">
                    <a16:creationId xmlns:a16="http://schemas.microsoft.com/office/drawing/2014/main" id="{3A577D19-23C1-BA66-E389-CE1EC36A4753}"/>
                  </a:ext>
                </a:extLst>
              </p14:cNvPr>
              <p14:cNvContentPartPr/>
              <p14:nvPr/>
            </p14:nvContentPartPr>
            <p14:xfrm>
              <a:off x="4290957" y="5054612"/>
              <a:ext cx="11520" cy="18000"/>
            </p14:xfrm>
          </p:contentPart>
        </mc:Choice>
        <mc:Fallback>
          <p:pic>
            <p:nvPicPr>
              <p:cNvPr id="115" name="Ink 114">
                <a:extLst>
                  <a:ext uri="{FF2B5EF4-FFF2-40B4-BE49-F238E27FC236}">
                    <a16:creationId xmlns:a16="http://schemas.microsoft.com/office/drawing/2014/main" id="{3A577D19-23C1-BA66-E389-CE1EC36A4753}"/>
                  </a:ext>
                </a:extLst>
              </p:cNvPr>
              <p:cNvPicPr/>
              <p:nvPr/>
            </p:nvPicPr>
            <p:blipFill>
              <a:blip r:embed="rId308"/>
              <a:stretch>
                <a:fillRect/>
              </a:stretch>
            </p:blipFill>
            <p:spPr>
              <a:xfrm>
                <a:off x="4281957" y="5045612"/>
                <a:ext cx="2916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116" name="Ink 115">
                <a:extLst>
                  <a:ext uri="{FF2B5EF4-FFF2-40B4-BE49-F238E27FC236}">
                    <a16:creationId xmlns:a16="http://schemas.microsoft.com/office/drawing/2014/main" id="{79A901C0-602A-6EF5-C814-E715C6539FC5}"/>
                  </a:ext>
                </a:extLst>
              </p14:cNvPr>
              <p14:cNvContentPartPr/>
              <p14:nvPr/>
            </p14:nvContentPartPr>
            <p14:xfrm>
              <a:off x="4400757" y="5164052"/>
              <a:ext cx="144720" cy="158400"/>
            </p14:xfrm>
          </p:contentPart>
        </mc:Choice>
        <mc:Fallback>
          <p:pic>
            <p:nvPicPr>
              <p:cNvPr id="116" name="Ink 115">
                <a:extLst>
                  <a:ext uri="{FF2B5EF4-FFF2-40B4-BE49-F238E27FC236}">
                    <a16:creationId xmlns:a16="http://schemas.microsoft.com/office/drawing/2014/main" id="{79A901C0-602A-6EF5-C814-E715C6539FC5}"/>
                  </a:ext>
                </a:extLst>
              </p:cNvPr>
              <p:cNvPicPr/>
              <p:nvPr/>
            </p:nvPicPr>
            <p:blipFill>
              <a:blip r:embed="rId310"/>
              <a:stretch>
                <a:fillRect/>
              </a:stretch>
            </p:blipFill>
            <p:spPr>
              <a:xfrm>
                <a:off x="4391757" y="5155052"/>
                <a:ext cx="1623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311">
            <p14:nvContentPartPr>
              <p14:cNvPr id="117" name="Ink 116">
                <a:extLst>
                  <a:ext uri="{FF2B5EF4-FFF2-40B4-BE49-F238E27FC236}">
                    <a16:creationId xmlns:a16="http://schemas.microsoft.com/office/drawing/2014/main" id="{83DC65D8-7ABB-706F-DF5B-020A7339EB37}"/>
                  </a:ext>
                </a:extLst>
              </p14:cNvPr>
              <p14:cNvContentPartPr/>
              <p14:nvPr/>
            </p14:nvContentPartPr>
            <p14:xfrm>
              <a:off x="4607037" y="5198252"/>
              <a:ext cx="84240" cy="119520"/>
            </p14:xfrm>
          </p:contentPart>
        </mc:Choice>
        <mc:Fallback>
          <p:pic>
            <p:nvPicPr>
              <p:cNvPr id="117" name="Ink 116">
                <a:extLst>
                  <a:ext uri="{FF2B5EF4-FFF2-40B4-BE49-F238E27FC236}">
                    <a16:creationId xmlns:a16="http://schemas.microsoft.com/office/drawing/2014/main" id="{83DC65D8-7ABB-706F-DF5B-020A7339EB37}"/>
                  </a:ext>
                </a:extLst>
              </p:cNvPr>
              <p:cNvPicPr/>
              <p:nvPr/>
            </p:nvPicPr>
            <p:blipFill>
              <a:blip r:embed="rId312"/>
              <a:stretch>
                <a:fillRect/>
              </a:stretch>
            </p:blipFill>
            <p:spPr>
              <a:xfrm>
                <a:off x="4598037" y="5189612"/>
                <a:ext cx="10188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313">
            <p14:nvContentPartPr>
              <p14:cNvPr id="118" name="Ink 117">
                <a:extLst>
                  <a:ext uri="{FF2B5EF4-FFF2-40B4-BE49-F238E27FC236}">
                    <a16:creationId xmlns:a16="http://schemas.microsoft.com/office/drawing/2014/main" id="{A35B9121-E3BA-C15A-5A57-434516DC555C}"/>
                  </a:ext>
                </a:extLst>
              </p14:cNvPr>
              <p14:cNvContentPartPr/>
              <p14:nvPr/>
            </p14:nvContentPartPr>
            <p14:xfrm>
              <a:off x="4780557" y="5189972"/>
              <a:ext cx="148320" cy="127800"/>
            </p14:xfrm>
          </p:contentPart>
        </mc:Choice>
        <mc:Fallback>
          <p:pic>
            <p:nvPicPr>
              <p:cNvPr id="118" name="Ink 117">
                <a:extLst>
                  <a:ext uri="{FF2B5EF4-FFF2-40B4-BE49-F238E27FC236}">
                    <a16:creationId xmlns:a16="http://schemas.microsoft.com/office/drawing/2014/main" id="{A35B9121-E3BA-C15A-5A57-434516DC555C}"/>
                  </a:ext>
                </a:extLst>
              </p:cNvPr>
              <p:cNvPicPr/>
              <p:nvPr/>
            </p:nvPicPr>
            <p:blipFill>
              <a:blip r:embed="rId314"/>
              <a:stretch>
                <a:fillRect/>
              </a:stretch>
            </p:blipFill>
            <p:spPr>
              <a:xfrm>
                <a:off x="4771917" y="5180972"/>
                <a:ext cx="16596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315">
            <p14:nvContentPartPr>
              <p14:cNvPr id="119" name="Ink 118">
                <a:extLst>
                  <a:ext uri="{FF2B5EF4-FFF2-40B4-BE49-F238E27FC236}">
                    <a16:creationId xmlns:a16="http://schemas.microsoft.com/office/drawing/2014/main" id="{F2132D57-08DF-0BFC-A60C-027F439E404E}"/>
                  </a:ext>
                </a:extLst>
              </p14:cNvPr>
              <p14:cNvContentPartPr/>
              <p14:nvPr/>
            </p14:nvContentPartPr>
            <p14:xfrm>
              <a:off x="5015277" y="5232812"/>
              <a:ext cx="271440" cy="194760"/>
            </p14:xfrm>
          </p:contentPart>
        </mc:Choice>
        <mc:Fallback>
          <p:pic>
            <p:nvPicPr>
              <p:cNvPr id="119" name="Ink 118">
                <a:extLst>
                  <a:ext uri="{FF2B5EF4-FFF2-40B4-BE49-F238E27FC236}">
                    <a16:creationId xmlns:a16="http://schemas.microsoft.com/office/drawing/2014/main" id="{F2132D57-08DF-0BFC-A60C-027F439E404E}"/>
                  </a:ext>
                </a:extLst>
              </p:cNvPr>
              <p:cNvPicPr/>
              <p:nvPr/>
            </p:nvPicPr>
            <p:blipFill>
              <a:blip r:embed="rId316"/>
              <a:stretch>
                <a:fillRect/>
              </a:stretch>
            </p:blipFill>
            <p:spPr>
              <a:xfrm>
                <a:off x="5006637" y="5223812"/>
                <a:ext cx="28908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317">
            <p14:nvContentPartPr>
              <p14:cNvPr id="120" name="Ink 119">
                <a:extLst>
                  <a:ext uri="{FF2B5EF4-FFF2-40B4-BE49-F238E27FC236}">
                    <a16:creationId xmlns:a16="http://schemas.microsoft.com/office/drawing/2014/main" id="{A00AE6CF-0CE6-7E4B-2521-9561B8A8D4D2}"/>
                  </a:ext>
                </a:extLst>
              </p14:cNvPr>
              <p14:cNvContentPartPr/>
              <p14:nvPr/>
            </p14:nvContentPartPr>
            <p14:xfrm>
              <a:off x="5347917" y="5261612"/>
              <a:ext cx="83520" cy="183960"/>
            </p14:xfrm>
          </p:contentPart>
        </mc:Choice>
        <mc:Fallback>
          <p:pic>
            <p:nvPicPr>
              <p:cNvPr id="120" name="Ink 119">
                <a:extLst>
                  <a:ext uri="{FF2B5EF4-FFF2-40B4-BE49-F238E27FC236}">
                    <a16:creationId xmlns:a16="http://schemas.microsoft.com/office/drawing/2014/main" id="{A00AE6CF-0CE6-7E4B-2521-9561B8A8D4D2}"/>
                  </a:ext>
                </a:extLst>
              </p:cNvPr>
              <p:cNvPicPr/>
              <p:nvPr/>
            </p:nvPicPr>
            <p:blipFill>
              <a:blip r:embed="rId318"/>
              <a:stretch>
                <a:fillRect/>
              </a:stretch>
            </p:blipFill>
            <p:spPr>
              <a:xfrm>
                <a:off x="5338917" y="5252612"/>
                <a:ext cx="101160" cy="201600"/>
              </a:xfrm>
              <a:prstGeom prst="rect">
                <a:avLst/>
              </a:prstGeom>
            </p:spPr>
          </p:pic>
        </mc:Fallback>
      </mc:AlternateContent>
      <mc:AlternateContent xmlns:mc="http://schemas.openxmlformats.org/markup-compatibility/2006">
        <mc:Choice xmlns:p14="http://schemas.microsoft.com/office/powerpoint/2010/main" Requires="p14">
          <p:contentPart p14:bwMode="auto" r:id="rId319">
            <p14:nvContentPartPr>
              <p14:cNvPr id="121" name="Ink 120">
                <a:extLst>
                  <a:ext uri="{FF2B5EF4-FFF2-40B4-BE49-F238E27FC236}">
                    <a16:creationId xmlns:a16="http://schemas.microsoft.com/office/drawing/2014/main" id="{FB45CD0B-4CF3-217A-3BE5-3EB04B46AFB1}"/>
                  </a:ext>
                </a:extLst>
              </p14:cNvPr>
              <p14:cNvContentPartPr/>
              <p14:nvPr/>
            </p14:nvContentPartPr>
            <p14:xfrm>
              <a:off x="5526837" y="4729532"/>
              <a:ext cx="96480" cy="19800"/>
            </p14:xfrm>
          </p:contentPart>
        </mc:Choice>
        <mc:Fallback>
          <p:pic>
            <p:nvPicPr>
              <p:cNvPr id="121" name="Ink 120">
                <a:extLst>
                  <a:ext uri="{FF2B5EF4-FFF2-40B4-BE49-F238E27FC236}">
                    <a16:creationId xmlns:a16="http://schemas.microsoft.com/office/drawing/2014/main" id="{FB45CD0B-4CF3-217A-3BE5-3EB04B46AFB1}"/>
                  </a:ext>
                </a:extLst>
              </p:cNvPr>
              <p:cNvPicPr/>
              <p:nvPr/>
            </p:nvPicPr>
            <p:blipFill>
              <a:blip r:embed="rId320"/>
              <a:stretch>
                <a:fillRect/>
              </a:stretch>
            </p:blipFill>
            <p:spPr>
              <a:xfrm>
                <a:off x="5517837" y="4720892"/>
                <a:ext cx="11412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321">
            <p14:nvContentPartPr>
              <p14:cNvPr id="122" name="Ink 121">
                <a:extLst>
                  <a:ext uri="{FF2B5EF4-FFF2-40B4-BE49-F238E27FC236}">
                    <a16:creationId xmlns:a16="http://schemas.microsoft.com/office/drawing/2014/main" id="{268C63D9-7340-3B54-A27D-C8328BDF1960}"/>
                  </a:ext>
                </a:extLst>
              </p14:cNvPr>
              <p14:cNvContentPartPr/>
              <p14:nvPr/>
            </p14:nvContentPartPr>
            <p14:xfrm>
              <a:off x="5724837" y="4617932"/>
              <a:ext cx="101880" cy="249120"/>
            </p14:xfrm>
          </p:contentPart>
        </mc:Choice>
        <mc:Fallback>
          <p:pic>
            <p:nvPicPr>
              <p:cNvPr id="122" name="Ink 121">
                <a:extLst>
                  <a:ext uri="{FF2B5EF4-FFF2-40B4-BE49-F238E27FC236}">
                    <a16:creationId xmlns:a16="http://schemas.microsoft.com/office/drawing/2014/main" id="{268C63D9-7340-3B54-A27D-C8328BDF1960}"/>
                  </a:ext>
                </a:extLst>
              </p:cNvPr>
              <p:cNvPicPr/>
              <p:nvPr/>
            </p:nvPicPr>
            <p:blipFill>
              <a:blip r:embed="rId322"/>
              <a:stretch>
                <a:fillRect/>
              </a:stretch>
            </p:blipFill>
            <p:spPr>
              <a:xfrm>
                <a:off x="5716197" y="4608932"/>
                <a:ext cx="11952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323">
            <p14:nvContentPartPr>
              <p14:cNvPr id="123" name="Ink 122">
                <a:extLst>
                  <a:ext uri="{FF2B5EF4-FFF2-40B4-BE49-F238E27FC236}">
                    <a16:creationId xmlns:a16="http://schemas.microsoft.com/office/drawing/2014/main" id="{F5F0B4BC-D8F9-EC78-825C-93BA7083444C}"/>
                  </a:ext>
                </a:extLst>
              </p14:cNvPr>
              <p14:cNvContentPartPr/>
              <p14:nvPr/>
            </p14:nvContentPartPr>
            <p14:xfrm>
              <a:off x="5875677" y="4649252"/>
              <a:ext cx="314280" cy="142560"/>
            </p14:xfrm>
          </p:contentPart>
        </mc:Choice>
        <mc:Fallback>
          <p:pic>
            <p:nvPicPr>
              <p:cNvPr id="123" name="Ink 122">
                <a:extLst>
                  <a:ext uri="{FF2B5EF4-FFF2-40B4-BE49-F238E27FC236}">
                    <a16:creationId xmlns:a16="http://schemas.microsoft.com/office/drawing/2014/main" id="{F5F0B4BC-D8F9-EC78-825C-93BA7083444C}"/>
                  </a:ext>
                </a:extLst>
              </p:cNvPr>
              <p:cNvPicPr/>
              <p:nvPr/>
            </p:nvPicPr>
            <p:blipFill>
              <a:blip r:embed="rId324"/>
              <a:stretch>
                <a:fillRect/>
              </a:stretch>
            </p:blipFill>
            <p:spPr>
              <a:xfrm>
                <a:off x="5867037" y="4640612"/>
                <a:ext cx="331920" cy="160200"/>
              </a:xfrm>
              <a:prstGeom prst="rect">
                <a:avLst/>
              </a:prstGeom>
            </p:spPr>
          </p:pic>
        </mc:Fallback>
      </mc:AlternateContent>
      <mc:AlternateContent xmlns:mc="http://schemas.openxmlformats.org/markup-compatibility/2006">
        <mc:Choice xmlns:p14="http://schemas.microsoft.com/office/powerpoint/2010/main" Requires="p14">
          <p:contentPart p14:bwMode="auto" r:id="rId325">
            <p14:nvContentPartPr>
              <p14:cNvPr id="124" name="Ink 123">
                <a:extLst>
                  <a:ext uri="{FF2B5EF4-FFF2-40B4-BE49-F238E27FC236}">
                    <a16:creationId xmlns:a16="http://schemas.microsoft.com/office/drawing/2014/main" id="{DC98F111-CA38-1812-CEFF-BC174C129146}"/>
                  </a:ext>
                </a:extLst>
              </p14:cNvPr>
              <p14:cNvContentPartPr/>
              <p14:nvPr/>
            </p14:nvContentPartPr>
            <p14:xfrm>
              <a:off x="6256197" y="4766612"/>
              <a:ext cx="18000" cy="2880"/>
            </p14:xfrm>
          </p:contentPart>
        </mc:Choice>
        <mc:Fallback>
          <p:pic>
            <p:nvPicPr>
              <p:cNvPr id="124" name="Ink 123">
                <a:extLst>
                  <a:ext uri="{FF2B5EF4-FFF2-40B4-BE49-F238E27FC236}">
                    <a16:creationId xmlns:a16="http://schemas.microsoft.com/office/drawing/2014/main" id="{DC98F111-CA38-1812-CEFF-BC174C129146}"/>
                  </a:ext>
                </a:extLst>
              </p:cNvPr>
              <p:cNvPicPr/>
              <p:nvPr/>
            </p:nvPicPr>
            <p:blipFill>
              <a:blip r:embed="rId326"/>
              <a:stretch>
                <a:fillRect/>
              </a:stretch>
            </p:blipFill>
            <p:spPr>
              <a:xfrm>
                <a:off x="6247197" y="4757612"/>
                <a:ext cx="3564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327">
            <p14:nvContentPartPr>
              <p14:cNvPr id="72" name="Ink 71">
                <a:extLst>
                  <a:ext uri="{FF2B5EF4-FFF2-40B4-BE49-F238E27FC236}">
                    <a16:creationId xmlns:a16="http://schemas.microsoft.com/office/drawing/2014/main" id="{487FAB61-5F49-8724-E03C-F678370748FA}"/>
                  </a:ext>
                </a:extLst>
              </p14:cNvPr>
              <p14:cNvContentPartPr/>
              <p14:nvPr/>
            </p14:nvContentPartPr>
            <p14:xfrm>
              <a:off x="905157" y="4591292"/>
              <a:ext cx="35640" cy="150840"/>
            </p14:xfrm>
          </p:contentPart>
        </mc:Choice>
        <mc:Fallback>
          <p:pic>
            <p:nvPicPr>
              <p:cNvPr id="72" name="Ink 71">
                <a:extLst>
                  <a:ext uri="{FF2B5EF4-FFF2-40B4-BE49-F238E27FC236}">
                    <a16:creationId xmlns:a16="http://schemas.microsoft.com/office/drawing/2014/main" id="{487FAB61-5F49-8724-E03C-F678370748FA}"/>
                  </a:ext>
                </a:extLst>
              </p:cNvPr>
              <p:cNvPicPr/>
              <p:nvPr/>
            </p:nvPicPr>
            <p:blipFill>
              <a:blip r:embed="rId328"/>
              <a:stretch>
                <a:fillRect/>
              </a:stretch>
            </p:blipFill>
            <p:spPr>
              <a:xfrm>
                <a:off x="896517" y="4582292"/>
                <a:ext cx="5328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329">
            <p14:nvContentPartPr>
              <p14:cNvPr id="73" name="Ink 72">
                <a:extLst>
                  <a:ext uri="{FF2B5EF4-FFF2-40B4-BE49-F238E27FC236}">
                    <a16:creationId xmlns:a16="http://schemas.microsoft.com/office/drawing/2014/main" id="{580FA300-1993-8AFB-617A-159E6E5DCD5D}"/>
                  </a:ext>
                </a:extLst>
              </p14:cNvPr>
              <p14:cNvContentPartPr/>
              <p14:nvPr/>
            </p14:nvContentPartPr>
            <p14:xfrm>
              <a:off x="1017837" y="4624412"/>
              <a:ext cx="93960" cy="119880"/>
            </p14:xfrm>
          </p:contentPart>
        </mc:Choice>
        <mc:Fallback>
          <p:pic>
            <p:nvPicPr>
              <p:cNvPr id="73" name="Ink 72">
                <a:extLst>
                  <a:ext uri="{FF2B5EF4-FFF2-40B4-BE49-F238E27FC236}">
                    <a16:creationId xmlns:a16="http://schemas.microsoft.com/office/drawing/2014/main" id="{580FA300-1993-8AFB-617A-159E6E5DCD5D}"/>
                  </a:ext>
                </a:extLst>
              </p:cNvPr>
              <p:cNvPicPr/>
              <p:nvPr/>
            </p:nvPicPr>
            <p:blipFill>
              <a:blip r:embed="rId330"/>
              <a:stretch>
                <a:fillRect/>
              </a:stretch>
            </p:blipFill>
            <p:spPr>
              <a:xfrm>
                <a:off x="1009197" y="4615772"/>
                <a:ext cx="111600" cy="137520"/>
              </a:xfrm>
              <a:prstGeom prst="rect">
                <a:avLst/>
              </a:prstGeom>
            </p:spPr>
          </p:pic>
        </mc:Fallback>
      </mc:AlternateContent>
      <mc:AlternateContent xmlns:mc="http://schemas.openxmlformats.org/markup-compatibility/2006">
        <mc:Choice xmlns:p14="http://schemas.microsoft.com/office/powerpoint/2010/main" Requires="p14">
          <p:contentPart p14:bwMode="auto" r:id="rId331">
            <p14:nvContentPartPr>
              <p14:cNvPr id="74" name="Ink 73">
                <a:extLst>
                  <a:ext uri="{FF2B5EF4-FFF2-40B4-BE49-F238E27FC236}">
                    <a16:creationId xmlns:a16="http://schemas.microsoft.com/office/drawing/2014/main" id="{39401B75-CE1E-9253-C894-83349538C2DB}"/>
                  </a:ext>
                </a:extLst>
              </p14:cNvPr>
              <p14:cNvContentPartPr/>
              <p14:nvPr/>
            </p14:nvContentPartPr>
            <p14:xfrm>
              <a:off x="1215117" y="4622252"/>
              <a:ext cx="113760" cy="127800"/>
            </p14:xfrm>
          </p:contentPart>
        </mc:Choice>
        <mc:Fallback>
          <p:pic>
            <p:nvPicPr>
              <p:cNvPr id="74" name="Ink 73">
                <a:extLst>
                  <a:ext uri="{FF2B5EF4-FFF2-40B4-BE49-F238E27FC236}">
                    <a16:creationId xmlns:a16="http://schemas.microsoft.com/office/drawing/2014/main" id="{39401B75-CE1E-9253-C894-83349538C2DB}"/>
                  </a:ext>
                </a:extLst>
              </p:cNvPr>
              <p:cNvPicPr/>
              <p:nvPr/>
            </p:nvPicPr>
            <p:blipFill>
              <a:blip r:embed="rId332"/>
              <a:stretch>
                <a:fillRect/>
              </a:stretch>
            </p:blipFill>
            <p:spPr>
              <a:xfrm>
                <a:off x="1206477" y="4613252"/>
                <a:ext cx="13140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333">
            <p14:nvContentPartPr>
              <p14:cNvPr id="75" name="Ink 74">
                <a:extLst>
                  <a:ext uri="{FF2B5EF4-FFF2-40B4-BE49-F238E27FC236}">
                    <a16:creationId xmlns:a16="http://schemas.microsoft.com/office/drawing/2014/main" id="{71D98638-AAF5-7430-E05A-2FEB971FDD6D}"/>
                  </a:ext>
                </a:extLst>
              </p14:cNvPr>
              <p14:cNvContentPartPr/>
              <p14:nvPr/>
            </p14:nvContentPartPr>
            <p14:xfrm>
              <a:off x="1465677" y="4629812"/>
              <a:ext cx="92880" cy="115200"/>
            </p14:xfrm>
          </p:contentPart>
        </mc:Choice>
        <mc:Fallback>
          <p:pic>
            <p:nvPicPr>
              <p:cNvPr id="75" name="Ink 74">
                <a:extLst>
                  <a:ext uri="{FF2B5EF4-FFF2-40B4-BE49-F238E27FC236}">
                    <a16:creationId xmlns:a16="http://schemas.microsoft.com/office/drawing/2014/main" id="{71D98638-AAF5-7430-E05A-2FEB971FDD6D}"/>
                  </a:ext>
                </a:extLst>
              </p:cNvPr>
              <p:cNvPicPr/>
              <p:nvPr/>
            </p:nvPicPr>
            <p:blipFill>
              <a:blip r:embed="rId334"/>
              <a:stretch>
                <a:fillRect/>
              </a:stretch>
            </p:blipFill>
            <p:spPr>
              <a:xfrm>
                <a:off x="1456677" y="4620812"/>
                <a:ext cx="110520" cy="132840"/>
              </a:xfrm>
              <a:prstGeom prst="rect">
                <a:avLst/>
              </a:prstGeom>
            </p:spPr>
          </p:pic>
        </mc:Fallback>
      </mc:AlternateContent>
      <mc:AlternateContent xmlns:mc="http://schemas.openxmlformats.org/markup-compatibility/2006">
        <mc:Choice xmlns:p14="http://schemas.microsoft.com/office/powerpoint/2010/main" Requires="p14">
          <p:contentPart p14:bwMode="auto" r:id="rId335">
            <p14:nvContentPartPr>
              <p14:cNvPr id="76" name="Ink 75">
                <a:extLst>
                  <a:ext uri="{FF2B5EF4-FFF2-40B4-BE49-F238E27FC236}">
                    <a16:creationId xmlns:a16="http://schemas.microsoft.com/office/drawing/2014/main" id="{3980F05D-889D-BD31-4970-B52032D925C9}"/>
                  </a:ext>
                </a:extLst>
              </p14:cNvPr>
              <p14:cNvContentPartPr/>
              <p14:nvPr/>
            </p14:nvContentPartPr>
            <p14:xfrm>
              <a:off x="1702917" y="4648532"/>
              <a:ext cx="73800" cy="212760"/>
            </p14:xfrm>
          </p:contentPart>
        </mc:Choice>
        <mc:Fallback>
          <p:pic>
            <p:nvPicPr>
              <p:cNvPr id="76" name="Ink 75">
                <a:extLst>
                  <a:ext uri="{FF2B5EF4-FFF2-40B4-BE49-F238E27FC236}">
                    <a16:creationId xmlns:a16="http://schemas.microsoft.com/office/drawing/2014/main" id="{3980F05D-889D-BD31-4970-B52032D925C9}"/>
                  </a:ext>
                </a:extLst>
              </p:cNvPr>
              <p:cNvPicPr/>
              <p:nvPr/>
            </p:nvPicPr>
            <p:blipFill>
              <a:blip r:embed="rId336"/>
              <a:stretch>
                <a:fillRect/>
              </a:stretch>
            </p:blipFill>
            <p:spPr>
              <a:xfrm>
                <a:off x="1694277" y="4639532"/>
                <a:ext cx="91440" cy="230400"/>
              </a:xfrm>
              <a:prstGeom prst="rect">
                <a:avLst/>
              </a:prstGeom>
            </p:spPr>
          </p:pic>
        </mc:Fallback>
      </mc:AlternateContent>
      <mc:AlternateContent xmlns:mc="http://schemas.openxmlformats.org/markup-compatibility/2006">
        <mc:Choice xmlns:p14="http://schemas.microsoft.com/office/powerpoint/2010/main" Requires="p14">
          <p:contentPart p14:bwMode="auto" r:id="rId337">
            <p14:nvContentPartPr>
              <p14:cNvPr id="77" name="Ink 76">
                <a:extLst>
                  <a:ext uri="{FF2B5EF4-FFF2-40B4-BE49-F238E27FC236}">
                    <a16:creationId xmlns:a16="http://schemas.microsoft.com/office/drawing/2014/main" id="{00D926CB-4092-3812-B7C7-0D3882924DA5}"/>
                  </a:ext>
                </a:extLst>
              </p14:cNvPr>
              <p14:cNvContentPartPr/>
              <p14:nvPr/>
            </p14:nvContentPartPr>
            <p14:xfrm>
              <a:off x="1840797" y="4651772"/>
              <a:ext cx="160200" cy="111240"/>
            </p14:xfrm>
          </p:contentPart>
        </mc:Choice>
        <mc:Fallback>
          <p:pic>
            <p:nvPicPr>
              <p:cNvPr id="77" name="Ink 76">
                <a:extLst>
                  <a:ext uri="{FF2B5EF4-FFF2-40B4-BE49-F238E27FC236}">
                    <a16:creationId xmlns:a16="http://schemas.microsoft.com/office/drawing/2014/main" id="{00D926CB-4092-3812-B7C7-0D3882924DA5}"/>
                  </a:ext>
                </a:extLst>
              </p:cNvPr>
              <p:cNvPicPr/>
              <p:nvPr/>
            </p:nvPicPr>
            <p:blipFill>
              <a:blip r:embed="rId338"/>
              <a:stretch>
                <a:fillRect/>
              </a:stretch>
            </p:blipFill>
            <p:spPr>
              <a:xfrm>
                <a:off x="1831797" y="4643132"/>
                <a:ext cx="17784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339">
            <p14:nvContentPartPr>
              <p14:cNvPr id="78" name="Ink 77">
                <a:extLst>
                  <a:ext uri="{FF2B5EF4-FFF2-40B4-BE49-F238E27FC236}">
                    <a16:creationId xmlns:a16="http://schemas.microsoft.com/office/drawing/2014/main" id="{E1809B6A-1A43-E4EA-453B-78AF42D13FD1}"/>
                  </a:ext>
                </a:extLst>
              </p14:cNvPr>
              <p14:cNvContentPartPr/>
              <p14:nvPr/>
            </p14:nvContentPartPr>
            <p14:xfrm>
              <a:off x="2060397" y="4653212"/>
              <a:ext cx="79920" cy="107640"/>
            </p14:xfrm>
          </p:contentPart>
        </mc:Choice>
        <mc:Fallback>
          <p:pic>
            <p:nvPicPr>
              <p:cNvPr id="78" name="Ink 77">
                <a:extLst>
                  <a:ext uri="{FF2B5EF4-FFF2-40B4-BE49-F238E27FC236}">
                    <a16:creationId xmlns:a16="http://schemas.microsoft.com/office/drawing/2014/main" id="{E1809B6A-1A43-E4EA-453B-78AF42D13FD1}"/>
                  </a:ext>
                </a:extLst>
              </p:cNvPr>
              <p:cNvPicPr/>
              <p:nvPr/>
            </p:nvPicPr>
            <p:blipFill>
              <a:blip r:embed="rId340"/>
              <a:stretch>
                <a:fillRect/>
              </a:stretch>
            </p:blipFill>
            <p:spPr>
              <a:xfrm>
                <a:off x="2051397" y="4644212"/>
                <a:ext cx="9756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341">
            <p14:nvContentPartPr>
              <p14:cNvPr id="79" name="Ink 78">
                <a:extLst>
                  <a:ext uri="{FF2B5EF4-FFF2-40B4-BE49-F238E27FC236}">
                    <a16:creationId xmlns:a16="http://schemas.microsoft.com/office/drawing/2014/main" id="{DF0C9B15-8D88-4C61-9D9A-F42AF4AB2CF3}"/>
                  </a:ext>
                </a:extLst>
              </p14:cNvPr>
              <p14:cNvContentPartPr/>
              <p14:nvPr/>
            </p14:nvContentPartPr>
            <p14:xfrm>
              <a:off x="2080197" y="4649972"/>
              <a:ext cx="84240" cy="113400"/>
            </p14:xfrm>
          </p:contentPart>
        </mc:Choice>
        <mc:Fallback>
          <p:pic>
            <p:nvPicPr>
              <p:cNvPr id="79" name="Ink 78">
                <a:extLst>
                  <a:ext uri="{FF2B5EF4-FFF2-40B4-BE49-F238E27FC236}">
                    <a16:creationId xmlns:a16="http://schemas.microsoft.com/office/drawing/2014/main" id="{DF0C9B15-8D88-4C61-9D9A-F42AF4AB2CF3}"/>
                  </a:ext>
                </a:extLst>
              </p:cNvPr>
              <p:cNvPicPr/>
              <p:nvPr/>
            </p:nvPicPr>
            <p:blipFill>
              <a:blip r:embed="rId342"/>
              <a:stretch>
                <a:fillRect/>
              </a:stretch>
            </p:blipFill>
            <p:spPr>
              <a:xfrm>
                <a:off x="2071557" y="4641332"/>
                <a:ext cx="10188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343">
            <p14:nvContentPartPr>
              <p14:cNvPr id="80" name="Ink 79">
                <a:extLst>
                  <a:ext uri="{FF2B5EF4-FFF2-40B4-BE49-F238E27FC236}">
                    <a16:creationId xmlns:a16="http://schemas.microsoft.com/office/drawing/2014/main" id="{2613EEC6-3146-64CB-F2B1-AC503C946992}"/>
                  </a:ext>
                </a:extLst>
              </p14:cNvPr>
              <p14:cNvContentPartPr/>
              <p14:nvPr/>
            </p14:nvContentPartPr>
            <p14:xfrm>
              <a:off x="2294757" y="4645652"/>
              <a:ext cx="30240" cy="11880"/>
            </p14:xfrm>
          </p:contentPart>
        </mc:Choice>
        <mc:Fallback>
          <p:pic>
            <p:nvPicPr>
              <p:cNvPr id="80" name="Ink 79">
                <a:extLst>
                  <a:ext uri="{FF2B5EF4-FFF2-40B4-BE49-F238E27FC236}">
                    <a16:creationId xmlns:a16="http://schemas.microsoft.com/office/drawing/2014/main" id="{2613EEC6-3146-64CB-F2B1-AC503C946992}"/>
                  </a:ext>
                </a:extLst>
              </p:cNvPr>
              <p:cNvPicPr/>
              <p:nvPr/>
            </p:nvPicPr>
            <p:blipFill>
              <a:blip r:embed="rId344"/>
              <a:stretch>
                <a:fillRect/>
              </a:stretch>
            </p:blipFill>
            <p:spPr>
              <a:xfrm>
                <a:off x="2285757" y="4636652"/>
                <a:ext cx="4788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345">
            <p14:nvContentPartPr>
              <p14:cNvPr id="81" name="Ink 80">
                <a:extLst>
                  <a:ext uri="{FF2B5EF4-FFF2-40B4-BE49-F238E27FC236}">
                    <a16:creationId xmlns:a16="http://schemas.microsoft.com/office/drawing/2014/main" id="{64552960-7312-FEC8-59E4-4A50D3E0A459}"/>
                  </a:ext>
                </a:extLst>
              </p14:cNvPr>
              <p14:cNvContentPartPr/>
              <p14:nvPr/>
            </p14:nvContentPartPr>
            <p14:xfrm>
              <a:off x="2302317" y="4710092"/>
              <a:ext cx="29880" cy="13320"/>
            </p14:xfrm>
          </p:contentPart>
        </mc:Choice>
        <mc:Fallback>
          <p:pic>
            <p:nvPicPr>
              <p:cNvPr id="81" name="Ink 80">
                <a:extLst>
                  <a:ext uri="{FF2B5EF4-FFF2-40B4-BE49-F238E27FC236}">
                    <a16:creationId xmlns:a16="http://schemas.microsoft.com/office/drawing/2014/main" id="{64552960-7312-FEC8-59E4-4A50D3E0A459}"/>
                  </a:ext>
                </a:extLst>
              </p:cNvPr>
              <p:cNvPicPr/>
              <p:nvPr/>
            </p:nvPicPr>
            <p:blipFill>
              <a:blip r:embed="rId346"/>
              <a:stretch>
                <a:fillRect/>
              </a:stretch>
            </p:blipFill>
            <p:spPr>
              <a:xfrm>
                <a:off x="2293677" y="4701452"/>
                <a:ext cx="4752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347">
            <p14:nvContentPartPr>
              <p14:cNvPr id="82" name="Ink 81">
                <a:extLst>
                  <a:ext uri="{FF2B5EF4-FFF2-40B4-BE49-F238E27FC236}">
                    <a16:creationId xmlns:a16="http://schemas.microsoft.com/office/drawing/2014/main" id="{94233016-5235-CC47-2895-627163E1848B}"/>
                  </a:ext>
                </a:extLst>
              </p14:cNvPr>
              <p14:cNvContentPartPr/>
              <p14:nvPr/>
            </p14:nvContentPartPr>
            <p14:xfrm>
              <a:off x="2477277" y="4558892"/>
              <a:ext cx="159120" cy="230040"/>
            </p14:xfrm>
          </p:contentPart>
        </mc:Choice>
        <mc:Fallback>
          <p:pic>
            <p:nvPicPr>
              <p:cNvPr id="82" name="Ink 81">
                <a:extLst>
                  <a:ext uri="{FF2B5EF4-FFF2-40B4-BE49-F238E27FC236}">
                    <a16:creationId xmlns:a16="http://schemas.microsoft.com/office/drawing/2014/main" id="{94233016-5235-CC47-2895-627163E1848B}"/>
                  </a:ext>
                </a:extLst>
              </p:cNvPr>
              <p:cNvPicPr/>
              <p:nvPr/>
            </p:nvPicPr>
            <p:blipFill>
              <a:blip r:embed="rId348"/>
              <a:stretch>
                <a:fillRect/>
              </a:stretch>
            </p:blipFill>
            <p:spPr>
              <a:xfrm>
                <a:off x="2468637" y="4549892"/>
                <a:ext cx="176760" cy="247680"/>
              </a:xfrm>
              <a:prstGeom prst="rect">
                <a:avLst/>
              </a:prstGeom>
            </p:spPr>
          </p:pic>
        </mc:Fallback>
      </mc:AlternateContent>
      <mc:AlternateContent xmlns:mc="http://schemas.openxmlformats.org/markup-compatibility/2006">
        <mc:Choice xmlns:p14="http://schemas.microsoft.com/office/powerpoint/2010/main" Requires="p14">
          <p:contentPart p14:bwMode="auto" r:id="rId349">
            <p14:nvContentPartPr>
              <p14:cNvPr id="83" name="Ink 82">
                <a:extLst>
                  <a:ext uri="{FF2B5EF4-FFF2-40B4-BE49-F238E27FC236}">
                    <a16:creationId xmlns:a16="http://schemas.microsoft.com/office/drawing/2014/main" id="{49A1FCF0-1E86-7986-6726-A75E4176F158}"/>
                  </a:ext>
                </a:extLst>
              </p14:cNvPr>
              <p14:cNvContentPartPr/>
              <p14:nvPr/>
            </p14:nvContentPartPr>
            <p14:xfrm>
              <a:off x="2710197" y="4646012"/>
              <a:ext cx="89640" cy="122400"/>
            </p14:xfrm>
          </p:contentPart>
        </mc:Choice>
        <mc:Fallback>
          <p:pic>
            <p:nvPicPr>
              <p:cNvPr id="83" name="Ink 82">
                <a:extLst>
                  <a:ext uri="{FF2B5EF4-FFF2-40B4-BE49-F238E27FC236}">
                    <a16:creationId xmlns:a16="http://schemas.microsoft.com/office/drawing/2014/main" id="{49A1FCF0-1E86-7986-6726-A75E4176F158}"/>
                  </a:ext>
                </a:extLst>
              </p:cNvPr>
              <p:cNvPicPr/>
              <p:nvPr/>
            </p:nvPicPr>
            <p:blipFill>
              <a:blip r:embed="rId350"/>
              <a:stretch>
                <a:fillRect/>
              </a:stretch>
            </p:blipFill>
            <p:spPr>
              <a:xfrm>
                <a:off x="2701557" y="4637012"/>
                <a:ext cx="10728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351">
            <p14:nvContentPartPr>
              <p14:cNvPr id="84" name="Ink 83">
                <a:extLst>
                  <a:ext uri="{FF2B5EF4-FFF2-40B4-BE49-F238E27FC236}">
                    <a16:creationId xmlns:a16="http://schemas.microsoft.com/office/drawing/2014/main" id="{8A2C262E-6452-D96D-DE06-3234AE837AF9}"/>
                  </a:ext>
                </a:extLst>
              </p14:cNvPr>
              <p14:cNvContentPartPr/>
              <p14:nvPr/>
            </p14:nvContentPartPr>
            <p14:xfrm>
              <a:off x="2893797" y="4630172"/>
              <a:ext cx="131400" cy="114480"/>
            </p14:xfrm>
          </p:contentPart>
        </mc:Choice>
        <mc:Fallback>
          <p:pic>
            <p:nvPicPr>
              <p:cNvPr id="84" name="Ink 83">
                <a:extLst>
                  <a:ext uri="{FF2B5EF4-FFF2-40B4-BE49-F238E27FC236}">
                    <a16:creationId xmlns:a16="http://schemas.microsoft.com/office/drawing/2014/main" id="{8A2C262E-6452-D96D-DE06-3234AE837AF9}"/>
                  </a:ext>
                </a:extLst>
              </p:cNvPr>
              <p:cNvPicPr/>
              <p:nvPr/>
            </p:nvPicPr>
            <p:blipFill>
              <a:blip r:embed="rId352"/>
              <a:stretch>
                <a:fillRect/>
              </a:stretch>
            </p:blipFill>
            <p:spPr>
              <a:xfrm>
                <a:off x="2885157" y="4621172"/>
                <a:ext cx="14904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353">
            <p14:nvContentPartPr>
              <p14:cNvPr id="85" name="Ink 84">
                <a:extLst>
                  <a:ext uri="{FF2B5EF4-FFF2-40B4-BE49-F238E27FC236}">
                    <a16:creationId xmlns:a16="http://schemas.microsoft.com/office/drawing/2014/main" id="{BB0F90DB-F4AB-68E2-762E-CA73B0E57EB2}"/>
                  </a:ext>
                </a:extLst>
              </p14:cNvPr>
              <p14:cNvContentPartPr/>
              <p14:nvPr/>
            </p14:nvContentPartPr>
            <p14:xfrm>
              <a:off x="3069837" y="4630532"/>
              <a:ext cx="112320" cy="114480"/>
            </p14:xfrm>
          </p:contentPart>
        </mc:Choice>
        <mc:Fallback>
          <p:pic>
            <p:nvPicPr>
              <p:cNvPr id="85" name="Ink 84">
                <a:extLst>
                  <a:ext uri="{FF2B5EF4-FFF2-40B4-BE49-F238E27FC236}">
                    <a16:creationId xmlns:a16="http://schemas.microsoft.com/office/drawing/2014/main" id="{BB0F90DB-F4AB-68E2-762E-CA73B0E57EB2}"/>
                  </a:ext>
                </a:extLst>
              </p:cNvPr>
              <p:cNvPicPr/>
              <p:nvPr/>
            </p:nvPicPr>
            <p:blipFill>
              <a:blip r:embed="rId354"/>
              <a:stretch>
                <a:fillRect/>
              </a:stretch>
            </p:blipFill>
            <p:spPr>
              <a:xfrm>
                <a:off x="3061197" y="4621532"/>
                <a:ext cx="12996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355">
            <p14:nvContentPartPr>
              <p14:cNvPr id="86" name="Ink 85">
                <a:extLst>
                  <a:ext uri="{FF2B5EF4-FFF2-40B4-BE49-F238E27FC236}">
                    <a16:creationId xmlns:a16="http://schemas.microsoft.com/office/drawing/2014/main" id="{059AA7D9-0290-39F1-A3C7-7E540F10268E}"/>
                  </a:ext>
                </a:extLst>
              </p14:cNvPr>
              <p14:cNvContentPartPr/>
              <p14:nvPr/>
            </p14:nvContentPartPr>
            <p14:xfrm>
              <a:off x="3257397" y="4562492"/>
              <a:ext cx="352800" cy="182160"/>
            </p14:xfrm>
          </p:contentPart>
        </mc:Choice>
        <mc:Fallback>
          <p:pic>
            <p:nvPicPr>
              <p:cNvPr id="86" name="Ink 85">
                <a:extLst>
                  <a:ext uri="{FF2B5EF4-FFF2-40B4-BE49-F238E27FC236}">
                    <a16:creationId xmlns:a16="http://schemas.microsoft.com/office/drawing/2014/main" id="{059AA7D9-0290-39F1-A3C7-7E540F10268E}"/>
                  </a:ext>
                </a:extLst>
              </p:cNvPr>
              <p:cNvPicPr/>
              <p:nvPr/>
            </p:nvPicPr>
            <p:blipFill>
              <a:blip r:embed="rId356"/>
              <a:stretch>
                <a:fillRect/>
              </a:stretch>
            </p:blipFill>
            <p:spPr>
              <a:xfrm>
                <a:off x="3248757" y="4553852"/>
                <a:ext cx="37044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357">
            <p14:nvContentPartPr>
              <p14:cNvPr id="87" name="Ink 86">
                <a:extLst>
                  <a:ext uri="{FF2B5EF4-FFF2-40B4-BE49-F238E27FC236}">
                    <a16:creationId xmlns:a16="http://schemas.microsoft.com/office/drawing/2014/main" id="{2C65A5B5-86BE-BE62-E121-34D2D3EBE08E}"/>
                  </a:ext>
                </a:extLst>
              </p14:cNvPr>
              <p14:cNvContentPartPr/>
              <p14:nvPr/>
            </p14:nvContentPartPr>
            <p14:xfrm>
              <a:off x="3606957" y="4545572"/>
              <a:ext cx="18000" cy="12960"/>
            </p14:xfrm>
          </p:contentPart>
        </mc:Choice>
        <mc:Fallback>
          <p:pic>
            <p:nvPicPr>
              <p:cNvPr id="87" name="Ink 86">
                <a:extLst>
                  <a:ext uri="{FF2B5EF4-FFF2-40B4-BE49-F238E27FC236}">
                    <a16:creationId xmlns:a16="http://schemas.microsoft.com/office/drawing/2014/main" id="{2C65A5B5-86BE-BE62-E121-34D2D3EBE08E}"/>
                  </a:ext>
                </a:extLst>
              </p:cNvPr>
              <p:cNvPicPr/>
              <p:nvPr/>
            </p:nvPicPr>
            <p:blipFill>
              <a:blip r:embed="rId358"/>
              <a:stretch>
                <a:fillRect/>
              </a:stretch>
            </p:blipFill>
            <p:spPr>
              <a:xfrm>
                <a:off x="3597957" y="4536932"/>
                <a:ext cx="3564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359">
            <p14:nvContentPartPr>
              <p14:cNvPr id="88" name="Ink 87">
                <a:extLst>
                  <a:ext uri="{FF2B5EF4-FFF2-40B4-BE49-F238E27FC236}">
                    <a16:creationId xmlns:a16="http://schemas.microsoft.com/office/drawing/2014/main" id="{EEB5E50E-89AD-F857-87B3-31F024CFCAB5}"/>
                  </a:ext>
                </a:extLst>
              </p14:cNvPr>
              <p14:cNvContentPartPr/>
              <p14:nvPr/>
            </p14:nvContentPartPr>
            <p14:xfrm>
              <a:off x="3690117" y="4667612"/>
              <a:ext cx="268200" cy="258840"/>
            </p14:xfrm>
          </p:contentPart>
        </mc:Choice>
        <mc:Fallback>
          <p:pic>
            <p:nvPicPr>
              <p:cNvPr id="88" name="Ink 87">
                <a:extLst>
                  <a:ext uri="{FF2B5EF4-FFF2-40B4-BE49-F238E27FC236}">
                    <a16:creationId xmlns:a16="http://schemas.microsoft.com/office/drawing/2014/main" id="{EEB5E50E-89AD-F857-87B3-31F024CFCAB5}"/>
                  </a:ext>
                </a:extLst>
              </p:cNvPr>
              <p:cNvPicPr/>
              <p:nvPr/>
            </p:nvPicPr>
            <p:blipFill>
              <a:blip r:embed="rId360"/>
              <a:stretch>
                <a:fillRect/>
              </a:stretch>
            </p:blipFill>
            <p:spPr>
              <a:xfrm>
                <a:off x="3681477" y="4658612"/>
                <a:ext cx="285840" cy="276480"/>
              </a:xfrm>
              <a:prstGeom prst="rect">
                <a:avLst/>
              </a:prstGeom>
            </p:spPr>
          </p:pic>
        </mc:Fallback>
      </mc:AlternateContent>
      <mc:AlternateContent xmlns:mc="http://schemas.openxmlformats.org/markup-compatibility/2006">
        <mc:Choice xmlns:p14="http://schemas.microsoft.com/office/powerpoint/2010/main" Requires="p14">
          <p:contentPart p14:bwMode="auto" r:id="rId361">
            <p14:nvContentPartPr>
              <p14:cNvPr id="276" name="Ink 275">
                <a:extLst>
                  <a:ext uri="{FF2B5EF4-FFF2-40B4-BE49-F238E27FC236}">
                    <a16:creationId xmlns:a16="http://schemas.microsoft.com/office/drawing/2014/main" id="{E11952FB-C9DA-2B5A-D7C9-FC55F91EB69F}"/>
                  </a:ext>
                </a:extLst>
              </p14:cNvPr>
              <p14:cNvContentPartPr/>
              <p14:nvPr/>
            </p14:nvContentPartPr>
            <p14:xfrm>
              <a:off x="421677" y="4626932"/>
              <a:ext cx="353160" cy="208440"/>
            </p14:xfrm>
          </p:contentPart>
        </mc:Choice>
        <mc:Fallback>
          <p:pic>
            <p:nvPicPr>
              <p:cNvPr id="276" name="Ink 275">
                <a:extLst>
                  <a:ext uri="{FF2B5EF4-FFF2-40B4-BE49-F238E27FC236}">
                    <a16:creationId xmlns:a16="http://schemas.microsoft.com/office/drawing/2014/main" id="{E11952FB-C9DA-2B5A-D7C9-FC55F91EB69F}"/>
                  </a:ext>
                </a:extLst>
              </p:cNvPr>
              <p:cNvPicPr/>
              <p:nvPr/>
            </p:nvPicPr>
            <p:blipFill>
              <a:blip r:embed="rId362"/>
              <a:stretch>
                <a:fillRect/>
              </a:stretch>
            </p:blipFill>
            <p:spPr>
              <a:xfrm>
                <a:off x="413037" y="4618292"/>
                <a:ext cx="37080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363">
            <p14:nvContentPartPr>
              <p14:cNvPr id="277" name="Ink 276">
                <a:extLst>
                  <a:ext uri="{FF2B5EF4-FFF2-40B4-BE49-F238E27FC236}">
                    <a16:creationId xmlns:a16="http://schemas.microsoft.com/office/drawing/2014/main" id="{C039D6C9-FC13-D7D3-F396-42E4077E8791}"/>
                  </a:ext>
                </a:extLst>
              </p14:cNvPr>
              <p14:cNvContentPartPr/>
              <p14:nvPr/>
            </p14:nvContentPartPr>
            <p14:xfrm>
              <a:off x="650637" y="4784252"/>
              <a:ext cx="364320" cy="158400"/>
            </p14:xfrm>
          </p:contentPart>
        </mc:Choice>
        <mc:Fallback>
          <p:pic>
            <p:nvPicPr>
              <p:cNvPr id="277" name="Ink 276">
                <a:extLst>
                  <a:ext uri="{FF2B5EF4-FFF2-40B4-BE49-F238E27FC236}">
                    <a16:creationId xmlns:a16="http://schemas.microsoft.com/office/drawing/2014/main" id="{C039D6C9-FC13-D7D3-F396-42E4077E8791}"/>
                  </a:ext>
                </a:extLst>
              </p:cNvPr>
              <p:cNvPicPr/>
              <p:nvPr/>
            </p:nvPicPr>
            <p:blipFill>
              <a:blip r:embed="rId364"/>
              <a:stretch>
                <a:fillRect/>
              </a:stretch>
            </p:blipFill>
            <p:spPr>
              <a:xfrm>
                <a:off x="641997" y="4775252"/>
                <a:ext cx="3819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365">
            <p14:nvContentPartPr>
              <p14:cNvPr id="193" name="Ink 192">
                <a:extLst>
                  <a:ext uri="{FF2B5EF4-FFF2-40B4-BE49-F238E27FC236}">
                    <a16:creationId xmlns:a16="http://schemas.microsoft.com/office/drawing/2014/main" id="{4858A323-D747-C8A2-1DAA-903CD3A6DE0D}"/>
                  </a:ext>
                </a:extLst>
              </p14:cNvPr>
              <p14:cNvContentPartPr/>
              <p14:nvPr/>
            </p14:nvContentPartPr>
            <p14:xfrm>
              <a:off x="9598077" y="2156972"/>
              <a:ext cx="2406240" cy="1542240"/>
            </p14:xfrm>
          </p:contentPart>
        </mc:Choice>
        <mc:Fallback>
          <p:pic>
            <p:nvPicPr>
              <p:cNvPr id="193" name="Ink 192">
                <a:extLst>
                  <a:ext uri="{FF2B5EF4-FFF2-40B4-BE49-F238E27FC236}">
                    <a16:creationId xmlns:a16="http://schemas.microsoft.com/office/drawing/2014/main" id="{4858A323-D747-C8A2-1DAA-903CD3A6DE0D}"/>
                  </a:ext>
                </a:extLst>
              </p:cNvPr>
              <p:cNvPicPr/>
              <p:nvPr/>
            </p:nvPicPr>
            <p:blipFill>
              <a:blip r:embed="rId366"/>
              <a:stretch>
                <a:fillRect/>
              </a:stretch>
            </p:blipFill>
            <p:spPr>
              <a:xfrm>
                <a:off x="9589437" y="2148332"/>
                <a:ext cx="2423880" cy="1559880"/>
              </a:xfrm>
              <a:prstGeom prst="rect">
                <a:avLst/>
              </a:prstGeom>
            </p:spPr>
          </p:pic>
        </mc:Fallback>
      </mc:AlternateContent>
      <mc:AlternateContent xmlns:mc="http://schemas.openxmlformats.org/markup-compatibility/2006">
        <mc:Choice xmlns:p14="http://schemas.microsoft.com/office/powerpoint/2010/main" Requires="p14">
          <p:contentPart p14:bwMode="auto" r:id="rId367">
            <p14:nvContentPartPr>
              <p14:cNvPr id="194" name="Ink 193">
                <a:extLst>
                  <a:ext uri="{FF2B5EF4-FFF2-40B4-BE49-F238E27FC236}">
                    <a16:creationId xmlns:a16="http://schemas.microsoft.com/office/drawing/2014/main" id="{0DE9C45F-6805-F85A-C015-95F35B1078B9}"/>
                  </a:ext>
                </a:extLst>
              </p14:cNvPr>
              <p14:cNvContentPartPr/>
              <p14:nvPr/>
            </p14:nvContentPartPr>
            <p14:xfrm>
              <a:off x="10150317" y="2672852"/>
              <a:ext cx="16200" cy="187920"/>
            </p14:xfrm>
          </p:contentPart>
        </mc:Choice>
        <mc:Fallback>
          <p:pic>
            <p:nvPicPr>
              <p:cNvPr id="194" name="Ink 193">
                <a:extLst>
                  <a:ext uri="{FF2B5EF4-FFF2-40B4-BE49-F238E27FC236}">
                    <a16:creationId xmlns:a16="http://schemas.microsoft.com/office/drawing/2014/main" id="{0DE9C45F-6805-F85A-C015-95F35B1078B9}"/>
                  </a:ext>
                </a:extLst>
              </p:cNvPr>
              <p:cNvPicPr/>
              <p:nvPr/>
            </p:nvPicPr>
            <p:blipFill>
              <a:blip r:embed="rId368"/>
              <a:stretch>
                <a:fillRect/>
              </a:stretch>
            </p:blipFill>
            <p:spPr>
              <a:xfrm>
                <a:off x="10141677" y="2663852"/>
                <a:ext cx="3384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369">
            <p14:nvContentPartPr>
              <p14:cNvPr id="195" name="Ink 194">
                <a:extLst>
                  <a:ext uri="{FF2B5EF4-FFF2-40B4-BE49-F238E27FC236}">
                    <a16:creationId xmlns:a16="http://schemas.microsoft.com/office/drawing/2014/main" id="{41FC6EAC-1CB8-BD18-EEA9-B54C1F671EE8}"/>
                  </a:ext>
                </a:extLst>
              </p14:cNvPr>
              <p14:cNvContentPartPr/>
              <p14:nvPr/>
            </p14:nvContentPartPr>
            <p14:xfrm>
              <a:off x="10034397" y="2565572"/>
              <a:ext cx="268560" cy="382680"/>
            </p14:xfrm>
          </p:contentPart>
        </mc:Choice>
        <mc:Fallback>
          <p:pic>
            <p:nvPicPr>
              <p:cNvPr id="195" name="Ink 194">
                <a:extLst>
                  <a:ext uri="{FF2B5EF4-FFF2-40B4-BE49-F238E27FC236}">
                    <a16:creationId xmlns:a16="http://schemas.microsoft.com/office/drawing/2014/main" id="{41FC6EAC-1CB8-BD18-EEA9-B54C1F671EE8}"/>
                  </a:ext>
                </a:extLst>
              </p:cNvPr>
              <p:cNvPicPr/>
              <p:nvPr/>
            </p:nvPicPr>
            <p:blipFill>
              <a:blip r:embed="rId370"/>
              <a:stretch>
                <a:fillRect/>
              </a:stretch>
            </p:blipFill>
            <p:spPr>
              <a:xfrm>
                <a:off x="10025397" y="2556572"/>
                <a:ext cx="286200" cy="400320"/>
              </a:xfrm>
              <a:prstGeom prst="rect">
                <a:avLst/>
              </a:prstGeom>
            </p:spPr>
          </p:pic>
        </mc:Fallback>
      </mc:AlternateContent>
      <mc:AlternateContent xmlns:mc="http://schemas.openxmlformats.org/markup-compatibility/2006">
        <mc:Choice xmlns:p14="http://schemas.microsoft.com/office/powerpoint/2010/main" Requires="p14">
          <p:contentPart p14:bwMode="auto" r:id="rId371">
            <p14:nvContentPartPr>
              <p14:cNvPr id="196" name="Ink 195">
                <a:extLst>
                  <a:ext uri="{FF2B5EF4-FFF2-40B4-BE49-F238E27FC236}">
                    <a16:creationId xmlns:a16="http://schemas.microsoft.com/office/drawing/2014/main" id="{FB33BDFA-B6BB-733C-1554-466FBD71D063}"/>
                  </a:ext>
                </a:extLst>
              </p14:cNvPr>
              <p14:cNvContentPartPr/>
              <p14:nvPr/>
            </p14:nvContentPartPr>
            <p14:xfrm>
              <a:off x="10248957" y="2761052"/>
              <a:ext cx="301320" cy="171360"/>
            </p14:xfrm>
          </p:contentPart>
        </mc:Choice>
        <mc:Fallback>
          <p:pic>
            <p:nvPicPr>
              <p:cNvPr id="196" name="Ink 195">
                <a:extLst>
                  <a:ext uri="{FF2B5EF4-FFF2-40B4-BE49-F238E27FC236}">
                    <a16:creationId xmlns:a16="http://schemas.microsoft.com/office/drawing/2014/main" id="{FB33BDFA-B6BB-733C-1554-466FBD71D063}"/>
                  </a:ext>
                </a:extLst>
              </p:cNvPr>
              <p:cNvPicPr/>
              <p:nvPr/>
            </p:nvPicPr>
            <p:blipFill>
              <a:blip r:embed="rId372"/>
              <a:stretch>
                <a:fillRect/>
              </a:stretch>
            </p:blipFill>
            <p:spPr>
              <a:xfrm>
                <a:off x="10239957" y="2752052"/>
                <a:ext cx="31896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373">
            <p14:nvContentPartPr>
              <p14:cNvPr id="197" name="Ink 196">
                <a:extLst>
                  <a:ext uri="{FF2B5EF4-FFF2-40B4-BE49-F238E27FC236}">
                    <a16:creationId xmlns:a16="http://schemas.microsoft.com/office/drawing/2014/main" id="{0E6D3CA9-9825-50F6-6477-1F837529761A}"/>
                  </a:ext>
                </a:extLst>
              </p14:cNvPr>
              <p14:cNvContentPartPr/>
              <p14:nvPr/>
            </p14:nvContentPartPr>
            <p14:xfrm>
              <a:off x="10590957" y="2613452"/>
              <a:ext cx="2880" cy="44280"/>
            </p14:xfrm>
          </p:contentPart>
        </mc:Choice>
        <mc:Fallback>
          <p:pic>
            <p:nvPicPr>
              <p:cNvPr id="197" name="Ink 196">
                <a:extLst>
                  <a:ext uri="{FF2B5EF4-FFF2-40B4-BE49-F238E27FC236}">
                    <a16:creationId xmlns:a16="http://schemas.microsoft.com/office/drawing/2014/main" id="{0E6D3CA9-9825-50F6-6477-1F837529761A}"/>
                  </a:ext>
                </a:extLst>
              </p:cNvPr>
              <p:cNvPicPr/>
              <p:nvPr/>
            </p:nvPicPr>
            <p:blipFill>
              <a:blip r:embed="rId374"/>
              <a:stretch>
                <a:fillRect/>
              </a:stretch>
            </p:blipFill>
            <p:spPr>
              <a:xfrm>
                <a:off x="10581957" y="2604812"/>
                <a:ext cx="20520" cy="61920"/>
              </a:xfrm>
              <a:prstGeom prst="rect">
                <a:avLst/>
              </a:prstGeom>
            </p:spPr>
          </p:pic>
        </mc:Fallback>
      </mc:AlternateContent>
      <mc:AlternateContent xmlns:mc="http://schemas.openxmlformats.org/markup-compatibility/2006">
        <mc:Choice xmlns:p14="http://schemas.microsoft.com/office/powerpoint/2010/main" Requires="p14">
          <p:contentPart p14:bwMode="auto" r:id="rId375">
            <p14:nvContentPartPr>
              <p14:cNvPr id="198" name="Ink 197">
                <a:extLst>
                  <a:ext uri="{FF2B5EF4-FFF2-40B4-BE49-F238E27FC236}">
                    <a16:creationId xmlns:a16="http://schemas.microsoft.com/office/drawing/2014/main" id="{FB9EF359-491D-75B2-DBDF-D7C68BEB0D43}"/>
                  </a:ext>
                </a:extLst>
              </p14:cNvPr>
              <p14:cNvContentPartPr/>
              <p14:nvPr/>
            </p14:nvContentPartPr>
            <p14:xfrm>
              <a:off x="10684557" y="2738732"/>
              <a:ext cx="115200" cy="171720"/>
            </p14:xfrm>
          </p:contentPart>
        </mc:Choice>
        <mc:Fallback>
          <p:pic>
            <p:nvPicPr>
              <p:cNvPr id="198" name="Ink 197">
                <a:extLst>
                  <a:ext uri="{FF2B5EF4-FFF2-40B4-BE49-F238E27FC236}">
                    <a16:creationId xmlns:a16="http://schemas.microsoft.com/office/drawing/2014/main" id="{FB9EF359-491D-75B2-DBDF-D7C68BEB0D43}"/>
                  </a:ext>
                </a:extLst>
              </p:cNvPr>
              <p:cNvPicPr/>
              <p:nvPr/>
            </p:nvPicPr>
            <p:blipFill>
              <a:blip r:embed="rId376"/>
              <a:stretch>
                <a:fillRect/>
              </a:stretch>
            </p:blipFill>
            <p:spPr>
              <a:xfrm>
                <a:off x="10675917" y="2730092"/>
                <a:ext cx="13284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377">
            <p14:nvContentPartPr>
              <p14:cNvPr id="199" name="Ink 198">
                <a:extLst>
                  <a:ext uri="{FF2B5EF4-FFF2-40B4-BE49-F238E27FC236}">
                    <a16:creationId xmlns:a16="http://schemas.microsoft.com/office/drawing/2014/main" id="{83CF8217-5C60-AA8E-ABE2-899974AA052F}"/>
                  </a:ext>
                </a:extLst>
              </p14:cNvPr>
              <p14:cNvContentPartPr/>
              <p14:nvPr/>
            </p14:nvContentPartPr>
            <p14:xfrm>
              <a:off x="10874637" y="2743052"/>
              <a:ext cx="110880" cy="165600"/>
            </p14:xfrm>
          </p:contentPart>
        </mc:Choice>
        <mc:Fallback>
          <p:pic>
            <p:nvPicPr>
              <p:cNvPr id="199" name="Ink 198">
                <a:extLst>
                  <a:ext uri="{FF2B5EF4-FFF2-40B4-BE49-F238E27FC236}">
                    <a16:creationId xmlns:a16="http://schemas.microsoft.com/office/drawing/2014/main" id="{83CF8217-5C60-AA8E-ABE2-899974AA052F}"/>
                  </a:ext>
                </a:extLst>
              </p:cNvPr>
              <p:cNvPicPr/>
              <p:nvPr/>
            </p:nvPicPr>
            <p:blipFill>
              <a:blip r:embed="rId378"/>
              <a:stretch>
                <a:fillRect/>
              </a:stretch>
            </p:blipFill>
            <p:spPr>
              <a:xfrm>
                <a:off x="10865997" y="2734052"/>
                <a:ext cx="12852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379">
            <p14:nvContentPartPr>
              <p14:cNvPr id="200" name="Ink 199">
                <a:extLst>
                  <a:ext uri="{FF2B5EF4-FFF2-40B4-BE49-F238E27FC236}">
                    <a16:creationId xmlns:a16="http://schemas.microsoft.com/office/drawing/2014/main" id="{2C8E6B5E-424B-E98D-170C-BFF9B4A40FF4}"/>
                  </a:ext>
                </a:extLst>
              </p14:cNvPr>
              <p14:cNvContentPartPr/>
              <p14:nvPr/>
            </p14:nvContentPartPr>
            <p14:xfrm>
              <a:off x="11057877" y="2679692"/>
              <a:ext cx="186120" cy="191160"/>
            </p14:xfrm>
          </p:contentPart>
        </mc:Choice>
        <mc:Fallback>
          <p:pic>
            <p:nvPicPr>
              <p:cNvPr id="200" name="Ink 199">
                <a:extLst>
                  <a:ext uri="{FF2B5EF4-FFF2-40B4-BE49-F238E27FC236}">
                    <a16:creationId xmlns:a16="http://schemas.microsoft.com/office/drawing/2014/main" id="{2C8E6B5E-424B-E98D-170C-BFF9B4A40FF4}"/>
                  </a:ext>
                </a:extLst>
              </p:cNvPr>
              <p:cNvPicPr/>
              <p:nvPr/>
            </p:nvPicPr>
            <p:blipFill>
              <a:blip r:embed="rId380"/>
              <a:stretch>
                <a:fillRect/>
              </a:stretch>
            </p:blipFill>
            <p:spPr>
              <a:xfrm>
                <a:off x="11048877" y="2670692"/>
                <a:ext cx="20376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381">
            <p14:nvContentPartPr>
              <p14:cNvPr id="201" name="Ink 200">
                <a:extLst>
                  <a:ext uri="{FF2B5EF4-FFF2-40B4-BE49-F238E27FC236}">
                    <a16:creationId xmlns:a16="http://schemas.microsoft.com/office/drawing/2014/main" id="{0C411206-78F6-2A95-3894-C1CF24D2E381}"/>
                  </a:ext>
                </a:extLst>
              </p14:cNvPr>
              <p14:cNvContentPartPr/>
              <p14:nvPr/>
            </p14:nvContentPartPr>
            <p14:xfrm>
              <a:off x="10662237" y="2977052"/>
              <a:ext cx="173160" cy="349920"/>
            </p14:xfrm>
          </p:contentPart>
        </mc:Choice>
        <mc:Fallback>
          <p:pic>
            <p:nvPicPr>
              <p:cNvPr id="201" name="Ink 200">
                <a:extLst>
                  <a:ext uri="{FF2B5EF4-FFF2-40B4-BE49-F238E27FC236}">
                    <a16:creationId xmlns:a16="http://schemas.microsoft.com/office/drawing/2014/main" id="{0C411206-78F6-2A95-3894-C1CF24D2E381}"/>
                  </a:ext>
                </a:extLst>
              </p:cNvPr>
              <p:cNvPicPr/>
              <p:nvPr/>
            </p:nvPicPr>
            <p:blipFill>
              <a:blip r:embed="rId382"/>
              <a:stretch>
                <a:fillRect/>
              </a:stretch>
            </p:blipFill>
            <p:spPr>
              <a:xfrm>
                <a:off x="10653597" y="2968052"/>
                <a:ext cx="190800" cy="367560"/>
              </a:xfrm>
              <a:prstGeom prst="rect">
                <a:avLst/>
              </a:prstGeom>
            </p:spPr>
          </p:pic>
        </mc:Fallback>
      </mc:AlternateContent>
      <mc:AlternateContent xmlns:mc="http://schemas.openxmlformats.org/markup-compatibility/2006">
        <mc:Choice xmlns:p14="http://schemas.microsoft.com/office/powerpoint/2010/main" Requires="p14">
          <p:contentPart p14:bwMode="auto" r:id="rId383">
            <p14:nvContentPartPr>
              <p14:cNvPr id="202" name="Ink 201">
                <a:extLst>
                  <a:ext uri="{FF2B5EF4-FFF2-40B4-BE49-F238E27FC236}">
                    <a16:creationId xmlns:a16="http://schemas.microsoft.com/office/drawing/2014/main" id="{9383B8E3-EAD9-1E39-0846-78127EA30310}"/>
                  </a:ext>
                </a:extLst>
              </p14:cNvPr>
              <p14:cNvContentPartPr/>
              <p14:nvPr/>
            </p14:nvContentPartPr>
            <p14:xfrm>
              <a:off x="10774917" y="3071012"/>
              <a:ext cx="340920" cy="283320"/>
            </p14:xfrm>
          </p:contentPart>
        </mc:Choice>
        <mc:Fallback>
          <p:pic>
            <p:nvPicPr>
              <p:cNvPr id="202" name="Ink 201">
                <a:extLst>
                  <a:ext uri="{FF2B5EF4-FFF2-40B4-BE49-F238E27FC236}">
                    <a16:creationId xmlns:a16="http://schemas.microsoft.com/office/drawing/2014/main" id="{9383B8E3-EAD9-1E39-0846-78127EA30310}"/>
                  </a:ext>
                </a:extLst>
              </p:cNvPr>
              <p:cNvPicPr/>
              <p:nvPr/>
            </p:nvPicPr>
            <p:blipFill>
              <a:blip r:embed="rId384"/>
              <a:stretch>
                <a:fillRect/>
              </a:stretch>
            </p:blipFill>
            <p:spPr>
              <a:xfrm>
                <a:off x="10766277" y="3062012"/>
                <a:ext cx="358560" cy="300960"/>
              </a:xfrm>
              <a:prstGeom prst="rect">
                <a:avLst/>
              </a:prstGeom>
            </p:spPr>
          </p:pic>
        </mc:Fallback>
      </mc:AlternateContent>
      <mc:AlternateContent xmlns:mc="http://schemas.openxmlformats.org/markup-compatibility/2006">
        <mc:Choice xmlns:p14="http://schemas.microsoft.com/office/powerpoint/2010/main" Requires="p14">
          <p:contentPart p14:bwMode="auto" r:id="rId385">
            <p14:nvContentPartPr>
              <p14:cNvPr id="203" name="Ink 202">
                <a:extLst>
                  <a:ext uri="{FF2B5EF4-FFF2-40B4-BE49-F238E27FC236}">
                    <a16:creationId xmlns:a16="http://schemas.microsoft.com/office/drawing/2014/main" id="{E4337F21-89C2-E956-4A74-83140B20AF86}"/>
                  </a:ext>
                </a:extLst>
              </p14:cNvPr>
              <p14:cNvContentPartPr/>
              <p14:nvPr/>
            </p14:nvContentPartPr>
            <p14:xfrm>
              <a:off x="11163357" y="3060932"/>
              <a:ext cx="156960" cy="280440"/>
            </p14:xfrm>
          </p:contentPart>
        </mc:Choice>
        <mc:Fallback>
          <p:pic>
            <p:nvPicPr>
              <p:cNvPr id="203" name="Ink 202">
                <a:extLst>
                  <a:ext uri="{FF2B5EF4-FFF2-40B4-BE49-F238E27FC236}">
                    <a16:creationId xmlns:a16="http://schemas.microsoft.com/office/drawing/2014/main" id="{E4337F21-89C2-E956-4A74-83140B20AF86}"/>
                  </a:ext>
                </a:extLst>
              </p:cNvPr>
              <p:cNvPicPr/>
              <p:nvPr/>
            </p:nvPicPr>
            <p:blipFill>
              <a:blip r:embed="rId386"/>
              <a:stretch>
                <a:fillRect/>
              </a:stretch>
            </p:blipFill>
            <p:spPr>
              <a:xfrm>
                <a:off x="11154717" y="3052292"/>
                <a:ext cx="174600" cy="298080"/>
              </a:xfrm>
              <a:prstGeom prst="rect">
                <a:avLst/>
              </a:prstGeom>
            </p:spPr>
          </p:pic>
        </mc:Fallback>
      </mc:AlternateContent>
      <mc:AlternateContent xmlns:mc="http://schemas.openxmlformats.org/markup-compatibility/2006">
        <mc:Choice xmlns:p14="http://schemas.microsoft.com/office/powerpoint/2010/main" Requires="p14">
          <p:contentPart p14:bwMode="auto" r:id="rId387">
            <p14:nvContentPartPr>
              <p14:cNvPr id="244" name="Ink 243">
                <a:extLst>
                  <a:ext uri="{FF2B5EF4-FFF2-40B4-BE49-F238E27FC236}">
                    <a16:creationId xmlns:a16="http://schemas.microsoft.com/office/drawing/2014/main" id="{44986F17-7F77-D004-6D48-F4F4B54C57C8}"/>
                  </a:ext>
                </a:extLst>
              </p14:cNvPr>
              <p14:cNvContentPartPr/>
              <p14:nvPr/>
            </p14:nvContentPartPr>
            <p14:xfrm>
              <a:off x="10402317" y="2183252"/>
              <a:ext cx="24840" cy="195120"/>
            </p14:xfrm>
          </p:contentPart>
        </mc:Choice>
        <mc:Fallback>
          <p:pic>
            <p:nvPicPr>
              <p:cNvPr id="244" name="Ink 243">
                <a:extLst>
                  <a:ext uri="{FF2B5EF4-FFF2-40B4-BE49-F238E27FC236}">
                    <a16:creationId xmlns:a16="http://schemas.microsoft.com/office/drawing/2014/main" id="{44986F17-7F77-D004-6D48-F4F4B54C57C8}"/>
                  </a:ext>
                </a:extLst>
              </p:cNvPr>
              <p:cNvPicPr/>
              <p:nvPr/>
            </p:nvPicPr>
            <p:blipFill>
              <a:blip r:embed="rId388"/>
              <a:stretch>
                <a:fillRect/>
              </a:stretch>
            </p:blipFill>
            <p:spPr>
              <a:xfrm>
                <a:off x="10393317" y="2174252"/>
                <a:ext cx="4248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389">
            <p14:nvContentPartPr>
              <p14:cNvPr id="245" name="Ink 244">
                <a:extLst>
                  <a:ext uri="{FF2B5EF4-FFF2-40B4-BE49-F238E27FC236}">
                    <a16:creationId xmlns:a16="http://schemas.microsoft.com/office/drawing/2014/main" id="{5A6D9D7E-6B1B-7852-27AF-FCADDB440795}"/>
                  </a:ext>
                </a:extLst>
              </p14:cNvPr>
              <p14:cNvContentPartPr/>
              <p14:nvPr/>
            </p14:nvContentPartPr>
            <p14:xfrm>
              <a:off x="10375677" y="2061212"/>
              <a:ext cx="251280" cy="297720"/>
            </p14:xfrm>
          </p:contentPart>
        </mc:Choice>
        <mc:Fallback>
          <p:pic>
            <p:nvPicPr>
              <p:cNvPr id="245" name="Ink 244">
                <a:extLst>
                  <a:ext uri="{FF2B5EF4-FFF2-40B4-BE49-F238E27FC236}">
                    <a16:creationId xmlns:a16="http://schemas.microsoft.com/office/drawing/2014/main" id="{5A6D9D7E-6B1B-7852-27AF-FCADDB440795}"/>
                  </a:ext>
                </a:extLst>
              </p:cNvPr>
              <p:cNvPicPr/>
              <p:nvPr/>
            </p:nvPicPr>
            <p:blipFill>
              <a:blip r:embed="rId390"/>
              <a:stretch>
                <a:fillRect/>
              </a:stretch>
            </p:blipFill>
            <p:spPr>
              <a:xfrm>
                <a:off x="10367037" y="2052572"/>
                <a:ext cx="268920" cy="315360"/>
              </a:xfrm>
              <a:prstGeom prst="rect">
                <a:avLst/>
              </a:prstGeom>
            </p:spPr>
          </p:pic>
        </mc:Fallback>
      </mc:AlternateContent>
      <mc:AlternateContent xmlns:mc="http://schemas.openxmlformats.org/markup-compatibility/2006">
        <mc:Choice xmlns:p14="http://schemas.microsoft.com/office/powerpoint/2010/main" Requires="p14">
          <p:contentPart p14:bwMode="auto" r:id="rId391">
            <p14:nvContentPartPr>
              <p14:cNvPr id="246" name="Ink 245">
                <a:extLst>
                  <a:ext uri="{FF2B5EF4-FFF2-40B4-BE49-F238E27FC236}">
                    <a16:creationId xmlns:a16="http://schemas.microsoft.com/office/drawing/2014/main" id="{D8082C99-3570-E54B-2C21-29AD28B72BC8}"/>
                  </a:ext>
                </a:extLst>
              </p14:cNvPr>
              <p14:cNvContentPartPr/>
              <p14:nvPr/>
            </p14:nvContentPartPr>
            <p14:xfrm>
              <a:off x="10487637" y="2217092"/>
              <a:ext cx="509040" cy="433440"/>
            </p14:xfrm>
          </p:contentPart>
        </mc:Choice>
        <mc:Fallback>
          <p:pic>
            <p:nvPicPr>
              <p:cNvPr id="246" name="Ink 245">
                <a:extLst>
                  <a:ext uri="{FF2B5EF4-FFF2-40B4-BE49-F238E27FC236}">
                    <a16:creationId xmlns:a16="http://schemas.microsoft.com/office/drawing/2014/main" id="{D8082C99-3570-E54B-2C21-29AD28B72BC8}"/>
                  </a:ext>
                </a:extLst>
              </p:cNvPr>
              <p:cNvPicPr/>
              <p:nvPr/>
            </p:nvPicPr>
            <p:blipFill>
              <a:blip r:embed="rId392"/>
              <a:stretch>
                <a:fillRect/>
              </a:stretch>
            </p:blipFill>
            <p:spPr>
              <a:xfrm>
                <a:off x="10478997" y="2208452"/>
                <a:ext cx="526680" cy="451080"/>
              </a:xfrm>
              <a:prstGeom prst="rect">
                <a:avLst/>
              </a:prstGeom>
            </p:spPr>
          </p:pic>
        </mc:Fallback>
      </mc:AlternateContent>
      <mc:AlternateContent xmlns:mc="http://schemas.openxmlformats.org/markup-compatibility/2006">
        <mc:Choice xmlns:p14="http://schemas.microsoft.com/office/powerpoint/2010/main" Requires="p14">
          <p:contentPart p14:bwMode="auto" r:id="rId393">
            <p14:nvContentPartPr>
              <p14:cNvPr id="247" name="Ink 246">
                <a:extLst>
                  <a:ext uri="{FF2B5EF4-FFF2-40B4-BE49-F238E27FC236}">
                    <a16:creationId xmlns:a16="http://schemas.microsoft.com/office/drawing/2014/main" id="{C6AD8ED8-2BE6-A84B-2833-55E21EFD90E4}"/>
                  </a:ext>
                </a:extLst>
              </p14:cNvPr>
              <p14:cNvContentPartPr/>
              <p14:nvPr/>
            </p14:nvContentPartPr>
            <p14:xfrm>
              <a:off x="11064717" y="2179292"/>
              <a:ext cx="106920" cy="128880"/>
            </p14:xfrm>
          </p:contentPart>
        </mc:Choice>
        <mc:Fallback>
          <p:pic>
            <p:nvPicPr>
              <p:cNvPr id="247" name="Ink 246">
                <a:extLst>
                  <a:ext uri="{FF2B5EF4-FFF2-40B4-BE49-F238E27FC236}">
                    <a16:creationId xmlns:a16="http://schemas.microsoft.com/office/drawing/2014/main" id="{C6AD8ED8-2BE6-A84B-2833-55E21EFD90E4}"/>
                  </a:ext>
                </a:extLst>
              </p:cNvPr>
              <p:cNvPicPr/>
              <p:nvPr/>
            </p:nvPicPr>
            <p:blipFill>
              <a:blip r:embed="rId394"/>
              <a:stretch>
                <a:fillRect/>
              </a:stretch>
            </p:blipFill>
            <p:spPr>
              <a:xfrm>
                <a:off x="11055717" y="2170652"/>
                <a:ext cx="12456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395">
            <p14:nvContentPartPr>
              <p14:cNvPr id="248" name="Ink 247">
                <a:extLst>
                  <a:ext uri="{FF2B5EF4-FFF2-40B4-BE49-F238E27FC236}">
                    <a16:creationId xmlns:a16="http://schemas.microsoft.com/office/drawing/2014/main" id="{33787581-421C-DE8D-B7D7-E1FA90967E08}"/>
                  </a:ext>
                </a:extLst>
              </p14:cNvPr>
              <p14:cNvContentPartPr/>
              <p14:nvPr/>
            </p14:nvContentPartPr>
            <p14:xfrm>
              <a:off x="11202237" y="2084252"/>
              <a:ext cx="34200" cy="181080"/>
            </p14:xfrm>
          </p:contentPart>
        </mc:Choice>
        <mc:Fallback>
          <p:pic>
            <p:nvPicPr>
              <p:cNvPr id="248" name="Ink 247">
                <a:extLst>
                  <a:ext uri="{FF2B5EF4-FFF2-40B4-BE49-F238E27FC236}">
                    <a16:creationId xmlns:a16="http://schemas.microsoft.com/office/drawing/2014/main" id="{33787581-421C-DE8D-B7D7-E1FA90967E08}"/>
                  </a:ext>
                </a:extLst>
              </p:cNvPr>
              <p:cNvPicPr/>
              <p:nvPr/>
            </p:nvPicPr>
            <p:blipFill>
              <a:blip r:embed="rId396"/>
              <a:stretch>
                <a:fillRect/>
              </a:stretch>
            </p:blipFill>
            <p:spPr>
              <a:xfrm>
                <a:off x="11193237" y="2075252"/>
                <a:ext cx="5184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397">
            <p14:nvContentPartPr>
              <p14:cNvPr id="249" name="Ink 248">
                <a:extLst>
                  <a:ext uri="{FF2B5EF4-FFF2-40B4-BE49-F238E27FC236}">
                    <a16:creationId xmlns:a16="http://schemas.microsoft.com/office/drawing/2014/main" id="{8DB0EBF3-31D2-ADB4-859E-BC5C1DD9889D}"/>
                  </a:ext>
                </a:extLst>
              </p14:cNvPr>
              <p14:cNvContentPartPr/>
              <p14:nvPr/>
            </p14:nvContentPartPr>
            <p14:xfrm>
              <a:off x="11250837" y="2158772"/>
              <a:ext cx="318240" cy="131040"/>
            </p14:xfrm>
          </p:contentPart>
        </mc:Choice>
        <mc:Fallback>
          <p:pic>
            <p:nvPicPr>
              <p:cNvPr id="249" name="Ink 248">
                <a:extLst>
                  <a:ext uri="{FF2B5EF4-FFF2-40B4-BE49-F238E27FC236}">
                    <a16:creationId xmlns:a16="http://schemas.microsoft.com/office/drawing/2014/main" id="{8DB0EBF3-31D2-ADB4-859E-BC5C1DD9889D}"/>
                  </a:ext>
                </a:extLst>
              </p:cNvPr>
              <p:cNvPicPr/>
              <p:nvPr/>
            </p:nvPicPr>
            <p:blipFill>
              <a:blip r:embed="rId398"/>
              <a:stretch>
                <a:fillRect/>
              </a:stretch>
            </p:blipFill>
            <p:spPr>
              <a:xfrm>
                <a:off x="11242197" y="2150132"/>
                <a:ext cx="33588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399">
            <p14:nvContentPartPr>
              <p14:cNvPr id="250" name="Ink 249">
                <a:extLst>
                  <a:ext uri="{FF2B5EF4-FFF2-40B4-BE49-F238E27FC236}">
                    <a16:creationId xmlns:a16="http://schemas.microsoft.com/office/drawing/2014/main" id="{10443B8E-6D19-A91A-86AD-66312EFB53A7}"/>
                  </a:ext>
                </a:extLst>
              </p14:cNvPr>
              <p14:cNvContentPartPr/>
              <p14:nvPr/>
            </p14:nvContentPartPr>
            <p14:xfrm>
              <a:off x="11539197" y="2226092"/>
              <a:ext cx="104040" cy="234000"/>
            </p14:xfrm>
          </p:contentPart>
        </mc:Choice>
        <mc:Fallback>
          <p:pic>
            <p:nvPicPr>
              <p:cNvPr id="250" name="Ink 249">
                <a:extLst>
                  <a:ext uri="{FF2B5EF4-FFF2-40B4-BE49-F238E27FC236}">
                    <a16:creationId xmlns:a16="http://schemas.microsoft.com/office/drawing/2014/main" id="{10443B8E-6D19-A91A-86AD-66312EFB53A7}"/>
                  </a:ext>
                </a:extLst>
              </p:cNvPr>
              <p:cNvPicPr/>
              <p:nvPr/>
            </p:nvPicPr>
            <p:blipFill>
              <a:blip r:embed="rId400"/>
              <a:stretch>
                <a:fillRect/>
              </a:stretch>
            </p:blipFill>
            <p:spPr>
              <a:xfrm>
                <a:off x="11530557" y="2217452"/>
                <a:ext cx="121680" cy="251640"/>
              </a:xfrm>
              <a:prstGeom prst="rect">
                <a:avLst/>
              </a:prstGeom>
            </p:spPr>
          </p:pic>
        </mc:Fallback>
      </mc:AlternateContent>
      <mc:AlternateContent xmlns:mc="http://schemas.openxmlformats.org/markup-compatibility/2006">
        <mc:Choice xmlns:p14="http://schemas.microsoft.com/office/powerpoint/2010/main" Requires="p14">
          <p:contentPart p14:bwMode="auto" r:id="rId401">
            <p14:nvContentPartPr>
              <p14:cNvPr id="251" name="Ink 250">
                <a:extLst>
                  <a:ext uri="{FF2B5EF4-FFF2-40B4-BE49-F238E27FC236}">
                    <a16:creationId xmlns:a16="http://schemas.microsoft.com/office/drawing/2014/main" id="{43F8B4BC-C735-206B-E039-F6E120FC42DF}"/>
                  </a:ext>
                </a:extLst>
              </p14:cNvPr>
              <p14:cNvContentPartPr/>
              <p14:nvPr/>
            </p14:nvContentPartPr>
            <p14:xfrm>
              <a:off x="11604357" y="2096852"/>
              <a:ext cx="10080" cy="8640"/>
            </p14:xfrm>
          </p:contentPart>
        </mc:Choice>
        <mc:Fallback>
          <p:pic>
            <p:nvPicPr>
              <p:cNvPr id="251" name="Ink 250">
                <a:extLst>
                  <a:ext uri="{FF2B5EF4-FFF2-40B4-BE49-F238E27FC236}">
                    <a16:creationId xmlns:a16="http://schemas.microsoft.com/office/drawing/2014/main" id="{43F8B4BC-C735-206B-E039-F6E120FC42DF}"/>
                  </a:ext>
                </a:extLst>
              </p:cNvPr>
              <p:cNvPicPr/>
              <p:nvPr/>
            </p:nvPicPr>
            <p:blipFill>
              <a:blip r:embed="rId402"/>
              <a:stretch>
                <a:fillRect/>
              </a:stretch>
            </p:blipFill>
            <p:spPr>
              <a:xfrm>
                <a:off x="11595357" y="2087852"/>
                <a:ext cx="2772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403">
            <p14:nvContentPartPr>
              <p14:cNvPr id="252" name="Ink 251">
                <a:extLst>
                  <a:ext uri="{FF2B5EF4-FFF2-40B4-BE49-F238E27FC236}">
                    <a16:creationId xmlns:a16="http://schemas.microsoft.com/office/drawing/2014/main" id="{D26572F7-2D80-BC2A-752D-023B32C136E1}"/>
                  </a:ext>
                </a:extLst>
              </p14:cNvPr>
              <p14:cNvContentPartPr/>
              <p14:nvPr/>
            </p14:nvContentPartPr>
            <p14:xfrm>
              <a:off x="11723157" y="2171012"/>
              <a:ext cx="59400" cy="162360"/>
            </p14:xfrm>
          </p:contentPart>
        </mc:Choice>
        <mc:Fallback>
          <p:pic>
            <p:nvPicPr>
              <p:cNvPr id="252" name="Ink 251">
                <a:extLst>
                  <a:ext uri="{FF2B5EF4-FFF2-40B4-BE49-F238E27FC236}">
                    <a16:creationId xmlns:a16="http://schemas.microsoft.com/office/drawing/2014/main" id="{D26572F7-2D80-BC2A-752D-023B32C136E1}"/>
                  </a:ext>
                </a:extLst>
              </p:cNvPr>
              <p:cNvPicPr/>
              <p:nvPr/>
            </p:nvPicPr>
            <p:blipFill>
              <a:blip r:embed="rId404"/>
              <a:stretch>
                <a:fillRect/>
              </a:stretch>
            </p:blipFill>
            <p:spPr>
              <a:xfrm>
                <a:off x="11714157" y="2162012"/>
                <a:ext cx="7704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405">
            <p14:nvContentPartPr>
              <p14:cNvPr id="279" name="Ink 278">
                <a:extLst>
                  <a:ext uri="{FF2B5EF4-FFF2-40B4-BE49-F238E27FC236}">
                    <a16:creationId xmlns:a16="http://schemas.microsoft.com/office/drawing/2014/main" id="{813157B3-85CC-4CA6-1E99-B894E7F49386}"/>
                  </a:ext>
                </a:extLst>
              </p14:cNvPr>
              <p14:cNvContentPartPr/>
              <p14:nvPr/>
            </p14:nvContentPartPr>
            <p14:xfrm>
              <a:off x="10589877" y="1722452"/>
              <a:ext cx="171000" cy="310680"/>
            </p14:xfrm>
          </p:contentPart>
        </mc:Choice>
        <mc:Fallback>
          <p:pic>
            <p:nvPicPr>
              <p:cNvPr id="279" name="Ink 278">
                <a:extLst>
                  <a:ext uri="{FF2B5EF4-FFF2-40B4-BE49-F238E27FC236}">
                    <a16:creationId xmlns:a16="http://schemas.microsoft.com/office/drawing/2014/main" id="{813157B3-85CC-4CA6-1E99-B894E7F49386}"/>
                  </a:ext>
                </a:extLst>
              </p:cNvPr>
              <p:cNvPicPr/>
              <p:nvPr/>
            </p:nvPicPr>
            <p:blipFill>
              <a:blip r:embed="rId406"/>
              <a:stretch>
                <a:fillRect/>
              </a:stretch>
            </p:blipFill>
            <p:spPr>
              <a:xfrm>
                <a:off x="10581237" y="1713812"/>
                <a:ext cx="188640" cy="328320"/>
              </a:xfrm>
              <a:prstGeom prst="rect">
                <a:avLst/>
              </a:prstGeom>
            </p:spPr>
          </p:pic>
        </mc:Fallback>
      </mc:AlternateContent>
      <mc:AlternateContent xmlns:mc="http://schemas.openxmlformats.org/markup-compatibility/2006">
        <mc:Choice xmlns:p14="http://schemas.microsoft.com/office/powerpoint/2010/main" Requires="p14">
          <p:contentPart p14:bwMode="auto" r:id="rId407">
            <p14:nvContentPartPr>
              <p14:cNvPr id="280" name="Ink 279">
                <a:extLst>
                  <a:ext uri="{FF2B5EF4-FFF2-40B4-BE49-F238E27FC236}">
                    <a16:creationId xmlns:a16="http://schemas.microsoft.com/office/drawing/2014/main" id="{E0FC296E-D403-48A5-2CA9-7F9013875649}"/>
                  </a:ext>
                </a:extLst>
              </p14:cNvPr>
              <p14:cNvContentPartPr/>
              <p14:nvPr/>
            </p14:nvContentPartPr>
            <p14:xfrm>
              <a:off x="10827117" y="1821812"/>
              <a:ext cx="120960" cy="179280"/>
            </p14:xfrm>
          </p:contentPart>
        </mc:Choice>
        <mc:Fallback>
          <p:pic>
            <p:nvPicPr>
              <p:cNvPr id="280" name="Ink 279">
                <a:extLst>
                  <a:ext uri="{FF2B5EF4-FFF2-40B4-BE49-F238E27FC236}">
                    <a16:creationId xmlns:a16="http://schemas.microsoft.com/office/drawing/2014/main" id="{E0FC296E-D403-48A5-2CA9-7F9013875649}"/>
                  </a:ext>
                </a:extLst>
              </p:cNvPr>
              <p:cNvPicPr/>
              <p:nvPr/>
            </p:nvPicPr>
            <p:blipFill>
              <a:blip r:embed="rId408"/>
              <a:stretch>
                <a:fillRect/>
              </a:stretch>
            </p:blipFill>
            <p:spPr>
              <a:xfrm>
                <a:off x="10818477" y="1813172"/>
                <a:ext cx="13860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409">
            <p14:nvContentPartPr>
              <p14:cNvPr id="281" name="Ink 280">
                <a:extLst>
                  <a:ext uri="{FF2B5EF4-FFF2-40B4-BE49-F238E27FC236}">
                    <a16:creationId xmlns:a16="http://schemas.microsoft.com/office/drawing/2014/main" id="{FBB1129F-496E-D62C-1DF1-7C6CA93C8CDF}"/>
                  </a:ext>
                </a:extLst>
              </p14:cNvPr>
              <p14:cNvContentPartPr/>
              <p14:nvPr/>
            </p14:nvContentPartPr>
            <p14:xfrm>
              <a:off x="11025837" y="1794452"/>
              <a:ext cx="180360" cy="200160"/>
            </p14:xfrm>
          </p:contentPart>
        </mc:Choice>
        <mc:Fallback>
          <p:pic>
            <p:nvPicPr>
              <p:cNvPr id="281" name="Ink 280">
                <a:extLst>
                  <a:ext uri="{FF2B5EF4-FFF2-40B4-BE49-F238E27FC236}">
                    <a16:creationId xmlns:a16="http://schemas.microsoft.com/office/drawing/2014/main" id="{FBB1129F-496E-D62C-1DF1-7C6CA93C8CDF}"/>
                  </a:ext>
                </a:extLst>
              </p:cNvPr>
              <p:cNvPicPr/>
              <p:nvPr/>
            </p:nvPicPr>
            <p:blipFill>
              <a:blip r:embed="rId410"/>
              <a:stretch>
                <a:fillRect/>
              </a:stretch>
            </p:blipFill>
            <p:spPr>
              <a:xfrm>
                <a:off x="11017197" y="1785812"/>
                <a:ext cx="198000" cy="217800"/>
              </a:xfrm>
              <a:prstGeom prst="rect">
                <a:avLst/>
              </a:prstGeom>
            </p:spPr>
          </p:pic>
        </mc:Fallback>
      </mc:AlternateContent>
      <mc:AlternateContent xmlns:mc="http://schemas.openxmlformats.org/markup-compatibility/2006">
        <mc:Choice xmlns:p14="http://schemas.microsoft.com/office/powerpoint/2010/main" Requires="p14">
          <p:contentPart p14:bwMode="auto" r:id="rId411">
            <p14:nvContentPartPr>
              <p14:cNvPr id="282" name="Ink 281">
                <a:extLst>
                  <a:ext uri="{FF2B5EF4-FFF2-40B4-BE49-F238E27FC236}">
                    <a16:creationId xmlns:a16="http://schemas.microsoft.com/office/drawing/2014/main" id="{0B3A320B-42DD-5D54-85DF-21E7657972BB}"/>
                  </a:ext>
                </a:extLst>
              </p14:cNvPr>
              <p14:cNvContentPartPr/>
              <p14:nvPr/>
            </p14:nvContentPartPr>
            <p14:xfrm>
              <a:off x="11281437" y="1739372"/>
              <a:ext cx="124920" cy="243000"/>
            </p14:xfrm>
          </p:contentPart>
        </mc:Choice>
        <mc:Fallback>
          <p:pic>
            <p:nvPicPr>
              <p:cNvPr id="282" name="Ink 281">
                <a:extLst>
                  <a:ext uri="{FF2B5EF4-FFF2-40B4-BE49-F238E27FC236}">
                    <a16:creationId xmlns:a16="http://schemas.microsoft.com/office/drawing/2014/main" id="{0B3A320B-42DD-5D54-85DF-21E7657972BB}"/>
                  </a:ext>
                </a:extLst>
              </p:cNvPr>
              <p:cNvPicPr/>
              <p:nvPr/>
            </p:nvPicPr>
            <p:blipFill>
              <a:blip r:embed="rId412"/>
              <a:stretch>
                <a:fillRect/>
              </a:stretch>
            </p:blipFill>
            <p:spPr>
              <a:xfrm>
                <a:off x="11272437" y="1730732"/>
                <a:ext cx="142560" cy="260640"/>
              </a:xfrm>
              <a:prstGeom prst="rect">
                <a:avLst/>
              </a:prstGeom>
            </p:spPr>
          </p:pic>
        </mc:Fallback>
      </mc:AlternateContent>
      <mc:AlternateContent xmlns:mc="http://schemas.openxmlformats.org/markup-compatibility/2006">
        <mc:Choice xmlns:p14="http://schemas.microsoft.com/office/powerpoint/2010/main" Requires="p14">
          <p:contentPart p14:bwMode="auto" r:id="rId413">
            <p14:nvContentPartPr>
              <p14:cNvPr id="283" name="Ink 282">
                <a:extLst>
                  <a:ext uri="{FF2B5EF4-FFF2-40B4-BE49-F238E27FC236}">
                    <a16:creationId xmlns:a16="http://schemas.microsoft.com/office/drawing/2014/main" id="{7B6481E4-E5E3-4310-AC25-AE77F238E645}"/>
                  </a:ext>
                </a:extLst>
              </p14:cNvPr>
              <p14:cNvContentPartPr/>
              <p14:nvPr/>
            </p14:nvContentPartPr>
            <p14:xfrm>
              <a:off x="11498877" y="1749452"/>
              <a:ext cx="207000" cy="270720"/>
            </p14:xfrm>
          </p:contentPart>
        </mc:Choice>
        <mc:Fallback>
          <p:pic>
            <p:nvPicPr>
              <p:cNvPr id="283" name="Ink 282">
                <a:extLst>
                  <a:ext uri="{FF2B5EF4-FFF2-40B4-BE49-F238E27FC236}">
                    <a16:creationId xmlns:a16="http://schemas.microsoft.com/office/drawing/2014/main" id="{7B6481E4-E5E3-4310-AC25-AE77F238E645}"/>
                  </a:ext>
                </a:extLst>
              </p:cNvPr>
              <p:cNvPicPr/>
              <p:nvPr/>
            </p:nvPicPr>
            <p:blipFill>
              <a:blip r:embed="rId414"/>
              <a:stretch>
                <a:fillRect/>
              </a:stretch>
            </p:blipFill>
            <p:spPr>
              <a:xfrm>
                <a:off x="11489877" y="1740812"/>
                <a:ext cx="224640" cy="288360"/>
              </a:xfrm>
              <a:prstGeom prst="rect">
                <a:avLst/>
              </a:prstGeom>
            </p:spPr>
          </p:pic>
        </mc:Fallback>
      </mc:AlternateContent>
      <mc:AlternateContent xmlns:mc="http://schemas.openxmlformats.org/markup-compatibility/2006">
        <mc:Choice xmlns:p14="http://schemas.microsoft.com/office/powerpoint/2010/main" Requires="p14">
          <p:contentPart p14:bwMode="auto" r:id="rId415">
            <p14:nvContentPartPr>
              <p14:cNvPr id="285" name="Ink 284">
                <a:extLst>
                  <a:ext uri="{FF2B5EF4-FFF2-40B4-BE49-F238E27FC236}">
                    <a16:creationId xmlns:a16="http://schemas.microsoft.com/office/drawing/2014/main" id="{F2AC42EC-52ED-666C-7D94-2004980372A3}"/>
                  </a:ext>
                </a:extLst>
              </p14:cNvPr>
              <p14:cNvContentPartPr/>
              <p14:nvPr/>
            </p14:nvContentPartPr>
            <p14:xfrm>
              <a:off x="7677117" y="3091892"/>
              <a:ext cx="360" cy="181080"/>
            </p14:xfrm>
          </p:contentPart>
        </mc:Choice>
        <mc:Fallback>
          <p:pic>
            <p:nvPicPr>
              <p:cNvPr id="285" name="Ink 284">
                <a:extLst>
                  <a:ext uri="{FF2B5EF4-FFF2-40B4-BE49-F238E27FC236}">
                    <a16:creationId xmlns:a16="http://schemas.microsoft.com/office/drawing/2014/main" id="{F2AC42EC-52ED-666C-7D94-2004980372A3}"/>
                  </a:ext>
                </a:extLst>
              </p:cNvPr>
              <p:cNvPicPr/>
              <p:nvPr/>
            </p:nvPicPr>
            <p:blipFill>
              <a:blip r:embed="rId416"/>
              <a:stretch>
                <a:fillRect/>
              </a:stretch>
            </p:blipFill>
            <p:spPr>
              <a:xfrm>
                <a:off x="7668117" y="3082892"/>
                <a:ext cx="1800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417">
            <p14:nvContentPartPr>
              <p14:cNvPr id="286" name="Ink 285">
                <a:extLst>
                  <a:ext uri="{FF2B5EF4-FFF2-40B4-BE49-F238E27FC236}">
                    <a16:creationId xmlns:a16="http://schemas.microsoft.com/office/drawing/2014/main" id="{38A892AF-B7F9-A61E-19FD-0846ABC9F14A}"/>
                  </a:ext>
                </a:extLst>
              </p14:cNvPr>
              <p14:cNvContentPartPr/>
              <p14:nvPr/>
            </p14:nvContentPartPr>
            <p14:xfrm>
              <a:off x="7778637" y="3093692"/>
              <a:ext cx="64440" cy="195840"/>
            </p14:xfrm>
          </p:contentPart>
        </mc:Choice>
        <mc:Fallback>
          <p:pic>
            <p:nvPicPr>
              <p:cNvPr id="286" name="Ink 285">
                <a:extLst>
                  <a:ext uri="{FF2B5EF4-FFF2-40B4-BE49-F238E27FC236}">
                    <a16:creationId xmlns:a16="http://schemas.microsoft.com/office/drawing/2014/main" id="{38A892AF-B7F9-A61E-19FD-0846ABC9F14A}"/>
                  </a:ext>
                </a:extLst>
              </p:cNvPr>
              <p:cNvPicPr/>
              <p:nvPr/>
            </p:nvPicPr>
            <p:blipFill>
              <a:blip r:embed="rId418"/>
              <a:stretch>
                <a:fillRect/>
              </a:stretch>
            </p:blipFill>
            <p:spPr>
              <a:xfrm>
                <a:off x="7769997" y="3084692"/>
                <a:ext cx="8208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419">
            <p14:nvContentPartPr>
              <p14:cNvPr id="287" name="Ink 286">
                <a:extLst>
                  <a:ext uri="{FF2B5EF4-FFF2-40B4-BE49-F238E27FC236}">
                    <a16:creationId xmlns:a16="http://schemas.microsoft.com/office/drawing/2014/main" id="{EF2D0E1F-848A-4C32-A5A1-46D08D28C5CC}"/>
                  </a:ext>
                </a:extLst>
              </p14:cNvPr>
              <p14:cNvContentPartPr/>
              <p14:nvPr/>
            </p14:nvContentPartPr>
            <p14:xfrm>
              <a:off x="7972317" y="3052292"/>
              <a:ext cx="124560" cy="245160"/>
            </p14:xfrm>
          </p:contentPart>
        </mc:Choice>
        <mc:Fallback>
          <p:pic>
            <p:nvPicPr>
              <p:cNvPr id="287" name="Ink 286">
                <a:extLst>
                  <a:ext uri="{FF2B5EF4-FFF2-40B4-BE49-F238E27FC236}">
                    <a16:creationId xmlns:a16="http://schemas.microsoft.com/office/drawing/2014/main" id="{EF2D0E1F-848A-4C32-A5A1-46D08D28C5CC}"/>
                  </a:ext>
                </a:extLst>
              </p:cNvPr>
              <p:cNvPicPr/>
              <p:nvPr/>
            </p:nvPicPr>
            <p:blipFill>
              <a:blip r:embed="rId420"/>
              <a:stretch>
                <a:fillRect/>
              </a:stretch>
            </p:blipFill>
            <p:spPr>
              <a:xfrm>
                <a:off x="7963677" y="3043652"/>
                <a:ext cx="142200" cy="262800"/>
              </a:xfrm>
              <a:prstGeom prst="rect">
                <a:avLst/>
              </a:prstGeom>
            </p:spPr>
          </p:pic>
        </mc:Fallback>
      </mc:AlternateContent>
      <mc:AlternateContent xmlns:mc="http://schemas.openxmlformats.org/markup-compatibility/2006">
        <mc:Choice xmlns:p14="http://schemas.microsoft.com/office/powerpoint/2010/main" Requires="p14">
          <p:contentPart p14:bwMode="auto" r:id="rId421">
            <p14:nvContentPartPr>
              <p14:cNvPr id="288" name="Ink 287">
                <a:extLst>
                  <a:ext uri="{FF2B5EF4-FFF2-40B4-BE49-F238E27FC236}">
                    <a16:creationId xmlns:a16="http://schemas.microsoft.com/office/drawing/2014/main" id="{460B2DF8-511B-B54F-5BD7-19363BF13FED}"/>
                  </a:ext>
                </a:extLst>
              </p14:cNvPr>
              <p14:cNvContentPartPr/>
              <p14:nvPr/>
            </p14:nvContentPartPr>
            <p14:xfrm>
              <a:off x="8258517" y="3097652"/>
              <a:ext cx="132480" cy="211320"/>
            </p14:xfrm>
          </p:contentPart>
        </mc:Choice>
        <mc:Fallback>
          <p:pic>
            <p:nvPicPr>
              <p:cNvPr id="288" name="Ink 287">
                <a:extLst>
                  <a:ext uri="{FF2B5EF4-FFF2-40B4-BE49-F238E27FC236}">
                    <a16:creationId xmlns:a16="http://schemas.microsoft.com/office/drawing/2014/main" id="{460B2DF8-511B-B54F-5BD7-19363BF13FED}"/>
                  </a:ext>
                </a:extLst>
              </p:cNvPr>
              <p:cNvPicPr/>
              <p:nvPr/>
            </p:nvPicPr>
            <p:blipFill>
              <a:blip r:embed="rId422"/>
              <a:stretch>
                <a:fillRect/>
              </a:stretch>
            </p:blipFill>
            <p:spPr>
              <a:xfrm>
                <a:off x="8249517" y="3088652"/>
                <a:ext cx="15012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423">
            <p14:nvContentPartPr>
              <p14:cNvPr id="289" name="Ink 288">
                <a:extLst>
                  <a:ext uri="{FF2B5EF4-FFF2-40B4-BE49-F238E27FC236}">
                    <a16:creationId xmlns:a16="http://schemas.microsoft.com/office/drawing/2014/main" id="{99B4CE71-B618-B25C-9D94-05643D5DCB6C}"/>
                  </a:ext>
                </a:extLst>
              </p14:cNvPr>
              <p14:cNvContentPartPr/>
              <p14:nvPr/>
            </p14:nvContentPartPr>
            <p14:xfrm>
              <a:off x="8505117" y="3047972"/>
              <a:ext cx="191160" cy="263160"/>
            </p14:xfrm>
          </p:contentPart>
        </mc:Choice>
        <mc:Fallback>
          <p:pic>
            <p:nvPicPr>
              <p:cNvPr id="289" name="Ink 288">
                <a:extLst>
                  <a:ext uri="{FF2B5EF4-FFF2-40B4-BE49-F238E27FC236}">
                    <a16:creationId xmlns:a16="http://schemas.microsoft.com/office/drawing/2014/main" id="{99B4CE71-B618-B25C-9D94-05643D5DCB6C}"/>
                  </a:ext>
                </a:extLst>
              </p:cNvPr>
              <p:cNvPicPr/>
              <p:nvPr/>
            </p:nvPicPr>
            <p:blipFill>
              <a:blip r:embed="rId424"/>
              <a:stretch>
                <a:fillRect/>
              </a:stretch>
            </p:blipFill>
            <p:spPr>
              <a:xfrm>
                <a:off x="8496117" y="3039332"/>
                <a:ext cx="208800" cy="280800"/>
              </a:xfrm>
              <a:prstGeom prst="rect">
                <a:avLst/>
              </a:prstGeom>
            </p:spPr>
          </p:pic>
        </mc:Fallback>
      </mc:AlternateContent>
      <mc:AlternateContent xmlns:mc="http://schemas.openxmlformats.org/markup-compatibility/2006">
        <mc:Choice xmlns:p14="http://schemas.microsoft.com/office/powerpoint/2010/main" Requires="p14">
          <p:contentPart p14:bwMode="auto" r:id="rId425">
            <p14:nvContentPartPr>
              <p14:cNvPr id="299" name="Ink 298">
                <a:extLst>
                  <a:ext uri="{FF2B5EF4-FFF2-40B4-BE49-F238E27FC236}">
                    <a16:creationId xmlns:a16="http://schemas.microsoft.com/office/drawing/2014/main" id="{CA865C38-77C4-F59A-C092-C66BD5FCF2E8}"/>
                  </a:ext>
                </a:extLst>
              </p14:cNvPr>
              <p14:cNvContentPartPr/>
              <p14:nvPr/>
            </p14:nvContentPartPr>
            <p14:xfrm>
              <a:off x="9058437" y="2343452"/>
              <a:ext cx="328680" cy="303120"/>
            </p14:xfrm>
          </p:contentPart>
        </mc:Choice>
        <mc:Fallback>
          <p:pic>
            <p:nvPicPr>
              <p:cNvPr id="299" name="Ink 298">
                <a:extLst>
                  <a:ext uri="{FF2B5EF4-FFF2-40B4-BE49-F238E27FC236}">
                    <a16:creationId xmlns:a16="http://schemas.microsoft.com/office/drawing/2014/main" id="{CA865C38-77C4-F59A-C092-C66BD5FCF2E8}"/>
                  </a:ext>
                </a:extLst>
              </p:cNvPr>
              <p:cNvPicPr/>
              <p:nvPr/>
            </p:nvPicPr>
            <p:blipFill>
              <a:blip r:embed="rId426"/>
              <a:stretch>
                <a:fillRect/>
              </a:stretch>
            </p:blipFill>
            <p:spPr>
              <a:xfrm>
                <a:off x="9049437" y="2334452"/>
                <a:ext cx="346320" cy="320760"/>
              </a:xfrm>
              <a:prstGeom prst="rect">
                <a:avLst/>
              </a:prstGeom>
            </p:spPr>
          </p:pic>
        </mc:Fallback>
      </mc:AlternateContent>
      <mc:AlternateContent xmlns:mc="http://schemas.openxmlformats.org/markup-compatibility/2006">
        <mc:Choice xmlns:p14="http://schemas.microsoft.com/office/powerpoint/2010/main" Requires="p14">
          <p:contentPart p14:bwMode="auto" r:id="rId427">
            <p14:nvContentPartPr>
              <p14:cNvPr id="300" name="Ink 299">
                <a:extLst>
                  <a:ext uri="{FF2B5EF4-FFF2-40B4-BE49-F238E27FC236}">
                    <a16:creationId xmlns:a16="http://schemas.microsoft.com/office/drawing/2014/main" id="{812E5BE2-A69D-407A-9A59-40C35821FB35}"/>
                  </a:ext>
                </a:extLst>
              </p14:cNvPr>
              <p14:cNvContentPartPr/>
              <p14:nvPr/>
            </p14:nvContentPartPr>
            <p14:xfrm>
              <a:off x="9281997" y="2479892"/>
              <a:ext cx="453240" cy="201960"/>
            </p14:xfrm>
          </p:contentPart>
        </mc:Choice>
        <mc:Fallback>
          <p:pic>
            <p:nvPicPr>
              <p:cNvPr id="300" name="Ink 299">
                <a:extLst>
                  <a:ext uri="{FF2B5EF4-FFF2-40B4-BE49-F238E27FC236}">
                    <a16:creationId xmlns:a16="http://schemas.microsoft.com/office/drawing/2014/main" id="{812E5BE2-A69D-407A-9A59-40C35821FB35}"/>
                  </a:ext>
                </a:extLst>
              </p:cNvPr>
              <p:cNvPicPr/>
              <p:nvPr/>
            </p:nvPicPr>
            <p:blipFill>
              <a:blip r:embed="rId428"/>
              <a:stretch>
                <a:fillRect/>
              </a:stretch>
            </p:blipFill>
            <p:spPr>
              <a:xfrm>
                <a:off x="9272997" y="2470892"/>
                <a:ext cx="470880" cy="219600"/>
              </a:xfrm>
              <a:prstGeom prst="rect">
                <a:avLst/>
              </a:prstGeom>
            </p:spPr>
          </p:pic>
        </mc:Fallback>
      </mc:AlternateContent>
      <mc:AlternateContent xmlns:mc="http://schemas.openxmlformats.org/markup-compatibility/2006">
        <mc:Choice xmlns:p14="http://schemas.microsoft.com/office/powerpoint/2010/main" Requires="p14">
          <p:contentPart p14:bwMode="auto" r:id="rId429">
            <p14:nvContentPartPr>
              <p14:cNvPr id="301" name="Ink 300">
                <a:extLst>
                  <a:ext uri="{FF2B5EF4-FFF2-40B4-BE49-F238E27FC236}">
                    <a16:creationId xmlns:a16="http://schemas.microsoft.com/office/drawing/2014/main" id="{A8E62112-8D57-0025-BDE7-C2AD86E3D55E}"/>
                  </a:ext>
                </a:extLst>
              </p14:cNvPr>
              <p14:cNvContentPartPr/>
              <p14:nvPr/>
            </p14:nvContentPartPr>
            <p14:xfrm>
              <a:off x="9630837" y="2595092"/>
              <a:ext cx="181800" cy="211680"/>
            </p14:xfrm>
          </p:contentPart>
        </mc:Choice>
        <mc:Fallback>
          <p:pic>
            <p:nvPicPr>
              <p:cNvPr id="301" name="Ink 300">
                <a:extLst>
                  <a:ext uri="{FF2B5EF4-FFF2-40B4-BE49-F238E27FC236}">
                    <a16:creationId xmlns:a16="http://schemas.microsoft.com/office/drawing/2014/main" id="{A8E62112-8D57-0025-BDE7-C2AD86E3D55E}"/>
                  </a:ext>
                </a:extLst>
              </p:cNvPr>
              <p:cNvPicPr/>
              <p:nvPr/>
            </p:nvPicPr>
            <p:blipFill>
              <a:blip r:embed="rId430"/>
              <a:stretch>
                <a:fillRect/>
              </a:stretch>
            </p:blipFill>
            <p:spPr>
              <a:xfrm>
                <a:off x="9622197" y="2586452"/>
                <a:ext cx="199440" cy="229320"/>
              </a:xfrm>
              <a:prstGeom prst="rect">
                <a:avLst/>
              </a:prstGeom>
            </p:spPr>
          </p:pic>
        </mc:Fallback>
      </mc:AlternateContent>
      <mc:AlternateContent xmlns:mc="http://schemas.openxmlformats.org/markup-compatibility/2006">
        <mc:Choice xmlns:p14="http://schemas.microsoft.com/office/powerpoint/2010/main" Requires="p14">
          <p:contentPart p14:bwMode="auto" r:id="rId431">
            <p14:nvContentPartPr>
              <p14:cNvPr id="303" name="Ink 302">
                <a:extLst>
                  <a:ext uri="{FF2B5EF4-FFF2-40B4-BE49-F238E27FC236}">
                    <a16:creationId xmlns:a16="http://schemas.microsoft.com/office/drawing/2014/main" id="{1D0E2BA0-95CC-C860-7026-421B5A81050D}"/>
                  </a:ext>
                </a:extLst>
              </p14:cNvPr>
              <p14:cNvContentPartPr/>
              <p14:nvPr/>
            </p14:nvContentPartPr>
            <p14:xfrm>
              <a:off x="9108477" y="3190172"/>
              <a:ext cx="686880" cy="302040"/>
            </p14:xfrm>
          </p:contentPart>
        </mc:Choice>
        <mc:Fallback>
          <p:pic>
            <p:nvPicPr>
              <p:cNvPr id="303" name="Ink 302">
                <a:extLst>
                  <a:ext uri="{FF2B5EF4-FFF2-40B4-BE49-F238E27FC236}">
                    <a16:creationId xmlns:a16="http://schemas.microsoft.com/office/drawing/2014/main" id="{1D0E2BA0-95CC-C860-7026-421B5A81050D}"/>
                  </a:ext>
                </a:extLst>
              </p:cNvPr>
              <p:cNvPicPr/>
              <p:nvPr/>
            </p:nvPicPr>
            <p:blipFill>
              <a:blip r:embed="rId432"/>
              <a:stretch>
                <a:fillRect/>
              </a:stretch>
            </p:blipFill>
            <p:spPr>
              <a:xfrm>
                <a:off x="9099837" y="3181532"/>
                <a:ext cx="704520" cy="319680"/>
              </a:xfrm>
              <a:prstGeom prst="rect">
                <a:avLst/>
              </a:prstGeom>
            </p:spPr>
          </p:pic>
        </mc:Fallback>
      </mc:AlternateContent>
      <mc:AlternateContent xmlns:mc="http://schemas.openxmlformats.org/markup-compatibility/2006">
        <mc:Choice xmlns:p14="http://schemas.microsoft.com/office/powerpoint/2010/main" Requires="p14">
          <p:contentPart p14:bwMode="auto" r:id="rId433">
            <p14:nvContentPartPr>
              <p14:cNvPr id="304" name="Ink 303">
                <a:extLst>
                  <a:ext uri="{FF2B5EF4-FFF2-40B4-BE49-F238E27FC236}">
                    <a16:creationId xmlns:a16="http://schemas.microsoft.com/office/drawing/2014/main" id="{1755F730-6AF0-3877-822A-EAD6A17C912B}"/>
                  </a:ext>
                </a:extLst>
              </p14:cNvPr>
              <p14:cNvContentPartPr/>
              <p14:nvPr/>
            </p14:nvContentPartPr>
            <p14:xfrm>
              <a:off x="9110997" y="3396092"/>
              <a:ext cx="179640" cy="141840"/>
            </p14:xfrm>
          </p:contentPart>
        </mc:Choice>
        <mc:Fallback>
          <p:pic>
            <p:nvPicPr>
              <p:cNvPr id="304" name="Ink 303">
                <a:extLst>
                  <a:ext uri="{FF2B5EF4-FFF2-40B4-BE49-F238E27FC236}">
                    <a16:creationId xmlns:a16="http://schemas.microsoft.com/office/drawing/2014/main" id="{1755F730-6AF0-3877-822A-EAD6A17C912B}"/>
                  </a:ext>
                </a:extLst>
              </p:cNvPr>
              <p:cNvPicPr/>
              <p:nvPr/>
            </p:nvPicPr>
            <p:blipFill>
              <a:blip r:embed="rId434"/>
              <a:stretch>
                <a:fillRect/>
              </a:stretch>
            </p:blipFill>
            <p:spPr>
              <a:xfrm>
                <a:off x="9101997" y="3387452"/>
                <a:ext cx="19728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435">
            <p14:nvContentPartPr>
              <p14:cNvPr id="306" name="Ink 305">
                <a:extLst>
                  <a:ext uri="{FF2B5EF4-FFF2-40B4-BE49-F238E27FC236}">
                    <a16:creationId xmlns:a16="http://schemas.microsoft.com/office/drawing/2014/main" id="{26F63519-2092-55FC-0144-4C2B2EFBAF81}"/>
                  </a:ext>
                </a:extLst>
              </p14:cNvPr>
              <p14:cNvContentPartPr/>
              <p14:nvPr/>
            </p14:nvContentPartPr>
            <p14:xfrm>
              <a:off x="2789037" y="3400772"/>
              <a:ext cx="113400" cy="106200"/>
            </p14:xfrm>
          </p:contentPart>
        </mc:Choice>
        <mc:Fallback>
          <p:pic>
            <p:nvPicPr>
              <p:cNvPr id="306" name="Ink 305">
                <a:extLst>
                  <a:ext uri="{FF2B5EF4-FFF2-40B4-BE49-F238E27FC236}">
                    <a16:creationId xmlns:a16="http://schemas.microsoft.com/office/drawing/2014/main" id="{26F63519-2092-55FC-0144-4C2B2EFBAF81}"/>
                  </a:ext>
                </a:extLst>
              </p:cNvPr>
              <p:cNvPicPr/>
              <p:nvPr/>
            </p:nvPicPr>
            <p:blipFill>
              <a:blip r:embed="rId436"/>
              <a:stretch>
                <a:fillRect/>
              </a:stretch>
            </p:blipFill>
            <p:spPr>
              <a:xfrm>
                <a:off x="2780397" y="3391772"/>
                <a:ext cx="13104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437">
            <p14:nvContentPartPr>
              <p14:cNvPr id="307" name="Ink 306">
                <a:extLst>
                  <a:ext uri="{FF2B5EF4-FFF2-40B4-BE49-F238E27FC236}">
                    <a16:creationId xmlns:a16="http://schemas.microsoft.com/office/drawing/2014/main" id="{E8B9C9CE-93AE-7C92-3E5A-F889965DDA38}"/>
                  </a:ext>
                </a:extLst>
              </p14:cNvPr>
              <p14:cNvContentPartPr/>
              <p14:nvPr/>
            </p14:nvContentPartPr>
            <p14:xfrm>
              <a:off x="2777877" y="3417692"/>
              <a:ext cx="117000" cy="110880"/>
            </p14:xfrm>
          </p:contentPart>
        </mc:Choice>
        <mc:Fallback>
          <p:pic>
            <p:nvPicPr>
              <p:cNvPr id="307" name="Ink 306">
                <a:extLst>
                  <a:ext uri="{FF2B5EF4-FFF2-40B4-BE49-F238E27FC236}">
                    <a16:creationId xmlns:a16="http://schemas.microsoft.com/office/drawing/2014/main" id="{E8B9C9CE-93AE-7C92-3E5A-F889965DDA38}"/>
                  </a:ext>
                </a:extLst>
              </p:cNvPr>
              <p:cNvPicPr/>
              <p:nvPr/>
            </p:nvPicPr>
            <p:blipFill>
              <a:blip r:embed="rId438"/>
              <a:stretch>
                <a:fillRect/>
              </a:stretch>
            </p:blipFill>
            <p:spPr>
              <a:xfrm>
                <a:off x="2768877" y="3409052"/>
                <a:ext cx="13464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439">
            <p14:nvContentPartPr>
              <p14:cNvPr id="308" name="Ink 307">
                <a:extLst>
                  <a:ext uri="{FF2B5EF4-FFF2-40B4-BE49-F238E27FC236}">
                    <a16:creationId xmlns:a16="http://schemas.microsoft.com/office/drawing/2014/main" id="{B20107D4-96B2-BB36-26BA-38519314E840}"/>
                  </a:ext>
                </a:extLst>
              </p14:cNvPr>
              <p14:cNvContentPartPr/>
              <p14:nvPr/>
            </p14:nvContentPartPr>
            <p14:xfrm>
              <a:off x="2691477" y="3430292"/>
              <a:ext cx="51840" cy="126360"/>
            </p14:xfrm>
          </p:contentPart>
        </mc:Choice>
        <mc:Fallback>
          <p:pic>
            <p:nvPicPr>
              <p:cNvPr id="308" name="Ink 307">
                <a:extLst>
                  <a:ext uri="{FF2B5EF4-FFF2-40B4-BE49-F238E27FC236}">
                    <a16:creationId xmlns:a16="http://schemas.microsoft.com/office/drawing/2014/main" id="{B20107D4-96B2-BB36-26BA-38519314E840}"/>
                  </a:ext>
                </a:extLst>
              </p:cNvPr>
              <p:cNvPicPr/>
              <p:nvPr/>
            </p:nvPicPr>
            <p:blipFill>
              <a:blip r:embed="rId440"/>
              <a:stretch>
                <a:fillRect/>
              </a:stretch>
            </p:blipFill>
            <p:spPr>
              <a:xfrm>
                <a:off x="2682837" y="3421292"/>
                <a:ext cx="6948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441">
            <p14:nvContentPartPr>
              <p14:cNvPr id="309" name="Ink 308">
                <a:extLst>
                  <a:ext uri="{FF2B5EF4-FFF2-40B4-BE49-F238E27FC236}">
                    <a16:creationId xmlns:a16="http://schemas.microsoft.com/office/drawing/2014/main" id="{AF844D94-5ABE-A55C-4048-40988132265B}"/>
                  </a:ext>
                </a:extLst>
              </p14:cNvPr>
              <p14:cNvContentPartPr/>
              <p14:nvPr/>
            </p14:nvContentPartPr>
            <p14:xfrm>
              <a:off x="2929437" y="3421292"/>
              <a:ext cx="54000" cy="145080"/>
            </p14:xfrm>
          </p:contentPart>
        </mc:Choice>
        <mc:Fallback>
          <p:pic>
            <p:nvPicPr>
              <p:cNvPr id="309" name="Ink 308">
                <a:extLst>
                  <a:ext uri="{FF2B5EF4-FFF2-40B4-BE49-F238E27FC236}">
                    <a16:creationId xmlns:a16="http://schemas.microsoft.com/office/drawing/2014/main" id="{AF844D94-5ABE-A55C-4048-40988132265B}"/>
                  </a:ext>
                </a:extLst>
              </p:cNvPr>
              <p:cNvPicPr/>
              <p:nvPr/>
            </p:nvPicPr>
            <p:blipFill>
              <a:blip r:embed="rId442"/>
              <a:stretch>
                <a:fillRect/>
              </a:stretch>
            </p:blipFill>
            <p:spPr>
              <a:xfrm>
                <a:off x="2920437" y="3412652"/>
                <a:ext cx="7164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443">
            <p14:nvContentPartPr>
              <p14:cNvPr id="269" name="Ink 268">
                <a:extLst>
                  <a:ext uri="{FF2B5EF4-FFF2-40B4-BE49-F238E27FC236}">
                    <a16:creationId xmlns:a16="http://schemas.microsoft.com/office/drawing/2014/main" id="{207EB567-0BDA-3706-0796-B89763A9C173}"/>
                  </a:ext>
                </a:extLst>
              </p14:cNvPr>
              <p14:cNvContentPartPr/>
              <p14:nvPr/>
            </p14:nvContentPartPr>
            <p14:xfrm>
              <a:off x="7507197" y="983012"/>
              <a:ext cx="256680" cy="266040"/>
            </p14:xfrm>
          </p:contentPart>
        </mc:Choice>
        <mc:Fallback>
          <p:pic>
            <p:nvPicPr>
              <p:cNvPr id="269" name="Ink 268">
                <a:extLst>
                  <a:ext uri="{FF2B5EF4-FFF2-40B4-BE49-F238E27FC236}">
                    <a16:creationId xmlns:a16="http://schemas.microsoft.com/office/drawing/2014/main" id="{207EB567-0BDA-3706-0796-B89763A9C173}"/>
                  </a:ext>
                </a:extLst>
              </p:cNvPr>
              <p:cNvPicPr/>
              <p:nvPr/>
            </p:nvPicPr>
            <p:blipFill>
              <a:blip r:embed="rId444"/>
              <a:stretch>
                <a:fillRect/>
              </a:stretch>
            </p:blipFill>
            <p:spPr>
              <a:xfrm>
                <a:off x="7498557" y="974372"/>
                <a:ext cx="27432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445">
            <p14:nvContentPartPr>
              <p14:cNvPr id="270" name="Ink 269">
                <a:extLst>
                  <a:ext uri="{FF2B5EF4-FFF2-40B4-BE49-F238E27FC236}">
                    <a16:creationId xmlns:a16="http://schemas.microsoft.com/office/drawing/2014/main" id="{F069BA5B-9B6B-8521-8715-42C8571950EA}"/>
                  </a:ext>
                </a:extLst>
              </p14:cNvPr>
              <p14:cNvContentPartPr/>
              <p14:nvPr/>
            </p14:nvContentPartPr>
            <p14:xfrm>
              <a:off x="7578117" y="947012"/>
              <a:ext cx="128520" cy="14040"/>
            </p14:xfrm>
          </p:contentPart>
        </mc:Choice>
        <mc:Fallback>
          <p:pic>
            <p:nvPicPr>
              <p:cNvPr id="270" name="Ink 269">
                <a:extLst>
                  <a:ext uri="{FF2B5EF4-FFF2-40B4-BE49-F238E27FC236}">
                    <a16:creationId xmlns:a16="http://schemas.microsoft.com/office/drawing/2014/main" id="{F069BA5B-9B6B-8521-8715-42C8571950EA}"/>
                  </a:ext>
                </a:extLst>
              </p:cNvPr>
              <p:cNvPicPr/>
              <p:nvPr/>
            </p:nvPicPr>
            <p:blipFill>
              <a:blip r:embed="rId446"/>
              <a:stretch>
                <a:fillRect/>
              </a:stretch>
            </p:blipFill>
            <p:spPr>
              <a:xfrm>
                <a:off x="7569477" y="938012"/>
                <a:ext cx="14616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447">
            <p14:nvContentPartPr>
              <p14:cNvPr id="271" name="Ink 270">
                <a:extLst>
                  <a:ext uri="{FF2B5EF4-FFF2-40B4-BE49-F238E27FC236}">
                    <a16:creationId xmlns:a16="http://schemas.microsoft.com/office/drawing/2014/main" id="{BA167294-0E75-D31D-1441-A2972C25018B}"/>
                  </a:ext>
                </a:extLst>
              </p14:cNvPr>
              <p14:cNvContentPartPr/>
              <p14:nvPr/>
            </p14:nvContentPartPr>
            <p14:xfrm>
              <a:off x="7872957" y="1006412"/>
              <a:ext cx="152280" cy="217440"/>
            </p14:xfrm>
          </p:contentPart>
        </mc:Choice>
        <mc:Fallback>
          <p:pic>
            <p:nvPicPr>
              <p:cNvPr id="271" name="Ink 270">
                <a:extLst>
                  <a:ext uri="{FF2B5EF4-FFF2-40B4-BE49-F238E27FC236}">
                    <a16:creationId xmlns:a16="http://schemas.microsoft.com/office/drawing/2014/main" id="{BA167294-0E75-D31D-1441-A2972C25018B}"/>
                  </a:ext>
                </a:extLst>
              </p:cNvPr>
              <p:cNvPicPr/>
              <p:nvPr/>
            </p:nvPicPr>
            <p:blipFill>
              <a:blip r:embed="rId448"/>
              <a:stretch>
                <a:fillRect/>
              </a:stretch>
            </p:blipFill>
            <p:spPr>
              <a:xfrm>
                <a:off x="7864317" y="997412"/>
                <a:ext cx="169920" cy="235080"/>
              </a:xfrm>
              <a:prstGeom prst="rect">
                <a:avLst/>
              </a:prstGeom>
            </p:spPr>
          </p:pic>
        </mc:Fallback>
      </mc:AlternateContent>
      <mc:AlternateContent xmlns:mc="http://schemas.openxmlformats.org/markup-compatibility/2006">
        <mc:Choice xmlns:p14="http://schemas.microsoft.com/office/powerpoint/2010/main" Requires="p14">
          <p:contentPart p14:bwMode="auto" r:id="rId449">
            <p14:nvContentPartPr>
              <p14:cNvPr id="272" name="Ink 271">
                <a:extLst>
                  <a:ext uri="{FF2B5EF4-FFF2-40B4-BE49-F238E27FC236}">
                    <a16:creationId xmlns:a16="http://schemas.microsoft.com/office/drawing/2014/main" id="{7C25B660-6FF5-4DE4-671E-61BAE6E1EBE4}"/>
                  </a:ext>
                </a:extLst>
              </p14:cNvPr>
              <p14:cNvContentPartPr/>
              <p14:nvPr/>
            </p14:nvContentPartPr>
            <p14:xfrm>
              <a:off x="8086077" y="1026932"/>
              <a:ext cx="215640" cy="209520"/>
            </p14:xfrm>
          </p:contentPart>
        </mc:Choice>
        <mc:Fallback>
          <p:pic>
            <p:nvPicPr>
              <p:cNvPr id="272" name="Ink 271">
                <a:extLst>
                  <a:ext uri="{FF2B5EF4-FFF2-40B4-BE49-F238E27FC236}">
                    <a16:creationId xmlns:a16="http://schemas.microsoft.com/office/drawing/2014/main" id="{7C25B660-6FF5-4DE4-671E-61BAE6E1EBE4}"/>
                  </a:ext>
                </a:extLst>
              </p:cNvPr>
              <p:cNvPicPr/>
              <p:nvPr/>
            </p:nvPicPr>
            <p:blipFill>
              <a:blip r:embed="rId450"/>
              <a:stretch>
                <a:fillRect/>
              </a:stretch>
            </p:blipFill>
            <p:spPr>
              <a:xfrm>
                <a:off x="8077437" y="1017932"/>
                <a:ext cx="233280" cy="227160"/>
              </a:xfrm>
              <a:prstGeom prst="rect">
                <a:avLst/>
              </a:prstGeom>
            </p:spPr>
          </p:pic>
        </mc:Fallback>
      </mc:AlternateContent>
      <mc:AlternateContent xmlns:mc="http://schemas.openxmlformats.org/markup-compatibility/2006">
        <mc:Choice xmlns:p14="http://schemas.microsoft.com/office/powerpoint/2010/main" Requires="p14">
          <p:contentPart p14:bwMode="auto" r:id="rId451">
            <p14:nvContentPartPr>
              <p14:cNvPr id="273" name="Ink 272">
                <a:extLst>
                  <a:ext uri="{FF2B5EF4-FFF2-40B4-BE49-F238E27FC236}">
                    <a16:creationId xmlns:a16="http://schemas.microsoft.com/office/drawing/2014/main" id="{BB715E46-9D0B-BB12-981B-3E9A5F6BD84A}"/>
                  </a:ext>
                </a:extLst>
              </p14:cNvPr>
              <p14:cNvContentPartPr/>
              <p14:nvPr/>
            </p14:nvContentPartPr>
            <p14:xfrm>
              <a:off x="8386677" y="975092"/>
              <a:ext cx="185400" cy="267120"/>
            </p14:xfrm>
          </p:contentPart>
        </mc:Choice>
        <mc:Fallback>
          <p:pic>
            <p:nvPicPr>
              <p:cNvPr id="273" name="Ink 272">
                <a:extLst>
                  <a:ext uri="{FF2B5EF4-FFF2-40B4-BE49-F238E27FC236}">
                    <a16:creationId xmlns:a16="http://schemas.microsoft.com/office/drawing/2014/main" id="{BB715E46-9D0B-BB12-981B-3E9A5F6BD84A}"/>
                  </a:ext>
                </a:extLst>
              </p:cNvPr>
              <p:cNvPicPr/>
              <p:nvPr/>
            </p:nvPicPr>
            <p:blipFill>
              <a:blip r:embed="rId452"/>
              <a:stretch>
                <a:fillRect/>
              </a:stretch>
            </p:blipFill>
            <p:spPr>
              <a:xfrm>
                <a:off x="8377677" y="966092"/>
                <a:ext cx="203040" cy="284760"/>
              </a:xfrm>
              <a:prstGeom prst="rect">
                <a:avLst/>
              </a:prstGeom>
            </p:spPr>
          </p:pic>
        </mc:Fallback>
      </mc:AlternateContent>
      <mc:AlternateContent xmlns:mc="http://schemas.openxmlformats.org/markup-compatibility/2006">
        <mc:Choice xmlns:p14="http://schemas.microsoft.com/office/powerpoint/2010/main" Requires="p14">
          <p:contentPart p14:bwMode="auto" r:id="rId453">
            <p14:nvContentPartPr>
              <p14:cNvPr id="274" name="Ink 273">
                <a:extLst>
                  <a:ext uri="{FF2B5EF4-FFF2-40B4-BE49-F238E27FC236}">
                    <a16:creationId xmlns:a16="http://schemas.microsoft.com/office/drawing/2014/main" id="{99806572-B21A-993C-F58D-D0E0D06EA957}"/>
                  </a:ext>
                </a:extLst>
              </p14:cNvPr>
              <p14:cNvContentPartPr/>
              <p14:nvPr/>
            </p14:nvContentPartPr>
            <p14:xfrm>
              <a:off x="8669277" y="940532"/>
              <a:ext cx="154800" cy="277200"/>
            </p14:xfrm>
          </p:contentPart>
        </mc:Choice>
        <mc:Fallback>
          <p:pic>
            <p:nvPicPr>
              <p:cNvPr id="274" name="Ink 273">
                <a:extLst>
                  <a:ext uri="{FF2B5EF4-FFF2-40B4-BE49-F238E27FC236}">
                    <a16:creationId xmlns:a16="http://schemas.microsoft.com/office/drawing/2014/main" id="{99806572-B21A-993C-F58D-D0E0D06EA957}"/>
                  </a:ext>
                </a:extLst>
              </p:cNvPr>
              <p:cNvPicPr/>
              <p:nvPr/>
            </p:nvPicPr>
            <p:blipFill>
              <a:blip r:embed="rId454"/>
              <a:stretch>
                <a:fillRect/>
              </a:stretch>
            </p:blipFill>
            <p:spPr>
              <a:xfrm>
                <a:off x="8660637" y="931532"/>
                <a:ext cx="17244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455">
            <p14:nvContentPartPr>
              <p14:cNvPr id="322" name="Ink 321">
                <a:extLst>
                  <a:ext uri="{FF2B5EF4-FFF2-40B4-BE49-F238E27FC236}">
                    <a16:creationId xmlns:a16="http://schemas.microsoft.com/office/drawing/2014/main" id="{EEDE82F9-702D-DE2B-6488-18729B7FE660}"/>
                  </a:ext>
                </a:extLst>
              </p14:cNvPr>
              <p14:cNvContentPartPr/>
              <p14:nvPr/>
            </p14:nvContentPartPr>
            <p14:xfrm>
              <a:off x="8768997" y="260132"/>
              <a:ext cx="322920" cy="550080"/>
            </p14:xfrm>
          </p:contentPart>
        </mc:Choice>
        <mc:Fallback>
          <p:pic>
            <p:nvPicPr>
              <p:cNvPr id="322" name="Ink 321">
                <a:extLst>
                  <a:ext uri="{FF2B5EF4-FFF2-40B4-BE49-F238E27FC236}">
                    <a16:creationId xmlns:a16="http://schemas.microsoft.com/office/drawing/2014/main" id="{EEDE82F9-702D-DE2B-6488-18729B7FE660}"/>
                  </a:ext>
                </a:extLst>
              </p:cNvPr>
              <p:cNvPicPr/>
              <p:nvPr/>
            </p:nvPicPr>
            <p:blipFill>
              <a:blip r:embed="rId456"/>
              <a:stretch>
                <a:fillRect/>
              </a:stretch>
            </p:blipFill>
            <p:spPr>
              <a:xfrm>
                <a:off x="8760357" y="251492"/>
                <a:ext cx="340560" cy="567720"/>
              </a:xfrm>
              <a:prstGeom prst="rect">
                <a:avLst/>
              </a:prstGeom>
            </p:spPr>
          </p:pic>
        </mc:Fallback>
      </mc:AlternateContent>
      <mc:AlternateContent xmlns:mc="http://schemas.openxmlformats.org/markup-compatibility/2006">
        <mc:Choice xmlns:p14="http://schemas.microsoft.com/office/powerpoint/2010/main" Requires="p14">
          <p:contentPart p14:bwMode="auto" r:id="rId457">
            <p14:nvContentPartPr>
              <p14:cNvPr id="323" name="Ink 322">
                <a:extLst>
                  <a:ext uri="{FF2B5EF4-FFF2-40B4-BE49-F238E27FC236}">
                    <a16:creationId xmlns:a16="http://schemas.microsoft.com/office/drawing/2014/main" id="{AD4C67FB-A951-B584-9596-B259D05E7154}"/>
                  </a:ext>
                </a:extLst>
              </p14:cNvPr>
              <p14:cNvContentPartPr/>
              <p14:nvPr/>
            </p14:nvContentPartPr>
            <p14:xfrm>
              <a:off x="9236997" y="580532"/>
              <a:ext cx="127080" cy="215640"/>
            </p14:xfrm>
          </p:contentPart>
        </mc:Choice>
        <mc:Fallback>
          <p:pic>
            <p:nvPicPr>
              <p:cNvPr id="323" name="Ink 322">
                <a:extLst>
                  <a:ext uri="{FF2B5EF4-FFF2-40B4-BE49-F238E27FC236}">
                    <a16:creationId xmlns:a16="http://schemas.microsoft.com/office/drawing/2014/main" id="{AD4C67FB-A951-B584-9596-B259D05E7154}"/>
                  </a:ext>
                </a:extLst>
              </p:cNvPr>
              <p:cNvPicPr/>
              <p:nvPr/>
            </p:nvPicPr>
            <p:blipFill>
              <a:blip r:embed="rId458"/>
              <a:stretch>
                <a:fillRect/>
              </a:stretch>
            </p:blipFill>
            <p:spPr>
              <a:xfrm>
                <a:off x="9227997" y="571532"/>
                <a:ext cx="14472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459">
            <p14:nvContentPartPr>
              <p14:cNvPr id="324" name="Ink 323">
                <a:extLst>
                  <a:ext uri="{FF2B5EF4-FFF2-40B4-BE49-F238E27FC236}">
                    <a16:creationId xmlns:a16="http://schemas.microsoft.com/office/drawing/2014/main" id="{3BDEFC42-D2C4-9C62-071B-7524393E721F}"/>
                  </a:ext>
                </a:extLst>
              </p14:cNvPr>
              <p14:cNvContentPartPr/>
              <p14:nvPr/>
            </p14:nvContentPartPr>
            <p14:xfrm>
              <a:off x="9399717" y="620492"/>
              <a:ext cx="137160" cy="187560"/>
            </p14:xfrm>
          </p:contentPart>
        </mc:Choice>
        <mc:Fallback>
          <p:pic>
            <p:nvPicPr>
              <p:cNvPr id="324" name="Ink 323">
                <a:extLst>
                  <a:ext uri="{FF2B5EF4-FFF2-40B4-BE49-F238E27FC236}">
                    <a16:creationId xmlns:a16="http://schemas.microsoft.com/office/drawing/2014/main" id="{3BDEFC42-D2C4-9C62-071B-7524393E721F}"/>
                  </a:ext>
                </a:extLst>
              </p:cNvPr>
              <p:cNvPicPr/>
              <p:nvPr/>
            </p:nvPicPr>
            <p:blipFill>
              <a:blip r:embed="rId460"/>
              <a:stretch>
                <a:fillRect/>
              </a:stretch>
            </p:blipFill>
            <p:spPr>
              <a:xfrm>
                <a:off x="9391077" y="611492"/>
                <a:ext cx="154800" cy="205200"/>
              </a:xfrm>
              <a:prstGeom prst="rect">
                <a:avLst/>
              </a:prstGeom>
            </p:spPr>
          </p:pic>
        </mc:Fallback>
      </mc:AlternateContent>
      <mc:AlternateContent xmlns:mc="http://schemas.openxmlformats.org/markup-compatibility/2006">
        <mc:Choice xmlns:p14="http://schemas.microsoft.com/office/powerpoint/2010/main" Requires="p14">
          <p:contentPart p14:bwMode="auto" r:id="rId461">
            <p14:nvContentPartPr>
              <p14:cNvPr id="325" name="Ink 324">
                <a:extLst>
                  <a:ext uri="{FF2B5EF4-FFF2-40B4-BE49-F238E27FC236}">
                    <a16:creationId xmlns:a16="http://schemas.microsoft.com/office/drawing/2014/main" id="{759120CD-CA22-5AC0-0317-2A957236C1F4}"/>
                  </a:ext>
                </a:extLst>
              </p14:cNvPr>
              <p14:cNvContentPartPr/>
              <p14:nvPr/>
            </p14:nvContentPartPr>
            <p14:xfrm>
              <a:off x="9574677" y="629492"/>
              <a:ext cx="418320" cy="162360"/>
            </p14:xfrm>
          </p:contentPart>
        </mc:Choice>
        <mc:Fallback>
          <p:pic>
            <p:nvPicPr>
              <p:cNvPr id="325" name="Ink 324">
                <a:extLst>
                  <a:ext uri="{FF2B5EF4-FFF2-40B4-BE49-F238E27FC236}">
                    <a16:creationId xmlns:a16="http://schemas.microsoft.com/office/drawing/2014/main" id="{759120CD-CA22-5AC0-0317-2A957236C1F4}"/>
                  </a:ext>
                </a:extLst>
              </p:cNvPr>
              <p:cNvPicPr/>
              <p:nvPr/>
            </p:nvPicPr>
            <p:blipFill>
              <a:blip r:embed="rId462"/>
              <a:stretch>
                <a:fillRect/>
              </a:stretch>
            </p:blipFill>
            <p:spPr>
              <a:xfrm>
                <a:off x="9565677" y="620492"/>
                <a:ext cx="43596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463">
            <p14:nvContentPartPr>
              <p14:cNvPr id="326" name="Ink 325">
                <a:extLst>
                  <a:ext uri="{FF2B5EF4-FFF2-40B4-BE49-F238E27FC236}">
                    <a16:creationId xmlns:a16="http://schemas.microsoft.com/office/drawing/2014/main" id="{60384221-440C-F49C-D1C6-A539D8AC73FF}"/>
                  </a:ext>
                </a:extLst>
              </p14:cNvPr>
              <p14:cNvContentPartPr/>
              <p14:nvPr/>
            </p14:nvContentPartPr>
            <p14:xfrm>
              <a:off x="10020717" y="570452"/>
              <a:ext cx="24480" cy="107280"/>
            </p14:xfrm>
          </p:contentPart>
        </mc:Choice>
        <mc:Fallback>
          <p:pic>
            <p:nvPicPr>
              <p:cNvPr id="326" name="Ink 325">
                <a:extLst>
                  <a:ext uri="{FF2B5EF4-FFF2-40B4-BE49-F238E27FC236}">
                    <a16:creationId xmlns:a16="http://schemas.microsoft.com/office/drawing/2014/main" id="{60384221-440C-F49C-D1C6-A539D8AC73FF}"/>
                  </a:ext>
                </a:extLst>
              </p:cNvPr>
              <p:cNvPicPr/>
              <p:nvPr/>
            </p:nvPicPr>
            <p:blipFill>
              <a:blip r:embed="rId464"/>
              <a:stretch>
                <a:fillRect/>
              </a:stretch>
            </p:blipFill>
            <p:spPr>
              <a:xfrm>
                <a:off x="10012077" y="561812"/>
                <a:ext cx="4212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465">
            <p14:nvContentPartPr>
              <p14:cNvPr id="327" name="Ink 326">
                <a:extLst>
                  <a:ext uri="{FF2B5EF4-FFF2-40B4-BE49-F238E27FC236}">
                    <a16:creationId xmlns:a16="http://schemas.microsoft.com/office/drawing/2014/main" id="{61B633E9-856B-353E-DFFA-067623B2A9FC}"/>
                  </a:ext>
                </a:extLst>
              </p14:cNvPr>
              <p14:cNvContentPartPr/>
              <p14:nvPr/>
            </p14:nvContentPartPr>
            <p14:xfrm>
              <a:off x="10061037" y="480092"/>
              <a:ext cx="37440" cy="6840"/>
            </p14:xfrm>
          </p:contentPart>
        </mc:Choice>
        <mc:Fallback>
          <p:pic>
            <p:nvPicPr>
              <p:cNvPr id="327" name="Ink 326">
                <a:extLst>
                  <a:ext uri="{FF2B5EF4-FFF2-40B4-BE49-F238E27FC236}">
                    <a16:creationId xmlns:a16="http://schemas.microsoft.com/office/drawing/2014/main" id="{61B633E9-856B-353E-DFFA-067623B2A9FC}"/>
                  </a:ext>
                </a:extLst>
              </p:cNvPr>
              <p:cNvPicPr/>
              <p:nvPr/>
            </p:nvPicPr>
            <p:blipFill>
              <a:blip r:embed="rId466"/>
              <a:stretch>
                <a:fillRect/>
              </a:stretch>
            </p:blipFill>
            <p:spPr>
              <a:xfrm>
                <a:off x="10052037" y="471092"/>
                <a:ext cx="5508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467">
            <p14:nvContentPartPr>
              <p14:cNvPr id="328" name="Ink 327">
                <a:extLst>
                  <a:ext uri="{FF2B5EF4-FFF2-40B4-BE49-F238E27FC236}">
                    <a16:creationId xmlns:a16="http://schemas.microsoft.com/office/drawing/2014/main" id="{E1F3427C-8A89-E724-8086-D7892708C719}"/>
                  </a:ext>
                </a:extLst>
              </p14:cNvPr>
              <p14:cNvContentPartPr/>
              <p14:nvPr/>
            </p14:nvContentPartPr>
            <p14:xfrm>
              <a:off x="10102077" y="697892"/>
              <a:ext cx="126000" cy="171720"/>
            </p14:xfrm>
          </p:contentPart>
        </mc:Choice>
        <mc:Fallback>
          <p:pic>
            <p:nvPicPr>
              <p:cNvPr id="328" name="Ink 327">
                <a:extLst>
                  <a:ext uri="{FF2B5EF4-FFF2-40B4-BE49-F238E27FC236}">
                    <a16:creationId xmlns:a16="http://schemas.microsoft.com/office/drawing/2014/main" id="{E1F3427C-8A89-E724-8086-D7892708C719}"/>
                  </a:ext>
                </a:extLst>
              </p:cNvPr>
              <p:cNvPicPr/>
              <p:nvPr/>
            </p:nvPicPr>
            <p:blipFill>
              <a:blip r:embed="rId468"/>
              <a:stretch>
                <a:fillRect/>
              </a:stretch>
            </p:blipFill>
            <p:spPr>
              <a:xfrm>
                <a:off x="10093077" y="689252"/>
                <a:ext cx="14364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469">
            <p14:nvContentPartPr>
              <p14:cNvPr id="329" name="Ink 328">
                <a:extLst>
                  <a:ext uri="{FF2B5EF4-FFF2-40B4-BE49-F238E27FC236}">
                    <a16:creationId xmlns:a16="http://schemas.microsoft.com/office/drawing/2014/main" id="{67EE2853-4F42-244D-A8E7-B6D8892794C7}"/>
                  </a:ext>
                </a:extLst>
              </p14:cNvPr>
              <p14:cNvContentPartPr/>
              <p14:nvPr/>
            </p14:nvContentPartPr>
            <p14:xfrm>
              <a:off x="10305117" y="685292"/>
              <a:ext cx="275760" cy="170640"/>
            </p14:xfrm>
          </p:contentPart>
        </mc:Choice>
        <mc:Fallback>
          <p:pic>
            <p:nvPicPr>
              <p:cNvPr id="329" name="Ink 328">
                <a:extLst>
                  <a:ext uri="{FF2B5EF4-FFF2-40B4-BE49-F238E27FC236}">
                    <a16:creationId xmlns:a16="http://schemas.microsoft.com/office/drawing/2014/main" id="{67EE2853-4F42-244D-A8E7-B6D8892794C7}"/>
                  </a:ext>
                </a:extLst>
              </p:cNvPr>
              <p:cNvPicPr/>
              <p:nvPr/>
            </p:nvPicPr>
            <p:blipFill>
              <a:blip r:embed="rId470"/>
              <a:stretch>
                <a:fillRect/>
              </a:stretch>
            </p:blipFill>
            <p:spPr>
              <a:xfrm>
                <a:off x="10296117" y="676652"/>
                <a:ext cx="29340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471">
            <p14:nvContentPartPr>
              <p14:cNvPr id="339" name="Ink 338">
                <a:extLst>
                  <a:ext uri="{FF2B5EF4-FFF2-40B4-BE49-F238E27FC236}">
                    <a16:creationId xmlns:a16="http://schemas.microsoft.com/office/drawing/2014/main" id="{31E086BD-20D2-E465-C697-6BE24C94860F}"/>
                  </a:ext>
                </a:extLst>
              </p14:cNvPr>
              <p14:cNvContentPartPr/>
              <p14:nvPr/>
            </p14:nvContentPartPr>
            <p14:xfrm>
              <a:off x="9630477" y="894092"/>
              <a:ext cx="358560" cy="53280"/>
            </p14:xfrm>
          </p:contentPart>
        </mc:Choice>
        <mc:Fallback>
          <p:pic>
            <p:nvPicPr>
              <p:cNvPr id="339" name="Ink 338">
                <a:extLst>
                  <a:ext uri="{FF2B5EF4-FFF2-40B4-BE49-F238E27FC236}">
                    <a16:creationId xmlns:a16="http://schemas.microsoft.com/office/drawing/2014/main" id="{31E086BD-20D2-E465-C697-6BE24C94860F}"/>
                  </a:ext>
                </a:extLst>
              </p:cNvPr>
              <p:cNvPicPr/>
              <p:nvPr/>
            </p:nvPicPr>
            <p:blipFill>
              <a:blip r:embed="rId472"/>
              <a:stretch>
                <a:fillRect/>
              </a:stretch>
            </p:blipFill>
            <p:spPr>
              <a:xfrm>
                <a:off x="9621837" y="885092"/>
                <a:ext cx="37620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473">
            <p14:nvContentPartPr>
              <p14:cNvPr id="340" name="Ink 339">
                <a:extLst>
                  <a:ext uri="{FF2B5EF4-FFF2-40B4-BE49-F238E27FC236}">
                    <a16:creationId xmlns:a16="http://schemas.microsoft.com/office/drawing/2014/main" id="{E4518FB5-ADD2-3F59-CCAB-86DF788E22B2}"/>
                  </a:ext>
                </a:extLst>
              </p14:cNvPr>
              <p14:cNvContentPartPr/>
              <p14:nvPr/>
            </p14:nvContentPartPr>
            <p14:xfrm>
              <a:off x="9709677" y="985892"/>
              <a:ext cx="343800" cy="20520"/>
            </p14:xfrm>
          </p:contentPart>
        </mc:Choice>
        <mc:Fallback>
          <p:pic>
            <p:nvPicPr>
              <p:cNvPr id="340" name="Ink 339">
                <a:extLst>
                  <a:ext uri="{FF2B5EF4-FFF2-40B4-BE49-F238E27FC236}">
                    <a16:creationId xmlns:a16="http://schemas.microsoft.com/office/drawing/2014/main" id="{E4518FB5-ADD2-3F59-CCAB-86DF788E22B2}"/>
                  </a:ext>
                </a:extLst>
              </p:cNvPr>
              <p:cNvPicPr/>
              <p:nvPr/>
            </p:nvPicPr>
            <p:blipFill>
              <a:blip r:embed="rId474"/>
              <a:stretch>
                <a:fillRect/>
              </a:stretch>
            </p:blipFill>
            <p:spPr>
              <a:xfrm>
                <a:off x="9700677" y="977252"/>
                <a:ext cx="36144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475">
            <p14:nvContentPartPr>
              <p14:cNvPr id="358" name="Ink 357">
                <a:extLst>
                  <a:ext uri="{FF2B5EF4-FFF2-40B4-BE49-F238E27FC236}">
                    <a16:creationId xmlns:a16="http://schemas.microsoft.com/office/drawing/2014/main" id="{31F8DA00-97E8-7760-CCB9-6CCFF1A694B0}"/>
                  </a:ext>
                </a:extLst>
              </p14:cNvPr>
              <p14:cNvContentPartPr/>
              <p14:nvPr/>
            </p14:nvContentPartPr>
            <p14:xfrm>
              <a:off x="10873917" y="666932"/>
              <a:ext cx="339840" cy="236160"/>
            </p14:xfrm>
          </p:contentPart>
        </mc:Choice>
        <mc:Fallback>
          <p:pic>
            <p:nvPicPr>
              <p:cNvPr id="358" name="Ink 357">
                <a:extLst>
                  <a:ext uri="{FF2B5EF4-FFF2-40B4-BE49-F238E27FC236}">
                    <a16:creationId xmlns:a16="http://schemas.microsoft.com/office/drawing/2014/main" id="{31F8DA00-97E8-7760-CCB9-6CCFF1A694B0}"/>
                  </a:ext>
                </a:extLst>
              </p:cNvPr>
              <p:cNvPicPr/>
              <p:nvPr/>
            </p:nvPicPr>
            <p:blipFill>
              <a:blip r:embed="rId476"/>
              <a:stretch>
                <a:fillRect/>
              </a:stretch>
            </p:blipFill>
            <p:spPr>
              <a:xfrm>
                <a:off x="10864917" y="657932"/>
                <a:ext cx="357480" cy="253800"/>
              </a:xfrm>
              <a:prstGeom prst="rect">
                <a:avLst/>
              </a:prstGeom>
            </p:spPr>
          </p:pic>
        </mc:Fallback>
      </mc:AlternateContent>
      <mc:AlternateContent xmlns:mc="http://schemas.openxmlformats.org/markup-compatibility/2006">
        <mc:Choice xmlns:p14="http://schemas.microsoft.com/office/powerpoint/2010/main" Requires="p14">
          <p:contentPart p14:bwMode="auto" r:id="rId477">
            <p14:nvContentPartPr>
              <p14:cNvPr id="360" name="Ink 359">
                <a:extLst>
                  <a:ext uri="{FF2B5EF4-FFF2-40B4-BE49-F238E27FC236}">
                    <a16:creationId xmlns:a16="http://schemas.microsoft.com/office/drawing/2014/main" id="{57AA519A-1625-27F0-8ECA-C6422B6EDFC3}"/>
                  </a:ext>
                </a:extLst>
              </p14:cNvPr>
              <p14:cNvContentPartPr/>
              <p14:nvPr/>
            </p14:nvContentPartPr>
            <p14:xfrm>
              <a:off x="2509677" y="439772"/>
              <a:ext cx="374040" cy="323280"/>
            </p14:xfrm>
          </p:contentPart>
        </mc:Choice>
        <mc:Fallback>
          <p:pic>
            <p:nvPicPr>
              <p:cNvPr id="360" name="Ink 359">
                <a:extLst>
                  <a:ext uri="{FF2B5EF4-FFF2-40B4-BE49-F238E27FC236}">
                    <a16:creationId xmlns:a16="http://schemas.microsoft.com/office/drawing/2014/main" id="{57AA519A-1625-27F0-8ECA-C6422B6EDFC3}"/>
                  </a:ext>
                </a:extLst>
              </p:cNvPr>
              <p:cNvPicPr/>
              <p:nvPr/>
            </p:nvPicPr>
            <p:blipFill>
              <a:blip r:embed="rId478"/>
              <a:stretch>
                <a:fillRect/>
              </a:stretch>
            </p:blipFill>
            <p:spPr>
              <a:xfrm>
                <a:off x="2501037" y="431132"/>
                <a:ext cx="391680" cy="340920"/>
              </a:xfrm>
              <a:prstGeom prst="rect">
                <a:avLst/>
              </a:prstGeom>
            </p:spPr>
          </p:pic>
        </mc:Fallback>
      </mc:AlternateContent>
      <mc:AlternateContent xmlns:mc="http://schemas.openxmlformats.org/markup-compatibility/2006">
        <mc:Choice xmlns:p14="http://schemas.microsoft.com/office/powerpoint/2010/main" Requires="p14">
          <p:contentPart p14:bwMode="auto" r:id="rId479">
            <p14:nvContentPartPr>
              <p14:cNvPr id="361" name="Ink 360">
                <a:extLst>
                  <a:ext uri="{FF2B5EF4-FFF2-40B4-BE49-F238E27FC236}">
                    <a16:creationId xmlns:a16="http://schemas.microsoft.com/office/drawing/2014/main" id="{0D7EAF11-2B05-869F-3246-E8FD3594E30E}"/>
                  </a:ext>
                </a:extLst>
              </p14:cNvPr>
              <p14:cNvContentPartPr/>
              <p14:nvPr/>
            </p14:nvContentPartPr>
            <p14:xfrm>
              <a:off x="9465957" y="172292"/>
              <a:ext cx="369000" cy="194400"/>
            </p14:xfrm>
          </p:contentPart>
        </mc:Choice>
        <mc:Fallback>
          <p:pic>
            <p:nvPicPr>
              <p:cNvPr id="361" name="Ink 360">
                <a:extLst>
                  <a:ext uri="{FF2B5EF4-FFF2-40B4-BE49-F238E27FC236}">
                    <a16:creationId xmlns:a16="http://schemas.microsoft.com/office/drawing/2014/main" id="{0D7EAF11-2B05-869F-3246-E8FD3594E30E}"/>
                  </a:ext>
                </a:extLst>
              </p:cNvPr>
              <p:cNvPicPr/>
              <p:nvPr/>
            </p:nvPicPr>
            <p:blipFill>
              <a:blip r:embed="rId480"/>
              <a:stretch>
                <a:fillRect/>
              </a:stretch>
            </p:blipFill>
            <p:spPr>
              <a:xfrm>
                <a:off x="9456957" y="163652"/>
                <a:ext cx="386640" cy="212040"/>
              </a:xfrm>
              <a:prstGeom prst="rect">
                <a:avLst/>
              </a:prstGeom>
            </p:spPr>
          </p:pic>
        </mc:Fallback>
      </mc:AlternateContent>
      <p:grpSp>
        <p:nvGrpSpPr>
          <p:cNvPr id="369" name="Group 368">
            <a:extLst>
              <a:ext uri="{FF2B5EF4-FFF2-40B4-BE49-F238E27FC236}">
                <a16:creationId xmlns:a16="http://schemas.microsoft.com/office/drawing/2014/main" id="{5289F02A-D2F9-9FED-26CE-516D3F15FD96}"/>
              </a:ext>
            </a:extLst>
          </p:cNvPr>
          <p:cNvGrpSpPr/>
          <p:nvPr/>
        </p:nvGrpSpPr>
        <p:grpSpPr>
          <a:xfrm>
            <a:off x="-62163" y="812012"/>
            <a:ext cx="555480" cy="661680"/>
            <a:chOff x="-62163" y="812012"/>
            <a:chExt cx="555480" cy="661680"/>
          </a:xfrm>
        </p:grpSpPr>
        <mc:AlternateContent xmlns:mc="http://schemas.openxmlformats.org/markup-compatibility/2006">
          <mc:Choice xmlns:p14="http://schemas.microsoft.com/office/powerpoint/2010/main" Requires="p14">
            <p:contentPart p14:bwMode="auto" r:id="rId481">
              <p14:nvContentPartPr>
                <p14:cNvPr id="362" name="Ink 361">
                  <a:extLst>
                    <a:ext uri="{FF2B5EF4-FFF2-40B4-BE49-F238E27FC236}">
                      <a16:creationId xmlns:a16="http://schemas.microsoft.com/office/drawing/2014/main" id="{CE875586-6C63-536D-E933-5331B9460C18}"/>
                    </a:ext>
                  </a:extLst>
                </p14:cNvPr>
                <p14:cNvContentPartPr/>
                <p14:nvPr/>
              </p14:nvContentPartPr>
              <p14:xfrm>
                <a:off x="-62163" y="812012"/>
                <a:ext cx="318600" cy="75960"/>
              </p14:xfrm>
            </p:contentPart>
          </mc:Choice>
          <mc:Fallback>
            <p:pic>
              <p:nvPicPr>
                <p:cNvPr id="362" name="Ink 361">
                  <a:extLst>
                    <a:ext uri="{FF2B5EF4-FFF2-40B4-BE49-F238E27FC236}">
                      <a16:creationId xmlns:a16="http://schemas.microsoft.com/office/drawing/2014/main" id="{CE875586-6C63-536D-E933-5331B9460C18}"/>
                    </a:ext>
                  </a:extLst>
                </p:cNvPr>
                <p:cNvPicPr/>
                <p:nvPr/>
              </p:nvPicPr>
              <p:blipFill>
                <a:blip r:embed="rId482"/>
                <a:stretch>
                  <a:fillRect/>
                </a:stretch>
              </p:blipFill>
              <p:spPr>
                <a:xfrm>
                  <a:off x="-71163" y="803012"/>
                  <a:ext cx="336240" cy="93600"/>
                </a:xfrm>
                <a:prstGeom prst="rect">
                  <a:avLst/>
                </a:prstGeom>
              </p:spPr>
            </p:pic>
          </mc:Fallback>
        </mc:AlternateContent>
        <mc:AlternateContent xmlns:mc="http://schemas.openxmlformats.org/markup-compatibility/2006">
          <mc:Choice xmlns:p14="http://schemas.microsoft.com/office/powerpoint/2010/main" Requires="p14">
            <p:contentPart p14:bwMode="auto" r:id="rId483">
              <p14:nvContentPartPr>
                <p14:cNvPr id="363" name="Ink 362">
                  <a:extLst>
                    <a:ext uri="{FF2B5EF4-FFF2-40B4-BE49-F238E27FC236}">
                      <a16:creationId xmlns:a16="http://schemas.microsoft.com/office/drawing/2014/main" id="{0172C31D-03B1-70BE-491A-ED0C5343CA00}"/>
                    </a:ext>
                  </a:extLst>
                </p14:cNvPr>
                <p14:cNvContentPartPr/>
                <p14:nvPr/>
              </p14:nvContentPartPr>
              <p14:xfrm>
                <a:off x="78957" y="934052"/>
                <a:ext cx="12240" cy="224640"/>
              </p14:xfrm>
            </p:contentPart>
          </mc:Choice>
          <mc:Fallback>
            <p:pic>
              <p:nvPicPr>
                <p:cNvPr id="363" name="Ink 362">
                  <a:extLst>
                    <a:ext uri="{FF2B5EF4-FFF2-40B4-BE49-F238E27FC236}">
                      <a16:creationId xmlns:a16="http://schemas.microsoft.com/office/drawing/2014/main" id="{0172C31D-03B1-70BE-491A-ED0C5343CA00}"/>
                    </a:ext>
                  </a:extLst>
                </p:cNvPr>
                <p:cNvPicPr/>
                <p:nvPr/>
              </p:nvPicPr>
              <p:blipFill>
                <a:blip r:embed="rId484"/>
                <a:stretch>
                  <a:fillRect/>
                </a:stretch>
              </p:blipFill>
              <p:spPr>
                <a:xfrm>
                  <a:off x="69957" y="925052"/>
                  <a:ext cx="29880" cy="242280"/>
                </a:xfrm>
                <a:prstGeom prst="rect">
                  <a:avLst/>
                </a:prstGeom>
              </p:spPr>
            </p:pic>
          </mc:Fallback>
        </mc:AlternateContent>
        <mc:AlternateContent xmlns:mc="http://schemas.openxmlformats.org/markup-compatibility/2006">
          <mc:Choice xmlns:p14="http://schemas.microsoft.com/office/powerpoint/2010/main" Requires="p14">
            <p:contentPart p14:bwMode="auto" r:id="rId485">
              <p14:nvContentPartPr>
                <p14:cNvPr id="364" name="Ink 363">
                  <a:extLst>
                    <a:ext uri="{FF2B5EF4-FFF2-40B4-BE49-F238E27FC236}">
                      <a16:creationId xmlns:a16="http://schemas.microsoft.com/office/drawing/2014/main" id="{9C8858FB-4FB4-CCB6-9E47-7C3FE50D292F}"/>
                    </a:ext>
                  </a:extLst>
                </p14:cNvPr>
                <p14:cNvContentPartPr/>
                <p14:nvPr/>
              </p14:nvContentPartPr>
              <p14:xfrm>
                <a:off x="216837" y="1012892"/>
                <a:ext cx="50400" cy="102960"/>
              </p14:xfrm>
            </p:contentPart>
          </mc:Choice>
          <mc:Fallback>
            <p:pic>
              <p:nvPicPr>
                <p:cNvPr id="364" name="Ink 363">
                  <a:extLst>
                    <a:ext uri="{FF2B5EF4-FFF2-40B4-BE49-F238E27FC236}">
                      <a16:creationId xmlns:a16="http://schemas.microsoft.com/office/drawing/2014/main" id="{9C8858FB-4FB4-CCB6-9E47-7C3FE50D292F}"/>
                    </a:ext>
                  </a:extLst>
                </p:cNvPr>
                <p:cNvPicPr/>
                <p:nvPr/>
              </p:nvPicPr>
              <p:blipFill>
                <a:blip r:embed="rId486"/>
                <a:stretch>
                  <a:fillRect/>
                </a:stretch>
              </p:blipFill>
              <p:spPr>
                <a:xfrm>
                  <a:off x="207837" y="1004252"/>
                  <a:ext cx="6804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487">
              <p14:nvContentPartPr>
                <p14:cNvPr id="365" name="Ink 364">
                  <a:extLst>
                    <a:ext uri="{FF2B5EF4-FFF2-40B4-BE49-F238E27FC236}">
                      <a16:creationId xmlns:a16="http://schemas.microsoft.com/office/drawing/2014/main" id="{FE40D3A1-DEF1-0389-DEB5-0FDEB29A8D8F}"/>
                    </a:ext>
                  </a:extLst>
                </p14:cNvPr>
                <p14:cNvContentPartPr/>
                <p14:nvPr/>
              </p14:nvContentPartPr>
              <p14:xfrm>
                <a:off x="167157" y="1019372"/>
                <a:ext cx="102600" cy="205920"/>
              </p14:xfrm>
            </p:contentPart>
          </mc:Choice>
          <mc:Fallback>
            <p:pic>
              <p:nvPicPr>
                <p:cNvPr id="365" name="Ink 364">
                  <a:extLst>
                    <a:ext uri="{FF2B5EF4-FFF2-40B4-BE49-F238E27FC236}">
                      <a16:creationId xmlns:a16="http://schemas.microsoft.com/office/drawing/2014/main" id="{FE40D3A1-DEF1-0389-DEB5-0FDEB29A8D8F}"/>
                    </a:ext>
                  </a:extLst>
                </p:cNvPr>
                <p:cNvPicPr/>
                <p:nvPr/>
              </p:nvPicPr>
              <p:blipFill>
                <a:blip r:embed="rId488"/>
                <a:stretch>
                  <a:fillRect/>
                </a:stretch>
              </p:blipFill>
              <p:spPr>
                <a:xfrm>
                  <a:off x="158517" y="1010732"/>
                  <a:ext cx="120240" cy="223560"/>
                </a:xfrm>
                <a:prstGeom prst="rect">
                  <a:avLst/>
                </a:prstGeom>
              </p:spPr>
            </p:pic>
          </mc:Fallback>
        </mc:AlternateContent>
        <mc:AlternateContent xmlns:mc="http://schemas.openxmlformats.org/markup-compatibility/2006">
          <mc:Choice xmlns:p14="http://schemas.microsoft.com/office/powerpoint/2010/main" Requires="p14">
            <p:contentPart p14:bwMode="auto" r:id="rId489">
              <p14:nvContentPartPr>
                <p14:cNvPr id="366" name="Ink 365">
                  <a:extLst>
                    <a:ext uri="{FF2B5EF4-FFF2-40B4-BE49-F238E27FC236}">
                      <a16:creationId xmlns:a16="http://schemas.microsoft.com/office/drawing/2014/main" id="{4131F786-480D-067C-C8BB-BCE558E65ED5}"/>
                    </a:ext>
                  </a:extLst>
                </p14:cNvPr>
                <p14:cNvContentPartPr/>
                <p14:nvPr/>
              </p14:nvContentPartPr>
              <p14:xfrm>
                <a:off x="382797" y="1032692"/>
                <a:ext cx="12240" cy="1440"/>
              </p14:xfrm>
            </p:contentPart>
          </mc:Choice>
          <mc:Fallback>
            <p:pic>
              <p:nvPicPr>
                <p:cNvPr id="366" name="Ink 365">
                  <a:extLst>
                    <a:ext uri="{FF2B5EF4-FFF2-40B4-BE49-F238E27FC236}">
                      <a16:creationId xmlns:a16="http://schemas.microsoft.com/office/drawing/2014/main" id="{4131F786-480D-067C-C8BB-BCE558E65ED5}"/>
                    </a:ext>
                  </a:extLst>
                </p:cNvPr>
                <p:cNvPicPr/>
                <p:nvPr/>
              </p:nvPicPr>
              <p:blipFill>
                <a:blip r:embed="rId490"/>
                <a:stretch>
                  <a:fillRect/>
                </a:stretch>
              </p:blipFill>
              <p:spPr>
                <a:xfrm>
                  <a:off x="374157" y="1024052"/>
                  <a:ext cx="2988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491">
              <p14:nvContentPartPr>
                <p14:cNvPr id="367" name="Ink 366">
                  <a:extLst>
                    <a:ext uri="{FF2B5EF4-FFF2-40B4-BE49-F238E27FC236}">
                      <a16:creationId xmlns:a16="http://schemas.microsoft.com/office/drawing/2014/main" id="{B9FCC255-7D49-D25C-8C63-AE33BD7E2759}"/>
                    </a:ext>
                  </a:extLst>
                </p14:cNvPr>
                <p14:cNvContentPartPr/>
                <p14:nvPr/>
              </p14:nvContentPartPr>
              <p14:xfrm>
                <a:off x="-41283" y="1166252"/>
                <a:ext cx="534600" cy="169200"/>
              </p14:xfrm>
            </p:contentPart>
          </mc:Choice>
          <mc:Fallback>
            <p:pic>
              <p:nvPicPr>
                <p:cNvPr id="367" name="Ink 366">
                  <a:extLst>
                    <a:ext uri="{FF2B5EF4-FFF2-40B4-BE49-F238E27FC236}">
                      <a16:creationId xmlns:a16="http://schemas.microsoft.com/office/drawing/2014/main" id="{B9FCC255-7D49-D25C-8C63-AE33BD7E2759}"/>
                    </a:ext>
                  </a:extLst>
                </p:cNvPr>
                <p:cNvPicPr/>
                <p:nvPr/>
              </p:nvPicPr>
              <p:blipFill>
                <a:blip r:embed="rId492"/>
                <a:stretch>
                  <a:fillRect/>
                </a:stretch>
              </p:blipFill>
              <p:spPr>
                <a:xfrm>
                  <a:off x="-49923" y="1157612"/>
                  <a:ext cx="552240" cy="186840"/>
                </a:xfrm>
                <a:prstGeom prst="rect">
                  <a:avLst/>
                </a:prstGeom>
              </p:spPr>
            </p:pic>
          </mc:Fallback>
        </mc:AlternateContent>
        <mc:AlternateContent xmlns:mc="http://schemas.openxmlformats.org/markup-compatibility/2006">
          <mc:Choice xmlns:p14="http://schemas.microsoft.com/office/powerpoint/2010/main" Requires="p14">
            <p:contentPart p14:bwMode="auto" r:id="rId493">
              <p14:nvContentPartPr>
                <p14:cNvPr id="368" name="Ink 367">
                  <a:extLst>
                    <a:ext uri="{FF2B5EF4-FFF2-40B4-BE49-F238E27FC236}">
                      <a16:creationId xmlns:a16="http://schemas.microsoft.com/office/drawing/2014/main" id="{26517536-A12D-3636-844A-50F1D59CE96E}"/>
                    </a:ext>
                  </a:extLst>
                </p14:cNvPr>
                <p14:cNvContentPartPr/>
                <p14:nvPr/>
              </p14:nvContentPartPr>
              <p14:xfrm>
                <a:off x="-33003" y="1351292"/>
                <a:ext cx="460440" cy="122400"/>
              </p14:xfrm>
            </p:contentPart>
          </mc:Choice>
          <mc:Fallback>
            <p:pic>
              <p:nvPicPr>
                <p:cNvPr id="368" name="Ink 367">
                  <a:extLst>
                    <a:ext uri="{FF2B5EF4-FFF2-40B4-BE49-F238E27FC236}">
                      <a16:creationId xmlns:a16="http://schemas.microsoft.com/office/drawing/2014/main" id="{26517536-A12D-3636-844A-50F1D59CE96E}"/>
                    </a:ext>
                  </a:extLst>
                </p:cNvPr>
                <p:cNvPicPr/>
                <p:nvPr/>
              </p:nvPicPr>
              <p:blipFill>
                <a:blip r:embed="rId494"/>
                <a:stretch>
                  <a:fillRect/>
                </a:stretch>
              </p:blipFill>
              <p:spPr>
                <a:xfrm>
                  <a:off x="-42003" y="1342652"/>
                  <a:ext cx="478080" cy="140040"/>
                </a:xfrm>
                <a:prstGeom prst="rect">
                  <a:avLst/>
                </a:prstGeom>
              </p:spPr>
            </p:pic>
          </mc:Fallback>
        </mc:AlternateContent>
      </p:grpSp>
      <p:grpSp>
        <p:nvGrpSpPr>
          <p:cNvPr id="375" name="Group 374">
            <a:extLst>
              <a:ext uri="{FF2B5EF4-FFF2-40B4-BE49-F238E27FC236}">
                <a16:creationId xmlns:a16="http://schemas.microsoft.com/office/drawing/2014/main" id="{4024C01A-175D-FA37-1097-E2D928193629}"/>
              </a:ext>
            </a:extLst>
          </p:cNvPr>
          <p:cNvGrpSpPr/>
          <p:nvPr/>
        </p:nvGrpSpPr>
        <p:grpSpPr>
          <a:xfrm>
            <a:off x="8952957" y="3822692"/>
            <a:ext cx="2751480" cy="1559160"/>
            <a:chOff x="8952957" y="3822692"/>
            <a:chExt cx="2751480" cy="1559160"/>
          </a:xfrm>
        </p:grpSpPr>
        <mc:AlternateContent xmlns:mc="http://schemas.openxmlformats.org/markup-compatibility/2006">
          <mc:Choice xmlns:p14="http://schemas.microsoft.com/office/powerpoint/2010/main" Requires="p14">
            <p:contentPart p14:bwMode="auto" r:id="rId495">
              <p14:nvContentPartPr>
                <p14:cNvPr id="217" name="Ink 216">
                  <a:extLst>
                    <a:ext uri="{FF2B5EF4-FFF2-40B4-BE49-F238E27FC236}">
                      <a16:creationId xmlns:a16="http://schemas.microsoft.com/office/drawing/2014/main" id="{D1D10B4C-F94B-320B-D749-040229D4D470}"/>
                    </a:ext>
                  </a:extLst>
                </p14:cNvPr>
                <p14:cNvContentPartPr/>
                <p14:nvPr/>
              </p14:nvContentPartPr>
              <p14:xfrm>
                <a:off x="9053757" y="4064252"/>
                <a:ext cx="2650680" cy="1317600"/>
              </p14:xfrm>
            </p:contentPart>
          </mc:Choice>
          <mc:Fallback>
            <p:pic>
              <p:nvPicPr>
                <p:cNvPr id="217" name="Ink 216">
                  <a:extLst>
                    <a:ext uri="{FF2B5EF4-FFF2-40B4-BE49-F238E27FC236}">
                      <a16:creationId xmlns:a16="http://schemas.microsoft.com/office/drawing/2014/main" id="{D1D10B4C-F94B-320B-D749-040229D4D470}"/>
                    </a:ext>
                  </a:extLst>
                </p:cNvPr>
                <p:cNvPicPr/>
                <p:nvPr/>
              </p:nvPicPr>
              <p:blipFill>
                <a:blip r:embed="rId496"/>
                <a:stretch>
                  <a:fillRect/>
                </a:stretch>
              </p:blipFill>
              <p:spPr>
                <a:xfrm>
                  <a:off x="9045117" y="4055612"/>
                  <a:ext cx="2668320" cy="1335240"/>
                </a:xfrm>
                <a:prstGeom prst="rect">
                  <a:avLst/>
                </a:prstGeom>
              </p:spPr>
            </p:pic>
          </mc:Fallback>
        </mc:AlternateContent>
        <mc:AlternateContent xmlns:mc="http://schemas.openxmlformats.org/markup-compatibility/2006">
          <mc:Choice xmlns:p14="http://schemas.microsoft.com/office/powerpoint/2010/main" Requires="p14">
            <p:contentPart p14:bwMode="auto" r:id="rId497">
              <p14:nvContentPartPr>
                <p14:cNvPr id="218" name="Ink 217">
                  <a:extLst>
                    <a:ext uri="{FF2B5EF4-FFF2-40B4-BE49-F238E27FC236}">
                      <a16:creationId xmlns:a16="http://schemas.microsoft.com/office/drawing/2014/main" id="{49FE54C1-0E01-8FD6-39A6-0CC3F480866A}"/>
                    </a:ext>
                  </a:extLst>
                </p14:cNvPr>
                <p14:cNvContentPartPr/>
                <p14:nvPr/>
              </p14:nvContentPartPr>
              <p14:xfrm>
                <a:off x="9649917" y="4234532"/>
                <a:ext cx="194040" cy="392760"/>
              </p14:xfrm>
            </p:contentPart>
          </mc:Choice>
          <mc:Fallback>
            <p:pic>
              <p:nvPicPr>
                <p:cNvPr id="218" name="Ink 217">
                  <a:extLst>
                    <a:ext uri="{FF2B5EF4-FFF2-40B4-BE49-F238E27FC236}">
                      <a16:creationId xmlns:a16="http://schemas.microsoft.com/office/drawing/2014/main" id="{49FE54C1-0E01-8FD6-39A6-0CC3F480866A}"/>
                    </a:ext>
                  </a:extLst>
                </p:cNvPr>
                <p:cNvPicPr/>
                <p:nvPr/>
              </p:nvPicPr>
              <p:blipFill>
                <a:blip r:embed="rId498"/>
                <a:stretch>
                  <a:fillRect/>
                </a:stretch>
              </p:blipFill>
              <p:spPr>
                <a:xfrm>
                  <a:off x="9640917" y="4225892"/>
                  <a:ext cx="211680" cy="410400"/>
                </a:xfrm>
                <a:prstGeom prst="rect">
                  <a:avLst/>
                </a:prstGeom>
              </p:spPr>
            </p:pic>
          </mc:Fallback>
        </mc:AlternateContent>
        <mc:AlternateContent xmlns:mc="http://schemas.openxmlformats.org/markup-compatibility/2006">
          <mc:Choice xmlns:p14="http://schemas.microsoft.com/office/powerpoint/2010/main" Requires="p14">
            <p:contentPart p14:bwMode="auto" r:id="rId499">
              <p14:nvContentPartPr>
                <p14:cNvPr id="219" name="Ink 218">
                  <a:extLst>
                    <a:ext uri="{FF2B5EF4-FFF2-40B4-BE49-F238E27FC236}">
                      <a16:creationId xmlns:a16="http://schemas.microsoft.com/office/drawing/2014/main" id="{38B0268F-F763-7EE9-400A-912973B086C0}"/>
                    </a:ext>
                  </a:extLst>
                </p14:cNvPr>
                <p14:cNvContentPartPr/>
                <p14:nvPr/>
              </p14:nvContentPartPr>
              <p14:xfrm>
                <a:off x="9833877" y="4400492"/>
                <a:ext cx="456480" cy="217800"/>
              </p14:xfrm>
            </p:contentPart>
          </mc:Choice>
          <mc:Fallback>
            <p:pic>
              <p:nvPicPr>
                <p:cNvPr id="219" name="Ink 218">
                  <a:extLst>
                    <a:ext uri="{FF2B5EF4-FFF2-40B4-BE49-F238E27FC236}">
                      <a16:creationId xmlns:a16="http://schemas.microsoft.com/office/drawing/2014/main" id="{38B0268F-F763-7EE9-400A-912973B086C0}"/>
                    </a:ext>
                  </a:extLst>
                </p:cNvPr>
                <p:cNvPicPr/>
                <p:nvPr/>
              </p:nvPicPr>
              <p:blipFill>
                <a:blip r:embed="rId500"/>
                <a:stretch>
                  <a:fillRect/>
                </a:stretch>
              </p:blipFill>
              <p:spPr>
                <a:xfrm>
                  <a:off x="9825237" y="4391492"/>
                  <a:ext cx="474120" cy="235440"/>
                </a:xfrm>
                <a:prstGeom prst="rect">
                  <a:avLst/>
                </a:prstGeom>
              </p:spPr>
            </p:pic>
          </mc:Fallback>
        </mc:AlternateContent>
        <mc:AlternateContent xmlns:mc="http://schemas.openxmlformats.org/markup-compatibility/2006">
          <mc:Choice xmlns:p14="http://schemas.microsoft.com/office/powerpoint/2010/main" Requires="p14">
            <p:contentPart p14:bwMode="auto" r:id="rId501">
              <p14:nvContentPartPr>
                <p14:cNvPr id="220" name="Ink 219">
                  <a:extLst>
                    <a:ext uri="{FF2B5EF4-FFF2-40B4-BE49-F238E27FC236}">
                      <a16:creationId xmlns:a16="http://schemas.microsoft.com/office/drawing/2014/main" id="{3DDD5ACE-A011-EBC3-65F0-54839D99B92A}"/>
                    </a:ext>
                  </a:extLst>
                </p14:cNvPr>
                <p14:cNvContentPartPr/>
                <p14:nvPr/>
              </p14:nvContentPartPr>
              <p14:xfrm>
                <a:off x="10067517" y="4391492"/>
                <a:ext cx="109440" cy="479880"/>
              </p14:xfrm>
            </p:contentPart>
          </mc:Choice>
          <mc:Fallback>
            <p:pic>
              <p:nvPicPr>
                <p:cNvPr id="220" name="Ink 219">
                  <a:extLst>
                    <a:ext uri="{FF2B5EF4-FFF2-40B4-BE49-F238E27FC236}">
                      <a16:creationId xmlns:a16="http://schemas.microsoft.com/office/drawing/2014/main" id="{3DDD5ACE-A011-EBC3-65F0-54839D99B92A}"/>
                    </a:ext>
                  </a:extLst>
                </p:cNvPr>
                <p:cNvPicPr/>
                <p:nvPr/>
              </p:nvPicPr>
              <p:blipFill>
                <a:blip r:embed="rId502"/>
                <a:stretch>
                  <a:fillRect/>
                </a:stretch>
              </p:blipFill>
              <p:spPr>
                <a:xfrm>
                  <a:off x="10058877" y="4382492"/>
                  <a:ext cx="127080" cy="497520"/>
                </a:xfrm>
                <a:prstGeom prst="rect">
                  <a:avLst/>
                </a:prstGeom>
              </p:spPr>
            </p:pic>
          </mc:Fallback>
        </mc:AlternateContent>
        <mc:AlternateContent xmlns:mc="http://schemas.openxmlformats.org/markup-compatibility/2006">
          <mc:Choice xmlns:p14="http://schemas.microsoft.com/office/powerpoint/2010/main" Requires="p14">
            <p:contentPart p14:bwMode="auto" r:id="rId503">
              <p14:nvContentPartPr>
                <p14:cNvPr id="221" name="Ink 220">
                  <a:extLst>
                    <a:ext uri="{FF2B5EF4-FFF2-40B4-BE49-F238E27FC236}">
                      <a16:creationId xmlns:a16="http://schemas.microsoft.com/office/drawing/2014/main" id="{23F70220-B7B3-E857-4B89-17C6D0A0592A}"/>
                    </a:ext>
                  </a:extLst>
                </p14:cNvPr>
                <p14:cNvContentPartPr/>
                <p14:nvPr/>
              </p14:nvContentPartPr>
              <p14:xfrm>
                <a:off x="10301517" y="4397252"/>
                <a:ext cx="361800" cy="187920"/>
              </p14:xfrm>
            </p:contentPart>
          </mc:Choice>
          <mc:Fallback>
            <p:pic>
              <p:nvPicPr>
                <p:cNvPr id="221" name="Ink 220">
                  <a:extLst>
                    <a:ext uri="{FF2B5EF4-FFF2-40B4-BE49-F238E27FC236}">
                      <a16:creationId xmlns:a16="http://schemas.microsoft.com/office/drawing/2014/main" id="{23F70220-B7B3-E857-4B89-17C6D0A0592A}"/>
                    </a:ext>
                  </a:extLst>
                </p:cNvPr>
                <p:cNvPicPr/>
                <p:nvPr/>
              </p:nvPicPr>
              <p:blipFill>
                <a:blip r:embed="rId504"/>
                <a:stretch>
                  <a:fillRect/>
                </a:stretch>
              </p:blipFill>
              <p:spPr>
                <a:xfrm>
                  <a:off x="10292517" y="4388252"/>
                  <a:ext cx="37944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505">
              <p14:nvContentPartPr>
                <p14:cNvPr id="222" name="Ink 221">
                  <a:extLst>
                    <a:ext uri="{FF2B5EF4-FFF2-40B4-BE49-F238E27FC236}">
                      <a16:creationId xmlns:a16="http://schemas.microsoft.com/office/drawing/2014/main" id="{A9789E76-7A37-CF71-7B42-55017BDFD933}"/>
                    </a:ext>
                  </a:extLst>
                </p14:cNvPr>
                <p14:cNvContentPartPr/>
                <p14:nvPr/>
              </p14:nvContentPartPr>
              <p14:xfrm>
                <a:off x="10696437" y="4375292"/>
                <a:ext cx="103320" cy="166680"/>
              </p14:xfrm>
            </p:contentPart>
          </mc:Choice>
          <mc:Fallback>
            <p:pic>
              <p:nvPicPr>
                <p:cNvPr id="222" name="Ink 221">
                  <a:extLst>
                    <a:ext uri="{FF2B5EF4-FFF2-40B4-BE49-F238E27FC236}">
                      <a16:creationId xmlns:a16="http://schemas.microsoft.com/office/drawing/2014/main" id="{A9789E76-7A37-CF71-7B42-55017BDFD933}"/>
                    </a:ext>
                  </a:extLst>
                </p:cNvPr>
                <p:cNvPicPr/>
                <p:nvPr/>
              </p:nvPicPr>
              <p:blipFill>
                <a:blip r:embed="rId506"/>
                <a:stretch>
                  <a:fillRect/>
                </a:stretch>
              </p:blipFill>
              <p:spPr>
                <a:xfrm>
                  <a:off x="10687437" y="4366652"/>
                  <a:ext cx="120960" cy="184320"/>
                </a:xfrm>
                <a:prstGeom prst="rect">
                  <a:avLst/>
                </a:prstGeom>
              </p:spPr>
            </p:pic>
          </mc:Fallback>
        </mc:AlternateContent>
        <mc:AlternateContent xmlns:mc="http://schemas.openxmlformats.org/markup-compatibility/2006">
          <mc:Choice xmlns:p14="http://schemas.microsoft.com/office/powerpoint/2010/main" Requires="p14">
            <p:contentPart p14:bwMode="auto" r:id="rId507">
              <p14:nvContentPartPr>
                <p14:cNvPr id="223" name="Ink 222">
                  <a:extLst>
                    <a:ext uri="{FF2B5EF4-FFF2-40B4-BE49-F238E27FC236}">
                      <a16:creationId xmlns:a16="http://schemas.microsoft.com/office/drawing/2014/main" id="{5FF28DC6-650D-A73A-9A32-B4C7A21BBE8B}"/>
                    </a:ext>
                  </a:extLst>
                </p14:cNvPr>
                <p14:cNvContentPartPr/>
                <p14:nvPr/>
              </p14:nvContentPartPr>
              <p14:xfrm>
                <a:off x="10853397" y="4252892"/>
                <a:ext cx="164880" cy="273240"/>
              </p14:xfrm>
            </p:contentPart>
          </mc:Choice>
          <mc:Fallback>
            <p:pic>
              <p:nvPicPr>
                <p:cNvPr id="223" name="Ink 222">
                  <a:extLst>
                    <a:ext uri="{FF2B5EF4-FFF2-40B4-BE49-F238E27FC236}">
                      <a16:creationId xmlns:a16="http://schemas.microsoft.com/office/drawing/2014/main" id="{5FF28DC6-650D-A73A-9A32-B4C7A21BBE8B}"/>
                    </a:ext>
                  </a:extLst>
                </p:cNvPr>
                <p:cNvPicPr/>
                <p:nvPr/>
              </p:nvPicPr>
              <p:blipFill>
                <a:blip r:embed="rId508"/>
                <a:stretch>
                  <a:fillRect/>
                </a:stretch>
              </p:blipFill>
              <p:spPr>
                <a:xfrm>
                  <a:off x="10844397" y="4243892"/>
                  <a:ext cx="182520" cy="290880"/>
                </a:xfrm>
                <a:prstGeom prst="rect">
                  <a:avLst/>
                </a:prstGeom>
              </p:spPr>
            </p:pic>
          </mc:Fallback>
        </mc:AlternateContent>
        <mc:AlternateContent xmlns:mc="http://schemas.openxmlformats.org/markup-compatibility/2006">
          <mc:Choice xmlns:p14="http://schemas.microsoft.com/office/powerpoint/2010/main" Requires="p14">
            <p:contentPart p14:bwMode="auto" r:id="rId509">
              <p14:nvContentPartPr>
                <p14:cNvPr id="224" name="Ink 223">
                  <a:extLst>
                    <a:ext uri="{FF2B5EF4-FFF2-40B4-BE49-F238E27FC236}">
                      <a16:creationId xmlns:a16="http://schemas.microsoft.com/office/drawing/2014/main" id="{E74D9059-F059-27FF-12A7-652252004EB8}"/>
                    </a:ext>
                  </a:extLst>
                </p14:cNvPr>
                <p14:cNvContentPartPr/>
                <p14:nvPr/>
              </p14:nvContentPartPr>
              <p14:xfrm>
                <a:off x="11011797" y="4370612"/>
                <a:ext cx="120960" cy="89640"/>
              </p14:xfrm>
            </p:contentPart>
          </mc:Choice>
          <mc:Fallback>
            <p:pic>
              <p:nvPicPr>
                <p:cNvPr id="224" name="Ink 223">
                  <a:extLst>
                    <a:ext uri="{FF2B5EF4-FFF2-40B4-BE49-F238E27FC236}">
                      <a16:creationId xmlns:a16="http://schemas.microsoft.com/office/drawing/2014/main" id="{E74D9059-F059-27FF-12A7-652252004EB8}"/>
                    </a:ext>
                  </a:extLst>
                </p:cNvPr>
                <p:cNvPicPr/>
                <p:nvPr/>
              </p:nvPicPr>
              <p:blipFill>
                <a:blip r:embed="rId510"/>
                <a:stretch>
                  <a:fillRect/>
                </a:stretch>
              </p:blipFill>
              <p:spPr>
                <a:xfrm>
                  <a:off x="11003157" y="4361612"/>
                  <a:ext cx="13860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511">
              <p14:nvContentPartPr>
                <p14:cNvPr id="225" name="Ink 224">
                  <a:extLst>
                    <a:ext uri="{FF2B5EF4-FFF2-40B4-BE49-F238E27FC236}">
                      <a16:creationId xmlns:a16="http://schemas.microsoft.com/office/drawing/2014/main" id="{9B712C21-8DDB-786F-65A9-2B87645C32F3}"/>
                    </a:ext>
                  </a:extLst>
                </p14:cNvPr>
                <p14:cNvContentPartPr/>
                <p14:nvPr/>
              </p14:nvContentPartPr>
              <p14:xfrm>
                <a:off x="10173717" y="4757612"/>
                <a:ext cx="194040" cy="244800"/>
              </p14:xfrm>
            </p:contentPart>
          </mc:Choice>
          <mc:Fallback>
            <p:pic>
              <p:nvPicPr>
                <p:cNvPr id="225" name="Ink 224">
                  <a:extLst>
                    <a:ext uri="{FF2B5EF4-FFF2-40B4-BE49-F238E27FC236}">
                      <a16:creationId xmlns:a16="http://schemas.microsoft.com/office/drawing/2014/main" id="{9B712C21-8DDB-786F-65A9-2B87645C32F3}"/>
                    </a:ext>
                  </a:extLst>
                </p:cNvPr>
                <p:cNvPicPr/>
                <p:nvPr/>
              </p:nvPicPr>
              <p:blipFill>
                <a:blip r:embed="rId512"/>
                <a:stretch>
                  <a:fillRect/>
                </a:stretch>
              </p:blipFill>
              <p:spPr>
                <a:xfrm>
                  <a:off x="10164717" y="4748972"/>
                  <a:ext cx="211680" cy="262440"/>
                </a:xfrm>
                <a:prstGeom prst="rect">
                  <a:avLst/>
                </a:prstGeom>
              </p:spPr>
            </p:pic>
          </mc:Fallback>
        </mc:AlternateContent>
        <mc:AlternateContent xmlns:mc="http://schemas.openxmlformats.org/markup-compatibility/2006">
          <mc:Choice xmlns:p14="http://schemas.microsoft.com/office/powerpoint/2010/main" Requires="p14">
            <p:contentPart p14:bwMode="auto" r:id="rId513">
              <p14:nvContentPartPr>
                <p14:cNvPr id="226" name="Ink 225">
                  <a:extLst>
                    <a:ext uri="{FF2B5EF4-FFF2-40B4-BE49-F238E27FC236}">
                      <a16:creationId xmlns:a16="http://schemas.microsoft.com/office/drawing/2014/main" id="{E473B178-35C5-2864-094D-3D015F3FA38E}"/>
                    </a:ext>
                  </a:extLst>
                </p14:cNvPr>
                <p14:cNvContentPartPr/>
                <p14:nvPr/>
              </p14:nvContentPartPr>
              <p14:xfrm>
                <a:off x="10468197" y="4748252"/>
                <a:ext cx="101520" cy="263160"/>
              </p14:xfrm>
            </p:contentPart>
          </mc:Choice>
          <mc:Fallback>
            <p:pic>
              <p:nvPicPr>
                <p:cNvPr id="226" name="Ink 225">
                  <a:extLst>
                    <a:ext uri="{FF2B5EF4-FFF2-40B4-BE49-F238E27FC236}">
                      <a16:creationId xmlns:a16="http://schemas.microsoft.com/office/drawing/2014/main" id="{E473B178-35C5-2864-094D-3D015F3FA38E}"/>
                    </a:ext>
                  </a:extLst>
                </p:cNvPr>
                <p:cNvPicPr/>
                <p:nvPr/>
              </p:nvPicPr>
              <p:blipFill>
                <a:blip r:embed="rId514"/>
                <a:stretch>
                  <a:fillRect/>
                </a:stretch>
              </p:blipFill>
              <p:spPr>
                <a:xfrm>
                  <a:off x="10459557" y="4739612"/>
                  <a:ext cx="119160" cy="280800"/>
                </a:xfrm>
                <a:prstGeom prst="rect">
                  <a:avLst/>
                </a:prstGeom>
              </p:spPr>
            </p:pic>
          </mc:Fallback>
        </mc:AlternateContent>
        <mc:AlternateContent xmlns:mc="http://schemas.openxmlformats.org/markup-compatibility/2006">
          <mc:Choice xmlns:p14="http://schemas.microsoft.com/office/powerpoint/2010/main" Requires="p14">
            <p:contentPart p14:bwMode="auto" r:id="rId515">
              <p14:nvContentPartPr>
                <p14:cNvPr id="227" name="Ink 226">
                  <a:extLst>
                    <a:ext uri="{FF2B5EF4-FFF2-40B4-BE49-F238E27FC236}">
                      <a16:creationId xmlns:a16="http://schemas.microsoft.com/office/drawing/2014/main" id="{D77EFDE4-C648-FBC5-F8AF-5203DD4B3112}"/>
                    </a:ext>
                  </a:extLst>
                </p14:cNvPr>
                <p14:cNvContentPartPr/>
                <p14:nvPr/>
              </p14:nvContentPartPr>
              <p14:xfrm>
                <a:off x="10645317" y="4820612"/>
                <a:ext cx="297360" cy="162000"/>
              </p14:xfrm>
            </p:contentPart>
          </mc:Choice>
          <mc:Fallback>
            <p:pic>
              <p:nvPicPr>
                <p:cNvPr id="227" name="Ink 226">
                  <a:extLst>
                    <a:ext uri="{FF2B5EF4-FFF2-40B4-BE49-F238E27FC236}">
                      <a16:creationId xmlns:a16="http://schemas.microsoft.com/office/drawing/2014/main" id="{D77EFDE4-C648-FBC5-F8AF-5203DD4B3112}"/>
                    </a:ext>
                  </a:extLst>
                </p:cNvPr>
                <p:cNvPicPr/>
                <p:nvPr/>
              </p:nvPicPr>
              <p:blipFill>
                <a:blip r:embed="rId516"/>
                <a:stretch>
                  <a:fillRect/>
                </a:stretch>
              </p:blipFill>
              <p:spPr>
                <a:xfrm>
                  <a:off x="10636677" y="4811972"/>
                  <a:ext cx="315000" cy="179640"/>
                </a:xfrm>
                <a:prstGeom prst="rect">
                  <a:avLst/>
                </a:prstGeom>
              </p:spPr>
            </p:pic>
          </mc:Fallback>
        </mc:AlternateContent>
        <mc:AlternateContent xmlns:mc="http://schemas.openxmlformats.org/markup-compatibility/2006">
          <mc:Choice xmlns:p14="http://schemas.microsoft.com/office/powerpoint/2010/main" Requires="p14">
            <p:contentPart p14:bwMode="auto" r:id="rId517">
              <p14:nvContentPartPr>
                <p14:cNvPr id="260" name="Ink 259">
                  <a:extLst>
                    <a:ext uri="{FF2B5EF4-FFF2-40B4-BE49-F238E27FC236}">
                      <a16:creationId xmlns:a16="http://schemas.microsoft.com/office/drawing/2014/main" id="{DD6AD38F-2976-C133-0EF5-ADE25BF9644B}"/>
                    </a:ext>
                  </a:extLst>
                </p14:cNvPr>
                <p14:cNvContentPartPr/>
                <p14:nvPr/>
              </p14:nvContentPartPr>
              <p14:xfrm>
                <a:off x="9568197" y="5084132"/>
                <a:ext cx="185040" cy="272880"/>
              </p14:xfrm>
            </p:contentPart>
          </mc:Choice>
          <mc:Fallback>
            <p:pic>
              <p:nvPicPr>
                <p:cNvPr id="260" name="Ink 259">
                  <a:extLst>
                    <a:ext uri="{FF2B5EF4-FFF2-40B4-BE49-F238E27FC236}">
                      <a16:creationId xmlns:a16="http://schemas.microsoft.com/office/drawing/2014/main" id="{DD6AD38F-2976-C133-0EF5-ADE25BF9644B}"/>
                    </a:ext>
                  </a:extLst>
                </p:cNvPr>
                <p:cNvPicPr/>
                <p:nvPr/>
              </p:nvPicPr>
              <p:blipFill>
                <a:blip r:embed="rId518"/>
                <a:stretch>
                  <a:fillRect/>
                </a:stretch>
              </p:blipFill>
              <p:spPr>
                <a:xfrm>
                  <a:off x="9559197" y="5075132"/>
                  <a:ext cx="202680" cy="290520"/>
                </a:xfrm>
                <a:prstGeom prst="rect">
                  <a:avLst/>
                </a:prstGeom>
              </p:spPr>
            </p:pic>
          </mc:Fallback>
        </mc:AlternateContent>
        <mc:AlternateContent xmlns:mc="http://schemas.openxmlformats.org/markup-compatibility/2006">
          <mc:Choice xmlns:p14="http://schemas.microsoft.com/office/powerpoint/2010/main" Requires="p14">
            <p:contentPart p14:bwMode="auto" r:id="rId519">
              <p14:nvContentPartPr>
                <p14:cNvPr id="261" name="Ink 260">
                  <a:extLst>
                    <a:ext uri="{FF2B5EF4-FFF2-40B4-BE49-F238E27FC236}">
                      <a16:creationId xmlns:a16="http://schemas.microsoft.com/office/drawing/2014/main" id="{19AF21C9-9426-4658-4540-7FC38DAFE8B1}"/>
                    </a:ext>
                  </a:extLst>
                </p14:cNvPr>
                <p14:cNvContentPartPr/>
                <p14:nvPr/>
              </p14:nvContentPartPr>
              <p14:xfrm>
                <a:off x="9679077" y="4941212"/>
                <a:ext cx="4320" cy="6120"/>
              </p14:xfrm>
            </p:contentPart>
          </mc:Choice>
          <mc:Fallback>
            <p:pic>
              <p:nvPicPr>
                <p:cNvPr id="261" name="Ink 260">
                  <a:extLst>
                    <a:ext uri="{FF2B5EF4-FFF2-40B4-BE49-F238E27FC236}">
                      <a16:creationId xmlns:a16="http://schemas.microsoft.com/office/drawing/2014/main" id="{19AF21C9-9426-4658-4540-7FC38DAFE8B1}"/>
                    </a:ext>
                  </a:extLst>
                </p:cNvPr>
                <p:cNvPicPr/>
                <p:nvPr/>
              </p:nvPicPr>
              <p:blipFill>
                <a:blip r:embed="rId3"/>
                <a:stretch>
                  <a:fillRect/>
                </a:stretch>
              </p:blipFill>
              <p:spPr>
                <a:xfrm>
                  <a:off x="9670437" y="4932572"/>
                  <a:ext cx="2196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520">
              <p14:nvContentPartPr>
                <p14:cNvPr id="262" name="Ink 261">
                  <a:extLst>
                    <a:ext uri="{FF2B5EF4-FFF2-40B4-BE49-F238E27FC236}">
                      <a16:creationId xmlns:a16="http://schemas.microsoft.com/office/drawing/2014/main" id="{901A7EE9-31D6-26B4-1D04-EE52266A9C01}"/>
                    </a:ext>
                  </a:extLst>
                </p14:cNvPr>
                <p14:cNvContentPartPr/>
                <p14:nvPr/>
              </p14:nvContentPartPr>
              <p14:xfrm>
                <a:off x="9769077" y="5073692"/>
                <a:ext cx="361080" cy="162360"/>
              </p14:xfrm>
            </p:contentPart>
          </mc:Choice>
          <mc:Fallback>
            <p:pic>
              <p:nvPicPr>
                <p:cNvPr id="262" name="Ink 261">
                  <a:extLst>
                    <a:ext uri="{FF2B5EF4-FFF2-40B4-BE49-F238E27FC236}">
                      <a16:creationId xmlns:a16="http://schemas.microsoft.com/office/drawing/2014/main" id="{901A7EE9-31D6-26B4-1D04-EE52266A9C01}"/>
                    </a:ext>
                  </a:extLst>
                </p:cNvPr>
                <p:cNvPicPr/>
                <p:nvPr/>
              </p:nvPicPr>
              <p:blipFill>
                <a:blip r:embed="rId521"/>
                <a:stretch>
                  <a:fillRect/>
                </a:stretch>
              </p:blipFill>
              <p:spPr>
                <a:xfrm>
                  <a:off x="9760077" y="5065052"/>
                  <a:ext cx="37872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522">
              <p14:nvContentPartPr>
                <p14:cNvPr id="263" name="Ink 262">
                  <a:extLst>
                    <a:ext uri="{FF2B5EF4-FFF2-40B4-BE49-F238E27FC236}">
                      <a16:creationId xmlns:a16="http://schemas.microsoft.com/office/drawing/2014/main" id="{615FB840-DD73-FB4E-EF87-8FAF7E70385D}"/>
                    </a:ext>
                  </a:extLst>
                </p14:cNvPr>
                <p14:cNvContentPartPr/>
                <p14:nvPr/>
              </p14:nvContentPartPr>
              <p14:xfrm>
                <a:off x="10162557" y="5146772"/>
                <a:ext cx="156960" cy="135000"/>
              </p14:xfrm>
            </p:contentPart>
          </mc:Choice>
          <mc:Fallback>
            <p:pic>
              <p:nvPicPr>
                <p:cNvPr id="263" name="Ink 262">
                  <a:extLst>
                    <a:ext uri="{FF2B5EF4-FFF2-40B4-BE49-F238E27FC236}">
                      <a16:creationId xmlns:a16="http://schemas.microsoft.com/office/drawing/2014/main" id="{615FB840-DD73-FB4E-EF87-8FAF7E70385D}"/>
                    </a:ext>
                  </a:extLst>
                </p:cNvPr>
                <p:cNvPicPr/>
                <p:nvPr/>
              </p:nvPicPr>
              <p:blipFill>
                <a:blip r:embed="rId523"/>
                <a:stretch>
                  <a:fillRect/>
                </a:stretch>
              </p:blipFill>
              <p:spPr>
                <a:xfrm>
                  <a:off x="10153917" y="5137772"/>
                  <a:ext cx="17460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524">
              <p14:nvContentPartPr>
                <p14:cNvPr id="290" name="Ink 289">
                  <a:extLst>
                    <a:ext uri="{FF2B5EF4-FFF2-40B4-BE49-F238E27FC236}">
                      <a16:creationId xmlns:a16="http://schemas.microsoft.com/office/drawing/2014/main" id="{8510C00F-F92A-0195-2191-3F2717018249}"/>
                    </a:ext>
                  </a:extLst>
                </p14:cNvPr>
                <p14:cNvContentPartPr/>
                <p14:nvPr/>
              </p14:nvContentPartPr>
              <p14:xfrm>
                <a:off x="10007037" y="3892892"/>
                <a:ext cx="82800" cy="213120"/>
              </p14:xfrm>
            </p:contentPart>
          </mc:Choice>
          <mc:Fallback>
            <p:pic>
              <p:nvPicPr>
                <p:cNvPr id="290" name="Ink 289">
                  <a:extLst>
                    <a:ext uri="{FF2B5EF4-FFF2-40B4-BE49-F238E27FC236}">
                      <a16:creationId xmlns:a16="http://schemas.microsoft.com/office/drawing/2014/main" id="{8510C00F-F92A-0195-2191-3F2717018249}"/>
                    </a:ext>
                  </a:extLst>
                </p:cNvPr>
                <p:cNvPicPr/>
                <p:nvPr/>
              </p:nvPicPr>
              <p:blipFill>
                <a:blip r:embed="rId525"/>
                <a:stretch>
                  <a:fillRect/>
                </a:stretch>
              </p:blipFill>
              <p:spPr>
                <a:xfrm>
                  <a:off x="9998037" y="3884252"/>
                  <a:ext cx="10044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526">
              <p14:nvContentPartPr>
                <p14:cNvPr id="291" name="Ink 290">
                  <a:extLst>
                    <a:ext uri="{FF2B5EF4-FFF2-40B4-BE49-F238E27FC236}">
                      <a16:creationId xmlns:a16="http://schemas.microsoft.com/office/drawing/2014/main" id="{8C9AB4A8-B78E-0D3A-49D3-B85E28961957}"/>
                    </a:ext>
                  </a:extLst>
                </p14:cNvPr>
                <p14:cNvContentPartPr/>
                <p14:nvPr/>
              </p14:nvContentPartPr>
              <p14:xfrm>
                <a:off x="10038717" y="3847172"/>
                <a:ext cx="208800" cy="206280"/>
              </p14:xfrm>
            </p:contentPart>
          </mc:Choice>
          <mc:Fallback>
            <p:pic>
              <p:nvPicPr>
                <p:cNvPr id="291" name="Ink 290">
                  <a:extLst>
                    <a:ext uri="{FF2B5EF4-FFF2-40B4-BE49-F238E27FC236}">
                      <a16:creationId xmlns:a16="http://schemas.microsoft.com/office/drawing/2014/main" id="{8C9AB4A8-B78E-0D3A-49D3-B85E28961957}"/>
                    </a:ext>
                  </a:extLst>
                </p:cNvPr>
                <p:cNvPicPr/>
                <p:nvPr/>
              </p:nvPicPr>
              <p:blipFill>
                <a:blip r:embed="rId527"/>
                <a:stretch>
                  <a:fillRect/>
                </a:stretch>
              </p:blipFill>
              <p:spPr>
                <a:xfrm>
                  <a:off x="10029717" y="3838172"/>
                  <a:ext cx="22644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528">
              <p14:nvContentPartPr>
                <p14:cNvPr id="292" name="Ink 291">
                  <a:extLst>
                    <a:ext uri="{FF2B5EF4-FFF2-40B4-BE49-F238E27FC236}">
                      <a16:creationId xmlns:a16="http://schemas.microsoft.com/office/drawing/2014/main" id="{ECBE8479-70DD-3330-3557-082D4957F038}"/>
                    </a:ext>
                  </a:extLst>
                </p14:cNvPr>
                <p14:cNvContentPartPr/>
                <p14:nvPr/>
              </p14:nvContentPartPr>
              <p14:xfrm>
                <a:off x="10296477" y="3845372"/>
                <a:ext cx="171360" cy="219600"/>
              </p14:xfrm>
            </p:contentPart>
          </mc:Choice>
          <mc:Fallback>
            <p:pic>
              <p:nvPicPr>
                <p:cNvPr id="292" name="Ink 291">
                  <a:extLst>
                    <a:ext uri="{FF2B5EF4-FFF2-40B4-BE49-F238E27FC236}">
                      <a16:creationId xmlns:a16="http://schemas.microsoft.com/office/drawing/2014/main" id="{ECBE8479-70DD-3330-3557-082D4957F038}"/>
                    </a:ext>
                  </a:extLst>
                </p:cNvPr>
                <p:cNvPicPr/>
                <p:nvPr/>
              </p:nvPicPr>
              <p:blipFill>
                <a:blip r:embed="rId529"/>
                <a:stretch>
                  <a:fillRect/>
                </a:stretch>
              </p:blipFill>
              <p:spPr>
                <a:xfrm>
                  <a:off x="10287477" y="3836372"/>
                  <a:ext cx="18900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530">
              <p14:nvContentPartPr>
                <p14:cNvPr id="293" name="Ink 292">
                  <a:extLst>
                    <a:ext uri="{FF2B5EF4-FFF2-40B4-BE49-F238E27FC236}">
                      <a16:creationId xmlns:a16="http://schemas.microsoft.com/office/drawing/2014/main" id="{3CE8C5B1-A3C3-6D54-C825-0B3DFF297719}"/>
                    </a:ext>
                  </a:extLst>
                </p14:cNvPr>
                <p14:cNvContentPartPr/>
                <p14:nvPr/>
              </p14:nvContentPartPr>
              <p14:xfrm>
                <a:off x="10545957" y="3822692"/>
                <a:ext cx="158040" cy="198720"/>
              </p14:xfrm>
            </p:contentPart>
          </mc:Choice>
          <mc:Fallback>
            <p:pic>
              <p:nvPicPr>
                <p:cNvPr id="293" name="Ink 292">
                  <a:extLst>
                    <a:ext uri="{FF2B5EF4-FFF2-40B4-BE49-F238E27FC236}">
                      <a16:creationId xmlns:a16="http://schemas.microsoft.com/office/drawing/2014/main" id="{3CE8C5B1-A3C3-6D54-C825-0B3DFF297719}"/>
                    </a:ext>
                  </a:extLst>
                </p:cNvPr>
                <p:cNvPicPr/>
                <p:nvPr/>
              </p:nvPicPr>
              <p:blipFill>
                <a:blip r:embed="rId531"/>
                <a:stretch>
                  <a:fillRect/>
                </a:stretch>
              </p:blipFill>
              <p:spPr>
                <a:xfrm>
                  <a:off x="10536957" y="3813692"/>
                  <a:ext cx="175680" cy="216360"/>
                </a:xfrm>
                <a:prstGeom prst="rect">
                  <a:avLst/>
                </a:prstGeom>
              </p:spPr>
            </p:pic>
          </mc:Fallback>
        </mc:AlternateContent>
        <mc:AlternateContent xmlns:mc="http://schemas.openxmlformats.org/markup-compatibility/2006">
          <mc:Choice xmlns:p14="http://schemas.microsoft.com/office/powerpoint/2010/main" Requires="p14">
            <p:contentPart p14:bwMode="auto" r:id="rId532">
              <p14:nvContentPartPr>
                <p14:cNvPr id="296" name="Ink 295">
                  <a:extLst>
                    <a:ext uri="{FF2B5EF4-FFF2-40B4-BE49-F238E27FC236}">
                      <a16:creationId xmlns:a16="http://schemas.microsoft.com/office/drawing/2014/main" id="{DEEF8AB3-E371-FEA1-A64E-32A1689B96F5}"/>
                    </a:ext>
                  </a:extLst>
                </p14:cNvPr>
                <p14:cNvContentPartPr/>
                <p14:nvPr/>
              </p14:nvContentPartPr>
              <p14:xfrm>
                <a:off x="11296197" y="4838612"/>
                <a:ext cx="25920" cy="364320"/>
              </p14:xfrm>
            </p:contentPart>
          </mc:Choice>
          <mc:Fallback>
            <p:pic>
              <p:nvPicPr>
                <p:cNvPr id="296" name="Ink 295">
                  <a:extLst>
                    <a:ext uri="{FF2B5EF4-FFF2-40B4-BE49-F238E27FC236}">
                      <a16:creationId xmlns:a16="http://schemas.microsoft.com/office/drawing/2014/main" id="{DEEF8AB3-E371-FEA1-A64E-32A1689B96F5}"/>
                    </a:ext>
                  </a:extLst>
                </p:cNvPr>
                <p:cNvPicPr/>
                <p:nvPr/>
              </p:nvPicPr>
              <p:blipFill>
                <a:blip r:embed="rId533"/>
                <a:stretch>
                  <a:fillRect/>
                </a:stretch>
              </p:blipFill>
              <p:spPr>
                <a:xfrm>
                  <a:off x="11287557" y="4829972"/>
                  <a:ext cx="43560" cy="381960"/>
                </a:xfrm>
                <a:prstGeom prst="rect">
                  <a:avLst/>
                </a:prstGeom>
              </p:spPr>
            </p:pic>
          </mc:Fallback>
        </mc:AlternateContent>
        <mc:AlternateContent xmlns:mc="http://schemas.openxmlformats.org/markup-compatibility/2006">
          <mc:Choice xmlns:p14="http://schemas.microsoft.com/office/powerpoint/2010/main" Requires="p14">
            <p:contentPart p14:bwMode="auto" r:id="rId534">
              <p14:nvContentPartPr>
                <p14:cNvPr id="297" name="Ink 296">
                  <a:extLst>
                    <a:ext uri="{FF2B5EF4-FFF2-40B4-BE49-F238E27FC236}">
                      <a16:creationId xmlns:a16="http://schemas.microsoft.com/office/drawing/2014/main" id="{1F3E0B3F-9345-5D35-966A-F394B016DC09}"/>
                    </a:ext>
                  </a:extLst>
                </p14:cNvPr>
                <p14:cNvContentPartPr/>
                <p14:nvPr/>
              </p14:nvContentPartPr>
              <p14:xfrm>
                <a:off x="11214477" y="5142092"/>
                <a:ext cx="159840" cy="108000"/>
              </p14:xfrm>
            </p:contentPart>
          </mc:Choice>
          <mc:Fallback>
            <p:pic>
              <p:nvPicPr>
                <p:cNvPr id="297" name="Ink 296">
                  <a:extLst>
                    <a:ext uri="{FF2B5EF4-FFF2-40B4-BE49-F238E27FC236}">
                      <a16:creationId xmlns:a16="http://schemas.microsoft.com/office/drawing/2014/main" id="{1F3E0B3F-9345-5D35-966A-F394B016DC09}"/>
                    </a:ext>
                  </a:extLst>
                </p:cNvPr>
                <p:cNvPicPr/>
                <p:nvPr/>
              </p:nvPicPr>
              <p:blipFill>
                <a:blip r:embed="rId535"/>
                <a:stretch>
                  <a:fillRect/>
                </a:stretch>
              </p:blipFill>
              <p:spPr>
                <a:xfrm>
                  <a:off x="11205477" y="5133452"/>
                  <a:ext cx="17748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536">
              <p14:nvContentPartPr>
                <p14:cNvPr id="370" name="Ink 369">
                  <a:extLst>
                    <a:ext uri="{FF2B5EF4-FFF2-40B4-BE49-F238E27FC236}">
                      <a16:creationId xmlns:a16="http://schemas.microsoft.com/office/drawing/2014/main" id="{E906EFB0-C40D-3D2D-F4A6-1CC17E22CE9F}"/>
                    </a:ext>
                  </a:extLst>
                </p14:cNvPr>
                <p14:cNvContentPartPr/>
                <p14:nvPr/>
              </p14:nvContentPartPr>
              <p14:xfrm>
                <a:off x="8952957" y="3980012"/>
                <a:ext cx="644760" cy="214200"/>
              </p14:xfrm>
            </p:contentPart>
          </mc:Choice>
          <mc:Fallback>
            <p:pic>
              <p:nvPicPr>
                <p:cNvPr id="370" name="Ink 369">
                  <a:extLst>
                    <a:ext uri="{FF2B5EF4-FFF2-40B4-BE49-F238E27FC236}">
                      <a16:creationId xmlns:a16="http://schemas.microsoft.com/office/drawing/2014/main" id="{E906EFB0-C40D-3D2D-F4A6-1CC17E22CE9F}"/>
                    </a:ext>
                  </a:extLst>
                </p:cNvPr>
                <p:cNvPicPr/>
                <p:nvPr/>
              </p:nvPicPr>
              <p:blipFill>
                <a:blip r:embed="rId537"/>
                <a:stretch>
                  <a:fillRect/>
                </a:stretch>
              </p:blipFill>
              <p:spPr>
                <a:xfrm>
                  <a:off x="8943957" y="3971012"/>
                  <a:ext cx="662400" cy="231840"/>
                </a:xfrm>
                <a:prstGeom prst="rect">
                  <a:avLst/>
                </a:prstGeom>
              </p:spPr>
            </p:pic>
          </mc:Fallback>
        </mc:AlternateContent>
        <mc:AlternateContent xmlns:mc="http://schemas.openxmlformats.org/markup-compatibility/2006">
          <mc:Choice xmlns:p14="http://schemas.microsoft.com/office/powerpoint/2010/main" Requires="p14">
            <p:contentPart p14:bwMode="auto" r:id="rId538">
              <p14:nvContentPartPr>
                <p14:cNvPr id="371" name="Ink 370">
                  <a:extLst>
                    <a:ext uri="{FF2B5EF4-FFF2-40B4-BE49-F238E27FC236}">
                      <a16:creationId xmlns:a16="http://schemas.microsoft.com/office/drawing/2014/main" id="{3D09E1F2-8CE3-325C-15FE-F178E9D74D67}"/>
                    </a:ext>
                  </a:extLst>
                </p14:cNvPr>
                <p14:cNvContentPartPr/>
                <p14:nvPr/>
              </p14:nvContentPartPr>
              <p14:xfrm>
                <a:off x="9499437" y="4111772"/>
                <a:ext cx="123840" cy="115920"/>
              </p14:xfrm>
            </p:contentPart>
          </mc:Choice>
          <mc:Fallback>
            <p:pic>
              <p:nvPicPr>
                <p:cNvPr id="371" name="Ink 370">
                  <a:extLst>
                    <a:ext uri="{FF2B5EF4-FFF2-40B4-BE49-F238E27FC236}">
                      <a16:creationId xmlns:a16="http://schemas.microsoft.com/office/drawing/2014/main" id="{3D09E1F2-8CE3-325C-15FE-F178E9D74D67}"/>
                    </a:ext>
                  </a:extLst>
                </p:cNvPr>
                <p:cNvPicPr/>
                <p:nvPr/>
              </p:nvPicPr>
              <p:blipFill>
                <a:blip r:embed="rId539"/>
                <a:stretch>
                  <a:fillRect/>
                </a:stretch>
              </p:blipFill>
              <p:spPr>
                <a:xfrm>
                  <a:off x="9490437" y="4103132"/>
                  <a:ext cx="14148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540">
              <p14:nvContentPartPr>
                <p14:cNvPr id="373" name="Ink 372">
                  <a:extLst>
                    <a:ext uri="{FF2B5EF4-FFF2-40B4-BE49-F238E27FC236}">
                      <a16:creationId xmlns:a16="http://schemas.microsoft.com/office/drawing/2014/main" id="{BCEA31AA-CE01-D158-51BD-D2C24288E3E9}"/>
                    </a:ext>
                  </a:extLst>
                </p14:cNvPr>
                <p14:cNvContentPartPr/>
                <p14:nvPr/>
              </p14:nvContentPartPr>
              <p14:xfrm>
                <a:off x="9701757" y="4117892"/>
                <a:ext cx="24120" cy="65160"/>
              </p14:xfrm>
            </p:contentPart>
          </mc:Choice>
          <mc:Fallback>
            <p:pic>
              <p:nvPicPr>
                <p:cNvPr id="373" name="Ink 372">
                  <a:extLst>
                    <a:ext uri="{FF2B5EF4-FFF2-40B4-BE49-F238E27FC236}">
                      <a16:creationId xmlns:a16="http://schemas.microsoft.com/office/drawing/2014/main" id="{BCEA31AA-CE01-D158-51BD-D2C24288E3E9}"/>
                    </a:ext>
                  </a:extLst>
                </p:cNvPr>
                <p:cNvPicPr/>
                <p:nvPr/>
              </p:nvPicPr>
              <p:blipFill>
                <a:blip r:embed="rId541"/>
                <a:stretch>
                  <a:fillRect/>
                </a:stretch>
              </p:blipFill>
              <p:spPr>
                <a:xfrm>
                  <a:off x="9692757" y="4108892"/>
                  <a:ext cx="4176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542">
              <p14:nvContentPartPr>
                <p14:cNvPr id="374" name="Ink 373">
                  <a:extLst>
                    <a:ext uri="{FF2B5EF4-FFF2-40B4-BE49-F238E27FC236}">
                      <a16:creationId xmlns:a16="http://schemas.microsoft.com/office/drawing/2014/main" id="{ACC38BEE-1AE3-7922-7245-D9318114FBDA}"/>
                    </a:ext>
                  </a:extLst>
                </p14:cNvPr>
                <p14:cNvContentPartPr/>
                <p14:nvPr/>
              </p14:nvContentPartPr>
              <p14:xfrm>
                <a:off x="9652437" y="4093052"/>
                <a:ext cx="109080" cy="91080"/>
              </p14:xfrm>
            </p:contentPart>
          </mc:Choice>
          <mc:Fallback>
            <p:pic>
              <p:nvPicPr>
                <p:cNvPr id="374" name="Ink 373">
                  <a:extLst>
                    <a:ext uri="{FF2B5EF4-FFF2-40B4-BE49-F238E27FC236}">
                      <a16:creationId xmlns:a16="http://schemas.microsoft.com/office/drawing/2014/main" id="{ACC38BEE-1AE3-7922-7245-D9318114FBDA}"/>
                    </a:ext>
                  </a:extLst>
                </p:cNvPr>
                <p:cNvPicPr/>
                <p:nvPr/>
              </p:nvPicPr>
              <p:blipFill>
                <a:blip r:embed="rId543"/>
                <a:stretch>
                  <a:fillRect/>
                </a:stretch>
              </p:blipFill>
              <p:spPr>
                <a:xfrm>
                  <a:off x="9643437" y="4084412"/>
                  <a:ext cx="126720" cy="108720"/>
                </a:xfrm>
                <a:prstGeom prst="rect">
                  <a:avLst/>
                </a:prstGeom>
              </p:spPr>
            </p:pic>
          </mc:Fallback>
        </mc:AlternateContent>
      </p:grpSp>
      <p:grpSp>
        <p:nvGrpSpPr>
          <p:cNvPr id="379" name="Group 378">
            <a:extLst>
              <a:ext uri="{FF2B5EF4-FFF2-40B4-BE49-F238E27FC236}">
                <a16:creationId xmlns:a16="http://schemas.microsoft.com/office/drawing/2014/main" id="{DFEFEFFE-8851-047D-424F-DC64E98312AF}"/>
              </a:ext>
            </a:extLst>
          </p:cNvPr>
          <p:cNvGrpSpPr/>
          <p:nvPr/>
        </p:nvGrpSpPr>
        <p:grpSpPr>
          <a:xfrm>
            <a:off x="2236437" y="138092"/>
            <a:ext cx="4176720" cy="2090880"/>
            <a:chOff x="2236437" y="138092"/>
            <a:chExt cx="4176720" cy="2090880"/>
          </a:xfrm>
        </p:grpSpPr>
        <mc:AlternateContent xmlns:mc="http://schemas.openxmlformats.org/markup-compatibility/2006">
          <mc:Choice xmlns:p14="http://schemas.microsoft.com/office/powerpoint/2010/main" Requires="p14">
            <p:contentPart p14:bwMode="auto" r:id="rId544">
              <p14:nvContentPartPr>
                <p14:cNvPr id="23" name="Ink 22">
                  <a:extLst>
                    <a:ext uri="{FF2B5EF4-FFF2-40B4-BE49-F238E27FC236}">
                      <a16:creationId xmlns:a16="http://schemas.microsoft.com/office/drawing/2014/main" id="{AE8A4091-2325-8488-0930-B81E156A04BD}"/>
                    </a:ext>
                  </a:extLst>
                </p14:cNvPr>
                <p14:cNvContentPartPr/>
                <p14:nvPr/>
              </p14:nvContentPartPr>
              <p14:xfrm>
                <a:off x="2621997" y="1591772"/>
                <a:ext cx="9720" cy="181440"/>
              </p14:xfrm>
            </p:contentPart>
          </mc:Choice>
          <mc:Fallback>
            <p:pic>
              <p:nvPicPr>
                <p:cNvPr id="23" name="Ink 22">
                  <a:extLst>
                    <a:ext uri="{FF2B5EF4-FFF2-40B4-BE49-F238E27FC236}">
                      <a16:creationId xmlns:a16="http://schemas.microsoft.com/office/drawing/2014/main" id="{AE8A4091-2325-8488-0930-B81E156A04BD}"/>
                    </a:ext>
                  </a:extLst>
                </p:cNvPr>
                <p:cNvPicPr/>
                <p:nvPr/>
              </p:nvPicPr>
              <p:blipFill>
                <a:blip r:embed="rId545"/>
                <a:stretch>
                  <a:fillRect/>
                </a:stretch>
              </p:blipFill>
              <p:spPr>
                <a:xfrm>
                  <a:off x="2612997" y="1583132"/>
                  <a:ext cx="27360" cy="199080"/>
                </a:xfrm>
                <a:prstGeom prst="rect">
                  <a:avLst/>
                </a:prstGeom>
              </p:spPr>
            </p:pic>
          </mc:Fallback>
        </mc:AlternateContent>
        <mc:AlternateContent xmlns:mc="http://schemas.openxmlformats.org/markup-compatibility/2006">
          <mc:Choice xmlns:p14="http://schemas.microsoft.com/office/powerpoint/2010/main" Requires="p14">
            <p:contentPart p14:bwMode="auto" r:id="rId546">
              <p14:nvContentPartPr>
                <p14:cNvPr id="24" name="Ink 23">
                  <a:extLst>
                    <a:ext uri="{FF2B5EF4-FFF2-40B4-BE49-F238E27FC236}">
                      <a16:creationId xmlns:a16="http://schemas.microsoft.com/office/drawing/2014/main" id="{08E2A06C-A458-D300-834D-D1FE10B289A1}"/>
                    </a:ext>
                  </a:extLst>
                </p14:cNvPr>
                <p14:cNvContentPartPr/>
                <p14:nvPr/>
              </p14:nvContentPartPr>
              <p14:xfrm>
                <a:off x="2513277" y="1544612"/>
                <a:ext cx="209520" cy="250920"/>
              </p14:xfrm>
            </p:contentPart>
          </mc:Choice>
          <mc:Fallback>
            <p:pic>
              <p:nvPicPr>
                <p:cNvPr id="24" name="Ink 23">
                  <a:extLst>
                    <a:ext uri="{FF2B5EF4-FFF2-40B4-BE49-F238E27FC236}">
                      <a16:creationId xmlns:a16="http://schemas.microsoft.com/office/drawing/2014/main" id="{08E2A06C-A458-D300-834D-D1FE10B289A1}"/>
                    </a:ext>
                  </a:extLst>
                </p:cNvPr>
                <p:cNvPicPr/>
                <p:nvPr/>
              </p:nvPicPr>
              <p:blipFill>
                <a:blip r:embed="rId547"/>
                <a:stretch>
                  <a:fillRect/>
                </a:stretch>
              </p:blipFill>
              <p:spPr>
                <a:xfrm>
                  <a:off x="2504637" y="1535972"/>
                  <a:ext cx="22716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548">
              <p14:nvContentPartPr>
                <p14:cNvPr id="25" name="Ink 24">
                  <a:extLst>
                    <a:ext uri="{FF2B5EF4-FFF2-40B4-BE49-F238E27FC236}">
                      <a16:creationId xmlns:a16="http://schemas.microsoft.com/office/drawing/2014/main" id="{350AC850-AFF0-BD41-648B-DCC3DB72CE90}"/>
                    </a:ext>
                  </a:extLst>
                </p14:cNvPr>
                <p14:cNvContentPartPr/>
                <p14:nvPr/>
              </p14:nvContentPartPr>
              <p14:xfrm>
                <a:off x="2778237" y="1669172"/>
                <a:ext cx="170640" cy="117000"/>
              </p14:xfrm>
            </p:contentPart>
          </mc:Choice>
          <mc:Fallback>
            <p:pic>
              <p:nvPicPr>
                <p:cNvPr id="25" name="Ink 24">
                  <a:extLst>
                    <a:ext uri="{FF2B5EF4-FFF2-40B4-BE49-F238E27FC236}">
                      <a16:creationId xmlns:a16="http://schemas.microsoft.com/office/drawing/2014/main" id="{350AC850-AFF0-BD41-648B-DCC3DB72CE90}"/>
                    </a:ext>
                  </a:extLst>
                </p:cNvPr>
                <p:cNvPicPr/>
                <p:nvPr/>
              </p:nvPicPr>
              <p:blipFill>
                <a:blip r:embed="rId549"/>
                <a:stretch>
                  <a:fillRect/>
                </a:stretch>
              </p:blipFill>
              <p:spPr>
                <a:xfrm>
                  <a:off x="2769237" y="1660532"/>
                  <a:ext cx="188280" cy="134640"/>
                </a:xfrm>
                <a:prstGeom prst="rect">
                  <a:avLst/>
                </a:prstGeom>
              </p:spPr>
            </p:pic>
          </mc:Fallback>
        </mc:AlternateContent>
        <mc:AlternateContent xmlns:mc="http://schemas.openxmlformats.org/markup-compatibility/2006">
          <mc:Choice xmlns:p14="http://schemas.microsoft.com/office/powerpoint/2010/main" Requires="p14">
            <p:contentPart p14:bwMode="auto" r:id="rId550">
              <p14:nvContentPartPr>
                <p14:cNvPr id="26" name="Ink 25">
                  <a:extLst>
                    <a:ext uri="{FF2B5EF4-FFF2-40B4-BE49-F238E27FC236}">
                      <a16:creationId xmlns:a16="http://schemas.microsoft.com/office/drawing/2014/main" id="{92029435-6048-A7B7-A420-43B2A6647634}"/>
                    </a:ext>
                  </a:extLst>
                </p14:cNvPr>
                <p14:cNvContentPartPr/>
                <p14:nvPr/>
              </p14:nvContentPartPr>
              <p14:xfrm>
                <a:off x="2944917" y="1561532"/>
                <a:ext cx="15480" cy="4320"/>
              </p14:xfrm>
            </p:contentPart>
          </mc:Choice>
          <mc:Fallback>
            <p:pic>
              <p:nvPicPr>
                <p:cNvPr id="26" name="Ink 25">
                  <a:extLst>
                    <a:ext uri="{FF2B5EF4-FFF2-40B4-BE49-F238E27FC236}">
                      <a16:creationId xmlns:a16="http://schemas.microsoft.com/office/drawing/2014/main" id="{92029435-6048-A7B7-A420-43B2A6647634}"/>
                    </a:ext>
                  </a:extLst>
                </p:cNvPr>
                <p:cNvPicPr/>
                <p:nvPr/>
              </p:nvPicPr>
              <p:blipFill>
                <a:blip r:embed="rId490"/>
                <a:stretch>
                  <a:fillRect/>
                </a:stretch>
              </p:blipFill>
              <p:spPr>
                <a:xfrm>
                  <a:off x="2936277" y="1552532"/>
                  <a:ext cx="3312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551">
              <p14:nvContentPartPr>
                <p14:cNvPr id="27" name="Ink 26">
                  <a:extLst>
                    <a:ext uri="{FF2B5EF4-FFF2-40B4-BE49-F238E27FC236}">
                      <a16:creationId xmlns:a16="http://schemas.microsoft.com/office/drawing/2014/main" id="{200F7FA3-2F82-050E-B74A-59BFAD962C85}"/>
                    </a:ext>
                  </a:extLst>
                </p14:cNvPr>
                <p14:cNvContentPartPr/>
                <p14:nvPr/>
              </p14:nvContentPartPr>
              <p14:xfrm>
                <a:off x="3012957" y="1655132"/>
                <a:ext cx="62280" cy="97200"/>
              </p14:xfrm>
            </p:contentPart>
          </mc:Choice>
          <mc:Fallback>
            <p:pic>
              <p:nvPicPr>
                <p:cNvPr id="27" name="Ink 26">
                  <a:extLst>
                    <a:ext uri="{FF2B5EF4-FFF2-40B4-BE49-F238E27FC236}">
                      <a16:creationId xmlns:a16="http://schemas.microsoft.com/office/drawing/2014/main" id="{200F7FA3-2F82-050E-B74A-59BFAD962C85}"/>
                    </a:ext>
                  </a:extLst>
                </p:cNvPr>
                <p:cNvPicPr/>
                <p:nvPr/>
              </p:nvPicPr>
              <p:blipFill>
                <a:blip r:embed="rId552"/>
                <a:stretch>
                  <a:fillRect/>
                </a:stretch>
              </p:blipFill>
              <p:spPr>
                <a:xfrm>
                  <a:off x="3003957" y="1646132"/>
                  <a:ext cx="79920" cy="114840"/>
                </a:xfrm>
                <a:prstGeom prst="rect">
                  <a:avLst/>
                </a:prstGeom>
              </p:spPr>
            </p:pic>
          </mc:Fallback>
        </mc:AlternateContent>
        <mc:AlternateContent xmlns:mc="http://schemas.openxmlformats.org/markup-compatibility/2006">
          <mc:Choice xmlns:p14="http://schemas.microsoft.com/office/powerpoint/2010/main" Requires="p14">
            <p:contentPart p14:bwMode="auto" r:id="rId553">
              <p14:nvContentPartPr>
                <p14:cNvPr id="28" name="Ink 27">
                  <a:extLst>
                    <a:ext uri="{FF2B5EF4-FFF2-40B4-BE49-F238E27FC236}">
                      <a16:creationId xmlns:a16="http://schemas.microsoft.com/office/drawing/2014/main" id="{5B5C3A23-9546-4443-CC9D-60B30BDDF0C8}"/>
                    </a:ext>
                  </a:extLst>
                </p14:cNvPr>
                <p14:cNvContentPartPr/>
                <p14:nvPr/>
              </p14:nvContentPartPr>
              <p14:xfrm>
                <a:off x="3136797" y="1664492"/>
                <a:ext cx="73440" cy="105120"/>
              </p14:xfrm>
            </p:contentPart>
          </mc:Choice>
          <mc:Fallback>
            <p:pic>
              <p:nvPicPr>
                <p:cNvPr id="28" name="Ink 27">
                  <a:extLst>
                    <a:ext uri="{FF2B5EF4-FFF2-40B4-BE49-F238E27FC236}">
                      <a16:creationId xmlns:a16="http://schemas.microsoft.com/office/drawing/2014/main" id="{5B5C3A23-9546-4443-CC9D-60B30BDDF0C8}"/>
                    </a:ext>
                  </a:extLst>
                </p:cNvPr>
                <p:cNvPicPr/>
                <p:nvPr/>
              </p:nvPicPr>
              <p:blipFill>
                <a:blip r:embed="rId554"/>
                <a:stretch>
                  <a:fillRect/>
                </a:stretch>
              </p:blipFill>
              <p:spPr>
                <a:xfrm>
                  <a:off x="3127797" y="1655852"/>
                  <a:ext cx="9108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555">
              <p14:nvContentPartPr>
                <p14:cNvPr id="29" name="Ink 28">
                  <a:extLst>
                    <a:ext uri="{FF2B5EF4-FFF2-40B4-BE49-F238E27FC236}">
                      <a16:creationId xmlns:a16="http://schemas.microsoft.com/office/drawing/2014/main" id="{A713720C-9434-075F-86A3-7C0C2D06CBA0}"/>
                    </a:ext>
                  </a:extLst>
                </p14:cNvPr>
                <p14:cNvContentPartPr/>
                <p14:nvPr/>
              </p14:nvContentPartPr>
              <p14:xfrm>
                <a:off x="3260277" y="1639292"/>
                <a:ext cx="113040" cy="111960"/>
              </p14:xfrm>
            </p:contentPart>
          </mc:Choice>
          <mc:Fallback>
            <p:pic>
              <p:nvPicPr>
                <p:cNvPr id="29" name="Ink 28">
                  <a:extLst>
                    <a:ext uri="{FF2B5EF4-FFF2-40B4-BE49-F238E27FC236}">
                      <a16:creationId xmlns:a16="http://schemas.microsoft.com/office/drawing/2014/main" id="{A713720C-9434-075F-86A3-7C0C2D06CBA0}"/>
                    </a:ext>
                  </a:extLst>
                </p:cNvPr>
                <p:cNvPicPr/>
                <p:nvPr/>
              </p:nvPicPr>
              <p:blipFill>
                <a:blip r:embed="rId556"/>
                <a:stretch>
                  <a:fillRect/>
                </a:stretch>
              </p:blipFill>
              <p:spPr>
                <a:xfrm>
                  <a:off x="3251277" y="1630292"/>
                  <a:ext cx="130680" cy="129600"/>
                </a:xfrm>
                <a:prstGeom prst="rect">
                  <a:avLst/>
                </a:prstGeom>
              </p:spPr>
            </p:pic>
          </mc:Fallback>
        </mc:AlternateContent>
        <mc:AlternateContent xmlns:mc="http://schemas.openxmlformats.org/markup-compatibility/2006">
          <mc:Choice xmlns:p14="http://schemas.microsoft.com/office/powerpoint/2010/main" Requires="p14">
            <p:contentPart p14:bwMode="auto" r:id="rId557">
              <p14:nvContentPartPr>
                <p14:cNvPr id="30" name="Ink 29">
                  <a:extLst>
                    <a:ext uri="{FF2B5EF4-FFF2-40B4-BE49-F238E27FC236}">
                      <a16:creationId xmlns:a16="http://schemas.microsoft.com/office/drawing/2014/main" id="{F5373386-24B6-60A4-46A6-00B66367FBB1}"/>
                    </a:ext>
                  </a:extLst>
                </p14:cNvPr>
                <p14:cNvContentPartPr/>
                <p14:nvPr/>
              </p14:nvContentPartPr>
              <p14:xfrm>
                <a:off x="3445677" y="1895612"/>
                <a:ext cx="124920" cy="282240"/>
              </p14:xfrm>
            </p:contentPart>
          </mc:Choice>
          <mc:Fallback>
            <p:pic>
              <p:nvPicPr>
                <p:cNvPr id="30" name="Ink 29">
                  <a:extLst>
                    <a:ext uri="{FF2B5EF4-FFF2-40B4-BE49-F238E27FC236}">
                      <a16:creationId xmlns:a16="http://schemas.microsoft.com/office/drawing/2014/main" id="{F5373386-24B6-60A4-46A6-00B66367FBB1}"/>
                    </a:ext>
                  </a:extLst>
                </p:cNvPr>
                <p:cNvPicPr/>
                <p:nvPr/>
              </p:nvPicPr>
              <p:blipFill>
                <a:blip r:embed="rId558"/>
                <a:stretch>
                  <a:fillRect/>
                </a:stretch>
              </p:blipFill>
              <p:spPr>
                <a:xfrm>
                  <a:off x="3437037" y="1886972"/>
                  <a:ext cx="142560" cy="299880"/>
                </a:xfrm>
                <a:prstGeom prst="rect">
                  <a:avLst/>
                </a:prstGeom>
              </p:spPr>
            </p:pic>
          </mc:Fallback>
        </mc:AlternateContent>
        <mc:AlternateContent xmlns:mc="http://schemas.openxmlformats.org/markup-compatibility/2006">
          <mc:Choice xmlns:p14="http://schemas.microsoft.com/office/powerpoint/2010/main" Requires="p14">
            <p:contentPart p14:bwMode="auto" r:id="rId559">
              <p14:nvContentPartPr>
                <p14:cNvPr id="31" name="Ink 30">
                  <a:extLst>
                    <a:ext uri="{FF2B5EF4-FFF2-40B4-BE49-F238E27FC236}">
                      <a16:creationId xmlns:a16="http://schemas.microsoft.com/office/drawing/2014/main" id="{A7512BBE-C1C6-18BA-EE36-05F1B728BB0D}"/>
                    </a:ext>
                  </a:extLst>
                </p14:cNvPr>
                <p14:cNvContentPartPr/>
                <p14:nvPr/>
              </p14:nvContentPartPr>
              <p14:xfrm>
                <a:off x="3496437" y="2003252"/>
                <a:ext cx="234720" cy="225720"/>
              </p14:xfrm>
            </p:contentPart>
          </mc:Choice>
          <mc:Fallback>
            <p:pic>
              <p:nvPicPr>
                <p:cNvPr id="31" name="Ink 30">
                  <a:extLst>
                    <a:ext uri="{FF2B5EF4-FFF2-40B4-BE49-F238E27FC236}">
                      <a16:creationId xmlns:a16="http://schemas.microsoft.com/office/drawing/2014/main" id="{A7512BBE-C1C6-18BA-EE36-05F1B728BB0D}"/>
                    </a:ext>
                  </a:extLst>
                </p:cNvPr>
                <p:cNvPicPr/>
                <p:nvPr/>
              </p:nvPicPr>
              <p:blipFill>
                <a:blip r:embed="rId560"/>
                <a:stretch>
                  <a:fillRect/>
                </a:stretch>
              </p:blipFill>
              <p:spPr>
                <a:xfrm>
                  <a:off x="3487437" y="1994252"/>
                  <a:ext cx="252360" cy="243360"/>
                </a:xfrm>
                <a:prstGeom prst="rect">
                  <a:avLst/>
                </a:prstGeom>
              </p:spPr>
            </p:pic>
          </mc:Fallback>
        </mc:AlternateContent>
        <mc:AlternateContent xmlns:mc="http://schemas.openxmlformats.org/markup-compatibility/2006">
          <mc:Choice xmlns:p14="http://schemas.microsoft.com/office/powerpoint/2010/main" Requires="p14">
            <p:contentPart p14:bwMode="auto" r:id="rId561">
              <p14:nvContentPartPr>
                <p14:cNvPr id="32" name="Ink 31">
                  <a:extLst>
                    <a:ext uri="{FF2B5EF4-FFF2-40B4-BE49-F238E27FC236}">
                      <a16:creationId xmlns:a16="http://schemas.microsoft.com/office/drawing/2014/main" id="{F50CDD5B-E809-AAA8-B564-8DF819D7FA47}"/>
                    </a:ext>
                  </a:extLst>
                </p14:cNvPr>
                <p14:cNvContentPartPr/>
                <p14:nvPr/>
              </p14:nvContentPartPr>
              <p14:xfrm>
                <a:off x="3794517" y="2006492"/>
                <a:ext cx="118800" cy="214560"/>
              </p14:xfrm>
            </p:contentPart>
          </mc:Choice>
          <mc:Fallback>
            <p:pic>
              <p:nvPicPr>
                <p:cNvPr id="32" name="Ink 31">
                  <a:extLst>
                    <a:ext uri="{FF2B5EF4-FFF2-40B4-BE49-F238E27FC236}">
                      <a16:creationId xmlns:a16="http://schemas.microsoft.com/office/drawing/2014/main" id="{F50CDD5B-E809-AAA8-B564-8DF819D7FA47}"/>
                    </a:ext>
                  </a:extLst>
                </p:cNvPr>
                <p:cNvPicPr/>
                <p:nvPr/>
              </p:nvPicPr>
              <p:blipFill>
                <a:blip r:embed="rId562"/>
                <a:stretch>
                  <a:fillRect/>
                </a:stretch>
              </p:blipFill>
              <p:spPr>
                <a:xfrm>
                  <a:off x="3785877" y="1997492"/>
                  <a:ext cx="13644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563">
              <p14:nvContentPartPr>
                <p14:cNvPr id="337" name="Ink 336">
                  <a:extLst>
                    <a:ext uri="{FF2B5EF4-FFF2-40B4-BE49-F238E27FC236}">
                      <a16:creationId xmlns:a16="http://schemas.microsoft.com/office/drawing/2014/main" id="{75E1354A-1F22-E96C-AD31-780F8A1C23F1}"/>
                    </a:ext>
                  </a:extLst>
                </p14:cNvPr>
                <p14:cNvContentPartPr/>
                <p14:nvPr/>
              </p14:nvContentPartPr>
              <p14:xfrm>
                <a:off x="4607397" y="1415012"/>
                <a:ext cx="769320" cy="52200"/>
              </p14:xfrm>
            </p:contentPart>
          </mc:Choice>
          <mc:Fallback>
            <p:pic>
              <p:nvPicPr>
                <p:cNvPr id="337" name="Ink 336">
                  <a:extLst>
                    <a:ext uri="{FF2B5EF4-FFF2-40B4-BE49-F238E27FC236}">
                      <a16:creationId xmlns:a16="http://schemas.microsoft.com/office/drawing/2014/main" id="{75E1354A-1F22-E96C-AD31-780F8A1C23F1}"/>
                    </a:ext>
                  </a:extLst>
                </p:cNvPr>
                <p:cNvPicPr/>
                <p:nvPr/>
              </p:nvPicPr>
              <p:blipFill>
                <a:blip r:embed="rId564"/>
                <a:stretch>
                  <a:fillRect/>
                </a:stretch>
              </p:blipFill>
              <p:spPr>
                <a:xfrm>
                  <a:off x="4598397" y="1406012"/>
                  <a:ext cx="786960" cy="69840"/>
                </a:xfrm>
                <a:prstGeom prst="rect">
                  <a:avLst/>
                </a:prstGeom>
              </p:spPr>
            </p:pic>
          </mc:Fallback>
        </mc:AlternateContent>
        <mc:AlternateContent xmlns:mc="http://schemas.openxmlformats.org/markup-compatibility/2006">
          <mc:Choice xmlns:p14="http://schemas.microsoft.com/office/powerpoint/2010/main" Requires="p14">
            <p:contentPart p14:bwMode="auto" r:id="rId565">
              <p14:nvContentPartPr>
                <p14:cNvPr id="311" name="Ink 310">
                  <a:extLst>
                    <a:ext uri="{FF2B5EF4-FFF2-40B4-BE49-F238E27FC236}">
                      <a16:creationId xmlns:a16="http://schemas.microsoft.com/office/drawing/2014/main" id="{F2709F67-A44C-3385-2862-C2A9BF29D94D}"/>
                    </a:ext>
                  </a:extLst>
                </p14:cNvPr>
                <p14:cNvContentPartPr/>
                <p14:nvPr/>
              </p14:nvContentPartPr>
              <p14:xfrm>
                <a:off x="2236437" y="848732"/>
                <a:ext cx="351720" cy="189360"/>
              </p14:xfrm>
            </p:contentPart>
          </mc:Choice>
          <mc:Fallback>
            <p:pic>
              <p:nvPicPr>
                <p:cNvPr id="311" name="Ink 310">
                  <a:extLst>
                    <a:ext uri="{FF2B5EF4-FFF2-40B4-BE49-F238E27FC236}">
                      <a16:creationId xmlns:a16="http://schemas.microsoft.com/office/drawing/2014/main" id="{F2709F67-A44C-3385-2862-C2A9BF29D94D}"/>
                    </a:ext>
                  </a:extLst>
                </p:cNvPr>
                <p:cNvPicPr/>
                <p:nvPr/>
              </p:nvPicPr>
              <p:blipFill>
                <a:blip r:embed="rId566"/>
                <a:stretch>
                  <a:fillRect/>
                </a:stretch>
              </p:blipFill>
              <p:spPr>
                <a:xfrm>
                  <a:off x="2227797" y="839732"/>
                  <a:ext cx="36936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567">
              <p14:nvContentPartPr>
                <p14:cNvPr id="312" name="Ink 311">
                  <a:extLst>
                    <a:ext uri="{FF2B5EF4-FFF2-40B4-BE49-F238E27FC236}">
                      <a16:creationId xmlns:a16="http://schemas.microsoft.com/office/drawing/2014/main" id="{5459E429-F4CE-7248-65B5-CE8D7EB96FEF}"/>
                    </a:ext>
                  </a:extLst>
                </p14:cNvPr>
                <p14:cNvContentPartPr/>
                <p14:nvPr/>
              </p14:nvContentPartPr>
              <p14:xfrm>
                <a:off x="2697957" y="866372"/>
                <a:ext cx="150120" cy="179280"/>
              </p14:xfrm>
            </p:contentPart>
          </mc:Choice>
          <mc:Fallback>
            <p:pic>
              <p:nvPicPr>
                <p:cNvPr id="312" name="Ink 311">
                  <a:extLst>
                    <a:ext uri="{FF2B5EF4-FFF2-40B4-BE49-F238E27FC236}">
                      <a16:creationId xmlns:a16="http://schemas.microsoft.com/office/drawing/2014/main" id="{5459E429-F4CE-7248-65B5-CE8D7EB96FEF}"/>
                    </a:ext>
                  </a:extLst>
                </p:cNvPr>
                <p:cNvPicPr/>
                <p:nvPr/>
              </p:nvPicPr>
              <p:blipFill>
                <a:blip r:embed="rId568"/>
                <a:stretch>
                  <a:fillRect/>
                </a:stretch>
              </p:blipFill>
              <p:spPr>
                <a:xfrm>
                  <a:off x="2689317" y="857732"/>
                  <a:ext cx="16776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569">
              <p14:nvContentPartPr>
                <p14:cNvPr id="313" name="Ink 312">
                  <a:extLst>
                    <a:ext uri="{FF2B5EF4-FFF2-40B4-BE49-F238E27FC236}">
                      <a16:creationId xmlns:a16="http://schemas.microsoft.com/office/drawing/2014/main" id="{1378D13C-7FCB-DA75-B396-2CFF246D6008}"/>
                    </a:ext>
                  </a:extLst>
                </p14:cNvPr>
                <p14:cNvContentPartPr/>
                <p14:nvPr/>
              </p14:nvContentPartPr>
              <p14:xfrm>
                <a:off x="2925477" y="883652"/>
                <a:ext cx="132840" cy="108360"/>
              </p14:xfrm>
            </p:contentPart>
          </mc:Choice>
          <mc:Fallback>
            <p:pic>
              <p:nvPicPr>
                <p:cNvPr id="313" name="Ink 312">
                  <a:extLst>
                    <a:ext uri="{FF2B5EF4-FFF2-40B4-BE49-F238E27FC236}">
                      <a16:creationId xmlns:a16="http://schemas.microsoft.com/office/drawing/2014/main" id="{1378D13C-7FCB-DA75-B396-2CFF246D6008}"/>
                    </a:ext>
                  </a:extLst>
                </p:cNvPr>
                <p:cNvPicPr/>
                <p:nvPr/>
              </p:nvPicPr>
              <p:blipFill>
                <a:blip r:embed="rId570"/>
                <a:stretch>
                  <a:fillRect/>
                </a:stretch>
              </p:blipFill>
              <p:spPr>
                <a:xfrm>
                  <a:off x="2916837" y="875012"/>
                  <a:ext cx="15048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571">
              <p14:nvContentPartPr>
                <p14:cNvPr id="314" name="Ink 313">
                  <a:extLst>
                    <a:ext uri="{FF2B5EF4-FFF2-40B4-BE49-F238E27FC236}">
                      <a16:creationId xmlns:a16="http://schemas.microsoft.com/office/drawing/2014/main" id="{B54F6161-0560-1E4B-53C9-1594B0C069BB}"/>
                    </a:ext>
                  </a:extLst>
                </p14:cNvPr>
                <p14:cNvContentPartPr/>
                <p14:nvPr/>
              </p14:nvContentPartPr>
              <p14:xfrm>
                <a:off x="3150477" y="834692"/>
                <a:ext cx="119520" cy="153720"/>
              </p14:xfrm>
            </p:contentPart>
          </mc:Choice>
          <mc:Fallback>
            <p:pic>
              <p:nvPicPr>
                <p:cNvPr id="314" name="Ink 313">
                  <a:extLst>
                    <a:ext uri="{FF2B5EF4-FFF2-40B4-BE49-F238E27FC236}">
                      <a16:creationId xmlns:a16="http://schemas.microsoft.com/office/drawing/2014/main" id="{B54F6161-0560-1E4B-53C9-1594B0C069BB}"/>
                    </a:ext>
                  </a:extLst>
                </p:cNvPr>
                <p:cNvPicPr/>
                <p:nvPr/>
              </p:nvPicPr>
              <p:blipFill>
                <a:blip r:embed="rId572"/>
                <a:stretch>
                  <a:fillRect/>
                </a:stretch>
              </p:blipFill>
              <p:spPr>
                <a:xfrm>
                  <a:off x="3141837" y="825692"/>
                  <a:ext cx="137160" cy="171360"/>
                </a:xfrm>
                <a:prstGeom prst="rect">
                  <a:avLst/>
                </a:prstGeom>
              </p:spPr>
            </p:pic>
          </mc:Fallback>
        </mc:AlternateContent>
        <mc:AlternateContent xmlns:mc="http://schemas.openxmlformats.org/markup-compatibility/2006">
          <mc:Choice xmlns:p14="http://schemas.microsoft.com/office/powerpoint/2010/main" Requires="p14">
            <p:contentPart p14:bwMode="auto" r:id="rId573">
              <p14:nvContentPartPr>
                <p14:cNvPr id="315" name="Ink 314">
                  <a:extLst>
                    <a:ext uri="{FF2B5EF4-FFF2-40B4-BE49-F238E27FC236}">
                      <a16:creationId xmlns:a16="http://schemas.microsoft.com/office/drawing/2014/main" id="{836FB026-A450-33E2-D7A5-CFEEEA5BFEC7}"/>
                    </a:ext>
                  </a:extLst>
                </p14:cNvPr>
                <p14:cNvContentPartPr/>
                <p14:nvPr/>
              </p14:nvContentPartPr>
              <p14:xfrm>
                <a:off x="3352077" y="756572"/>
                <a:ext cx="16200" cy="194760"/>
              </p14:xfrm>
            </p:contentPart>
          </mc:Choice>
          <mc:Fallback>
            <p:pic>
              <p:nvPicPr>
                <p:cNvPr id="315" name="Ink 314">
                  <a:extLst>
                    <a:ext uri="{FF2B5EF4-FFF2-40B4-BE49-F238E27FC236}">
                      <a16:creationId xmlns:a16="http://schemas.microsoft.com/office/drawing/2014/main" id="{836FB026-A450-33E2-D7A5-CFEEEA5BFEC7}"/>
                    </a:ext>
                  </a:extLst>
                </p:cNvPr>
                <p:cNvPicPr/>
                <p:nvPr/>
              </p:nvPicPr>
              <p:blipFill>
                <a:blip r:embed="rId574"/>
                <a:stretch>
                  <a:fillRect/>
                </a:stretch>
              </p:blipFill>
              <p:spPr>
                <a:xfrm>
                  <a:off x="3343077" y="747572"/>
                  <a:ext cx="3384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575">
              <p14:nvContentPartPr>
                <p14:cNvPr id="316" name="Ink 315">
                  <a:extLst>
                    <a:ext uri="{FF2B5EF4-FFF2-40B4-BE49-F238E27FC236}">
                      <a16:creationId xmlns:a16="http://schemas.microsoft.com/office/drawing/2014/main" id="{7D4DE99D-30EE-B9D9-4A16-85DE9A33C401}"/>
                    </a:ext>
                  </a:extLst>
                </p14:cNvPr>
                <p14:cNvContentPartPr/>
                <p14:nvPr/>
              </p14:nvContentPartPr>
              <p14:xfrm>
                <a:off x="3446397" y="837212"/>
                <a:ext cx="98640" cy="143640"/>
              </p14:xfrm>
            </p:contentPart>
          </mc:Choice>
          <mc:Fallback>
            <p:pic>
              <p:nvPicPr>
                <p:cNvPr id="316" name="Ink 315">
                  <a:extLst>
                    <a:ext uri="{FF2B5EF4-FFF2-40B4-BE49-F238E27FC236}">
                      <a16:creationId xmlns:a16="http://schemas.microsoft.com/office/drawing/2014/main" id="{7D4DE99D-30EE-B9D9-4A16-85DE9A33C401}"/>
                    </a:ext>
                  </a:extLst>
                </p:cNvPr>
                <p:cNvPicPr/>
                <p:nvPr/>
              </p:nvPicPr>
              <p:blipFill>
                <a:blip r:embed="rId576"/>
                <a:stretch>
                  <a:fillRect/>
                </a:stretch>
              </p:blipFill>
              <p:spPr>
                <a:xfrm>
                  <a:off x="3437397" y="828212"/>
                  <a:ext cx="116280" cy="161280"/>
                </a:xfrm>
                <a:prstGeom prst="rect">
                  <a:avLst/>
                </a:prstGeom>
              </p:spPr>
            </p:pic>
          </mc:Fallback>
        </mc:AlternateContent>
        <mc:AlternateContent xmlns:mc="http://schemas.openxmlformats.org/markup-compatibility/2006">
          <mc:Choice xmlns:p14="http://schemas.microsoft.com/office/powerpoint/2010/main" Requires="p14">
            <p:contentPart p14:bwMode="auto" r:id="rId577">
              <p14:nvContentPartPr>
                <p14:cNvPr id="317" name="Ink 316">
                  <a:extLst>
                    <a:ext uri="{FF2B5EF4-FFF2-40B4-BE49-F238E27FC236}">
                      <a16:creationId xmlns:a16="http://schemas.microsoft.com/office/drawing/2014/main" id="{51B4C37F-D9FB-8DDF-0346-054478B3EFFF}"/>
                    </a:ext>
                  </a:extLst>
                </p14:cNvPr>
                <p14:cNvContentPartPr/>
                <p14:nvPr/>
              </p14:nvContentPartPr>
              <p14:xfrm>
                <a:off x="3605157" y="802292"/>
                <a:ext cx="7200" cy="184320"/>
              </p14:xfrm>
            </p:contentPart>
          </mc:Choice>
          <mc:Fallback>
            <p:pic>
              <p:nvPicPr>
                <p:cNvPr id="317" name="Ink 316">
                  <a:extLst>
                    <a:ext uri="{FF2B5EF4-FFF2-40B4-BE49-F238E27FC236}">
                      <a16:creationId xmlns:a16="http://schemas.microsoft.com/office/drawing/2014/main" id="{51B4C37F-D9FB-8DDF-0346-054478B3EFFF}"/>
                    </a:ext>
                  </a:extLst>
                </p:cNvPr>
                <p:cNvPicPr/>
                <p:nvPr/>
              </p:nvPicPr>
              <p:blipFill>
                <a:blip r:embed="rId578"/>
                <a:stretch>
                  <a:fillRect/>
                </a:stretch>
              </p:blipFill>
              <p:spPr>
                <a:xfrm>
                  <a:off x="3596517" y="793652"/>
                  <a:ext cx="2484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579">
              <p14:nvContentPartPr>
                <p14:cNvPr id="318" name="Ink 317">
                  <a:extLst>
                    <a:ext uri="{FF2B5EF4-FFF2-40B4-BE49-F238E27FC236}">
                      <a16:creationId xmlns:a16="http://schemas.microsoft.com/office/drawing/2014/main" id="{2E923795-CB9C-EAEC-551D-D6AE8C251A8F}"/>
                    </a:ext>
                  </a:extLst>
                </p14:cNvPr>
                <p14:cNvContentPartPr/>
                <p14:nvPr/>
              </p14:nvContentPartPr>
              <p14:xfrm>
                <a:off x="3644397" y="824612"/>
                <a:ext cx="269280" cy="168840"/>
              </p14:xfrm>
            </p:contentPart>
          </mc:Choice>
          <mc:Fallback>
            <p:pic>
              <p:nvPicPr>
                <p:cNvPr id="318" name="Ink 317">
                  <a:extLst>
                    <a:ext uri="{FF2B5EF4-FFF2-40B4-BE49-F238E27FC236}">
                      <a16:creationId xmlns:a16="http://schemas.microsoft.com/office/drawing/2014/main" id="{2E923795-CB9C-EAEC-551D-D6AE8C251A8F}"/>
                    </a:ext>
                  </a:extLst>
                </p:cNvPr>
                <p:cNvPicPr/>
                <p:nvPr/>
              </p:nvPicPr>
              <p:blipFill>
                <a:blip r:embed="rId580"/>
                <a:stretch>
                  <a:fillRect/>
                </a:stretch>
              </p:blipFill>
              <p:spPr>
                <a:xfrm>
                  <a:off x="3635397" y="815972"/>
                  <a:ext cx="28692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581">
              <p14:nvContentPartPr>
                <p14:cNvPr id="319" name="Ink 318">
                  <a:extLst>
                    <a:ext uri="{FF2B5EF4-FFF2-40B4-BE49-F238E27FC236}">
                      <a16:creationId xmlns:a16="http://schemas.microsoft.com/office/drawing/2014/main" id="{3FAE48EF-07AA-D824-6568-079A056E3FFA}"/>
                    </a:ext>
                  </a:extLst>
                </p14:cNvPr>
                <p14:cNvContentPartPr/>
                <p14:nvPr/>
              </p14:nvContentPartPr>
              <p14:xfrm>
                <a:off x="3940317" y="789332"/>
                <a:ext cx="6840" cy="1440"/>
              </p14:xfrm>
            </p:contentPart>
          </mc:Choice>
          <mc:Fallback>
            <p:pic>
              <p:nvPicPr>
                <p:cNvPr id="319" name="Ink 318">
                  <a:extLst>
                    <a:ext uri="{FF2B5EF4-FFF2-40B4-BE49-F238E27FC236}">
                      <a16:creationId xmlns:a16="http://schemas.microsoft.com/office/drawing/2014/main" id="{3FAE48EF-07AA-D824-6568-079A056E3FFA}"/>
                    </a:ext>
                  </a:extLst>
                </p:cNvPr>
                <p:cNvPicPr/>
                <p:nvPr/>
              </p:nvPicPr>
              <p:blipFill>
                <a:blip r:embed="rId582"/>
                <a:stretch>
                  <a:fillRect/>
                </a:stretch>
              </p:blipFill>
              <p:spPr>
                <a:xfrm>
                  <a:off x="3931317" y="780332"/>
                  <a:ext cx="2448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583">
              <p14:nvContentPartPr>
                <p14:cNvPr id="320" name="Ink 319">
                  <a:extLst>
                    <a:ext uri="{FF2B5EF4-FFF2-40B4-BE49-F238E27FC236}">
                      <a16:creationId xmlns:a16="http://schemas.microsoft.com/office/drawing/2014/main" id="{A51569AE-2774-5AB8-DD36-5536C6B87C1D}"/>
                    </a:ext>
                  </a:extLst>
                </p14:cNvPr>
                <p14:cNvContentPartPr/>
                <p14:nvPr/>
              </p14:nvContentPartPr>
              <p14:xfrm>
                <a:off x="3986037" y="890852"/>
                <a:ext cx="191520" cy="115920"/>
              </p14:xfrm>
            </p:contentPart>
          </mc:Choice>
          <mc:Fallback>
            <p:pic>
              <p:nvPicPr>
                <p:cNvPr id="320" name="Ink 319">
                  <a:extLst>
                    <a:ext uri="{FF2B5EF4-FFF2-40B4-BE49-F238E27FC236}">
                      <a16:creationId xmlns:a16="http://schemas.microsoft.com/office/drawing/2014/main" id="{A51569AE-2774-5AB8-DD36-5536C6B87C1D}"/>
                    </a:ext>
                  </a:extLst>
                </p:cNvPr>
                <p:cNvPicPr/>
                <p:nvPr/>
              </p:nvPicPr>
              <p:blipFill>
                <a:blip r:embed="rId584"/>
                <a:stretch>
                  <a:fillRect/>
                </a:stretch>
              </p:blipFill>
              <p:spPr>
                <a:xfrm>
                  <a:off x="3977397" y="882212"/>
                  <a:ext cx="20916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585">
              <p14:nvContentPartPr>
                <p14:cNvPr id="331" name="Ink 330">
                  <a:extLst>
                    <a:ext uri="{FF2B5EF4-FFF2-40B4-BE49-F238E27FC236}">
                      <a16:creationId xmlns:a16="http://schemas.microsoft.com/office/drawing/2014/main" id="{2F219DCF-9768-4A59-E459-5323E90E0348}"/>
                    </a:ext>
                  </a:extLst>
                </p14:cNvPr>
                <p14:cNvContentPartPr/>
                <p14:nvPr/>
              </p14:nvContentPartPr>
              <p14:xfrm>
                <a:off x="4334877" y="713012"/>
                <a:ext cx="272520" cy="272520"/>
              </p14:xfrm>
            </p:contentPart>
          </mc:Choice>
          <mc:Fallback>
            <p:pic>
              <p:nvPicPr>
                <p:cNvPr id="331" name="Ink 330">
                  <a:extLst>
                    <a:ext uri="{FF2B5EF4-FFF2-40B4-BE49-F238E27FC236}">
                      <a16:creationId xmlns:a16="http://schemas.microsoft.com/office/drawing/2014/main" id="{2F219DCF-9768-4A59-E459-5323E90E0348}"/>
                    </a:ext>
                  </a:extLst>
                </p:cNvPr>
                <p:cNvPicPr/>
                <p:nvPr/>
              </p:nvPicPr>
              <p:blipFill>
                <a:blip r:embed="rId586"/>
                <a:stretch>
                  <a:fillRect/>
                </a:stretch>
              </p:blipFill>
              <p:spPr>
                <a:xfrm>
                  <a:off x="4326237" y="704012"/>
                  <a:ext cx="290160" cy="290160"/>
                </a:xfrm>
                <a:prstGeom prst="rect">
                  <a:avLst/>
                </a:prstGeom>
              </p:spPr>
            </p:pic>
          </mc:Fallback>
        </mc:AlternateContent>
        <mc:AlternateContent xmlns:mc="http://schemas.openxmlformats.org/markup-compatibility/2006">
          <mc:Choice xmlns:p14="http://schemas.microsoft.com/office/powerpoint/2010/main" Requires="p14">
            <p:contentPart p14:bwMode="auto" r:id="rId587">
              <p14:nvContentPartPr>
                <p14:cNvPr id="332" name="Ink 331">
                  <a:extLst>
                    <a:ext uri="{FF2B5EF4-FFF2-40B4-BE49-F238E27FC236}">
                      <a16:creationId xmlns:a16="http://schemas.microsoft.com/office/drawing/2014/main" id="{FF4CE3D1-AEF6-6863-4400-8D1503D72B79}"/>
                    </a:ext>
                  </a:extLst>
                </p14:cNvPr>
                <p14:cNvContentPartPr/>
                <p14:nvPr/>
              </p14:nvContentPartPr>
              <p14:xfrm>
                <a:off x="4706757" y="1004252"/>
                <a:ext cx="155160" cy="297720"/>
              </p14:xfrm>
            </p:contentPart>
          </mc:Choice>
          <mc:Fallback>
            <p:pic>
              <p:nvPicPr>
                <p:cNvPr id="332" name="Ink 331">
                  <a:extLst>
                    <a:ext uri="{FF2B5EF4-FFF2-40B4-BE49-F238E27FC236}">
                      <a16:creationId xmlns:a16="http://schemas.microsoft.com/office/drawing/2014/main" id="{FF4CE3D1-AEF6-6863-4400-8D1503D72B79}"/>
                    </a:ext>
                  </a:extLst>
                </p:cNvPr>
                <p:cNvPicPr/>
                <p:nvPr/>
              </p:nvPicPr>
              <p:blipFill>
                <a:blip r:embed="rId588"/>
                <a:stretch>
                  <a:fillRect/>
                </a:stretch>
              </p:blipFill>
              <p:spPr>
                <a:xfrm>
                  <a:off x="4698117" y="995252"/>
                  <a:ext cx="172800" cy="315360"/>
                </a:xfrm>
                <a:prstGeom prst="rect">
                  <a:avLst/>
                </a:prstGeom>
              </p:spPr>
            </p:pic>
          </mc:Fallback>
        </mc:AlternateContent>
        <mc:AlternateContent xmlns:mc="http://schemas.openxmlformats.org/markup-compatibility/2006">
          <mc:Choice xmlns:p14="http://schemas.microsoft.com/office/powerpoint/2010/main" Requires="p14">
            <p:contentPart p14:bwMode="auto" r:id="rId589">
              <p14:nvContentPartPr>
                <p14:cNvPr id="333" name="Ink 332">
                  <a:extLst>
                    <a:ext uri="{FF2B5EF4-FFF2-40B4-BE49-F238E27FC236}">
                      <a16:creationId xmlns:a16="http://schemas.microsoft.com/office/drawing/2014/main" id="{332DEAF8-80CA-8520-2FB2-A437956001FC}"/>
                    </a:ext>
                  </a:extLst>
                </p14:cNvPr>
                <p14:cNvContentPartPr/>
                <p14:nvPr/>
              </p14:nvContentPartPr>
              <p14:xfrm>
                <a:off x="4778757" y="1009292"/>
                <a:ext cx="318600" cy="285120"/>
              </p14:xfrm>
            </p:contentPart>
          </mc:Choice>
          <mc:Fallback>
            <p:pic>
              <p:nvPicPr>
                <p:cNvPr id="333" name="Ink 332">
                  <a:extLst>
                    <a:ext uri="{FF2B5EF4-FFF2-40B4-BE49-F238E27FC236}">
                      <a16:creationId xmlns:a16="http://schemas.microsoft.com/office/drawing/2014/main" id="{332DEAF8-80CA-8520-2FB2-A437956001FC}"/>
                    </a:ext>
                  </a:extLst>
                </p:cNvPr>
                <p:cNvPicPr/>
                <p:nvPr/>
              </p:nvPicPr>
              <p:blipFill>
                <a:blip r:embed="rId590"/>
                <a:stretch>
                  <a:fillRect/>
                </a:stretch>
              </p:blipFill>
              <p:spPr>
                <a:xfrm>
                  <a:off x="4770117" y="1000652"/>
                  <a:ext cx="336240" cy="302760"/>
                </a:xfrm>
                <a:prstGeom prst="rect">
                  <a:avLst/>
                </a:prstGeom>
              </p:spPr>
            </p:pic>
          </mc:Fallback>
        </mc:AlternateContent>
        <mc:AlternateContent xmlns:mc="http://schemas.openxmlformats.org/markup-compatibility/2006">
          <mc:Choice xmlns:p14="http://schemas.microsoft.com/office/powerpoint/2010/main" Requires="p14">
            <p:contentPart p14:bwMode="auto" r:id="rId591">
              <p14:nvContentPartPr>
                <p14:cNvPr id="334" name="Ink 333">
                  <a:extLst>
                    <a:ext uri="{FF2B5EF4-FFF2-40B4-BE49-F238E27FC236}">
                      <a16:creationId xmlns:a16="http://schemas.microsoft.com/office/drawing/2014/main" id="{11888207-20D2-8127-21F3-8FA2FF7E11A4}"/>
                    </a:ext>
                  </a:extLst>
                </p14:cNvPr>
                <p14:cNvContentPartPr/>
                <p14:nvPr/>
              </p14:nvContentPartPr>
              <p14:xfrm>
                <a:off x="5150637" y="1012892"/>
                <a:ext cx="104040" cy="294480"/>
              </p14:xfrm>
            </p:contentPart>
          </mc:Choice>
          <mc:Fallback>
            <p:pic>
              <p:nvPicPr>
                <p:cNvPr id="334" name="Ink 333">
                  <a:extLst>
                    <a:ext uri="{FF2B5EF4-FFF2-40B4-BE49-F238E27FC236}">
                      <a16:creationId xmlns:a16="http://schemas.microsoft.com/office/drawing/2014/main" id="{11888207-20D2-8127-21F3-8FA2FF7E11A4}"/>
                    </a:ext>
                  </a:extLst>
                </p:cNvPr>
                <p:cNvPicPr/>
                <p:nvPr/>
              </p:nvPicPr>
              <p:blipFill>
                <a:blip r:embed="rId592"/>
                <a:stretch>
                  <a:fillRect/>
                </a:stretch>
              </p:blipFill>
              <p:spPr>
                <a:xfrm>
                  <a:off x="5141637" y="1003892"/>
                  <a:ext cx="121680" cy="312120"/>
                </a:xfrm>
                <a:prstGeom prst="rect">
                  <a:avLst/>
                </a:prstGeom>
              </p:spPr>
            </p:pic>
          </mc:Fallback>
        </mc:AlternateContent>
        <mc:AlternateContent xmlns:mc="http://schemas.openxmlformats.org/markup-compatibility/2006">
          <mc:Choice xmlns:p14="http://schemas.microsoft.com/office/powerpoint/2010/main" Requires="p14">
            <p:contentPart p14:bwMode="auto" r:id="rId593">
              <p14:nvContentPartPr>
                <p14:cNvPr id="336" name="Ink 335">
                  <a:extLst>
                    <a:ext uri="{FF2B5EF4-FFF2-40B4-BE49-F238E27FC236}">
                      <a16:creationId xmlns:a16="http://schemas.microsoft.com/office/drawing/2014/main" id="{6C23C821-6C12-18D6-B31E-8F4067BFD531}"/>
                    </a:ext>
                  </a:extLst>
                </p14:cNvPr>
                <p14:cNvContentPartPr/>
                <p14:nvPr/>
              </p14:nvContentPartPr>
              <p14:xfrm>
                <a:off x="5196717" y="974732"/>
                <a:ext cx="235080" cy="307800"/>
              </p14:xfrm>
            </p:contentPart>
          </mc:Choice>
          <mc:Fallback>
            <p:pic>
              <p:nvPicPr>
                <p:cNvPr id="336" name="Ink 335">
                  <a:extLst>
                    <a:ext uri="{FF2B5EF4-FFF2-40B4-BE49-F238E27FC236}">
                      <a16:creationId xmlns:a16="http://schemas.microsoft.com/office/drawing/2014/main" id="{6C23C821-6C12-18D6-B31E-8F4067BFD531}"/>
                    </a:ext>
                  </a:extLst>
                </p:cNvPr>
                <p:cNvPicPr/>
                <p:nvPr/>
              </p:nvPicPr>
              <p:blipFill>
                <a:blip r:embed="rId594"/>
                <a:stretch>
                  <a:fillRect/>
                </a:stretch>
              </p:blipFill>
              <p:spPr>
                <a:xfrm>
                  <a:off x="5188077" y="966092"/>
                  <a:ext cx="252720" cy="325440"/>
                </a:xfrm>
                <a:prstGeom prst="rect">
                  <a:avLst/>
                </a:prstGeom>
              </p:spPr>
            </p:pic>
          </mc:Fallback>
        </mc:AlternateContent>
        <mc:AlternateContent xmlns:mc="http://schemas.openxmlformats.org/markup-compatibility/2006">
          <mc:Choice xmlns:p14="http://schemas.microsoft.com/office/powerpoint/2010/main" Requires="p14">
            <p:contentPart p14:bwMode="auto" r:id="rId595">
              <p14:nvContentPartPr>
                <p14:cNvPr id="348" name="Ink 347">
                  <a:extLst>
                    <a:ext uri="{FF2B5EF4-FFF2-40B4-BE49-F238E27FC236}">
                      <a16:creationId xmlns:a16="http://schemas.microsoft.com/office/drawing/2014/main" id="{8241ABA2-7269-051A-5CF9-227C33AE7CBA}"/>
                    </a:ext>
                  </a:extLst>
                </p14:cNvPr>
                <p14:cNvContentPartPr/>
                <p14:nvPr/>
              </p14:nvContentPartPr>
              <p14:xfrm>
                <a:off x="5285997" y="356612"/>
                <a:ext cx="42120" cy="182520"/>
              </p14:xfrm>
            </p:contentPart>
          </mc:Choice>
          <mc:Fallback>
            <p:pic>
              <p:nvPicPr>
                <p:cNvPr id="348" name="Ink 347">
                  <a:extLst>
                    <a:ext uri="{FF2B5EF4-FFF2-40B4-BE49-F238E27FC236}">
                      <a16:creationId xmlns:a16="http://schemas.microsoft.com/office/drawing/2014/main" id="{8241ABA2-7269-051A-5CF9-227C33AE7CBA}"/>
                    </a:ext>
                  </a:extLst>
                </p:cNvPr>
                <p:cNvPicPr/>
                <p:nvPr/>
              </p:nvPicPr>
              <p:blipFill>
                <a:blip r:embed="rId596"/>
                <a:stretch>
                  <a:fillRect/>
                </a:stretch>
              </p:blipFill>
              <p:spPr>
                <a:xfrm>
                  <a:off x="5277357" y="347972"/>
                  <a:ext cx="5976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597">
              <p14:nvContentPartPr>
                <p14:cNvPr id="349" name="Ink 348">
                  <a:extLst>
                    <a:ext uri="{FF2B5EF4-FFF2-40B4-BE49-F238E27FC236}">
                      <a16:creationId xmlns:a16="http://schemas.microsoft.com/office/drawing/2014/main" id="{92C6746A-A3BD-03B5-274E-4F1869B9363F}"/>
                    </a:ext>
                  </a:extLst>
                </p14:cNvPr>
                <p14:cNvContentPartPr/>
                <p14:nvPr/>
              </p14:nvContentPartPr>
              <p14:xfrm>
                <a:off x="5312637" y="235292"/>
                <a:ext cx="210240" cy="334080"/>
              </p14:xfrm>
            </p:contentPart>
          </mc:Choice>
          <mc:Fallback>
            <p:pic>
              <p:nvPicPr>
                <p:cNvPr id="349" name="Ink 348">
                  <a:extLst>
                    <a:ext uri="{FF2B5EF4-FFF2-40B4-BE49-F238E27FC236}">
                      <a16:creationId xmlns:a16="http://schemas.microsoft.com/office/drawing/2014/main" id="{92C6746A-A3BD-03B5-274E-4F1869B9363F}"/>
                    </a:ext>
                  </a:extLst>
                </p:cNvPr>
                <p:cNvPicPr/>
                <p:nvPr/>
              </p:nvPicPr>
              <p:blipFill>
                <a:blip r:embed="rId598"/>
                <a:stretch>
                  <a:fillRect/>
                </a:stretch>
              </p:blipFill>
              <p:spPr>
                <a:xfrm>
                  <a:off x="5303637" y="226652"/>
                  <a:ext cx="227880" cy="351720"/>
                </a:xfrm>
                <a:prstGeom prst="rect">
                  <a:avLst/>
                </a:prstGeom>
              </p:spPr>
            </p:pic>
          </mc:Fallback>
        </mc:AlternateContent>
        <mc:AlternateContent xmlns:mc="http://schemas.openxmlformats.org/markup-compatibility/2006">
          <mc:Choice xmlns:p14="http://schemas.microsoft.com/office/powerpoint/2010/main" Requires="p14">
            <p:contentPart p14:bwMode="auto" r:id="rId599">
              <p14:nvContentPartPr>
                <p14:cNvPr id="350" name="Ink 349">
                  <a:extLst>
                    <a:ext uri="{FF2B5EF4-FFF2-40B4-BE49-F238E27FC236}">
                      <a16:creationId xmlns:a16="http://schemas.microsoft.com/office/drawing/2014/main" id="{2BE225CF-A13E-6393-33B8-F3943D7EFC97}"/>
                    </a:ext>
                  </a:extLst>
                </p14:cNvPr>
                <p14:cNvContentPartPr/>
                <p14:nvPr/>
              </p14:nvContentPartPr>
              <p14:xfrm>
                <a:off x="5561037" y="304772"/>
                <a:ext cx="142560" cy="246600"/>
              </p14:xfrm>
            </p:contentPart>
          </mc:Choice>
          <mc:Fallback>
            <p:pic>
              <p:nvPicPr>
                <p:cNvPr id="350" name="Ink 349">
                  <a:extLst>
                    <a:ext uri="{FF2B5EF4-FFF2-40B4-BE49-F238E27FC236}">
                      <a16:creationId xmlns:a16="http://schemas.microsoft.com/office/drawing/2014/main" id="{2BE225CF-A13E-6393-33B8-F3943D7EFC97}"/>
                    </a:ext>
                  </a:extLst>
                </p:cNvPr>
                <p:cNvPicPr/>
                <p:nvPr/>
              </p:nvPicPr>
              <p:blipFill>
                <a:blip r:embed="rId600"/>
                <a:stretch>
                  <a:fillRect/>
                </a:stretch>
              </p:blipFill>
              <p:spPr>
                <a:xfrm>
                  <a:off x="5552397" y="296132"/>
                  <a:ext cx="16020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601">
              <p14:nvContentPartPr>
                <p14:cNvPr id="351" name="Ink 350">
                  <a:extLst>
                    <a:ext uri="{FF2B5EF4-FFF2-40B4-BE49-F238E27FC236}">
                      <a16:creationId xmlns:a16="http://schemas.microsoft.com/office/drawing/2014/main" id="{61980CC2-E9C0-19F4-D699-323391653F17}"/>
                    </a:ext>
                  </a:extLst>
                </p14:cNvPr>
                <p14:cNvContentPartPr/>
                <p14:nvPr/>
              </p14:nvContentPartPr>
              <p14:xfrm>
                <a:off x="5624397" y="277052"/>
                <a:ext cx="294480" cy="317880"/>
              </p14:xfrm>
            </p:contentPart>
          </mc:Choice>
          <mc:Fallback>
            <p:pic>
              <p:nvPicPr>
                <p:cNvPr id="351" name="Ink 350">
                  <a:extLst>
                    <a:ext uri="{FF2B5EF4-FFF2-40B4-BE49-F238E27FC236}">
                      <a16:creationId xmlns:a16="http://schemas.microsoft.com/office/drawing/2014/main" id="{61980CC2-E9C0-19F4-D699-323391653F17}"/>
                    </a:ext>
                  </a:extLst>
                </p:cNvPr>
                <p:cNvPicPr/>
                <p:nvPr/>
              </p:nvPicPr>
              <p:blipFill>
                <a:blip r:embed="rId602"/>
                <a:stretch>
                  <a:fillRect/>
                </a:stretch>
              </p:blipFill>
              <p:spPr>
                <a:xfrm>
                  <a:off x="5615397" y="268052"/>
                  <a:ext cx="312120" cy="335520"/>
                </a:xfrm>
                <a:prstGeom prst="rect">
                  <a:avLst/>
                </a:prstGeom>
              </p:spPr>
            </p:pic>
          </mc:Fallback>
        </mc:AlternateContent>
        <mc:AlternateContent xmlns:mc="http://schemas.openxmlformats.org/markup-compatibility/2006">
          <mc:Choice xmlns:p14="http://schemas.microsoft.com/office/powerpoint/2010/main" Requires="p14">
            <p:contentPart p14:bwMode="auto" r:id="rId603">
              <p14:nvContentPartPr>
                <p14:cNvPr id="352" name="Ink 351">
                  <a:extLst>
                    <a:ext uri="{FF2B5EF4-FFF2-40B4-BE49-F238E27FC236}">
                      <a16:creationId xmlns:a16="http://schemas.microsoft.com/office/drawing/2014/main" id="{376C303D-713C-B794-437E-30B984EF0FB1}"/>
                    </a:ext>
                  </a:extLst>
                </p14:cNvPr>
                <p14:cNvContentPartPr/>
                <p14:nvPr/>
              </p14:nvContentPartPr>
              <p14:xfrm>
                <a:off x="4913757" y="138092"/>
                <a:ext cx="1189800" cy="729360"/>
              </p14:xfrm>
            </p:contentPart>
          </mc:Choice>
          <mc:Fallback>
            <p:pic>
              <p:nvPicPr>
                <p:cNvPr id="352" name="Ink 351">
                  <a:extLst>
                    <a:ext uri="{FF2B5EF4-FFF2-40B4-BE49-F238E27FC236}">
                      <a16:creationId xmlns:a16="http://schemas.microsoft.com/office/drawing/2014/main" id="{376C303D-713C-B794-437E-30B984EF0FB1}"/>
                    </a:ext>
                  </a:extLst>
                </p:cNvPr>
                <p:cNvPicPr/>
                <p:nvPr/>
              </p:nvPicPr>
              <p:blipFill>
                <a:blip r:embed="rId604"/>
                <a:stretch>
                  <a:fillRect/>
                </a:stretch>
              </p:blipFill>
              <p:spPr>
                <a:xfrm>
                  <a:off x="4904757" y="129092"/>
                  <a:ext cx="1207440" cy="747000"/>
                </a:xfrm>
                <a:prstGeom prst="rect">
                  <a:avLst/>
                </a:prstGeom>
              </p:spPr>
            </p:pic>
          </mc:Fallback>
        </mc:AlternateContent>
        <mc:AlternateContent xmlns:mc="http://schemas.openxmlformats.org/markup-compatibility/2006">
          <mc:Choice xmlns:p14="http://schemas.microsoft.com/office/powerpoint/2010/main" Requires="p14">
            <p:contentPart p14:bwMode="auto" r:id="rId605">
              <p14:nvContentPartPr>
                <p14:cNvPr id="353" name="Ink 352">
                  <a:extLst>
                    <a:ext uri="{FF2B5EF4-FFF2-40B4-BE49-F238E27FC236}">
                      <a16:creationId xmlns:a16="http://schemas.microsoft.com/office/drawing/2014/main" id="{7CECE9E7-E6D7-F0CA-C1BD-89AF4701C21A}"/>
                    </a:ext>
                  </a:extLst>
                </p14:cNvPr>
                <p14:cNvContentPartPr/>
                <p14:nvPr/>
              </p14:nvContentPartPr>
              <p14:xfrm>
                <a:off x="5509917" y="859532"/>
                <a:ext cx="254160" cy="364680"/>
              </p14:xfrm>
            </p:contentPart>
          </mc:Choice>
          <mc:Fallback>
            <p:pic>
              <p:nvPicPr>
                <p:cNvPr id="353" name="Ink 352">
                  <a:extLst>
                    <a:ext uri="{FF2B5EF4-FFF2-40B4-BE49-F238E27FC236}">
                      <a16:creationId xmlns:a16="http://schemas.microsoft.com/office/drawing/2014/main" id="{7CECE9E7-E6D7-F0CA-C1BD-89AF4701C21A}"/>
                    </a:ext>
                  </a:extLst>
                </p:cNvPr>
                <p:cNvPicPr/>
                <p:nvPr/>
              </p:nvPicPr>
              <p:blipFill>
                <a:blip r:embed="rId606"/>
                <a:stretch>
                  <a:fillRect/>
                </a:stretch>
              </p:blipFill>
              <p:spPr>
                <a:xfrm>
                  <a:off x="5501277" y="850892"/>
                  <a:ext cx="271800" cy="382320"/>
                </a:xfrm>
                <a:prstGeom prst="rect">
                  <a:avLst/>
                </a:prstGeom>
              </p:spPr>
            </p:pic>
          </mc:Fallback>
        </mc:AlternateContent>
        <mc:AlternateContent xmlns:mc="http://schemas.openxmlformats.org/markup-compatibility/2006">
          <mc:Choice xmlns:p14="http://schemas.microsoft.com/office/powerpoint/2010/main" Requires="p14">
            <p:contentPart p14:bwMode="auto" r:id="rId607">
              <p14:nvContentPartPr>
                <p14:cNvPr id="354" name="Ink 353">
                  <a:extLst>
                    <a:ext uri="{FF2B5EF4-FFF2-40B4-BE49-F238E27FC236}">
                      <a16:creationId xmlns:a16="http://schemas.microsoft.com/office/drawing/2014/main" id="{91F04B71-2452-7019-9706-8625951DC646}"/>
                    </a:ext>
                  </a:extLst>
                </p14:cNvPr>
                <p14:cNvContentPartPr/>
                <p14:nvPr/>
              </p14:nvContentPartPr>
              <p14:xfrm>
                <a:off x="5434677" y="1124492"/>
                <a:ext cx="65160" cy="142200"/>
              </p14:xfrm>
            </p:contentPart>
          </mc:Choice>
          <mc:Fallback>
            <p:pic>
              <p:nvPicPr>
                <p:cNvPr id="354" name="Ink 353">
                  <a:extLst>
                    <a:ext uri="{FF2B5EF4-FFF2-40B4-BE49-F238E27FC236}">
                      <a16:creationId xmlns:a16="http://schemas.microsoft.com/office/drawing/2014/main" id="{91F04B71-2452-7019-9706-8625951DC646}"/>
                    </a:ext>
                  </a:extLst>
                </p:cNvPr>
                <p:cNvPicPr/>
                <p:nvPr/>
              </p:nvPicPr>
              <p:blipFill>
                <a:blip r:embed="rId608"/>
                <a:stretch>
                  <a:fillRect/>
                </a:stretch>
              </p:blipFill>
              <p:spPr>
                <a:xfrm>
                  <a:off x="5425677" y="1115852"/>
                  <a:ext cx="8280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609">
              <p14:nvContentPartPr>
                <p14:cNvPr id="355" name="Ink 354">
                  <a:extLst>
                    <a:ext uri="{FF2B5EF4-FFF2-40B4-BE49-F238E27FC236}">
                      <a16:creationId xmlns:a16="http://schemas.microsoft.com/office/drawing/2014/main" id="{8D32579B-D648-F0C8-92E2-F3C51BF19D89}"/>
                    </a:ext>
                  </a:extLst>
                </p14:cNvPr>
                <p14:cNvContentPartPr/>
                <p14:nvPr/>
              </p14:nvContentPartPr>
              <p14:xfrm>
                <a:off x="4247037" y="730652"/>
                <a:ext cx="568440" cy="118440"/>
              </p14:xfrm>
            </p:contentPart>
          </mc:Choice>
          <mc:Fallback>
            <p:pic>
              <p:nvPicPr>
                <p:cNvPr id="355" name="Ink 354">
                  <a:extLst>
                    <a:ext uri="{FF2B5EF4-FFF2-40B4-BE49-F238E27FC236}">
                      <a16:creationId xmlns:a16="http://schemas.microsoft.com/office/drawing/2014/main" id="{8D32579B-D648-F0C8-92E2-F3C51BF19D89}"/>
                    </a:ext>
                  </a:extLst>
                </p:cNvPr>
                <p:cNvPicPr/>
                <p:nvPr/>
              </p:nvPicPr>
              <p:blipFill>
                <a:blip r:embed="rId610"/>
                <a:stretch>
                  <a:fillRect/>
                </a:stretch>
              </p:blipFill>
              <p:spPr>
                <a:xfrm>
                  <a:off x="4238397" y="721652"/>
                  <a:ext cx="58608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611">
              <p14:nvContentPartPr>
                <p14:cNvPr id="356" name="Ink 355">
                  <a:extLst>
                    <a:ext uri="{FF2B5EF4-FFF2-40B4-BE49-F238E27FC236}">
                      <a16:creationId xmlns:a16="http://schemas.microsoft.com/office/drawing/2014/main" id="{EC8D2915-7C3E-EEC1-4224-E2A8EB747599}"/>
                    </a:ext>
                  </a:extLst>
                </p14:cNvPr>
                <p14:cNvContentPartPr/>
                <p14:nvPr/>
              </p14:nvContentPartPr>
              <p14:xfrm>
                <a:off x="4151277" y="704012"/>
                <a:ext cx="176400" cy="150480"/>
              </p14:xfrm>
            </p:contentPart>
          </mc:Choice>
          <mc:Fallback>
            <p:pic>
              <p:nvPicPr>
                <p:cNvPr id="356" name="Ink 355">
                  <a:extLst>
                    <a:ext uri="{FF2B5EF4-FFF2-40B4-BE49-F238E27FC236}">
                      <a16:creationId xmlns:a16="http://schemas.microsoft.com/office/drawing/2014/main" id="{EC8D2915-7C3E-EEC1-4224-E2A8EB747599}"/>
                    </a:ext>
                  </a:extLst>
                </p:cNvPr>
                <p:cNvPicPr/>
                <p:nvPr/>
              </p:nvPicPr>
              <p:blipFill>
                <a:blip r:embed="rId612"/>
                <a:stretch>
                  <a:fillRect/>
                </a:stretch>
              </p:blipFill>
              <p:spPr>
                <a:xfrm>
                  <a:off x="4142637" y="695012"/>
                  <a:ext cx="194040" cy="168120"/>
                </a:xfrm>
                <a:prstGeom prst="rect">
                  <a:avLst/>
                </a:prstGeom>
              </p:spPr>
            </p:pic>
          </mc:Fallback>
        </mc:AlternateContent>
        <mc:AlternateContent xmlns:mc="http://schemas.openxmlformats.org/markup-compatibility/2006">
          <mc:Choice xmlns:p14="http://schemas.microsoft.com/office/powerpoint/2010/main" Requires="p14">
            <p:contentPart p14:bwMode="auto" r:id="rId613">
              <p14:nvContentPartPr>
                <p14:cNvPr id="376" name="Ink 375">
                  <a:extLst>
                    <a:ext uri="{FF2B5EF4-FFF2-40B4-BE49-F238E27FC236}">
                      <a16:creationId xmlns:a16="http://schemas.microsoft.com/office/drawing/2014/main" id="{7E6499E9-FC3C-CCBD-BDD7-874BC9ACDE9C}"/>
                    </a:ext>
                  </a:extLst>
                </p14:cNvPr>
                <p14:cNvContentPartPr/>
                <p14:nvPr/>
              </p14:nvContentPartPr>
              <p14:xfrm>
                <a:off x="5992677" y="149252"/>
                <a:ext cx="420480" cy="271800"/>
              </p14:xfrm>
            </p:contentPart>
          </mc:Choice>
          <mc:Fallback>
            <p:pic>
              <p:nvPicPr>
                <p:cNvPr id="376" name="Ink 375">
                  <a:extLst>
                    <a:ext uri="{FF2B5EF4-FFF2-40B4-BE49-F238E27FC236}">
                      <a16:creationId xmlns:a16="http://schemas.microsoft.com/office/drawing/2014/main" id="{7E6499E9-FC3C-CCBD-BDD7-874BC9ACDE9C}"/>
                    </a:ext>
                  </a:extLst>
                </p:cNvPr>
                <p:cNvPicPr/>
                <p:nvPr/>
              </p:nvPicPr>
              <p:blipFill>
                <a:blip r:embed="rId614"/>
                <a:stretch>
                  <a:fillRect/>
                </a:stretch>
              </p:blipFill>
              <p:spPr>
                <a:xfrm>
                  <a:off x="5984037" y="140252"/>
                  <a:ext cx="438120" cy="289440"/>
                </a:xfrm>
                <a:prstGeom prst="rect">
                  <a:avLst/>
                </a:prstGeom>
              </p:spPr>
            </p:pic>
          </mc:Fallback>
        </mc:AlternateContent>
      </p:grpSp>
      <p:grpSp>
        <p:nvGrpSpPr>
          <p:cNvPr id="378" name="Group 377">
            <a:extLst>
              <a:ext uri="{FF2B5EF4-FFF2-40B4-BE49-F238E27FC236}">
                <a16:creationId xmlns:a16="http://schemas.microsoft.com/office/drawing/2014/main" id="{7CB21EEC-1EA9-37B2-F842-709092F82FAA}"/>
              </a:ext>
            </a:extLst>
          </p:cNvPr>
          <p:cNvGrpSpPr/>
          <p:nvPr/>
        </p:nvGrpSpPr>
        <p:grpSpPr>
          <a:xfrm>
            <a:off x="10491237" y="835772"/>
            <a:ext cx="1338120" cy="526680"/>
            <a:chOff x="10491237" y="835772"/>
            <a:chExt cx="1338120" cy="526680"/>
          </a:xfrm>
        </p:grpSpPr>
        <mc:AlternateContent xmlns:mc="http://schemas.openxmlformats.org/markup-compatibility/2006">
          <mc:Choice xmlns:p14="http://schemas.microsoft.com/office/powerpoint/2010/main" Requires="p14">
            <p:contentPart p14:bwMode="auto" r:id="rId615">
              <p14:nvContentPartPr>
                <p14:cNvPr id="341" name="Ink 340">
                  <a:extLst>
                    <a:ext uri="{FF2B5EF4-FFF2-40B4-BE49-F238E27FC236}">
                      <a16:creationId xmlns:a16="http://schemas.microsoft.com/office/drawing/2014/main" id="{4959E979-5B38-36E6-8045-EE73DF1DCDD0}"/>
                    </a:ext>
                  </a:extLst>
                </p14:cNvPr>
                <p14:cNvContentPartPr/>
                <p14:nvPr/>
              </p14:nvContentPartPr>
              <p14:xfrm>
                <a:off x="10722357" y="1028012"/>
                <a:ext cx="272520" cy="254520"/>
              </p14:xfrm>
            </p:contentPart>
          </mc:Choice>
          <mc:Fallback>
            <p:pic>
              <p:nvPicPr>
                <p:cNvPr id="341" name="Ink 340">
                  <a:extLst>
                    <a:ext uri="{FF2B5EF4-FFF2-40B4-BE49-F238E27FC236}">
                      <a16:creationId xmlns:a16="http://schemas.microsoft.com/office/drawing/2014/main" id="{4959E979-5B38-36E6-8045-EE73DF1DCDD0}"/>
                    </a:ext>
                  </a:extLst>
                </p:cNvPr>
                <p:cNvPicPr/>
                <p:nvPr/>
              </p:nvPicPr>
              <p:blipFill>
                <a:blip r:embed="rId616"/>
                <a:stretch>
                  <a:fillRect/>
                </a:stretch>
              </p:blipFill>
              <p:spPr>
                <a:xfrm>
                  <a:off x="10713357" y="1019372"/>
                  <a:ext cx="290160" cy="272160"/>
                </a:xfrm>
                <a:prstGeom prst="rect">
                  <a:avLst/>
                </a:prstGeom>
              </p:spPr>
            </p:pic>
          </mc:Fallback>
        </mc:AlternateContent>
        <mc:AlternateContent xmlns:mc="http://schemas.openxmlformats.org/markup-compatibility/2006">
          <mc:Choice xmlns:p14="http://schemas.microsoft.com/office/powerpoint/2010/main" Requires="p14">
            <p:contentPart p14:bwMode="auto" r:id="rId617">
              <p14:nvContentPartPr>
                <p14:cNvPr id="342" name="Ink 341">
                  <a:extLst>
                    <a:ext uri="{FF2B5EF4-FFF2-40B4-BE49-F238E27FC236}">
                      <a16:creationId xmlns:a16="http://schemas.microsoft.com/office/drawing/2014/main" id="{3CB04DF3-B53A-3644-F1CB-0F689AE5B440}"/>
                    </a:ext>
                  </a:extLst>
                </p14:cNvPr>
                <p14:cNvContentPartPr/>
                <p14:nvPr/>
              </p14:nvContentPartPr>
              <p14:xfrm>
                <a:off x="11044557" y="1014692"/>
                <a:ext cx="202680" cy="286200"/>
              </p14:xfrm>
            </p:contentPart>
          </mc:Choice>
          <mc:Fallback>
            <p:pic>
              <p:nvPicPr>
                <p:cNvPr id="342" name="Ink 341">
                  <a:extLst>
                    <a:ext uri="{FF2B5EF4-FFF2-40B4-BE49-F238E27FC236}">
                      <a16:creationId xmlns:a16="http://schemas.microsoft.com/office/drawing/2014/main" id="{3CB04DF3-B53A-3644-F1CB-0F689AE5B440}"/>
                    </a:ext>
                  </a:extLst>
                </p:cNvPr>
                <p:cNvPicPr/>
                <p:nvPr/>
              </p:nvPicPr>
              <p:blipFill>
                <a:blip r:embed="rId618"/>
                <a:stretch>
                  <a:fillRect/>
                </a:stretch>
              </p:blipFill>
              <p:spPr>
                <a:xfrm>
                  <a:off x="11035917" y="1006052"/>
                  <a:ext cx="220320" cy="303840"/>
                </a:xfrm>
                <a:prstGeom prst="rect">
                  <a:avLst/>
                </a:prstGeom>
              </p:spPr>
            </p:pic>
          </mc:Fallback>
        </mc:AlternateContent>
        <mc:AlternateContent xmlns:mc="http://schemas.openxmlformats.org/markup-compatibility/2006">
          <mc:Choice xmlns:p14="http://schemas.microsoft.com/office/powerpoint/2010/main" Requires="p14">
            <p:contentPart p14:bwMode="auto" r:id="rId619">
              <p14:nvContentPartPr>
                <p14:cNvPr id="343" name="Ink 342">
                  <a:extLst>
                    <a:ext uri="{FF2B5EF4-FFF2-40B4-BE49-F238E27FC236}">
                      <a16:creationId xmlns:a16="http://schemas.microsoft.com/office/drawing/2014/main" id="{190EF5CA-9B90-CEE4-C7FA-B97ED2FB6191}"/>
                    </a:ext>
                  </a:extLst>
                </p14:cNvPr>
                <p14:cNvContentPartPr/>
                <p14:nvPr/>
              </p14:nvContentPartPr>
              <p14:xfrm>
                <a:off x="11075157" y="1003892"/>
                <a:ext cx="362160" cy="288720"/>
              </p14:xfrm>
            </p:contentPart>
          </mc:Choice>
          <mc:Fallback>
            <p:pic>
              <p:nvPicPr>
                <p:cNvPr id="343" name="Ink 342">
                  <a:extLst>
                    <a:ext uri="{FF2B5EF4-FFF2-40B4-BE49-F238E27FC236}">
                      <a16:creationId xmlns:a16="http://schemas.microsoft.com/office/drawing/2014/main" id="{190EF5CA-9B90-CEE4-C7FA-B97ED2FB6191}"/>
                    </a:ext>
                  </a:extLst>
                </p:cNvPr>
                <p:cNvPicPr/>
                <p:nvPr/>
              </p:nvPicPr>
              <p:blipFill>
                <a:blip r:embed="rId620"/>
                <a:stretch>
                  <a:fillRect/>
                </a:stretch>
              </p:blipFill>
              <p:spPr>
                <a:xfrm>
                  <a:off x="11066157" y="994892"/>
                  <a:ext cx="379800" cy="306360"/>
                </a:xfrm>
                <a:prstGeom prst="rect">
                  <a:avLst/>
                </a:prstGeom>
              </p:spPr>
            </p:pic>
          </mc:Fallback>
        </mc:AlternateContent>
        <mc:AlternateContent xmlns:mc="http://schemas.openxmlformats.org/markup-compatibility/2006">
          <mc:Choice xmlns:p14="http://schemas.microsoft.com/office/powerpoint/2010/main" Requires="p14">
            <p:contentPart p14:bwMode="auto" r:id="rId621">
              <p14:nvContentPartPr>
                <p14:cNvPr id="344" name="Ink 343">
                  <a:extLst>
                    <a:ext uri="{FF2B5EF4-FFF2-40B4-BE49-F238E27FC236}">
                      <a16:creationId xmlns:a16="http://schemas.microsoft.com/office/drawing/2014/main" id="{1638E36D-C266-C6FE-0AD7-98B3C160EBC3}"/>
                    </a:ext>
                  </a:extLst>
                </p14:cNvPr>
                <p14:cNvContentPartPr/>
                <p14:nvPr/>
              </p14:nvContentPartPr>
              <p14:xfrm>
                <a:off x="11426517" y="1038812"/>
                <a:ext cx="196920" cy="249120"/>
              </p14:xfrm>
            </p:contentPart>
          </mc:Choice>
          <mc:Fallback>
            <p:pic>
              <p:nvPicPr>
                <p:cNvPr id="344" name="Ink 343">
                  <a:extLst>
                    <a:ext uri="{FF2B5EF4-FFF2-40B4-BE49-F238E27FC236}">
                      <a16:creationId xmlns:a16="http://schemas.microsoft.com/office/drawing/2014/main" id="{1638E36D-C266-C6FE-0AD7-98B3C160EBC3}"/>
                    </a:ext>
                  </a:extLst>
                </p:cNvPr>
                <p:cNvPicPr/>
                <p:nvPr/>
              </p:nvPicPr>
              <p:blipFill>
                <a:blip r:embed="rId622"/>
                <a:stretch>
                  <a:fillRect/>
                </a:stretch>
              </p:blipFill>
              <p:spPr>
                <a:xfrm>
                  <a:off x="11417877" y="1030172"/>
                  <a:ext cx="21456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623">
              <p14:nvContentPartPr>
                <p14:cNvPr id="345" name="Ink 344">
                  <a:extLst>
                    <a:ext uri="{FF2B5EF4-FFF2-40B4-BE49-F238E27FC236}">
                      <a16:creationId xmlns:a16="http://schemas.microsoft.com/office/drawing/2014/main" id="{53113F83-BA89-766C-D03C-7B67A84FF980}"/>
                    </a:ext>
                  </a:extLst>
                </p14:cNvPr>
                <p14:cNvContentPartPr/>
                <p14:nvPr/>
              </p14:nvContentPartPr>
              <p14:xfrm>
                <a:off x="10491237" y="1335092"/>
                <a:ext cx="1303560" cy="27360"/>
              </p14:xfrm>
            </p:contentPart>
          </mc:Choice>
          <mc:Fallback>
            <p:pic>
              <p:nvPicPr>
                <p:cNvPr id="345" name="Ink 344">
                  <a:extLst>
                    <a:ext uri="{FF2B5EF4-FFF2-40B4-BE49-F238E27FC236}">
                      <a16:creationId xmlns:a16="http://schemas.microsoft.com/office/drawing/2014/main" id="{53113F83-BA89-766C-D03C-7B67A84FF980}"/>
                    </a:ext>
                  </a:extLst>
                </p:cNvPr>
                <p:cNvPicPr/>
                <p:nvPr/>
              </p:nvPicPr>
              <p:blipFill>
                <a:blip r:embed="rId624"/>
                <a:stretch>
                  <a:fillRect/>
                </a:stretch>
              </p:blipFill>
              <p:spPr>
                <a:xfrm>
                  <a:off x="10482237" y="1326452"/>
                  <a:ext cx="132120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625">
              <p14:nvContentPartPr>
                <p14:cNvPr id="377" name="Ink 376">
                  <a:extLst>
                    <a:ext uri="{FF2B5EF4-FFF2-40B4-BE49-F238E27FC236}">
                      <a16:creationId xmlns:a16="http://schemas.microsoft.com/office/drawing/2014/main" id="{11325C1D-F096-813B-E8E2-04FFFCF36AE3}"/>
                    </a:ext>
                  </a:extLst>
                </p14:cNvPr>
                <p14:cNvContentPartPr/>
                <p14:nvPr/>
              </p14:nvContentPartPr>
              <p14:xfrm>
                <a:off x="11557917" y="835772"/>
                <a:ext cx="271440" cy="163080"/>
              </p14:xfrm>
            </p:contentPart>
          </mc:Choice>
          <mc:Fallback>
            <p:pic>
              <p:nvPicPr>
                <p:cNvPr id="377" name="Ink 376">
                  <a:extLst>
                    <a:ext uri="{FF2B5EF4-FFF2-40B4-BE49-F238E27FC236}">
                      <a16:creationId xmlns:a16="http://schemas.microsoft.com/office/drawing/2014/main" id="{11325C1D-F096-813B-E8E2-04FFFCF36AE3}"/>
                    </a:ext>
                  </a:extLst>
                </p:cNvPr>
                <p:cNvPicPr/>
                <p:nvPr/>
              </p:nvPicPr>
              <p:blipFill>
                <a:blip r:embed="rId626"/>
                <a:stretch>
                  <a:fillRect/>
                </a:stretch>
              </p:blipFill>
              <p:spPr>
                <a:xfrm>
                  <a:off x="11548917" y="826772"/>
                  <a:ext cx="289080" cy="180720"/>
                </a:xfrm>
                <a:prstGeom prst="rect">
                  <a:avLst/>
                </a:prstGeom>
              </p:spPr>
            </p:pic>
          </mc:Fallback>
        </mc:AlternateContent>
      </p:grpSp>
    </p:spTree>
    <p:extLst>
      <p:ext uri="{BB962C8B-B14F-4D97-AF65-F5344CB8AC3E}">
        <p14:creationId xmlns:p14="http://schemas.microsoft.com/office/powerpoint/2010/main" val="1629617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36843-55B9-184A-B2C3-220C1432287B}"/>
              </a:ext>
            </a:extLst>
          </p:cNvPr>
          <p:cNvSpPr>
            <a:spLocks noGrp="1"/>
          </p:cNvSpPr>
          <p:nvPr>
            <p:ph type="title"/>
          </p:nvPr>
        </p:nvSpPr>
        <p:spPr/>
        <p:txBody>
          <a:bodyPr/>
          <a:lstStyle/>
          <a:p>
            <a:r>
              <a:rPr lang="en-IN" dirty="0"/>
              <a:t>Scaling</a:t>
            </a:r>
          </a:p>
        </p:txBody>
      </p:sp>
      <p:grpSp>
        <p:nvGrpSpPr>
          <p:cNvPr id="5" name="Group 4">
            <a:extLst>
              <a:ext uri="{FF2B5EF4-FFF2-40B4-BE49-F238E27FC236}">
                <a16:creationId xmlns:a16="http://schemas.microsoft.com/office/drawing/2014/main" id="{D8581890-2D06-2A1B-CFF3-4DADBF5E38E1}"/>
              </a:ext>
            </a:extLst>
          </p:cNvPr>
          <p:cNvGrpSpPr/>
          <p:nvPr/>
        </p:nvGrpSpPr>
        <p:grpSpPr>
          <a:xfrm>
            <a:off x="585117" y="2440652"/>
            <a:ext cx="1143360" cy="1152360"/>
            <a:chOff x="585117" y="2440652"/>
            <a:chExt cx="1143360" cy="1152360"/>
          </a:xfrm>
        </p:grpSpPr>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B67EFC31-5240-B8EC-962B-767B8739A39C}"/>
                    </a:ext>
                  </a:extLst>
                </p14:cNvPr>
                <p14:cNvContentPartPr/>
                <p14:nvPr/>
              </p14:nvContentPartPr>
              <p14:xfrm>
                <a:off x="585117" y="2440652"/>
                <a:ext cx="1143360" cy="1152360"/>
              </p14:xfrm>
            </p:contentPart>
          </mc:Choice>
          <mc:Fallback>
            <p:pic>
              <p:nvPicPr>
                <p:cNvPr id="3" name="Ink 2">
                  <a:extLst>
                    <a:ext uri="{FF2B5EF4-FFF2-40B4-BE49-F238E27FC236}">
                      <a16:creationId xmlns:a16="http://schemas.microsoft.com/office/drawing/2014/main" id="{B67EFC31-5240-B8EC-962B-767B8739A39C}"/>
                    </a:ext>
                  </a:extLst>
                </p:cNvPr>
                <p:cNvPicPr/>
                <p:nvPr/>
              </p:nvPicPr>
              <p:blipFill>
                <a:blip r:embed="rId3"/>
                <a:stretch>
                  <a:fillRect/>
                </a:stretch>
              </p:blipFill>
              <p:spPr>
                <a:xfrm>
                  <a:off x="576117" y="2431652"/>
                  <a:ext cx="1161000" cy="1170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34F8A96C-AA02-8AC3-7448-7CAFE370D0EF}"/>
                    </a:ext>
                  </a:extLst>
                </p14:cNvPr>
                <p14:cNvContentPartPr/>
                <p14:nvPr/>
              </p14:nvContentPartPr>
              <p14:xfrm>
                <a:off x="1039077" y="2982812"/>
                <a:ext cx="12960" cy="186120"/>
              </p14:xfrm>
            </p:contentPart>
          </mc:Choice>
          <mc:Fallback>
            <p:pic>
              <p:nvPicPr>
                <p:cNvPr id="4" name="Ink 3">
                  <a:extLst>
                    <a:ext uri="{FF2B5EF4-FFF2-40B4-BE49-F238E27FC236}">
                      <a16:creationId xmlns:a16="http://schemas.microsoft.com/office/drawing/2014/main" id="{34F8A96C-AA02-8AC3-7448-7CAFE370D0EF}"/>
                    </a:ext>
                  </a:extLst>
                </p:cNvPr>
                <p:cNvPicPr/>
                <p:nvPr/>
              </p:nvPicPr>
              <p:blipFill>
                <a:blip r:embed="rId5"/>
                <a:stretch>
                  <a:fillRect/>
                </a:stretch>
              </p:blipFill>
              <p:spPr>
                <a:xfrm>
                  <a:off x="1030437" y="2974172"/>
                  <a:ext cx="30600" cy="203760"/>
                </a:xfrm>
                <a:prstGeom prst="rect">
                  <a:avLst/>
                </a:prstGeom>
              </p:spPr>
            </p:pic>
          </mc:Fallback>
        </mc:AlternateContent>
      </p:grpSp>
      <p:grpSp>
        <p:nvGrpSpPr>
          <p:cNvPr id="17" name="Group 16">
            <a:extLst>
              <a:ext uri="{FF2B5EF4-FFF2-40B4-BE49-F238E27FC236}">
                <a16:creationId xmlns:a16="http://schemas.microsoft.com/office/drawing/2014/main" id="{9461576D-8ADB-05DD-2B54-53D78952DAA8}"/>
              </a:ext>
            </a:extLst>
          </p:cNvPr>
          <p:cNvGrpSpPr/>
          <p:nvPr/>
        </p:nvGrpSpPr>
        <p:grpSpPr>
          <a:xfrm>
            <a:off x="1160397" y="4301852"/>
            <a:ext cx="3062880" cy="830880"/>
            <a:chOff x="1160397" y="4301852"/>
            <a:chExt cx="3062880" cy="830880"/>
          </a:xfrm>
        </p:grpSpPr>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0E92154E-FBAA-68A1-18F7-6408B32C86A6}"/>
                    </a:ext>
                  </a:extLst>
                </p14:cNvPr>
                <p14:cNvContentPartPr/>
                <p14:nvPr/>
              </p14:nvContentPartPr>
              <p14:xfrm>
                <a:off x="1160397" y="4394012"/>
                <a:ext cx="358560" cy="336240"/>
              </p14:xfrm>
            </p:contentPart>
          </mc:Choice>
          <mc:Fallback>
            <p:pic>
              <p:nvPicPr>
                <p:cNvPr id="6" name="Ink 5">
                  <a:extLst>
                    <a:ext uri="{FF2B5EF4-FFF2-40B4-BE49-F238E27FC236}">
                      <a16:creationId xmlns:a16="http://schemas.microsoft.com/office/drawing/2014/main" id="{0E92154E-FBAA-68A1-18F7-6408B32C86A6}"/>
                    </a:ext>
                  </a:extLst>
                </p:cNvPr>
                <p:cNvPicPr/>
                <p:nvPr/>
              </p:nvPicPr>
              <p:blipFill>
                <a:blip r:embed="rId7"/>
                <a:stretch>
                  <a:fillRect/>
                </a:stretch>
              </p:blipFill>
              <p:spPr>
                <a:xfrm>
                  <a:off x="1151397" y="4385012"/>
                  <a:ext cx="376200" cy="3538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D1516B6F-C547-8EFC-D585-E47B531C4CF2}"/>
                    </a:ext>
                  </a:extLst>
                </p14:cNvPr>
                <p14:cNvContentPartPr/>
                <p14:nvPr/>
              </p14:nvContentPartPr>
              <p14:xfrm>
                <a:off x="1176957" y="4765532"/>
                <a:ext cx="378360" cy="238680"/>
              </p14:xfrm>
            </p:contentPart>
          </mc:Choice>
          <mc:Fallback>
            <p:pic>
              <p:nvPicPr>
                <p:cNvPr id="7" name="Ink 6">
                  <a:extLst>
                    <a:ext uri="{FF2B5EF4-FFF2-40B4-BE49-F238E27FC236}">
                      <a16:creationId xmlns:a16="http://schemas.microsoft.com/office/drawing/2014/main" id="{D1516B6F-C547-8EFC-D585-E47B531C4CF2}"/>
                    </a:ext>
                  </a:extLst>
                </p:cNvPr>
                <p:cNvPicPr/>
                <p:nvPr/>
              </p:nvPicPr>
              <p:blipFill>
                <a:blip r:embed="rId9"/>
                <a:stretch>
                  <a:fillRect/>
                </a:stretch>
              </p:blipFill>
              <p:spPr>
                <a:xfrm>
                  <a:off x="1168317" y="4756532"/>
                  <a:ext cx="39600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4C89F496-FE99-1D8B-49CF-0C4A889E1253}"/>
                    </a:ext>
                  </a:extLst>
                </p14:cNvPr>
                <p14:cNvContentPartPr/>
                <p14:nvPr/>
              </p14:nvContentPartPr>
              <p14:xfrm>
                <a:off x="1757637" y="4340012"/>
                <a:ext cx="321480" cy="264240"/>
              </p14:xfrm>
            </p:contentPart>
          </mc:Choice>
          <mc:Fallback>
            <p:pic>
              <p:nvPicPr>
                <p:cNvPr id="8" name="Ink 7">
                  <a:extLst>
                    <a:ext uri="{FF2B5EF4-FFF2-40B4-BE49-F238E27FC236}">
                      <a16:creationId xmlns:a16="http://schemas.microsoft.com/office/drawing/2014/main" id="{4C89F496-FE99-1D8B-49CF-0C4A889E1253}"/>
                    </a:ext>
                  </a:extLst>
                </p:cNvPr>
                <p:cNvPicPr/>
                <p:nvPr/>
              </p:nvPicPr>
              <p:blipFill>
                <a:blip r:embed="rId11"/>
                <a:stretch>
                  <a:fillRect/>
                </a:stretch>
              </p:blipFill>
              <p:spPr>
                <a:xfrm>
                  <a:off x="1748997" y="4331372"/>
                  <a:ext cx="339120" cy="28188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5C342888-099C-3273-C6BF-0753C5F573D3}"/>
                    </a:ext>
                  </a:extLst>
                </p14:cNvPr>
                <p14:cNvContentPartPr/>
                <p14:nvPr/>
              </p14:nvContentPartPr>
              <p14:xfrm>
                <a:off x="1764117" y="4777412"/>
                <a:ext cx="336960" cy="241560"/>
              </p14:xfrm>
            </p:contentPart>
          </mc:Choice>
          <mc:Fallback>
            <p:pic>
              <p:nvPicPr>
                <p:cNvPr id="9" name="Ink 8">
                  <a:extLst>
                    <a:ext uri="{FF2B5EF4-FFF2-40B4-BE49-F238E27FC236}">
                      <a16:creationId xmlns:a16="http://schemas.microsoft.com/office/drawing/2014/main" id="{5C342888-099C-3273-C6BF-0753C5F573D3}"/>
                    </a:ext>
                  </a:extLst>
                </p:cNvPr>
                <p:cNvPicPr/>
                <p:nvPr/>
              </p:nvPicPr>
              <p:blipFill>
                <a:blip r:embed="rId13"/>
                <a:stretch>
                  <a:fillRect/>
                </a:stretch>
              </p:blipFill>
              <p:spPr>
                <a:xfrm>
                  <a:off x="1755117" y="4768772"/>
                  <a:ext cx="35460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1" name="Ink 10">
                  <a:extLst>
                    <a:ext uri="{FF2B5EF4-FFF2-40B4-BE49-F238E27FC236}">
                      <a16:creationId xmlns:a16="http://schemas.microsoft.com/office/drawing/2014/main" id="{89DA1F4C-7942-20D7-FCD1-A62C3C4569BF}"/>
                    </a:ext>
                  </a:extLst>
                </p14:cNvPr>
                <p14:cNvContentPartPr/>
                <p14:nvPr/>
              </p14:nvContentPartPr>
              <p14:xfrm>
                <a:off x="2448117" y="4375292"/>
                <a:ext cx="313920" cy="268920"/>
              </p14:xfrm>
            </p:contentPart>
          </mc:Choice>
          <mc:Fallback>
            <p:pic>
              <p:nvPicPr>
                <p:cNvPr id="11" name="Ink 10">
                  <a:extLst>
                    <a:ext uri="{FF2B5EF4-FFF2-40B4-BE49-F238E27FC236}">
                      <a16:creationId xmlns:a16="http://schemas.microsoft.com/office/drawing/2014/main" id="{89DA1F4C-7942-20D7-FCD1-A62C3C4569BF}"/>
                    </a:ext>
                  </a:extLst>
                </p:cNvPr>
                <p:cNvPicPr/>
                <p:nvPr/>
              </p:nvPicPr>
              <p:blipFill>
                <a:blip r:embed="rId15"/>
                <a:stretch>
                  <a:fillRect/>
                </a:stretch>
              </p:blipFill>
              <p:spPr>
                <a:xfrm>
                  <a:off x="2439117" y="4366652"/>
                  <a:ext cx="331560" cy="2865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2" name="Ink 11">
                  <a:extLst>
                    <a:ext uri="{FF2B5EF4-FFF2-40B4-BE49-F238E27FC236}">
                      <a16:creationId xmlns:a16="http://schemas.microsoft.com/office/drawing/2014/main" id="{8F3D2FB3-8C21-D7D1-1021-98DAF041608F}"/>
                    </a:ext>
                  </a:extLst>
                </p14:cNvPr>
                <p14:cNvContentPartPr/>
                <p14:nvPr/>
              </p14:nvContentPartPr>
              <p14:xfrm>
                <a:off x="2433357" y="4809092"/>
                <a:ext cx="403200" cy="290880"/>
              </p14:xfrm>
            </p:contentPart>
          </mc:Choice>
          <mc:Fallback>
            <p:pic>
              <p:nvPicPr>
                <p:cNvPr id="12" name="Ink 11">
                  <a:extLst>
                    <a:ext uri="{FF2B5EF4-FFF2-40B4-BE49-F238E27FC236}">
                      <a16:creationId xmlns:a16="http://schemas.microsoft.com/office/drawing/2014/main" id="{8F3D2FB3-8C21-D7D1-1021-98DAF041608F}"/>
                    </a:ext>
                  </a:extLst>
                </p:cNvPr>
                <p:cNvPicPr/>
                <p:nvPr/>
              </p:nvPicPr>
              <p:blipFill>
                <a:blip r:embed="rId17"/>
                <a:stretch>
                  <a:fillRect/>
                </a:stretch>
              </p:blipFill>
              <p:spPr>
                <a:xfrm>
                  <a:off x="2424717" y="4800452"/>
                  <a:ext cx="42084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3" name="Ink 12">
                  <a:extLst>
                    <a:ext uri="{FF2B5EF4-FFF2-40B4-BE49-F238E27FC236}">
                      <a16:creationId xmlns:a16="http://schemas.microsoft.com/office/drawing/2014/main" id="{A0E45DBB-6585-0C84-9266-50EBE8654B8E}"/>
                    </a:ext>
                  </a:extLst>
                </p14:cNvPr>
                <p14:cNvContentPartPr/>
                <p14:nvPr/>
              </p14:nvContentPartPr>
              <p14:xfrm>
                <a:off x="3162717" y="4301852"/>
                <a:ext cx="324360" cy="282600"/>
              </p14:xfrm>
            </p:contentPart>
          </mc:Choice>
          <mc:Fallback>
            <p:pic>
              <p:nvPicPr>
                <p:cNvPr id="13" name="Ink 12">
                  <a:extLst>
                    <a:ext uri="{FF2B5EF4-FFF2-40B4-BE49-F238E27FC236}">
                      <a16:creationId xmlns:a16="http://schemas.microsoft.com/office/drawing/2014/main" id="{A0E45DBB-6585-0C84-9266-50EBE8654B8E}"/>
                    </a:ext>
                  </a:extLst>
                </p:cNvPr>
                <p:cNvPicPr/>
                <p:nvPr/>
              </p:nvPicPr>
              <p:blipFill>
                <a:blip r:embed="rId19"/>
                <a:stretch>
                  <a:fillRect/>
                </a:stretch>
              </p:blipFill>
              <p:spPr>
                <a:xfrm>
                  <a:off x="3154077" y="4292852"/>
                  <a:ext cx="342000" cy="3002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4" name="Ink 13">
                  <a:extLst>
                    <a:ext uri="{FF2B5EF4-FFF2-40B4-BE49-F238E27FC236}">
                      <a16:creationId xmlns:a16="http://schemas.microsoft.com/office/drawing/2014/main" id="{F38025D5-37B8-E980-5C54-75CCBAE92B54}"/>
                    </a:ext>
                  </a:extLst>
                </p14:cNvPr>
                <p14:cNvContentPartPr/>
                <p14:nvPr/>
              </p14:nvContentPartPr>
              <p14:xfrm>
                <a:off x="3171357" y="4731332"/>
                <a:ext cx="394560" cy="352080"/>
              </p14:xfrm>
            </p:contentPart>
          </mc:Choice>
          <mc:Fallback>
            <p:pic>
              <p:nvPicPr>
                <p:cNvPr id="14" name="Ink 13">
                  <a:extLst>
                    <a:ext uri="{FF2B5EF4-FFF2-40B4-BE49-F238E27FC236}">
                      <a16:creationId xmlns:a16="http://schemas.microsoft.com/office/drawing/2014/main" id="{F38025D5-37B8-E980-5C54-75CCBAE92B54}"/>
                    </a:ext>
                  </a:extLst>
                </p:cNvPr>
                <p:cNvPicPr/>
                <p:nvPr/>
              </p:nvPicPr>
              <p:blipFill>
                <a:blip r:embed="rId21"/>
                <a:stretch>
                  <a:fillRect/>
                </a:stretch>
              </p:blipFill>
              <p:spPr>
                <a:xfrm>
                  <a:off x="3162357" y="4722332"/>
                  <a:ext cx="412200" cy="3697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2AB0B979-9E7B-20BB-9405-DC3248E23192}"/>
                    </a:ext>
                  </a:extLst>
                </p14:cNvPr>
                <p14:cNvContentPartPr/>
                <p14:nvPr/>
              </p14:nvContentPartPr>
              <p14:xfrm>
                <a:off x="3862197" y="4315172"/>
                <a:ext cx="336240" cy="305640"/>
              </p14:xfrm>
            </p:contentPart>
          </mc:Choice>
          <mc:Fallback>
            <p:pic>
              <p:nvPicPr>
                <p:cNvPr id="15" name="Ink 14">
                  <a:extLst>
                    <a:ext uri="{FF2B5EF4-FFF2-40B4-BE49-F238E27FC236}">
                      <a16:creationId xmlns:a16="http://schemas.microsoft.com/office/drawing/2014/main" id="{2AB0B979-9E7B-20BB-9405-DC3248E23192}"/>
                    </a:ext>
                  </a:extLst>
                </p:cNvPr>
                <p:cNvPicPr/>
                <p:nvPr/>
              </p:nvPicPr>
              <p:blipFill>
                <a:blip r:embed="rId23"/>
                <a:stretch>
                  <a:fillRect/>
                </a:stretch>
              </p:blipFill>
              <p:spPr>
                <a:xfrm>
                  <a:off x="3853197" y="4306532"/>
                  <a:ext cx="353880" cy="3232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77ECB8F2-1725-0D94-087F-94A94CB52319}"/>
                    </a:ext>
                  </a:extLst>
                </p14:cNvPr>
                <p14:cNvContentPartPr/>
                <p14:nvPr/>
              </p14:nvContentPartPr>
              <p14:xfrm>
                <a:off x="3899277" y="4764812"/>
                <a:ext cx="324000" cy="367920"/>
              </p14:xfrm>
            </p:contentPart>
          </mc:Choice>
          <mc:Fallback>
            <p:pic>
              <p:nvPicPr>
                <p:cNvPr id="16" name="Ink 15">
                  <a:extLst>
                    <a:ext uri="{FF2B5EF4-FFF2-40B4-BE49-F238E27FC236}">
                      <a16:creationId xmlns:a16="http://schemas.microsoft.com/office/drawing/2014/main" id="{77ECB8F2-1725-0D94-087F-94A94CB52319}"/>
                    </a:ext>
                  </a:extLst>
                </p:cNvPr>
                <p:cNvPicPr/>
                <p:nvPr/>
              </p:nvPicPr>
              <p:blipFill>
                <a:blip r:embed="rId25"/>
                <a:stretch>
                  <a:fillRect/>
                </a:stretch>
              </p:blipFill>
              <p:spPr>
                <a:xfrm>
                  <a:off x="3890277" y="4756172"/>
                  <a:ext cx="341640" cy="385560"/>
                </a:xfrm>
                <a:prstGeom prst="rect">
                  <a:avLst/>
                </a:prstGeom>
              </p:spPr>
            </p:pic>
          </mc:Fallback>
        </mc:AlternateContent>
      </p:grpSp>
      <p:grpSp>
        <p:nvGrpSpPr>
          <p:cNvPr id="57" name="Group 56">
            <a:extLst>
              <a:ext uri="{FF2B5EF4-FFF2-40B4-BE49-F238E27FC236}">
                <a16:creationId xmlns:a16="http://schemas.microsoft.com/office/drawing/2014/main" id="{F533AC27-DA20-B127-A4E1-489D4DA549DC}"/>
              </a:ext>
            </a:extLst>
          </p:cNvPr>
          <p:cNvGrpSpPr/>
          <p:nvPr/>
        </p:nvGrpSpPr>
        <p:grpSpPr>
          <a:xfrm>
            <a:off x="7834077" y="4110332"/>
            <a:ext cx="1652400" cy="1167120"/>
            <a:chOff x="7834077" y="4110332"/>
            <a:chExt cx="1652400" cy="1167120"/>
          </a:xfrm>
        </p:grpSpPr>
        <mc:AlternateContent xmlns:mc="http://schemas.openxmlformats.org/markup-compatibility/2006">
          <mc:Choice xmlns:p14="http://schemas.microsoft.com/office/powerpoint/2010/main" Requires="p14">
            <p:contentPart p14:bwMode="auto" r:id="rId26">
              <p14:nvContentPartPr>
                <p14:cNvPr id="46" name="Ink 45">
                  <a:extLst>
                    <a:ext uri="{FF2B5EF4-FFF2-40B4-BE49-F238E27FC236}">
                      <a16:creationId xmlns:a16="http://schemas.microsoft.com/office/drawing/2014/main" id="{FDB8888E-7C22-3B50-AEDF-A547F49C420B}"/>
                    </a:ext>
                  </a:extLst>
                </p14:cNvPr>
                <p14:cNvContentPartPr/>
                <p14:nvPr/>
              </p14:nvContentPartPr>
              <p14:xfrm>
                <a:off x="7834077" y="4110332"/>
                <a:ext cx="1652400" cy="1167120"/>
              </p14:xfrm>
            </p:contentPart>
          </mc:Choice>
          <mc:Fallback>
            <p:pic>
              <p:nvPicPr>
                <p:cNvPr id="46" name="Ink 45">
                  <a:extLst>
                    <a:ext uri="{FF2B5EF4-FFF2-40B4-BE49-F238E27FC236}">
                      <a16:creationId xmlns:a16="http://schemas.microsoft.com/office/drawing/2014/main" id="{FDB8888E-7C22-3B50-AEDF-A547F49C420B}"/>
                    </a:ext>
                  </a:extLst>
                </p:cNvPr>
                <p:cNvPicPr/>
                <p:nvPr/>
              </p:nvPicPr>
              <p:blipFill>
                <a:blip r:embed="rId27"/>
                <a:stretch>
                  <a:fillRect/>
                </a:stretch>
              </p:blipFill>
              <p:spPr>
                <a:xfrm>
                  <a:off x="7825437" y="4101692"/>
                  <a:ext cx="1670040" cy="11847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47" name="Ink 46">
                  <a:extLst>
                    <a:ext uri="{FF2B5EF4-FFF2-40B4-BE49-F238E27FC236}">
                      <a16:creationId xmlns:a16="http://schemas.microsoft.com/office/drawing/2014/main" id="{75095B40-EA15-87CD-CA64-F12325E22ED6}"/>
                    </a:ext>
                  </a:extLst>
                </p14:cNvPr>
                <p14:cNvContentPartPr/>
                <p14:nvPr/>
              </p14:nvContentPartPr>
              <p14:xfrm>
                <a:off x="8025597" y="4365212"/>
                <a:ext cx="407160" cy="425880"/>
              </p14:xfrm>
            </p:contentPart>
          </mc:Choice>
          <mc:Fallback>
            <p:pic>
              <p:nvPicPr>
                <p:cNvPr id="47" name="Ink 46">
                  <a:extLst>
                    <a:ext uri="{FF2B5EF4-FFF2-40B4-BE49-F238E27FC236}">
                      <a16:creationId xmlns:a16="http://schemas.microsoft.com/office/drawing/2014/main" id="{75095B40-EA15-87CD-CA64-F12325E22ED6}"/>
                    </a:ext>
                  </a:extLst>
                </p:cNvPr>
                <p:cNvPicPr/>
                <p:nvPr/>
              </p:nvPicPr>
              <p:blipFill>
                <a:blip r:embed="rId29"/>
                <a:stretch>
                  <a:fillRect/>
                </a:stretch>
              </p:blipFill>
              <p:spPr>
                <a:xfrm>
                  <a:off x="8016957" y="4356572"/>
                  <a:ext cx="424800" cy="4435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48" name="Ink 47">
                  <a:extLst>
                    <a:ext uri="{FF2B5EF4-FFF2-40B4-BE49-F238E27FC236}">
                      <a16:creationId xmlns:a16="http://schemas.microsoft.com/office/drawing/2014/main" id="{635B31FC-D4DD-7894-BE87-1D7E8D108679}"/>
                    </a:ext>
                  </a:extLst>
                </p14:cNvPr>
                <p14:cNvContentPartPr/>
                <p14:nvPr/>
              </p14:nvContentPartPr>
              <p14:xfrm>
                <a:off x="8525997" y="4374212"/>
                <a:ext cx="111240" cy="329400"/>
              </p14:xfrm>
            </p:contentPart>
          </mc:Choice>
          <mc:Fallback>
            <p:pic>
              <p:nvPicPr>
                <p:cNvPr id="48" name="Ink 47">
                  <a:extLst>
                    <a:ext uri="{FF2B5EF4-FFF2-40B4-BE49-F238E27FC236}">
                      <a16:creationId xmlns:a16="http://schemas.microsoft.com/office/drawing/2014/main" id="{635B31FC-D4DD-7894-BE87-1D7E8D108679}"/>
                    </a:ext>
                  </a:extLst>
                </p:cNvPr>
                <p:cNvPicPr/>
                <p:nvPr/>
              </p:nvPicPr>
              <p:blipFill>
                <a:blip r:embed="rId31"/>
                <a:stretch>
                  <a:fillRect/>
                </a:stretch>
              </p:blipFill>
              <p:spPr>
                <a:xfrm>
                  <a:off x="8517357" y="4365572"/>
                  <a:ext cx="12888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50" name="Ink 49">
                  <a:extLst>
                    <a:ext uri="{FF2B5EF4-FFF2-40B4-BE49-F238E27FC236}">
                      <a16:creationId xmlns:a16="http://schemas.microsoft.com/office/drawing/2014/main" id="{A237F98D-D593-9336-1C07-9E3A7011DE0A}"/>
                    </a:ext>
                  </a:extLst>
                </p14:cNvPr>
                <p14:cNvContentPartPr/>
                <p14:nvPr/>
              </p14:nvContentPartPr>
              <p14:xfrm>
                <a:off x="8676837" y="4833932"/>
                <a:ext cx="116640" cy="219600"/>
              </p14:xfrm>
            </p:contentPart>
          </mc:Choice>
          <mc:Fallback>
            <p:pic>
              <p:nvPicPr>
                <p:cNvPr id="50" name="Ink 49">
                  <a:extLst>
                    <a:ext uri="{FF2B5EF4-FFF2-40B4-BE49-F238E27FC236}">
                      <a16:creationId xmlns:a16="http://schemas.microsoft.com/office/drawing/2014/main" id="{A237F98D-D593-9336-1C07-9E3A7011DE0A}"/>
                    </a:ext>
                  </a:extLst>
                </p:cNvPr>
                <p:cNvPicPr/>
                <p:nvPr/>
              </p:nvPicPr>
              <p:blipFill>
                <a:blip r:embed="rId33"/>
                <a:stretch>
                  <a:fillRect/>
                </a:stretch>
              </p:blipFill>
              <p:spPr>
                <a:xfrm>
                  <a:off x="8668197" y="4824932"/>
                  <a:ext cx="13428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51" name="Ink 50">
                  <a:extLst>
                    <a:ext uri="{FF2B5EF4-FFF2-40B4-BE49-F238E27FC236}">
                      <a16:creationId xmlns:a16="http://schemas.microsoft.com/office/drawing/2014/main" id="{3E22D3E9-3E01-EA00-F312-DD24A0752946}"/>
                    </a:ext>
                  </a:extLst>
                </p14:cNvPr>
                <p14:cNvContentPartPr/>
                <p14:nvPr/>
              </p14:nvContentPartPr>
              <p14:xfrm>
                <a:off x="8879877" y="4841492"/>
                <a:ext cx="126360" cy="164160"/>
              </p14:xfrm>
            </p:contentPart>
          </mc:Choice>
          <mc:Fallback>
            <p:pic>
              <p:nvPicPr>
                <p:cNvPr id="51" name="Ink 50">
                  <a:extLst>
                    <a:ext uri="{FF2B5EF4-FFF2-40B4-BE49-F238E27FC236}">
                      <a16:creationId xmlns:a16="http://schemas.microsoft.com/office/drawing/2014/main" id="{3E22D3E9-3E01-EA00-F312-DD24A0752946}"/>
                    </a:ext>
                  </a:extLst>
                </p:cNvPr>
                <p:cNvPicPr/>
                <p:nvPr/>
              </p:nvPicPr>
              <p:blipFill>
                <a:blip r:embed="rId35"/>
                <a:stretch>
                  <a:fillRect/>
                </a:stretch>
              </p:blipFill>
              <p:spPr>
                <a:xfrm>
                  <a:off x="8871237" y="4832492"/>
                  <a:ext cx="144000" cy="1818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53" name="Ink 52">
                  <a:extLst>
                    <a:ext uri="{FF2B5EF4-FFF2-40B4-BE49-F238E27FC236}">
                      <a16:creationId xmlns:a16="http://schemas.microsoft.com/office/drawing/2014/main" id="{F7835512-706C-3B26-AEA9-C92372451B0D}"/>
                    </a:ext>
                  </a:extLst>
                </p14:cNvPr>
                <p14:cNvContentPartPr/>
                <p14:nvPr/>
              </p14:nvContentPartPr>
              <p14:xfrm>
                <a:off x="8703117" y="4845452"/>
                <a:ext cx="32760" cy="231120"/>
              </p14:xfrm>
            </p:contentPart>
          </mc:Choice>
          <mc:Fallback>
            <p:pic>
              <p:nvPicPr>
                <p:cNvPr id="53" name="Ink 52">
                  <a:extLst>
                    <a:ext uri="{FF2B5EF4-FFF2-40B4-BE49-F238E27FC236}">
                      <a16:creationId xmlns:a16="http://schemas.microsoft.com/office/drawing/2014/main" id="{F7835512-706C-3B26-AEA9-C92372451B0D}"/>
                    </a:ext>
                  </a:extLst>
                </p:cNvPr>
                <p:cNvPicPr/>
                <p:nvPr/>
              </p:nvPicPr>
              <p:blipFill>
                <a:blip r:embed="rId37"/>
                <a:stretch>
                  <a:fillRect/>
                </a:stretch>
              </p:blipFill>
              <p:spPr>
                <a:xfrm>
                  <a:off x="8694117" y="4836452"/>
                  <a:ext cx="5040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54" name="Ink 53">
                  <a:extLst>
                    <a:ext uri="{FF2B5EF4-FFF2-40B4-BE49-F238E27FC236}">
                      <a16:creationId xmlns:a16="http://schemas.microsoft.com/office/drawing/2014/main" id="{F4BC8876-E478-C15B-49F4-0C84D14F692D}"/>
                    </a:ext>
                  </a:extLst>
                </p14:cNvPr>
                <p14:cNvContentPartPr/>
                <p14:nvPr/>
              </p14:nvContentPartPr>
              <p14:xfrm>
                <a:off x="8912637" y="4871012"/>
                <a:ext cx="1440" cy="30240"/>
              </p14:xfrm>
            </p:contentPart>
          </mc:Choice>
          <mc:Fallback>
            <p:pic>
              <p:nvPicPr>
                <p:cNvPr id="54" name="Ink 53">
                  <a:extLst>
                    <a:ext uri="{FF2B5EF4-FFF2-40B4-BE49-F238E27FC236}">
                      <a16:creationId xmlns:a16="http://schemas.microsoft.com/office/drawing/2014/main" id="{F4BC8876-E478-C15B-49F4-0C84D14F692D}"/>
                    </a:ext>
                  </a:extLst>
                </p:cNvPr>
                <p:cNvPicPr/>
                <p:nvPr/>
              </p:nvPicPr>
              <p:blipFill>
                <a:blip r:embed="rId39"/>
                <a:stretch>
                  <a:fillRect/>
                </a:stretch>
              </p:blipFill>
              <p:spPr>
                <a:xfrm>
                  <a:off x="8903637" y="4862012"/>
                  <a:ext cx="1908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55" name="Ink 54">
                  <a:extLst>
                    <a:ext uri="{FF2B5EF4-FFF2-40B4-BE49-F238E27FC236}">
                      <a16:creationId xmlns:a16="http://schemas.microsoft.com/office/drawing/2014/main" id="{4AC37E08-3E7E-88A0-FC0E-66391C74618B}"/>
                    </a:ext>
                  </a:extLst>
                </p14:cNvPr>
                <p14:cNvContentPartPr/>
                <p14:nvPr/>
              </p14:nvContentPartPr>
              <p14:xfrm>
                <a:off x="9012357" y="4924292"/>
                <a:ext cx="33480" cy="194760"/>
              </p14:xfrm>
            </p:contentPart>
          </mc:Choice>
          <mc:Fallback>
            <p:pic>
              <p:nvPicPr>
                <p:cNvPr id="55" name="Ink 54">
                  <a:extLst>
                    <a:ext uri="{FF2B5EF4-FFF2-40B4-BE49-F238E27FC236}">
                      <a16:creationId xmlns:a16="http://schemas.microsoft.com/office/drawing/2014/main" id="{4AC37E08-3E7E-88A0-FC0E-66391C74618B}"/>
                    </a:ext>
                  </a:extLst>
                </p:cNvPr>
                <p:cNvPicPr/>
                <p:nvPr/>
              </p:nvPicPr>
              <p:blipFill>
                <a:blip r:embed="rId41"/>
                <a:stretch>
                  <a:fillRect/>
                </a:stretch>
              </p:blipFill>
              <p:spPr>
                <a:xfrm>
                  <a:off x="9003357" y="4915292"/>
                  <a:ext cx="5112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56" name="Ink 55">
                  <a:extLst>
                    <a:ext uri="{FF2B5EF4-FFF2-40B4-BE49-F238E27FC236}">
                      <a16:creationId xmlns:a16="http://schemas.microsoft.com/office/drawing/2014/main" id="{4D1DEAF5-0813-9902-8745-639467101AD0}"/>
                    </a:ext>
                  </a:extLst>
                </p14:cNvPr>
                <p14:cNvContentPartPr/>
                <p14:nvPr/>
              </p14:nvContentPartPr>
              <p14:xfrm>
                <a:off x="9156357" y="4859132"/>
                <a:ext cx="191520" cy="246240"/>
              </p14:xfrm>
            </p:contentPart>
          </mc:Choice>
          <mc:Fallback>
            <p:pic>
              <p:nvPicPr>
                <p:cNvPr id="56" name="Ink 55">
                  <a:extLst>
                    <a:ext uri="{FF2B5EF4-FFF2-40B4-BE49-F238E27FC236}">
                      <a16:creationId xmlns:a16="http://schemas.microsoft.com/office/drawing/2014/main" id="{4D1DEAF5-0813-9902-8745-639467101AD0}"/>
                    </a:ext>
                  </a:extLst>
                </p:cNvPr>
                <p:cNvPicPr/>
                <p:nvPr/>
              </p:nvPicPr>
              <p:blipFill>
                <a:blip r:embed="rId43"/>
                <a:stretch>
                  <a:fillRect/>
                </a:stretch>
              </p:blipFill>
              <p:spPr>
                <a:xfrm>
                  <a:off x="9147717" y="4850492"/>
                  <a:ext cx="209160" cy="263880"/>
                </a:xfrm>
                <a:prstGeom prst="rect">
                  <a:avLst/>
                </a:prstGeom>
              </p:spPr>
            </p:pic>
          </mc:Fallback>
        </mc:AlternateContent>
      </p:grpSp>
      <p:grpSp>
        <p:nvGrpSpPr>
          <p:cNvPr id="62" name="Group 61">
            <a:extLst>
              <a:ext uri="{FF2B5EF4-FFF2-40B4-BE49-F238E27FC236}">
                <a16:creationId xmlns:a16="http://schemas.microsoft.com/office/drawing/2014/main" id="{80572C4F-565C-02F6-14C4-3918F62B7179}"/>
              </a:ext>
            </a:extLst>
          </p:cNvPr>
          <p:cNvGrpSpPr/>
          <p:nvPr/>
        </p:nvGrpSpPr>
        <p:grpSpPr>
          <a:xfrm>
            <a:off x="10749717" y="4041932"/>
            <a:ext cx="393480" cy="523080"/>
            <a:chOff x="10749717" y="4041932"/>
            <a:chExt cx="393480" cy="523080"/>
          </a:xfrm>
        </p:grpSpPr>
        <mc:AlternateContent xmlns:mc="http://schemas.openxmlformats.org/markup-compatibility/2006">
          <mc:Choice xmlns:p14="http://schemas.microsoft.com/office/powerpoint/2010/main" Requires="p14">
            <p:contentPart p14:bwMode="auto" r:id="rId44">
              <p14:nvContentPartPr>
                <p14:cNvPr id="58" name="Ink 57">
                  <a:extLst>
                    <a:ext uri="{FF2B5EF4-FFF2-40B4-BE49-F238E27FC236}">
                      <a16:creationId xmlns:a16="http://schemas.microsoft.com/office/drawing/2014/main" id="{D57F8720-4C99-92EB-6EC3-BD2778B1A20D}"/>
                    </a:ext>
                  </a:extLst>
                </p14:cNvPr>
                <p14:cNvContentPartPr/>
                <p14:nvPr/>
              </p14:nvContentPartPr>
              <p14:xfrm>
                <a:off x="10761957" y="4041932"/>
                <a:ext cx="324360" cy="214560"/>
              </p14:xfrm>
            </p:contentPart>
          </mc:Choice>
          <mc:Fallback>
            <p:pic>
              <p:nvPicPr>
                <p:cNvPr id="58" name="Ink 57">
                  <a:extLst>
                    <a:ext uri="{FF2B5EF4-FFF2-40B4-BE49-F238E27FC236}">
                      <a16:creationId xmlns:a16="http://schemas.microsoft.com/office/drawing/2014/main" id="{D57F8720-4C99-92EB-6EC3-BD2778B1A20D}"/>
                    </a:ext>
                  </a:extLst>
                </p:cNvPr>
                <p:cNvPicPr/>
                <p:nvPr/>
              </p:nvPicPr>
              <p:blipFill>
                <a:blip r:embed="rId45"/>
                <a:stretch>
                  <a:fillRect/>
                </a:stretch>
              </p:blipFill>
              <p:spPr>
                <a:xfrm>
                  <a:off x="10752957" y="4032932"/>
                  <a:ext cx="34200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59" name="Ink 58">
                  <a:extLst>
                    <a:ext uri="{FF2B5EF4-FFF2-40B4-BE49-F238E27FC236}">
                      <a16:creationId xmlns:a16="http://schemas.microsoft.com/office/drawing/2014/main" id="{2F9F3E49-6D0F-B21C-E979-50EAE84C8188}"/>
                    </a:ext>
                  </a:extLst>
                </p14:cNvPr>
                <p14:cNvContentPartPr/>
                <p14:nvPr/>
              </p14:nvContentPartPr>
              <p14:xfrm>
                <a:off x="10972557" y="4244252"/>
                <a:ext cx="170640" cy="77760"/>
              </p14:xfrm>
            </p:contentPart>
          </mc:Choice>
          <mc:Fallback>
            <p:pic>
              <p:nvPicPr>
                <p:cNvPr id="59" name="Ink 58">
                  <a:extLst>
                    <a:ext uri="{FF2B5EF4-FFF2-40B4-BE49-F238E27FC236}">
                      <a16:creationId xmlns:a16="http://schemas.microsoft.com/office/drawing/2014/main" id="{2F9F3E49-6D0F-B21C-E979-50EAE84C8188}"/>
                    </a:ext>
                  </a:extLst>
                </p:cNvPr>
                <p:cNvPicPr/>
                <p:nvPr/>
              </p:nvPicPr>
              <p:blipFill>
                <a:blip r:embed="rId47"/>
                <a:stretch>
                  <a:fillRect/>
                </a:stretch>
              </p:blipFill>
              <p:spPr>
                <a:xfrm>
                  <a:off x="10963557" y="4235252"/>
                  <a:ext cx="188280" cy="954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60" name="Ink 59">
                  <a:extLst>
                    <a:ext uri="{FF2B5EF4-FFF2-40B4-BE49-F238E27FC236}">
                      <a16:creationId xmlns:a16="http://schemas.microsoft.com/office/drawing/2014/main" id="{9BF4400D-2B44-29F9-37EF-8C3EAC3E87EC}"/>
                    </a:ext>
                  </a:extLst>
                </p14:cNvPr>
                <p14:cNvContentPartPr/>
                <p14:nvPr/>
              </p14:nvContentPartPr>
              <p14:xfrm>
                <a:off x="10749717" y="4362692"/>
                <a:ext cx="170640" cy="195840"/>
              </p14:xfrm>
            </p:contentPart>
          </mc:Choice>
          <mc:Fallback>
            <p:pic>
              <p:nvPicPr>
                <p:cNvPr id="60" name="Ink 59">
                  <a:extLst>
                    <a:ext uri="{FF2B5EF4-FFF2-40B4-BE49-F238E27FC236}">
                      <a16:creationId xmlns:a16="http://schemas.microsoft.com/office/drawing/2014/main" id="{9BF4400D-2B44-29F9-37EF-8C3EAC3E87EC}"/>
                    </a:ext>
                  </a:extLst>
                </p:cNvPr>
                <p:cNvPicPr/>
                <p:nvPr/>
              </p:nvPicPr>
              <p:blipFill>
                <a:blip r:embed="rId49"/>
                <a:stretch>
                  <a:fillRect/>
                </a:stretch>
              </p:blipFill>
              <p:spPr>
                <a:xfrm>
                  <a:off x="10740717" y="4354052"/>
                  <a:ext cx="18828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61" name="Ink 60">
                  <a:extLst>
                    <a:ext uri="{FF2B5EF4-FFF2-40B4-BE49-F238E27FC236}">
                      <a16:creationId xmlns:a16="http://schemas.microsoft.com/office/drawing/2014/main" id="{162FED0B-34DD-E647-328B-987BF0558DDD}"/>
                    </a:ext>
                  </a:extLst>
                </p14:cNvPr>
                <p14:cNvContentPartPr/>
                <p14:nvPr/>
              </p14:nvContentPartPr>
              <p14:xfrm>
                <a:off x="10814157" y="4423892"/>
                <a:ext cx="282240" cy="141120"/>
              </p14:xfrm>
            </p:contentPart>
          </mc:Choice>
          <mc:Fallback>
            <p:pic>
              <p:nvPicPr>
                <p:cNvPr id="61" name="Ink 60">
                  <a:extLst>
                    <a:ext uri="{FF2B5EF4-FFF2-40B4-BE49-F238E27FC236}">
                      <a16:creationId xmlns:a16="http://schemas.microsoft.com/office/drawing/2014/main" id="{162FED0B-34DD-E647-328B-987BF0558DDD}"/>
                    </a:ext>
                  </a:extLst>
                </p:cNvPr>
                <p:cNvPicPr/>
                <p:nvPr/>
              </p:nvPicPr>
              <p:blipFill>
                <a:blip r:embed="rId51"/>
                <a:stretch>
                  <a:fillRect/>
                </a:stretch>
              </p:blipFill>
              <p:spPr>
                <a:xfrm>
                  <a:off x="10805157" y="4415252"/>
                  <a:ext cx="299880" cy="158760"/>
                </a:xfrm>
                <a:prstGeom prst="rect">
                  <a:avLst/>
                </a:prstGeom>
              </p:spPr>
            </p:pic>
          </mc:Fallback>
        </mc:AlternateContent>
      </p:grpSp>
      <p:grpSp>
        <p:nvGrpSpPr>
          <p:cNvPr id="121" name="Group 120">
            <a:extLst>
              <a:ext uri="{FF2B5EF4-FFF2-40B4-BE49-F238E27FC236}">
                <a16:creationId xmlns:a16="http://schemas.microsoft.com/office/drawing/2014/main" id="{112ED175-A221-EF63-D908-DC923564A19A}"/>
              </a:ext>
            </a:extLst>
          </p:cNvPr>
          <p:cNvGrpSpPr/>
          <p:nvPr/>
        </p:nvGrpSpPr>
        <p:grpSpPr>
          <a:xfrm>
            <a:off x="809037" y="5507852"/>
            <a:ext cx="1517400" cy="327240"/>
            <a:chOff x="809037" y="5507852"/>
            <a:chExt cx="1517400" cy="327240"/>
          </a:xfrm>
        </p:grpSpPr>
        <mc:AlternateContent xmlns:mc="http://schemas.openxmlformats.org/markup-compatibility/2006">
          <mc:Choice xmlns:p14="http://schemas.microsoft.com/office/powerpoint/2010/main" Requires="p14">
            <p:contentPart p14:bwMode="auto" r:id="rId52">
              <p14:nvContentPartPr>
                <p14:cNvPr id="101" name="Ink 100">
                  <a:extLst>
                    <a:ext uri="{FF2B5EF4-FFF2-40B4-BE49-F238E27FC236}">
                      <a16:creationId xmlns:a16="http://schemas.microsoft.com/office/drawing/2014/main" id="{679F1638-A9E6-BE32-2D63-50C9093B7B8D}"/>
                    </a:ext>
                  </a:extLst>
                </p14:cNvPr>
                <p14:cNvContentPartPr/>
                <p14:nvPr/>
              </p14:nvContentPartPr>
              <p14:xfrm>
                <a:off x="809037" y="5652212"/>
                <a:ext cx="184680" cy="157320"/>
              </p14:xfrm>
            </p:contentPart>
          </mc:Choice>
          <mc:Fallback>
            <p:pic>
              <p:nvPicPr>
                <p:cNvPr id="101" name="Ink 100">
                  <a:extLst>
                    <a:ext uri="{FF2B5EF4-FFF2-40B4-BE49-F238E27FC236}">
                      <a16:creationId xmlns:a16="http://schemas.microsoft.com/office/drawing/2014/main" id="{679F1638-A9E6-BE32-2D63-50C9093B7B8D}"/>
                    </a:ext>
                  </a:extLst>
                </p:cNvPr>
                <p:cNvPicPr/>
                <p:nvPr/>
              </p:nvPicPr>
              <p:blipFill>
                <a:blip r:embed="rId53"/>
                <a:stretch>
                  <a:fillRect/>
                </a:stretch>
              </p:blipFill>
              <p:spPr>
                <a:xfrm>
                  <a:off x="800397" y="5643212"/>
                  <a:ext cx="20232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102" name="Ink 101">
                  <a:extLst>
                    <a:ext uri="{FF2B5EF4-FFF2-40B4-BE49-F238E27FC236}">
                      <a16:creationId xmlns:a16="http://schemas.microsoft.com/office/drawing/2014/main" id="{0F41C4F1-B91C-AC01-FF13-BCD2BB2D0E04}"/>
                    </a:ext>
                  </a:extLst>
                </p14:cNvPr>
                <p14:cNvContentPartPr/>
                <p14:nvPr/>
              </p14:nvContentPartPr>
              <p14:xfrm>
                <a:off x="1039077" y="5507852"/>
                <a:ext cx="114120" cy="304920"/>
              </p14:xfrm>
            </p:contentPart>
          </mc:Choice>
          <mc:Fallback>
            <p:pic>
              <p:nvPicPr>
                <p:cNvPr id="102" name="Ink 101">
                  <a:extLst>
                    <a:ext uri="{FF2B5EF4-FFF2-40B4-BE49-F238E27FC236}">
                      <a16:creationId xmlns:a16="http://schemas.microsoft.com/office/drawing/2014/main" id="{0F41C4F1-B91C-AC01-FF13-BCD2BB2D0E04}"/>
                    </a:ext>
                  </a:extLst>
                </p:cNvPr>
                <p:cNvPicPr/>
                <p:nvPr/>
              </p:nvPicPr>
              <p:blipFill>
                <a:blip r:embed="rId55"/>
                <a:stretch>
                  <a:fillRect/>
                </a:stretch>
              </p:blipFill>
              <p:spPr>
                <a:xfrm>
                  <a:off x="1030437" y="5498852"/>
                  <a:ext cx="131760" cy="3225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103" name="Ink 102">
                  <a:extLst>
                    <a:ext uri="{FF2B5EF4-FFF2-40B4-BE49-F238E27FC236}">
                      <a16:creationId xmlns:a16="http://schemas.microsoft.com/office/drawing/2014/main" id="{298C1269-730D-2E1B-F73B-3C071EF07142}"/>
                    </a:ext>
                  </a:extLst>
                </p14:cNvPr>
                <p14:cNvContentPartPr/>
                <p14:nvPr/>
              </p14:nvContentPartPr>
              <p14:xfrm>
                <a:off x="1039797" y="5662652"/>
                <a:ext cx="39960" cy="41040"/>
              </p14:xfrm>
            </p:contentPart>
          </mc:Choice>
          <mc:Fallback>
            <p:pic>
              <p:nvPicPr>
                <p:cNvPr id="103" name="Ink 102">
                  <a:extLst>
                    <a:ext uri="{FF2B5EF4-FFF2-40B4-BE49-F238E27FC236}">
                      <a16:creationId xmlns:a16="http://schemas.microsoft.com/office/drawing/2014/main" id="{298C1269-730D-2E1B-F73B-3C071EF07142}"/>
                    </a:ext>
                  </a:extLst>
                </p:cNvPr>
                <p:cNvPicPr/>
                <p:nvPr/>
              </p:nvPicPr>
              <p:blipFill>
                <a:blip r:embed="rId57"/>
                <a:stretch>
                  <a:fillRect/>
                </a:stretch>
              </p:blipFill>
              <p:spPr>
                <a:xfrm>
                  <a:off x="1030797" y="5653652"/>
                  <a:ext cx="57600" cy="586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104" name="Ink 103">
                  <a:extLst>
                    <a:ext uri="{FF2B5EF4-FFF2-40B4-BE49-F238E27FC236}">
                      <a16:creationId xmlns:a16="http://schemas.microsoft.com/office/drawing/2014/main" id="{62B224B3-9B4D-5D01-A270-FFCF8452F278}"/>
                    </a:ext>
                  </a:extLst>
                </p14:cNvPr>
                <p14:cNvContentPartPr/>
                <p14:nvPr/>
              </p14:nvContentPartPr>
              <p14:xfrm>
                <a:off x="1421757" y="5631692"/>
                <a:ext cx="188280" cy="203400"/>
              </p14:xfrm>
            </p:contentPart>
          </mc:Choice>
          <mc:Fallback>
            <p:pic>
              <p:nvPicPr>
                <p:cNvPr id="104" name="Ink 103">
                  <a:extLst>
                    <a:ext uri="{FF2B5EF4-FFF2-40B4-BE49-F238E27FC236}">
                      <a16:creationId xmlns:a16="http://schemas.microsoft.com/office/drawing/2014/main" id="{62B224B3-9B4D-5D01-A270-FFCF8452F278}"/>
                    </a:ext>
                  </a:extLst>
                </p:cNvPr>
                <p:cNvPicPr/>
                <p:nvPr/>
              </p:nvPicPr>
              <p:blipFill>
                <a:blip r:embed="rId59"/>
                <a:stretch>
                  <a:fillRect/>
                </a:stretch>
              </p:blipFill>
              <p:spPr>
                <a:xfrm>
                  <a:off x="1412757" y="5622692"/>
                  <a:ext cx="20592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105" name="Ink 104">
                  <a:extLst>
                    <a:ext uri="{FF2B5EF4-FFF2-40B4-BE49-F238E27FC236}">
                      <a16:creationId xmlns:a16="http://schemas.microsoft.com/office/drawing/2014/main" id="{1B7741EF-0A0D-3AF4-0E63-3A22E6440DF5}"/>
                    </a:ext>
                  </a:extLst>
                </p14:cNvPr>
                <p14:cNvContentPartPr/>
                <p14:nvPr/>
              </p14:nvContentPartPr>
              <p14:xfrm>
                <a:off x="1643517" y="5670932"/>
                <a:ext cx="110160" cy="147240"/>
              </p14:xfrm>
            </p:contentPart>
          </mc:Choice>
          <mc:Fallback>
            <p:pic>
              <p:nvPicPr>
                <p:cNvPr id="105" name="Ink 104">
                  <a:extLst>
                    <a:ext uri="{FF2B5EF4-FFF2-40B4-BE49-F238E27FC236}">
                      <a16:creationId xmlns:a16="http://schemas.microsoft.com/office/drawing/2014/main" id="{1B7741EF-0A0D-3AF4-0E63-3A22E6440DF5}"/>
                    </a:ext>
                  </a:extLst>
                </p:cNvPr>
                <p:cNvPicPr/>
                <p:nvPr/>
              </p:nvPicPr>
              <p:blipFill>
                <a:blip r:embed="rId61"/>
                <a:stretch>
                  <a:fillRect/>
                </a:stretch>
              </p:blipFill>
              <p:spPr>
                <a:xfrm>
                  <a:off x="1634517" y="5662292"/>
                  <a:ext cx="12780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106" name="Ink 105">
                  <a:extLst>
                    <a:ext uri="{FF2B5EF4-FFF2-40B4-BE49-F238E27FC236}">
                      <a16:creationId xmlns:a16="http://schemas.microsoft.com/office/drawing/2014/main" id="{FFC754D9-BD56-C299-96AF-97F53DBCE597}"/>
                    </a:ext>
                  </a:extLst>
                </p14:cNvPr>
                <p14:cNvContentPartPr/>
                <p14:nvPr/>
              </p14:nvContentPartPr>
              <p14:xfrm>
                <a:off x="1815597" y="5519372"/>
                <a:ext cx="298080" cy="295200"/>
              </p14:xfrm>
            </p:contentPart>
          </mc:Choice>
          <mc:Fallback>
            <p:pic>
              <p:nvPicPr>
                <p:cNvPr id="106" name="Ink 105">
                  <a:extLst>
                    <a:ext uri="{FF2B5EF4-FFF2-40B4-BE49-F238E27FC236}">
                      <a16:creationId xmlns:a16="http://schemas.microsoft.com/office/drawing/2014/main" id="{FFC754D9-BD56-C299-96AF-97F53DBCE597}"/>
                    </a:ext>
                  </a:extLst>
                </p:cNvPr>
                <p:cNvPicPr/>
                <p:nvPr/>
              </p:nvPicPr>
              <p:blipFill>
                <a:blip r:embed="rId63"/>
                <a:stretch>
                  <a:fillRect/>
                </a:stretch>
              </p:blipFill>
              <p:spPr>
                <a:xfrm>
                  <a:off x="1806597" y="5510372"/>
                  <a:ext cx="315720" cy="3128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107" name="Ink 106">
                  <a:extLst>
                    <a:ext uri="{FF2B5EF4-FFF2-40B4-BE49-F238E27FC236}">
                      <a16:creationId xmlns:a16="http://schemas.microsoft.com/office/drawing/2014/main" id="{9AD7AD65-5BF6-8D72-9A60-B969C6D1ADE6}"/>
                    </a:ext>
                  </a:extLst>
                </p14:cNvPr>
                <p14:cNvContentPartPr/>
                <p14:nvPr/>
              </p14:nvContentPartPr>
              <p14:xfrm>
                <a:off x="2200797" y="5645012"/>
                <a:ext cx="125640" cy="125640"/>
              </p14:xfrm>
            </p:contentPart>
          </mc:Choice>
          <mc:Fallback>
            <p:pic>
              <p:nvPicPr>
                <p:cNvPr id="107" name="Ink 106">
                  <a:extLst>
                    <a:ext uri="{FF2B5EF4-FFF2-40B4-BE49-F238E27FC236}">
                      <a16:creationId xmlns:a16="http://schemas.microsoft.com/office/drawing/2014/main" id="{9AD7AD65-5BF6-8D72-9A60-B969C6D1ADE6}"/>
                    </a:ext>
                  </a:extLst>
                </p:cNvPr>
                <p:cNvPicPr/>
                <p:nvPr/>
              </p:nvPicPr>
              <p:blipFill>
                <a:blip r:embed="rId65"/>
                <a:stretch>
                  <a:fillRect/>
                </a:stretch>
              </p:blipFill>
              <p:spPr>
                <a:xfrm>
                  <a:off x="2192157" y="5636372"/>
                  <a:ext cx="143280" cy="143280"/>
                </a:xfrm>
                <a:prstGeom prst="rect">
                  <a:avLst/>
                </a:prstGeom>
              </p:spPr>
            </p:pic>
          </mc:Fallback>
        </mc:AlternateContent>
      </p:grpSp>
      <p:grpSp>
        <p:nvGrpSpPr>
          <p:cNvPr id="119" name="Group 118">
            <a:extLst>
              <a:ext uri="{FF2B5EF4-FFF2-40B4-BE49-F238E27FC236}">
                <a16:creationId xmlns:a16="http://schemas.microsoft.com/office/drawing/2014/main" id="{D914D431-EA08-B319-A5C7-CD40CAAD2155}"/>
              </a:ext>
            </a:extLst>
          </p:cNvPr>
          <p:cNvGrpSpPr/>
          <p:nvPr/>
        </p:nvGrpSpPr>
        <p:grpSpPr>
          <a:xfrm>
            <a:off x="2605797" y="5565092"/>
            <a:ext cx="1165680" cy="260280"/>
            <a:chOff x="2605797" y="5565092"/>
            <a:chExt cx="1165680" cy="260280"/>
          </a:xfrm>
        </p:grpSpPr>
        <mc:AlternateContent xmlns:mc="http://schemas.openxmlformats.org/markup-compatibility/2006">
          <mc:Choice xmlns:p14="http://schemas.microsoft.com/office/powerpoint/2010/main" Requires="p14">
            <p:contentPart p14:bwMode="auto" r:id="rId66">
              <p14:nvContentPartPr>
                <p14:cNvPr id="108" name="Ink 107">
                  <a:extLst>
                    <a:ext uri="{FF2B5EF4-FFF2-40B4-BE49-F238E27FC236}">
                      <a16:creationId xmlns:a16="http://schemas.microsoft.com/office/drawing/2014/main" id="{E34C9EE5-32B0-AC37-DD1C-68654B61B765}"/>
                    </a:ext>
                  </a:extLst>
                </p14:cNvPr>
                <p14:cNvContentPartPr/>
                <p14:nvPr/>
              </p14:nvContentPartPr>
              <p14:xfrm>
                <a:off x="2605797" y="5626652"/>
                <a:ext cx="149400" cy="198720"/>
              </p14:xfrm>
            </p:contentPart>
          </mc:Choice>
          <mc:Fallback>
            <p:pic>
              <p:nvPicPr>
                <p:cNvPr id="108" name="Ink 107">
                  <a:extLst>
                    <a:ext uri="{FF2B5EF4-FFF2-40B4-BE49-F238E27FC236}">
                      <a16:creationId xmlns:a16="http://schemas.microsoft.com/office/drawing/2014/main" id="{E34C9EE5-32B0-AC37-DD1C-68654B61B765}"/>
                    </a:ext>
                  </a:extLst>
                </p:cNvPr>
                <p:cNvPicPr/>
                <p:nvPr/>
              </p:nvPicPr>
              <p:blipFill>
                <a:blip r:embed="rId67"/>
                <a:stretch>
                  <a:fillRect/>
                </a:stretch>
              </p:blipFill>
              <p:spPr>
                <a:xfrm>
                  <a:off x="2596797" y="5617652"/>
                  <a:ext cx="167040" cy="2163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109" name="Ink 108">
                  <a:extLst>
                    <a:ext uri="{FF2B5EF4-FFF2-40B4-BE49-F238E27FC236}">
                      <a16:creationId xmlns:a16="http://schemas.microsoft.com/office/drawing/2014/main" id="{6DF754E3-E5EA-39C6-F882-A72854A1FEF6}"/>
                    </a:ext>
                  </a:extLst>
                </p14:cNvPr>
                <p14:cNvContentPartPr/>
                <p14:nvPr/>
              </p14:nvContentPartPr>
              <p14:xfrm>
                <a:off x="2854557" y="5571932"/>
                <a:ext cx="117000" cy="234360"/>
              </p14:xfrm>
            </p:contentPart>
          </mc:Choice>
          <mc:Fallback>
            <p:pic>
              <p:nvPicPr>
                <p:cNvPr id="109" name="Ink 108">
                  <a:extLst>
                    <a:ext uri="{FF2B5EF4-FFF2-40B4-BE49-F238E27FC236}">
                      <a16:creationId xmlns:a16="http://schemas.microsoft.com/office/drawing/2014/main" id="{6DF754E3-E5EA-39C6-F882-A72854A1FEF6}"/>
                    </a:ext>
                  </a:extLst>
                </p:cNvPr>
                <p:cNvPicPr/>
                <p:nvPr/>
              </p:nvPicPr>
              <p:blipFill>
                <a:blip r:embed="rId69"/>
                <a:stretch>
                  <a:fillRect/>
                </a:stretch>
              </p:blipFill>
              <p:spPr>
                <a:xfrm>
                  <a:off x="2845917" y="5562932"/>
                  <a:ext cx="134640" cy="25200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110" name="Ink 109">
                  <a:extLst>
                    <a:ext uri="{FF2B5EF4-FFF2-40B4-BE49-F238E27FC236}">
                      <a16:creationId xmlns:a16="http://schemas.microsoft.com/office/drawing/2014/main" id="{2425ACED-243B-5D7E-5C2B-B18326A1D4E6}"/>
                    </a:ext>
                  </a:extLst>
                </p14:cNvPr>
                <p14:cNvContentPartPr/>
                <p14:nvPr/>
              </p14:nvContentPartPr>
              <p14:xfrm>
                <a:off x="2859957" y="5671292"/>
                <a:ext cx="27000" cy="32400"/>
              </p14:xfrm>
            </p:contentPart>
          </mc:Choice>
          <mc:Fallback>
            <p:pic>
              <p:nvPicPr>
                <p:cNvPr id="110" name="Ink 109">
                  <a:extLst>
                    <a:ext uri="{FF2B5EF4-FFF2-40B4-BE49-F238E27FC236}">
                      <a16:creationId xmlns:a16="http://schemas.microsoft.com/office/drawing/2014/main" id="{2425ACED-243B-5D7E-5C2B-B18326A1D4E6}"/>
                    </a:ext>
                  </a:extLst>
                </p:cNvPr>
                <p:cNvPicPr/>
                <p:nvPr/>
              </p:nvPicPr>
              <p:blipFill>
                <a:blip r:embed="rId71"/>
                <a:stretch>
                  <a:fillRect/>
                </a:stretch>
              </p:blipFill>
              <p:spPr>
                <a:xfrm>
                  <a:off x="2850957" y="5662292"/>
                  <a:ext cx="44640" cy="500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111" name="Ink 110">
                  <a:extLst>
                    <a:ext uri="{FF2B5EF4-FFF2-40B4-BE49-F238E27FC236}">
                      <a16:creationId xmlns:a16="http://schemas.microsoft.com/office/drawing/2014/main" id="{B75BAA3A-E35E-7218-194F-F461DD3016A3}"/>
                    </a:ext>
                  </a:extLst>
                </p14:cNvPr>
                <p14:cNvContentPartPr/>
                <p14:nvPr/>
              </p14:nvContentPartPr>
              <p14:xfrm>
                <a:off x="3051477" y="5565092"/>
                <a:ext cx="100440" cy="243720"/>
              </p14:xfrm>
            </p:contentPart>
          </mc:Choice>
          <mc:Fallback>
            <p:pic>
              <p:nvPicPr>
                <p:cNvPr id="111" name="Ink 110">
                  <a:extLst>
                    <a:ext uri="{FF2B5EF4-FFF2-40B4-BE49-F238E27FC236}">
                      <a16:creationId xmlns:a16="http://schemas.microsoft.com/office/drawing/2014/main" id="{B75BAA3A-E35E-7218-194F-F461DD3016A3}"/>
                    </a:ext>
                  </a:extLst>
                </p:cNvPr>
                <p:cNvPicPr/>
                <p:nvPr/>
              </p:nvPicPr>
              <p:blipFill>
                <a:blip r:embed="rId73"/>
                <a:stretch>
                  <a:fillRect/>
                </a:stretch>
              </p:blipFill>
              <p:spPr>
                <a:xfrm>
                  <a:off x="3042477" y="5556092"/>
                  <a:ext cx="11808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112" name="Ink 111">
                  <a:extLst>
                    <a:ext uri="{FF2B5EF4-FFF2-40B4-BE49-F238E27FC236}">
                      <a16:creationId xmlns:a16="http://schemas.microsoft.com/office/drawing/2014/main" id="{BD65FA77-0CB7-ED13-4464-3F4C2DE1A827}"/>
                    </a:ext>
                  </a:extLst>
                </p14:cNvPr>
                <p14:cNvContentPartPr/>
                <p14:nvPr/>
              </p14:nvContentPartPr>
              <p14:xfrm>
                <a:off x="3282597" y="5611532"/>
                <a:ext cx="32760" cy="209160"/>
              </p14:xfrm>
            </p:contentPart>
          </mc:Choice>
          <mc:Fallback>
            <p:pic>
              <p:nvPicPr>
                <p:cNvPr id="112" name="Ink 111">
                  <a:extLst>
                    <a:ext uri="{FF2B5EF4-FFF2-40B4-BE49-F238E27FC236}">
                      <a16:creationId xmlns:a16="http://schemas.microsoft.com/office/drawing/2014/main" id="{BD65FA77-0CB7-ED13-4464-3F4C2DE1A827}"/>
                    </a:ext>
                  </a:extLst>
                </p:cNvPr>
                <p:cNvPicPr/>
                <p:nvPr/>
              </p:nvPicPr>
              <p:blipFill>
                <a:blip r:embed="rId75"/>
                <a:stretch>
                  <a:fillRect/>
                </a:stretch>
              </p:blipFill>
              <p:spPr>
                <a:xfrm>
                  <a:off x="3273597" y="5602532"/>
                  <a:ext cx="5040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113" name="Ink 112">
                  <a:extLst>
                    <a:ext uri="{FF2B5EF4-FFF2-40B4-BE49-F238E27FC236}">
                      <a16:creationId xmlns:a16="http://schemas.microsoft.com/office/drawing/2014/main" id="{E9B1DE9C-01E5-2D1F-FD68-4792C2FBCA07}"/>
                    </a:ext>
                  </a:extLst>
                </p14:cNvPr>
                <p14:cNvContentPartPr/>
                <p14:nvPr/>
              </p14:nvContentPartPr>
              <p14:xfrm>
                <a:off x="3280797" y="5589572"/>
                <a:ext cx="229320" cy="162360"/>
              </p14:xfrm>
            </p:contentPart>
          </mc:Choice>
          <mc:Fallback>
            <p:pic>
              <p:nvPicPr>
                <p:cNvPr id="113" name="Ink 112">
                  <a:extLst>
                    <a:ext uri="{FF2B5EF4-FFF2-40B4-BE49-F238E27FC236}">
                      <a16:creationId xmlns:a16="http://schemas.microsoft.com/office/drawing/2014/main" id="{E9B1DE9C-01E5-2D1F-FD68-4792C2FBCA07}"/>
                    </a:ext>
                  </a:extLst>
                </p:cNvPr>
                <p:cNvPicPr/>
                <p:nvPr/>
              </p:nvPicPr>
              <p:blipFill>
                <a:blip r:embed="rId77"/>
                <a:stretch>
                  <a:fillRect/>
                </a:stretch>
              </p:blipFill>
              <p:spPr>
                <a:xfrm>
                  <a:off x="3272157" y="5580932"/>
                  <a:ext cx="24696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114" name="Ink 113">
                  <a:extLst>
                    <a:ext uri="{FF2B5EF4-FFF2-40B4-BE49-F238E27FC236}">
                      <a16:creationId xmlns:a16="http://schemas.microsoft.com/office/drawing/2014/main" id="{5F4C3D2E-53E4-067E-DDB7-86374450DB7E}"/>
                    </a:ext>
                  </a:extLst>
                </p14:cNvPr>
                <p14:cNvContentPartPr/>
                <p14:nvPr/>
              </p14:nvContentPartPr>
              <p14:xfrm>
                <a:off x="3567717" y="5601092"/>
                <a:ext cx="203760" cy="220680"/>
              </p14:xfrm>
            </p:contentPart>
          </mc:Choice>
          <mc:Fallback>
            <p:pic>
              <p:nvPicPr>
                <p:cNvPr id="114" name="Ink 113">
                  <a:extLst>
                    <a:ext uri="{FF2B5EF4-FFF2-40B4-BE49-F238E27FC236}">
                      <a16:creationId xmlns:a16="http://schemas.microsoft.com/office/drawing/2014/main" id="{5F4C3D2E-53E4-067E-DDB7-86374450DB7E}"/>
                    </a:ext>
                  </a:extLst>
                </p:cNvPr>
                <p:cNvPicPr/>
                <p:nvPr/>
              </p:nvPicPr>
              <p:blipFill>
                <a:blip r:embed="rId79"/>
                <a:stretch>
                  <a:fillRect/>
                </a:stretch>
              </p:blipFill>
              <p:spPr>
                <a:xfrm>
                  <a:off x="3558717" y="5592452"/>
                  <a:ext cx="221400" cy="238320"/>
                </a:xfrm>
                <a:prstGeom prst="rect">
                  <a:avLst/>
                </a:prstGeom>
              </p:spPr>
            </p:pic>
          </mc:Fallback>
        </mc:AlternateContent>
      </p:grpSp>
      <p:grpSp>
        <p:nvGrpSpPr>
          <p:cNvPr id="118" name="Group 117">
            <a:extLst>
              <a:ext uri="{FF2B5EF4-FFF2-40B4-BE49-F238E27FC236}">
                <a16:creationId xmlns:a16="http://schemas.microsoft.com/office/drawing/2014/main" id="{80DF6371-A59E-D44B-FBFF-1A35214E05AA}"/>
              </a:ext>
            </a:extLst>
          </p:cNvPr>
          <p:cNvGrpSpPr/>
          <p:nvPr/>
        </p:nvGrpSpPr>
        <p:grpSpPr>
          <a:xfrm>
            <a:off x="4088637" y="5487692"/>
            <a:ext cx="334800" cy="295200"/>
            <a:chOff x="4088637" y="5487692"/>
            <a:chExt cx="334800" cy="295200"/>
          </a:xfrm>
        </p:grpSpPr>
        <mc:AlternateContent xmlns:mc="http://schemas.openxmlformats.org/markup-compatibility/2006">
          <mc:Choice xmlns:p14="http://schemas.microsoft.com/office/powerpoint/2010/main" Requires="p14">
            <p:contentPart p14:bwMode="auto" r:id="rId80">
              <p14:nvContentPartPr>
                <p14:cNvPr id="115" name="Ink 114">
                  <a:extLst>
                    <a:ext uri="{FF2B5EF4-FFF2-40B4-BE49-F238E27FC236}">
                      <a16:creationId xmlns:a16="http://schemas.microsoft.com/office/drawing/2014/main" id="{1F227514-D29E-6289-5E91-40C92ACD8C25}"/>
                    </a:ext>
                  </a:extLst>
                </p14:cNvPr>
                <p14:cNvContentPartPr/>
                <p14:nvPr/>
              </p14:nvContentPartPr>
              <p14:xfrm>
                <a:off x="4088637" y="5663372"/>
                <a:ext cx="106920" cy="7200"/>
              </p14:xfrm>
            </p:contentPart>
          </mc:Choice>
          <mc:Fallback>
            <p:pic>
              <p:nvPicPr>
                <p:cNvPr id="115" name="Ink 114">
                  <a:extLst>
                    <a:ext uri="{FF2B5EF4-FFF2-40B4-BE49-F238E27FC236}">
                      <a16:creationId xmlns:a16="http://schemas.microsoft.com/office/drawing/2014/main" id="{1F227514-D29E-6289-5E91-40C92ACD8C25}"/>
                    </a:ext>
                  </a:extLst>
                </p:cNvPr>
                <p:cNvPicPr/>
                <p:nvPr/>
              </p:nvPicPr>
              <p:blipFill>
                <a:blip r:embed="rId81"/>
                <a:stretch>
                  <a:fillRect/>
                </a:stretch>
              </p:blipFill>
              <p:spPr>
                <a:xfrm>
                  <a:off x="4079637" y="5654732"/>
                  <a:ext cx="12456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116" name="Ink 115">
                  <a:extLst>
                    <a:ext uri="{FF2B5EF4-FFF2-40B4-BE49-F238E27FC236}">
                      <a16:creationId xmlns:a16="http://schemas.microsoft.com/office/drawing/2014/main" id="{C9079C26-1341-64D3-46D7-3CE08406FA66}"/>
                    </a:ext>
                  </a:extLst>
                </p14:cNvPr>
                <p14:cNvContentPartPr/>
                <p14:nvPr/>
              </p14:nvContentPartPr>
              <p14:xfrm>
                <a:off x="4341717" y="5618012"/>
                <a:ext cx="81720" cy="164880"/>
              </p14:xfrm>
            </p:contentPart>
          </mc:Choice>
          <mc:Fallback>
            <p:pic>
              <p:nvPicPr>
                <p:cNvPr id="116" name="Ink 115">
                  <a:extLst>
                    <a:ext uri="{FF2B5EF4-FFF2-40B4-BE49-F238E27FC236}">
                      <a16:creationId xmlns:a16="http://schemas.microsoft.com/office/drawing/2014/main" id="{C9079C26-1341-64D3-46D7-3CE08406FA66}"/>
                    </a:ext>
                  </a:extLst>
                </p:cNvPr>
                <p:cNvPicPr/>
                <p:nvPr/>
              </p:nvPicPr>
              <p:blipFill>
                <a:blip r:embed="rId83"/>
                <a:stretch>
                  <a:fillRect/>
                </a:stretch>
              </p:blipFill>
              <p:spPr>
                <a:xfrm>
                  <a:off x="4332717" y="5609012"/>
                  <a:ext cx="9936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117" name="Ink 116">
                  <a:extLst>
                    <a:ext uri="{FF2B5EF4-FFF2-40B4-BE49-F238E27FC236}">
                      <a16:creationId xmlns:a16="http://schemas.microsoft.com/office/drawing/2014/main" id="{C50E65D7-F535-8076-4292-438C10A49951}"/>
                    </a:ext>
                  </a:extLst>
                </p14:cNvPr>
                <p14:cNvContentPartPr/>
                <p14:nvPr/>
              </p14:nvContentPartPr>
              <p14:xfrm>
                <a:off x="4304637" y="5487692"/>
                <a:ext cx="30600" cy="18720"/>
              </p14:xfrm>
            </p:contentPart>
          </mc:Choice>
          <mc:Fallback>
            <p:pic>
              <p:nvPicPr>
                <p:cNvPr id="117" name="Ink 116">
                  <a:extLst>
                    <a:ext uri="{FF2B5EF4-FFF2-40B4-BE49-F238E27FC236}">
                      <a16:creationId xmlns:a16="http://schemas.microsoft.com/office/drawing/2014/main" id="{C50E65D7-F535-8076-4292-438C10A49951}"/>
                    </a:ext>
                  </a:extLst>
                </p:cNvPr>
                <p:cNvPicPr/>
                <p:nvPr/>
              </p:nvPicPr>
              <p:blipFill>
                <a:blip r:embed="rId85"/>
                <a:stretch>
                  <a:fillRect/>
                </a:stretch>
              </p:blipFill>
              <p:spPr>
                <a:xfrm>
                  <a:off x="4295997" y="5478692"/>
                  <a:ext cx="48240" cy="363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86">
            <p14:nvContentPartPr>
              <p14:cNvPr id="122" name="Ink 121">
                <a:extLst>
                  <a:ext uri="{FF2B5EF4-FFF2-40B4-BE49-F238E27FC236}">
                    <a16:creationId xmlns:a16="http://schemas.microsoft.com/office/drawing/2014/main" id="{ED115AF2-D6C6-D174-E384-7A3E24B656E1}"/>
                  </a:ext>
                </a:extLst>
              </p14:cNvPr>
              <p14:cNvContentPartPr/>
              <p14:nvPr/>
            </p14:nvContentPartPr>
            <p14:xfrm>
              <a:off x="4742757" y="5587412"/>
              <a:ext cx="308160" cy="174240"/>
            </p14:xfrm>
          </p:contentPart>
        </mc:Choice>
        <mc:Fallback>
          <p:pic>
            <p:nvPicPr>
              <p:cNvPr id="122" name="Ink 121">
                <a:extLst>
                  <a:ext uri="{FF2B5EF4-FFF2-40B4-BE49-F238E27FC236}">
                    <a16:creationId xmlns:a16="http://schemas.microsoft.com/office/drawing/2014/main" id="{ED115AF2-D6C6-D174-E384-7A3E24B656E1}"/>
                  </a:ext>
                </a:extLst>
              </p:cNvPr>
              <p:cNvPicPr/>
              <p:nvPr/>
            </p:nvPicPr>
            <p:blipFill>
              <a:blip r:embed="rId87"/>
              <a:stretch>
                <a:fillRect/>
              </a:stretch>
            </p:blipFill>
            <p:spPr>
              <a:xfrm>
                <a:off x="4734117" y="5578412"/>
                <a:ext cx="325800" cy="191880"/>
              </a:xfrm>
              <a:prstGeom prst="rect">
                <a:avLst/>
              </a:prstGeom>
            </p:spPr>
          </p:pic>
        </mc:Fallback>
      </mc:AlternateContent>
      <p:grpSp>
        <p:nvGrpSpPr>
          <p:cNvPr id="133" name="Group 132">
            <a:extLst>
              <a:ext uri="{FF2B5EF4-FFF2-40B4-BE49-F238E27FC236}">
                <a16:creationId xmlns:a16="http://schemas.microsoft.com/office/drawing/2014/main" id="{DE749874-B5EE-A076-F5CA-B19CF9F3B368}"/>
              </a:ext>
            </a:extLst>
          </p:cNvPr>
          <p:cNvGrpSpPr/>
          <p:nvPr/>
        </p:nvGrpSpPr>
        <p:grpSpPr>
          <a:xfrm>
            <a:off x="6079077" y="5729252"/>
            <a:ext cx="1828440" cy="396000"/>
            <a:chOff x="6079077" y="5729252"/>
            <a:chExt cx="1828440" cy="396000"/>
          </a:xfrm>
        </p:grpSpPr>
        <mc:AlternateContent xmlns:mc="http://schemas.openxmlformats.org/markup-compatibility/2006">
          <mc:Choice xmlns:p14="http://schemas.microsoft.com/office/powerpoint/2010/main" Requires="p14">
            <p:contentPart p14:bwMode="auto" r:id="rId88">
              <p14:nvContentPartPr>
                <p14:cNvPr id="123" name="Ink 122">
                  <a:extLst>
                    <a:ext uri="{FF2B5EF4-FFF2-40B4-BE49-F238E27FC236}">
                      <a16:creationId xmlns:a16="http://schemas.microsoft.com/office/drawing/2014/main" id="{3CE684B6-7033-CB29-4F04-444947915714}"/>
                    </a:ext>
                  </a:extLst>
                </p14:cNvPr>
                <p14:cNvContentPartPr/>
                <p14:nvPr/>
              </p14:nvContentPartPr>
              <p14:xfrm>
                <a:off x="6079077" y="5955692"/>
                <a:ext cx="187200" cy="142920"/>
              </p14:xfrm>
            </p:contentPart>
          </mc:Choice>
          <mc:Fallback>
            <p:pic>
              <p:nvPicPr>
                <p:cNvPr id="123" name="Ink 122">
                  <a:extLst>
                    <a:ext uri="{FF2B5EF4-FFF2-40B4-BE49-F238E27FC236}">
                      <a16:creationId xmlns:a16="http://schemas.microsoft.com/office/drawing/2014/main" id="{3CE684B6-7033-CB29-4F04-444947915714}"/>
                    </a:ext>
                  </a:extLst>
                </p:cNvPr>
                <p:cNvPicPr/>
                <p:nvPr/>
              </p:nvPicPr>
              <p:blipFill>
                <a:blip r:embed="rId89"/>
                <a:stretch>
                  <a:fillRect/>
                </a:stretch>
              </p:blipFill>
              <p:spPr>
                <a:xfrm>
                  <a:off x="6070437" y="5947052"/>
                  <a:ext cx="20484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124" name="Ink 123">
                  <a:extLst>
                    <a:ext uri="{FF2B5EF4-FFF2-40B4-BE49-F238E27FC236}">
                      <a16:creationId xmlns:a16="http://schemas.microsoft.com/office/drawing/2014/main" id="{B33154AE-629C-3111-EA02-71052172E70E}"/>
                    </a:ext>
                  </a:extLst>
                </p14:cNvPr>
                <p14:cNvContentPartPr/>
                <p14:nvPr/>
              </p14:nvContentPartPr>
              <p14:xfrm>
                <a:off x="6453477" y="5729252"/>
                <a:ext cx="191520" cy="371160"/>
              </p14:xfrm>
            </p:contentPart>
          </mc:Choice>
          <mc:Fallback>
            <p:pic>
              <p:nvPicPr>
                <p:cNvPr id="124" name="Ink 123">
                  <a:extLst>
                    <a:ext uri="{FF2B5EF4-FFF2-40B4-BE49-F238E27FC236}">
                      <a16:creationId xmlns:a16="http://schemas.microsoft.com/office/drawing/2014/main" id="{B33154AE-629C-3111-EA02-71052172E70E}"/>
                    </a:ext>
                  </a:extLst>
                </p:cNvPr>
                <p:cNvPicPr/>
                <p:nvPr/>
              </p:nvPicPr>
              <p:blipFill>
                <a:blip r:embed="rId91"/>
                <a:stretch>
                  <a:fillRect/>
                </a:stretch>
              </p:blipFill>
              <p:spPr>
                <a:xfrm>
                  <a:off x="6444477" y="5720252"/>
                  <a:ext cx="209160" cy="3888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125" name="Ink 124">
                  <a:extLst>
                    <a:ext uri="{FF2B5EF4-FFF2-40B4-BE49-F238E27FC236}">
                      <a16:creationId xmlns:a16="http://schemas.microsoft.com/office/drawing/2014/main" id="{0A233518-A637-39F9-38C5-4259572945C9}"/>
                    </a:ext>
                  </a:extLst>
                </p14:cNvPr>
                <p14:cNvContentPartPr/>
                <p14:nvPr/>
              </p14:nvContentPartPr>
              <p14:xfrm>
                <a:off x="6407037" y="5967212"/>
                <a:ext cx="93240" cy="25920"/>
              </p14:xfrm>
            </p:contentPart>
          </mc:Choice>
          <mc:Fallback>
            <p:pic>
              <p:nvPicPr>
                <p:cNvPr id="125" name="Ink 124">
                  <a:extLst>
                    <a:ext uri="{FF2B5EF4-FFF2-40B4-BE49-F238E27FC236}">
                      <a16:creationId xmlns:a16="http://schemas.microsoft.com/office/drawing/2014/main" id="{0A233518-A637-39F9-38C5-4259572945C9}"/>
                    </a:ext>
                  </a:extLst>
                </p:cNvPr>
                <p:cNvPicPr/>
                <p:nvPr/>
              </p:nvPicPr>
              <p:blipFill>
                <a:blip r:embed="rId93"/>
                <a:stretch>
                  <a:fillRect/>
                </a:stretch>
              </p:blipFill>
              <p:spPr>
                <a:xfrm>
                  <a:off x="6398397" y="5958572"/>
                  <a:ext cx="11088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126" name="Ink 125">
                  <a:extLst>
                    <a:ext uri="{FF2B5EF4-FFF2-40B4-BE49-F238E27FC236}">
                      <a16:creationId xmlns:a16="http://schemas.microsoft.com/office/drawing/2014/main" id="{014E55F6-8CC0-2F66-EC0D-39EDE1EED101}"/>
                    </a:ext>
                  </a:extLst>
                </p14:cNvPr>
                <p14:cNvContentPartPr/>
                <p14:nvPr/>
              </p14:nvContentPartPr>
              <p14:xfrm>
                <a:off x="6891237" y="5966492"/>
                <a:ext cx="154440" cy="158760"/>
              </p14:xfrm>
            </p:contentPart>
          </mc:Choice>
          <mc:Fallback>
            <p:pic>
              <p:nvPicPr>
                <p:cNvPr id="126" name="Ink 125">
                  <a:extLst>
                    <a:ext uri="{FF2B5EF4-FFF2-40B4-BE49-F238E27FC236}">
                      <a16:creationId xmlns:a16="http://schemas.microsoft.com/office/drawing/2014/main" id="{014E55F6-8CC0-2F66-EC0D-39EDE1EED101}"/>
                    </a:ext>
                  </a:extLst>
                </p:cNvPr>
                <p:cNvPicPr/>
                <p:nvPr/>
              </p:nvPicPr>
              <p:blipFill>
                <a:blip r:embed="rId95"/>
                <a:stretch>
                  <a:fillRect/>
                </a:stretch>
              </p:blipFill>
              <p:spPr>
                <a:xfrm>
                  <a:off x="6882597" y="5957492"/>
                  <a:ext cx="17208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127" name="Ink 126">
                  <a:extLst>
                    <a:ext uri="{FF2B5EF4-FFF2-40B4-BE49-F238E27FC236}">
                      <a16:creationId xmlns:a16="http://schemas.microsoft.com/office/drawing/2014/main" id="{22279591-10C7-4E7E-4BD8-29DC17DFED38}"/>
                    </a:ext>
                  </a:extLst>
                </p14:cNvPr>
                <p14:cNvContentPartPr/>
                <p14:nvPr/>
              </p14:nvContentPartPr>
              <p14:xfrm>
                <a:off x="7150797" y="5961092"/>
                <a:ext cx="118800" cy="148680"/>
              </p14:xfrm>
            </p:contentPart>
          </mc:Choice>
          <mc:Fallback>
            <p:pic>
              <p:nvPicPr>
                <p:cNvPr id="127" name="Ink 126">
                  <a:extLst>
                    <a:ext uri="{FF2B5EF4-FFF2-40B4-BE49-F238E27FC236}">
                      <a16:creationId xmlns:a16="http://schemas.microsoft.com/office/drawing/2014/main" id="{22279591-10C7-4E7E-4BD8-29DC17DFED38}"/>
                    </a:ext>
                  </a:extLst>
                </p:cNvPr>
                <p:cNvPicPr/>
                <p:nvPr/>
              </p:nvPicPr>
              <p:blipFill>
                <a:blip r:embed="rId97"/>
                <a:stretch>
                  <a:fillRect/>
                </a:stretch>
              </p:blipFill>
              <p:spPr>
                <a:xfrm>
                  <a:off x="7141797" y="5952092"/>
                  <a:ext cx="13644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128" name="Ink 127">
                  <a:extLst>
                    <a:ext uri="{FF2B5EF4-FFF2-40B4-BE49-F238E27FC236}">
                      <a16:creationId xmlns:a16="http://schemas.microsoft.com/office/drawing/2014/main" id="{B487306B-2ED7-4DE3-DDFC-B79CF8FBEA61}"/>
                    </a:ext>
                  </a:extLst>
                </p14:cNvPr>
                <p14:cNvContentPartPr/>
                <p14:nvPr/>
              </p14:nvContentPartPr>
              <p14:xfrm>
                <a:off x="7349517" y="5771372"/>
                <a:ext cx="365040" cy="340560"/>
              </p14:xfrm>
            </p:contentPart>
          </mc:Choice>
          <mc:Fallback>
            <p:pic>
              <p:nvPicPr>
                <p:cNvPr id="128" name="Ink 127">
                  <a:extLst>
                    <a:ext uri="{FF2B5EF4-FFF2-40B4-BE49-F238E27FC236}">
                      <a16:creationId xmlns:a16="http://schemas.microsoft.com/office/drawing/2014/main" id="{B487306B-2ED7-4DE3-DDFC-B79CF8FBEA61}"/>
                    </a:ext>
                  </a:extLst>
                </p:cNvPr>
                <p:cNvPicPr/>
                <p:nvPr/>
              </p:nvPicPr>
              <p:blipFill>
                <a:blip r:embed="rId99"/>
                <a:stretch>
                  <a:fillRect/>
                </a:stretch>
              </p:blipFill>
              <p:spPr>
                <a:xfrm>
                  <a:off x="7340517" y="5762372"/>
                  <a:ext cx="382680" cy="35820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129" name="Ink 128">
                  <a:extLst>
                    <a:ext uri="{FF2B5EF4-FFF2-40B4-BE49-F238E27FC236}">
                      <a16:creationId xmlns:a16="http://schemas.microsoft.com/office/drawing/2014/main" id="{17B3D4AC-2B63-F4F1-244C-6F6F8A47FEEE}"/>
                    </a:ext>
                  </a:extLst>
                </p14:cNvPr>
                <p14:cNvContentPartPr/>
                <p14:nvPr/>
              </p14:nvContentPartPr>
              <p14:xfrm>
                <a:off x="7795197" y="5967212"/>
                <a:ext cx="112320" cy="109800"/>
              </p14:xfrm>
            </p:contentPart>
          </mc:Choice>
          <mc:Fallback>
            <p:pic>
              <p:nvPicPr>
                <p:cNvPr id="129" name="Ink 128">
                  <a:extLst>
                    <a:ext uri="{FF2B5EF4-FFF2-40B4-BE49-F238E27FC236}">
                      <a16:creationId xmlns:a16="http://schemas.microsoft.com/office/drawing/2014/main" id="{17B3D4AC-2B63-F4F1-244C-6F6F8A47FEEE}"/>
                    </a:ext>
                  </a:extLst>
                </p:cNvPr>
                <p:cNvPicPr/>
                <p:nvPr/>
              </p:nvPicPr>
              <p:blipFill>
                <a:blip r:embed="rId101"/>
                <a:stretch>
                  <a:fillRect/>
                </a:stretch>
              </p:blipFill>
              <p:spPr>
                <a:xfrm>
                  <a:off x="7786557" y="5958572"/>
                  <a:ext cx="129960" cy="127440"/>
                </a:xfrm>
                <a:prstGeom prst="rect">
                  <a:avLst/>
                </a:prstGeom>
              </p:spPr>
            </p:pic>
          </mc:Fallback>
        </mc:AlternateContent>
      </p:grpSp>
      <p:grpSp>
        <p:nvGrpSpPr>
          <p:cNvPr id="141" name="Group 140">
            <a:extLst>
              <a:ext uri="{FF2B5EF4-FFF2-40B4-BE49-F238E27FC236}">
                <a16:creationId xmlns:a16="http://schemas.microsoft.com/office/drawing/2014/main" id="{799E1FEA-58B5-E676-D963-A1D8C74FF4AA}"/>
              </a:ext>
            </a:extLst>
          </p:cNvPr>
          <p:cNvGrpSpPr/>
          <p:nvPr/>
        </p:nvGrpSpPr>
        <p:grpSpPr>
          <a:xfrm>
            <a:off x="8217117" y="5893412"/>
            <a:ext cx="1014120" cy="250920"/>
            <a:chOff x="8217117" y="5893412"/>
            <a:chExt cx="1014120" cy="250920"/>
          </a:xfrm>
        </p:grpSpPr>
        <mc:AlternateContent xmlns:mc="http://schemas.openxmlformats.org/markup-compatibility/2006">
          <mc:Choice xmlns:p14="http://schemas.microsoft.com/office/powerpoint/2010/main" Requires="p14">
            <p:contentPart p14:bwMode="auto" r:id="rId102">
              <p14:nvContentPartPr>
                <p14:cNvPr id="130" name="Ink 129">
                  <a:extLst>
                    <a:ext uri="{FF2B5EF4-FFF2-40B4-BE49-F238E27FC236}">
                      <a16:creationId xmlns:a16="http://schemas.microsoft.com/office/drawing/2014/main" id="{029E8549-949A-EE7A-B81C-32E339D1AB2E}"/>
                    </a:ext>
                  </a:extLst>
                </p14:cNvPr>
                <p14:cNvContentPartPr/>
                <p14:nvPr/>
              </p14:nvContentPartPr>
              <p14:xfrm>
                <a:off x="8217117" y="5918972"/>
                <a:ext cx="156240" cy="225360"/>
              </p14:xfrm>
            </p:contentPart>
          </mc:Choice>
          <mc:Fallback>
            <p:pic>
              <p:nvPicPr>
                <p:cNvPr id="130" name="Ink 129">
                  <a:extLst>
                    <a:ext uri="{FF2B5EF4-FFF2-40B4-BE49-F238E27FC236}">
                      <a16:creationId xmlns:a16="http://schemas.microsoft.com/office/drawing/2014/main" id="{029E8549-949A-EE7A-B81C-32E339D1AB2E}"/>
                    </a:ext>
                  </a:extLst>
                </p:cNvPr>
                <p:cNvPicPr/>
                <p:nvPr/>
              </p:nvPicPr>
              <p:blipFill>
                <a:blip r:embed="rId103"/>
                <a:stretch>
                  <a:fillRect/>
                </a:stretch>
              </p:blipFill>
              <p:spPr>
                <a:xfrm>
                  <a:off x="8208117" y="5910332"/>
                  <a:ext cx="17388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131" name="Ink 130">
                  <a:extLst>
                    <a:ext uri="{FF2B5EF4-FFF2-40B4-BE49-F238E27FC236}">
                      <a16:creationId xmlns:a16="http://schemas.microsoft.com/office/drawing/2014/main" id="{60233831-5745-2AED-B9C4-A19C3FFFDEC6}"/>
                    </a:ext>
                  </a:extLst>
                </p14:cNvPr>
                <p14:cNvContentPartPr/>
                <p14:nvPr/>
              </p14:nvContentPartPr>
              <p14:xfrm>
                <a:off x="8478837" y="5938052"/>
                <a:ext cx="127800" cy="168480"/>
              </p14:xfrm>
            </p:contentPart>
          </mc:Choice>
          <mc:Fallback>
            <p:pic>
              <p:nvPicPr>
                <p:cNvPr id="131" name="Ink 130">
                  <a:extLst>
                    <a:ext uri="{FF2B5EF4-FFF2-40B4-BE49-F238E27FC236}">
                      <a16:creationId xmlns:a16="http://schemas.microsoft.com/office/drawing/2014/main" id="{60233831-5745-2AED-B9C4-A19C3FFFDEC6}"/>
                    </a:ext>
                  </a:extLst>
                </p:cNvPr>
                <p:cNvPicPr/>
                <p:nvPr/>
              </p:nvPicPr>
              <p:blipFill>
                <a:blip r:embed="rId105"/>
                <a:stretch>
                  <a:fillRect/>
                </a:stretch>
              </p:blipFill>
              <p:spPr>
                <a:xfrm>
                  <a:off x="8470197" y="5929412"/>
                  <a:ext cx="14544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134" name="Ink 133">
                  <a:extLst>
                    <a:ext uri="{FF2B5EF4-FFF2-40B4-BE49-F238E27FC236}">
                      <a16:creationId xmlns:a16="http://schemas.microsoft.com/office/drawing/2014/main" id="{21FD02F9-5591-A193-85C6-FE632AAE731D}"/>
                    </a:ext>
                  </a:extLst>
                </p14:cNvPr>
                <p14:cNvContentPartPr/>
                <p14:nvPr/>
              </p14:nvContentPartPr>
              <p14:xfrm>
                <a:off x="8479197" y="5893412"/>
                <a:ext cx="327960" cy="224640"/>
              </p14:xfrm>
            </p:contentPart>
          </mc:Choice>
          <mc:Fallback>
            <p:pic>
              <p:nvPicPr>
                <p:cNvPr id="134" name="Ink 133">
                  <a:extLst>
                    <a:ext uri="{FF2B5EF4-FFF2-40B4-BE49-F238E27FC236}">
                      <a16:creationId xmlns:a16="http://schemas.microsoft.com/office/drawing/2014/main" id="{21FD02F9-5591-A193-85C6-FE632AAE731D}"/>
                    </a:ext>
                  </a:extLst>
                </p:cNvPr>
                <p:cNvPicPr/>
                <p:nvPr/>
              </p:nvPicPr>
              <p:blipFill>
                <a:blip r:embed="rId107"/>
                <a:stretch>
                  <a:fillRect/>
                </a:stretch>
              </p:blipFill>
              <p:spPr>
                <a:xfrm>
                  <a:off x="8470557" y="5884772"/>
                  <a:ext cx="345600" cy="24228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135" name="Ink 134">
                  <a:extLst>
                    <a:ext uri="{FF2B5EF4-FFF2-40B4-BE49-F238E27FC236}">
                      <a16:creationId xmlns:a16="http://schemas.microsoft.com/office/drawing/2014/main" id="{EA0F91FE-E6B4-AB61-1464-1976C612036B}"/>
                    </a:ext>
                  </a:extLst>
                </p14:cNvPr>
                <p14:cNvContentPartPr/>
                <p14:nvPr/>
              </p14:nvContentPartPr>
              <p14:xfrm>
                <a:off x="8821557" y="5920772"/>
                <a:ext cx="131760" cy="190080"/>
              </p14:xfrm>
            </p:contentPart>
          </mc:Choice>
          <mc:Fallback>
            <p:pic>
              <p:nvPicPr>
                <p:cNvPr id="135" name="Ink 134">
                  <a:extLst>
                    <a:ext uri="{FF2B5EF4-FFF2-40B4-BE49-F238E27FC236}">
                      <a16:creationId xmlns:a16="http://schemas.microsoft.com/office/drawing/2014/main" id="{EA0F91FE-E6B4-AB61-1464-1976C612036B}"/>
                    </a:ext>
                  </a:extLst>
                </p:cNvPr>
                <p:cNvPicPr/>
                <p:nvPr/>
              </p:nvPicPr>
              <p:blipFill>
                <a:blip r:embed="rId109"/>
                <a:stretch>
                  <a:fillRect/>
                </a:stretch>
              </p:blipFill>
              <p:spPr>
                <a:xfrm>
                  <a:off x="8812917" y="5911772"/>
                  <a:ext cx="14940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136" name="Ink 135">
                  <a:extLst>
                    <a:ext uri="{FF2B5EF4-FFF2-40B4-BE49-F238E27FC236}">
                      <a16:creationId xmlns:a16="http://schemas.microsoft.com/office/drawing/2014/main" id="{0CA0BF0C-B910-447E-0D88-E5D4BAE4F0CB}"/>
                    </a:ext>
                  </a:extLst>
                </p14:cNvPr>
                <p14:cNvContentPartPr/>
                <p14:nvPr/>
              </p14:nvContentPartPr>
              <p14:xfrm>
                <a:off x="9109197" y="5919332"/>
                <a:ext cx="122040" cy="189000"/>
              </p14:xfrm>
            </p:contentPart>
          </mc:Choice>
          <mc:Fallback>
            <p:pic>
              <p:nvPicPr>
                <p:cNvPr id="136" name="Ink 135">
                  <a:extLst>
                    <a:ext uri="{FF2B5EF4-FFF2-40B4-BE49-F238E27FC236}">
                      <a16:creationId xmlns:a16="http://schemas.microsoft.com/office/drawing/2014/main" id="{0CA0BF0C-B910-447E-0D88-E5D4BAE4F0CB}"/>
                    </a:ext>
                  </a:extLst>
                </p:cNvPr>
                <p:cNvPicPr/>
                <p:nvPr/>
              </p:nvPicPr>
              <p:blipFill>
                <a:blip r:embed="rId111"/>
                <a:stretch>
                  <a:fillRect/>
                </a:stretch>
              </p:blipFill>
              <p:spPr>
                <a:xfrm>
                  <a:off x="9100197" y="5910332"/>
                  <a:ext cx="139680" cy="206640"/>
                </a:xfrm>
                <a:prstGeom prst="rect">
                  <a:avLst/>
                </a:prstGeom>
              </p:spPr>
            </p:pic>
          </mc:Fallback>
        </mc:AlternateContent>
      </p:grpSp>
      <p:grpSp>
        <p:nvGrpSpPr>
          <p:cNvPr id="140" name="Group 139">
            <a:extLst>
              <a:ext uri="{FF2B5EF4-FFF2-40B4-BE49-F238E27FC236}">
                <a16:creationId xmlns:a16="http://schemas.microsoft.com/office/drawing/2014/main" id="{93E230A3-6FE2-641E-62BD-5F661D10BD36}"/>
              </a:ext>
            </a:extLst>
          </p:cNvPr>
          <p:cNvGrpSpPr/>
          <p:nvPr/>
        </p:nvGrpSpPr>
        <p:grpSpPr>
          <a:xfrm>
            <a:off x="9558117" y="5835812"/>
            <a:ext cx="965520" cy="201960"/>
            <a:chOff x="9558117" y="5835812"/>
            <a:chExt cx="965520" cy="201960"/>
          </a:xfrm>
        </p:grpSpPr>
        <mc:AlternateContent xmlns:mc="http://schemas.openxmlformats.org/markup-compatibility/2006">
          <mc:Choice xmlns:p14="http://schemas.microsoft.com/office/powerpoint/2010/main" Requires="p14">
            <p:contentPart p14:bwMode="auto" r:id="rId112">
              <p14:nvContentPartPr>
                <p14:cNvPr id="137" name="Ink 136">
                  <a:extLst>
                    <a:ext uri="{FF2B5EF4-FFF2-40B4-BE49-F238E27FC236}">
                      <a16:creationId xmlns:a16="http://schemas.microsoft.com/office/drawing/2014/main" id="{45489D0A-A48F-86A3-598A-C654E04496BF}"/>
                    </a:ext>
                  </a:extLst>
                </p14:cNvPr>
                <p14:cNvContentPartPr/>
                <p14:nvPr/>
              </p14:nvContentPartPr>
              <p14:xfrm>
                <a:off x="9558117" y="5962532"/>
                <a:ext cx="85680" cy="4320"/>
              </p14:xfrm>
            </p:contentPart>
          </mc:Choice>
          <mc:Fallback>
            <p:pic>
              <p:nvPicPr>
                <p:cNvPr id="137" name="Ink 136">
                  <a:extLst>
                    <a:ext uri="{FF2B5EF4-FFF2-40B4-BE49-F238E27FC236}">
                      <a16:creationId xmlns:a16="http://schemas.microsoft.com/office/drawing/2014/main" id="{45489D0A-A48F-86A3-598A-C654E04496BF}"/>
                    </a:ext>
                  </a:extLst>
                </p:cNvPr>
                <p:cNvPicPr/>
                <p:nvPr/>
              </p:nvPicPr>
              <p:blipFill>
                <a:blip r:embed="rId113"/>
                <a:stretch>
                  <a:fillRect/>
                </a:stretch>
              </p:blipFill>
              <p:spPr>
                <a:xfrm>
                  <a:off x="9549477" y="5953532"/>
                  <a:ext cx="10332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138" name="Ink 137">
                  <a:extLst>
                    <a:ext uri="{FF2B5EF4-FFF2-40B4-BE49-F238E27FC236}">
                      <a16:creationId xmlns:a16="http://schemas.microsoft.com/office/drawing/2014/main" id="{797297F8-D787-7B83-E75E-1AE5E701F833}"/>
                    </a:ext>
                  </a:extLst>
                </p14:cNvPr>
                <p14:cNvContentPartPr/>
                <p14:nvPr/>
              </p14:nvContentPartPr>
              <p14:xfrm>
                <a:off x="9764757" y="5881532"/>
                <a:ext cx="261360" cy="133200"/>
              </p14:xfrm>
            </p:contentPart>
          </mc:Choice>
          <mc:Fallback>
            <p:pic>
              <p:nvPicPr>
                <p:cNvPr id="138" name="Ink 137">
                  <a:extLst>
                    <a:ext uri="{FF2B5EF4-FFF2-40B4-BE49-F238E27FC236}">
                      <a16:creationId xmlns:a16="http://schemas.microsoft.com/office/drawing/2014/main" id="{797297F8-D787-7B83-E75E-1AE5E701F833}"/>
                    </a:ext>
                  </a:extLst>
                </p:cNvPr>
                <p:cNvPicPr/>
                <p:nvPr/>
              </p:nvPicPr>
              <p:blipFill>
                <a:blip r:embed="rId115"/>
                <a:stretch>
                  <a:fillRect/>
                </a:stretch>
              </p:blipFill>
              <p:spPr>
                <a:xfrm>
                  <a:off x="9755757" y="5872532"/>
                  <a:ext cx="27900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139" name="Ink 138">
                  <a:extLst>
                    <a:ext uri="{FF2B5EF4-FFF2-40B4-BE49-F238E27FC236}">
                      <a16:creationId xmlns:a16="http://schemas.microsoft.com/office/drawing/2014/main" id="{C9683D94-230B-AF7B-E319-D5C841E83351}"/>
                    </a:ext>
                  </a:extLst>
                </p14:cNvPr>
                <p14:cNvContentPartPr/>
                <p14:nvPr/>
              </p14:nvContentPartPr>
              <p14:xfrm>
                <a:off x="10287837" y="5835812"/>
                <a:ext cx="235800" cy="201960"/>
              </p14:xfrm>
            </p:contentPart>
          </mc:Choice>
          <mc:Fallback>
            <p:pic>
              <p:nvPicPr>
                <p:cNvPr id="139" name="Ink 138">
                  <a:extLst>
                    <a:ext uri="{FF2B5EF4-FFF2-40B4-BE49-F238E27FC236}">
                      <a16:creationId xmlns:a16="http://schemas.microsoft.com/office/drawing/2014/main" id="{C9683D94-230B-AF7B-E319-D5C841E83351}"/>
                    </a:ext>
                  </a:extLst>
                </p:cNvPr>
                <p:cNvPicPr/>
                <p:nvPr/>
              </p:nvPicPr>
              <p:blipFill>
                <a:blip r:embed="rId117"/>
                <a:stretch>
                  <a:fillRect/>
                </a:stretch>
              </p:blipFill>
              <p:spPr>
                <a:xfrm>
                  <a:off x="10278837" y="5826812"/>
                  <a:ext cx="253440" cy="2196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18">
            <p14:nvContentPartPr>
              <p14:cNvPr id="190" name="Ink 189">
                <a:extLst>
                  <a:ext uri="{FF2B5EF4-FFF2-40B4-BE49-F238E27FC236}">
                    <a16:creationId xmlns:a16="http://schemas.microsoft.com/office/drawing/2014/main" id="{9A73DCC2-DAB5-9698-9B8F-E30652A94CB8}"/>
                  </a:ext>
                </a:extLst>
              </p14:cNvPr>
              <p14:cNvContentPartPr/>
              <p14:nvPr/>
            </p14:nvContentPartPr>
            <p14:xfrm>
              <a:off x="4341717" y="1715972"/>
              <a:ext cx="207720" cy="7560"/>
            </p14:xfrm>
          </p:contentPart>
        </mc:Choice>
        <mc:Fallback>
          <p:pic>
            <p:nvPicPr>
              <p:cNvPr id="190" name="Ink 189">
                <a:extLst>
                  <a:ext uri="{FF2B5EF4-FFF2-40B4-BE49-F238E27FC236}">
                    <a16:creationId xmlns:a16="http://schemas.microsoft.com/office/drawing/2014/main" id="{9A73DCC2-DAB5-9698-9B8F-E30652A94CB8}"/>
                  </a:ext>
                </a:extLst>
              </p:cNvPr>
              <p:cNvPicPr/>
              <p:nvPr/>
            </p:nvPicPr>
            <p:blipFill>
              <a:blip r:embed="rId119"/>
              <a:stretch>
                <a:fillRect/>
              </a:stretch>
            </p:blipFill>
            <p:spPr>
              <a:xfrm>
                <a:off x="4332717" y="1706972"/>
                <a:ext cx="225360" cy="25200"/>
              </a:xfrm>
              <a:prstGeom prst="rect">
                <a:avLst/>
              </a:prstGeom>
            </p:spPr>
          </p:pic>
        </mc:Fallback>
      </mc:AlternateContent>
      <p:grpSp>
        <p:nvGrpSpPr>
          <p:cNvPr id="200" name="Group 199">
            <a:extLst>
              <a:ext uri="{FF2B5EF4-FFF2-40B4-BE49-F238E27FC236}">
                <a16:creationId xmlns:a16="http://schemas.microsoft.com/office/drawing/2014/main" id="{4F0DC72A-DF8D-95D8-4170-4FAA33167BFA}"/>
              </a:ext>
            </a:extLst>
          </p:cNvPr>
          <p:cNvGrpSpPr/>
          <p:nvPr/>
        </p:nvGrpSpPr>
        <p:grpSpPr>
          <a:xfrm>
            <a:off x="1866717" y="97772"/>
            <a:ext cx="7534440" cy="4010760"/>
            <a:chOff x="1866717" y="97772"/>
            <a:chExt cx="7534440" cy="4010760"/>
          </a:xfrm>
        </p:grpSpPr>
        <mc:AlternateContent xmlns:mc="http://schemas.openxmlformats.org/markup-compatibility/2006">
          <mc:Choice xmlns:p14="http://schemas.microsoft.com/office/powerpoint/2010/main" Requires="p14">
            <p:contentPart p14:bwMode="auto" r:id="rId120">
              <p14:nvContentPartPr>
                <p14:cNvPr id="18" name="Ink 17">
                  <a:extLst>
                    <a:ext uri="{FF2B5EF4-FFF2-40B4-BE49-F238E27FC236}">
                      <a16:creationId xmlns:a16="http://schemas.microsoft.com/office/drawing/2014/main" id="{9B574F61-A501-6E9E-918D-E9F0F10AD38C}"/>
                    </a:ext>
                  </a:extLst>
                </p14:cNvPr>
                <p14:cNvContentPartPr/>
                <p14:nvPr/>
              </p14:nvContentPartPr>
              <p14:xfrm>
                <a:off x="1866717" y="3461972"/>
                <a:ext cx="42480" cy="18000"/>
              </p14:xfrm>
            </p:contentPart>
          </mc:Choice>
          <mc:Fallback>
            <p:pic>
              <p:nvPicPr>
                <p:cNvPr id="18" name="Ink 17">
                  <a:extLst>
                    <a:ext uri="{FF2B5EF4-FFF2-40B4-BE49-F238E27FC236}">
                      <a16:creationId xmlns:a16="http://schemas.microsoft.com/office/drawing/2014/main" id="{9B574F61-A501-6E9E-918D-E9F0F10AD38C}"/>
                    </a:ext>
                  </a:extLst>
                </p:cNvPr>
                <p:cNvPicPr/>
                <p:nvPr/>
              </p:nvPicPr>
              <p:blipFill>
                <a:blip r:embed="rId121"/>
                <a:stretch>
                  <a:fillRect/>
                </a:stretch>
              </p:blipFill>
              <p:spPr>
                <a:xfrm>
                  <a:off x="1858077" y="3453332"/>
                  <a:ext cx="6012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19" name="Ink 18">
                  <a:extLst>
                    <a:ext uri="{FF2B5EF4-FFF2-40B4-BE49-F238E27FC236}">
                      <a16:creationId xmlns:a16="http://schemas.microsoft.com/office/drawing/2014/main" id="{4FDEC1E2-F070-7300-FEF4-7669F5B6D8F5}"/>
                    </a:ext>
                  </a:extLst>
                </p14:cNvPr>
                <p14:cNvContentPartPr/>
                <p14:nvPr/>
              </p14:nvContentPartPr>
              <p14:xfrm>
                <a:off x="2098197" y="3492932"/>
                <a:ext cx="1440" cy="360"/>
              </p14:xfrm>
            </p:contentPart>
          </mc:Choice>
          <mc:Fallback>
            <p:pic>
              <p:nvPicPr>
                <p:cNvPr id="19" name="Ink 18">
                  <a:extLst>
                    <a:ext uri="{FF2B5EF4-FFF2-40B4-BE49-F238E27FC236}">
                      <a16:creationId xmlns:a16="http://schemas.microsoft.com/office/drawing/2014/main" id="{4FDEC1E2-F070-7300-FEF4-7669F5B6D8F5}"/>
                    </a:ext>
                  </a:extLst>
                </p:cNvPr>
                <p:cNvPicPr/>
                <p:nvPr/>
              </p:nvPicPr>
              <p:blipFill>
                <a:blip r:embed="rId123"/>
                <a:stretch>
                  <a:fillRect/>
                </a:stretch>
              </p:blipFill>
              <p:spPr>
                <a:xfrm>
                  <a:off x="2089557" y="3483932"/>
                  <a:ext cx="190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20" name="Ink 19">
                  <a:extLst>
                    <a:ext uri="{FF2B5EF4-FFF2-40B4-BE49-F238E27FC236}">
                      <a16:creationId xmlns:a16="http://schemas.microsoft.com/office/drawing/2014/main" id="{F8339FF3-B959-03B7-9321-F58923F130D6}"/>
                    </a:ext>
                  </a:extLst>
                </p14:cNvPr>
                <p14:cNvContentPartPr/>
                <p14:nvPr/>
              </p14:nvContentPartPr>
              <p14:xfrm>
                <a:off x="2295477" y="3482492"/>
                <a:ext cx="18360" cy="4320"/>
              </p14:xfrm>
            </p:contentPart>
          </mc:Choice>
          <mc:Fallback>
            <p:pic>
              <p:nvPicPr>
                <p:cNvPr id="20" name="Ink 19">
                  <a:extLst>
                    <a:ext uri="{FF2B5EF4-FFF2-40B4-BE49-F238E27FC236}">
                      <a16:creationId xmlns:a16="http://schemas.microsoft.com/office/drawing/2014/main" id="{F8339FF3-B959-03B7-9321-F58923F130D6}"/>
                    </a:ext>
                  </a:extLst>
                </p:cNvPr>
                <p:cNvPicPr/>
                <p:nvPr/>
              </p:nvPicPr>
              <p:blipFill>
                <a:blip r:embed="rId125"/>
                <a:stretch>
                  <a:fillRect/>
                </a:stretch>
              </p:blipFill>
              <p:spPr>
                <a:xfrm>
                  <a:off x="2286837" y="3473492"/>
                  <a:ext cx="360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21" name="Ink 20">
                  <a:extLst>
                    <a:ext uri="{FF2B5EF4-FFF2-40B4-BE49-F238E27FC236}">
                      <a16:creationId xmlns:a16="http://schemas.microsoft.com/office/drawing/2014/main" id="{E8A0599B-745D-8FAA-7381-CAC2AE7E3FBC}"/>
                    </a:ext>
                  </a:extLst>
                </p14:cNvPr>
                <p14:cNvContentPartPr/>
                <p14:nvPr/>
              </p14:nvContentPartPr>
              <p14:xfrm>
                <a:off x="2458557" y="3466652"/>
                <a:ext cx="1800" cy="4320"/>
              </p14:xfrm>
            </p:contentPart>
          </mc:Choice>
          <mc:Fallback>
            <p:pic>
              <p:nvPicPr>
                <p:cNvPr id="21" name="Ink 20">
                  <a:extLst>
                    <a:ext uri="{FF2B5EF4-FFF2-40B4-BE49-F238E27FC236}">
                      <a16:creationId xmlns:a16="http://schemas.microsoft.com/office/drawing/2014/main" id="{E8A0599B-745D-8FAA-7381-CAC2AE7E3FBC}"/>
                    </a:ext>
                  </a:extLst>
                </p:cNvPr>
                <p:cNvPicPr/>
                <p:nvPr/>
              </p:nvPicPr>
              <p:blipFill>
                <a:blip r:embed="rId123"/>
                <a:stretch>
                  <a:fillRect/>
                </a:stretch>
              </p:blipFill>
              <p:spPr>
                <a:xfrm>
                  <a:off x="2449917" y="3458012"/>
                  <a:ext cx="1944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22" name="Ink 21">
                  <a:extLst>
                    <a:ext uri="{FF2B5EF4-FFF2-40B4-BE49-F238E27FC236}">
                      <a16:creationId xmlns:a16="http://schemas.microsoft.com/office/drawing/2014/main" id="{13808F6E-FB74-4A56-4EC0-A13D05FE9618}"/>
                    </a:ext>
                  </a:extLst>
                </p14:cNvPr>
                <p14:cNvContentPartPr/>
                <p14:nvPr/>
              </p14:nvContentPartPr>
              <p14:xfrm>
                <a:off x="2611557" y="3492932"/>
                <a:ext cx="3960" cy="1800"/>
              </p14:xfrm>
            </p:contentPart>
          </mc:Choice>
          <mc:Fallback>
            <p:pic>
              <p:nvPicPr>
                <p:cNvPr id="22" name="Ink 21">
                  <a:extLst>
                    <a:ext uri="{FF2B5EF4-FFF2-40B4-BE49-F238E27FC236}">
                      <a16:creationId xmlns:a16="http://schemas.microsoft.com/office/drawing/2014/main" id="{13808F6E-FB74-4A56-4EC0-A13D05FE9618}"/>
                    </a:ext>
                  </a:extLst>
                </p:cNvPr>
                <p:cNvPicPr/>
                <p:nvPr/>
              </p:nvPicPr>
              <p:blipFill>
                <a:blip r:embed="rId123"/>
                <a:stretch>
                  <a:fillRect/>
                </a:stretch>
              </p:blipFill>
              <p:spPr>
                <a:xfrm>
                  <a:off x="2602557" y="3483932"/>
                  <a:ext cx="2160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24" name="Ink 23">
                  <a:extLst>
                    <a:ext uri="{FF2B5EF4-FFF2-40B4-BE49-F238E27FC236}">
                      <a16:creationId xmlns:a16="http://schemas.microsoft.com/office/drawing/2014/main" id="{3B3E8C9A-5487-CA85-17BB-048AAA16C238}"/>
                    </a:ext>
                  </a:extLst>
                </p14:cNvPr>
                <p14:cNvContentPartPr/>
                <p14:nvPr/>
              </p14:nvContentPartPr>
              <p14:xfrm>
                <a:off x="2659437" y="3062372"/>
                <a:ext cx="31320" cy="432720"/>
              </p14:xfrm>
            </p:contentPart>
          </mc:Choice>
          <mc:Fallback>
            <p:pic>
              <p:nvPicPr>
                <p:cNvPr id="24" name="Ink 23">
                  <a:extLst>
                    <a:ext uri="{FF2B5EF4-FFF2-40B4-BE49-F238E27FC236}">
                      <a16:creationId xmlns:a16="http://schemas.microsoft.com/office/drawing/2014/main" id="{3B3E8C9A-5487-CA85-17BB-048AAA16C238}"/>
                    </a:ext>
                  </a:extLst>
                </p:cNvPr>
                <p:cNvPicPr/>
                <p:nvPr/>
              </p:nvPicPr>
              <p:blipFill>
                <a:blip r:embed="rId129"/>
                <a:stretch>
                  <a:fillRect/>
                </a:stretch>
              </p:blipFill>
              <p:spPr>
                <a:xfrm>
                  <a:off x="2650797" y="3053732"/>
                  <a:ext cx="48960" cy="4503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25" name="Ink 24">
                  <a:extLst>
                    <a:ext uri="{FF2B5EF4-FFF2-40B4-BE49-F238E27FC236}">
                      <a16:creationId xmlns:a16="http://schemas.microsoft.com/office/drawing/2014/main" id="{C21EA10F-3106-B730-0379-FA51F3252138}"/>
                    </a:ext>
                  </a:extLst>
                </p14:cNvPr>
                <p14:cNvContentPartPr/>
                <p14:nvPr/>
              </p14:nvContentPartPr>
              <p14:xfrm>
                <a:off x="2703717" y="3494012"/>
                <a:ext cx="438480" cy="38880"/>
              </p14:xfrm>
            </p:contentPart>
          </mc:Choice>
          <mc:Fallback>
            <p:pic>
              <p:nvPicPr>
                <p:cNvPr id="25" name="Ink 24">
                  <a:extLst>
                    <a:ext uri="{FF2B5EF4-FFF2-40B4-BE49-F238E27FC236}">
                      <a16:creationId xmlns:a16="http://schemas.microsoft.com/office/drawing/2014/main" id="{C21EA10F-3106-B730-0379-FA51F3252138}"/>
                    </a:ext>
                  </a:extLst>
                </p:cNvPr>
                <p:cNvPicPr/>
                <p:nvPr/>
              </p:nvPicPr>
              <p:blipFill>
                <a:blip r:embed="rId131"/>
                <a:stretch>
                  <a:fillRect/>
                </a:stretch>
              </p:blipFill>
              <p:spPr>
                <a:xfrm>
                  <a:off x="2694717" y="3485012"/>
                  <a:ext cx="45612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26" name="Ink 25">
                  <a:extLst>
                    <a:ext uri="{FF2B5EF4-FFF2-40B4-BE49-F238E27FC236}">
                      <a16:creationId xmlns:a16="http://schemas.microsoft.com/office/drawing/2014/main" id="{F3D3EA35-A6BE-BFCE-42B0-BDE008469C09}"/>
                    </a:ext>
                  </a:extLst>
                </p14:cNvPr>
                <p14:cNvContentPartPr/>
                <p14:nvPr/>
              </p14:nvContentPartPr>
              <p14:xfrm>
                <a:off x="2735757" y="3057692"/>
                <a:ext cx="515160" cy="458640"/>
              </p14:xfrm>
            </p:contentPart>
          </mc:Choice>
          <mc:Fallback>
            <p:pic>
              <p:nvPicPr>
                <p:cNvPr id="26" name="Ink 25">
                  <a:extLst>
                    <a:ext uri="{FF2B5EF4-FFF2-40B4-BE49-F238E27FC236}">
                      <a16:creationId xmlns:a16="http://schemas.microsoft.com/office/drawing/2014/main" id="{F3D3EA35-A6BE-BFCE-42B0-BDE008469C09}"/>
                    </a:ext>
                  </a:extLst>
                </p:cNvPr>
                <p:cNvPicPr/>
                <p:nvPr/>
              </p:nvPicPr>
              <p:blipFill>
                <a:blip r:embed="rId133"/>
                <a:stretch>
                  <a:fillRect/>
                </a:stretch>
              </p:blipFill>
              <p:spPr>
                <a:xfrm>
                  <a:off x="2726757" y="3048692"/>
                  <a:ext cx="532800" cy="4762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27" name="Ink 26">
                  <a:extLst>
                    <a:ext uri="{FF2B5EF4-FFF2-40B4-BE49-F238E27FC236}">
                      <a16:creationId xmlns:a16="http://schemas.microsoft.com/office/drawing/2014/main" id="{74801525-9845-B622-E133-D9F9294C2C11}"/>
                    </a:ext>
                  </a:extLst>
                </p14:cNvPr>
                <p14:cNvContentPartPr/>
                <p14:nvPr/>
              </p14:nvContentPartPr>
              <p14:xfrm>
                <a:off x="3437757" y="3141212"/>
                <a:ext cx="35640" cy="363240"/>
              </p14:xfrm>
            </p:contentPart>
          </mc:Choice>
          <mc:Fallback>
            <p:pic>
              <p:nvPicPr>
                <p:cNvPr id="27" name="Ink 26">
                  <a:extLst>
                    <a:ext uri="{FF2B5EF4-FFF2-40B4-BE49-F238E27FC236}">
                      <a16:creationId xmlns:a16="http://schemas.microsoft.com/office/drawing/2014/main" id="{74801525-9845-B622-E133-D9F9294C2C11}"/>
                    </a:ext>
                  </a:extLst>
                </p:cNvPr>
                <p:cNvPicPr/>
                <p:nvPr/>
              </p:nvPicPr>
              <p:blipFill>
                <a:blip r:embed="rId135"/>
                <a:stretch>
                  <a:fillRect/>
                </a:stretch>
              </p:blipFill>
              <p:spPr>
                <a:xfrm>
                  <a:off x="3429117" y="3132572"/>
                  <a:ext cx="53280" cy="38088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28" name="Ink 27">
                  <a:extLst>
                    <a:ext uri="{FF2B5EF4-FFF2-40B4-BE49-F238E27FC236}">
                      <a16:creationId xmlns:a16="http://schemas.microsoft.com/office/drawing/2014/main" id="{23ED66E7-E5A5-5F7B-47D9-CF589B789D22}"/>
                    </a:ext>
                  </a:extLst>
                </p14:cNvPr>
                <p14:cNvContentPartPr/>
                <p14:nvPr/>
              </p14:nvContentPartPr>
              <p14:xfrm>
                <a:off x="3448917" y="3057692"/>
                <a:ext cx="502200" cy="493200"/>
              </p14:xfrm>
            </p:contentPart>
          </mc:Choice>
          <mc:Fallback>
            <p:pic>
              <p:nvPicPr>
                <p:cNvPr id="28" name="Ink 27">
                  <a:extLst>
                    <a:ext uri="{FF2B5EF4-FFF2-40B4-BE49-F238E27FC236}">
                      <a16:creationId xmlns:a16="http://schemas.microsoft.com/office/drawing/2014/main" id="{23ED66E7-E5A5-5F7B-47D9-CF589B789D22}"/>
                    </a:ext>
                  </a:extLst>
                </p:cNvPr>
                <p:cNvPicPr/>
                <p:nvPr/>
              </p:nvPicPr>
              <p:blipFill>
                <a:blip r:embed="rId137"/>
                <a:stretch>
                  <a:fillRect/>
                </a:stretch>
              </p:blipFill>
              <p:spPr>
                <a:xfrm>
                  <a:off x="3440277" y="3049052"/>
                  <a:ext cx="519840" cy="5108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29" name="Ink 28">
                  <a:extLst>
                    <a:ext uri="{FF2B5EF4-FFF2-40B4-BE49-F238E27FC236}">
                      <a16:creationId xmlns:a16="http://schemas.microsoft.com/office/drawing/2014/main" id="{ADC34DCE-757B-3AF7-26CF-B86635AFCF61}"/>
                    </a:ext>
                  </a:extLst>
                </p14:cNvPr>
                <p14:cNvContentPartPr/>
                <p14:nvPr/>
              </p14:nvContentPartPr>
              <p14:xfrm>
                <a:off x="4196637" y="3177212"/>
                <a:ext cx="13680" cy="351360"/>
              </p14:xfrm>
            </p:contentPart>
          </mc:Choice>
          <mc:Fallback>
            <p:pic>
              <p:nvPicPr>
                <p:cNvPr id="29" name="Ink 28">
                  <a:extLst>
                    <a:ext uri="{FF2B5EF4-FFF2-40B4-BE49-F238E27FC236}">
                      <a16:creationId xmlns:a16="http://schemas.microsoft.com/office/drawing/2014/main" id="{ADC34DCE-757B-3AF7-26CF-B86635AFCF61}"/>
                    </a:ext>
                  </a:extLst>
                </p:cNvPr>
                <p:cNvPicPr/>
                <p:nvPr/>
              </p:nvPicPr>
              <p:blipFill>
                <a:blip r:embed="rId139"/>
                <a:stretch>
                  <a:fillRect/>
                </a:stretch>
              </p:blipFill>
              <p:spPr>
                <a:xfrm>
                  <a:off x="4187997" y="3168572"/>
                  <a:ext cx="31320" cy="3690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30" name="Ink 29">
                  <a:extLst>
                    <a:ext uri="{FF2B5EF4-FFF2-40B4-BE49-F238E27FC236}">
                      <a16:creationId xmlns:a16="http://schemas.microsoft.com/office/drawing/2014/main" id="{1EC8ABF8-B89C-546B-5EEF-2A2059544E48}"/>
                    </a:ext>
                  </a:extLst>
                </p14:cNvPr>
                <p14:cNvContentPartPr/>
                <p14:nvPr/>
              </p14:nvContentPartPr>
              <p14:xfrm>
                <a:off x="4220757" y="3045452"/>
                <a:ext cx="526680" cy="515520"/>
              </p14:xfrm>
            </p:contentPart>
          </mc:Choice>
          <mc:Fallback>
            <p:pic>
              <p:nvPicPr>
                <p:cNvPr id="30" name="Ink 29">
                  <a:extLst>
                    <a:ext uri="{FF2B5EF4-FFF2-40B4-BE49-F238E27FC236}">
                      <a16:creationId xmlns:a16="http://schemas.microsoft.com/office/drawing/2014/main" id="{1EC8ABF8-B89C-546B-5EEF-2A2059544E48}"/>
                    </a:ext>
                  </a:extLst>
                </p:cNvPr>
                <p:cNvPicPr/>
                <p:nvPr/>
              </p:nvPicPr>
              <p:blipFill>
                <a:blip r:embed="rId141"/>
                <a:stretch>
                  <a:fillRect/>
                </a:stretch>
              </p:blipFill>
              <p:spPr>
                <a:xfrm>
                  <a:off x="4211757" y="3036452"/>
                  <a:ext cx="544320" cy="5331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31" name="Ink 30">
                  <a:extLst>
                    <a:ext uri="{FF2B5EF4-FFF2-40B4-BE49-F238E27FC236}">
                      <a16:creationId xmlns:a16="http://schemas.microsoft.com/office/drawing/2014/main" id="{A6A4B622-FC75-D0A4-606E-1EF1302E33F6}"/>
                    </a:ext>
                  </a:extLst>
                </p14:cNvPr>
                <p14:cNvContentPartPr/>
                <p14:nvPr/>
              </p14:nvContentPartPr>
              <p14:xfrm>
                <a:off x="2934117" y="3183332"/>
                <a:ext cx="217440" cy="167400"/>
              </p14:xfrm>
            </p:contentPart>
          </mc:Choice>
          <mc:Fallback>
            <p:pic>
              <p:nvPicPr>
                <p:cNvPr id="31" name="Ink 30">
                  <a:extLst>
                    <a:ext uri="{FF2B5EF4-FFF2-40B4-BE49-F238E27FC236}">
                      <a16:creationId xmlns:a16="http://schemas.microsoft.com/office/drawing/2014/main" id="{A6A4B622-FC75-D0A4-606E-1EF1302E33F6}"/>
                    </a:ext>
                  </a:extLst>
                </p:cNvPr>
                <p:cNvPicPr/>
                <p:nvPr/>
              </p:nvPicPr>
              <p:blipFill>
                <a:blip r:embed="rId143"/>
                <a:stretch>
                  <a:fillRect/>
                </a:stretch>
              </p:blipFill>
              <p:spPr>
                <a:xfrm>
                  <a:off x="2925117" y="3174332"/>
                  <a:ext cx="23508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32" name="Ink 31">
                  <a:extLst>
                    <a:ext uri="{FF2B5EF4-FFF2-40B4-BE49-F238E27FC236}">
                      <a16:creationId xmlns:a16="http://schemas.microsoft.com/office/drawing/2014/main" id="{25722BBE-4D20-E3EB-34B5-88331725C02C}"/>
                    </a:ext>
                  </a:extLst>
                </p14:cNvPr>
                <p14:cNvContentPartPr/>
                <p14:nvPr/>
              </p14:nvContentPartPr>
              <p14:xfrm>
                <a:off x="3710637" y="3222212"/>
                <a:ext cx="156240" cy="179640"/>
              </p14:xfrm>
            </p:contentPart>
          </mc:Choice>
          <mc:Fallback>
            <p:pic>
              <p:nvPicPr>
                <p:cNvPr id="32" name="Ink 31">
                  <a:extLst>
                    <a:ext uri="{FF2B5EF4-FFF2-40B4-BE49-F238E27FC236}">
                      <a16:creationId xmlns:a16="http://schemas.microsoft.com/office/drawing/2014/main" id="{25722BBE-4D20-E3EB-34B5-88331725C02C}"/>
                    </a:ext>
                  </a:extLst>
                </p:cNvPr>
                <p:cNvPicPr/>
                <p:nvPr/>
              </p:nvPicPr>
              <p:blipFill>
                <a:blip r:embed="rId145"/>
                <a:stretch>
                  <a:fillRect/>
                </a:stretch>
              </p:blipFill>
              <p:spPr>
                <a:xfrm>
                  <a:off x="3701637" y="3213212"/>
                  <a:ext cx="17388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33" name="Ink 32">
                  <a:extLst>
                    <a:ext uri="{FF2B5EF4-FFF2-40B4-BE49-F238E27FC236}">
                      <a16:creationId xmlns:a16="http://schemas.microsoft.com/office/drawing/2014/main" id="{6B2250D8-786C-B8EA-FD20-6DA17CBF662C}"/>
                    </a:ext>
                  </a:extLst>
                </p14:cNvPr>
                <p14:cNvContentPartPr/>
                <p14:nvPr/>
              </p14:nvContentPartPr>
              <p14:xfrm>
                <a:off x="4341357" y="3194132"/>
                <a:ext cx="159480" cy="181440"/>
              </p14:xfrm>
            </p:contentPart>
          </mc:Choice>
          <mc:Fallback>
            <p:pic>
              <p:nvPicPr>
                <p:cNvPr id="33" name="Ink 32">
                  <a:extLst>
                    <a:ext uri="{FF2B5EF4-FFF2-40B4-BE49-F238E27FC236}">
                      <a16:creationId xmlns:a16="http://schemas.microsoft.com/office/drawing/2014/main" id="{6B2250D8-786C-B8EA-FD20-6DA17CBF662C}"/>
                    </a:ext>
                  </a:extLst>
                </p:cNvPr>
                <p:cNvPicPr/>
                <p:nvPr/>
              </p:nvPicPr>
              <p:blipFill>
                <a:blip r:embed="rId147"/>
                <a:stretch>
                  <a:fillRect/>
                </a:stretch>
              </p:blipFill>
              <p:spPr>
                <a:xfrm>
                  <a:off x="4332357" y="3185492"/>
                  <a:ext cx="177120" cy="19908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63" name="Ink 62">
                  <a:extLst>
                    <a:ext uri="{FF2B5EF4-FFF2-40B4-BE49-F238E27FC236}">
                      <a16:creationId xmlns:a16="http://schemas.microsoft.com/office/drawing/2014/main" id="{FDEB3E15-A57C-38D1-8BC0-E7C599F4990F}"/>
                    </a:ext>
                  </a:extLst>
                </p14:cNvPr>
                <p14:cNvContentPartPr/>
                <p14:nvPr/>
              </p14:nvContentPartPr>
              <p14:xfrm>
                <a:off x="8624637" y="3946892"/>
                <a:ext cx="12960" cy="6480"/>
              </p14:xfrm>
            </p:contentPart>
          </mc:Choice>
          <mc:Fallback>
            <p:pic>
              <p:nvPicPr>
                <p:cNvPr id="63" name="Ink 62">
                  <a:extLst>
                    <a:ext uri="{FF2B5EF4-FFF2-40B4-BE49-F238E27FC236}">
                      <a16:creationId xmlns:a16="http://schemas.microsoft.com/office/drawing/2014/main" id="{FDEB3E15-A57C-38D1-8BC0-E7C599F4990F}"/>
                    </a:ext>
                  </a:extLst>
                </p:cNvPr>
                <p:cNvPicPr/>
                <p:nvPr/>
              </p:nvPicPr>
              <p:blipFill>
                <a:blip r:embed="rId149"/>
                <a:stretch>
                  <a:fillRect/>
                </a:stretch>
              </p:blipFill>
              <p:spPr>
                <a:xfrm>
                  <a:off x="8615997" y="3938252"/>
                  <a:ext cx="3060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64" name="Ink 63">
                  <a:extLst>
                    <a:ext uri="{FF2B5EF4-FFF2-40B4-BE49-F238E27FC236}">
                      <a16:creationId xmlns:a16="http://schemas.microsoft.com/office/drawing/2014/main" id="{AAB52D83-9BE6-4CAA-8AD1-E28859DEE369}"/>
                    </a:ext>
                  </a:extLst>
                </p14:cNvPr>
                <p14:cNvContentPartPr/>
                <p14:nvPr/>
              </p14:nvContentPartPr>
              <p14:xfrm>
                <a:off x="8641557" y="3860852"/>
                <a:ext cx="9360" cy="14040"/>
              </p14:xfrm>
            </p:contentPart>
          </mc:Choice>
          <mc:Fallback>
            <p:pic>
              <p:nvPicPr>
                <p:cNvPr id="64" name="Ink 63">
                  <a:extLst>
                    <a:ext uri="{FF2B5EF4-FFF2-40B4-BE49-F238E27FC236}">
                      <a16:creationId xmlns:a16="http://schemas.microsoft.com/office/drawing/2014/main" id="{AAB52D83-9BE6-4CAA-8AD1-E28859DEE369}"/>
                    </a:ext>
                  </a:extLst>
                </p:cNvPr>
                <p:cNvPicPr/>
                <p:nvPr/>
              </p:nvPicPr>
              <p:blipFill>
                <a:blip r:embed="rId151"/>
                <a:stretch>
                  <a:fillRect/>
                </a:stretch>
              </p:blipFill>
              <p:spPr>
                <a:xfrm>
                  <a:off x="8632557" y="3851852"/>
                  <a:ext cx="2700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69" name="Ink 68">
                  <a:extLst>
                    <a:ext uri="{FF2B5EF4-FFF2-40B4-BE49-F238E27FC236}">
                      <a16:creationId xmlns:a16="http://schemas.microsoft.com/office/drawing/2014/main" id="{7F36B632-0B20-A442-960C-92E9431F956D}"/>
                    </a:ext>
                  </a:extLst>
                </p14:cNvPr>
                <p14:cNvContentPartPr/>
                <p14:nvPr/>
              </p14:nvContentPartPr>
              <p14:xfrm>
                <a:off x="7255197" y="2845652"/>
                <a:ext cx="54000" cy="1262880"/>
              </p14:xfrm>
            </p:contentPart>
          </mc:Choice>
          <mc:Fallback>
            <p:pic>
              <p:nvPicPr>
                <p:cNvPr id="69" name="Ink 68">
                  <a:extLst>
                    <a:ext uri="{FF2B5EF4-FFF2-40B4-BE49-F238E27FC236}">
                      <a16:creationId xmlns:a16="http://schemas.microsoft.com/office/drawing/2014/main" id="{7F36B632-0B20-A442-960C-92E9431F956D}"/>
                    </a:ext>
                  </a:extLst>
                </p:cNvPr>
                <p:cNvPicPr/>
                <p:nvPr/>
              </p:nvPicPr>
              <p:blipFill>
                <a:blip r:embed="rId153"/>
                <a:stretch>
                  <a:fillRect/>
                </a:stretch>
              </p:blipFill>
              <p:spPr>
                <a:xfrm>
                  <a:off x="7246197" y="2836652"/>
                  <a:ext cx="71640" cy="128052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70" name="Ink 69">
                  <a:extLst>
                    <a:ext uri="{FF2B5EF4-FFF2-40B4-BE49-F238E27FC236}">
                      <a16:creationId xmlns:a16="http://schemas.microsoft.com/office/drawing/2014/main" id="{DC8B457C-1CFC-6662-1401-28DADCBEC6EB}"/>
                    </a:ext>
                  </a:extLst>
                </p14:cNvPr>
                <p14:cNvContentPartPr/>
                <p14:nvPr/>
              </p14:nvContentPartPr>
              <p14:xfrm>
                <a:off x="7183917" y="2832332"/>
                <a:ext cx="156600" cy="153000"/>
              </p14:xfrm>
            </p:contentPart>
          </mc:Choice>
          <mc:Fallback>
            <p:pic>
              <p:nvPicPr>
                <p:cNvPr id="70" name="Ink 69">
                  <a:extLst>
                    <a:ext uri="{FF2B5EF4-FFF2-40B4-BE49-F238E27FC236}">
                      <a16:creationId xmlns:a16="http://schemas.microsoft.com/office/drawing/2014/main" id="{DC8B457C-1CFC-6662-1401-28DADCBEC6EB}"/>
                    </a:ext>
                  </a:extLst>
                </p:cNvPr>
                <p:cNvPicPr/>
                <p:nvPr/>
              </p:nvPicPr>
              <p:blipFill>
                <a:blip r:embed="rId155"/>
                <a:stretch>
                  <a:fillRect/>
                </a:stretch>
              </p:blipFill>
              <p:spPr>
                <a:xfrm>
                  <a:off x="7174917" y="2823332"/>
                  <a:ext cx="17424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71" name="Ink 70">
                  <a:extLst>
                    <a:ext uri="{FF2B5EF4-FFF2-40B4-BE49-F238E27FC236}">
                      <a16:creationId xmlns:a16="http://schemas.microsoft.com/office/drawing/2014/main" id="{3F0070E4-CAFB-3C2D-4E28-4CAC91E8E153}"/>
                    </a:ext>
                  </a:extLst>
                </p14:cNvPr>
                <p14:cNvContentPartPr/>
                <p14:nvPr/>
              </p14:nvContentPartPr>
              <p14:xfrm>
                <a:off x="5864157" y="2955092"/>
                <a:ext cx="163080" cy="412560"/>
              </p14:xfrm>
            </p:contentPart>
          </mc:Choice>
          <mc:Fallback>
            <p:pic>
              <p:nvPicPr>
                <p:cNvPr id="71" name="Ink 70">
                  <a:extLst>
                    <a:ext uri="{FF2B5EF4-FFF2-40B4-BE49-F238E27FC236}">
                      <a16:creationId xmlns:a16="http://schemas.microsoft.com/office/drawing/2014/main" id="{3F0070E4-CAFB-3C2D-4E28-4CAC91E8E153}"/>
                    </a:ext>
                  </a:extLst>
                </p:cNvPr>
                <p:cNvPicPr/>
                <p:nvPr/>
              </p:nvPicPr>
              <p:blipFill>
                <a:blip r:embed="rId157"/>
                <a:stretch>
                  <a:fillRect/>
                </a:stretch>
              </p:blipFill>
              <p:spPr>
                <a:xfrm>
                  <a:off x="5855157" y="2946092"/>
                  <a:ext cx="180720" cy="43020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72" name="Ink 71">
                  <a:extLst>
                    <a:ext uri="{FF2B5EF4-FFF2-40B4-BE49-F238E27FC236}">
                      <a16:creationId xmlns:a16="http://schemas.microsoft.com/office/drawing/2014/main" id="{B9695183-0F90-101E-AA94-F87B3DFBB661}"/>
                    </a:ext>
                  </a:extLst>
                </p14:cNvPr>
                <p14:cNvContentPartPr/>
                <p14:nvPr/>
              </p14:nvContentPartPr>
              <p14:xfrm>
                <a:off x="6093477" y="3147692"/>
                <a:ext cx="237600" cy="182520"/>
              </p14:xfrm>
            </p:contentPart>
          </mc:Choice>
          <mc:Fallback>
            <p:pic>
              <p:nvPicPr>
                <p:cNvPr id="72" name="Ink 71">
                  <a:extLst>
                    <a:ext uri="{FF2B5EF4-FFF2-40B4-BE49-F238E27FC236}">
                      <a16:creationId xmlns:a16="http://schemas.microsoft.com/office/drawing/2014/main" id="{B9695183-0F90-101E-AA94-F87B3DFBB661}"/>
                    </a:ext>
                  </a:extLst>
                </p:cNvPr>
                <p:cNvPicPr/>
                <p:nvPr/>
              </p:nvPicPr>
              <p:blipFill>
                <a:blip r:embed="rId159"/>
                <a:stretch>
                  <a:fillRect/>
                </a:stretch>
              </p:blipFill>
              <p:spPr>
                <a:xfrm>
                  <a:off x="6084477" y="3139052"/>
                  <a:ext cx="25524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73" name="Ink 72">
                  <a:extLst>
                    <a:ext uri="{FF2B5EF4-FFF2-40B4-BE49-F238E27FC236}">
                      <a16:creationId xmlns:a16="http://schemas.microsoft.com/office/drawing/2014/main" id="{6F29B0E7-0149-BFFB-6DBA-A6B5F1AA9CBF}"/>
                    </a:ext>
                  </a:extLst>
                </p14:cNvPr>
                <p14:cNvContentPartPr/>
                <p14:nvPr/>
              </p14:nvContentPartPr>
              <p14:xfrm>
                <a:off x="6413877" y="3014852"/>
                <a:ext cx="16200" cy="214560"/>
              </p14:xfrm>
            </p:contentPart>
          </mc:Choice>
          <mc:Fallback>
            <p:pic>
              <p:nvPicPr>
                <p:cNvPr id="73" name="Ink 72">
                  <a:extLst>
                    <a:ext uri="{FF2B5EF4-FFF2-40B4-BE49-F238E27FC236}">
                      <a16:creationId xmlns:a16="http://schemas.microsoft.com/office/drawing/2014/main" id="{6F29B0E7-0149-BFFB-6DBA-A6B5F1AA9CBF}"/>
                    </a:ext>
                  </a:extLst>
                </p:cNvPr>
                <p:cNvPicPr/>
                <p:nvPr/>
              </p:nvPicPr>
              <p:blipFill>
                <a:blip r:embed="rId161"/>
                <a:stretch>
                  <a:fillRect/>
                </a:stretch>
              </p:blipFill>
              <p:spPr>
                <a:xfrm>
                  <a:off x="6404877" y="3005852"/>
                  <a:ext cx="3384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74" name="Ink 73">
                  <a:extLst>
                    <a:ext uri="{FF2B5EF4-FFF2-40B4-BE49-F238E27FC236}">
                      <a16:creationId xmlns:a16="http://schemas.microsoft.com/office/drawing/2014/main" id="{5D158C17-1E50-40CB-60FA-D6B1CC1D0126}"/>
                    </a:ext>
                  </a:extLst>
                </p14:cNvPr>
                <p14:cNvContentPartPr/>
                <p14:nvPr/>
              </p14:nvContentPartPr>
              <p14:xfrm>
                <a:off x="6385077" y="3122132"/>
                <a:ext cx="119880" cy="127800"/>
              </p14:xfrm>
            </p:contentPart>
          </mc:Choice>
          <mc:Fallback>
            <p:pic>
              <p:nvPicPr>
                <p:cNvPr id="74" name="Ink 73">
                  <a:extLst>
                    <a:ext uri="{FF2B5EF4-FFF2-40B4-BE49-F238E27FC236}">
                      <a16:creationId xmlns:a16="http://schemas.microsoft.com/office/drawing/2014/main" id="{5D158C17-1E50-40CB-60FA-D6B1CC1D0126}"/>
                    </a:ext>
                  </a:extLst>
                </p:cNvPr>
                <p:cNvPicPr/>
                <p:nvPr/>
              </p:nvPicPr>
              <p:blipFill>
                <a:blip r:embed="rId163"/>
                <a:stretch>
                  <a:fillRect/>
                </a:stretch>
              </p:blipFill>
              <p:spPr>
                <a:xfrm>
                  <a:off x="6376437" y="3113492"/>
                  <a:ext cx="13752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75" name="Ink 74">
                  <a:extLst>
                    <a:ext uri="{FF2B5EF4-FFF2-40B4-BE49-F238E27FC236}">
                      <a16:creationId xmlns:a16="http://schemas.microsoft.com/office/drawing/2014/main" id="{9BF0858F-DA47-63D4-5FBC-43D3F270BEAC}"/>
                    </a:ext>
                  </a:extLst>
                </p14:cNvPr>
                <p14:cNvContentPartPr/>
                <p14:nvPr/>
              </p14:nvContentPartPr>
              <p14:xfrm>
                <a:off x="6538797" y="3010892"/>
                <a:ext cx="360" cy="35280"/>
              </p14:xfrm>
            </p:contentPart>
          </mc:Choice>
          <mc:Fallback>
            <p:pic>
              <p:nvPicPr>
                <p:cNvPr id="75" name="Ink 74">
                  <a:extLst>
                    <a:ext uri="{FF2B5EF4-FFF2-40B4-BE49-F238E27FC236}">
                      <a16:creationId xmlns:a16="http://schemas.microsoft.com/office/drawing/2014/main" id="{9BF0858F-DA47-63D4-5FBC-43D3F270BEAC}"/>
                    </a:ext>
                  </a:extLst>
                </p:cNvPr>
                <p:cNvPicPr/>
                <p:nvPr/>
              </p:nvPicPr>
              <p:blipFill>
                <a:blip r:embed="rId39"/>
                <a:stretch>
                  <a:fillRect/>
                </a:stretch>
              </p:blipFill>
              <p:spPr>
                <a:xfrm>
                  <a:off x="6529797" y="3001892"/>
                  <a:ext cx="18000" cy="5292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76" name="Ink 75">
                  <a:extLst>
                    <a:ext uri="{FF2B5EF4-FFF2-40B4-BE49-F238E27FC236}">
                      <a16:creationId xmlns:a16="http://schemas.microsoft.com/office/drawing/2014/main" id="{3F5C9470-11F4-E474-0A93-56DA72A4EA7A}"/>
                    </a:ext>
                  </a:extLst>
                </p14:cNvPr>
                <p14:cNvContentPartPr/>
                <p14:nvPr/>
              </p14:nvContentPartPr>
              <p14:xfrm>
                <a:off x="6572277" y="3017732"/>
                <a:ext cx="192240" cy="263880"/>
              </p14:xfrm>
            </p:contentPart>
          </mc:Choice>
          <mc:Fallback>
            <p:pic>
              <p:nvPicPr>
                <p:cNvPr id="76" name="Ink 75">
                  <a:extLst>
                    <a:ext uri="{FF2B5EF4-FFF2-40B4-BE49-F238E27FC236}">
                      <a16:creationId xmlns:a16="http://schemas.microsoft.com/office/drawing/2014/main" id="{3F5C9470-11F4-E474-0A93-56DA72A4EA7A}"/>
                    </a:ext>
                  </a:extLst>
                </p:cNvPr>
                <p:cNvPicPr/>
                <p:nvPr/>
              </p:nvPicPr>
              <p:blipFill>
                <a:blip r:embed="rId166"/>
                <a:stretch>
                  <a:fillRect/>
                </a:stretch>
              </p:blipFill>
              <p:spPr>
                <a:xfrm>
                  <a:off x="6563637" y="3009092"/>
                  <a:ext cx="209880" cy="28152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1" name="Ink 80">
                  <a:extLst>
                    <a:ext uri="{FF2B5EF4-FFF2-40B4-BE49-F238E27FC236}">
                      <a16:creationId xmlns:a16="http://schemas.microsoft.com/office/drawing/2014/main" id="{CB18DA27-4DEB-FD34-7B36-BB268DA5BEBD}"/>
                    </a:ext>
                  </a:extLst>
                </p14:cNvPr>
                <p14:cNvContentPartPr/>
                <p14:nvPr/>
              </p14:nvContentPartPr>
              <p14:xfrm>
                <a:off x="6736797" y="2900372"/>
                <a:ext cx="165600" cy="342720"/>
              </p14:xfrm>
            </p:contentPart>
          </mc:Choice>
          <mc:Fallback>
            <p:pic>
              <p:nvPicPr>
                <p:cNvPr id="81" name="Ink 80">
                  <a:extLst>
                    <a:ext uri="{FF2B5EF4-FFF2-40B4-BE49-F238E27FC236}">
                      <a16:creationId xmlns:a16="http://schemas.microsoft.com/office/drawing/2014/main" id="{CB18DA27-4DEB-FD34-7B36-BB268DA5BEBD}"/>
                    </a:ext>
                  </a:extLst>
                </p:cNvPr>
                <p:cNvPicPr/>
                <p:nvPr/>
              </p:nvPicPr>
              <p:blipFill>
                <a:blip r:embed="rId168"/>
                <a:stretch>
                  <a:fillRect/>
                </a:stretch>
              </p:blipFill>
              <p:spPr>
                <a:xfrm>
                  <a:off x="6728157" y="2891372"/>
                  <a:ext cx="183240" cy="360360"/>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2" name="Ink 81">
                  <a:extLst>
                    <a:ext uri="{FF2B5EF4-FFF2-40B4-BE49-F238E27FC236}">
                      <a16:creationId xmlns:a16="http://schemas.microsoft.com/office/drawing/2014/main" id="{71D92C5C-9A9C-C8CC-AA64-B8C1675E7F5E}"/>
                    </a:ext>
                  </a:extLst>
                </p14:cNvPr>
                <p14:cNvContentPartPr/>
                <p14:nvPr/>
              </p14:nvContentPartPr>
              <p14:xfrm>
                <a:off x="6231357" y="3380252"/>
                <a:ext cx="142560" cy="196920"/>
              </p14:xfrm>
            </p:contentPart>
          </mc:Choice>
          <mc:Fallback>
            <p:pic>
              <p:nvPicPr>
                <p:cNvPr id="82" name="Ink 81">
                  <a:extLst>
                    <a:ext uri="{FF2B5EF4-FFF2-40B4-BE49-F238E27FC236}">
                      <a16:creationId xmlns:a16="http://schemas.microsoft.com/office/drawing/2014/main" id="{71D92C5C-9A9C-C8CC-AA64-B8C1675E7F5E}"/>
                    </a:ext>
                  </a:extLst>
                </p:cNvPr>
                <p:cNvPicPr/>
                <p:nvPr/>
              </p:nvPicPr>
              <p:blipFill>
                <a:blip r:embed="rId170"/>
                <a:stretch>
                  <a:fillRect/>
                </a:stretch>
              </p:blipFill>
              <p:spPr>
                <a:xfrm>
                  <a:off x="6222357" y="3371252"/>
                  <a:ext cx="16020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3" name="Ink 82">
                  <a:extLst>
                    <a:ext uri="{FF2B5EF4-FFF2-40B4-BE49-F238E27FC236}">
                      <a16:creationId xmlns:a16="http://schemas.microsoft.com/office/drawing/2014/main" id="{85D7CFC6-1A45-D844-F17B-AEA26805343D}"/>
                    </a:ext>
                  </a:extLst>
                </p14:cNvPr>
                <p14:cNvContentPartPr/>
                <p14:nvPr/>
              </p14:nvContentPartPr>
              <p14:xfrm>
                <a:off x="6407397" y="3335972"/>
                <a:ext cx="367560" cy="203400"/>
              </p14:xfrm>
            </p:contentPart>
          </mc:Choice>
          <mc:Fallback>
            <p:pic>
              <p:nvPicPr>
                <p:cNvPr id="83" name="Ink 82">
                  <a:extLst>
                    <a:ext uri="{FF2B5EF4-FFF2-40B4-BE49-F238E27FC236}">
                      <a16:creationId xmlns:a16="http://schemas.microsoft.com/office/drawing/2014/main" id="{85D7CFC6-1A45-D844-F17B-AEA26805343D}"/>
                    </a:ext>
                  </a:extLst>
                </p:cNvPr>
                <p:cNvPicPr/>
                <p:nvPr/>
              </p:nvPicPr>
              <p:blipFill>
                <a:blip r:embed="rId172"/>
                <a:stretch>
                  <a:fillRect/>
                </a:stretch>
              </p:blipFill>
              <p:spPr>
                <a:xfrm>
                  <a:off x="6398757" y="3327332"/>
                  <a:ext cx="38520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84" name="Ink 83">
                  <a:extLst>
                    <a:ext uri="{FF2B5EF4-FFF2-40B4-BE49-F238E27FC236}">
                      <a16:creationId xmlns:a16="http://schemas.microsoft.com/office/drawing/2014/main" id="{48725AAA-1852-C095-CCB9-BEA7CD9D75B6}"/>
                    </a:ext>
                  </a:extLst>
                </p14:cNvPr>
                <p14:cNvContentPartPr/>
                <p14:nvPr/>
              </p14:nvContentPartPr>
              <p14:xfrm>
                <a:off x="6864957" y="3420212"/>
                <a:ext cx="138960" cy="129600"/>
              </p14:xfrm>
            </p:contentPart>
          </mc:Choice>
          <mc:Fallback>
            <p:pic>
              <p:nvPicPr>
                <p:cNvPr id="84" name="Ink 83">
                  <a:extLst>
                    <a:ext uri="{FF2B5EF4-FFF2-40B4-BE49-F238E27FC236}">
                      <a16:creationId xmlns:a16="http://schemas.microsoft.com/office/drawing/2014/main" id="{48725AAA-1852-C095-CCB9-BEA7CD9D75B6}"/>
                    </a:ext>
                  </a:extLst>
                </p:cNvPr>
                <p:cNvPicPr/>
                <p:nvPr/>
              </p:nvPicPr>
              <p:blipFill>
                <a:blip r:embed="rId174"/>
                <a:stretch>
                  <a:fillRect/>
                </a:stretch>
              </p:blipFill>
              <p:spPr>
                <a:xfrm>
                  <a:off x="6856317" y="3411212"/>
                  <a:ext cx="15660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65" name="Ink 64">
                  <a:extLst>
                    <a:ext uri="{FF2B5EF4-FFF2-40B4-BE49-F238E27FC236}">
                      <a16:creationId xmlns:a16="http://schemas.microsoft.com/office/drawing/2014/main" id="{D5667434-328F-C954-CB1E-3A47A03F7358}"/>
                    </a:ext>
                  </a:extLst>
                </p14:cNvPr>
                <p14:cNvContentPartPr/>
                <p14:nvPr/>
              </p14:nvContentPartPr>
              <p14:xfrm>
                <a:off x="8650557" y="3706412"/>
                <a:ext cx="360" cy="4320"/>
              </p14:xfrm>
            </p:contentPart>
          </mc:Choice>
          <mc:Fallback>
            <p:pic>
              <p:nvPicPr>
                <p:cNvPr id="65" name="Ink 64">
                  <a:extLst>
                    <a:ext uri="{FF2B5EF4-FFF2-40B4-BE49-F238E27FC236}">
                      <a16:creationId xmlns:a16="http://schemas.microsoft.com/office/drawing/2014/main" id="{D5667434-328F-C954-CB1E-3A47A03F7358}"/>
                    </a:ext>
                  </a:extLst>
                </p:cNvPr>
                <p:cNvPicPr/>
                <p:nvPr/>
              </p:nvPicPr>
              <p:blipFill>
                <a:blip r:embed="rId123"/>
                <a:stretch>
                  <a:fillRect/>
                </a:stretch>
              </p:blipFill>
              <p:spPr>
                <a:xfrm>
                  <a:off x="8641557" y="3697772"/>
                  <a:ext cx="180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66" name="Ink 65">
                  <a:extLst>
                    <a:ext uri="{FF2B5EF4-FFF2-40B4-BE49-F238E27FC236}">
                      <a16:creationId xmlns:a16="http://schemas.microsoft.com/office/drawing/2014/main" id="{2752FB64-79E1-FE2D-5750-2F517994CB11}"/>
                    </a:ext>
                  </a:extLst>
                </p14:cNvPr>
                <p14:cNvContentPartPr/>
                <p14:nvPr/>
              </p14:nvContentPartPr>
              <p14:xfrm>
                <a:off x="8657037" y="3660332"/>
                <a:ext cx="360" cy="3960"/>
              </p14:xfrm>
            </p:contentPart>
          </mc:Choice>
          <mc:Fallback>
            <p:pic>
              <p:nvPicPr>
                <p:cNvPr id="66" name="Ink 65">
                  <a:extLst>
                    <a:ext uri="{FF2B5EF4-FFF2-40B4-BE49-F238E27FC236}">
                      <a16:creationId xmlns:a16="http://schemas.microsoft.com/office/drawing/2014/main" id="{2752FB64-79E1-FE2D-5750-2F517994CB11}"/>
                    </a:ext>
                  </a:extLst>
                </p:cNvPr>
                <p:cNvPicPr/>
                <p:nvPr/>
              </p:nvPicPr>
              <p:blipFill>
                <a:blip r:embed="rId123"/>
                <a:stretch>
                  <a:fillRect/>
                </a:stretch>
              </p:blipFill>
              <p:spPr>
                <a:xfrm>
                  <a:off x="8648397" y="3651332"/>
                  <a:ext cx="18000" cy="2160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67" name="Ink 66">
                  <a:extLst>
                    <a:ext uri="{FF2B5EF4-FFF2-40B4-BE49-F238E27FC236}">
                      <a16:creationId xmlns:a16="http://schemas.microsoft.com/office/drawing/2014/main" id="{2F773218-6B6A-6BC7-41CC-99F8D550B92F}"/>
                    </a:ext>
                  </a:extLst>
                </p14:cNvPr>
                <p14:cNvContentPartPr/>
                <p14:nvPr/>
              </p14:nvContentPartPr>
              <p14:xfrm>
                <a:off x="8679357" y="3573212"/>
                <a:ext cx="4320" cy="18720"/>
              </p14:xfrm>
            </p:contentPart>
          </mc:Choice>
          <mc:Fallback>
            <p:pic>
              <p:nvPicPr>
                <p:cNvPr id="67" name="Ink 66">
                  <a:extLst>
                    <a:ext uri="{FF2B5EF4-FFF2-40B4-BE49-F238E27FC236}">
                      <a16:creationId xmlns:a16="http://schemas.microsoft.com/office/drawing/2014/main" id="{2F773218-6B6A-6BC7-41CC-99F8D550B92F}"/>
                    </a:ext>
                  </a:extLst>
                </p:cNvPr>
                <p:cNvPicPr/>
                <p:nvPr/>
              </p:nvPicPr>
              <p:blipFill>
                <a:blip r:embed="rId178"/>
                <a:stretch>
                  <a:fillRect/>
                </a:stretch>
              </p:blipFill>
              <p:spPr>
                <a:xfrm>
                  <a:off x="8670357" y="3564572"/>
                  <a:ext cx="2196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68" name="Ink 67">
                  <a:extLst>
                    <a:ext uri="{FF2B5EF4-FFF2-40B4-BE49-F238E27FC236}">
                      <a16:creationId xmlns:a16="http://schemas.microsoft.com/office/drawing/2014/main" id="{5A307FC6-0EA7-B495-6A5E-2078F7C11C38}"/>
                    </a:ext>
                  </a:extLst>
                </p14:cNvPr>
                <p14:cNvContentPartPr/>
                <p14:nvPr/>
              </p14:nvContentPartPr>
              <p14:xfrm>
                <a:off x="8683317" y="3478532"/>
                <a:ext cx="360" cy="1440"/>
              </p14:xfrm>
            </p:contentPart>
          </mc:Choice>
          <mc:Fallback>
            <p:pic>
              <p:nvPicPr>
                <p:cNvPr id="68" name="Ink 67">
                  <a:extLst>
                    <a:ext uri="{FF2B5EF4-FFF2-40B4-BE49-F238E27FC236}">
                      <a16:creationId xmlns:a16="http://schemas.microsoft.com/office/drawing/2014/main" id="{5A307FC6-0EA7-B495-6A5E-2078F7C11C38}"/>
                    </a:ext>
                  </a:extLst>
                </p:cNvPr>
                <p:cNvPicPr/>
                <p:nvPr/>
              </p:nvPicPr>
              <p:blipFill>
                <a:blip r:embed="rId123"/>
                <a:stretch>
                  <a:fillRect/>
                </a:stretch>
              </p:blipFill>
              <p:spPr>
                <a:xfrm>
                  <a:off x="8674317" y="3469892"/>
                  <a:ext cx="1800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85" name="Ink 84">
                  <a:extLst>
                    <a:ext uri="{FF2B5EF4-FFF2-40B4-BE49-F238E27FC236}">
                      <a16:creationId xmlns:a16="http://schemas.microsoft.com/office/drawing/2014/main" id="{74B69B48-FCFA-3474-F9C6-802F7CCF4295}"/>
                    </a:ext>
                  </a:extLst>
                </p14:cNvPr>
                <p14:cNvContentPartPr/>
                <p14:nvPr/>
              </p14:nvContentPartPr>
              <p14:xfrm>
                <a:off x="7991757" y="3010532"/>
                <a:ext cx="1307880" cy="464040"/>
              </p14:xfrm>
            </p:contentPart>
          </mc:Choice>
          <mc:Fallback>
            <p:pic>
              <p:nvPicPr>
                <p:cNvPr id="85" name="Ink 84">
                  <a:extLst>
                    <a:ext uri="{FF2B5EF4-FFF2-40B4-BE49-F238E27FC236}">
                      <a16:creationId xmlns:a16="http://schemas.microsoft.com/office/drawing/2014/main" id="{74B69B48-FCFA-3474-F9C6-802F7CCF4295}"/>
                    </a:ext>
                  </a:extLst>
                </p:cNvPr>
                <p:cNvPicPr/>
                <p:nvPr/>
              </p:nvPicPr>
              <p:blipFill>
                <a:blip r:embed="rId181"/>
                <a:stretch>
                  <a:fillRect/>
                </a:stretch>
              </p:blipFill>
              <p:spPr>
                <a:xfrm>
                  <a:off x="7983117" y="3001892"/>
                  <a:ext cx="1325520" cy="4816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86" name="Ink 85">
                  <a:extLst>
                    <a:ext uri="{FF2B5EF4-FFF2-40B4-BE49-F238E27FC236}">
                      <a16:creationId xmlns:a16="http://schemas.microsoft.com/office/drawing/2014/main" id="{C4859757-F9F3-3C52-0758-087C19BBFB25}"/>
                    </a:ext>
                  </a:extLst>
                </p14:cNvPr>
                <p14:cNvContentPartPr/>
                <p14:nvPr/>
              </p14:nvContentPartPr>
              <p14:xfrm>
                <a:off x="8014437" y="3006212"/>
                <a:ext cx="1301760" cy="339120"/>
              </p14:xfrm>
            </p:contentPart>
          </mc:Choice>
          <mc:Fallback>
            <p:pic>
              <p:nvPicPr>
                <p:cNvPr id="86" name="Ink 85">
                  <a:extLst>
                    <a:ext uri="{FF2B5EF4-FFF2-40B4-BE49-F238E27FC236}">
                      <a16:creationId xmlns:a16="http://schemas.microsoft.com/office/drawing/2014/main" id="{C4859757-F9F3-3C52-0758-087C19BBFB25}"/>
                    </a:ext>
                  </a:extLst>
                </p:cNvPr>
                <p:cNvPicPr/>
                <p:nvPr/>
              </p:nvPicPr>
              <p:blipFill>
                <a:blip r:embed="rId183"/>
                <a:stretch>
                  <a:fillRect/>
                </a:stretch>
              </p:blipFill>
              <p:spPr>
                <a:xfrm>
                  <a:off x="8005797" y="2997212"/>
                  <a:ext cx="1319400" cy="3567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87" name="Ink 86">
                  <a:extLst>
                    <a:ext uri="{FF2B5EF4-FFF2-40B4-BE49-F238E27FC236}">
                      <a16:creationId xmlns:a16="http://schemas.microsoft.com/office/drawing/2014/main" id="{F8814BA9-E7B3-AEEC-735D-9493748DFD45}"/>
                    </a:ext>
                  </a:extLst>
                </p14:cNvPr>
                <p14:cNvContentPartPr/>
                <p14:nvPr/>
              </p14:nvContentPartPr>
              <p14:xfrm>
                <a:off x="7874397" y="2558732"/>
                <a:ext cx="65880" cy="280800"/>
              </p14:xfrm>
            </p:contentPart>
          </mc:Choice>
          <mc:Fallback>
            <p:pic>
              <p:nvPicPr>
                <p:cNvPr id="87" name="Ink 86">
                  <a:extLst>
                    <a:ext uri="{FF2B5EF4-FFF2-40B4-BE49-F238E27FC236}">
                      <a16:creationId xmlns:a16="http://schemas.microsoft.com/office/drawing/2014/main" id="{F8814BA9-E7B3-AEEC-735D-9493748DFD45}"/>
                    </a:ext>
                  </a:extLst>
                </p:cNvPr>
                <p:cNvPicPr/>
                <p:nvPr/>
              </p:nvPicPr>
              <p:blipFill>
                <a:blip r:embed="rId185"/>
                <a:stretch>
                  <a:fillRect/>
                </a:stretch>
              </p:blipFill>
              <p:spPr>
                <a:xfrm>
                  <a:off x="7865397" y="2550092"/>
                  <a:ext cx="8352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88" name="Ink 87">
                  <a:extLst>
                    <a:ext uri="{FF2B5EF4-FFF2-40B4-BE49-F238E27FC236}">
                      <a16:creationId xmlns:a16="http://schemas.microsoft.com/office/drawing/2014/main" id="{31CCC37F-93D3-2648-BB50-496A6167868C}"/>
                    </a:ext>
                  </a:extLst>
                </p14:cNvPr>
                <p14:cNvContentPartPr/>
                <p14:nvPr/>
              </p14:nvContentPartPr>
              <p14:xfrm>
                <a:off x="7864677" y="2540012"/>
                <a:ext cx="1399680" cy="369720"/>
              </p14:xfrm>
            </p:contentPart>
          </mc:Choice>
          <mc:Fallback>
            <p:pic>
              <p:nvPicPr>
                <p:cNvPr id="88" name="Ink 87">
                  <a:extLst>
                    <a:ext uri="{FF2B5EF4-FFF2-40B4-BE49-F238E27FC236}">
                      <a16:creationId xmlns:a16="http://schemas.microsoft.com/office/drawing/2014/main" id="{31CCC37F-93D3-2648-BB50-496A6167868C}"/>
                    </a:ext>
                  </a:extLst>
                </p:cNvPr>
                <p:cNvPicPr/>
                <p:nvPr/>
              </p:nvPicPr>
              <p:blipFill>
                <a:blip r:embed="rId187"/>
                <a:stretch>
                  <a:fillRect/>
                </a:stretch>
              </p:blipFill>
              <p:spPr>
                <a:xfrm>
                  <a:off x="7856037" y="2531012"/>
                  <a:ext cx="1417320" cy="38736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91" name="Ink 90">
                  <a:extLst>
                    <a:ext uri="{FF2B5EF4-FFF2-40B4-BE49-F238E27FC236}">
                      <a16:creationId xmlns:a16="http://schemas.microsoft.com/office/drawing/2014/main" id="{54AAAD31-54E9-5765-2889-7FEDF4C44E06}"/>
                    </a:ext>
                  </a:extLst>
                </p14:cNvPr>
                <p14:cNvContentPartPr/>
                <p14:nvPr/>
              </p14:nvContentPartPr>
              <p14:xfrm>
                <a:off x="8553357" y="3130412"/>
                <a:ext cx="218520" cy="144720"/>
              </p14:xfrm>
            </p:contentPart>
          </mc:Choice>
          <mc:Fallback>
            <p:pic>
              <p:nvPicPr>
                <p:cNvPr id="91" name="Ink 90">
                  <a:extLst>
                    <a:ext uri="{FF2B5EF4-FFF2-40B4-BE49-F238E27FC236}">
                      <a16:creationId xmlns:a16="http://schemas.microsoft.com/office/drawing/2014/main" id="{54AAAD31-54E9-5765-2889-7FEDF4C44E06}"/>
                    </a:ext>
                  </a:extLst>
                </p:cNvPr>
                <p:cNvPicPr/>
                <p:nvPr/>
              </p:nvPicPr>
              <p:blipFill>
                <a:blip r:embed="rId189"/>
                <a:stretch>
                  <a:fillRect/>
                </a:stretch>
              </p:blipFill>
              <p:spPr>
                <a:xfrm>
                  <a:off x="8544717" y="3121412"/>
                  <a:ext cx="23616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92" name="Ink 91">
                  <a:extLst>
                    <a:ext uri="{FF2B5EF4-FFF2-40B4-BE49-F238E27FC236}">
                      <a16:creationId xmlns:a16="http://schemas.microsoft.com/office/drawing/2014/main" id="{8D6B9EBB-D711-78C1-F70F-66ED043AB94A}"/>
                    </a:ext>
                  </a:extLst>
                </p14:cNvPr>
                <p14:cNvContentPartPr/>
                <p14:nvPr/>
              </p14:nvContentPartPr>
              <p14:xfrm>
                <a:off x="8834877" y="3120692"/>
                <a:ext cx="128880" cy="130320"/>
              </p14:xfrm>
            </p:contentPart>
          </mc:Choice>
          <mc:Fallback>
            <p:pic>
              <p:nvPicPr>
                <p:cNvPr id="92" name="Ink 91">
                  <a:extLst>
                    <a:ext uri="{FF2B5EF4-FFF2-40B4-BE49-F238E27FC236}">
                      <a16:creationId xmlns:a16="http://schemas.microsoft.com/office/drawing/2014/main" id="{8D6B9EBB-D711-78C1-F70F-66ED043AB94A}"/>
                    </a:ext>
                  </a:extLst>
                </p:cNvPr>
                <p:cNvPicPr/>
                <p:nvPr/>
              </p:nvPicPr>
              <p:blipFill>
                <a:blip r:embed="rId191"/>
                <a:stretch>
                  <a:fillRect/>
                </a:stretch>
              </p:blipFill>
              <p:spPr>
                <a:xfrm>
                  <a:off x="8826237" y="3111692"/>
                  <a:ext cx="14652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93" name="Ink 92">
                  <a:extLst>
                    <a:ext uri="{FF2B5EF4-FFF2-40B4-BE49-F238E27FC236}">
                      <a16:creationId xmlns:a16="http://schemas.microsoft.com/office/drawing/2014/main" id="{8A26FEFA-FBB0-A176-3703-07BB9F3455B1}"/>
                    </a:ext>
                  </a:extLst>
                </p14:cNvPr>
                <p14:cNvContentPartPr/>
                <p14:nvPr/>
              </p14:nvContentPartPr>
              <p14:xfrm>
                <a:off x="8533557" y="2597612"/>
                <a:ext cx="192240" cy="218160"/>
              </p14:xfrm>
            </p:contentPart>
          </mc:Choice>
          <mc:Fallback>
            <p:pic>
              <p:nvPicPr>
                <p:cNvPr id="93" name="Ink 92">
                  <a:extLst>
                    <a:ext uri="{FF2B5EF4-FFF2-40B4-BE49-F238E27FC236}">
                      <a16:creationId xmlns:a16="http://schemas.microsoft.com/office/drawing/2014/main" id="{8A26FEFA-FBB0-A176-3703-07BB9F3455B1}"/>
                    </a:ext>
                  </a:extLst>
                </p:cNvPr>
                <p:cNvPicPr/>
                <p:nvPr/>
              </p:nvPicPr>
              <p:blipFill>
                <a:blip r:embed="rId193"/>
                <a:stretch>
                  <a:fillRect/>
                </a:stretch>
              </p:blipFill>
              <p:spPr>
                <a:xfrm>
                  <a:off x="8524917" y="2588612"/>
                  <a:ext cx="20988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94" name="Ink 93">
                  <a:extLst>
                    <a:ext uri="{FF2B5EF4-FFF2-40B4-BE49-F238E27FC236}">
                      <a16:creationId xmlns:a16="http://schemas.microsoft.com/office/drawing/2014/main" id="{84907276-1D53-5CFF-792C-89A17C79A092}"/>
                    </a:ext>
                  </a:extLst>
                </p14:cNvPr>
                <p14:cNvContentPartPr/>
                <p14:nvPr/>
              </p14:nvContentPartPr>
              <p14:xfrm>
                <a:off x="8689797" y="2697692"/>
                <a:ext cx="189000" cy="139680"/>
              </p14:xfrm>
            </p:contentPart>
          </mc:Choice>
          <mc:Fallback>
            <p:pic>
              <p:nvPicPr>
                <p:cNvPr id="94" name="Ink 93">
                  <a:extLst>
                    <a:ext uri="{FF2B5EF4-FFF2-40B4-BE49-F238E27FC236}">
                      <a16:creationId xmlns:a16="http://schemas.microsoft.com/office/drawing/2014/main" id="{84907276-1D53-5CFF-792C-89A17C79A092}"/>
                    </a:ext>
                  </a:extLst>
                </p:cNvPr>
                <p:cNvPicPr/>
                <p:nvPr/>
              </p:nvPicPr>
              <p:blipFill>
                <a:blip r:embed="rId195"/>
                <a:stretch>
                  <a:fillRect/>
                </a:stretch>
              </p:blipFill>
              <p:spPr>
                <a:xfrm>
                  <a:off x="8681157" y="2689052"/>
                  <a:ext cx="20664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89" name="Ink 88">
                  <a:extLst>
                    <a:ext uri="{FF2B5EF4-FFF2-40B4-BE49-F238E27FC236}">
                      <a16:creationId xmlns:a16="http://schemas.microsoft.com/office/drawing/2014/main" id="{E56C39A6-C957-6771-4ACA-9D2C76D9C3C4}"/>
                    </a:ext>
                  </a:extLst>
                </p14:cNvPr>
                <p14:cNvContentPartPr/>
                <p14:nvPr/>
              </p14:nvContentPartPr>
              <p14:xfrm>
                <a:off x="8412957" y="2115212"/>
                <a:ext cx="33840" cy="233640"/>
              </p14:xfrm>
            </p:contentPart>
          </mc:Choice>
          <mc:Fallback>
            <p:pic>
              <p:nvPicPr>
                <p:cNvPr id="89" name="Ink 88">
                  <a:extLst>
                    <a:ext uri="{FF2B5EF4-FFF2-40B4-BE49-F238E27FC236}">
                      <a16:creationId xmlns:a16="http://schemas.microsoft.com/office/drawing/2014/main" id="{E56C39A6-C957-6771-4ACA-9D2C76D9C3C4}"/>
                    </a:ext>
                  </a:extLst>
                </p:cNvPr>
                <p:cNvPicPr/>
                <p:nvPr/>
              </p:nvPicPr>
              <p:blipFill>
                <a:blip r:embed="rId197"/>
                <a:stretch>
                  <a:fillRect/>
                </a:stretch>
              </p:blipFill>
              <p:spPr>
                <a:xfrm>
                  <a:off x="8403957" y="2106212"/>
                  <a:ext cx="51480" cy="25128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90" name="Ink 89">
                  <a:extLst>
                    <a:ext uri="{FF2B5EF4-FFF2-40B4-BE49-F238E27FC236}">
                      <a16:creationId xmlns:a16="http://schemas.microsoft.com/office/drawing/2014/main" id="{9A2D9A16-A2AA-DEED-9929-0A7C87F4692E}"/>
                    </a:ext>
                  </a:extLst>
                </p14:cNvPr>
                <p14:cNvContentPartPr/>
                <p14:nvPr/>
              </p14:nvContentPartPr>
              <p14:xfrm>
                <a:off x="8327637" y="2038532"/>
                <a:ext cx="1073520" cy="350280"/>
              </p14:xfrm>
            </p:contentPart>
          </mc:Choice>
          <mc:Fallback>
            <p:pic>
              <p:nvPicPr>
                <p:cNvPr id="90" name="Ink 89">
                  <a:extLst>
                    <a:ext uri="{FF2B5EF4-FFF2-40B4-BE49-F238E27FC236}">
                      <a16:creationId xmlns:a16="http://schemas.microsoft.com/office/drawing/2014/main" id="{9A2D9A16-A2AA-DEED-9929-0A7C87F4692E}"/>
                    </a:ext>
                  </a:extLst>
                </p:cNvPr>
                <p:cNvPicPr/>
                <p:nvPr/>
              </p:nvPicPr>
              <p:blipFill>
                <a:blip r:embed="rId199"/>
                <a:stretch>
                  <a:fillRect/>
                </a:stretch>
              </p:blipFill>
              <p:spPr>
                <a:xfrm>
                  <a:off x="8318997" y="2029892"/>
                  <a:ext cx="1091160" cy="36792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95" name="Ink 94">
                  <a:extLst>
                    <a:ext uri="{FF2B5EF4-FFF2-40B4-BE49-F238E27FC236}">
                      <a16:creationId xmlns:a16="http://schemas.microsoft.com/office/drawing/2014/main" id="{AC4BE910-3E37-73CE-2F4F-BD7BA3B33CF1}"/>
                    </a:ext>
                  </a:extLst>
                </p14:cNvPr>
                <p14:cNvContentPartPr/>
                <p14:nvPr/>
              </p14:nvContentPartPr>
              <p14:xfrm>
                <a:off x="8839197" y="2150852"/>
                <a:ext cx="82440" cy="162360"/>
              </p14:xfrm>
            </p:contentPart>
          </mc:Choice>
          <mc:Fallback>
            <p:pic>
              <p:nvPicPr>
                <p:cNvPr id="95" name="Ink 94">
                  <a:extLst>
                    <a:ext uri="{FF2B5EF4-FFF2-40B4-BE49-F238E27FC236}">
                      <a16:creationId xmlns:a16="http://schemas.microsoft.com/office/drawing/2014/main" id="{AC4BE910-3E37-73CE-2F4F-BD7BA3B33CF1}"/>
                    </a:ext>
                  </a:extLst>
                </p:cNvPr>
                <p:cNvPicPr/>
                <p:nvPr/>
              </p:nvPicPr>
              <p:blipFill>
                <a:blip r:embed="rId201"/>
                <a:stretch>
                  <a:fillRect/>
                </a:stretch>
              </p:blipFill>
              <p:spPr>
                <a:xfrm>
                  <a:off x="8830557" y="2142212"/>
                  <a:ext cx="10008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96" name="Ink 95">
                  <a:extLst>
                    <a:ext uri="{FF2B5EF4-FFF2-40B4-BE49-F238E27FC236}">
                      <a16:creationId xmlns:a16="http://schemas.microsoft.com/office/drawing/2014/main" id="{5A3895C8-C568-701C-303E-4DE283031039}"/>
                    </a:ext>
                  </a:extLst>
                </p14:cNvPr>
                <p14:cNvContentPartPr/>
                <p14:nvPr/>
              </p14:nvContentPartPr>
              <p14:xfrm>
                <a:off x="9063837" y="2199812"/>
                <a:ext cx="134280" cy="118440"/>
              </p14:xfrm>
            </p:contentPart>
          </mc:Choice>
          <mc:Fallback>
            <p:pic>
              <p:nvPicPr>
                <p:cNvPr id="96" name="Ink 95">
                  <a:extLst>
                    <a:ext uri="{FF2B5EF4-FFF2-40B4-BE49-F238E27FC236}">
                      <a16:creationId xmlns:a16="http://schemas.microsoft.com/office/drawing/2014/main" id="{5A3895C8-C568-701C-303E-4DE283031039}"/>
                    </a:ext>
                  </a:extLst>
                </p:cNvPr>
                <p:cNvPicPr/>
                <p:nvPr/>
              </p:nvPicPr>
              <p:blipFill>
                <a:blip r:embed="rId203"/>
                <a:stretch>
                  <a:fillRect/>
                </a:stretch>
              </p:blipFill>
              <p:spPr>
                <a:xfrm>
                  <a:off x="9054837" y="2190812"/>
                  <a:ext cx="15192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97" name="Ink 96">
                  <a:extLst>
                    <a:ext uri="{FF2B5EF4-FFF2-40B4-BE49-F238E27FC236}">
                      <a16:creationId xmlns:a16="http://schemas.microsoft.com/office/drawing/2014/main" id="{E9348DEC-6CEC-FFE8-3A62-06D822521E2D}"/>
                    </a:ext>
                  </a:extLst>
                </p14:cNvPr>
                <p14:cNvContentPartPr/>
                <p14:nvPr/>
              </p14:nvContentPartPr>
              <p14:xfrm>
                <a:off x="9192717" y="2175692"/>
                <a:ext cx="149040" cy="171360"/>
              </p14:xfrm>
            </p:contentPart>
          </mc:Choice>
          <mc:Fallback>
            <p:pic>
              <p:nvPicPr>
                <p:cNvPr id="97" name="Ink 96">
                  <a:extLst>
                    <a:ext uri="{FF2B5EF4-FFF2-40B4-BE49-F238E27FC236}">
                      <a16:creationId xmlns:a16="http://schemas.microsoft.com/office/drawing/2014/main" id="{E9348DEC-6CEC-FFE8-3A62-06D822521E2D}"/>
                    </a:ext>
                  </a:extLst>
                </p:cNvPr>
                <p:cNvPicPr/>
                <p:nvPr/>
              </p:nvPicPr>
              <p:blipFill>
                <a:blip r:embed="rId205"/>
                <a:stretch>
                  <a:fillRect/>
                </a:stretch>
              </p:blipFill>
              <p:spPr>
                <a:xfrm>
                  <a:off x="9184077" y="2167052"/>
                  <a:ext cx="16668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35" name="Ink 34">
                  <a:extLst>
                    <a:ext uri="{FF2B5EF4-FFF2-40B4-BE49-F238E27FC236}">
                      <a16:creationId xmlns:a16="http://schemas.microsoft.com/office/drawing/2014/main" id="{174D4E79-9725-0FAA-F430-03568E86A8A0}"/>
                    </a:ext>
                  </a:extLst>
                </p14:cNvPr>
                <p14:cNvContentPartPr/>
                <p14:nvPr/>
              </p14:nvContentPartPr>
              <p14:xfrm>
                <a:off x="1907397" y="2045732"/>
                <a:ext cx="1479240" cy="92520"/>
              </p14:xfrm>
            </p:contentPart>
          </mc:Choice>
          <mc:Fallback>
            <p:pic>
              <p:nvPicPr>
                <p:cNvPr id="35" name="Ink 34">
                  <a:extLst>
                    <a:ext uri="{FF2B5EF4-FFF2-40B4-BE49-F238E27FC236}">
                      <a16:creationId xmlns:a16="http://schemas.microsoft.com/office/drawing/2014/main" id="{174D4E79-9725-0FAA-F430-03568E86A8A0}"/>
                    </a:ext>
                  </a:extLst>
                </p:cNvPr>
                <p:cNvPicPr/>
                <p:nvPr/>
              </p:nvPicPr>
              <p:blipFill>
                <a:blip r:embed="rId207"/>
                <a:stretch>
                  <a:fillRect/>
                </a:stretch>
              </p:blipFill>
              <p:spPr>
                <a:xfrm>
                  <a:off x="1898757" y="2036732"/>
                  <a:ext cx="149688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36" name="Ink 35">
                  <a:extLst>
                    <a:ext uri="{FF2B5EF4-FFF2-40B4-BE49-F238E27FC236}">
                      <a16:creationId xmlns:a16="http://schemas.microsoft.com/office/drawing/2014/main" id="{F0316170-2BC0-E021-AC1F-C5BD4D6ED58C}"/>
                    </a:ext>
                  </a:extLst>
                </p14:cNvPr>
                <p14:cNvContentPartPr/>
                <p14:nvPr/>
              </p14:nvContentPartPr>
              <p14:xfrm>
                <a:off x="3272157" y="1941332"/>
                <a:ext cx="110160" cy="189000"/>
              </p14:xfrm>
            </p:contentPart>
          </mc:Choice>
          <mc:Fallback>
            <p:pic>
              <p:nvPicPr>
                <p:cNvPr id="36" name="Ink 35">
                  <a:extLst>
                    <a:ext uri="{FF2B5EF4-FFF2-40B4-BE49-F238E27FC236}">
                      <a16:creationId xmlns:a16="http://schemas.microsoft.com/office/drawing/2014/main" id="{F0316170-2BC0-E021-AC1F-C5BD4D6ED58C}"/>
                    </a:ext>
                  </a:extLst>
                </p:cNvPr>
                <p:cNvPicPr/>
                <p:nvPr/>
              </p:nvPicPr>
              <p:blipFill>
                <a:blip r:embed="rId209"/>
                <a:stretch>
                  <a:fillRect/>
                </a:stretch>
              </p:blipFill>
              <p:spPr>
                <a:xfrm>
                  <a:off x="3263517" y="1932692"/>
                  <a:ext cx="12780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37" name="Ink 36">
                  <a:extLst>
                    <a:ext uri="{FF2B5EF4-FFF2-40B4-BE49-F238E27FC236}">
                      <a16:creationId xmlns:a16="http://schemas.microsoft.com/office/drawing/2014/main" id="{C559D722-D86C-9365-EDC2-72E83173CE28}"/>
                    </a:ext>
                  </a:extLst>
                </p14:cNvPr>
                <p14:cNvContentPartPr/>
                <p14:nvPr/>
              </p14:nvContentPartPr>
              <p14:xfrm>
                <a:off x="2472957" y="1601492"/>
                <a:ext cx="20520" cy="183240"/>
              </p14:xfrm>
            </p:contentPart>
          </mc:Choice>
          <mc:Fallback>
            <p:pic>
              <p:nvPicPr>
                <p:cNvPr id="37" name="Ink 36">
                  <a:extLst>
                    <a:ext uri="{FF2B5EF4-FFF2-40B4-BE49-F238E27FC236}">
                      <a16:creationId xmlns:a16="http://schemas.microsoft.com/office/drawing/2014/main" id="{C559D722-D86C-9365-EDC2-72E83173CE28}"/>
                    </a:ext>
                  </a:extLst>
                </p:cNvPr>
                <p:cNvPicPr/>
                <p:nvPr/>
              </p:nvPicPr>
              <p:blipFill>
                <a:blip r:embed="rId211"/>
                <a:stretch>
                  <a:fillRect/>
                </a:stretch>
              </p:blipFill>
              <p:spPr>
                <a:xfrm>
                  <a:off x="2464317" y="1592852"/>
                  <a:ext cx="3816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38" name="Ink 37">
                  <a:extLst>
                    <a:ext uri="{FF2B5EF4-FFF2-40B4-BE49-F238E27FC236}">
                      <a16:creationId xmlns:a16="http://schemas.microsoft.com/office/drawing/2014/main" id="{778EE4A6-B9B8-123F-3316-6EFDC5352749}"/>
                    </a:ext>
                  </a:extLst>
                </p14:cNvPr>
                <p14:cNvContentPartPr/>
                <p14:nvPr/>
              </p14:nvContentPartPr>
              <p14:xfrm>
                <a:off x="2489877" y="1608692"/>
                <a:ext cx="170280" cy="221040"/>
              </p14:xfrm>
            </p:contentPart>
          </mc:Choice>
          <mc:Fallback>
            <p:pic>
              <p:nvPicPr>
                <p:cNvPr id="38" name="Ink 37">
                  <a:extLst>
                    <a:ext uri="{FF2B5EF4-FFF2-40B4-BE49-F238E27FC236}">
                      <a16:creationId xmlns:a16="http://schemas.microsoft.com/office/drawing/2014/main" id="{778EE4A6-B9B8-123F-3316-6EFDC5352749}"/>
                    </a:ext>
                  </a:extLst>
                </p:cNvPr>
                <p:cNvPicPr/>
                <p:nvPr/>
              </p:nvPicPr>
              <p:blipFill>
                <a:blip r:embed="rId213"/>
                <a:stretch>
                  <a:fillRect/>
                </a:stretch>
              </p:blipFill>
              <p:spPr>
                <a:xfrm>
                  <a:off x="2480877" y="1600052"/>
                  <a:ext cx="187920" cy="2386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39" name="Ink 38">
                  <a:extLst>
                    <a:ext uri="{FF2B5EF4-FFF2-40B4-BE49-F238E27FC236}">
                      <a16:creationId xmlns:a16="http://schemas.microsoft.com/office/drawing/2014/main" id="{8178F863-FB4B-3651-7EDF-B4859C5E3E8B}"/>
                    </a:ext>
                  </a:extLst>
                </p14:cNvPr>
                <p14:cNvContentPartPr/>
                <p14:nvPr/>
              </p14:nvContentPartPr>
              <p14:xfrm>
                <a:off x="2746197" y="1685012"/>
                <a:ext cx="64440" cy="142920"/>
              </p14:xfrm>
            </p:contentPart>
          </mc:Choice>
          <mc:Fallback>
            <p:pic>
              <p:nvPicPr>
                <p:cNvPr id="39" name="Ink 38">
                  <a:extLst>
                    <a:ext uri="{FF2B5EF4-FFF2-40B4-BE49-F238E27FC236}">
                      <a16:creationId xmlns:a16="http://schemas.microsoft.com/office/drawing/2014/main" id="{8178F863-FB4B-3651-7EDF-B4859C5E3E8B}"/>
                    </a:ext>
                  </a:extLst>
                </p:cNvPr>
                <p:cNvPicPr/>
                <p:nvPr/>
              </p:nvPicPr>
              <p:blipFill>
                <a:blip r:embed="rId215"/>
                <a:stretch>
                  <a:fillRect/>
                </a:stretch>
              </p:blipFill>
              <p:spPr>
                <a:xfrm>
                  <a:off x="2737557" y="1676012"/>
                  <a:ext cx="8208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40" name="Ink 39">
                  <a:extLst>
                    <a:ext uri="{FF2B5EF4-FFF2-40B4-BE49-F238E27FC236}">
                      <a16:creationId xmlns:a16="http://schemas.microsoft.com/office/drawing/2014/main" id="{1C010E70-65B3-5370-2782-B5134C125285}"/>
                    </a:ext>
                  </a:extLst>
                </p14:cNvPr>
                <p14:cNvContentPartPr/>
                <p14:nvPr/>
              </p14:nvContentPartPr>
              <p14:xfrm>
                <a:off x="2880117" y="1677092"/>
                <a:ext cx="173160" cy="132120"/>
              </p14:xfrm>
            </p:contentPart>
          </mc:Choice>
          <mc:Fallback>
            <p:pic>
              <p:nvPicPr>
                <p:cNvPr id="40" name="Ink 39">
                  <a:extLst>
                    <a:ext uri="{FF2B5EF4-FFF2-40B4-BE49-F238E27FC236}">
                      <a16:creationId xmlns:a16="http://schemas.microsoft.com/office/drawing/2014/main" id="{1C010E70-65B3-5370-2782-B5134C125285}"/>
                    </a:ext>
                  </a:extLst>
                </p:cNvPr>
                <p:cNvPicPr/>
                <p:nvPr/>
              </p:nvPicPr>
              <p:blipFill>
                <a:blip r:embed="rId217"/>
                <a:stretch>
                  <a:fillRect/>
                </a:stretch>
              </p:blipFill>
              <p:spPr>
                <a:xfrm>
                  <a:off x="2871477" y="1668092"/>
                  <a:ext cx="19080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41" name="Ink 40">
                  <a:extLst>
                    <a:ext uri="{FF2B5EF4-FFF2-40B4-BE49-F238E27FC236}">
                      <a16:creationId xmlns:a16="http://schemas.microsoft.com/office/drawing/2014/main" id="{3F6C1875-F068-F19F-E7BC-7B54C4A402A1}"/>
                    </a:ext>
                  </a:extLst>
                </p14:cNvPr>
                <p14:cNvContentPartPr/>
                <p14:nvPr/>
              </p14:nvContentPartPr>
              <p14:xfrm>
                <a:off x="3087837" y="1598252"/>
                <a:ext cx="3960" cy="360"/>
              </p14:xfrm>
            </p:contentPart>
          </mc:Choice>
          <mc:Fallback>
            <p:pic>
              <p:nvPicPr>
                <p:cNvPr id="41" name="Ink 40">
                  <a:extLst>
                    <a:ext uri="{FF2B5EF4-FFF2-40B4-BE49-F238E27FC236}">
                      <a16:creationId xmlns:a16="http://schemas.microsoft.com/office/drawing/2014/main" id="{3F6C1875-F068-F19F-E7BC-7B54C4A402A1}"/>
                    </a:ext>
                  </a:extLst>
                </p:cNvPr>
                <p:cNvPicPr/>
                <p:nvPr/>
              </p:nvPicPr>
              <p:blipFill>
                <a:blip r:embed="rId123"/>
                <a:stretch>
                  <a:fillRect/>
                </a:stretch>
              </p:blipFill>
              <p:spPr>
                <a:xfrm>
                  <a:off x="3079197" y="1589252"/>
                  <a:ext cx="216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19">
              <p14:nvContentPartPr>
                <p14:cNvPr id="42" name="Ink 41">
                  <a:extLst>
                    <a:ext uri="{FF2B5EF4-FFF2-40B4-BE49-F238E27FC236}">
                      <a16:creationId xmlns:a16="http://schemas.microsoft.com/office/drawing/2014/main" id="{C982EC0A-C680-84EB-6CFC-248B7C1FC8A4}"/>
                    </a:ext>
                  </a:extLst>
                </p14:cNvPr>
                <p14:cNvContentPartPr/>
                <p14:nvPr/>
              </p14:nvContentPartPr>
              <p14:xfrm>
                <a:off x="3097557" y="1657652"/>
                <a:ext cx="102960" cy="172800"/>
              </p14:xfrm>
            </p:contentPart>
          </mc:Choice>
          <mc:Fallback>
            <p:pic>
              <p:nvPicPr>
                <p:cNvPr id="42" name="Ink 41">
                  <a:extLst>
                    <a:ext uri="{FF2B5EF4-FFF2-40B4-BE49-F238E27FC236}">
                      <a16:creationId xmlns:a16="http://schemas.microsoft.com/office/drawing/2014/main" id="{C982EC0A-C680-84EB-6CFC-248B7C1FC8A4}"/>
                    </a:ext>
                  </a:extLst>
                </p:cNvPr>
                <p:cNvPicPr/>
                <p:nvPr/>
              </p:nvPicPr>
              <p:blipFill>
                <a:blip r:embed="rId220"/>
                <a:stretch>
                  <a:fillRect/>
                </a:stretch>
              </p:blipFill>
              <p:spPr>
                <a:xfrm>
                  <a:off x="3088917" y="1648652"/>
                  <a:ext cx="120600" cy="190440"/>
                </a:xfrm>
                <a:prstGeom prst="rect">
                  <a:avLst/>
                </a:prstGeom>
              </p:spPr>
            </p:pic>
          </mc:Fallback>
        </mc:AlternateContent>
        <mc:AlternateContent xmlns:mc="http://schemas.openxmlformats.org/markup-compatibility/2006">
          <mc:Choice xmlns:p14="http://schemas.microsoft.com/office/powerpoint/2010/main" Requires="p14">
            <p:contentPart p14:bwMode="auto" r:id="rId221">
              <p14:nvContentPartPr>
                <p14:cNvPr id="43" name="Ink 42">
                  <a:extLst>
                    <a:ext uri="{FF2B5EF4-FFF2-40B4-BE49-F238E27FC236}">
                      <a16:creationId xmlns:a16="http://schemas.microsoft.com/office/drawing/2014/main" id="{4C6A4B1F-24AB-B88E-AA4D-37CD751B64C8}"/>
                    </a:ext>
                  </a:extLst>
                </p14:cNvPr>
                <p14:cNvContentPartPr/>
                <p14:nvPr/>
              </p14:nvContentPartPr>
              <p14:xfrm>
                <a:off x="3137877" y="1579172"/>
                <a:ext cx="573480" cy="210240"/>
              </p14:xfrm>
            </p:contentPart>
          </mc:Choice>
          <mc:Fallback>
            <p:pic>
              <p:nvPicPr>
                <p:cNvPr id="43" name="Ink 42">
                  <a:extLst>
                    <a:ext uri="{FF2B5EF4-FFF2-40B4-BE49-F238E27FC236}">
                      <a16:creationId xmlns:a16="http://schemas.microsoft.com/office/drawing/2014/main" id="{4C6A4B1F-24AB-B88E-AA4D-37CD751B64C8}"/>
                    </a:ext>
                  </a:extLst>
                </p:cNvPr>
                <p:cNvPicPr/>
                <p:nvPr/>
              </p:nvPicPr>
              <p:blipFill>
                <a:blip r:embed="rId222"/>
                <a:stretch>
                  <a:fillRect/>
                </a:stretch>
              </p:blipFill>
              <p:spPr>
                <a:xfrm>
                  <a:off x="3129237" y="1570172"/>
                  <a:ext cx="591120" cy="227880"/>
                </a:xfrm>
                <a:prstGeom prst="rect">
                  <a:avLst/>
                </a:prstGeom>
              </p:spPr>
            </p:pic>
          </mc:Fallback>
        </mc:AlternateContent>
        <mc:AlternateContent xmlns:mc="http://schemas.openxmlformats.org/markup-compatibility/2006">
          <mc:Choice xmlns:p14="http://schemas.microsoft.com/office/powerpoint/2010/main" Requires="p14">
            <p:contentPart p14:bwMode="auto" r:id="rId223">
              <p14:nvContentPartPr>
                <p14:cNvPr id="44" name="Ink 43">
                  <a:extLst>
                    <a:ext uri="{FF2B5EF4-FFF2-40B4-BE49-F238E27FC236}">
                      <a16:creationId xmlns:a16="http://schemas.microsoft.com/office/drawing/2014/main" id="{CB215C58-02FA-C858-82EB-0578E742471F}"/>
                    </a:ext>
                  </a:extLst>
                </p14:cNvPr>
                <p14:cNvContentPartPr/>
                <p14:nvPr/>
              </p14:nvContentPartPr>
              <p14:xfrm>
                <a:off x="3683637" y="1513652"/>
                <a:ext cx="438840" cy="258840"/>
              </p14:xfrm>
            </p:contentPart>
          </mc:Choice>
          <mc:Fallback>
            <p:pic>
              <p:nvPicPr>
                <p:cNvPr id="44" name="Ink 43">
                  <a:extLst>
                    <a:ext uri="{FF2B5EF4-FFF2-40B4-BE49-F238E27FC236}">
                      <a16:creationId xmlns:a16="http://schemas.microsoft.com/office/drawing/2014/main" id="{CB215C58-02FA-C858-82EB-0578E742471F}"/>
                    </a:ext>
                  </a:extLst>
                </p:cNvPr>
                <p:cNvPicPr/>
                <p:nvPr/>
              </p:nvPicPr>
              <p:blipFill>
                <a:blip r:embed="rId224"/>
                <a:stretch>
                  <a:fillRect/>
                </a:stretch>
              </p:blipFill>
              <p:spPr>
                <a:xfrm>
                  <a:off x="3674997" y="1504652"/>
                  <a:ext cx="456480" cy="276480"/>
                </a:xfrm>
                <a:prstGeom prst="rect">
                  <a:avLst/>
                </a:prstGeom>
              </p:spPr>
            </p:pic>
          </mc:Fallback>
        </mc:AlternateContent>
        <mc:AlternateContent xmlns:mc="http://schemas.openxmlformats.org/markup-compatibility/2006">
          <mc:Choice xmlns:p14="http://schemas.microsoft.com/office/powerpoint/2010/main" Requires="p14">
            <p:contentPart p14:bwMode="auto" r:id="rId225">
              <p14:nvContentPartPr>
                <p14:cNvPr id="143" name="Ink 142">
                  <a:extLst>
                    <a:ext uri="{FF2B5EF4-FFF2-40B4-BE49-F238E27FC236}">
                      <a16:creationId xmlns:a16="http://schemas.microsoft.com/office/drawing/2014/main" id="{0E717065-9CB0-0066-652E-89601F37B5F2}"/>
                    </a:ext>
                  </a:extLst>
                </p14:cNvPr>
                <p14:cNvContentPartPr/>
                <p14:nvPr/>
              </p14:nvContentPartPr>
              <p14:xfrm>
                <a:off x="5058477" y="322772"/>
                <a:ext cx="920880" cy="893160"/>
              </p14:xfrm>
            </p:contentPart>
          </mc:Choice>
          <mc:Fallback>
            <p:pic>
              <p:nvPicPr>
                <p:cNvPr id="143" name="Ink 142">
                  <a:extLst>
                    <a:ext uri="{FF2B5EF4-FFF2-40B4-BE49-F238E27FC236}">
                      <a16:creationId xmlns:a16="http://schemas.microsoft.com/office/drawing/2014/main" id="{0E717065-9CB0-0066-652E-89601F37B5F2}"/>
                    </a:ext>
                  </a:extLst>
                </p:cNvPr>
                <p:cNvPicPr/>
                <p:nvPr/>
              </p:nvPicPr>
              <p:blipFill>
                <a:blip r:embed="rId226"/>
                <a:stretch>
                  <a:fillRect/>
                </a:stretch>
              </p:blipFill>
              <p:spPr>
                <a:xfrm>
                  <a:off x="5049477" y="313772"/>
                  <a:ext cx="938520" cy="910800"/>
                </a:xfrm>
                <a:prstGeom prst="rect">
                  <a:avLst/>
                </a:prstGeom>
              </p:spPr>
            </p:pic>
          </mc:Fallback>
        </mc:AlternateContent>
        <mc:AlternateContent xmlns:mc="http://schemas.openxmlformats.org/markup-compatibility/2006">
          <mc:Choice xmlns:p14="http://schemas.microsoft.com/office/powerpoint/2010/main" Requires="p14">
            <p:contentPart p14:bwMode="auto" r:id="rId227">
              <p14:nvContentPartPr>
                <p14:cNvPr id="147" name="Ink 146">
                  <a:extLst>
                    <a:ext uri="{FF2B5EF4-FFF2-40B4-BE49-F238E27FC236}">
                      <a16:creationId xmlns:a16="http://schemas.microsoft.com/office/drawing/2014/main" id="{654E6887-3D36-3058-C675-31E3066DF067}"/>
                    </a:ext>
                  </a:extLst>
                </p14:cNvPr>
                <p14:cNvContentPartPr/>
                <p14:nvPr/>
              </p14:nvContentPartPr>
              <p14:xfrm>
                <a:off x="5428557" y="130892"/>
                <a:ext cx="148320" cy="96840"/>
              </p14:xfrm>
            </p:contentPart>
          </mc:Choice>
          <mc:Fallback>
            <p:pic>
              <p:nvPicPr>
                <p:cNvPr id="147" name="Ink 146">
                  <a:extLst>
                    <a:ext uri="{FF2B5EF4-FFF2-40B4-BE49-F238E27FC236}">
                      <a16:creationId xmlns:a16="http://schemas.microsoft.com/office/drawing/2014/main" id="{654E6887-3D36-3058-C675-31E3066DF067}"/>
                    </a:ext>
                  </a:extLst>
                </p:cNvPr>
                <p:cNvPicPr/>
                <p:nvPr/>
              </p:nvPicPr>
              <p:blipFill>
                <a:blip r:embed="rId228"/>
                <a:stretch>
                  <a:fillRect/>
                </a:stretch>
              </p:blipFill>
              <p:spPr>
                <a:xfrm>
                  <a:off x="5419917" y="122252"/>
                  <a:ext cx="16596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229">
              <p14:nvContentPartPr>
                <p14:cNvPr id="148" name="Ink 147">
                  <a:extLst>
                    <a:ext uri="{FF2B5EF4-FFF2-40B4-BE49-F238E27FC236}">
                      <a16:creationId xmlns:a16="http://schemas.microsoft.com/office/drawing/2014/main" id="{65EA30DF-335A-6A45-DBEB-314343BDFB62}"/>
                    </a:ext>
                  </a:extLst>
                </p14:cNvPr>
                <p14:cNvContentPartPr/>
                <p14:nvPr/>
              </p14:nvContentPartPr>
              <p14:xfrm>
                <a:off x="5680197" y="97772"/>
                <a:ext cx="206280" cy="104400"/>
              </p14:xfrm>
            </p:contentPart>
          </mc:Choice>
          <mc:Fallback>
            <p:pic>
              <p:nvPicPr>
                <p:cNvPr id="148" name="Ink 147">
                  <a:extLst>
                    <a:ext uri="{FF2B5EF4-FFF2-40B4-BE49-F238E27FC236}">
                      <a16:creationId xmlns:a16="http://schemas.microsoft.com/office/drawing/2014/main" id="{65EA30DF-335A-6A45-DBEB-314343BDFB62}"/>
                    </a:ext>
                  </a:extLst>
                </p:cNvPr>
                <p:cNvPicPr/>
                <p:nvPr/>
              </p:nvPicPr>
              <p:blipFill>
                <a:blip r:embed="rId230"/>
                <a:stretch>
                  <a:fillRect/>
                </a:stretch>
              </p:blipFill>
              <p:spPr>
                <a:xfrm>
                  <a:off x="5671557" y="88772"/>
                  <a:ext cx="22392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231">
              <p14:nvContentPartPr>
                <p14:cNvPr id="142" name="Ink 141">
                  <a:extLst>
                    <a:ext uri="{FF2B5EF4-FFF2-40B4-BE49-F238E27FC236}">
                      <a16:creationId xmlns:a16="http://schemas.microsoft.com/office/drawing/2014/main" id="{38455AC5-D773-CB98-F571-0044DBCE467D}"/>
                    </a:ext>
                  </a:extLst>
                </p14:cNvPr>
                <p14:cNvContentPartPr/>
                <p14:nvPr/>
              </p14:nvContentPartPr>
              <p14:xfrm>
                <a:off x="3689037" y="386132"/>
                <a:ext cx="995760" cy="891720"/>
              </p14:xfrm>
            </p:contentPart>
          </mc:Choice>
          <mc:Fallback>
            <p:pic>
              <p:nvPicPr>
                <p:cNvPr id="142" name="Ink 141">
                  <a:extLst>
                    <a:ext uri="{FF2B5EF4-FFF2-40B4-BE49-F238E27FC236}">
                      <a16:creationId xmlns:a16="http://schemas.microsoft.com/office/drawing/2014/main" id="{38455AC5-D773-CB98-F571-0044DBCE467D}"/>
                    </a:ext>
                  </a:extLst>
                </p:cNvPr>
                <p:cNvPicPr/>
                <p:nvPr/>
              </p:nvPicPr>
              <p:blipFill>
                <a:blip r:embed="rId232"/>
                <a:stretch>
                  <a:fillRect/>
                </a:stretch>
              </p:blipFill>
              <p:spPr>
                <a:xfrm>
                  <a:off x="3680397" y="377492"/>
                  <a:ext cx="1013400" cy="909360"/>
                </a:xfrm>
                <a:prstGeom prst="rect">
                  <a:avLst/>
                </a:prstGeom>
              </p:spPr>
            </p:pic>
          </mc:Fallback>
        </mc:AlternateContent>
        <mc:AlternateContent xmlns:mc="http://schemas.openxmlformats.org/markup-compatibility/2006">
          <mc:Choice xmlns:p14="http://schemas.microsoft.com/office/powerpoint/2010/main" Requires="p14">
            <p:contentPart p14:bwMode="auto" r:id="rId233">
              <p14:nvContentPartPr>
                <p14:cNvPr id="144" name="Ink 143">
                  <a:extLst>
                    <a:ext uri="{FF2B5EF4-FFF2-40B4-BE49-F238E27FC236}">
                      <a16:creationId xmlns:a16="http://schemas.microsoft.com/office/drawing/2014/main" id="{AFF6E5C7-CDC6-2FA7-D0C2-ABE3B4B19D17}"/>
                    </a:ext>
                  </a:extLst>
                </p14:cNvPr>
                <p14:cNvContentPartPr/>
                <p14:nvPr/>
              </p14:nvContentPartPr>
              <p14:xfrm>
                <a:off x="3808197" y="382532"/>
                <a:ext cx="40320" cy="198000"/>
              </p14:xfrm>
            </p:contentPart>
          </mc:Choice>
          <mc:Fallback>
            <p:pic>
              <p:nvPicPr>
                <p:cNvPr id="144" name="Ink 143">
                  <a:extLst>
                    <a:ext uri="{FF2B5EF4-FFF2-40B4-BE49-F238E27FC236}">
                      <a16:creationId xmlns:a16="http://schemas.microsoft.com/office/drawing/2014/main" id="{AFF6E5C7-CDC6-2FA7-D0C2-ABE3B4B19D17}"/>
                    </a:ext>
                  </a:extLst>
                </p:cNvPr>
                <p:cNvPicPr/>
                <p:nvPr/>
              </p:nvPicPr>
              <p:blipFill>
                <a:blip r:embed="rId234"/>
                <a:stretch>
                  <a:fillRect/>
                </a:stretch>
              </p:blipFill>
              <p:spPr>
                <a:xfrm>
                  <a:off x="3799557" y="373532"/>
                  <a:ext cx="57960" cy="215640"/>
                </a:xfrm>
                <a:prstGeom prst="rect">
                  <a:avLst/>
                </a:prstGeom>
              </p:spPr>
            </p:pic>
          </mc:Fallback>
        </mc:AlternateContent>
        <mc:AlternateContent xmlns:mc="http://schemas.openxmlformats.org/markup-compatibility/2006">
          <mc:Choice xmlns:p14="http://schemas.microsoft.com/office/powerpoint/2010/main" Requires="p14">
            <p:contentPart p14:bwMode="auto" r:id="rId235">
              <p14:nvContentPartPr>
                <p14:cNvPr id="145" name="Ink 144">
                  <a:extLst>
                    <a:ext uri="{FF2B5EF4-FFF2-40B4-BE49-F238E27FC236}">
                      <a16:creationId xmlns:a16="http://schemas.microsoft.com/office/drawing/2014/main" id="{1D11C5EC-4E94-7B65-9BAD-05993392C8EB}"/>
                    </a:ext>
                  </a:extLst>
                </p14:cNvPr>
                <p14:cNvContentPartPr/>
                <p14:nvPr/>
              </p14:nvContentPartPr>
              <p14:xfrm>
                <a:off x="3998637" y="178772"/>
                <a:ext cx="160560" cy="84600"/>
              </p14:xfrm>
            </p:contentPart>
          </mc:Choice>
          <mc:Fallback>
            <p:pic>
              <p:nvPicPr>
                <p:cNvPr id="145" name="Ink 144">
                  <a:extLst>
                    <a:ext uri="{FF2B5EF4-FFF2-40B4-BE49-F238E27FC236}">
                      <a16:creationId xmlns:a16="http://schemas.microsoft.com/office/drawing/2014/main" id="{1D11C5EC-4E94-7B65-9BAD-05993392C8EB}"/>
                    </a:ext>
                  </a:extLst>
                </p:cNvPr>
                <p:cNvPicPr/>
                <p:nvPr/>
              </p:nvPicPr>
              <p:blipFill>
                <a:blip r:embed="rId236"/>
                <a:stretch>
                  <a:fillRect/>
                </a:stretch>
              </p:blipFill>
              <p:spPr>
                <a:xfrm>
                  <a:off x="3989637" y="169772"/>
                  <a:ext cx="17820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237">
              <p14:nvContentPartPr>
                <p14:cNvPr id="146" name="Ink 145">
                  <a:extLst>
                    <a:ext uri="{FF2B5EF4-FFF2-40B4-BE49-F238E27FC236}">
                      <a16:creationId xmlns:a16="http://schemas.microsoft.com/office/drawing/2014/main" id="{F2B652B2-7FD0-0224-004D-C2FFBDA869C4}"/>
                    </a:ext>
                  </a:extLst>
                </p14:cNvPr>
                <p14:cNvContentPartPr/>
                <p14:nvPr/>
              </p14:nvContentPartPr>
              <p14:xfrm>
                <a:off x="4262157" y="131252"/>
                <a:ext cx="35640" cy="142200"/>
              </p14:xfrm>
            </p:contentPart>
          </mc:Choice>
          <mc:Fallback>
            <p:pic>
              <p:nvPicPr>
                <p:cNvPr id="146" name="Ink 145">
                  <a:extLst>
                    <a:ext uri="{FF2B5EF4-FFF2-40B4-BE49-F238E27FC236}">
                      <a16:creationId xmlns:a16="http://schemas.microsoft.com/office/drawing/2014/main" id="{F2B652B2-7FD0-0224-004D-C2FFBDA869C4}"/>
                    </a:ext>
                  </a:extLst>
                </p:cNvPr>
                <p:cNvPicPr/>
                <p:nvPr/>
              </p:nvPicPr>
              <p:blipFill>
                <a:blip r:embed="rId238"/>
                <a:stretch>
                  <a:fillRect/>
                </a:stretch>
              </p:blipFill>
              <p:spPr>
                <a:xfrm>
                  <a:off x="4253517" y="122612"/>
                  <a:ext cx="5328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239">
              <p14:nvContentPartPr>
                <p14:cNvPr id="151" name="Ink 150">
                  <a:extLst>
                    <a:ext uri="{FF2B5EF4-FFF2-40B4-BE49-F238E27FC236}">
                      <a16:creationId xmlns:a16="http://schemas.microsoft.com/office/drawing/2014/main" id="{6D491852-FF79-5F71-FF70-BFE373FB2092}"/>
                    </a:ext>
                  </a:extLst>
                </p14:cNvPr>
                <p14:cNvContentPartPr/>
                <p14:nvPr/>
              </p14:nvContentPartPr>
              <p14:xfrm>
                <a:off x="3946077" y="645332"/>
                <a:ext cx="125280" cy="125640"/>
              </p14:xfrm>
            </p:contentPart>
          </mc:Choice>
          <mc:Fallback>
            <p:pic>
              <p:nvPicPr>
                <p:cNvPr id="151" name="Ink 150">
                  <a:extLst>
                    <a:ext uri="{FF2B5EF4-FFF2-40B4-BE49-F238E27FC236}">
                      <a16:creationId xmlns:a16="http://schemas.microsoft.com/office/drawing/2014/main" id="{6D491852-FF79-5F71-FF70-BFE373FB2092}"/>
                    </a:ext>
                  </a:extLst>
                </p:cNvPr>
                <p:cNvPicPr/>
                <p:nvPr/>
              </p:nvPicPr>
              <p:blipFill>
                <a:blip r:embed="rId240"/>
                <a:stretch>
                  <a:fillRect/>
                </a:stretch>
              </p:blipFill>
              <p:spPr>
                <a:xfrm>
                  <a:off x="3937077" y="636692"/>
                  <a:ext cx="14292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241">
              <p14:nvContentPartPr>
                <p14:cNvPr id="152" name="Ink 151">
                  <a:extLst>
                    <a:ext uri="{FF2B5EF4-FFF2-40B4-BE49-F238E27FC236}">
                      <a16:creationId xmlns:a16="http://schemas.microsoft.com/office/drawing/2014/main" id="{468A4919-D723-B836-A0E2-E5CF0BF9BEB3}"/>
                    </a:ext>
                  </a:extLst>
                </p14:cNvPr>
                <p14:cNvContentPartPr/>
                <p14:nvPr/>
              </p14:nvContentPartPr>
              <p14:xfrm>
                <a:off x="4132917" y="670532"/>
                <a:ext cx="212040" cy="87480"/>
              </p14:xfrm>
            </p:contentPart>
          </mc:Choice>
          <mc:Fallback>
            <p:pic>
              <p:nvPicPr>
                <p:cNvPr id="152" name="Ink 151">
                  <a:extLst>
                    <a:ext uri="{FF2B5EF4-FFF2-40B4-BE49-F238E27FC236}">
                      <a16:creationId xmlns:a16="http://schemas.microsoft.com/office/drawing/2014/main" id="{468A4919-D723-B836-A0E2-E5CF0BF9BEB3}"/>
                    </a:ext>
                  </a:extLst>
                </p:cNvPr>
                <p:cNvPicPr/>
                <p:nvPr/>
              </p:nvPicPr>
              <p:blipFill>
                <a:blip r:embed="rId242"/>
                <a:stretch>
                  <a:fillRect/>
                </a:stretch>
              </p:blipFill>
              <p:spPr>
                <a:xfrm>
                  <a:off x="4123917" y="661892"/>
                  <a:ext cx="22968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243">
              <p14:nvContentPartPr>
                <p14:cNvPr id="153" name="Ink 152">
                  <a:extLst>
                    <a:ext uri="{FF2B5EF4-FFF2-40B4-BE49-F238E27FC236}">
                      <a16:creationId xmlns:a16="http://schemas.microsoft.com/office/drawing/2014/main" id="{D70D2D49-9B89-3467-DEC0-051BF0740491}"/>
                    </a:ext>
                  </a:extLst>
                </p14:cNvPr>
                <p14:cNvContentPartPr/>
                <p14:nvPr/>
              </p14:nvContentPartPr>
              <p14:xfrm>
                <a:off x="4381317" y="637052"/>
                <a:ext cx="25560" cy="75240"/>
              </p14:xfrm>
            </p:contentPart>
          </mc:Choice>
          <mc:Fallback>
            <p:pic>
              <p:nvPicPr>
                <p:cNvPr id="153" name="Ink 152">
                  <a:extLst>
                    <a:ext uri="{FF2B5EF4-FFF2-40B4-BE49-F238E27FC236}">
                      <a16:creationId xmlns:a16="http://schemas.microsoft.com/office/drawing/2014/main" id="{D70D2D49-9B89-3467-DEC0-051BF0740491}"/>
                    </a:ext>
                  </a:extLst>
                </p:cNvPr>
                <p:cNvPicPr/>
                <p:nvPr/>
              </p:nvPicPr>
              <p:blipFill>
                <a:blip r:embed="rId244"/>
                <a:stretch>
                  <a:fillRect/>
                </a:stretch>
              </p:blipFill>
              <p:spPr>
                <a:xfrm>
                  <a:off x="4372317" y="628412"/>
                  <a:ext cx="43200" cy="92880"/>
                </a:xfrm>
                <a:prstGeom prst="rect">
                  <a:avLst/>
                </a:prstGeom>
              </p:spPr>
            </p:pic>
          </mc:Fallback>
        </mc:AlternateContent>
        <mc:AlternateContent xmlns:mc="http://schemas.openxmlformats.org/markup-compatibility/2006">
          <mc:Choice xmlns:p14="http://schemas.microsoft.com/office/powerpoint/2010/main" Requires="p14">
            <p:contentPart p14:bwMode="auto" r:id="rId245">
              <p14:nvContentPartPr>
                <p14:cNvPr id="154" name="Ink 153">
                  <a:extLst>
                    <a:ext uri="{FF2B5EF4-FFF2-40B4-BE49-F238E27FC236}">
                      <a16:creationId xmlns:a16="http://schemas.microsoft.com/office/drawing/2014/main" id="{DA5B05C7-BF7D-9033-3ABA-518F3DEA911D}"/>
                    </a:ext>
                  </a:extLst>
                </p14:cNvPr>
                <p14:cNvContentPartPr/>
                <p14:nvPr/>
              </p14:nvContentPartPr>
              <p14:xfrm>
                <a:off x="4041837" y="850892"/>
                <a:ext cx="208800" cy="202320"/>
              </p14:xfrm>
            </p:contentPart>
          </mc:Choice>
          <mc:Fallback>
            <p:pic>
              <p:nvPicPr>
                <p:cNvPr id="154" name="Ink 153">
                  <a:extLst>
                    <a:ext uri="{FF2B5EF4-FFF2-40B4-BE49-F238E27FC236}">
                      <a16:creationId xmlns:a16="http://schemas.microsoft.com/office/drawing/2014/main" id="{DA5B05C7-BF7D-9033-3ABA-518F3DEA911D}"/>
                    </a:ext>
                  </a:extLst>
                </p:cNvPr>
                <p:cNvPicPr/>
                <p:nvPr/>
              </p:nvPicPr>
              <p:blipFill>
                <a:blip r:embed="rId246"/>
                <a:stretch>
                  <a:fillRect/>
                </a:stretch>
              </p:blipFill>
              <p:spPr>
                <a:xfrm>
                  <a:off x="4032837" y="841892"/>
                  <a:ext cx="22644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247">
              <p14:nvContentPartPr>
                <p14:cNvPr id="156" name="Ink 155">
                  <a:extLst>
                    <a:ext uri="{FF2B5EF4-FFF2-40B4-BE49-F238E27FC236}">
                      <a16:creationId xmlns:a16="http://schemas.microsoft.com/office/drawing/2014/main" id="{AD616E5C-852C-488B-6430-7DBBA87102A1}"/>
                    </a:ext>
                  </a:extLst>
                </p14:cNvPr>
                <p14:cNvContentPartPr/>
                <p14:nvPr/>
              </p14:nvContentPartPr>
              <p14:xfrm>
                <a:off x="5171157" y="666212"/>
                <a:ext cx="374400" cy="131400"/>
              </p14:xfrm>
            </p:contentPart>
          </mc:Choice>
          <mc:Fallback>
            <p:pic>
              <p:nvPicPr>
                <p:cNvPr id="156" name="Ink 155">
                  <a:extLst>
                    <a:ext uri="{FF2B5EF4-FFF2-40B4-BE49-F238E27FC236}">
                      <a16:creationId xmlns:a16="http://schemas.microsoft.com/office/drawing/2014/main" id="{AD616E5C-852C-488B-6430-7DBBA87102A1}"/>
                    </a:ext>
                  </a:extLst>
                </p:cNvPr>
                <p:cNvPicPr/>
                <p:nvPr/>
              </p:nvPicPr>
              <p:blipFill>
                <a:blip r:embed="rId248"/>
                <a:stretch>
                  <a:fillRect/>
                </a:stretch>
              </p:blipFill>
              <p:spPr>
                <a:xfrm>
                  <a:off x="5162157" y="657572"/>
                  <a:ext cx="39204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249">
              <p14:nvContentPartPr>
                <p14:cNvPr id="157" name="Ink 156">
                  <a:extLst>
                    <a:ext uri="{FF2B5EF4-FFF2-40B4-BE49-F238E27FC236}">
                      <a16:creationId xmlns:a16="http://schemas.microsoft.com/office/drawing/2014/main" id="{752B9FD4-3F4C-4913-7BC9-A2F918E56705}"/>
                    </a:ext>
                  </a:extLst>
                </p14:cNvPr>
                <p14:cNvContentPartPr/>
                <p14:nvPr/>
              </p14:nvContentPartPr>
              <p14:xfrm>
                <a:off x="5594877" y="586292"/>
                <a:ext cx="131760" cy="118440"/>
              </p14:xfrm>
            </p:contentPart>
          </mc:Choice>
          <mc:Fallback>
            <p:pic>
              <p:nvPicPr>
                <p:cNvPr id="157" name="Ink 156">
                  <a:extLst>
                    <a:ext uri="{FF2B5EF4-FFF2-40B4-BE49-F238E27FC236}">
                      <a16:creationId xmlns:a16="http://schemas.microsoft.com/office/drawing/2014/main" id="{752B9FD4-3F4C-4913-7BC9-A2F918E56705}"/>
                    </a:ext>
                  </a:extLst>
                </p:cNvPr>
                <p:cNvPicPr/>
                <p:nvPr/>
              </p:nvPicPr>
              <p:blipFill>
                <a:blip r:embed="rId250"/>
                <a:stretch>
                  <a:fillRect/>
                </a:stretch>
              </p:blipFill>
              <p:spPr>
                <a:xfrm>
                  <a:off x="5586237" y="577652"/>
                  <a:ext cx="14940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251">
              <p14:nvContentPartPr>
                <p14:cNvPr id="158" name="Ink 157">
                  <a:extLst>
                    <a:ext uri="{FF2B5EF4-FFF2-40B4-BE49-F238E27FC236}">
                      <a16:creationId xmlns:a16="http://schemas.microsoft.com/office/drawing/2014/main" id="{4AB355E8-588C-EAA5-7F49-C8CFD469E8A3}"/>
                    </a:ext>
                  </a:extLst>
                </p14:cNvPr>
                <p14:cNvContentPartPr/>
                <p14:nvPr/>
              </p14:nvContentPartPr>
              <p14:xfrm>
                <a:off x="5243517" y="827492"/>
                <a:ext cx="183960" cy="185400"/>
              </p14:xfrm>
            </p:contentPart>
          </mc:Choice>
          <mc:Fallback>
            <p:pic>
              <p:nvPicPr>
                <p:cNvPr id="158" name="Ink 157">
                  <a:extLst>
                    <a:ext uri="{FF2B5EF4-FFF2-40B4-BE49-F238E27FC236}">
                      <a16:creationId xmlns:a16="http://schemas.microsoft.com/office/drawing/2014/main" id="{4AB355E8-588C-EAA5-7F49-C8CFD469E8A3}"/>
                    </a:ext>
                  </a:extLst>
                </p:cNvPr>
                <p:cNvPicPr/>
                <p:nvPr/>
              </p:nvPicPr>
              <p:blipFill>
                <a:blip r:embed="rId252"/>
                <a:stretch>
                  <a:fillRect/>
                </a:stretch>
              </p:blipFill>
              <p:spPr>
                <a:xfrm>
                  <a:off x="5234877" y="818492"/>
                  <a:ext cx="20160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253">
              <p14:nvContentPartPr>
                <p14:cNvPr id="160" name="Ink 159">
                  <a:extLst>
                    <a:ext uri="{FF2B5EF4-FFF2-40B4-BE49-F238E27FC236}">
                      <a16:creationId xmlns:a16="http://schemas.microsoft.com/office/drawing/2014/main" id="{67EFE3A9-CF1D-C91C-26EE-A13A8F09AA05}"/>
                    </a:ext>
                  </a:extLst>
                </p14:cNvPr>
                <p14:cNvContentPartPr/>
                <p14:nvPr/>
              </p14:nvContentPartPr>
              <p14:xfrm>
                <a:off x="6578397" y="1921172"/>
                <a:ext cx="290160" cy="250560"/>
              </p14:xfrm>
            </p:contentPart>
          </mc:Choice>
          <mc:Fallback>
            <p:pic>
              <p:nvPicPr>
                <p:cNvPr id="160" name="Ink 159">
                  <a:extLst>
                    <a:ext uri="{FF2B5EF4-FFF2-40B4-BE49-F238E27FC236}">
                      <a16:creationId xmlns:a16="http://schemas.microsoft.com/office/drawing/2014/main" id="{67EFE3A9-CF1D-C91C-26EE-A13A8F09AA05}"/>
                    </a:ext>
                  </a:extLst>
                </p:cNvPr>
                <p:cNvPicPr/>
                <p:nvPr/>
              </p:nvPicPr>
              <p:blipFill>
                <a:blip r:embed="rId254"/>
                <a:stretch>
                  <a:fillRect/>
                </a:stretch>
              </p:blipFill>
              <p:spPr>
                <a:xfrm>
                  <a:off x="6569757" y="1912532"/>
                  <a:ext cx="307800" cy="268200"/>
                </a:xfrm>
                <a:prstGeom prst="rect">
                  <a:avLst/>
                </a:prstGeom>
              </p:spPr>
            </p:pic>
          </mc:Fallback>
        </mc:AlternateContent>
        <mc:AlternateContent xmlns:mc="http://schemas.openxmlformats.org/markup-compatibility/2006">
          <mc:Choice xmlns:p14="http://schemas.microsoft.com/office/powerpoint/2010/main" Requires="p14">
            <p:contentPart p14:bwMode="auto" r:id="rId255">
              <p14:nvContentPartPr>
                <p14:cNvPr id="161" name="Ink 160">
                  <a:extLst>
                    <a:ext uri="{FF2B5EF4-FFF2-40B4-BE49-F238E27FC236}">
                      <a16:creationId xmlns:a16="http://schemas.microsoft.com/office/drawing/2014/main" id="{5A333F79-10F8-8092-79D3-0040BD2EBD09}"/>
                    </a:ext>
                  </a:extLst>
                </p14:cNvPr>
                <p14:cNvContentPartPr/>
                <p14:nvPr/>
              </p14:nvContentPartPr>
              <p14:xfrm>
                <a:off x="6559317" y="2289452"/>
                <a:ext cx="258480" cy="219960"/>
              </p14:xfrm>
            </p:contentPart>
          </mc:Choice>
          <mc:Fallback>
            <p:pic>
              <p:nvPicPr>
                <p:cNvPr id="161" name="Ink 160">
                  <a:extLst>
                    <a:ext uri="{FF2B5EF4-FFF2-40B4-BE49-F238E27FC236}">
                      <a16:creationId xmlns:a16="http://schemas.microsoft.com/office/drawing/2014/main" id="{5A333F79-10F8-8092-79D3-0040BD2EBD09}"/>
                    </a:ext>
                  </a:extLst>
                </p:cNvPr>
                <p:cNvPicPr/>
                <p:nvPr/>
              </p:nvPicPr>
              <p:blipFill>
                <a:blip r:embed="rId256"/>
                <a:stretch>
                  <a:fillRect/>
                </a:stretch>
              </p:blipFill>
              <p:spPr>
                <a:xfrm>
                  <a:off x="6550677" y="2280452"/>
                  <a:ext cx="27612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257">
              <p14:nvContentPartPr>
                <p14:cNvPr id="163" name="Ink 162">
                  <a:extLst>
                    <a:ext uri="{FF2B5EF4-FFF2-40B4-BE49-F238E27FC236}">
                      <a16:creationId xmlns:a16="http://schemas.microsoft.com/office/drawing/2014/main" id="{364ED6EA-D8F8-E196-7424-D1F05DEDDEF8}"/>
                    </a:ext>
                  </a:extLst>
                </p14:cNvPr>
                <p14:cNvContentPartPr/>
                <p14:nvPr/>
              </p14:nvContentPartPr>
              <p14:xfrm>
                <a:off x="4743477" y="2275772"/>
                <a:ext cx="1598400" cy="79920"/>
              </p14:xfrm>
            </p:contentPart>
          </mc:Choice>
          <mc:Fallback>
            <p:pic>
              <p:nvPicPr>
                <p:cNvPr id="163" name="Ink 162">
                  <a:extLst>
                    <a:ext uri="{FF2B5EF4-FFF2-40B4-BE49-F238E27FC236}">
                      <a16:creationId xmlns:a16="http://schemas.microsoft.com/office/drawing/2014/main" id="{364ED6EA-D8F8-E196-7424-D1F05DEDDEF8}"/>
                    </a:ext>
                  </a:extLst>
                </p:cNvPr>
                <p:cNvPicPr/>
                <p:nvPr/>
              </p:nvPicPr>
              <p:blipFill>
                <a:blip r:embed="rId258"/>
                <a:stretch>
                  <a:fillRect/>
                </a:stretch>
              </p:blipFill>
              <p:spPr>
                <a:xfrm>
                  <a:off x="4734837" y="2267132"/>
                  <a:ext cx="161604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64" name="Ink 163">
                  <a:extLst>
                    <a:ext uri="{FF2B5EF4-FFF2-40B4-BE49-F238E27FC236}">
                      <a16:creationId xmlns:a16="http://schemas.microsoft.com/office/drawing/2014/main" id="{FA5B6378-2F62-5DC9-A532-FD28BDD6D0C1}"/>
                    </a:ext>
                  </a:extLst>
                </p14:cNvPr>
                <p14:cNvContentPartPr/>
                <p14:nvPr/>
              </p14:nvContentPartPr>
              <p14:xfrm>
                <a:off x="4743117" y="2149412"/>
                <a:ext cx="29160" cy="195480"/>
              </p14:xfrm>
            </p:contentPart>
          </mc:Choice>
          <mc:Fallback>
            <p:pic>
              <p:nvPicPr>
                <p:cNvPr id="164" name="Ink 163">
                  <a:extLst>
                    <a:ext uri="{FF2B5EF4-FFF2-40B4-BE49-F238E27FC236}">
                      <a16:creationId xmlns:a16="http://schemas.microsoft.com/office/drawing/2014/main" id="{FA5B6378-2F62-5DC9-A532-FD28BDD6D0C1}"/>
                    </a:ext>
                  </a:extLst>
                </p:cNvPr>
                <p:cNvPicPr/>
                <p:nvPr/>
              </p:nvPicPr>
              <p:blipFill>
                <a:blip r:embed="rId260"/>
                <a:stretch>
                  <a:fillRect/>
                </a:stretch>
              </p:blipFill>
              <p:spPr>
                <a:xfrm>
                  <a:off x="4734117" y="2140772"/>
                  <a:ext cx="4680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166" name="Ink 165">
                  <a:extLst>
                    <a:ext uri="{FF2B5EF4-FFF2-40B4-BE49-F238E27FC236}">
                      <a16:creationId xmlns:a16="http://schemas.microsoft.com/office/drawing/2014/main" id="{7B69F6B5-D5D6-7FF3-0BB1-6C16B2D62E82}"/>
                    </a:ext>
                  </a:extLst>
                </p14:cNvPr>
                <p14:cNvContentPartPr/>
                <p14:nvPr/>
              </p14:nvContentPartPr>
              <p14:xfrm>
                <a:off x="4671837" y="2131052"/>
                <a:ext cx="31680" cy="60840"/>
              </p14:xfrm>
            </p:contentPart>
          </mc:Choice>
          <mc:Fallback>
            <p:pic>
              <p:nvPicPr>
                <p:cNvPr id="166" name="Ink 165">
                  <a:extLst>
                    <a:ext uri="{FF2B5EF4-FFF2-40B4-BE49-F238E27FC236}">
                      <a16:creationId xmlns:a16="http://schemas.microsoft.com/office/drawing/2014/main" id="{7B69F6B5-D5D6-7FF3-0BB1-6C16B2D62E82}"/>
                    </a:ext>
                  </a:extLst>
                </p:cNvPr>
                <p:cNvPicPr/>
                <p:nvPr/>
              </p:nvPicPr>
              <p:blipFill>
                <a:blip r:embed="rId262"/>
                <a:stretch>
                  <a:fillRect/>
                </a:stretch>
              </p:blipFill>
              <p:spPr>
                <a:xfrm>
                  <a:off x="4663197" y="2122412"/>
                  <a:ext cx="49320" cy="7848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167" name="Ink 166">
                  <a:extLst>
                    <a:ext uri="{FF2B5EF4-FFF2-40B4-BE49-F238E27FC236}">
                      <a16:creationId xmlns:a16="http://schemas.microsoft.com/office/drawing/2014/main" id="{FE31FFEE-C413-3E6F-A843-B1F1E44A9177}"/>
                    </a:ext>
                  </a:extLst>
                </p14:cNvPr>
                <p14:cNvContentPartPr/>
                <p14:nvPr/>
              </p14:nvContentPartPr>
              <p14:xfrm>
                <a:off x="4709637" y="2108012"/>
                <a:ext cx="138600" cy="63000"/>
              </p14:xfrm>
            </p:contentPart>
          </mc:Choice>
          <mc:Fallback>
            <p:pic>
              <p:nvPicPr>
                <p:cNvPr id="167" name="Ink 166">
                  <a:extLst>
                    <a:ext uri="{FF2B5EF4-FFF2-40B4-BE49-F238E27FC236}">
                      <a16:creationId xmlns:a16="http://schemas.microsoft.com/office/drawing/2014/main" id="{FE31FFEE-C413-3E6F-A843-B1F1E44A9177}"/>
                    </a:ext>
                  </a:extLst>
                </p:cNvPr>
                <p:cNvPicPr/>
                <p:nvPr/>
              </p:nvPicPr>
              <p:blipFill>
                <a:blip r:embed="rId264"/>
                <a:stretch>
                  <a:fillRect/>
                </a:stretch>
              </p:blipFill>
              <p:spPr>
                <a:xfrm>
                  <a:off x="4700997" y="2099372"/>
                  <a:ext cx="15624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169" name="Ink 168">
                  <a:extLst>
                    <a:ext uri="{FF2B5EF4-FFF2-40B4-BE49-F238E27FC236}">
                      <a16:creationId xmlns:a16="http://schemas.microsoft.com/office/drawing/2014/main" id="{6CE764B7-1F95-8BD6-3F2B-1A04E8A20295}"/>
                    </a:ext>
                  </a:extLst>
                </p14:cNvPr>
                <p14:cNvContentPartPr/>
                <p14:nvPr/>
              </p14:nvContentPartPr>
              <p14:xfrm>
                <a:off x="4333077" y="1708052"/>
                <a:ext cx="35280" cy="387720"/>
              </p14:xfrm>
            </p:contentPart>
          </mc:Choice>
          <mc:Fallback>
            <p:pic>
              <p:nvPicPr>
                <p:cNvPr id="169" name="Ink 168">
                  <a:extLst>
                    <a:ext uri="{FF2B5EF4-FFF2-40B4-BE49-F238E27FC236}">
                      <a16:creationId xmlns:a16="http://schemas.microsoft.com/office/drawing/2014/main" id="{6CE764B7-1F95-8BD6-3F2B-1A04E8A20295}"/>
                    </a:ext>
                  </a:extLst>
                </p:cNvPr>
                <p:cNvPicPr/>
                <p:nvPr/>
              </p:nvPicPr>
              <p:blipFill>
                <a:blip r:embed="rId266"/>
                <a:stretch>
                  <a:fillRect/>
                </a:stretch>
              </p:blipFill>
              <p:spPr>
                <a:xfrm>
                  <a:off x="4324077" y="1699412"/>
                  <a:ext cx="52920" cy="40536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170" name="Ink 169">
                  <a:extLst>
                    <a:ext uri="{FF2B5EF4-FFF2-40B4-BE49-F238E27FC236}">
                      <a16:creationId xmlns:a16="http://schemas.microsoft.com/office/drawing/2014/main" id="{A6B918BA-1722-7883-38E8-30D26BC868FF}"/>
                    </a:ext>
                  </a:extLst>
                </p14:cNvPr>
                <p14:cNvContentPartPr/>
                <p14:nvPr/>
              </p14:nvContentPartPr>
              <p14:xfrm>
                <a:off x="4295277" y="2028092"/>
                <a:ext cx="1675800" cy="70560"/>
              </p14:xfrm>
            </p:contentPart>
          </mc:Choice>
          <mc:Fallback>
            <p:pic>
              <p:nvPicPr>
                <p:cNvPr id="170" name="Ink 169">
                  <a:extLst>
                    <a:ext uri="{FF2B5EF4-FFF2-40B4-BE49-F238E27FC236}">
                      <a16:creationId xmlns:a16="http://schemas.microsoft.com/office/drawing/2014/main" id="{A6B918BA-1722-7883-38E8-30D26BC868FF}"/>
                    </a:ext>
                  </a:extLst>
                </p:cNvPr>
                <p:cNvPicPr/>
                <p:nvPr/>
              </p:nvPicPr>
              <p:blipFill>
                <a:blip r:embed="rId268"/>
                <a:stretch>
                  <a:fillRect/>
                </a:stretch>
              </p:blipFill>
              <p:spPr>
                <a:xfrm>
                  <a:off x="4286637" y="2019452"/>
                  <a:ext cx="169344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171" name="Ink 170">
                  <a:extLst>
                    <a:ext uri="{FF2B5EF4-FFF2-40B4-BE49-F238E27FC236}">
                      <a16:creationId xmlns:a16="http://schemas.microsoft.com/office/drawing/2014/main" id="{CBBEAFDB-E528-E0EC-3FF0-C2EE973BD0D9}"/>
                    </a:ext>
                  </a:extLst>
                </p14:cNvPr>
                <p14:cNvContentPartPr/>
                <p14:nvPr/>
              </p14:nvContentPartPr>
              <p14:xfrm>
                <a:off x="4506237" y="1664852"/>
                <a:ext cx="1439280" cy="403560"/>
              </p14:xfrm>
            </p:contentPart>
          </mc:Choice>
          <mc:Fallback>
            <p:pic>
              <p:nvPicPr>
                <p:cNvPr id="171" name="Ink 170">
                  <a:extLst>
                    <a:ext uri="{FF2B5EF4-FFF2-40B4-BE49-F238E27FC236}">
                      <a16:creationId xmlns:a16="http://schemas.microsoft.com/office/drawing/2014/main" id="{CBBEAFDB-E528-E0EC-3FF0-C2EE973BD0D9}"/>
                    </a:ext>
                  </a:extLst>
                </p:cNvPr>
                <p:cNvPicPr/>
                <p:nvPr/>
              </p:nvPicPr>
              <p:blipFill>
                <a:blip r:embed="rId270"/>
                <a:stretch>
                  <a:fillRect/>
                </a:stretch>
              </p:blipFill>
              <p:spPr>
                <a:xfrm>
                  <a:off x="4497237" y="1655852"/>
                  <a:ext cx="1456920" cy="42120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172" name="Ink 171">
                  <a:extLst>
                    <a:ext uri="{FF2B5EF4-FFF2-40B4-BE49-F238E27FC236}">
                      <a16:creationId xmlns:a16="http://schemas.microsoft.com/office/drawing/2014/main" id="{62D3A555-1DA3-6E5D-34D0-A92102B16205}"/>
                    </a:ext>
                  </a:extLst>
                </p14:cNvPr>
                <p14:cNvContentPartPr/>
                <p14:nvPr/>
              </p14:nvContentPartPr>
              <p14:xfrm>
                <a:off x="4553037" y="1823252"/>
                <a:ext cx="124560" cy="125640"/>
              </p14:xfrm>
            </p:contentPart>
          </mc:Choice>
          <mc:Fallback>
            <p:pic>
              <p:nvPicPr>
                <p:cNvPr id="172" name="Ink 171">
                  <a:extLst>
                    <a:ext uri="{FF2B5EF4-FFF2-40B4-BE49-F238E27FC236}">
                      <a16:creationId xmlns:a16="http://schemas.microsoft.com/office/drawing/2014/main" id="{62D3A555-1DA3-6E5D-34D0-A92102B16205}"/>
                    </a:ext>
                  </a:extLst>
                </p:cNvPr>
                <p:cNvPicPr/>
                <p:nvPr/>
              </p:nvPicPr>
              <p:blipFill>
                <a:blip r:embed="rId272"/>
                <a:stretch>
                  <a:fillRect/>
                </a:stretch>
              </p:blipFill>
              <p:spPr>
                <a:xfrm>
                  <a:off x="4544037" y="1814252"/>
                  <a:ext cx="14220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173" name="Ink 172">
                  <a:extLst>
                    <a:ext uri="{FF2B5EF4-FFF2-40B4-BE49-F238E27FC236}">
                      <a16:creationId xmlns:a16="http://schemas.microsoft.com/office/drawing/2014/main" id="{BF89D2FD-C018-0B6C-D005-602133A14070}"/>
                    </a:ext>
                  </a:extLst>
                </p14:cNvPr>
                <p14:cNvContentPartPr/>
                <p14:nvPr/>
              </p14:nvContentPartPr>
              <p14:xfrm>
                <a:off x="4782357" y="1687892"/>
                <a:ext cx="62640" cy="262800"/>
              </p14:xfrm>
            </p:contentPart>
          </mc:Choice>
          <mc:Fallback>
            <p:pic>
              <p:nvPicPr>
                <p:cNvPr id="173" name="Ink 172">
                  <a:extLst>
                    <a:ext uri="{FF2B5EF4-FFF2-40B4-BE49-F238E27FC236}">
                      <a16:creationId xmlns:a16="http://schemas.microsoft.com/office/drawing/2014/main" id="{BF89D2FD-C018-0B6C-D005-602133A14070}"/>
                    </a:ext>
                  </a:extLst>
                </p:cNvPr>
                <p:cNvPicPr/>
                <p:nvPr/>
              </p:nvPicPr>
              <p:blipFill>
                <a:blip r:embed="rId274"/>
                <a:stretch>
                  <a:fillRect/>
                </a:stretch>
              </p:blipFill>
              <p:spPr>
                <a:xfrm>
                  <a:off x="4773717" y="1678892"/>
                  <a:ext cx="80280" cy="28044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174" name="Ink 173">
                  <a:extLst>
                    <a:ext uri="{FF2B5EF4-FFF2-40B4-BE49-F238E27FC236}">
                      <a16:creationId xmlns:a16="http://schemas.microsoft.com/office/drawing/2014/main" id="{136B1AE6-630A-C4D5-B010-EA66825D38B0}"/>
                    </a:ext>
                  </a:extLst>
                </p14:cNvPr>
                <p14:cNvContentPartPr/>
                <p14:nvPr/>
              </p14:nvContentPartPr>
              <p14:xfrm>
                <a:off x="4741317" y="1849532"/>
                <a:ext cx="88560" cy="12240"/>
              </p14:xfrm>
            </p:contentPart>
          </mc:Choice>
          <mc:Fallback>
            <p:pic>
              <p:nvPicPr>
                <p:cNvPr id="174" name="Ink 173">
                  <a:extLst>
                    <a:ext uri="{FF2B5EF4-FFF2-40B4-BE49-F238E27FC236}">
                      <a16:creationId xmlns:a16="http://schemas.microsoft.com/office/drawing/2014/main" id="{136B1AE6-630A-C4D5-B010-EA66825D38B0}"/>
                    </a:ext>
                  </a:extLst>
                </p:cNvPr>
                <p:cNvPicPr/>
                <p:nvPr/>
              </p:nvPicPr>
              <p:blipFill>
                <a:blip r:embed="rId276"/>
                <a:stretch>
                  <a:fillRect/>
                </a:stretch>
              </p:blipFill>
              <p:spPr>
                <a:xfrm>
                  <a:off x="4732677" y="1840892"/>
                  <a:ext cx="10620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277">
              <p14:nvContentPartPr>
                <p14:cNvPr id="175" name="Ink 174">
                  <a:extLst>
                    <a:ext uri="{FF2B5EF4-FFF2-40B4-BE49-F238E27FC236}">
                      <a16:creationId xmlns:a16="http://schemas.microsoft.com/office/drawing/2014/main" id="{447B2937-E19D-BD88-B587-815DFD720895}"/>
                    </a:ext>
                  </a:extLst>
                </p14:cNvPr>
                <p14:cNvContentPartPr/>
                <p14:nvPr/>
              </p14:nvContentPartPr>
              <p14:xfrm>
                <a:off x="5045157" y="1722092"/>
                <a:ext cx="105120" cy="270360"/>
              </p14:xfrm>
            </p:contentPart>
          </mc:Choice>
          <mc:Fallback>
            <p:pic>
              <p:nvPicPr>
                <p:cNvPr id="175" name="Ink 174">
                  <a:extLst>
                    <a:ext uri="{FF2B5EF4-FFF2-40B4-BE49-F238E27FC236}">
                      <a16:creationId xmlns:a16="http://schemas.microsoft.com/office/drawing/2014/main" id="{447B2937-E19D-BD88-B587-815DFD720895}"/>
                    </a:ext>
                  </a:extLst>
                </p:cNvPr>
                <p:cNvPicPr/>
                <p:nvPr/>
              </p:nvPicPr>
              <p:blipFill>
                <a:blip r:embed="rId278"/>
                <a:stretch>
                  <a:fillRect/>
                </a:stretch>
              </p:blipFill>
              <p:spPr>
                <a:xfrm>
                  <a:off x="5036517" y="1713452"/>
                  <a:ext cx="122760" cy="28800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76" name="Ink 175">
                  <a:extLst>
                    <a:ext uri="{FF2B5EF4-FFF2-40B4-BE49-F238E27FC236}">
                      <a16:creationId xmlns:a16="http://schemas.microsoft.com/office/drawing/2014/main" id="{7CFA4D6B-4907-3DFC-A32D-654E5F1FFE04}"/>
                    </a:ext>
                  </a:extLst>
                </p14:cNvPr>
                <p14:cNvContentPartPr/>
                <p14:nvPr/>
              </p14:nvContentPartPr>
              <p14:xfrm>
                <a:off x="5179437" y="1784732"/>
                <a:ext cx="275040" cy="177840"/>
              </p14:xfrm>
            </p:contentPart>
          </mc:Choice>
          <mc:Fallback>
            <p:pic>
              <p:nvPicPr>
                <p:cNvPr id="176" name="Ink 175">
                  <a:extLst>
                    <a:ext uri="{FF2B5EF4-FFF2-40B4-BE49-F238E27FC236}">
                      <a16:creationId xmlns:a16="http://schemas.microsoft.com/office/drawing/2014/main" id="{7CFA4D6B-4907-3DFC-A32D-654E5F1FFE04}"/>
                    </a:ext>
                  </a:extLst>
                </p:cNvPr>
                <p:cNvPicPr/>
                <p:nvPr/>
              </p:nvPicPr>
              <p:blipFill>
                <a:blip r:embed="rId280"/>
                <a:stretch>
                  <a:fillRect/>
                </a:stretch>
              </p:blipFill>
              <p:spPr>
                <a:xfrm>
                  <a:off x="5170797" y="1776092"/>
                  <a:ext cx="292680" cy="19548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177" name="Ink 176">
                  <a:extLst>
                    <a:ext uri="{FF2B5EF4-FFF2-40B4-BE49-F238E27FC236}">
                      <a16:creationId xmlns:a16="http://schemas.microsoft.com/office/drawing/2014/main" id="{8B9A70D2-1BA3-0979-BD1E-EAC9516BF5C5}"/>
                    </a:ext>
                  </a:extLst>
                </p14:cNvPr>
                <p14:cNvContentPartPr/>
                <p14:nvPr/>
              </p14:nvContentPartPr>
              <p14:xfrm>
                <a:off x="5453397" y="1817492"/>
                <a:ext cx="110520" cy="103680"/>
              </p14:xfrm>
            </p:contentPart>
          </mc:Choice>
          <mc:Fallback>
            <p:pic>
              <p:nvPicPr>
                <p:cNvPr id="177" name="Ink 176">
                  <a:extLst>
                    <a:ext uri="{FF2B5EF4-FFF2-40B4-BE49-F238E27FC236}">
                      <a16:creationId xmlns:a16="http://schemas.microsoft.com/office/drawing/2014/main" id="{8B9A70D2-1BA3-0979-BD1E-EAC9516BF5C5}"/>
                    </a:ext>
                  </a:extLst>
                </p:cNvPr>
                <p:cNvPicPr/>
                <p:nvPr/>
              </p:nvPicPr>
              <p:blipFill>
                <a:blip r:embed="rId282"/>
                <a:stretch>
                  <a:fillRect/>
                </a:stretch>
              </p:blipFill>
              <p:spPr>
                <a:xfrm>
                  <a:off x="5444757" y="1808852"/>
                  <a:ext cx="12816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283">
              <p14:nvContentPartPr>
                <p14:cNvPr id="178" name="Ink 177">
                  <a:extLst>
                    <a:ext uri="{FF2B5EF4-FFF2-40B4-BE49-F238E27FC236}">
                      <a16:creationId xmlns:a16="http://schemas.microsoft.com/office/drawing/2014/main" id="{B7B9286D-D612-7CE3-8CA9-64B1231DE9DA}"/>
                    </a:ext>
                  </a:extLst>
                </p14:cNvPr>
                <p14:cNvContentPartPr/>
                <p14:nvPr/>
              </p14:nvContentPartPr>
              <p14:xfrm>
                <a:off x="5587677" y="1761332"/>
                <a:ext cx="121680" cy="162360"/>
              </p14:xfrm>
            </p:contentPart>
          </mc:Choice>
          <mc:Fallback>
            <p:pic>
              <p:nvPicPr>
                <p:cNvPr id="178" name="Ink 177">
                  <a:extLst>
                    <a:ext uri="{FF2B5EF4-FFF2-40B4-BE49-F238E27FC236}">
                      <a16:creationId xmlns:a16="http://schemas.microsoft.com/office/drawing/2014/main" id="{B7B9286D-D612-7CE3-8CA9-64B1231DE9DA}"/>
                    </a:ext>
                  </a:extLst>
                </p:cNvPr>
                <p:cNvPicPr/>
                <p:nvPr/>
              </p:nvPicPr>
              <p:blipFill>
                <a:blip r:embed="rId284"/>
                <a:stretch>
                  <a:fillRect/>
                </a:stretch>
              </p:blipFill>
              <p:spPr>
                <a:xfrm>
                  <a:off x="5578677" y="1752692"/>
                  <a:ext cx="13932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285">
              <p14:nvContentPartPr>
                <p14:cNvPr id="180" name="Ink 179">
                  <a:extLst>
                    <a:ext uri="{FF2B5EF4-FFF2-40B4-BE49-F238E27FC236}">
                      <a16:creationId xmlns:a16="http://schemas.microsoft.com/office/drawing/2014/main" id="{77B9E78F-4C96-DBE3-4852-F581E8C1BF8F}"/>
                    </a:ext>
                  </a:extLst>
                </p14:cNvPr>
                <p14:cNvContentPartPr/>
                <p14:nvPr/>
              </p14:nvContentPartPr>
              <p14:xfrm>
                <a:off x="4442877" y="1380092"/>
                <a:ext cx="517680" cy="336960"/>
              </p14:xfrm>
            </p:contentPart>
          </mc:Choice>
          <mc:Fallback>
            <p:pic>
              <p:nvPicPr>
                <p:cNvPr id="180" name="Ink 179">
                  <a:extLst>
                    <a:ext uri="{FF2B5EF4-FFF2-40B4-BE49-F238E27FC236}">
                      <a16:creationId xmlns:a16="http://schemas.microsoft.com/office/drawing/2014/main" id="{77B9E78F-4C96-DBE3-4852-F581E8C1BF8F}"/>
                    </a:ext>
                  </a:extLst>
                </p:cNvPr>
                <p:cNvPicPr/>
                <p:nvPr/>
              </p:nvPicPr>
              <p:blipFill>
                <a:blip r:embed="rId286"/>
                <a:stretch>
                  <a:fillRect/>
                </a:stretch>
              </p:blipFill>
              <p:spPr>
                <a:xfrm>
                  <a:off x="4433877" y="1371092"/>
                  <a:ext cx="535320" cy="35460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181" name="Ink 180">
                  <a:extLst>
                    <a:ext uri="{FF2B5EF4-FFF2-40B4-BE49-F238E27FC236}">
                      <a16:creationId xmlns:a16="http://schemas.microsoft.com/office/drawing/2014/main" id="{BD2FD8E4-0729-D36B-05B4-69237A64111B}"/>
                    </a:ext>
                  </a:extLst>
                </p14:cNvPr>
                <p14:cNvContentPartPr/>
                <p14:nvPr/>
              </p14:nvContentPartPr>
              <p14:xfrm>
                <a:off x="4364397" y="1388012"/>
                <a:ext cx="122400" cy="86400"/>
              </p14:xfrm>
            </p:contentPart>
          </mc:Choice>
          <mc:Fallback>
            <p:pic>
              <p:nvPicPr>
                <p:cNvPr id="181" name="Ink 180">
                  <a:extLst>
                    <a:ext uri="{FF2B5EF4-FFF2-40B4-BE49-F238E27FC236}">
                      <a16:creationId xmlns:a16="http://schemas.microsoft.com/office/drawing/2014/main" id="{BD2FD8E4-0729-D36B-05B4-69237A64111B}"/>
                    </a:ext>
                  </a:extLst>
                </p:cNvPr>
                <p:cNvPicPr/>
                <p:nvPr/>
              </p:nvPicPr>
              <p:blipFill>
                <a:blip r:embed="rId288"/>
                <a:stretch>
                  <a:fillRect/>
                </a:stretch>
              </p:blipFill>
              <p:spPr>
                <a:xfrm>
                  <a:off x="4355397" y="1379012"/>
                  <a:ext cx="14004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183" name="Ink 182">
                  <a:extLst>
                    <a:ext uri="{FF2B5EF4-FFF2-40B4-BE49-F238E27FC236}">
                      <a16:creationId xmlns:a16="http://schemas.microsoft.com/office/drawing/2014/main" id="{03B025D2-D9EB-977B-8BDB-66144DC0D5CD}"/>
                    </a:ext>
                  </a:extLst>
                </p14:cNvPr>
                <p14:cNvContentPartPr/>
                <p14:nvPr/>
              </p14:nvContentPartPr>
              <p14:xfrm>
                <a:off x="4953357" y="1318532"/>
                <a:ext cx="367200" cy="392040"/>
              </p14:xfrm>
            </p:contentPart>
          </mc:Choice>
          <mc:Fallback>
            <p:pic>
              <p:nvPicPr>
                <p:cNvPr id="183" name="Ink 182">
                  <a:extLst>
                    <a:ext uri="{FF2B5EF4-FFF2-40B4-BE49-F238E27FC236}">
                      <a16:creationId xmlns:a16="http://schemas.microsoft.com/office/drawing/2014/main" id="{03B025D2-D9EB-977B-8BDB-66144DC0D5CD}"/>
                    </a:ext>
                  </a:extLst>
                </p:cNvPr>
                <p:cNvPicPr/>
                <p:nvPr/>
              </p:nvPicPr>
              <p:blipFill>
                <a:blip r:embed="rId290"/>
                <a:stretch>
                  <a:fillRect/>
                </a:stretch>
              </p:blipFill>
              <p:spPr>
                <a:xfrm>
                  <a:off x="4944357" y="1309532"/>
                  <a:ext cx="384840" cy="40968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184" name="Ink 183">
                  <a:extLst>
                    <a:ext uri="{FF2B5EF4-FFF2-40B4-BE49-F238E27FC236}">
                      <a16:creationId xmlns:a16="http://schemas.microsoft.com/office/drawing/2014/main" id="{3C8B1AD2-F93E-3032-D1A3-967FAD576B07}"/>
                    </a:ext>
                  </a:extLst>
                </p14:cNvPr>
                <p14:cNvContentPartPr/>
                <p14:nvPr/>
              </p14:nvContentPartPr>
              <p14:xfrm>
                <a:off x="5245677" y="1283612"/>
                <a:ext cx="141480" cy="144000"/>
              </p14:xfrm>
            </p:contentPart>
          </mc:Choice>
          <mc:Fallback>
            <p:pic>
              <p:nvPicPr>
                <p:cNvPr id="184" name="Ink 183">
                  <a:extLst>
                    <a:ext uri="{FF2B5EF4-FFF2-40B4-BE49-F238E27FC236}">
                      <a16:creationId xmlns:a16="http://schemas.microsoft.com/office/drawing/2014/main" id="{3C8B1AD2-F93E-3032-D1A3-967FAD576B07}"/>
                    </a:ext>
                  </a:extLst>
                </p:cNvPr>
                <p:cNvPicPr/>
                <p:nvPr/>
              </p:nvPicPr>
              <p:blipFill>
                <a:blip r:embed="rId292"/>
                <a:stretch>
                  <a:fillRect/>
                </a:stretch>
              </p:blipFill>
              <p:spPr>
                <a:xfrm>
                  <a:off x="5236677" y="1274972"/>
                  <a:ext cx="15912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293">
              <p14:nvContentPartPr>
                <p14:cNvPr id="185" name="Ink 184">
                  <a:extLst>
                    <a:ext uri="{FF2B5EF4-FFF2-40B4-BE49-F238E27FC236}">
                      <a16:creationId xmlns:a16="http://schemas.microsoft.com/office/drawing/2014/main" id="{98669861-00AC-D3F0-E2C7-FB23BCC73FF5}"/>
                    </a:ext>
                  </a:extLst>
                </p14:cNvPr>
                <p14:cNvContentPartPr/>
                <p14:nvPr/>
              </p14:nvContentPartPr>
              <p14:xfrm>
                <a:off x="5071797" y="1367492"/>
                <a:ext cx="1418400" cy="297360"/>
              </p14:xfrm>
            </p:contentPart>
          </mc:Choice>
          <mc:Fallback>
            <p:pic>
              <p:nvPicPr>
                <p:cNvPr id="185" name="Ink 184">
                  <a:extLst>
                    <a:ext uri="{FF2B5EF4-FFF2-40B4-BE49-F238E27FC236}">
                      <a16:creationId xmlns:a16="http://schemas.microsoft.com/office/drawing/2014/main" id="{98669861-00AC-D3F0-E2C7-FB23BCC73FF5}"/>
                    </a:ext>
                  </a:extLst>
                </p:cNvPr>
                <p:cNvPicPr/>
                <p:nvPr/>
              </p:nvPicPr>
              <p:blipFill>
                <a:blip r:embed="rId294"/>
                <a:stretch>
                  <a:fillRect/>
                </a:stretch>
              </p:blipFill>
              <p:spPr>
                <a:xfrm>
                  <a:off x="5063157" y="1358492"/>
                  <a:ext cx="143604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186" name="Ink 185">
                  <a:extLst>
                    <a:ext uri="{FF2B5EF4-FFF2-40B4-BE49-F238E27FC236}">
                      <a16:creationId xmlns:a16="http://schemas.microsoft.com/office/drawing/2014/main" id="{DD82ADB5-A6A2-3431-7525-ADC2727E2A9B}"/>
                    </a:ext>
                  </a:extLst>
                </p14:cNvPr>
                <p14:cNvContentPartPr/>
                <p14:nvPr/>
              </p14:nvContentPartPr>
              <p14:xfrm>
                <a:off x="6420357" y="1335452"/>
                <a:ext cx="130320" cy="61920"/>
              </p14:xfrm>
            </p:contentPart>
          </mc:Choice>
          <mc:Fallback>
            <p:pic>
              <p:nvPicPr>
                <p:cNvPr id="186" name="Ink 185">
                  <a:extLst>
                    <a:ext uri="{FF2B5EF4-FFF2-40B4-BE49-F238E27FC236}">
                      <a16:creationId xmlns:a16="http://schemas.microsoft.com/office/drawing/2014/main" id="{DD82ADB5-A6A2-3431-7525-ADC2727E2A9B}"/>
                    </a:ext>
                  </a:extLst>
                </p:cNvPr>
                <p:cNvPicPr/>
                <p:nvPr/>
              </p:nvPicPr>
              <p:blipFill>
                <a:blip r:embed="rId296"/>
                <a:stretch>
                  <a:fillRect/>
                </a:stretch>
              </p:blipFill>
              <p:spPr>
                <a:xfrm>
                  <a:off x="6411717" y="1326812"/>
                  <a:ext cx="14796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297">
              <p14:nvContentPartPr>
                <p14:cNvPr id="187" name="Ink 186">
                  <a:extLst>
                    <a:ext uri="{FF2B5EF4-FFF2-40B4-BE49-F238E27FC236}">
                      <a16:creationId xmlns:a16="http://schemas.microsoft.com/office/drawing/2014/main" id="{AEF78EBC-99D6-3095-08FA-B22645BDBB0C}"/>
                    </a:ext>
                  </a:extLst>
                </p14:cNvPr>
                <p14:cNvContentPartPr/>
                <p14:nvPr/>
              </p14:nvContentPartPr>
              <p14:xfrm>
                <a:off x="4880997" y="1565132"/>
                <a:ext cx="2139120" cy="119160"/>
              </p14:xfrm>
            </p:contentPart>
          </mc:Choice>
          <mc:Fallback>
            <p:pic>
              <p:nvPicPr>
                <p:cNvPr id="187" name="Ink 186">
                  <a:extLst>
                    <a:ext uri="{FF2B5EF4-FFF2-40B4-BE49-F238E27FC236}">
                      <a16:creationId xmlns:a16="http://schemas.microsoft.com/office/drawing/2014/main" id="{AEF78EBC-99D6-3095-08FA-B22645BDBB0C}"/>
                    </a:ext>
                  </a:extLst>
                </p:cNvPr>
                <p:cNvPicPr/>
                <p:nvPr/>
              </p:nvPicPr>
              <p:blipFill>
                <a:blip r:embed="rId298"/>
                <a:stretch>
                  <a:fillRect/>
                </a:stretch>
              </p:blipFill>
              <p:spPr>
                <a:xfrm>
                  <a:off x="4871997" y="1556132"/>
                  <a:ext cx="215676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299">
              <p14:nvContentPartPr>
                <p14:cNvPr id="188" name="Ink 187">
                  <a:extLst>
                    <a:ext uri="{FF2B5EF4-FFF2-40B4-BE49-F238E27FC236}">
                      <a16:creationId xmlns:a16="http://schemas.microsoft.com/office/drawing/2014/main" id="{CE99E166-DF47-1A98-F674-D54877AA4E1C}"/>
                    </a:ext>
                  </a:extLst>
                </p14:cNvPr>
                <p14:cNvContentPartPr/>
                <p14:nvPr/>
              </p14:nvContentPartPr>
              <p14:xfrm>
                <a:off x="7005717" y="1519412"/>
                <a:ext cx="77760" cy="56880"/>
              </p14:xfrm>
            </p:contentPart>
          </mc:Choice>
          <mc:Fallback>
            <p:pic>
              <p:nvPicPr>
                <p:cNvPr id="188" name="Ink 187">
                  <a:extLst>
                    <a:ext uri="{FF2B5EF4-FFF2-40B4-BE49-F238E27FC236}">
                      <a16:creationId xmlns:a16="http://schemas.microsoft.com/office/drawing/2014/main" id="{CE99E166-DF47-1A98-F674-D54877AA4E1C}"/>
                    </a:ext>
                  </a:extLst>
                </p:cNvPr>
                <p:cNvPicPr/>
                <p:nvPr/>
              </p:nvPicPr>
              <p:blipFill>
                <a:blip r:embed="rId300"/>
                <a:stretch>
                  <a:fillRect/>
                </a:stretch>
              </p:blipFill>
              <p:spPr>
                <a:xfrm>
                  <a:off x="6996717" y="1510772"/>
                  <a:ext cx="9540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301">
              <p14:nvContentPartPr>
                <p14:cNvPr id="192" name="Ink 191">
                  <a:extLst>
                    <a:ext uri="{FF2B5EF4-FFF2-40B4-BE49-F238E27FC236}">
                      <a16:creationId xmlns:a16="http://schemas.microsoft.com/office/drawing/2014/main" id="{62D2A346-15E7-C19A-2D8A-85D784532106}"/>
                    </a:ext>
                  </a:extLst>
                </p14:cNvPr>
                <p14:cNvContentPartPr/>
                <p14:nvPr/>
              </p14:nvContentPartPr>
              <p14:xfrm>
                <a:off x="6534837" y="422492"/>
                <a:ext cx="700200" cy="604440"/>
              </p14:xfrm>
            </p:contentPart>
          </mc:Choice>
          <mc:Fallback>
            <p:pic>
              <p:nvPicPr>
                <p:cNvPr id="192" name="Ink 191">
                  <a:extLst>
                    <a:ext uri="{FF2B5EF4-FFF2-40B4-BE49-F238E27FC236}">
                      <a16:creationId xmlns:a16="http://schemas.microsoft.com/office/drawing/2014/main" id="{62D2A346-15E7-C19A-2D8A-85D784532106}"/>
                    </a:ext>
                  </a:extLst>
                </p:cNvPr>
                <p:cNvPicPr/>
                <p:nvPr/>
              </p:nvPicPr>
              <p:blipFill>
                <a:blip r:embed="rId302"/>
                <a:stretch>
                  <a:fillRect/>
                </a:stretch>
              </p:blipFill>
              <p:spPr>
                <a:xfrm>
                  <a:off x="6525837" y="413852"/>
                  <a:ext cx="717840" cy="622080"/>
                </a:xfrm>
                <a:prstGeom prst="rect">
                  <a:avLst/>
                </a:prstGeom>
              </p:spPr>
            </p:pic>
          </mc:Fallback>
        </mc:AlternateContent>
        <mc:AlternateContent xmlns:mc="http://schemas.openxmlformats.org/markup-compatibility/2006">
          <mc:Choice xmlns:p14="http://schemas.microsoft.com/office/powerpoint/2010/main" Requires="p14">
            <p:contentPart p14:bwMode="auto" r:id="rId303">
              <p14:nvContentPartPr>
                <p14:cNvPr id="193" name="Ink 192">
                  <a:extLst>
                    <a:ext uri="{FF2B5EF4-FFF2-40B4-BE49-F238E27FC236}">
                      <a16:creationId xmlns:a16="http://schemas.microsoft.com/office/drawing/2014/main" id="{9DBF446B-BD2B-73D2-D62C-F44543D50860}"/>
                    </a:ext>
                  </a:extLst>
                </p14:cNvPr>
                <p14:cNvContentPartPr/>
                <p14:nvPr/>
              </p14:nvContentPartPr>
              <p14:xfrm>
                <a:off x="6714117" y="449492"/>
                <a:ext cx="68760" cy="50760"/>
              </p14:xfrm>
            </p:contentPart>
          </mc:Choice>
          <mc:Fallback>
            <p:pic>
              <p:nvPicPr>
                <p:cNvPr id="193" name="Ink 192">
                  <a:extLst>
                    <a:ext uri="{FF2B5EF4-FFF2-40B4-BE49-F238E27FC236}">
                      <a16:creationId xmlns:a16="http://schemas.microsoft.com/office/drawing/2014/main" id="{9DBF446B-BD2B-73D2-D62C-F44543D50860}"/>
                    </a:ext>
                  </a:extLst>
                </p:cNvPr>
                <p:cNvPicPr/>
                <p:nvPr/>
              </p:nvPicPr>
              <p:blipFill>
                <a:blip r:embed="rId304"/>
                <a:stretch>
                  <a:fillRect/>
                </a:stretch>
              </p:blipFill>
              <p:spPr>
                <a:xfrm>
                  <a:off x="6705117" y="440852"/>
                  <a:ext cx="8640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305">
              <p14:nvContentPartPr>
                <p14:cNvPr id="194" name="Ink 193">
                  <a:extLst>
                    <a:ext uri="{FF2B5EF4-FFF2-40B4-BE49-F238E27FC236}">
                      <a16:creationId xmlns:a16="http://schemas.microsoft.com/office/drawing/2014/main" id="{803104A9-E7B2-85E2-8DA8-23BE36275ADB}"/>
                    </a:ext>
                  </a:extLst>
                </p14:cNvPr>
                <p14:cNvContentPartPr/>
                <p14:nvPr/>
              </p14:nvContentPartPr>
              <p14:xfrm>
                <a:off x="6755877" y="348332"/>
                <a:ext cx="663120" cy="572400"/>
              </p14:xfrm>
            </p:contentPart>
          </mc:Choice>
          <mc:Fallback>
            <p:pic>
              <p:nvPicPr>
                <p:cNvPr id="194" name="Ink 193">
                  <a:extLst>
                    <a:ext uri="{FF2B5EF4-FFF2-40B4-BE49-F238E27FC236}">
                      <a16:creationId xmlns:a16="http://schemas.microsoft.com/office/drawing/2014/main" id="{803104A9-E7B2-85E2-8DA8-23BE36275ADB}"/>
                    </a:ext>
                  </a:extLst>
                </p:cNvPr>
                <p:cNvPicPr/>
                <p:nvPr/>
              </p:nvPicPr>
              <p:blipFill>
                <a:blip r:embed="rId306"/>
                <a:stretch>
                  <a:fillRect/>
                </a:stretch>
              </p:blipFill>
              <p:spPr>
                <a:xfrm>
                  <a:off x="6746877" y="339692"/>
                  <a:ext cx="680760" cy="590040"/>
                </a:xfrm>
                <a:prstGeom prst="rect">
                  <a:avLst/>
                </a:prstGeom>
              </p:spPr>
            </p:pic>
          </mc:Fallback>
        </mc:AlternateContent>
        <mc:AlternateContent xmlns:mc="http://schemas.openxmlformats.org/markup-compatibility/2006">
          <mc:Choice xmlns:p14="http://schemas.microsoft.com/office/powerpoint/2010/main" Requires="p14">
            <p:contentPart p14:bwMode="auto" r:id="rId307">
              <p14:nvContentPartPr>
                <p14:cNvPr id="195" name="Ink 194">
                  <a:extLst>
                    <a:ext uri="{FF2B5EF4-FFF2-40B4-BE49-F238E27FC236}">
                      <a16:creationId xmlns:a16="http://schemas.microsoft.com/office/drawing/2014/main" id="{B9A9D6E4-2B5E-B8FA-5E25-A6506E76BA55}"/>
                    </a:ext>
                  </a:extLst>
                </p14:cNvPr>
                <p14:cNvContentPartPr/>
                <p14:nvPr/>
              </p14:nvContentPartPr>
              <p14:xfrm>
                <a:off x="7775037" y="493052"/>
                <a:ext cx="40320" cy="649440"/>
              </p14:xfrm>
            </p:contentPart>
          </mc:Choice>
          <mc:Fallback>
            <p:pic>
              <p:nvPicPr>
                <p:cNvPr id="195" name="Ink 194">
                  <a:extLst>
                    <a:ext uri="{FF2B5EF4-FFF2-40B4-BE49-F238E27FC236}">
                      <a16:creationId xmlns:a16="http://schemas.microsoft.com/office/drawing/2014/main" id="{B9A9D6E4-2B5E-B8FA-5E25-A6506E76BA55}"/>
                    </a:ext>
                  </a:extLst>
                </p:cNvPr>
                <p:cNvPicPr/>
                <p:nvPr/>
              </p:nvPicPr>
              <p:blipFill>
                <a:blip r:embed="rId308"/>
                <a:stretch>
                  <a:fillRect/>
                </a:stretch>
              </p:blipFill>
              <p:spPr>
                <a:xfrm>
                  <a:off x="7766037" y="484412"/>
                  <a:ext cx="57960" cy="66708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196" name="Ink 195">
                  <a:extLst>
                    <a:ext uri="{FF2B5EF4-FFF2-40B4-BE49-F238E27FC236}">
                      <a16:creationId xmlns:a16="http://schemas.microsoft.com/office/drawing/2014/main" id="{76FA71B6-737E-9B71-1BF3-B377BA970A71}"/>
                    </a:ext>
                  </a:extLst>
                </p14:cNvPr>
                <p14:cNvContentPartPr/>
                <p14:nvPr/>
              </p14:nvContentPartPr>
              <p14:xfrm>
                <a:off x="7739757" y="1091732"/>
                <a:ext cx="963720" cy="38880"/>
              </p14:xfrm>
            </p:contentPart>
          </mc:Choice>
          <mc:Fallback>
            <p:pic>
              <p:nvPicPr>
                <p:cNvPr id="196" name="Ink 195">
                  <a:extLst>
                    <a:ext uri="{FF2B5EF4-FFF2-40B4-BE49-F238E27FC236}">
                      <a16:creationId xmlns:a16="http://schemas.microsoft.com/office/drawing/2014/main" id="{76FA71B6-737E-9B71-1BF3-B377BA970A71}"/>
                    </a:ext>
                  </a:extLst>
                </p:cNvPr>
                <p:cNvPicPr/>
                <p:nvPr/>
              </p:nvPicPr>
              <p:blipFill>
                <a:blip r:embed="rId310"/>
                <a:stretch>
                  <a:fillRect/>
                </a:stretch>
              </p:blipFill>
              <p:spPr>
                <a:xfrm>
                  <a:off x="7731117" y="1082732"/>
                  <a:ext cx="98136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311">
              <p14:nvContentPartPr>
                <p14:cNvPr id="197" name="Ink 196">
                  <a:extLst>
                    <a:ext uri="{FF2B5EF4-FFF2-40B4-BE49-F238E27FC236}">
                      <a16:creationId xmlns:a16="http://schemas.microsoft.com/office/drawing/2014/main" id="{06E73812-FF0B-CECA-0AE9-B53B6F999426}"/>
                    </a:ext>
                  </a:extLst>
                </p14:cNvPr>
                <p14:cNvContentPartPr/>
                <p14:nvPr/>
              </p14:nvContentPartPr>
              <p14:xfrm>
                <a:off x="7876917" y="482612"/>
                <a:ext cx="17640" cy="24120"/>
              </p14:xfrm>
            </p:contentPart>
          </mc:Choice>
          <mc:Fallback>
            <p:pic>
              <p:nvPicPr>
                <p:cNvPr id="197" name="Ink 196">
                  <a:extLst>
                    <a:ext uri="{FF2B5EF4-FFF2-40B4-BE49-F238E27FC236}">
                      <a16:creationId xmlns:a16="http://schemas.microsoft.com/office/drawing/2014/main" id="{06E73812-FF0B-CECA-0AE9-B53B6F999426}"/>
                    </a:ext>
                  </a:extLst>
                </p:cNvPr>
                <p:cNvPicPr/>
                <p:nvPr/>
              </p:nvPicPr>
              <p:blipFill>
                <a:blip r:embed="rId312"/>
                <a:stretch>
                  <a:fillRect/>
                </a:stretch>
              </p:blipFill>
              <p:spPr>
                <a:xfrm>
                  <a:off x="7867917" y="473612"/>
                  <a:ext cx="3528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313">
              <p14:nvContentPartPr>
                <p14:cNvPr id="198" name="Ink 197">
                  <a:extLst>
                    <a:ext uri="{FF2B5EF4-FFF2-40B4-BE49-F238E27FC236}">
                      <a16:creationId xmlns:a16="http://schemas.microsoft.com/office/drawing/2014/main" id="{95B79D26-EC6A-9FA4-2F94-E284FC78FEEB}"/>
                    </a:ext>
                  </a:extLst>
                </p14:cNvPr>
                <p14:cNvContentPartPr/>
                <p14:nvPr/>
              </p14:nvContentPartPr>
              <p14:xfrm>
                <a:off x="7986357" y="362012"/>
                <a:ext cx="781560" cy="742320"/>
              </p14:xfrm>
            </p:contentPart>
          </mc:Choice>
          <mc:Fallback>
            <p:pic>
              <p:nvPicPr>
                <p:cNvPr id="198" name="Ink 197">
                  <a:extLst>
                    <a:ext uri="{FF2B5EF4-FFF2-40B4-BE49-F238E27FC236}">
                      <a16:creationId xmlns:a16="http://schemas.microsoft.com/office/drawing/2014/main" id="{95B79D26-EC6A-9FA4-2F94-E284FC78FEEB}"/>
                    </a:ext>
                  </a:extLst>
                </p:cNvPr>
                <p:cNvPicPr/>
                <p:nvPr/>
              </p:nvPicPr>
              <p:blipFill>
                <a:blip r:embed="rId314"/>
                <a:stretch>
                  <a:fillRect/>
                </a:stretch>
              </p:blipFill>
              <p:spPr>
                <a:xfrm>
                  <a:off x="7977357" y="353372"/>
                  <a:ext cx="799200" cy="759960"/>
                </a:xfrm>
                <a:prstGeom prst="rect">
                  <a:avLst/>
                </a:prstGeom>
              </p:spPr>
            </p:pic>
          </mc:Fallback>
        </mc:AlternateContent>
        <mc:AlternateContent xmlns:mc="http://schemas.openxmlformats.org/markup-compatibility/2006">
          <mc:Choice xmlns:p14="http://schemas.microsoft.com/office/powerpoint/2010/main" Requires="p14">
            <p:contentPart p14:bwMode="auto" r:id="rId315">
              <p14:nvContentPartPr>
                <p14:cNvPr id="199" name="Ink 198">
                  <a:extLst>
                    <a:ext uri="{FF2B5EF4-FFF2-40B4-BE49-F238E27FC236}">
                      <a16:creationId xmlns:a16="http://schemas.microsoft.com/office/drawing/2014/main" id="{E4C38408-8458-452D-2E03-FF4EC3C70D25}"/>
                    </a:ext>
                  </a:extLst>
                </p14:cNvPr>
                <p14:cNvContentPartPr/>
                <p14:nvPr/>
              </p14:nvContentPartPr>
              <p14:xfrm>
                <a:off x="5769117" y="1764212"/>
                <a:ext cx="297360" cy="173160"/>
              </p14:xfrm>
            </p:contentPart>
          </mc:Choice>
          <mc:Fallback>
            <p:pic>
              <p:nvPicPr>
                <p:cNvPr id="199" name="Ink 198">
                  <a:extLst>
                    <a:ext uri="{FF2B5EF4-FFF2-40B4-BE49-F238E27FC236}">
                      <a16:creationId xmlns:a16="http://schemas.microsoft.com/office/drawing/2014/main" id="{E4C38408-8458-452D-2E03-FF4EC3C70D25}"/>
                    </a:ext>
                  </a:extLst>
                </p:cNvPr>
                <p:cNvPicPr/>
                <p:nvPr/>
              </p:nvPicPr>
              <p:blipFill>
                <a:blip r:embed="rId316"/>
                <a:stretch>
                  <a:fillRect/>
                </a:stretch>
              </p:blipFill>
              <p:spPr>
                <a:xfrm>
                  <a:off x="5760117" y="1755212"/>
                  <a:ext cx="315000" cy="190800"/>
                </a:xfrm>
                <a:prstGeom prst="rect">
                  <a:avLst/>
                </a:prstGeom>
              </p:spPr>
            </p:pic>
          </mc:Fallback>
        </mc:AlternateContent>
      </p:grpSp>
    </p:spTree>
    <p:extLst>
      <p:ext uri="{BB962C8B-B14F-4D97-AF65-F5344CB8AC3E}">
        <p14:creationId xmlns:p14="http://schemas.microsoft.com/office/powerpoint/2010/main" val="3476015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mc:AlternateContent xmlns:mc="http://schemas.openxmlformats.org/markup-compatibility/2006">
        <mc:Choice xmlns:p14="http://schemas.microsoft.com/office/powerpoint/2010/main" Requires="p14">
          <p:contentPart p14:bwMode="auto" r:id="rId2">
            <p14:nvContentPartPr>
              <p14:cNvPr id="25" name="Ink 24">
                <a:extLst>
                  <a:ext uri="{FF2B5EF4-FFF2-40B4-BE49-F238E27FC236}">
                    <a16:creationId xmlns:a16="http://schemas.microsoft.com/office/drawing/2014/main" id="{BB301705-F878-ABA0-B5CC-6033FA38FB2B}"/>
                  </a:ext>
                </a:extLst>
              </p14:cNvPr>
              <p14:cNvContentPartPr/>
              <p14:nvPr/>
            </p14:nvContentPartPr>
            <p14:xfrm>
              <a:off x="500040" y="1437840"/>
              <a:ext cx="9979920" cy="2433240"/>
            </p14:xfrm>
          </p:contentPart>
        </mc:Choice>
        <mc:Fallback>
          <p:pic>
            <p:nvPicPr>
              <p:cNvPr id="25" name="Ink 24">
                <a:extLst>
                  <a:ext uri="{FF2B5EF4-FFF2-40B4-BE49-F238E27FC236}">
                    <a16:creationId xmlns:a16="http://schemas.microsoft.com/office/drawing/2014/main" id="{BB301705-F878-ABA0-B5CC-6033FA38FB2B}"/>
                  </a:ext>
                </a:extLst>
              </p:cNvPr>
              <p:cNvPicPr/>
              <p:nvPr/>
            </p:nvPicPr>
            <p:blipFill>
              <a:blip r:embed="rId3"/>
              <a:stretch>
                <a:fillRect/>
              </a:stretch>
            </p:blipFill>
            <p:spPr>
              <a:xfrm>
                <a:off x="490680" y="1428480"/>
                <a:ext cx="9998640" cy="2451960"/>
              </a:xfrm>
              <a:prstGeom prst="rect">
                <a:avLst/>
              </a:prstGeom>
            </p:spPr>
          </p:pic>
        </mc:Fallback>
      </mc:AlternateContent>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34D36-31BF-2ECB-EB78-9799DB170824}"/>
              </a:ext>
            </a:extLst>
          </p:cNvPr>
          <p:cNvSpPr>
            <a:spLocks noGrp="1"/>
          </p:cNvSpPr>
          <p:nvPr>
            <p:ph type="title"/>
          </p:nvPr>
        </p:nvSpPr>
        <p:spPr/>
        <p:txBody>
          <a:bodyPr/>
          <a:lstStyle/>
          <a:p>
            <a:r>
              <a:rPr lang="en-IN" dirty="0"/>
              <a:t>Java Script</a:t>
            </a:r>
          </a:p>
        </p:txBody>
      </p:sp>
      <p:sp>
        <p:nvSpPr>
          <p:cNvPr id="3" name="TextBox 2">
            <a:extLst>
              <a:ext uri="{FF2B5EF4-FFF2-40B4-BE49-F238E27FC236}">
                <a16:creationId xmlns:a16="http://schemas.microsoft.com/office/drawing/2014/main" id="{151B8ED7-4997-1A78-1CA8-8F53F8E527C5}"/>
              </a:ext>
            </a:extLst>
          </p:cNvPr>
          <p:cNvSpPr txBox="1"/>
          <p:nvPr/>
        </p:nvSpPr>
        <p:spPr>
          <a:xfrm>
            <a:off x="189756" y="784925"/>
            <a:ext cx="11809313" cy="3477875"/>
          </a:xfrm>
          <a:prstGeom prst="rect">
            <a:avLst/>
          </a:prstGeom>
          <a:noFill/>
        </p:spPr>
        <p:txBody>
          <a:bodyPr wrap="square" rtlCol="0">
            <a:spAutoFit/>
          </a:bodyPr>
          <a:lstStyle/>
          <a:p>
            <a:pPr marL="342900" indent="-342900">
              <a:buFont typeface="Arial" panose="020B0604020202020204" pitchFamily="34" charset="0"/>
              <a:buChar char="•"/>
            </a:pPr>
            <a:r>
              <a:rPr lang="en-IN" sz="2000" dirty="0">
                <a:solidFill>
                  <a:srgbClr val="FFFF00"/>
                </a:solidFill>
              </a:rPr>
              <a:t>JS is a case-sensitive programming language e.g. </a:t>
            </a:r>
            <a:r>
              <a:rPr lang="en-IN" sz="2000" dirty="0" err="1">
                <a:solidFill>
                  <a:srgbClr val="FFFF00"/>
                </a:solidFill>
              </a:rPr>
              <a:t>iloveindia</a:t>
            </a:r>
            <a:r>
              <a:rPr lang="en-IN" sz="2000" dirty="0">
                <a:solidFill>
                  <a:srgbClr val="FFFF00"/>
                </a:solidFill>
              </a:rPr>
              <a:t> is different from </a:t>
            </a:r>
            <a:r>
              <a:rPr lang="en-IN" sz="2000" dirty="0" err="1">
                <a:solidFill>
                  <a:srgbClr val="FFFF00"/>
                </a:solidFill>
              </a:rPr>
              <a:t>iLoveIndia</a:t>
            </a:r>
            <a:endParaRPr lang="en-IN" sz="2000" dirty="0">
              <a:solidFill>
                <a:srgbClr val="FFFF00"/>
              </a:solidFill>
            </a:endParaRPr>
          </a:p>
          <a:p>
            <a:pPr marL="342900" indent="-342900">
              <a:buFont typeface="Arial" panose="020B0604020202020204" pitchFamily="34" charset="0"/>
              <a:buChar char="•"/>
            </a:pPr>
            <a:r>
              <a:rPr lang="en-IN" sz="2000" dirty="0">
                <a:solidFill>
                  <a:srgbClr val="FFFF00"/>
                </a:solidFill>
              </a:rPr>
              <a:t>Every statement in JS ends with Semi-colon</a:t>
            </a:r>
          </a:p>
          <a:p>
            <a:pPr marL="342900" indent="-342900">
              <a:buFont typeface="Arial" panose="020B0604020202020204" pitchFamily="34" charset="0"/>
              <a:buChar char="•"/>
            </a:pPr>
            <a:r>
              <a:rPr lang="en-IN" sz="2000" dirty="0">
                <a:solidFill>
                  <a:srgbClr val="FFFF00"/>
                </a:solidFill>
              </a:rPr>
              <a:t>When we create a variable or function, we follow camel-case naming convention.</a:t>
            </a:r>
          </a:p>
          <a:p>
            <a:r>
              <a:rPr lang="en-IN" sz="2000" dirty="0" err="1">
                <a:solidFill>
                  <a:srgbClr val="FFFF00"/>
                </a:solidFill>
              </a:rPr>
              <a:t>Iloveindia</a:t>
            </a:r>
            <a:r>
              <a:rPr lang="en-IN" sz="2000" dirty="0">
                <a:solidFill>
                  <a:srgbClr val="FFFF00"/>
                </a:solidFill>
              </a:rPr>
              <a:t> </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iLoveIndia</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wearelearningJS</a:t>
            </a:r>
            <a:r>
              <a:rPr lang="en-IN" sz="2000" dirty="0">
                <a:solidFill>
                  <a:srgbClr val="FFFF00"/>
                </a:solidFill>
                <a:sym typeface="Wingdings" panose="05000000000000000000" pitchFamily="2" charset="2"/>
              </a:rPr>
              <a:t>  </a:t>
            </a:r>
            <a:r>
              <a:rPr lang="en-IN" sz="2000" dirty="0" err="1">
                <a:solidFill>
                  <a:srgbClr val="FFFF00"/>
                </a:solidFill>
                <a:sym typeface="Wingdings" panose="05000000000000000000" pitchFamily="2" charset="2"/>
              </a:rPr>
              <a:t>weAreLearningJS</a:t>
            </a:r>
            <a:endParaRPr lang="en-IN" sz="2000" dirty="0">
              <a:solidFill>
                <a:srgbClr val="FFFF00"/>
              </a:solidFill>
              <a:sym typeface="Wingdings" panose="05000000000000000000" pitchFamily="2" charset="2"/>
            </a:endParaRPr>
          </a:p>
          <a:p>
            <a:pPr marL="342900" indent="-342900">
              <a:buFont typeface="Arial" panose="020B0604020202020204" pitchFamily="34" charset="0"/>
              <a:buChar char="•"/>
            </a:pPr>
            <a:r>
              <a:rPr lang="en-IN" sz="2000" dirty="0">
                <a:solidFill>
                  <a:srgbClr val="FFFF00"/>
                </a:solidFill>
                <a:sym typeface="Wingdings" panose="05000000000000000000" pitchFamily="2" charset="2"/>
              </a:rPr>
              <a:t>If you create a variable and do not assign a value to it, it becomes NULL, any operation with NULL becomes NULL</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When we create variables, we don’t need to assign data types, based on the value, the data type will be assigned automatically.</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The = is an assignment operator and ==, === are comparison operator  IF(a===b)</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Java Script is a </a:t>
            </a:r>
            <a:r>
              <a:rPr lang="en-IN" sz="2000" u="sng" dirty="0">
                <a:solidFill>
                  <a:srgbClr val="FFFF00"/>
                </a:solidFill>
                <a:sym typeface="Wingdings" panose="05000000000000000000" pitchFamily="2" charset="2"/>
              </a:rPr>
              <a:t>Asynchronous Non Blocking IO </a:t>
            </a:r>
            <a:r>
              <a:rPr lang="en-IN" sz="2000" dirty="0">
                <a:solidFill>
                  <a:srgbClr val="FFFF00"/>
                </a:solidFill>
                <a:sym typeface="Wingdings" panose="05000000000000000000" pitchFamily="2" charset="2"/>
              </a:rPr>
              <a:t>programming language</a:t>
            </a:r>
          </a:p>
          <a:p>
            <a:pPr marL="342900" indent="-342900">
              <a:buFont typeface="Arial" panose="020B0604020202020204" pitchFamily="34" charset="0"/>
              <a:buChar char="•"/>
            </a:pPr>
            <a:endParaRPr lang="en-IN" sz="2000" dirty="0">
              <a:solidFill>
                <a:srgbClr val="FFFF00"/>
              </a:solidFill>
            </a:endParaRP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20BBAA44-59FC-661D-D361-F39D06E75F47}"/>
                  </a:ext>
                </a:extLst>
              </p14:cNvPr>
              <p14:cNvContentPartPr/>
              <p14:nvPr/>
            </p14:nvContentPartPr>
            <p14:xfrm>
              <a:off x="243000" y="361800"/>
              <a:ext cx="11674800" cy="3852000"/>
            </p14:xfrm>
          </p:contentPart>
        </mc:Choice>
        <mc:Fallback>
          <p:pic>
            <p:nvPicPr>
              <p:cNvPr id="4" name="Ink 3">
                <a:extLst>
                  <a:ext uri="{FF2B5EF4-FFF2-40B4-BE49-F238E27FC236}">
                    <a16:creationId xmlns:a16="http://schemas.microsoft.com/office/drawing/2014/main" id="{20BBAA44-59FC-661D-D361-F39D06E75F47}"/>
                  </a:ext>
                </a:extLst>
              </p:cNvPr>
              <p:cNvPicPr/>
              <p:nvPr/>
            </p:nvPicPr>
            <p:blipFill>
              <a:blip r:embed="rId3"/>
              <a:stretch>
                <a:fillRect/>
              </a:stretch>
            </p:blipFill>
            <p:spPr>
              <a:xfrm>
                <a:off x="233640" y="352440"/>
                <a:ext cx="11693520" cy="3870720"/>
              </a:xfrm>
              <a:prstGeom prst="rect">
                <a:avLst/>
              </a:prstGeom>
            </p:spPr>
          </p:pic>
        </mc:Fallback>
      </mc:AlternateContent>
    </p:spTree>
    <p:extLst>
      <p:ext uri="{BB962C8B-B14F-4D97-AF65-F5344CB8AC3E}">
        <p14:creationId xmlns:p14="http://schemas.microsoft.com/office/powerpoint/2010/main" val="419470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256EF-8058-9348-D163-F9CF8D8E55B6}"/>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1F25AA40-EABB-2E21-9646-99394B3CFEA6}"/>
              </a:ext>
            </a:extLst>
          </p:cNvPr>
          <p:cNvSpPr/>
          <p:nvPr/>
        </p:nvSpPr>
        <p:spPr>
          <a:xfrm>
            <a:off x="765820" y="1124744"/>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Scalar Variables</a:t>
            </a:r>
          </a:p>
        </p:txBody>
      </p:sp>
      <p:sp>
        <p:nvSpPr>
          <p:cNvPr id="4" name="Rectangle 3">
            <a:extLst>
              <a:ext uri="{FF2B5EF4-FFF2-40B4-BE49-F238E27FC236}">
                <a16:creationId xmlns:a16="http://schemas.microsoft.com/office/drawing/2014/main" id="{E0867525-E43F-E549-F2C3-4B70A9760A10}"/>
              </a:ext>
            </a:extLst>
          </p:cNvPr>
          <p:cNvSpPr/>
          <p:nvPr/>
        </p:nvSpPr>
        <p:spPr>
          <a:xfrm>
            <a:off x="494228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Array</a:t>
            </a:r>
          </a:p>
        </p:txBody>
      </p:sp>
      <p:sp>
        <p:nvSpPr>
          <p:cNvPr id="5" name="Rectangle 4">
            <a:extLst>
              <a:ext uri="{FF2B5EF4-FFF2-40B4-BE49-F238E27FC236}">
                <a16:creationId xmlns:a16="http://schemas.microsoft.com/office/drawing/2014/main" id="{B028E0A2-58FF-DF31-76A3-A64FD7942A7F}"/>
              </a:ext>
            </a:extLst>
          </p:cNvPr>
          <p:cNvSpPr/>
          <p:nvPr/>
        </p:nvSpPr>
        <p:spPr>
          <a:xfrm>
            <a:off x="890272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Objects</a:t>
            </a:r>
          </a:p>
        </p:txBody>
      </p:sp>
      <mc:AlternateContent xmlns:mc="http://schemas.openxmlformats.org/markup-compatibility/2006" xmlns:p14="http://schemas.microsoft.com/office/powerpoint/2010/main">
        <mc:Choice Requires="p14">
          <p:contentPart p14:bwMode="auto" r:id="rId2">
            <p14:nvContentPartPr>
              <p14:cNvPr id="234" name="Ink 233">
                <a:extLst>
                  <a:ext uri="{FF2B5EF4-FFF2-40B4-BE49-F238E27FC236}">
                    <a16:creationId xmlns:a16="http://schemas.microsoft.com/office/drawing/2014/main" id="{A55BC179-4D92-3BBA-CC6E-C96054380151}"/>
                  </a:ext>
                </a:extLst>
              </p14:cNvPr>
              <p14:cNvContentPartPr/>
              <p14:nvPr/>
            </p14:nvContentPartPr>
            <p14:xfrm>
              <a:off x="4529325" y="992830"/>
              <a:ext cx="360" cy="360"/>
            </p14:xfrm>
          </p:contentPart>
        </mc:Choice>
        <mc:Fallback xmlns="">
          <p:pic>
            <p:nvPicPr>
              <p:cNvPr id="234" name="Ink 233">
                <a:extLst>
                  <a:ext uri="{FF2B5EF4-FFF2-40B4-BE49-F238E27FC236}">
                    <a16:creationId xmlns:a16="http://schemas.microsoft.com/office/drawing/2014/main" id="{A55BC179-4D92-3BBA-CC6E-C96054380151}"/>
                  </a:ext>
                </a:extLst>
              </p:cNvPr>
              <p:cNvPicPr/>
              <p:nvPr/>
            </p:nvPicPr>
            <p:blipFill>
              <a:blip r:embed="rId3"/>
              <a:stretch>
                <a:fillRect/>
              </a:stretch>
            </p:blipFill>
            <p:spPr>
              <a:xfrm>
                <a:off x="4520685" y="984190"/>
                <a:ext cx="18000" cy="18000"/>
              </a:xfrm>
              <a:prstGeom prst="rect">
                <a:avLst/>
              </a:prstGeom>
            </p:spPr>
          </p:pic>
        </mc:Fallback>
      </mc:AlternateContent>
    </p:spTree>
    <p:extLst>
      <p:ext uri="{BB962C8B-B14F-4D97-AF65-F5344CB8AC3E}">
        <p14:creationId xmlns:p14="http://schemas.microsoft.com/office/powerpoint/2010/main" val="12468190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Variables in JS</a:t>
            </a:r>
          </a:p>
        </p:txBody>
      </p:sp>
    </p:spTree>
    <p:extLst>
      <p:ext uri="{BB962C8B-B14F-4D97-AF65-F5344CB8AC3E}">
        <p14:creationId xmlns:p14="http://schemas.microsoft.com/office/powerpoint/2010/main" val="3760491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1</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7055</TotalTime>
  <Words>1017</Words>
  <Application>Microsoft Office PowerPoint</Application>
  <PresentationFormat>Custom</PresentationFormat>
  <Paragraphs>130</Paragraphs>
  <Slides>23</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23</vt:i4>
      </vt:variant>
    </vt:vector>
  </HeadingPairs>
  <TitlesOfParts>
    <vt:vector size="33" baseType="lpstr">
      <vt:lpstr>Amasis MT Pro Black</vt:lpstr>
      <vt:lpstr>Arial</vt:lpstr>
      <vt:lpstr>Arial Black</vt:lpstr>
      <vt:lpstr>Arial-ItalicMT</vt:lpstr>
      <vt:lpstr>Calibri</vt:lpstr>
      <vt:lpstr>Cooper Black</vt:lpstr>
      <vt:lpstr>Segoe UI</vt:lpstr>
      <vt:lpstr>Segoe UI Light</vt:lpstr>
      <vt:lpstr>Wingdings</vt:lpstr>
      <vt:lpstr>Office Theme</vt:lpstr>
      <vt:lpstr>SAP BTP Extension Suite Training</vt:lpstr>
      <vt:lpstr>PowerPoint Presentation</vt:lpstr>
      <vt:lpstr>PowerPoint Presentation</vt:lpstr>
      <vt:lpstr>Agenda</vt:lpstr>
      <vt:lpstr>Tools to Setup</vt:lpstr>
      <vt:lpstr>Create First Hello World App and Deploy</vt:lpstr>
      <vt:lpstr>Under the hood</vt:lpstr>
      <vt:lpstr>Micro Service Architecture</vt:lpstr>
      <vt:lpstr>Advantage of Microservices</vt:lpstr>
      <vt:lpstr>PowerPoint Presentation</vt:lpstr>
      <vt:lpstr>PowerPoint Presentation</vt:lpstr>
      <vt:lpstr>Uber</vt:lpstr>
      <vt:lpstr>Scaling</vt:lpstr>
      <vt:lpstr>What is Node JS</vt:lpstr>
      <vt:lpstr>Java Script</vt:lpstr>
      <vt:lpstr>Variables</vt:lpstr>
      <vt:lpstr>NPM – Node Package manager</vt:lpstr>
      <vt:lpstr>Hands on: Node JS</vt:lpstr>
      <vt:lpstr>Variables in JS</vt:lpstr>
      <vt:lpstr>Asynchronous Non Blocking IO</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162</cp:revision>
  <dcterms:created xsi:type="dcterms:W3CDTF">2013-09-12T13:05:01Z</dcterms:created>
  <dcterms:modified xsi:type="dcterms:W3CDTF">2026-01-26T10:31:59Z</dcterms:modified>
</cp:coreProperties>
</file>
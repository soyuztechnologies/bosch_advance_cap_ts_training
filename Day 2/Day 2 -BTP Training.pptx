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ink/ink1.xml" ContentType="application/inkml+xml"/>
  <Override PartName="/ppt/ink/ink2.xml" ContentType="application/inkml+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76" r:id="rId2"/>
    <p:sldId id="4122" r:id="rId3"/>
    <p:sldId id="278" r:id="rId4"/>
    <p:sldId id="277" r:id="rId5"/>
    <p:sldId id="4723" r:id="rId6"/>
    <p:sldId id="4784" r:id="rId7"/>
    <p:sldId id="4726" r:id="rId8"/>
    <p:sldId id="4727" r:id="rId9"/>
    <p:sldId id="4728" r:id="rId10"/>
    <p:sldId id="4729" r:id="rId11"/>
    <p:sldId id="4730" r:id="rId12"/>
    <p:sldId id="4778" r:id="rId13"/>
    <p:sldId id="4781" r:id="rId14"/>
    <p:sldId id="4755" r:id="rId15"/>
    <p:sldId id="4777" r:id="rId16"/>
    <p:sldId id="4774" r:id="rId17"/>
    <p:sldId id="4756" r:id="rId18"/>
    <p:sldId id="4757" r:id="rId19"/>
    <p:sldId id="4753" r:id="rId20"/>
    <p:sldId id="4754" r:id="rId21"/>
    <p:sldId id="282" r:id="rId22"/>
    <p:sldId id="280" r:id="rId23"/>
    <p:sldId id="4711" r:id="rId24"/>
  </p:sldIdLst>
  <p:sldSz cx="12188825" cy="6858000"/>
  <p:notesSz cx="6858000" cy="9144000"/>
  <p:defaultText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74D92"/>
    <a:srgbClr val="E8E8E8"/>
    <a:srgbClr val="E0E0E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763" autoAdjust="0"/>
    <p:restoredTop sz="95250" autoAdjust="0"/>
  </p:normalViewPr>
  <p:slideViewPr>
    <p:cSldViewPr>
      <p:cViewPr varScale="1">
        <p:scale>
          <a:sx n="105" d="100"/>
          <a:sy n="105" d="100"/>
        </p:scale>
        <p:origin x="480" y="64"/>
      </p:cViewPr>
      <p:guideLst>
        <p:guide orient="horz" pos="2160"/>
        <p:guide pos="3839"/>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26T09:37:20.104"/>
    </inkml:context>
    <inkml:brush xml:id="br0">
      <inkml:brushProperty name="width" value="0.05" units="cm"/>
      <inkml:brushProperty name="height" value="0.05" units="cm"/>
      <inkml:brushProperty name="color" value="#FFFFFF"/>
    </inkml:brush>
  </inkml:definitions>
  <inkml:trace contextRef="#ctx0" brushRef="#br0">1 0 24575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4-04-16T09:27:36.752"/>
    </inkml:context>
    <inkml:brush xml:id="br0">
      <inkml:brushProperty name="width" value="0.05" units="cm"/>
      <inkml:brushProperty name="height" value="0.05" units="cm"/>
      <inkml:brushProperty name="color" value="#FFC114"/>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AB488F7-1FAC-40D2-BB7E-BA3CE28D8950}" type="datetimeFigureOut">
              <a:rPr lang="en-US" smtClean="0"/>
              <a:pPr/>
              <a:t>6/16/2026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CA2D21D1-52E2-420B-B491-CFF6D7BB79FB}" type="slidenum">
              <a:rPr lang="en-US" smtClean="0"/>
              <a:pPr/>
              <a:t>‹#›</a:t>
            </a:fld>
            <a:endParaRPr lang="en-US"/>
          </a:p>
        </p:txBody>
      </p:sp>
    </p:spTree>
    <p:extLst>
      <p:ext uri="{BB962C8B-B14F-4D97-AF65-F5344CB8AC3E}">
        <p14:creationId xmlns:p14="http://schemas.microsoft.com/office/powerpoint/2010/main" val="2239478695"/>
      </p:ext>
    </p:extLst>
  </p:cSld>
  <p:clrMap bg1="lt1" tx1="dk1" bg2="lt2" tx2="dk2" accent1="accent1" accent2="accent2" accent3="accent3" accent4="accent4" accent5="accent5" accent6="accent6" hlink="hlink" folHlink="folHlink"/>
  <p:notesStyle>
    <a:lvl1pPr marL="0" algn="l" defTabSz="1218987" rtl="0" eaLnBrk="1" latinLnBrk="0" hangingPunct="1">
      <a:defRPr sz="1600" kern="1200">
        <a:solidFill>
          <a:schemeClr val="tx1"/>
        </a:solidFill>
        <a:latin typeface="+mn-lt"/>
        <a:ea typeface="+mn-ea"/>
        <a:cs typeface="+mn-cs"/>
      </a:defRPr>
    </a:lvl1pPr>
    <a:lvl2pPr marL="609493" algn="l" defTabSz="1218987" rtl="0" eaLnBrk="1" latinLnBrk="0" hangingPunct="1">
      <a:defRPr sz="1600" kern="1200">
        <a:solidFill>
          <a:schemeClr val="tx1"/>
        </a:solidFill>
        <a:latin typeface="+mn-lt"/>
        <a:ea typeface="+mn-ea"/>
        <a:cs typeface="+mn-cs"/>
      </a:defRPr>
    </a:lvl2pPr>
    <a:lvl3pPr marL="1218987" algn="l" defTabSz="1218987" rtl="0" eaLnBrk="1" latinLnBrk="0" hangingPunct="1">
      <a:defRPr sz="1600" kern="1200">
        <a:solidFill>
          <a:schemeClr val="tx1"/>
        </a:solidFill>
        <a:latin typeface="+mn-lt"/>
        <a:ea typeface="+mn-ea"/>
        <a:cs typeface="+mn-cs"/>
      </a:defRPr>
    </a:lvl3pPr>
    <a:lvl4pPr marL="1828480" algn="l" defTabSz="1218987" rtl="0" eaLnBrk="1" latinLnBrk="0" hangingPunct="1">
      <a:defRPr sz="1600" kern="1200">
        <a:solidFill>
          <a:schemeClr val="tx1"/>
        </a:solidFill>
        <a:latin typeface="+mn-lt"/>
        <a:ea typeface="+mn-ea"/>
        <a:cs typeface="+mn-cs"/>
      </a:defRPr>
    </a:lvl4pPr>
    <a:lvl5pPr marL="2437973" algn="l" defTabSz="1218987" rtl="0" eaLnBrk="1" latinLnBrk="0" hangingPunct="1">
      <a:defRPr sz="1600" kern="1200">
        <a:solidFill>
          <a:schemeClr val="tx1"/>
        </a:solidFill>
        <a:latin typeface="+mn-lt"/>
        <a:ea typeface="+mn-ea"/>
        <a:cs typeface="+mn-cs"/>
      </a:defRPr>
    </a:lvl5pPr>
    <a:lvl6pPr marL="3047467" algn="l" defTabSz="1218987" rtl="0" eaLnBrk="1" latinLnBrk="0" hangingPunct="1">
      <a:defRPr sz="1600" kern="1200">
        <a:solidFill>
          <a:schemeClr val="tx1"/>
        </a:solidFill>
        <a:latin typeface="+mn-lt"/>
        <a:ea typeface="+mn-ea"/>
        <a:cs typeface="+mn-cs"/>
      </a:defRPr>
    </a:lvl6pPr>
    <a:lvl7pPr marL="3656960" algn="l" defTabSz="1218987" rtl="0" eaLnBrk="1" latinLnBrk="0" hangingPunct="1">
      <a:defRPr sz="1600" kern="1200">
        <a:solidFill>
          <a:schemeClr val="tx1"/>
        </a:solidFill>
        <a:latin typeface="+mn-lt"/>
        <a:ea typeface="+mn-ea"/>
        <a:cs typeface="+mn-cs"/>
      </a:defRPr>
    </a:lvl7pPr>
    <a:lvl8pPr marL="4266453" algn="l" defTabSz="1218987" rtl="0" eaLnBrk="1" latinLnBrk="0" hangingPunct="1">
      <a:defRPr sz="1600" kern="1200">
        <a:solidFill>
          <a:schemeClr val="tx1"/>
        </a:solidFill>
        <a:latin typeface="+mn-lt"/>
        <a:ea typeface="+mn-ea"/>
        <a:cs typeface="+mn-cs"/>
      </a:defRPr>
    </a:lvl8pPr>
    <a:lvl9pPr marL="4875947" algn="l" defTabSz="1218987"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https://pixabay.com/photos/architecture-building-amsterdam-1448221/</a:t>
            </a:r>
          </a:p>
        </p:txBody>
      </p:sp>
      <p:sp>
        <p:nvSpPr>
          <p:cNvPr id="4" name="Slide Number Placeholder 3"/>
          <p:cNvSpPr>
            <a:spLocks noGrp="1"/>
          </p:cNvSpPr>
          <p:nvPr>
            <p:ph type="sldNum" sz="quarter" idx="5"/>
          </p:nvPr>
        </p:nvSpPr>
        <p:spPr/>
        <p:txBody>
          <a:bodyPr/>
          <a:lstStyle/>
          <a:p>
            <a:fld id="{CA2D21D1-52E2-420B-B491-CFF6D7BB79FB}" type="slidenum">
              <a:rPr lang="en-US" smtClean="0"/>
              <a:pPr/>
              <a:t>3</a:t>
            </a:fld>
            <a:endParaRPr lang="en-US"/>
          </a:p>
        </p:txBody>
      </p:sp>
    </p:spTree>
    <p:extLst>
      <p:ext uri="{BB962C8B-B14F-4D97-AF65-F5344CB8AC3E}">
        <p14:creationId xmlns:p14="http://schemas.microsoft.com/office/powerpoint/2010/main" val="40144999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fld id="{66B8D726-D0BC-B240-A677-46F99704B744}" type="slidenum">
              <a:rPr lang="en-US" smtClean="0"/>
              <a:pPr/>
              <a:t>23</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1_Title Slide">
    <p:bg>
      <p:bgPr>
        <a:solidFill>
          <a:schemeClr val="accent1"/>
        </a:solidFill>
        <a:effectLst/>
      </p:bgPr>
    </p:bg>
    <p:spTree>
      <p:nvGrpSpPr>
        <p:cNvPr id="1" name=""/>
        <p:cNvGrpSpPr/>
        <p:nvPr/>
      </p:nvGrpSpPr>
      <p:grpSpPr>
        <a:xfrm>
          <a:off x="0" y="0"/>
          <a:ext cx="0" cy="0"/>
          <a:chOff x="0" y="0"/>
          <a:chExt cx="0" cy="0"/>
        </a:xfrm>
      </p:grpSpPr>
      <p:grpSp>
        <p:nvGrpSpPr>
          <p:cNvPr id="523" name="Group 522">
            <a:extLst>
              <a:ext uri="{FF2B5EF4-FFF2-40B4-BE49-F238E27FC236}">
                <a16:creationId xmlns:a16="http://schemas.microsoft.com/office/drawing/2014/main" id="{2DB38A0F-0598-4BC1-A4B5-6E4C7D1AE1FD}"/>
              </a:ext>
            </a:extLst>
          </p:cNvPr>
          <p:cNvGrpSpPr/>
          <p:nvPr userDrawn="1"/>
        </p:nvGrpSpPr>
        <p:grpSpPr>
          <a:xfrm>
            <a:off x="354110" y="326571"/>
            <a:ext cx="11480605" cy="6204858"/>
            <a:chOff x="354110" y="326571"/>
            <a:chExt cx="11480605" cy="6204858"/>
          </a:xfrm>
          <a:solidFill>
            <a:schemeClr val="accent1">
              <a:lumMod val="90000"/>
              <a:lumOff val="10000"/>
            </a:schemeClr>
          </a:solidFill>
        </p:grpSpPr>
        <p:sp>
          <p:nvSpPr>
            <p:cNvPr id="524" name="Rectangle 5">
              <a:extLst>
                <a:ext uri="{FF2B5EF4-FFF2-40B4-BE49-F238E27FC236}">
                  <a16:creationId xmlns:a16="http://schemas.microsoft.com/office/drawing/2014/main" id="{D0391FF9-0338-4933-99EA-0BC7224F463E}"/>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6">
              <a:extLst>
                <a:ext uri="{FF2B5EF4-FFF2-40B4-BE49-F238E27FC236}">
                  <a16:creationId xmlns:a16="http://schemas.microsoft.com/office/drawing/2014/main" id="{68848005-FF97-4886-AB70-BEAC78E6AF03}"/>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7">
              <a:extLst>
                <a:ext uri="{FF2B5EF4-FFF2-40B4-BE49-F238E27FC236}">
                  <a16:creationId xmlns:a16="http://schemas.microsoft.com/office/drawing/2014/main" id="{A371799C-C91D-4388-B84A-3FB8314160BB}"/>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8">
              <a:extLst>
                <a:ext uri="{FF2B5EF4-FFF2-40B4-BE49-F238E27FC236}">
                  <a16:creationId xmlns:a16="http://schemas.microsoft.com/office/drawing/2014/main" id="{C722B8FD-8C0E-4B48-8849-E0D3A2C9EC70}"/>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9">
              <a:extLst>
                <a:ext uri="{FF2B5EF4-FFF2-40B4-BE49-F238E27FC236}">
                  <a16:creationId xmlns:a16="http://schemas.microsoft.com/office/drawing/2014/main" id="{F690EF81-637B-45E9-B2E4-F6466D3CEA03}"/>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10">
              <a:extLst>
                <a:ext uri="{FF2B5EF4-FFF2-40B4-BE49-F238E27FC236}">
                  <a16:creationId xmlns:a16="http://schemas.microsoft.com/office/drawing/2014/main" id="{93D434AE-D8E1-4B73-97E9-104904735F90}"/>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11">
              <a:extLst>
                <a:ext uri="{FF2B5EF4-FFF2-40B4-BE49-F238E27FC236}">
                  <a16:creationId xmlns:a16="http://schemas.microsoft.com/office/drawing/2014/main" id="{38DB79DD-18E2-4E0B-8C6B-B3170D9E63C6}"/>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12">
              <a:extLst>
                <a:ext uri="{FF2B5EF4-FFF2-40B4-BE49-F238E27FC236}">
                  <a16:creationId xmlns:a16="http://schemas.microsoft.com/office/drawing/2014/main" id="{AA24A7B5-1047-4ED2-8394-1F64840CDD0E}"/>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13">
              <a:extLst>
                <a:ext uri="{FF2B5EF4-FFF2-40B4-BE49-F238E27FC236}">
                  <a16:creationId xmlns:a16="http://schemas.microsoft.com/office/drawing/2014/main" id="{1BF3D7A2-914A-406C-85FE-78F492E20546}"/>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14">
              <a:extLst>
                <a:ext uri="{FF2B5EF4-FFF2-40B4-BE49-F238E27FC236}">
                  <a16:creationId xmlns:a16="http://schemas.microsoft.com/office/drawing/2014/main" id="{EFE4A65D-7D8E-481F-9FD2-EC0C8574248C}"/>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15">
              <a:extLst>
                <a:ext uri="{FF2B5EF4-FFF2-40B4-BE49-F238E27FC236}">
                  <a16:creationId xmlns:a16="http://schemas.microsoft.com/office/drawing/2014/main" id="{6D829585-3C10-4E29-9D87-5A5437E00BCE}"/>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16">
              <a:extLst>
                <a:ext uri="{FF2B5EF4-FFF2-40B4-BE49-F238E27FC236}">
                  <a16:creationId xmlns:a16="http://schemas.microsoft.com/office/drawing/2014/main" id="{2B70A9B8-A62A-4C92-8175-AAC487F5F934}"/>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17">
              <a:extLst>
                <a:ext uri="{FF2B5EF4-FFF2-40B4-BE49-F238E27FC236}">
                  <a16:creationId xmlns:a16="http://schemas.microsoft.com/office/drawing/2014/main" id="{62925939-9955-4AB6-8B7B-2F98C58A94BA}"/>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18">
              <a:extLst>
                <a:ext uri="{FF2B5EF4-FFF2-40B4-BE49-F238E27FC236}">
                  <a16:creationId xmlns:a16="http://schemas.microsoft.com/office/drawing/2014/main" id="{658B8514-8D6B-4F5F-AE70-55B9F4C5056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19">
              <a:extLst>
                <a:ext uri="{FF2B5EF4-FFF2-40B4-BE49-F238E27FC236}">
                  <a16:creationId xmlns:a16="http://schemas.microsoft.com/office/drawing/2014/main" id="{D6780382-758A-41C1-83C0-EB51E004EF9A}"/>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0">
              <a:extLst>
                <a:ext uri="{FF2B5EF4-FFF2-40B4-BE49-F238E27FC236}">
                  <a16:creationId xmlns:a16="http://schemas.microsoft.com/office/drawing/2014/main" id="{9357623D-6D19-46DA-B792-E1A2F32F8F0F}"/>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1">
              <a:extLst>
                <a:ext uri="{FF2B5EF4-FFF2-40B4-BE49-F238E27FC236}">
                  <a16:creationId xmlns:a16="http://schemas.microsoft.com/office/drawing/2014/main" id="{2F00DFB8-11D0-4DF8-A3AD-197C3F3071B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2">
              <a:extLst>
                <a:ext uri="{FF2B5EF4-FFF2-40B4-BE49-F238E27FC236}">
                  <a16:creationId xmlns:a16="http://schemas.microsoft.com/office/drawing/2014/main" id="{57F57754-D964-4CFA-BC83-9AFD46DA5646}"/>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3">
              <a:extLst>
                <a:ext uri="{FF2B5EF4-FFF2-40B4-BE49-F238E27FC236}">
                  <a16:creationId xmlns:a16="http://schemas.microsoft.com/office/drawing/2014/main" id="{CAC9FBA4-D9FC-44DC-9CBC-4AA56F87E83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4">
              <a:extLst>
                <a:ext uri="{FF2B5EF4-FFF2-40B4-BE49-F238E27FC236}">
                  <a16:creationId xmlns:a16="http://schemas.microsoft.com/office/drawing/2014/main" id="{6B5BF42C-E1FB-4B04-8861-8F6834EC8B77}"/>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5">
              <a:extLst>
                <a:ext uri="{FF2B5EF4-FFF2-40B4-BE49-F238E27FC236}">
                  <a16:creationId xmlns:a16="http://schemas.microsoft.com/office/drawing/2014/main" id="{BECAB5D5-0B99-4F52-BDEC-9DEE44451ECA}"/>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6">
              <a:extLst>
                <a:ext uri="{FF2B5EF4-FFF2-40B4-BE49-F238E27FC236}">
                  <a16:creationId xmlns:a16="http://schemas.microsoft.com/office/drawing/2014/main" id="{7F2A058E-DD90-4B9A-BCA3-AAB1E8805F6B}"/>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7">
              <a:extLst>
                <a:ext uri="{FF2B5EF4-FFF2-40B4-BE49-F238E27FC236}">
                  <a16:creationId xmlns:a16="http://schemas.microsoft.com/office/drawing/2014/main" id="{5A511A58-4543-4023-AD40-17185DD316D9}"/>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
              <a:extLst>
                <a:ext uri="{FF2B5EF4-FFF2-40B4-BE49-F238E27FC236}">
                  <a16:creationId xmlns:a16="http://schemas.microsoft.com/office/drawing/2014/main" id="{4FB2F5FA-9E29-4BF4-A565-01F562351925}"/>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9">
              <a:extLst>
                <a:ext uri="{FF2B5EF4-FFF2-40B4-BE49-F238E27FC236}">
                  <a16:creationId xmlns:a16="http://schemas.microsoft.com/office/drawing/2014/main" id="{79033138-2B37-4A7A-BB10-95ED1BC4CE8D}"/>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30">
              <a:extLst>
                <a:ext uri="{FF2B5EF4-FFF2-40B4-BE49-F238E27FC236}">
                  <a16:creationId xmlns:a16="http://schemas.microsoft.com/office/drawing/2014/main" id="{79753DF4-5F75-4419-909E-7C6C912431E9}"/>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32">
              <a:extLst>
                <a:ext uri="{FF2B5EF4-FFF2-40B4-BE49-F238E27FC236}">
                  <a16:creationId xmlns:a16="http://schemas.microsoft.com/office/drawing/2014/main" id="{855DF40C-B6BB-4565-917B-0D68E9A99568}"/>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33">
              <a:extLst>
                <a:ext uri="{FF2B5EF4-FFF2-40B4-BE49-F238E27FC236}">
                  <a16:creationId xmlns:a16="http://schemas.microsoft.com/office/drawing/2014/main" id="{4A966D73-83CF-49BC-B17D-814D08E7082D}"/>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34">
              <a:extLst>
                <a:ext uri="{FF2B5EF4-FFF2-40B4-BE49-F238E27FC236}">
                  <a16:creationId xmlns:a16="http://schemas.microsoft.com/office/drawing/2014/main" id="{C4D3FEF6-5168-4033-87C1-4DE8C0B10D44}"/>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35">
              <a:extLst>
                <a:ext uri="{FF2B5EF4-FFF2-40B4-BE49-F238E27FC236}">
                  <a16:creationId xmlns:a16="http://schemas.microsoft.com/office/drawing/2014/main" id="{8196550C-9075-450D-8381-757B57ACFE83}"/>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36">
              <a:extLst>
                <a:ext uri="{FF2B5EF4-FFF2-40B4-BE49-F238E27FC236}">
                  <a16:creationId xmlns:a16="http://schemas.microsoft.com/office/drawing/2014/main" id="{9DDF2589-A917-47E1-86F2-E9E9D031133F}"/>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37">
              <a:extLst>
                <a:ext uri="{FF2B5EF4-FFF2-40B4-BE49-F238E27FC236}">
                  <a16:creationId xmlns:a16="http://schemas.microsoft.com/office/drawing/2014/main" id="{19AA832E-82CD-495F-9759-311D5CF3C627}"/>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38">
              <a:extLst>
                <a:ext uri="{FF2B5EF4-FFF2-40B4-BE49-F238E27FC236}">
                  <a16:creationId xmlns:a16="http://schemas.microsoft.com/office/drawing/2014/main" id="{E321B9D6-F4D4-4E72-B642-4A20A028DE61}"/>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39">
              <a:extLst>
                <a:ext uri="{FF2B5EF4-FFF2-40B4-BE49-F238E27FC236}">
                  <a16:creationId xmlns:a16="http://schemas.microsoft.com/office/drawing/2014/main" id="{67D8E47E-A97F-495B-9D93-E77F5D991824}"/>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40">
              <a:extLst>
                <a:ext uri="{FF2B5EF4-FFF2-40B4-BE49-F238E27FC236}">
                  <a16:creationId xmlns:a16="http://schemas.microsoft.com/office/drawing/2014/main" id="{A3102978-9FB6-414A-87A2-7447231B782C}"/>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41">
              <a:extLst>
                <a:ext uri="{FF2B5EF4-FFF2-40B4-BE49-F238E27FC236}">
                  <a16:creationId xmlns:a16="http://schemas.microsoft.com/office/drawing/2014/main" id="{52AB6645-416B-4B1A-BDD5-25D20B3DDFF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42">
              <a:extLst>
                <a:ext uri="{FF2B5EF4-FFF2-40B4-BE49-F238E27FC236}">
                  <a16:creationId xmlns:a16="http://schemas.microsoft.com/office/drawing/2014/main" id="{6FC3BBB2-F5AD-4180-9804-3EA9F90C269D}"/>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43">
              <a:extLst>
                <a:ext uri="{FF2B5EF4-FFF2-40B4-BE49-F238E27FC236}">
                  <a16:creationId xmlns:a16="http://schemas.microsoft.com/office/drawing/2014/main" id="{422DB3ED-2BEF-4ED1-BC1B-08CB86C00F99}"/>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44">
              <a:extLst>
                <a:ext uri="{FF2B5EF4-FFF2-40B4-BE49-F238E27FC236}">
                  <a16:creationId xmlns:a16="http://schemas.microsoft.com/office/drawing/2014/main" id="{98D97055-E2FD-4FF0-90DB-E94B1920C4D3}"/>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45">
              <a:extLst>
                <a:ext uri="{FF2B5EF4-FFF2-40B4-BE49-F238E27FC236}">
                  <a16:creationId xmlns:a16="http://schemas.microsoft.com/office/drawing/2014/main" id="{DE4F8DEE-2AD7-48B0-86FE-2FB6CF6E0CC7}"/>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46">
              <a:extLst>
                <a:ext uri="{FF2B5EF4-FFF2-40B4-BE49-F238E27FC236}">
                  <a16:creationId xmlns:a16="http://schemas.microsoft.com/office/drawing/2014/main" id="{ABD952AD-A59A-4124-AAA4-9E35E9D1DAAA}"/>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47">
              <a:extLst>
                <a:ext uri="{FF2B5EF4-FFF2-40B4-BE49-F238E27FC236}">
                  <a16:creationId xmlns:a16="http://schemas.microsoft.com/office/drawing/2014/main" id="{09F53A53-235E-4905-B7A1-4C2487531478}"/>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48">
              <a:extLst>
                <a:ext uri="{FF2B5EF4-FFF2-40B4-BE49-F238E27FC236}">
                  <a16:creationId xmlns:a16="http://schemas.microsoft.com/office/drawing/2014/main" id="{E7B8F62B-F26F-4F16-83DE-DE88E2AC27DD}"/>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49">
              <a:extLst>
                <a:ext uri="{FF2B5EF4-FFF2-40B4-BE49-F238E27FC236}">
                  <a16:creationId xmlns:a16="http://schemas.microsoft.com/office/drawing/2014/main" id="{5A3F2E03-9197-4D87-AEBD-53681C71A0C3}"/>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50">
              <a:extLst>
                <a:ext uri="{FF2B5EF4-FFF2-40B4-BE49-F238E27FC236}">
                  <a16:creationId xmlns:a16="http://schemas.microsoft.com/office/drawing/2014/main" id="{AC48136C-038A-4E15-A432-82CDA3580ED7}"/>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51">
              <a:extLst>
                <a:ext uri="{FF2B5EF4-FFF2-40B4-BE49-F238E27FC236}">
                  <a16:creationId xmlns:a16="http://schemas.microsoft.com/office/drawing/2014/main" id="{A03DB8D5-6A83-4A84-AB18-2030609589D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52">
              <a:extLst>
                <a:ext uri="{FF2B5EF4-FFF2-40B4-BE49-F238E27FC236}">
                  <a16:creationId xmlns:a16="http://schemas.microsoft.com/office/drawing/2014/main" id="{CB4B691A-151E-4AA1-86FD-1DF590C8AD29}"/>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53">
              <a:extLst>
                <a:ext uri="{FF2B5EF4-FFF2-40B4-BE49-F238E27FC236}">
                  <a16:creationId xmlns:a16="http://schemas.microsoft.com/office/drawing/2014/main" id="{8DE17CF6-249D-4F7B-83E2-FD452FE7770B}"/>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54">
              <a:extLst>
                <a:ext uri="{FF2B5EF4-FFF2-40B4-BE49-F238E27FC236}">
                  <a16:creationId xmlns:a16="http://schemas.microsoft.com/office/drawing/2014/main" id="{8AFBC693-95B4-46BF-8458-36EE0C80554E}"/>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55">
              <a:extLst>
                <a:ext uri="{FF2B5EF4-FFF2-40B4-BE49-F238E27FC236}">
                  <a16:creationId xmlns:a16="http://schemas.microsoft.com/office/drawing/2014/main" id="{1B7936E4-C86A-4ECF-9DAA-DD45C61C9B40}"/>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56">
              <a:extLst>
                <a:ext uri="{FF2B5EF4-FFF2-40B4-BE49-F238E27FC236}">
                  <a16:creationId xmlns:a16="http://schemas.microsoft.com/office/drawing/2014/main" id="{07B705CC-7C23-4703-BFCD-DEBFDF5A7E5B}"/>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57">
              <a:extLst>
                <a:ext uri="{FF2B5EF4-FFF2-40B4-BE49-F238E27FC236}">
                  <a16:creationId xmlns:a16="http://schemas.microsoft.com/office/drawing/2014/main" id="{021EAEDF-4795-47A7-9CDF-29BDE7EB4647}"/>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59">
              <a:extLst>
                <a:ext uri="{FF2B5EF4-FFF2-40B4-BE49-F238E27FC236}">
                  <a16:creationId xmlns:a16="http://schemas.microsoft.com/office/drawing/2014/main" id="{C8E25685-5F7D-4F4C-ABCD-4A625A28DA84}"/>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60">
              <a:extLst>
                <a:ext uri="{FF2B5EF4-FFF2-40B4-BE49-F238E27FC236}">
                  <a16:creationId xmlns:a16="http://schemas.microsoft.com/office/drawing/2014/main" id="{F86C1915-F185-4F6E-BC9A-70ED68733204}"/>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61">
              <a:extLst>
                <a:ext uri="{FF2B5EF4-FFF2-40B4-BE49-F238E27FC236}">
                  <a16:creationId xmlns:a16="http://schemas.microsoft.com/office/drawing/2014/main" id="{0A676732-8A69-4B25-9573-F6F90E1CBE82}"/>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62">
              <a:extLst>
                <a:ext uri="{FF2B5EF4-FFF2-40B4-BE49-F238E27FC236}">
                  <a16:creationId xmlns:a16="http://schemas.microsoft.com/office/drawing/2014/main" id="{D4F1F03D-E1AA-4194-B592-BA6FFEF4B89A}"/>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63">
              <a:extLst>
                <a:ext uri="{FF2B5EF4-FFF2-40B4-BE49-F238E27FC236}">
                  <a16:creationId xmlns:a16="http://schemas.microsoft.com/office/drawing/2014/main" id="{3E19A2DA-16F0-4B64-9855-639F78BF95B6}"/>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64">
              <a:extLst>
                <a:ext uri="{FF2B5EF4-FFF2-40B4-BE49-F238E27FC236}">
                  <a16:creationId xmlns:a16="http://schemas.microsoft.com/office/drawing/2014/main" id="{21AA4D67-978D-46FA-9138-C5EF347A093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65">
              <a:extLst>
                <a:ext uri="{FF2B5EF4-FFF2-40B4-BE49-F238E27FC236}">
                  <a16:creationId xmlns:a16="http://schemas.microsoft.com/office/drawing/2014/main" id="{DF7FABC9-0AE5-498D-9DCD-2D0A69DD494F}"/>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66">
              <a:extLst>
                <a:ext uri="{FF2B5EF4-FFF2-40B4-BE49-F238E27FC236}">
                  <a16:creationId xmlns:a16="http://schemas.microsoft.com/office/drawing/2014/main" id="{3B4259AB-BB5C-471B-8BFD-2464967E06EC}"/>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67">
              <a:extLst>
                <a:ext uri="{FF2B5EF4-FFF2-40B4-BE49-F238E27FC236}">
                  <a16:creationId xmlns:a16="http://schemas.microsoft.com/office/drawing/2014/main" id="{4A71AFC4-8245-4F87-8986-BFA7163794AB}"/>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68">
              <a:extLst>
                <a:ext uri="{FF2B5EF4-FFF2-40B4-BE49-F238E27FC236}">
                  <a16:creationId xmlns:a16="http://schemas.microsoft.com/office/drawing/2014/main" id="{AA4DB81E-6CDA-4C15-A84C-6764CA845A64}"/>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69">
              <a:extLst>
                <a:ext uri="{FF2B5EF4-FFF2-40B4-BE49-F238E27FC236}">
                  <a16:creationId xmlns:a16="http://schemas.microsoft.com/office/drawing/2014/main" id="{E6B3071E-6076-4B7A-83B7-92D6A165342E}"/>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70">
              <a:extLst>
                <a:ext uri="{FF2B5EF4-FFF2-40B4-BE49-F238E27FC236}">
                  <a16:creationId xmlns:a16="http://schemas.microsoft.com/office/drawing/2014/main" id="{E8543DB1-652E-4988-9780-2A2133D41D4C}"/>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71">
              <a:extLst>
                <a:ext uri="{FF2B5EF4-FFF2-40B4-BE49-F238E27FC236}">
                  <a16:creationId xmlns:a16="http://schemas.microsoft.com/office/drawing/2014/main" id="{42F0AA6A-4C74-462E-8B1B-F39A0F70FF7A}"/>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72">
              <a:extLst>
                <a:ext uri="{FF2B5EF4-FFF2-40B4-BE49-F238E27FC236}">
                  <a16:creationId xmlns:a16="http://schemas.microsoft.com/office/drawing/2014/main" id="{B33C0D7F-04E1-4844-B90C-3FBE5EEF3A4D}"/>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73">
              <a:extLst>
                <a:ext uri="{FF2B5EF4-FFF2-40B4-BE49-F238E27FC236}">
                  <a16:creationId xmlns:a16="http://schemas.microsoft.com/office/drawing/2014/main" id="{F49B085D-B4DD-458A-826A-3DA24029B88E}"/>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74">
              <a:extLst>
                <a:ext uri="{FF2B5EF4-FFF2-40B4-BE49-F238E27FC236}">
                  <a16:creationId xmlns:a16="http://schemas.microsoft.com/office/drawing/2014/main" id="{A32F9E5F-5111-453D-A333-FB4E1A18673B}"/>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75">
              <a:extLst>
                <a:ext uri="{FF2B5EF4-FFF2-40B4-BE49-F238E27FC236}">
                  <a16:creationId xmlns:a16="http://schemas.microsoft.com/office/drawing/2014/main" id="{47E4D8BD-DEA3-4D27-98E4-F4E7016173D4}"/>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76">
              <a:extLst>
                <a:ext uri="{FF2B5EF4-FFF2-40B4-BE49-F238E27FC236}">
                  <a16:creationId xmlns:a16="http://schemas.microsoft.com/office/drawing/2014/main" id="{BBF03BDD-5E4F-4125-8BBA-793FC2C135B8}"/>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77">
              <a:extLst>
                <a:ext uri="{FF2B5EF4-FFF2-40B4-BE49-F238E27FC236}">
                  <a16:creationId xmlns:a16="http://schemas.microsoft.com/office/drawing/2014/main" id="{F3B4C098-EB45-4815-8269-996D7522ECC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78">
              <a:extLst>
                <a:ext uri="{FF2B5EF4-FFF2-40B4-BE49-F238E27FC236}">
                  <a16:creationId xmlns:a16="http://schemas.microsoft.com/office/drawing/2014/main" id="{B59927F3-4B4B-42A6-8B08-08A49631DE99}"/>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79">
              <a:extLst>
                <a:ext uri="{FF2B5EF4-FFF2-40B4-BE49-F238E27FC236}">
                  <a16:creationId xmlns:a16="http://schemas.microsoft.com/office/drawing/2014/main" id="{A3EF2292-28DC-48A4-AF27-649B5C4586D6}"/>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80">
              <a:extLst>
                <a:ext uri="{FF2B5EF4-FFF2-40B4-BE49-F238E27FC236}">
                  <a16:creationId xmlns:a16="http://schemas.microsoft.com/office/drawing/2014/main" id="{248C3F59-9E32-45A2-A3CC-2CB702255A32}"/>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81">
              <a:extLst>
                <a:ext uri="{FF2B5EF4-FFF2-40B4-BE49-F238E27FC236}">
                  <a16:creationId xmlns:a16="http://schemas.microsoft.com/office/drawing/2014/main" id="{8E4ACB8A-43E4-4093-AE56-AA241704B0B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82">
              <a:extLst>
                <a:ext uri="{FF2B5EF4-FFF2-40B4-BE49-F238E27FC236}">
                  <a16:creationId xmlns:a16="http://schemas.microsoft.com/office/drawing/2014/main" id="{D14F99BB-28D1-464F-BB16-2F2623BBC5A4}"/>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83">
              <a:extLst>
                <a:ext uri="{FF2B5EF4-FFF2-40B4-BE49-F238E27FC236}">
                  <a16:creationId xmlns:a16="http://schemas.microsoft.com/office/drawing/2014/main" id="{A95FA675-3755-4391-B726-68B8FF23ADB3}"/>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84">
              <a:extLst>
                <a:ext uri="{FF2B5EF4-FFF2-40B4-BE49-F238E27FC236}">
                  <a16:creationId xmlns:a16="http://schemas.microsoft.com/office/drawing/2014/main" id="{49925855-02BD-4CA2-9D33-00CA85C3A971}"/>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86">
              <a:extLst>
                <a:ext uri="{FF2B5EF4-FFF2-40B4-BE49-F238E27FC236}">
                  <a16:creationId xmlns:a16="http://schemas.microsoft.com/office/drawing/2014/main" id="{29A0B59B-FDB1-4852-BA6C-06E6417E8DE5}"/>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87">
              <a:extLst>
                <a:ext uri="{FF2B5EF4-FFF2-40B4-BE49-F238E27FC236}">
                  <a16:creationId xmlns:a16="http://schemas.microsoft.com/office/drawing/2014/main" id="{F2291FF5-CA54-458E-8BD1-99B816F40E55}"/>
                </a:ext>
              </a:extLst>
            </p:cNvPr>
            <p:cNvSpPr>
              <a:spLocks noChangeArrowheads="1"/>
            </p:cNvSpPr>
            <p:nvPr/>
          </p:nvSpPr>
          <p:spPr bwMode="auto">
            <a:xfrm>
              <a:off x="80954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88">
              <a:extLst>
                <a:ext uri="{FF2B5EF4-FFF2-40B4-BE49-F238E27FC236}">
                  <a16:creationId xmlns:a16="http://schemas.microsoft.com/office/drawing/2014/main" id="{97EB7D42-19E8-41E2-B5B0-791AA24B51C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89">
              <a:extLst>
                <a:ext uri="{FF2B5EF4-FFF2-40B4-BE49-F238E27FC236}">
                  <a16:creationId xmlns:a16="http://schemas.microsoft.com/office/drawing/2014/main" id="{F11528A1-D5A5-47C3-A78A-BDF885ECD0F6}"/>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90">
              <a:extLst>
                <a:ext uri="{FF2B5EF4-FFF2-40B4-BE49-F238E27FC236}">
                  <a16:creationId xmlns:a16="http://schemas.microsoft.com/office/drawing/2014/main" id="{382D90AE-FED6-4FCA-B477-13F5EC154EA9}"/>
                </a:ext>
              </a:extLst>
            </p:cNvPr>
            <p:cNvSpPr>
              <a:spLocks noChangeArrowheads="1"/>
            </p:cNvSpPr>
            <p:nvPr/>
          </p:nvSpPr>
          <p:spPr bwMode="auto">
            <a:xfrm>
              <a:off x="2173502"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91">
              <a:extLst>
                <a:ext uri="{FF2B5EF4-FFF2-40B4-BE49-F238E27FC236}">
                  <a16:creationId xmlns:a16="http://schemas.microsoft.com/office/drawing/2014/main" id="{32C9B838-AD97-41C2-B167-E2ED06D301D2}"/>
                </a:ext>
              </a:extLst>
            </p:cNvPr>
            <p:cNvSpPr>
              <a:spLocks noChangeArrowheads="1"/>
            </p:cNvSpPr>
            <p:nvPr/>
          </p:nvSpPr>
          <p:spPr bwMode="auto">
            <a:xfrm>
              <a:off x="2628934"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92">
              <a:extLst>
                <a:ext uri="{FF2B5EF4-FFF2-40B4-BE49-F238E27FC236}">
                  <a16:creationId xmlns:a16="http://schemas.microsoft.com/office/drawing/2014/main" id="{17A1E437-F28C-4912-A416-147E734D2A46}"/>
                </a:ext>
              </a:extLst>
            </p:cNvPr>
            <p:cNvSpPr>
              <a:spLocks noChangeArrowheads="1"/>
            </p:cNvSpPr>
            <p:nvPr/>
          </p:nvSpPr>
          <p:spPr bwMode="auto">
            <a:xfrm>
              <a:off x="3083197"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105">
              <a:extLst>
                <a:ext uri="{FF2B5EF4-FFF2-40B4-BE49-F238E27FC236}">
                  <a16:creationId xmlns:a16="http://schemas.microsoft.com/office/drawing/2014/main" id="{DEAE7685-4A38-4785-9605-B19161F69E26}"/>
                </a:ext>
              </a:extLst>
            </p:cNvPr>
            <p:cNvSpPr>
              <a:spLocks noChangeArrowheads="1"/>
            </p:cNvSpPr>
            <p:nvPr/>
          </p:nvSpPr>
          <p:spPr bwMode="auto">
            <a:xfrm>
              <a:off x="8996805"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106">
              <a:extLst>
                <a:ext uri="{FF2B5EF4-FFF2-40B4-BE49-F238E27FC236}">
                  <a16:creationId xmlns:a16="http://schemas.microsoft.com/office/drawing/2014/main" id="{D8D5236E-C6F3-4C15-B112-50979E39B652}"/>
                </a:ext>
              </a:extLst>
            </p:cNvPr>
            <p:cNvSpPr>
              <a:spLocks noChangeArrowheads="1"/>
            </p:cNvSpPr>
            <p:nvPr/>
          </p:nvSpPr>
          <p:spPr bwMode="auto">
            <a:xfrm>
              <a:off x="9451068"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107">
              <a:extLst>
                <a:ext uri="{FF2B5EF4-FFF2-40B4-BE49-F238E27FC236}">
                  <a16:creationId xmlns:a16="http://schemas.microsoft.com/office/drawing/2014/main" id="{EAC78FE3-C094-437A-B445-4F783780233D}"/>
                </a:ext>
              </a:extLst>
            </p:cNvPr>
            <p:cNvSpPr>
              <a:spLocks noChangeArrowheads="1"/>
            </p:cNvSpPr>
            <p:nvPr/>
          </p:nvSpPr>
          <p:spPr bwMode="auto">
            <a:xfrm>
              <a:off x="9906501"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108">
              <a:extLst>
                <a:ext uri="{FF2B5EF4-FFF2-40B4-BE49-F238E27FC236}">
                  <a16:creationId xmlns:a16="http://schemas.microsoft.com/office/drawing/2014/main" id="{E515352F-F56E-4A5E-A366-80D13565A14A}"/>
                </a:ext>
              </a:extLst>
            </p:cNvPr>
            <p:cNvSpPr>
              <a:spLocks noChangeArrowheads="1"/>
            </p:cNvSpPr>
            <p:nvPr/>
          </p:nvSpPr>
          <p:spPr bwMode="auto">
            <a:xfrm>
              <a:off x="10360763"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109">
              <a:extLst>
                <a:ext uri="{FF2B5EF4-FFF2-40B4-BE49-F238E27FC236}">
                  <a16:creationId xmlns:a16="http://schemas.microsoft.com/office/drawing/2014/main" id="{082593FC-9A99-4046-9873-3F17F576F5F2}"/>
                </a:ext>
              </a:extLst>
            </p:cNvPr>
            <p:cNvSpPr>
              <a:spLocks noChangeArrowheads="1"/>
            </p:cNvSpPr>
            <p:nvPr/>
          </p:nvSpPr>
          <p:spPr bwMode="auto">
            <a:xfrm>
              <a:off x="10816197"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110">
              <a:extLst>
                <a:ext uri="{FF2B5EF4-FFF2-40B4-BE49-F238E27FC236}">
                  <a16:creationId xmlns:a16="http://schemas.microsoft.com/office/drawing/2014/main" id="{7BE87C29-956D-4731-9DEF-2472E21D89AD}"/>
                </a:ext>
              </a:extLst>
            </p:cNvPr>
            <p:cNvSpPr>
              <a:spLocks noChangeArrowheads="1"/>
            </p:cNvSpPr>
            <p:nvPr/>
          </p:nvSpPr>
          <p:spPr bwMode="auto">
            <a:xfrm>
              <a:off x="11270460" y="18505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111">
              <a:extLst>
                <a:ext uri="{FF2B5EF4-FFF2-40B4-BE49-F238E27FC236}">
                  <a16:creationId xmlns:a16="http://schemas.microsoft.com/office/drawing/2014/main" id="{A3B07365-8B76-4AFB-ABA7-8DD8B6C91F90}"/>
                </a:ext>
              </a:extLst>
            </p:cNvPr>
            <p:cNvSpPr>
              <a:spLocks noChangeArrowheads="1"/>
            </p:cNvSpPr>
            <p:nvPr/>
          </p:nvSpPr>
          <p:spPr bwMode="auto">
            <a:xfrm>
              <a:off x="11725892" y="18505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113">
              <a:extLst>
                <a:ext uri="{FF2B5EF4-FFF2-40B4-BE49-F238E27FC236}">
                  <a16:creationId xmlns:a16="http://schemas.microsoft.com/office/drawing/2014/main" id="{DC607E7A-BE56-4471-A732-571BF19EBC8C}"/>
                </a:ext>
              </a:extLst>
            </p:cNvPr>
            <p:cNvSpPr>
              <a:spLocks noChangeArrowheads="1"/>
            </p:cNvSpPr>
            <p:nvPr/>
          </p:nvSpPr>
          <p:spPr bwMode="auto">
            <a:xfrm>
              <a:off x="35411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114">
              <a:extLst>
                <a:ext uri="{FF2B5EF4-FFF2-40B4-BE49-F238E27FC236}">
                  <a16:creationId xmlns:a16="http://schemas.microsoft.com/office/drawing/2014/main" id="{AC622CDC-661A-4504-B509-39988A37961B}"/>
                </a:ext>
              </a:extLst>
            </p:cNvPr>
            <p:cNvSpPr>
              <a:spLocks noChangeArrowheads="1"/>
            </p:cNvSpPr>
            <p:nvPr/>
          </p:nvSpPr>
          <p:spPr bwMode="auto">
            <a:xfrm>
              <a:off x="80954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115">
              <a:extLst>
                <a:ext uri="{FF2B5EF4-FFF2-40B4-BE49-F238E27FC236}">
                  <a16:creationId xmlns:a16="http://schemas.microsoft.com/office/drawing/2014/main" id="{62946A9D-9192-4CAD-8F76-974C5FE277D5}"/>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116">
              <a:extLst>
                <a:ext uri="{FF2B5EF4-FFF2-40B4-BE49-F238E27FC236}">
                  <a16:creationId xmlns:a16="http://schemas.microsoft.com/office/drawing/2014/main" id="{98A87D74-26D6-44DE-B8E3-3F1228E833DD}"/>
                </a:ext>
              </a:extLst>
            </p:cNvPr>
            <p:cNvSpPr>
              <a:spLocks noChangeArrowheads="1"/>
            </p:cNvSpPr>
            <p:nvPr/>
          </p:nvSpPr>
          <p:spPr bwMode="auto">
            <a:xfrm>
              <a:off x="1719239"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7">
              <a:extLst>
                <a:ext uri="{FF2B5EF4-FFF2-40B4-BE49-F238E27FC236}">
                  <a16:creationId xmlns:a16="http://schemas.microsoft.com/office/drawing/2014/main" id="{305F2911-EBBC-4A1F-9F27-F5A4D6683343}"/>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8">
              <a:extLst>
                <a:ext uri="{FF2B5EF4-FFF2-40B4-BE49-F238E27FC236}">
                  <a16:creationId xmlns:a16="http://schemas.microsoft.com/office/drawing/2014/main" id="{E3017ED1-C3DB-468D-917A-7D055013E8AA}"/>
                </a:ext>
              </a:extLst>
            </p:cNvPr>
            <p:cNvSpPr>
              <a:spLocks noChangeArrowheads="1"/>
            </p:cNvSpPr>
            <p:nvPr/>
          </p:nvSpPr>
          <p:spPr bwMode="auto">
            <a:xfrm>
              <a:off x="2628934"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19">
              <a:extLst>
                <a:ext uri="{FF2B5EF4-FFF2-40B4-BE49-F238E27FC236}">
                  <a16:creationId xmlns:a16="http://schemas.microsoft.com/office/drawing/2014/main" id="{364A9FBD-1DB7-46D2-80AE-1EF6158FE9A7}"/>
                </a:ext>
              </a:extLst>
            </p:cNvPr>
            <p:cNvSpPr>
              <a:spLocks noChangeArrowheads="1"/>
            </p:cNvSpPr>
            <p:nvPr/>
          </p:nvSpPr>
          <p:spPr bwMode="auto">
            <a:xfrm>
              <a:off x="3083197"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32">
              <a:extLst>
                <a:ext uri="{FF2B5EF4-FFF2-40B4-BE49-F238E27FC236}">
                  <a16:creationId xmlns:a16="http://schemas.microsoft.com/office/drawing/2014/main" id="{5B8F5DA7-A3AB-48C2-A0AA-06DFF2510EBF}"/>
                </a:ext>
              </a:extLst>
            </p:cNvPr>
            <p:cNvSpPr>
              <a:spLocks noChangeArrowheads="1"/>
            </p:cNvSpPr>
            <p:nvPr/>
          </p:nvSpPr>
          <p:spPr bwMode="auto">
            <a:xfrm>
              <a:off x="8996805"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33">
              <a:extLst>
                <a:ext uri="{FF2B5EF4-FFF2-40B4-BE49-F238E27FC236}">
                  <a16:creationId xmlns:a16="http://schemas.microsoft.com/office/drawing/2014/main" id="{B4EEDB8D-D8C1-42F7-816B-88E1F6AC5AF0}"/>
                </a:ext>
              </a:extLst>
            </p:cNvPr>
            <p:cNvSpPr>
              <a:spLocks noChangeArrowheads="1"/>
            </p:cNvSpPr>
            <p:nvPr/>
          </p:nvSpPr>
          <p:spPr bwMode="auto">
            <a:xfrm>
              <a:off x="9451068"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34">
              <a:extLst>
                <a:ext uri="{FF2B5EF4-FFF2-40B4-BE49-F238E27FC236}">
                  <a16:creationId xmlns:a16="http://schemas.microsoft.com/office/drawing/2014/main" id="{E15F1A2D-8731-4042-A5CD-84E3C2F4462A}"/>
                </a:ext>
              </a:extLst>
            </p:cNvPr>
            <p:cNvSpPr>
              <a:spLocks noChangeArrowheads="1"/>
            </p:cNvSpPr>
            <p:nvPr/>
          </p:nvSpPr>
          <p:spPr bwMode="auto">
            <a:xfrm>
              <a:off x="9906501"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35">
              <a:extLst>
                <a:ext uri="{FF2B5EF4-FFF2-40B4-BE49-F238E27FC236}">
                  <a16:creationId xmlns:a16="http://schemas.microsoft.com/office/drawing/2014/main" id="{866AE8F6-A982-4075-88C6-096E183A6392}"/>
                </a:ext>
              </a:extLst>
            </p:cNvPr>
            <p:cNvSpPr>
              <a:spLocks noChangeArrowheads="1"/>
            </p:cNvSpPr>
            <p:nvPr/>
          </p:nvSpPr>
          <p:spPr bwMode="auto">
            <a:xfrm>
              <a:off x="10360763"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136">
              <a:extLst>
                <a:ext uri="{FF2B5EF4-FFF2-40B4-BE49-F238E27FC236}">
                  <a16:creationId xmlns:a16="http://schemas.microsoft.com/office/drawing/2014/main" id="{4E9E8D66-CB5B-45DA-86A6-55504897135B}"/>
                </a:ext>
              </a:extLst>
            </p:cNvPr>
            <p:cNvSpPr>
              <a:spLocks noChangeArrowheads="1"/>
            </p:cNvSpPr>
            <p:nvPr/>
          </p:nvSpPr>
          <p:spPr bwMode="auto">
            <a:xfrm>
              <a:off x="10816197"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137">
              <a:extLst>
                <a:ext uri="{FF2B5EF4-FFF2-40B4-BE49-F238E27FC236}">
                  <a16:creationId xmlns:a16="http://schemas.microsoft.com/office/drawing/2014/main" id="{A22DE3BE-D7D7-4570-BD5B-578C0D546A4B}"/>
                </a:ext>
              </a:extLst>
            </p:cNvPr>
            <p:cNvSpPr>
              <a:spLocks noChangeArrowheads="1"/>
            </p:cNvSpPr>
            <p:nvPr/>
          </p:nvSpPr>
          <p:spPr bwMode="auto">
            <a:xfrm>
              <a:off x="11270460" y="23589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138">
              <a:extLst>
                <a:ext uri="{FF2B5EF4-FFF2-40B4-BE49-F238E27FC236}">
                  <a16:creationId xmlns:a16="http://schemas.microsoft.com/office/drawing/2014/main" id="{7A6BABE8-DBE8-441A-87BB-BA336C02DC7D}"/>
                </a:ext>
              </a:extLst>
            </p:cNvPr>
            <p:cNvSpPr>
              <a:spLocks noChangeArrowheads="1"/>
            </p:cNvSpPr>
            <p:nvPr/>
          </p:nvSpPr>
          <p:spPr bwMode="auto">
            <a:xfrm>
              <a:off x="11725892" y="23589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140">
              <a:extLst>
                <a:ext uri="{FF2B5EF4-FFF2-40B4-BE49-F238E27FC236}">
                  <a16:creationId xmlns:a16="http://schemas.microsoft.com/office/drawing/2014/main" id="{E3D2014F-A2E0-433E-904B-8B6961F86454}"/>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141">
              <a:extLst>
                <a:ext uri="{FF2B5EF4-FFF2-40B4-BE49-F238E27FC236}">
                  <a16:creationId xmlns:a16="http://schemas.microsoft.com/office/drawing/2014/main" id="{69E93948-9F67-4652-940D-D296937F99EA}"/>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142">
              <a:extLst>
                <a:ext uri="{FF2B5EF4-FFF2-40B4-BE49-F238E27FC236}">
                  <a16:creationId xmlns:a16="http://schemas.microsoft.com/office/drawing/2014/main" id="{DF77B519-E891-4382-8E18-46FCB0F8C711}"/>
                </a:ext>
              </a:extLst>
            </p:cNvPr>
            <p:cNvSpPr>
              <a:spLocks noChangeArrowheads="1"/>
            </p:cNvSpPr>
            <p:nvPr/>
          </p:nvSpPr>
          <p:spPr bwMode="auto">
            <a:xfrm>
              <a:off x="1263805"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143">
              <a:extLst>
                <a:ext uri="{FF2B5EF4-FFF2-40B4-BE49-F238E27FC236}">
                  <a16:creationId xmlns:a16="http://schemas.microsoft.com/office/drawing/2014/main" id="{D5D17266-EBAA-471D-8E73-01469C4714ED}"/>
                </a:ext>
              </a:extLst>
            </p:cNvPr>
            <p:cNvSpPr>
              <a:spLocks noChangeArrowheads="1"/>
            </p:cNvSpPr>
            <p:nvPr/>
          </p:nvSpPr>
          <p:spPr bwMode="auto">
            <a:xfrm>
              <a:off x="1719239"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44">
              <a:extLst>
                <a:ext uri="{FF2B5EF4-FFF2-40B4-BE49-F238E27FC236}">
                  <a16:creationId xmlns:a16="http://schemas.microsoft.com/office/drawing/2014/main" id="{D44C52C9-4A4D-4A1A-8A29-69726A6A3047}"/>
                </a:ext>
              </a:extLst>
            </p:cNvPr>
            <p:cNvSpPr>
              <a:spLocks noChangeArrowheads="1"/>
            </p:cNvSpPr>
            <p:nvPr/>
          </p:nvSpPr>
          <p:spPr bwMode="auto">
            <a:xfrm>
              <a:off x="2173502"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45">
              <a:extLst>
                <a:ext uri="{FF2B5EF4-FFF2-40B4-BE49-F238E27FC236}">
                  <a16:creationId xmlns:a16="http://schemas.microsoft.com/office/drawing/2014/main" id="{FA87CB27-8CDF-4677-9DF5-DFB94C701152}"/>
                </a:ext>
              </a:extLst>
            </p:cNvPr>
            <p:cNvSpPr>
              <a:spLocks noChangeArrowheads="1"/>
            </p:cNvSpPr>
            <p:nvPr/>
          </p:nvSpPr>
          <p:spPr bwMode="auto">
            <a:xfrm>
              <a:off x="2628934"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6">
              <a:extLst>
                <a:ext uri="{FF2B5EF4-FFF2-40B4-BE49-F238E27FC236}">
                  <a16:creationId xmlns:a16="http://schemas.microsoft.com/office/drawing/2014/main" id="{4AADF530-084D-4ABD-9074-C7575F810C5D}"/>
                </a:ext>
              </a:extLst>
            </p:cNvPr>
            <p:cNvSpPr>
              <a:spLocks noChangeArrowheads="1"/>
            </p:cNvSpPr>
            <p:nvPr/>
          </p:nvSpPr>
          <p:spPr bwMode="auto">
            <a:xfrm>
              <a:off x="3083197"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59">
              <a:extLst>
                <a:ext uri="{FF2B5EF4-FFF2-40B4-BE49-F238E27FC236}">
                  <a16:creationId xmlns:a16="http://schemas.microsoft.com/office/drawing/2014/main" id="{C322B879-3988-4E94-A06A-2E2974CE59CC}"/>
                </a:ext>
              </a:extLst>
            </p:cNvPr>
            <p:cNvSpPr>
              <a:spLocks noChangeArrowheads="1"/>
            </p:cNvSpPr>
            <p:nvPr/>
          </p:nvSpPr>
          <p:spPr bwMode="auto">
            <a:xfrm>
              <a:off x="8996805"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60">
              <a:extLst>
                <a:ext uri="{FF2B5EF4-FFF2-40B4-BE49-F238E27FC236}">
                  <a16:creationId xmlns:a16="http://schemas.microsoft.com/office/drawing/2014/main" id="{1FB2D558-1E2B-4728-B37A-424934B7ADAF}"/>
                </a:ext>
              </a:extLst>
            </p:cNvPr>
            <p:cNvSpPr>
              <a:spLocks noChangeArrowheads="1"/>
            </p:cNvSpPr>
            <p:nvPr/>
          </p:nvSpPr>
          <p:spPr bwMode="auto">
            <a:xfrm>
              <a:off x="9451068"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61">
              <a:extLst>
                <a:ext uri="{FF2B5EF4-FFF2-40B4-BE49-F238E27FC236}">
                  <a16:creationId xmlns:a16="http://schemas.microsoft.com/office/drawing/2014/main" id="{0A804D08-6835-454A-A817-80AFAFA274F8}"/>
                </a:ext>
              </a:extLst>
            </p:cNvPr>
            <p:cNvSpPr>
              <a:spLocks noChangeArrowheads="1"/>
            </p:cNvSpPr>
            <p:nvPr/>
          </p:nvSpPr>
          <p:spPr bwMode="auto">
            <a:xfrm>
              <a:off x="9906501"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62">
              <a:extLst>
                <a:ext uri="{FF2B5EF4-FFF2-40B4-BE49-F238E27FC236}">
                  <a16:creationId xmlns:a16="http://schemas.microsoft.com/office/drawing/2014/main" id="{088B375A-8C1A-4982-9F8E-9B47B9FDCA26}"/>
                </a:ext>
              </a:extLst>
            </p:cNvPr>
            <p:cNvSpPr>
              <a:spLocks noChangeArrowheads="1"/>
            </p:cNvSpPr>
            <p:nvPr/>
          </p:nvSpPr>
          <p:spPr bwMode="auto">
            <a:xfrm>
              <a:off x="10360763"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163">
              <a:extLst>
                <a:ext uri="{FF2B5EF4-FFF2-40B4-BE49-F238E27FC236}">
                  <a16:creationId xmlns:a16="http://schemas.microsoft.com/office/drawing/2014/main" id="{7FDDF96D-95E0-4634-92CA-2BD5749E0D2E}"/>
                </a:ext>
              </a:extLst>
            </p:cNvPr>
            <p:cNvSpPr>
              <a:spLocks noChangeArrowheads="1"/>
            </p:cNvSpPr>
            <p:nvPr/>
          </p:nvSpPr>
          <p:spPr bwMode="auto">
            <a:xfrm>
              <a:off x="10816197"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164">
              <a:extLst>
                <a:ext uri="{FF2B5EF4-FFF2-40B4-BE49-F238E27FC236}">
                  <a16:creationId xmlns:a16="http://schemas.microsoft.com/office/drawing/2014/main" id="{FFAB5B60-AC73-4661-9026-4738F218AA02}"/>
                </a:ext>
              </a:extLst>
            </p:cNvPr>
            <p:cNvSpPr>
              <a:spLocks noChangeArrowheads="1"/>
            </p:cNvSpPr>
            <p:nvPr/>
          </p:nvSpPr>
          <p:spPr bwMode="auto">
            <a:xfrm>
              <a:off x="11270460" y="28661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165">
              <a:extLst>
                <a:ext uri="{FF2B5EF4-FFF2-40B4-BE49-F238E27FC236}">
                  <a16:creationId xmlns:a16="http://schemas.microsoft.com/office/drawing/2014/main" id="{55977D1F-AEBB-4C53-9386-D84525085BA2}"/>
                </a:ext>
              </a:extLst>
            </p:cNvPr>
            <p:cNvSpPr>
              <a:spLocks noChangeArrowheads="1"/>
            </p:cNvSpPr>
            <p:nvPr/>
          </p:nvSpPr>
          <p:spPr bwMode="auto">
            <a:xfrm>
              <a:off x="11725892" y="28661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167">
              <a:extLst>
                <a:ext uri="{FF2B5EF4-FFF2-40B4-BE49-F238E27FC236}">
                  <a16:creationId xmlns:a16="http://schemas.microsoft.com/office/drawing/2014/main" id="{1DC84208-E766-4580-A861-C3CFC0E372B3}"/>
                </a:ext>
              </a:extLst>
            </p:cNvPr>
            <p:cNvSpPr>
              <a:spLocks noChangeArrowheads="1"/>
            </p:cNvSpPr>
            <p:nvPr/>
          </p:nvSpPr>
          <p:spPr bwMode="auto">
            <a:xfrm>
              <a:off x="35411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168">
              <a:extLst>
                <a:ext uri="{FF2B5EF4-FFF2-40B4-BE49-F238E27FC236}">
                  <a16:creationId xmlns:a16="http://schemas.microsoft.com/office/drawing/2014/main" id="{2325F7E8-2FD3-4BEC-A7B6-AD4FD4B1F52B}"/>
                </a:ext>
              </a:extLst>
            </p:cNvPr>
            <p:cNvSpPr>
              <a:spLocks noChangeArrowheads="1"/>
            </p:cNvSpPr>
            <p:nvPr/>
          </p:nvSpPr>
          <p:spPr bwMode="auto">
            <a:xfrm>
              <a:off x="809542"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169">
              <a:extLst>
                <a:ext uri="{FF2B5EF4-FFF2-40B4-BE49-F238E27FC236}">
                  <a16:creationId xmlns:a16="http://schemas.microsoft.com/office/drawing/2014/main" id="{E25EE725-3FFE-489B-90BB-54AF71067972}"/>
                </a:ext>
              </a:extLst>
            </p:cNvPr>
            <p:cNvSpPr>
              <a:spLocks noChangeArrowheads="1"/>
            </p:cNvSpPr>
            <p:nvPr/>
          </p:nvSpPr>
          <p:spPr bwMode="auto">
            <a:xfrm>
              <a:off x="1263805"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170">
              <a:extLst>
                <a:ext uri="{FF2B5EF4-FFF2-40B4-BE49-F238E27FC236}">
                  <a16:creationId xmlns:a16="http://schemas.microsoft.com/office/drawing/2014/main" id="{5FF69CBE-D1C4-47E2-B021-1A16583B8650}"/>
                </a:ext>
              </a:extLst>
            </p:cNvPr>
            <p:cNvSpPr>
              <a:spLocks noChangeArrowheads="1"/>
            </p:cNvSpPr>
            <p:nvPr/>
          </p:nvSpPr>
          <p:spPr bwMode="auto">
            <a:xfrm>
              <a:off x="1719239"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71">
              <a:extLst>
                <a:ext uri="{FF2B5EF4-FFF2-40B4-BE49-F238E27FC236}">
                  <a16:creationId xmlns:a16="http://schemas.microsoft.com/office/drawing/2014/main" id="{2FD7DC93-4697-49F2-9683-A519993F3DBD}"/>
                </a:ext>
              </a:extLst>
            </p:cNvPr>
            <p:cNvSpPr>
              <a:spLocks noChangeArrowheads="1"/>
            </p:cNvSpPr>
            <p:nvPr/>
          </p:nvSpPr>
          <p:spPr bwMode="auto">
            <a:xfrm>
              <a:off x="2173502"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72">
              <a:extLst>
                <a:ext uri="{FF2B5EF4-FFF2-40B4-BE49-F238E27FC236}">
                  <a16:creationId xmlns:a16="http://schemas.microsoft.com/office/drawing/2014/main" id="{F078C2FC-1AFA-4F34-AEB1-722384C0DD75}"/>
                </a:ext>
              </a:extLst>
            </p:cNvPr>
            <p:cNvSpPr>
              <a:spLocks noChangeArrowheads="1"/>
            </p:cNvSpPr>
            <p:nvPr/>
          </p:nvSpPr>
          <p:spPr bwMode="auto">
            <a:xfrm>
              <a:off x="2628934"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73">
              <a:extLst>
                <a:ext uri="{FF2B5EF4-FFF2-40B4-BE49-F238E27FC236}">
                  <a16:creationId xmlns:a16="http://schemas.microsoft.com/office/drawing/2014/main" id="{B4CD4DEB-6026-4ACE-9EF8-D5BB38BCDBC2}"/>
                </a:ext>
              </a:extLst>
            </p:cNvPr>
            <p:cNvSpPr>
              <a:spLocks noChangeArrowheads="1"/>
            </p:cNvSpPr>
            <p:nvPr/>
          </p:nvSpPr>
          <p:spPr bwMode="auto">
            <a:xfrm>
              <a:off x="3083197"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86">
              <a:extLst>
                <a:ext uri="{FF2B5EF4-FFF2-40B4-BE49-F238E27FC236}">
                  <a16:creationId xmlns:a16="http://schemas.microsoft.com/office/drawing/2014/main" id="{7BFD734A-1348-4955-827A-416C4FCDC6C5}"/>
                </a:ext>
              </a:extLst>
            </p:cNvPr>
            <p:cNvSpPr>
              <a:spLocks noChangeArrowheads="1"/>
            </p:cNvSpPr>
            <p:nvPr/>
          </p:nvSpPr>
          <p:spPr bwMode="auto">
            <a:xfrm>
              <a:off x="8996805"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87">
              <a:extLst>
                <a:ext uri="{FF2B5EF4-FFF2-40B4-BE49-F238E27FC236}">
                  <a16:creationId xmlns:a16="http://schemas.microsoft.com/office/drawing/2014/main" id="{639C0A45-AA0E-4799-9B48-D56FD46E76CB}"/>
                </a:ext>
              </a:extLst>
            </p:cNvPr>
            <p:cNvSpPr>
              <a:spLocks noChangeArrowheads="1"/>
            </p:cNvSpPr>
            <p:nvPr/>
          </p:nvSpPr>
          <p:spPr bwMode="auto">
            <a:xfrm>
              <a:off x="9451068"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88">
              <a:extLst>
                <a:ext uri="{FF2B5EF4-FFF2-40B4-BE49-F238E27FC236}">
                  <a16:creationId xmlns:a16="http://schemas.microsoft.com/office/drawing/2014/main" id="{27B6305A-BDDA-4961-B3ED-4CDE68C9BE7C}"/>
                </a:ext>
              </a:extLst>
            </p:cNvPr>
            <p:cNvSpPr>
              <a:spLocks noChangeArrowheads="1"/>
            </p:cNvSpPr>
            <p:nvPr/>
          </p:nvSpPr>
          <p:spPr bwMode="auto">
            <a:xfrm>
              <a:off x="9906501"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89">
              <a:extLst>
                <a:ext uri="{FF2B5EF4-FFF2-40B4-BE49-F238E27FC236}">
                  <a16:creationId xmlns:a16="http://schemas.microsoft.com/office/drawing/2014/main" id="{DD6CA54E-582F-4C37-9D3A-BFA3E45D2528}"/>
                </a:ext>
              </a:extLst>
            </p:cNvPr>
            <p:cNvSpPr>
              <a:spLocks noChangeArrowheads="1"/>
            </p:cNvSpPr>
            <p:nvPr/>
          </p:nvSpPr>
          <p:spPr bwMode="auto">
            <a:xfrm>
              <a:off x="10360763"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190">
              <a:extLst>
                <a:ext uri="{FF2B5EF4-FFF2-40B4-BE49-F238E27FC236}">
                  <a16:creationId xmlns:a16="http://schemas.microsoft.com/office/drawing/2014/main" id="{14E6965D-E230-4479-A391-3BCD5A2BBBDE}"/>
                </a:ext>
              </a:extLst>
            </p:cNvPr>
            <p:cNvSpPr>
              <a:spLocks noChangeArrowheads="1"/>
            </p:cNvSpPr>
            <p:nvPr/>
          </p:nvSpPr>
          <p:spPr bwMode="auto">
            <a:xfrm>
              <a:off x="10816197" y="33745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191">
              <a:extLst>
                <a:ext uri="{FF2B5EF4-FFF2-40B4-BE49-F238E27FC236}">
                  <a16:creationId xmlns:a16="http://schemas.microsoft.com/office/drawing/2014/main" id="{363FE856-8F60-49E3-9E59-695D571F0311}"/>
                </a:ext>
              </a:extLst>
            </p:cNvPr>
            <p:cNvSpPr>
              <a:spLocks noChangeArrowheads="1"/>
            </p:cNvSpPr>
            <p:nvPr/>
          </p:nvSpPr>
          <p:spPr bwMode="auto">
            <a:xfrm>
              <a:off x="11270460" y="33745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192">
              <a:extLst>
                <a:ext uri="{FF2B5EF4-FFF2-40B4-BE49-F238E27FC236}">
                  <a16:creationId xmlns:a16="http://schemas.microsoft.com/office/drawing/2014/main" id="{2FB0342C-B7FA-47B4-B1FF-6954791FDF74}"/>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194">
              <a:extLst>
                <a:ext uri="{FF2B5EF4-FFF2-40B4-BE49-F238E27FC236}">
                  <a16:creationId xmlns:a16="http://schemas.microsoft.com/office/drawing/2014/main" id="{1122B8B2-F8E5-4A2E-A416-E53AAE197ABA}"/>
                </a:ext>
              </a:extLst>
            </p:cNvPr>
            <p:cNvSpPr>
              <a:spLocks noChangeArrowheads="1"/>
            </p:cNvSpPr>
            <p:nvPr/>
          </p:nvSpPr>
          <p:spPr bwMode="auto">
            <a:xfrm>
              <a:off x="354110"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195">
              <a:extLst>
                <a:ext uri="{FF2B5EF4-FFF2-40B4-BE49-F238E27FC236}">
                  <a16:creationId xmlns:a16="http://schemas.microsoft.com/office/drawing/2014/main" id="{4B87FC86-0D1F-4F15-9C22-AA0B2E2E129C}"/>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196">
              <a:extLst>
                <a:ext uri="{FF2B5EF4-FFF2-40B4-BE49-F238E27FC236}">
                  <a16:creationId xmlns:a16="http://schemas.microsoft.com/office/drawing/2014/main" id="{F8DDBB36-03C4-472F-9030-50E6B3212B8F}"/>
                </a:ext>
              </a:extLst>
            </p:cNvPr>
            <p:cNvSpPr>
              <a:spLocks noChangeArrowheads="1"/>
            </p:cNvSpPr>
            <p:nvPr/>
          </p:nvSpPr>
          <p:spPr bwMode="auto">
            <a:xfrm>
              <a:off x="1263805"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197">
              <a:extLst>
                <a:ext uri="{FF2B5EF4-FFF2-40B4-BE49-F238E27FC236}">
                  <a16:creationId xmlns:a16="http://schemas.microsoft.com/office/drawing/2014/main" id="{E84F816D-E7F7-4FC6-9198-C7A278EDBFC6}"/>
                </a:ext>
              </a:extLst>
            </p:cNvPr>
            <p:cNvSpPr>
              <a:spLocks noChangeArrowheads="1"/>
            </p:cNvSpPr>
            <p:nvPr/>
          </p:nvSpPr>
          <p:spPr bwMode="auto">
            <a:xfrm>
              <a:off x="1719239"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98">
              <a:extLst>
                <a:ext uri="{FF2B5EF4-FFF2-40B4-BE49-F238E27FC236}">
                  <a16:creationId xmlns:a16="http://schemas.microsoft.com/office/drawing/2014/main" id="{8C5E4DCC-4206-42A4-BE08-8E415FF60FB7}"/>
                </a:ext>
              </a:extLst>
            </p:cNvPr>
            <p:cNvSpPr>
              <a:spLocks noChangeArrowheads="1"/>
            </p:cNvSpPr>
            <p:nvPr/>
          </p:nvSpPr>
          <p:spPr bwMode="auto">
            <a:xfrm>
              <a:off x="2173502"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99">
              <a:extLst>
                <a:ext uri="{FF2B5EF4-FFF2-40B4-BE49-F238E27FC236}">
                  <a16:creationId xmlns:a16="http://schemas.microsoft.com/office/drawing/2014/main" id="{3EE8B95F-3C8D-4F9E-84E8-BEA481060C20}"/>
                </a:ext>
              </a:extLst>
            </p:cNvPr>
            <p:cNvSpPr>
              <a:spLocks noChangeArrowheads="1"/>
            </p:cNvSpPr>
            <p:nvPr/>
          </p:nvSpPr>
          <p:spPr bwMode="auto">
            <a:xfrm>
              <a:off x="2628934"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200">
              <a:extLst>
                <a:ext uri="{FF2B5EF4-FFF2-40B4-BE49-F238E27FC236}">
                  <a16:creationId xmlns:a16="http://schemas.microsoft.com/office/drawing/2014/main" id="{5E59882C-157C-443F-9111-16EC7661D405}"/>
                </a:ext>
              </a:extLst>
            </p:cNvPr>
            <p:cNvSpPr>
              <a:spLocks noChangeArrowheads="1"/>
            </p:cNvSpPr>
            <p:nvPr/>
          </p:nvSpPr>
          <p:spPr bwMode="auto">
            <a:xfrm>
              <a:off x="3083197"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214">
              <a:extLst>
                <a:ext uri="{FF2B5EF4-FFF2-40B4-BE49-F238E27FC236}">
                  <a16:creationId xmlns:a16="http://schemas.microsoft.com/office/drawing/2014/main" id="{779BE661-91DF-4B4E-8AF9-45D24F4AD61F}"/>
                </a:ext>
              </a:extLst>
            </p:cNvPr>
            <p:cNvSpPr>
              <a:spLocks noChangeArrowheads="1"/>
            </p:cNvSpPr>
            <p:nvPr/>
          </p:nvSpPr>
          <p:spPr bwMode="auto">
            <a:xfrm>
              <a:off x="8996805"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215">
              <a:extLst>
                <a:ext uri="{FF2B5EF4-FFF2-40B4-BE49-F238E27FC236}">
                  <a16:creationId xmlns:a16="http://schemas.microsoft.com/office/drawing/2014/main" id="{91810401-B6D2-4EA1-B203-697A04323630}"/>
                </a:ext>
              </a:extLst>
            </p:cNvPr>
            <p:cNvSpPr>
              <a:spLocks noChangeArrowheads="1"/>
            </p:cNvSpPr>
            <p:nvPr/>
          </p:nvSpPr>
          <p:spPr bwMode="auto">
            <a:xfrm>
              <a:off x="9451068"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216">
              <a:extLst>
                <a:ext uri="{FF2B5EF4-FFF2-40B4-BE49-F238E27FC236}">
                  <a16:creationId xmlns:a16="http://schemas.microsoft.com/office/drawing/2014/main" id="{CC3BED62-8CA0-4375-AB0A-72617711B089}"/>
                </a:ext>
              </a:extLst>
            </p:cNvPr>
            <p:cNvSpPr>
              <a:spLocks noChangeArrowheads="1"/>
            </p:cNvSpPr>
            <p:nvPr/>
          </p:nvSpPr>
          <p:spPr bwMode="auto">
            <a:xfrm>
              <a:off x="9906502"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217">
              <a:extLst>
                <a:ext uri="{FF2B5EF4-FFF2-40B4-BE49-F238E27FC236}">
                  <a16:creationId xmlns:a16="http://schemas.microsoft.com/office/drawing/2014/main" id="{64B31A64-91AE-4DF4-8D81-94752C7872B7}"/>
                </a:ext>
              </a:extLst>
            </p:cNvPr>
            <p:cNvSpPr>
              <a:spLocks noChangeArrowheads="1"/>
            </p:cNvSpPr>
            <p:nvPr/>
          </p:nvSpPr>
          <p:spPr bwMode="auto">
            <a:xfrm>
              <a:off x="10360764" y="3882979"/>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18">
              <a:extLst>
                <a:ext uri="{FF2B5EF4-FFF2-40B4-BE49-F238E27FC236}">
                  <a16:creationId xmlns:a16="http://schemas.microsoft.com/office/drawing/2014/main" id="{9ECDDCA8-99C7-4E2C-A3DA-6A39A54613B9}"/>
                </a:ext>
              </a:extLst>
            </p:cNvPr>
            <p:cNvSpPr>
              <a:spLocks noChangeArrowheads="1"/>
            </p:cNvSpPr>
            <p:nvPr/>
          </p:nvSpPr>
          <p:spPr bwMode="auto">
            <a:xfrm>
              <a:off x="10816197"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19">
              <a:extLst>
                <a:ext uri="{FF2B5EF4-FFF2-40B4-BE49-F238E27FC236}">
                  <a16:creationId xmlns:a16="http://schemas.microsoft.com/office/drawing/2014/main" id="{9E610FA0-F583-4C87-9186-97DA3A3F507B}"/>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0">
              <a:extLst>
                <a:ext uri="{FF2B5EF4-FFF2-40B4-BE49-F238E27FC236}">
                  <a16:creationId xmlns:a16="http://schemas.microsoft.com/office/drawing/2014/main" id="{C0181C2A-AC28-493E-9832-9D5782282822}"/>
                </a:ext>
              </a:extLst>
            </p:cNvPr>
            <p:cNvSpPr>
              <a:spLocks noChangeArrowheads="1"/>
            </p:cNvSpPr>
            <p:nvPr/>
          </p:nvSpPr>
          <p:spPr bwMode="auto">
            <a:xfrm>
              <a:off x="11725893" y="3882979"/>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22">
              <a:extLst>
                <a:ext uri="{FF2B5EF4-FFF2-40B4-BE49-F238E27FC236}">
                  <a16:creationId xmlns:a16="http://schemas.microsoft.com/office/drawing/2014/main" id="{3A65CCD8-DA6B-47D9-BE08-9831358B7F2E}"/>
                </a:ext>
              </a:extLst>
            </p:cNvPr>
            <p:cNvSpPr>
              <a:spLocks noChangeArrowheads="1"/>
            </p:cNvSpPr>
            <p:nvPr/>
          </p:nvSpPr>
          <p:spPr bwMode="auto">
            <a:xfrm>
              <a:off x="35411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23">
              <a:extLst>
                <a:ext uri="{FF2B5EF4-FFF2-40B4-BE49-F238E27FC236}">
                  <a16:creationId xmlns:a16="http://schemas.microsoft.com/office/drawing/2014/main" id="{432DF8DB-2535-4604-A56C-4F411A13AB16}"/>
                </a:ext>
              </a:extLst>
            </p:cNvPr>
            <p:cNvSpPr>
              <a:spLocks noChangeArrowheads="1"/>
            </p:cNvSpPr>
            <p:nvPr/>
          </p:nvSpPr>
          <p:spPr bwMode="auto">
            <a:xfrm>
              <a:off x="80954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224">
              <a:extLst>
                <a:ext uri="{FF2B5EF4-FFF2-40B4-BE49-F238E27FC236}">
                  <a16:creationId xmlns:a16="http://schemas.microsoft.com/office/drawing/2014/main" id="{B585B91F-5190-4F14-B1D1-F49E48A0D846}"/>
                </a:ext>
              </a:extLst>
            </p:cNvPr>
            <p:cNvSpPr>
              <a:spLocks noChangeArrowheads="1"/>
            </p:cNvSpPr>
            <p:nvPr/>
          </p:nvSpPr>
          <p:spPr bwMode="auto">
            <a:xfrm>
              <a:off x="1263806"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225">
              <a:extLst>
                <a:ext uri="{FF2B5EF4-FFF2-40B4-BE49-F238E27FC236}">
                  <a16:creationId xmlns:a16="http://schemas.microsoft.com/office/drawing/2014/main" id="{49F28844-8AC8-4173-B5BB-9FF425A50C64}"/>
                </a:ext>
              </a:extLst>
            </p:cNvPr>
            <p:cNvSpPr>
              <a:spLocks noChangeArrowheads="1"/>
            </p:cNvSpPr>
            <p:nvPr/>
          </p:nvSpPr>
          <p:spPr bwMode="auto">
            <a:xfrm>
              <a:off x="1719239"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226">
              <a:extLst>
                <a:ext uri="{FF2B5EF4-FFF2-40B4-BE49-F238E27FC236}">
                  <a16:creationId xmlns:a16="http://schemas.microsoft.com/office/drawing/2014/main" id="{E750B745-BCDB-4D34-BBB4-107F549419DC}"/>
                </a:ext>
              </a:extLst>
            </p:cNvPr>
            <p:cNvSpPr>
              <a:spLocks noChangeArrowheads="1"/>
            </p:cNvSpPr>
            <p:nvPr/>
          </p:nvSpPr>
          <p:spPr bwMode="auto">
            <a:xfrm>
              <a:off x="2173502"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227">
              <a:extLst>
                <a:ext uri="{FF2B5EF4-FFF2-40B4-BE49-F238E27FC236}">
                  <a16:creationId xmlns:a16="http://schemas.microsoft.com/office/drawing/2014/main" id="{CB843387-A206-4CDB-845C-87952DF4F7C0}"/>
                </a:ext>
              </a:extLst>
            </p:cNvPr>
            <p:cNvSpPr>
              <a:spLocks noChangeArrowheads="1"/>
            </p:cNvSpPr>
            <p:nvPr/>
          </p:nvSpPr>
          <p:spPr bwMode="auto">
            <a:xfrm>
              <a:off x="262893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228">
              <a:extLst>
                <a:ext uri="{FF2B5EF4-FFF2-40B4-BE49-F238E27FC236}">
                  <a16:creationId xmlns:a16="http://schemas.microsoft.com/office/drawing/2014/main" id="{F7012F48-14EA-4A10-B23B-D2DD376FDAFE}"/>
                </a:ext>
              </a:extLst>
            </p:cNvPr>
            <p:cNvSpPr>
              <a:spLocks noChangeArrowheads="1"/>
            </p:cNvSpPr>
            <p:nvPr/>
          </p:nvSpPr>
          <p:spPr bwMode="auto">
            <a:xfrm>
              <a:off x="308319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241">
              <a:extLst>
                <a:ext uri="{FF2B5EF4-FFF2-40B4-BE49-F238E27FC236}">
                  <a16:creationId xmlns:a16="http://schemas.microsoft.com/office/drawing/2014/main" id="{9071865C-5264-4C64-86F2-5F136CDB3D1A}"/>
                </a:ext>
              </a:extLst>
            </p:cNvPr>
            <p:cNvSpPr>
              <a:spLocks noChangeArrowheads="1"/>
            </p:cNvSpPr>
            <p:nvPr/>
          </p:nvSpPr>
          <p:spPr bwMode="auto">
            <a:xfrm>
              <a:off x="8996805"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242">
              <a:extLst>
                <a:ext uri="{FF2B5EF4-FFF2-40B4-BE49-F238E27FC236}">
                  <a16:creationId xmlns:a16="http://schemas.microsoft.com/office/drawing/2014/main" id="{5FC89895-3E12-4B31-8AC4-F2C571271BAC}"/>
                </a:ext>
              </a:extLst>
            </p:cNvPr>
            <p:cNvSpPr>
              <a:spLocks noChangeArrowheads="1"/>
            </p:cNvSpPr>
            <p:nvPr/>
          </p:nvSpPr>
          <p:spPr bwMode="auto">
            <a:xfrm>
              <a:off x="9451068"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243">
              <a:extLst>
                <a:ext uri="{FF2B5EF4-FFF2-40B4-BE49-F238E27FC236}">
                  <a16:creationId xmlns:a16="http://schemas.microsoft.com/office/drawing/2014/main" id="{822714A3-365A-4F69-84FD-C7A6C113C1B7}"/>
                </a:ext>
              </a:extLst>
            </p:cNvPr>
            <p:cNvSpPr>
              <a:spLocks noChangeArrowheads="1"/>
            </p:cNvSpPr>
            <p:nvPr/>
          </p:nvSpPr>
          <p:spPr bwMode="auto">
            <a:xfrm>
              <a:off x="9906502"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244">
              <a:extLst>
                <a:ext uri="{FF2B5EF4-FFF2-40B4-BE49-F238E27FC236}">
                  <a16:creationId xmlns:a16="http://schemas.microsoft.com/office/drawing/2014/main" id="{E831580F-B4FA-4FC0-94FF-AD9DB2B2F955}"/>
                </a:ext>
              </a:extLst>
            </p:cNvPr>
            <p:cNvSpPr>
              <a:spLocks noChangeArrowheads="1"/>
            </p:cNvSpPr>
            <p:nvPr/>
          </p:nvSpPr>
          <p:spPr bwMode="auto">
            <a:xfrm>
              <a:off x="10360764"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45">
              <a:extLst>
                <a:ext uri="{FF2B5EF4-FFF2-40B4-BE49-F238E27FC236}">
                  <a16:creationId xmlns:a16="http://schemas.microsoft.com/office/drawing/2014/main" id="{6FC45DDA-F270-4338-BB79-E4F603065B23}"/>
                </a:ext>
              </a:extLst>
            </p:cNvPr>
            <p:cNvSpPr>
              <a:spLocks noChangeArrowheads="1"/>
            </p:cNvSpPr>
            <p:nvPr/>
          </p:nvSpPr>
          <p:spPr bwMode="auto">
            <a:xfrm>
              <a:off x="10816197"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46">
              <a:extLst>
                <a:ext uri="{FF2B5EF4-FFF2-40B4-BE49-F238E27FC236}">
                  <a16:creationId xmlns:a16="http://schemas.microsoft.com/office/drawing/2014/main" id="{DF6A400A-8A10-49DE-A315-385C4794AAFE}"/>
                </a:ext>
              </a:extLst>
            </p:cNvPr>
            <p:cNvSpPr>
              <a:spLocks noChangeArrowheads="1"/>
            </p:cNvSpPr>
            <p:nvPr/>
          </p:nvSpPr>
          <p:spPr bwMode="auto">
            <a:xfrm>
              <a:off x="11270460" y="4391371"/>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47">
              <a:extLst>
                <a:ext uri="{FF2B5EF4-FFF2-40B4-BE49-F238E27FC236}">
                  <a16:creationId xmlns:a16="http://schemas.microsoft.com/office/drawing/2014/main" id="{2EA6C4C3-FE6D-4C45-9F6E-327D1D5637C5}"/>
                </a:ext>
              </a:extLst>
            </p:cNvPr>
            <p:cNvSpPr>
              <a:spLocks noChangeArrowheads="1"/>
            </p:cNvSpPr>
            <p:nvPr/>
          </p:nvSpPr>
          <p:spPr bwMode="auto">
            <a:xfrm>
              <a:off x="11725893" y="4391371"/>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49">
              <a:extLst>
                <a:ext uri="{FF2B5EF4-FFF2-40B4-BE49-F238E27FC236}">
                  <a16:creationId xmlns:a16="http://schemas.microsoft.com/office/drawing/2014/main" id="{9164A3A4-A0CB-4566-AFBE-563D91A10FBA}"/>
                </a:ext>
              </a:extLst>
            </p:cNvPr>
            <p:cNvSpPr>
              <a:spLocks noChangeArrowheads="1"/>
            </p:cNvSpPr>
            <p:nvPr/>
          </p:nvSpPr>
          <p:spPr bwMode="auto">
            <a:xfrm>
              <a:off x="354110"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0">
              <a:extLst>
                <a:ext uri="{FF2B5EF4-FFF2-40B4-BE49-F238E27FC236}">
                  <a16:creationId xmlns:a16="http://schemas.microsoft.com/office/drawing/2014/main" id="{FC689E73-96C3-4DFF-ABAC-A63C4BB15CE7}"/>
                </a:ext>
              </a:extLst>
            </p:cNvPr>
            <p:cNvSpPr>
              <a:spLocks noChangeArrowheads="1"/>
            </p:cNvSpPr>
            <p:nvPr/>
          </p:nvSpPr>
          <p:spPr bwMode="auto">
            <a:xfrm>
              <a:off x="809543"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8" name="Rectangle 251">
              <a:extLst>
                <a:ext uri="{FF2B5EF4-FFF2-40B4-BE49-F238E27FC236}">
                  <a16:creationId xmlns:a16="http://schemas.microsoft.com/office/drawing/2014/main" id="{49DC827D-FB7B-4DC2-A762-F5F17F148510}"/>
                </a:ext>
              </a:extLst>
            </p:cNvPr>
            <p:cNvSpPr>
              <a:spLocks noChangeArrowheads="1"/>
            </p:cNvSpPr>
            <p:nvPr/>
          </p:nvSpPr>
          <p:spPr bwMode="auto">
            <a:xfrm>
              <a:off x="1263806"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9" name="Rectangle 252">
              <a:extLst>
                <a:ext uri="{FF2B5EF4-FFF2-40B4-BE49-F238E27FC236}">
                  <a16:creationId xmlns:a16="http://schemas.microsoft.com/office/drawing/2014/main" id="{C228A320-DB20-438B-A918-A580ACBFC819}"/>
                </a:ext>
              </a:extLst>
            </p:cNvPr>
            <p:cNvSpPr>
              <a:spLocks noChangeArrowheads="1"/>
            </p:cNvSpPr>
            <p:nvPr/>
          </p:nvSpPr>
          <p:spPr bwMode="auto">
            <a:xfrm>
              <a:off x="1719239"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0" name="Rectangle 253">
              <a:extLst>
                <a:ext uri="{FF2B5EF4-FFF2-40B4-BE49-F238E27FC236}">
                  <a16:creationId xmlns:a16="http://schemas.microsoft.com/office/drawing/2014/main" id="{9897219B-EBD5-4581-8A2F-89939367A697}"/>
                </a:ext>
              </a:extLst>
            </p:cNvPr>
            <p:cNvSpPr>
              <a:spLocks noChangeArrowheads="1"/>
            </p:cNvSpPr>
            <p:nvPr/>
          </p:nvSpPr>
          <p:spPr bwMode="auto">
            <a:xfrm>
              <a:off x="2173502"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1" name="Rectangle 254">
              <a:extLst>
                <a:ext uri="{FF2B5EF4-FFF2-40B4-BE49-F238E27FC236}">
                  <a16:creationId xmlns:a16="http://schemas.microsoft.com/office/drawing/2014/main" id="{B8DDB46C-98EC-4AA3-8DC6-3C1937629765}"/>
                </a:ext>
              </a:extLst>
            </p:cNvPr>
            <p:cNvSpPr>
              <a:spLocks noChangeArrowheads="1"/>
            </p:cNvSpPr>
            <p:nvPr/>
          </p:nvSpPr>
          <p:spPr bwMode="auto">
            <a:xfrm>
              <a:off x="262893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2" name="Rectangle 255">
              <a:extLst>
                <a:ext uri="{FF2B5EF4-FFF2-40B4-BE49-F238E27FC236}">
                  <a16:creationId xmlns:a16="http://schemas.microsoft.com/office/drawing/2014/main" id="{808B3D4B-87CC-405D-9F91-FF03DD240C00}"/>
                </a:ext>
              </a:extLst>
            </p:cNvPr>
            <p:cNvSpPr>
              <a:spLocks noChangeArrowheads="1"/>
            </p:cNvSpPr>
            <p:nvPr/>
          </p:nvSpPr>
          <p:spPr bwMode="auto">
            <a:xfrm>
              <a:off x="308319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3" name="Rectangle 268">
              <a:extLst>
                <a:ext uri="{FF2B5EF4-FFF2-40B4-BE49-F238E27FC236}">
                  <a16:creationId xmlns:a16="http://schemas.microsoft.com/office/drawing/2014/main" id="{368C3B92-A8BF-48DA-A49B-DEEB8B156B24}"/>
                </a:ext>
              </a:extLst>
            </p:cNvPr>
            <p:cNvSpPr>
              <a:spLocks noChangeArrowheads="1"/>
            </p:cNvSpPr>
            <p:nvPr/>
          </p:nvSpPr>
          <p:spPr bwMode="auto">
            <a:xfrm>
              <a:off x="8996805"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4" name="Rectangle 269">
              <a:extLst>
                <a:ext uri="{FF2B5EF4-FFF2-40B4-BE49-F238E27FC236}">
                  <a16:creationId xmlns:a16="http://schemas.microsoft.com/office/drawing/2014/main" id="{C6AE408F-F0A6-4B28-9BE9-0FACFB243E81}"/>
                </a:ext>
              </a:extLst>
            </p:cNvPr>
            <p:cNvSpPr>
              <a:spLocks noChangeArrowheads="1"/>
            </p:cNvSpPr>
            <p:nvPr/>
          </p:nvSpPr>
          <p:spPr bwMode="auto">
            <a:xfrm>
              <a:off x="9451068"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270">
              <a:extLst>
                <a:ext uri="{FF2B5EF4-FFF2-40B4-BE49-F238E27FC236}">
                  <a16:creationId xmlns:a16="http://schemas.microsoft.com/office/drawing/2014/main" id="{78937A9C-A111-49DA-A588-1C93AD60FC74}"/>
                </a:ext>
              </a:extLst>
            </p:cNvPr>
            <p:cNvSpPr>
              <a:spLocks noChangeArrowheads="1"/>
            </p:cNvSpPr>
            <p:nvPr/>
          </p:nvSpPr>
          <p:spPr bwMode="auto">
            <a:xfrm>
              <a:off x="9906502" y="4898595"/>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271">
              <a:extLst>
                <a:ext uri="{FF2B5EF4-FFF2-40B4-BE49-F238E27FC236}">
                  <a16:creationId xmlns:a16="http://schemas.microsoft.com/office/drawing/2014/main" id="{89501F7C-3060-4F40-952B-8BEDDCE50CFE}"/>
                </a:ext>
              </a:extLst>
            </p:cNvPr>
            <p:cNvSpPr>
              <a:spLocks noChangeArrowheads="1"/>
            </p:cNvSpPr>
            <p:nvPr/>
          </p:nvSpPr>
          <p:spPr bwMode="auto">
            <a:xfrm>
              <a:off x="10360764" y="4898595"/>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272">
              <a:extLst>
                <a:ext uri="{FF2B5EF4-FFF2-40B4-BE49-F238E27FC236}">
                  <a16:creationId xmlns:a16="http://schemas.microsoft.com/office/drawing/2014/main" id="{C12674AC-F8DE-4BF0-B819-9E2A2AF2FE50}"/>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273">
              <a:extLst>
                <a:ext uri="{FF2B5EF4-FFF2-40B4-BE49-F238E27FC236}">
                  <a16:creationId xmlns:a16="http://schemas.microsoft.com/office/drawing/2014/main" id="{B7785334-7690-4CF7-9269-7772426EDD7F}"/>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274">
              <a:extLst>
                <a:ext uri="{FF2B5EF4-FFF2-40B4-BE49-F238E27FC236}">
                  <a16:creationId xmlns:a16="http://schemas.microsoft.com/office/drawing/2014/main" id="{1D74AEA1-716D-444E-9FA0-111672E596C6}"/>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276">
              <a:extLst>
                <a:ext uri="{FF2B5EF4-FFF2-40B4-BE49-F238E27FC236}">
                  <a16:creationId xmlns:a16="http://schemas.microsoft.com/office/drawing/2014/main" id="{3438C147-B1A7-4B1E-AE39-DA7715FBB4D4}"/>
                </a:ext>
              </a:extLst>
            </p:cNvPr>
            <p:cNvSpPr>
              <a:spLocks noChangeArrowheads="1"/>
            </p:cNvSpPr>
            <p:nvPr/>
          </p:nvSpPr>
          <p:spPr bwMode="auto">
            <a:xfrm>
              <a:off x="35411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277">
              <a:extLst>
                <a:ext uri="{FF2B5EF4-FFF2-40B4-BE49-F238E27FC236}">
                  <a16:creationId xmlns:a16="http://schemas.microsoft.com/office/drawing/2014/main" id="{84AA6B27-1DF9-4C1A-8EB8-285EAD7752BB}"/>
                </a:ext>
              </a:extLst>
            </p:cNvPr>
            <p:cNvSpPr>
              <a:spLocks noChangeArrowheads="1"/>
            </p:cNvSpPr>
            <p:nvPr/>
          </p:nvSpPr>
          <p:spPr bwMode="auto">
            <a:xfrm>
              <a:off x="80954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278">
              <a:extLst>
                <a:ext uri="{FF2B5EF4-FFF2-40B4-BE49-F238E27FC236}">
                  <a16:creationId xmlns:a16="http://schemas.microsoft.com/office/drawing/2014/main" id="{EC4CD7F9-CEBB-45D2-BC0F-696E95FC1ED0}"/>
                </a:ext>
              </a:extLst>
            </p:cNvPr>
            <p:cNvSpPr>
              <a:spLocks noChangeArrowheads="1"/>
            </p:cNvSpPr>
            <p:nvPr/>
          </p:nvSpPr>
          <p:spPr bwMode="auto">
            <a:xfrm>
              <a:off x="126380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279">
              <a:extLst>
                <a:ext uri="{FF2B5EF4-FFF2-40B4-BE49-F238E27FC236}">
                  <a16:creationId xmlns:a16="http://schemas.microsoft.com/office/drawing/2014/main" id="{25CE44E3-3ADD-478D-A105-8FBE0876C3E3}"/>
                </a:ext>
              </a:extLst>
            </p:cNvPr>
            <p:cNvSpPr>
              <a:spLocks noChangeArrowheads="1"/>
            </p:cNvSpPr>
            <p:nvPr/>
          </p:nvSpPr>
          <p:spPr bwMode="auto">
            <a:xfrm>
              <a:off x="1719239"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80">
              <a:extLst>
                <a:ext uri="{FF2B5EF4-FFF2-40B4-BE49-F238E27FC236}">
                  <a16:creationId xmlns:a16="http://schemas.microsoft.com/office/drawing/2014/main" id="{A8F0BFFE-3D79-4101-821A-4AF5607ECB15}"/>
                </a:ext>
              </a:extLst>
            </p:cNvPr>
            <p:cNvSpPr>
              <a:spLocks noChangeArrowheads="1"/>
            </p:cNvSpPr>
            <p:nvPr/>
          </p:nvSpPr>
          <p:spPr bwMode="auto">
            <a:xfrm>
              <a:off x="2173502"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81">
              <a:extLst>
                <a:ext uri="{FF2B5EF4-FFF2-40B4-BE49-F238E27FC236}">
                  <a16:creationId xmlns:a16="http://schemas.microsoft.com/office/drawing/2014/main" id="{84D419AF-8225-41B8-86F5-75B9A63B28CE}"/>
                </a:ext>
              </a:extLst>
            </p:cNvPr>
            <p:cNvSpPr>
              <a:spLocks noChangeArrowheads="1"/>
            </p:cNvSpPr>
            <p:nvPr/>
          </p:nvSpPr>
          <p:spPr bwMode="auto">
            <a:xfrm>
              <a:off x="262893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82">
              <a:extLst>
                <a:ext uri="{FF2B5EF4-FFF2-40B4-BE49-F238E27FC236}">
                  <a16:creationId xmlns:a16="http://schemas.microsoft.com/office/drawing/2014/main" id="{4E58BD16-2A71-4755-BC85-16C8F3739257}"/>
                </a:ext>
              </a:extLst>
            </p:cNvPr>
            <p:cNvSpPr>
              <a:spLocks noChangeArrowheads="1"/>
            </p:cNvSpPr>
            <p:nvPr/>
          </p:nvSpPr>
          <p:spPr bwMode="auto">
            <a:xfrm>
              <a:off x="308319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83">
              <a:extLst>
                <a:ext uri="{FF2B5EF4-FFF2-40B4-BE49-F238E27FC236}">
                  <a16:creationId xmlns:a16="http://schemas.microsoft.com/office/drawing/2014/main" id="{F56B1EBF-9ACC-4EEA-9794-00E325DCA5C8}"/>
                </a:ext>
              </a:extLst>
            </p:cNvPr>
            <p:cNvSpPr>
              <a:spLocks noChangeArrowheads="1"/>
            </p:cNvSpPr>
            <p:nvPr/>
          </p:nvSpPr>
          <p:spPr bwMode="auto">
            <a:xfrm>
              <a:off x="353863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84">
              <a:extLst>
                <a:ext uri="{FF2B5EF4-FFF2-40B4-BE49-F238E27FC236}">
                  <a16:creationId xmlns:a16="http://schemas.microsoft.com/office/drawing/2014/main" id="{CCFE505E-DEE7-4620-81F5-36AFA872F47C}"/>
                </a:ext>
              </a:extLst>
            </p:cNvPr>
            <p:cNvSpPr>
              <a:spLocks noChangeArrowheads="1"/>
            </p:cNvSpPr>
            <p:nvPr/>
          </p:nvSpPr>
          <p:spPr bwMode="auto">
            <a:xfrm>
              <a:off x="399289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9" name="Rectangle 285">
              <a:extLst>
                <a:ext uri="{FF2B5EF4-FFF2-40B4-BE49-F238E27FC236}">
                  <a16:creationId xmlns:a16="http://schemas.microsoft.com/office/drawing/2014/main" id="{30C4E4C1-9D8B-44EC-8D99-2E618636E26D}"/>
                </a:ext>
              </a:extLst>
            </p:cNvPr>
            <p:cNvSpPr>
              <a:spLocks noChangeArrowheads="1"/>
            </p:cNvSpPr>
            <p:nvPr/>
          </p:nvSpPr>
          <p:spPr bwMode="auto">
            <a:xfrm>
              <a:off x="4448327"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0" name="Rectangle 286">
              <a:extLst>
                <a:ext uri="{FF2B5EF4-FFF2-40B4-BE49-F238E27FC236}">
                  <a16:creationId xmlns:a16="http://schemas.microsoft.com/office/drawing/2014/main" id="{775CBB56-B210-43F2-87E2-DE5A0CA40D46}"/>
                </a:ext>
              </a:extLst>
            </p:cNvPr>
            <p:cNvSpPr>
              <a:spLocks noChangeArrowheads="1"/>
            </p:cNvSpPr>
            <p:nvPr/>
          </p:nvSpPr>
          <p:spPr bwMode="auto">
            <a:xfrm>
              <a:off x="490259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1" name="Rectangle 287">
              <a:extLst>
                <a:ext uri="{FF2B5EF4-FFF2-40B4-BE49-F238E27FC236}">
                  <a16:creationId xmlns:a16="http://schemas.microsoft.com/office/drawing/2014/main" id="{6667B41B-9A3E-4667-A1C7-B7369F01012C}"/>
                </a:ext>
              </a:extLst>
            </p:cNvPr>
            <p:cNvSpPr>
              <a:spLocks noChangeArrowheads="1"/>
            </p:cNvSpPr>
            <p:nvPr/>
          </p:nvSpPr>
          <p:spPr bwMode="auto">
            <a:xfrm>
              <a:off x="5358022"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2" name="Rectangle 288">
              <a:extLst>
                <a:ext uri="{FF2B5EF4-FFF2-40B4-BE49-F238E27FC236}">
                  <a16:creationId xmlns:a16="http://schemas.microsoft.com/office/drawing/2014/main" id="{796F6F02-6043-46B6-ACB2-F0D85A8658E6}"/>
                </a:ext>
              </a:extLst>
            </p:cNvPr>
            <p:cNvSpPr>
              <a:spLocks noChangeArrowheads="1"/>
            </p:cNvSpPr>
            <p:nvPr/>
          </p:nvSpPr>
          <p:spPr bwMode="auto">
            <a:xfrm>
              <a:off x="5812285"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3" name="Rectangle 289">
              <a:extLst>
                <a:ext uri="{FF2B5EF4-FFF2-40B4-BE49-F238E27FC236}">
                  <a16:creationId xmlns:a16="http://schemas.microsoft.com/office/drawing/2014/main" id="{929725D4-ED31-40E2-8AB3-47D0FD5DE573}"/>
                </a:ext>
              </a:extLst>
            </p:cNvPr>
            <p:cNvSpPr>
              <a:spLocks noChangeArrowheads="1"/>
            </p:cNvSpPr>
            <p:nvPr/>
          </p:nvSpPr>
          <p:spPr bwMode="auto">
            <a:xfrm>
              <a:off x="6267718"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4" name="Rectangle 290">
              <a:extLst>
                <a:ext uri="{FF2B5EF4-FFF2-40B4-BE49-F238E27FC236}">
                  <a16:creationId xmlns:a16="http://schemas.microsoft.com/office/drawing/2014/main" id="{6E0AE0BD-ECE4-468E-A5C9-0DE456154DD2}"/>
                </a:ext>
              </a:extLst>
            </p:cNvPr>
            <p:cNvSpPr>
              <a:spLocks noChangeArrowheads="1"/>
            </p:cNvSpPr>
            <p:nvPr/>
          </p:nvSpPr>
          <p:spPr bwMode="auto">
            <a:xfrm>
              <a:off x="6721981"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5" name="Rectangle 291">
              <a:extLst>
                <a:ext uri="{FF2B5EF4-FFF2-40B4-BE49-F238E27FC236}">
                  <a16:creationId xmlns:a16="http://schemas.microsoft.com/office/drawing/2014/main" id="{4400955C-33E1-4C75-9F63-728D8665A91F}"/>
                </a:ext>
              </a:extLst>
            </p:cNvPr>
            <p:cNvSpPr>
              <a:spLocks noChangeArrowheads="1"/>
            </p:cNvSpPr>
            <p:nvPr/>
          </p:nvSpPr>
          <p:spPr bwMode="auto">
            <a:xfrm>
              <a:off x="7177414"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6" name="Rectangle 292">
              <a:extLst>
                <a:ext uri="{FF2B5EF4-FFF2-40B4-BE49-F238E27FC236}">
                  <a16:creationId xmlns:a16="http://schemas.microsoft.com/office/drawing/2014/main" id="{D961C0B6-3B1B-4839-857B-114099F3F192}"/>
                </a:ext>
              </a:extLst>
            </p:cNvPr>
            <p:cNvSpPr>
              <a:spLocks noChangeArrowheads="1"/>
            </p:cNvSpPr>
            <p:nvPr/>
          </p:nvSpPr>
          <p:spPr bwMode="auto">
            <a:xfrm>
              <a:off x="7631676"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7" name="Rectangle 293">
              <a:extLst>
                <a:ext uri="{FF2B5EF4-FFF2-40B4-BE49-F238E27FC236}">
                  <a16:creationId xmlns:a16="http://schemas.microsoft.com/office/drawing/2014/main" id="{DF5F8018-F3F9-4B6A-961C-FDE42B1ACFD9}"/>
                </a:ext>
              </a:extLst>
            </p:cNvPr>
            <p:cNvSpPr>
              <a:spLocks noChangeArrowheads="1"/>
            </p:cNvSpPr>
            <p:nvPr/>
          </p:nvSpPr>
          <p:spPr bwMode="auto">
            <a:xfrm>
              <a:off x="8087110"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8" name="Rectangle 294">
              <a:extLst>
                <a:ext uri="{FF2B5EF4-FFF2-40B4-BE49-F238E27FC236}">
                  <a16:creationId xmlns:a16="http://schemas.microsoft.com/office/drawing/2014/main" id="{F9B0F8D9-7724-4ACF-BA7F-110AA4FF0CD6}"/>
                </a:ext>
              </a:extLst>
            </p:cNvPr>
            <p:cNvSpPr>
              <a:spLocks noChangeArrowheads="1"/>
            </p:cNvSpPr>
            <p:nvPr/>
          </p:nvSpPr>
          <p:spPr bwMode="auto">
            <a:xfrm>
              <a:off x="8541373"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9" name="Rectangle 295">
              <a:extLst>
                <a:ext uri="{FF2B5EF4-FFF2-40B4-BE49-F238E27FC236}">
                  <a16:creationId xmlns:a16="http://schemas.microsoft.com/office/drawing/2014/main" id="{1D3659AF-0565-450F-85E1-3D9707E72F53}"/>
                </a:ext>
              </a:extLst>
            </p:cNvPr>
            <p:cNvSpPr>
              <a:spLocks noChangeArrowheads="1"/>
            </p:cNvSpPr>
            <p:nvPr/>
          </p:nvSpPr>
          <p:spPr bwMode="auto">
            <a:xfrm>
              <a:off x="8996805"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0" name="Rectangle 296">
              <a:extLst>
                <a:ext uri="{FF2B5EF4-FFF2-40B4-BE49-F238E27FC236}">
                  <a16:creationId xmlns:a16="http://schemas.microsoft.com/office/drawing/2014/main" id="{5FE90139-0B55-4644-A3B5-120193B9A581}"/>
                </a:ext>
              </a:extLst>
            </p:cNvPr>
            <p:cNvSpPr>
              <a:spLocks noChangeArrowheads="1"/>
            </p:cNvSpPr>
            <p:nvPr/>
          </p:nvSpPr>
          <p:spPr bwMode="auto">
            <a:xfrm>
              <a:off x="9451068"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1" name="Rectangle 297">
              <a:extLst>
                <a:ext uri="{FF2B5EF4-FFF2-40B4-BE49-F238E27FC236}">
                  <a16:creationId xmlns:a16="http://schemas.microsoft.com/office/drawing/2014/main" id="{5C52DEE4-F75A-448E-AC22-D4A8424D605A}"/>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2" name="Rectangle 298">
              <a:extLst>
                <a:ext uri="{FF2B5EF4-FFF2-40B4-BE49-F238E27FC236}">
                  <a16:creationId xmlns:a16="http://schemas.microsoft.com/office/drawing/2014/main" id="{0FAA6019-458E-49C0-82BF-4DA9376EF5EF}"/>
                </a:ext>
              </a:extLst>
            </p:cNvPr>
            <p:cNvSpPr>
              <a:spLocks noChangeArrowheads="1"/>
            </p:cNvSpPr>
            <p:nvPr/>
          </p:nvSpPr>
          <p:spPr bwMode="auto">
            <a:xfrm>
              <a:off x="10360764"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3" name="Rectangle 299">
              <a:extLst>
                <a:ext uri="{FF2B5EF4-FFF2-40B4-BE49-F238E27FC236}">
                  <a16:creationId xmlns:a16="http://schemas.microsoft.com/office/drawing/2014/main" id="{A10BEF18-4D65-4ECD-AD29-9B429488E510}"/>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4" name="Rectangle 300">
              <a:extLst>
                <a:ext uri="{FF2B5EF4-FFF2-40B4-BE49-F238E27FC236}">
                  <a16:creationId xmlns:a16="http://schemas.microsoft.com/office/drawing/2014/main" id="{B5150899-574E-4361-8BD8-908931E2F979}"/>
                </a:ext>
              </a:extLst>
            </p:cNvPr>
            <p:cNvSpPr>
              <a:spLocks noChangeArrowheads="1"/>
            </p:cNvSpPr>
            <p:nvPr/>
          </p:nvSpPr>
          <p:spPr bwMode="auto">
            <a:xfrm>
              <a:off x="11270460" y="54069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5" name="Rectangle 301">
              <a:extLst>
                <a:ext uri="{FF2B5EF4-FFF2-40B4-BE49-F238E27FC236}">
                  <a16:creationId xmlns:a16="http://schemas.microsoft.com/office/drawing/2014/main" id="{BEA711FE-B1AF-4B37-81CB-C560FA27C379}"/>
                </a:ext>
              </a:extLst>
            </p:cNvPr>
            <p:cNvSpPr>
              <a:spLocks noChangeArrowheads="1"/>
            </p:cNvSpPr>
            <p:nvPr/>
          </p:nvSpPr>
          <p:spPr bwMode="auto">
            <a:xfrm>
              <a:off x="11725893" y="54069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6" name="Rectangle 303">
              <a:extLst>
                <a:ext uri="{FF2B5EF4-FFF2-40B4-BE49-F238E27FC236}">
                  <a16:creationId xmlns:a16="http://schemas.microsoft.com/office/drawing/2014/main" id="{80E4ED87-41E6-49B3-91BA-686B2B81BE5B}"/>
                </a:ext>
              </a:extLst>
            </p:cNvPr>
            <p:cNvSpPr>
              <a:spLocks noChangeArrowheads="1"/>
            </p:cNvSpPr>
            <p:nvPr/>
          </p:nvSpPr>
          <p:spPr bwMode="auto">
            <a:xfrm>
              <a:off x="35411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7" name="Rectangle 304">
              <a:extLst>
                <a:ext uri="{FF2B5EF4-FFF2-40B4-BE49-F238E27FC236}">
                  <a16:creationId xmlns:a16="http://schemas.microsoft.com/office/drawing/2014/main" id="{4E9BE40A-EE42-4123-8BA0-FF7F0385F340}"/>
                </a:ext>
              </a:extLst>
            </p:cNvPr>
            <p:cNvSpPr>
              <a:spLocks noChangeArrowheads="1"/>
            </p:cNvSpPr>
            <p:nvPr/>
          </p:nvSpPr>
          <p:spPr bwMode="auto">
            <a:xfrm>
              <a:off x="809543"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8" name="Rectangle 305">
              <a:extLst>
                <a:ext uri="{FF2B5EF4-FFF2-40B4-BE49-F238E27FC236}">
                  <a16:creationId xmlns:a16="http://schemas.microsoft.com/office/drawing/2014/main" id="{B611F1C1-8FC2-46A0-9BD2-C302F7B52C75}"/>
                </a:ext>
              </a:extLst>
            </p:cNvPr>
            <p:cNvSpPr>
              <a:spLocks noChangeArrowheads="1"/>
            </p:cNvSpPr>
            <p:nvPr/>
          </p:nvSpPr>
          <p:spPr bwMode="auto">
            <a:xfrm>
              <a:off x="126380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9" name="Rectangle 306">
              <a:extLst>
                <a:ext uri="{FF2B5EF4-FFF2-40B4-BE49-F238E27FC236}">
                  <a16:creationId xmlns:a16="http://schemas.microsoft.com/office/drawing/2014/main" id="{930B6D85-2884-41AB-BDBA-4E324F36B453}"/>
                </a:ext>
              </a:extLst>
            </p:cNvPr>
            <p:cNvSpPr>
              <a:spLocks noChangeArrowheads="1"/>
            </p:cNvSpPr>
            <p:nvPr/>
          </p:nvSpPr>
          <p:spPr bwMode="auto">
            <a:xfrm>
              <a:off x="1719239"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0" name="Rectangle 307">
              <a:extLst>
                <a:ext uri="{FF2B5EF4-FFF2-40B4-BE49-F238E27FC236}">
                  <a16:creationId xmlns:a16="http://schemas.microsoft.com/office/drawing/2014/main" id="{7F9C1F3D-FD52-424C-9FF6-C48477A4981B}"/>
                </a:ext>
              </a:extLst>
            </p:cNvPr>
            <p:cNvSpPr>
              <a:spLocks noChangeArrowheads="1"/>
            </p:cNvSpPr>
            <p:nvPr/>
          </p:nvSpPr>
          <p:spPr bwMode="auto">
            <a:xfrm>
              <a:off x="2173502"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1" name="Rectangle 308">
              <a:extLst>
                <a:ext uri="{FF2B5EF4-FFF2-40B4-BE49-F238E27FC236}">
                  <a16:creationId xmlns:a16="http://schemas.microsoft.com/office/drawing/2014/main" id="{E7486E9D-3A69-4A97-AA5C-AF76EF8F51C6}"/>
                </a:ext>
              </a:extLst>
            </p:cNvPr>
            <p:cNvSpPr>
              <a:spLocks noChangeArrowheads="1"/>
            </p:cNvSpPr>
            <p:nvPr/>
          </p:nvSpPr>
          <p:spPr bwMode="auto">
            <a:xfrm>
              <a:off x="262893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2" name="Rectangle 309">
              <a:extLst>
                <a:ext uri="{FF2B5EF4-FFF2-40B4-BE49-F238E27FC236}">
                  <a16:creationId xmlns:a16="http://schemas.microsoft.com/office/drawing/2014/main" id="{0AA7E796-96DA-498C-93D9-136DDFB2FCF2}"/>
                </a:ext>
              </a:extLst>
            </p:cNvPr>
            <p:cNvSpPr>
              <a:spLocks noChangeArrowheads="1"/>
            </p:cNvSpPr>
            <p:nvPr/>
          </p:nvSpPr>
          <p:spPr bwMode="auto">
            <a:xfrm>
              <a:off x="308319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3" name="Rectangle 310">
              <a:extLst>
                <a:ext uri="{FF2B5EF4-FFF2-40B4-BE49-F238E27FC236}">
                  <a16:creationId xmlns:a16="http://schemas.microsoft.com/office/drawing/2014/main" id="{A66B0CB8-31EE-439B-AC73-841AF9BC5F30}"/>
                </a:ext>
              </a:extLst>
            </p:cNvPr>
            <p:cNvSpPr>
              <a:spLocks noChangeArrowheads="1"/>
            </p:cNvSpPr>
            <p:nvPr/>
          </p:nvSpPr>
          <p:spPr bwMode="auto">
            <a:xfrm>
              <a:off x="353863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4" name="Rectangle 311">
              <a:extLst>
                <a:ext uri="{FF2B5EF4-FFF2-40B4-BE49-F238E27FC236}">
                  <a16:creationId xmlns:a16="http://schemas.microsoft.com/office/drawing/2014/main" id="{3369CA06-5E6E-4F9E-A1F5-CDE8295570AF}"/>
                </a:ext>
              </a:extLst>
            </p:cNvPr>
            <p:cNvSpPr>
              <a:spLocks noChangeArrowheads="1"/>
            </p:cNvSpPr>
            <p:nvPr/>
          </p:nvSpPr>
          <p:spPr bwMode="auto">
            <a:xfrm>
              <a:off x="399289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5" name="Rectangle 312">
              <a:extLst>
                <a:ext uri="{FF2B5EF4-FFF2-40B4-BE49-F238E27FC236}">
                  <a16:creationId xmlns:a16="http://schemas.microsoft.com/office/drawing/2014/main" id="{E99CE921-0DE8-4AB7-AC5C-1424E0C194CF}"/>
                </a:ext>
              </a:extLst>
            </p:cNvPr>
            <p:cNvSpPr>
              <a:spLocks noChangeArrowheads="1"/>
            </p:cNvSpPr>
            <p:nvPr/>
          </p:nvSpPr>
          <p:spPr bwMode="auto">
            <a:xfrm>
              <a:off x="444832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6" name="Rectangle 313">
              <a:extLst>
                <a:ext uri="{FF2B5EF4-FFF2-40B4-BE49-F238E27FC236}">
                  <a16:creationId xmlns:a16="http://schemas.microsoft.com/office/drawing/2014/main" id="{44B0D7FC-1229-4D80-AFFC-1892AC41BCE3}"/>
                </a:ext>
              </a:extLst>
            </p:cNvPr>
            <p:cNvSpPr>
              <a:spLocks noChangeArrowheads="1"/>
            </p:cNvSpPr>
            <p:nvPr/>
          </p:nvSpPr>
          <p:spPr bwMode="auto">
            <a:xfrm>
              <a:off x="4902590"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7" name="Rectangle 314">
              <a:extLst>
                <a:ext uri="{FF2B5EF4-FFF2-40B4-BE49-F238E27FC236}">
                  <a16:creationId xmlns:a16="http://schemas.microsoft.com/office/drawing/2014/main" id="{9CC127BC-9564-47FC-B62B-448598DBAB57}"/>
                </a:ext>
              </a:extLst>
            </p:cNvPr>
            <p:cNvSpPr>
              <a:spLocks noChangeArrowheads="1"/>
            </p:cNvSpPr>
            <p:nvPr/>
          </p:nvSpPr>
          <p:spPr bwMode="auto">
            <a:xfrm>
              <a:off x="535802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8" name="Rectangle 315">
              <a:extLst>
                <a:ext uri="{FF2B5EF4-FFF2-40B4-BE49-F238E27FC236}">
                  <a16:creationId xmlns:a16="http://schemas.microsoft.com/office/drawing/2014/main" id="{B9AB1F98-2ED9-4FA8-B563-43ABB5173B26}"/>
                </a:ext>
              </a:extLst>
            </p:cNvPr>
            <p:cNvSpPr>
              <a:spLocks noChangeArrowheads="1"/>
            </p:cNvSpPr>
            <p:nvPr/>
          </p:nvSpPr>
          <p:spPr bwMode="auto">
            <a:xfrm>
              <a:off x="5812285"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9" name="Rectangle 316">
              <a:extLst>
                <a:ext uri="{FF2B5EF4-FFF2-40B4-BE49-F238E27FC236}">
                  <a16:creationId xmlns:a16="http://schemas.microsoft.com/office/drawing/2014/main" id="{A6DA074F-063A-4813-AE3D-039A5CEC3F77}"/>
                </a:ext>
              </a:extLst>
            </p:cNvPr>
            <p:cNvSpPr>
              <a:spLocks noChangeArrowheads="1"/>
            </p:cNvSpPr>
            <p:nvPr/>
          </p:nvSpPr>
          <p:spPr bwMode="auto">
            <a:xfrm>
              <a:off x="6267718"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0" name="Rectangle 317">
              <a:extLst>
                <a:ext uri="{FF2B5EF4-FFF2-40B4-BE49-F238E27FC236}">
                  <a16:creationId xmlns:a16="http://schemas.microsoft.com/office/drawing/2014/main" id="{E2D48949-643D-4CD5-94F2-5B81BCC4A407}"/>
                </a:ext>
              </a:extLst>
            </p:cNvPr>
            <p:cNvSpPr>
              <a:spLocks noChangeArrowheads="1"/>
            </p:cNvSpPr>
            <p:nvPr/>
          </p:nvSpPr>
          <p:spPr bwMode="auto">
            <a:xfrm>
              <a:off x="6721981"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1" name="Rectangle 318">
              <a:extLst>
                <a:ext uri="{FF2B5EF4-FFF2-40B4-BE49-F238E27FC236}">
                  <a16:creationId xmlns:a16="http://schemas.microsoft.com/office/drawing/2014/main" id="{00728DC9-776B-49FA-ABFC-CE0772CDA2EE}"/>
                </a:ext>
              </a:extLst>
            </p:cNvPr>
            <p:cNvSpPr>
              <a:spLocks noChangeArrowheads="1"/>
            </p:cNvSpPr>
            <p:nvPr/>
          </p:nvSpPr>
          <p:spPr bwMode="auto">
            <a:xfrm>
              <a:off x="7177414"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2" name="Rectangle 319">
              <a:extLst>
                <a:ext uri="{FF2B5EF4-FFF2-40B4-BE49-F238E27FC236}">
                  <a16:creationId xmlns:a16="http://schemas.microsoft.com/office/drawing/2014/main" id="{F940E1FC-5AC7-4790-9F31-160A60507111}"/>
                </a:ext>
              </a:extLst>
            </p:cNvPr>
            <p:cNvSpPr>
              <a:spLocks noChangeArrowheads="1"/>
            </p:cNvSpPr>
            <p:nvPr/>
          </p:nvSpPr>
          <p:spPr bwMode="auto">
            <a:xfrm>
              <a:off x="7631676"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3" name="Rectangle 320">
              <a:extLst>
                <a:ext uri="{FF2B5EF4-FFF2-40B4-BE49-F238E27FC236}">
                  <a16:creationId xmlns:a16="http://schemas.microsoft.com/office/drawing/2014/main" id="{9A9BC016-C68C-4EA0-9BAE-277C05D16E62}"/>
                </a:ext>
              </a:extLst>
            </p:cNvPr>
            <p:cNvSpPr>
              <a:spLocks noChangeArrowheads="1"/>
            </p:cNvSpPr>
            <p:nvPr/>
          </p:nvSpPr>
          <p:spPr bwMode="auto">
            <a:xfrm>
              <a:off x="8087110"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4" name="Rectangle 321">
              <a:extLst>
                <a:ext uri="{FF2B5EF4-FFF2-40B4-BE49-F238E27FC236}">
                  <a16:creationId xmlns:a16="http://schemas.microsoft.com/office/drawing/2014/main" id="{85D72911-CD6D-4223-B9B7-AF8B7667D669}"/>
                </a:ext>
              </a:extLst>
            </p:cNvPr>
            <p:cNvSpPr>
              <a:spLocks noChangeArrowheads="1"/>
            </p:cNvSpPr>
            <p:nvPr/>
          </p:nvSpPr>
          <p:spPr bwMode="auto">
            <a:xfrm>
              <a:off x="8541373"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5" name="Rectangle 322">
              <a:extLst>
                <a:ext uri="{FF2B5EF4-FFF2-40B4-BE49-F238E27FC236}">
                  <a16:creationId xmlns:a16="http://schemas.microsoft.com/office/drawing/2014/main" id="{44F55F88-B6F7-42F9-A7A0-92FA35616202}"/>
                </a:ext>
              </a:extLst>
            </p:cNvPr>
            <p:cNvSpPr>
              <a:spLocks noChangeArrowheads="1"/>
            </p:cNvSpPr>
            <p:nvPr/>
          </p:nvSpPr>
          <p:spPr bwMode="auto">
            <a:xfrm>
              <a:off x="8996805"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6" name="Rectangle 323">
              <a:extLst>
                <a:ext uri="{FF2B5EF4-FFF2-40B4-BE49-F238E27FC236}">
                  <a16:creationId xmlns:a16="http://schemas.microsoft.com/office/drawing/2014/main" id="{1FAEF597-1324-4785-A2F5-812B9B7E3CCF}"/>
                </a:ext>
              </a:extLst>
            </p:cNvPr>
            <p:cNvSpPr>
              <a:spLocks noChangeArrowheads="1"/>
            </p:cNvSpPr>
            <p:nvPr/>
          </p:nvSpPr>
          <p:spPr bwMode="auto">
            <a:xfrm>
              <a:off x="9451068" y="5915379"/>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7" name="Rectangle 324">
              <a:extLst>
                <a:ext uri="{FF2B5EF4-FFF2-40B4-BE49-F238E27FC236}">
                  <a16:creationId xmlns:a16="http://schemas.microsoft.com/office/drawing/2014/main" id="{547E500B-89FF-4790-A774-7467AA539E03}"/>
                </a:ext>
              </a:extLst>
            </p:cNvPr>
            <p:cNvSpPr>
              <a:spLocks noChangeArrowheads="1"/>
            </p:cNvSpPr>
            <p:nvPr/>
          </p:nvSpPr>
          <p:spPr bwMode="auto">
            <a:xfrm>
              <a:off x="9906502"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8" name="Rectangle 325">
              <a:extLst>
                <a:ext uri="{FF2B5EF4-FFF2-40B4-BE49-F238E27FC236}">
                  <a16:creationId xmlns:a16="http://schemas.microsoft.com/office/drawing/2014/main" id="{BDE832F9-2CD6-4DA9-8C6D-29D6EF4A68C3}"/>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9" name="Rectangle 326">
              <a:extLst>
                <a:ext uri="{FF2B5EF4-FFF2-40B4-BE49-F238E27FC236}">
                  <a16:creationId xmlns:a16="http://schemas.microsoft.com/office/drawing/2014/main" id="{8F14BE8F-17A2-48D9-99B9-13D9B36CFF51}"/>
                </a:ext>
              </a:extLst>
            </p:cNvPr>
            <p:cNvSpPr>
              <a:spLocks noChangeArrowheads="1"/>
            </p:cNvSpPr>
            <p:nvPr/>
          </p:nvSpPr>
          <p:spPr bwMode="auto">
            <a:xfrm>
              <a:off x="10816197" y="5915379"/>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0" name="Rectangle 327">
              <a:extLst>
                <a:ext uri="{FF2B5EF4-FFF2-40B4-BE49-F238E27FC236}">
                  <a16:creationId xmlns:a16="http://schemas.microsoft.com/office/drawing/2014/main" id="{2CA28AB2-A869-47B1-9798-9E8733980AC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1" name="Rectangle 328">
              <a:extLst>
                <a:ext uri="{FF2B5EF4-FFF2-40B4-BE49-F238E27FC236}">
                  <a16:creationId xmlns:a16="http://schemas.microsoft.com/office/drawing/2014/main" id="{FA45DCC4-369F-4348-B31A-DDD34207D995}"/>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2" name="Rectangle 303">
              <a:extLst>
                <a:ext uri="{FF2B5EF4-FFF2-40B4-BE49-F238E27FC236}">
                  <a16:creationId xmlns:a16="http://schemas.microsoft.com/office/drawing/2014/main" id="{5246F475-6CE9-44EF-B241-5C98A3993F47}"/>
                </a:ext>
              </a:extLst>
            </p:cNvPr>
            <p:cNvSpPr>
              <a:spLocks noChangeArrowheads="1"/>
            </p:cNvSpPr>
            <p:nvPr/>
          </p:nvSpPr>
          <p:spPr bwMode="auto">
            <a:xfrm>
              <a:off x="35411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3" name="Rectangle 304">
              <a:extLst>
                <a:ext uri="{FF2B5EF4-FFF2-40B4-BE49-F238E27FC236}">
                  <a16:creationId xmlns:a16="http://schemas.microsoft.com/office/drawing/2014/main" id="{0212C143-6DDE-4AC2-94C2-CCD6202BFFBB}"/>
                </a:ext>
              </a:extLst>
            </p:cNvPr>
            <p:cNvSpPr>
              <a:spLocks noChangeArrowheads="1"/>
            </p:cNvSpPr>
            <p:nvPr/>
          </p:nvSpPr>
          <p:spPr bwMode="auto">
            <a:xfrm>
              <a:off x="80954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4" name="Rectangle 305">
              <a:extLst>
                <a:ext uri="{FF2B5EF4-FFF2-40B4-BE49-F238E27FC236}">
                  <a16:creationId xmlns:a16="http://schemas.microsoft.com/office/drawing/2014/main" id="{DC9D434B-9E3A-4EBA-8C92-28B96B398B1A}"/>
                </a:ext>
              </a:extLst>
            </p:cNvPr>
            <p:cNvSpPr>
              <a:spLocks noChangeArrowheads="1"/>
            </p:cNvSpPr>
            <p:nvPr/>
          </p:nvSpPr>
          <p:spPr bwMode="auto">
            <a:xfrm>
              <a:off x="126380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5" name="Rectangle 306">
              <a:extLst>
                <a:ext uri="{FF2B5EF4-FFF2-40B4-BE49-F238E27FC236}">
                  <a16:creationId xmlns:a16="http://schemas.microsoft.com/office/drawing/2014/main" id="{C336F0B6-E934-4035-96C1-1890FAB7FC59}"/>
                </a:ext>
              </a:extLst>
            </p:cNvPr>
            <p:cNvSpPr>
              <a:spLocks noChangeArrowheads="1"/>
            </p:cNvSpPr>
            <p:nvPr/>
          </p:nvSpPr>
          <p:spPr bwMode="auto">
            <a:xfrm>
              <a:off x="1719239"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6" name="Rectangle 307">
              <a:extLst>
                <a:ext uri="{FF2B5EF4-FFF2-40B4-BE49-F238E27FC236}">
                  <a16:creationId xmlns:a16="http://schemas.microsoft.com/office/drawing/2014/main" id="{449858E0-3129-497A-A76F-A7B8CCC41D2C}"/>
                </a:ext>
              </a:extLst>
            </p:cNvPr>
            <p:cNvSpPr>
              <a:spLocks noChangeArrowheads="1"/>
            </p:cNvSpPr>
            <p:nvPr/>
          </p:nvSpPr>
          <p:spPr bwMode="auto">
            <a:xfrm>
              <a:off x="2173502"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7" name="Rectangle 308">
              <a:extLst>
                <a:ext uri="{FF2B5EF4-FFF2-40B4-BE49-F238E27FC236}">
                  <a16:creationId xmlns:a16="http://schemas.microsoft.com/office/drawing/2014/main" id="{5E5A0525-E0F7-473B-BF1D-921297C341BA}"/>
                </a:ext>
              </a:extLst>
            </p:cNvPr>
            <p:cNvSpPr>
              <a:spLocks noChangeArrowheads="1"/>
            </p:cNvSpPr>
            <p:nvPr/>
          </p:nvSpPr>
          <p:spPr bwMode="auto">
            <a:xfrm>
              <a:off x="262893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8" name="Rectangle 309">
              <a:extLst>
                <a:ext uri="{FF2B5EF4-FFF2-40B4-BE49-F238E27FC236}">
                  <a16:creationId xmlns:a16="http://schemas.microsoft.com/office/drawing/2014/main" id="{40BA3401-B130-4070-8812-6D1E64DFCA8B}"/>
                </a:ext>
              </a:extLst>
            </p:cNvPr>
            <p:cNvSpPr>
              <a:spLocks noChangeArrowheads="1"/>
            </p:cNvSpPr>
            <p:nvPr/>
          </p:nvSpPr>
          <p:spPr bwMode="auto">
            <a:xfrm>
              <a:off x="3083198"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9" name="Rectangle 310">
              <a:extLst>
                <a:ext uri="{FF2B5EF4-FFF2-40B4-BE49-F238E27FC236}">
                  <a16:creationId xmlns:a16="http://schemas.microsoft.com/office/drawing/2014/main" id="{43428A0F-0399-49CB-B65B-308D799020F2}"/>
                </a:ext>
              </a:extLst>
            </p:cNvPr>
            <p:cNvSpPr>
              <a:spLocks noChangeArrowheads="1"/>
            </p:cNvSpPr>
            <p:nvPr/>
          </p:nvSpPr>
          <p:spPr bwMode="auto">
            <a:xfrm>
              <a:off x="353863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0" name="Rectangle 311">
              <a:extLst>
                <a:ext uri="{FF2B5EF4-FFF2-40B4-BE49-F238E27FC236}">
                  <a16:creationId xmlns:a16="http://schemas.microsoft.com/office/drawing/2014/main" id="{03BCC0FA-5699-431F-8C8A-B7CFDACB8F0D}"/>
                </a:ext>
              </a:extLst>
            </p:cNvPr>
            <p:cNvSpPr>
              <a:spLocks noChangeArrowheads="1"/>
            </p:cNvSpPr>
            <p:nvPr/>
          </p:nvSpPr>
          <p:spPr bwMode="auto">
            <a:xfrm>
              <a:off x="399289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1" name="Rectangle 312">
              <a:extLst>
                <a:ext uri="{FF2B5EF4-FFF2-40B4-BE49-F238E27FC236}">
                  <a16:creationId xmlns:a16="http://schemas.microsoft.com/office/drawing/2014/main" id="{556516AA-1DCD-4F78-A473-1DD49BC9A983}"/>
                </a:ext>
              </a:extLst>
            </p:cNvPr>
            <p:cNvSpPr>
              <a:spLocks noChangeArrowheads="1"/>
            </p:cNvSpPr>
            <p:nvPr/>
          </p:nvSpPr>
          <p:spPr bwMode="auto">
            <a:xfrm>
              <a:off x="4448327"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2" name="Rectangle 313">
              <a:extLst>
                <a:ext uri="{FF2B5EF4-FFF2-40B4-BE49-F238E27FC236}">
                  <a16:creationId xmlns:a16="http://schemas.microsoft.com/office/drawing/2014/main" id="{CA00595A-8F2B-4D73-846B-3B7A9C584FFE}"/>
                </a:ext>
              </a:extLst>
            </p:cNvPr>
            <p:cNvSpPr>
              <a:spLocks noChangeArrowheads="1"/>
            </p:cNvSpPr>
            <p:nvPr/>
          </p:nvSpPr>
          <p:spPr bwMode="auto">
            <a:xfrm>
              <a:off x="490259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3" name="Rectangle 314">
              <a:extLst>
                <a:ext uri="{FF2B5EF4-FFF2-40B4-BE49-F238E27FC236}">
                  <a16:creationId xmlns:a16="http://schemas.microsoft.com/office/drawing/2014/main" id="{76207ABA-2173-41C4-88F3-C94E5346CD7D}"/>
                </a:ext>
              </a:extLst>
            </p:cNvPr>
            <p:cNvSpPr>
              <a:spLocks noChangeArrowheads="1"/>
            </p:cNvSpPr>
            <p:nvPr/>
          </p:nvSpPr>
          <p:spPr bwMode="auto">
            <a:xfrm>
              <a:off x="535802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4" name="Rectangle 315">
              <a:extLst>
                <a:ext uri="{FF2B5EF4-FFF2-40B4-BE49-F238E27FC236}">
                  <a16:creationId xmlns:a16="http://schemas.microsoft.com/office/drawing/2014/main" id="{22D2EBC9-8BFC-4568-9B2E-77642424867E}"/>
                </a:ext>
              </a:extLst>
            </p:cNvPr>
            <p:cNvSpPr>
              <a:spLocks noChangeArrowheads="1"/>
            </p:cNvSpPr>
            <p:nvPr/>
          </p:nvSpPr>
          <p:spPr bwMode="auto">
            <a:xfrm>
              <a:off x="5812285"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5" name="Rectangle 316">
              <a:extLst>
                <a:ext uri="{FF2B5EF4-FFF2-40B4-BE49-F238E27FC236}">
                  <a16:creationId xmlns:a16="http://schemas.microsoft.com/office/drawing/2014/main" id="{BCF3A8ED-BBBB-4991-AF9D-6BECE831C115}"/>
                </a:ext>
              </a:extLst>
            </p:cNvPr>
            <p:cNvSpPr>
              <a:spLocks noChangeArrowheads="1"/>
            </p:cNvSpPr>
            <p:nvPr/>
          </p:nvSpPr>
          <p:spPr bwMode="auto">
            <a:xfrm>
              <a:off x="6267718"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6" name="Rectangle 317">
              <a:extLst>
                <a:ext uri="{FF2B5EF4-FFF2-40B4-BE49-F238E27FC236}">
                  <a16:creationId xmlns:a16="http://schemas.microsoft.com/office/drawing/2014/main" id="{2C735C09-F863-40CC-B903-4E8394118D09}"/>
                </a:ext>
              </a:extLst>
            </p:cNvPr>
            <p:cNvSpPr>
              <a:spLocks noChangeArrowheads="1"/>
            </p:cNvSpPr>
            <p:nvPr/>
          </p:nvSpPr>
          <p:spPr bwMode="auto">
            <a:xfrm>
              <a:off x="6721981"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7" name="Rectangle 318">
              <a:extLst>
                <a:ext uri="{FF2B5EF4-FFF2-40B4-BE49-F238E27FC236}">
                  <a16:creationId xmlns:a16="http://schemas.microsoft.com/office/drawing/2014/main" id="{5B9A0F98-970C-4A0E-A6C7-B55BCE0CEDB0}"/>
                </a:ext>
              </a:extLst>
            </p:cNvPr>
            <p:cNvSpPr>
              <a:spLocks noChangeArrowheads="1"/>
            </p:cNvSpPr>
            <p:nvPr/>
          </p:nvSpPr>
          <p:spPr bwMode="auto">
            <a:xfrm>
              <a:off x="7177414"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8" name="Rectangle 319">
              <a:extLst>
                <a:ext uri="{FF2B5EF4-FFF2-40B4-BE49-F238E27FC236}">
                  <a16:creationId xmlns:a16="http://schemas.microsoft.com/office/drawing/2014/main" id="{19BA8D7A-9A73-4E82-8C3D-2920BAD2FB88}"/>
                </a:ext>
              </a:extLst>
            </p:cNvPr>
            <p:cNvSpPr>
              <a:spLocks noChangeArrowheads="1"/>
            </p:cNvSpPr>
            <p:nvPr/>
          </p:nvSpPr>
          <p:spPr bwMode="auto">
            <a:xfrm>
              <a:off x="7631676"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9" name="Rectangle 320">
              <a:extLst>
                <a:ext uri="{FF2B5EF4-FFF2-40B4-BE49-F238E27FC236}">
                  <a16:creationId xmlns:a16="http://schemas.microsoft.com/office/drawing/2014/main" id="{15718E9B-0168-4026-9DA9-25FB77F48789}"/>
                </a:ext>
              </a:extLst>
            </p:cNvPr>
            <p:cNvSpPr>
              <a:spLocks noChangeArrowheads="1"/>
            </p:cNvSpPr>
            <p:nvPr/>
          </p:nvSpPr>
          <p:spPr bwMode="auto">
            <a:xfrm>
              <a:off x="8087110"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0" name="Rectangle 321">
              <a:extLst>
                <a:ext uri="{FF2B5EF4-FFF2-40B4-BE49-F238E27FC236}">
                  <a16:creationId xmlns:a16="http://schemas.microsoft.com/office/drawing/2014/main" id="{66E782F6-03F2-4976-9939-4FFC8A6D9B6C}"/>
                </a:ext>
              </a:extLst>
            </p:cNvPr>
            <p:cNvSpPr>
              <a:spLocks noChangeArrowheads="1"/>
            </p:cNvSpPr>
            <p:nvPr/>
          </p:nvSpPr>
          <p:spPr bwMode="auto">
            <a:xfrm>
              <a:off x="8541373"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1" name="Rectangle 322">
              <a:extLst>
                <a:ext uri="{FF2B5EF4-FFF2-40B4-BE49-F238E27FC236}">
                  <a16:creationId xmlns:a16="http://schemas.microsoft.com/office/drawing/2014/main" id="{0EFF48D8-9A72-4410-B099-6490C047945F}"/>
                </a:ext>
              </a:extLst>
            </p:cNvPr>
            <p:cNvSpPr>
              <a:spLocks noChangeArrowheads="1"/>
            </p:cNvSpPr>
            <p:nvPr/>
          </p:nvSpPr>
          <p:spPr bwMode="auto">
            <a:xfrm>
              <a:off x="8996805"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2" name="Rectangle 323">
              <a:extLst>
                <a:ext uri="{FF2B5EF4-FFF2-40B4-BE49-F238E27FC236}">
                  <a16:creationId xmlns:a16="http://schemas.microsoft.com/office/drawing/2014/main" id="{8C821438-F658-42B0-81BE-28EF12CD7F62}"/>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3" name="Rectangle 324">
              <a:extLst>
                <a:ext uri="{FF2B5EF4-FFF2-40B4-BE49-F238E27FC236}">
                  <a16:creationId xmlns:a16="http://schemas.microsoft.com/office/drawing/2014/main" id="{280043D3-9357-4611-AA94-C9B58CB0E681}"/>
                </a:ext>
              </a:extLst>
            </p:cNvPr>
            <p:cNvSpPr>
              <a:spLocks noChangeArrowheads="1"/>
            </p:cNvSpPr>
            <p:nvPr/>
          </p:nvSpPr>
          <p:spPr bwMode="auto">
            <a:xfrm>
              <a:off x="9906502"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4" name="Rectangle 325">
              <a:extLst>
                <a:ext uri="{FF2B5EF4-FFF2-40B4-BE49-F238E27FC236}">
                  <a16:creationId xmlns:a16="http://schemas.microsoft.com/office/drawing/2014/main" id="{D7287905-0D7C-4A58-ABD6-A6554D1765E8}"/>
                </a:ext>
              </a:extLst>
            </p:cNvPr>
            <p:cNvSpPr>
              <a:spLocks noChangeArrowheads="1"/>
            </p:cNvSpPr>
            <p:nvPr/>
          </p:nvSpPr>
          <p:spPr bwMode="auto">
            <a:xfrm>
              <a:off x="10360764"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5" name="Rectangle 326">
              <a:extLst>
                <a:ext uri="{FF2B5EF4-FFF2-40B4-BE49-F238E27FC236}">
                  <a16:creationId xmlns:a16="http://schemas.microsoft.com/office/drawing/2014/main" id="{1D0E79F1-1AC9-47BF-B7F0-F709B8B444EB}"/>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6" name="Rectangle 327">
              <a:extLst>
                <a:ext uri="{FF2B5EF4-FFF2-40B4-BE49-F238E27FC236}">
                  <a16:creationId xmlns:a16="http://schemas.microsoft.com/office/drawing/2014/main" id="{83AB9594-60A2-4730-A801-A458EEE55EFB}"/>
                </a:ext>
              </a:extLst>
            </p:cNvPr>
            <p:cNvSpPr>
              <a:spLocks noChangeArrowheads="1"/>
            </p:cNvSpPr>
            <p:nvPr/>
          </p:nvSpPr>
          <p:spPr bwMode="auto">
            <a:xfrm>
              <a:off x="11270460" y="6422607"/>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7" name="Rectangle 328">
              <a:extLst>
                <a:ext uri="{FF2B5EF4-FFF2-40B4-BE49-F238E27FC236}">
                  <a16:creationId xmlns:a16="http://schemas.microsoft.com/office/drawing/2014/main" id="{62B13014-86D5-44D0-A96C-D2A34A6B60DE}"/>
                </a:ext>
              </a:extLst>
            </p:cNvPr>
            <p:cNvSpPr>
              <a:spLocks noChangeArrowheads="1"/>
            </p:cNvSpPr>
            <p:nvPr/>
          </p:nvSpPr>
          <p:spPr bwMode="auto">
            <a:xfrm>
              <a:off x="11725893" y="6422607"/>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Title 1"/>
          <p:cNvSpPr>
            <a:spLocks noGrp="1"/>
          </p:cNvSpPr>
          <p:nvPr>
            <p:ph type="ctrTitle"/>
          </p:nvPr>
        </p:nvSpPr>
        <p:spPr>
          <a:xfrm>
            <a:off x="3530893" y="2165593"/>
            <a:ext cx="5086633" cy="1943114"/>
          </a:xfrm>
        </p:spPr>
        <p:txBody>
          <a:bodyPr anchor="ctr">
            <a:noAutofit/>
          </a:bodyPr>
          <a:lstStyle>
            <a:lvl1pPr algn="ctr">
              <a:lnSpc>
                <a:spcPct val="90000"/>
              </a:lnSpc>
              <a:defRPr lang="en-US" sz="6000" b="1" kern="1200" smtClean="0">
                <a:solidFill>
                  <a:schemeClr val="bg1"/>
                </a:solidFill>
                <a:latin typeface="+mn-lt"/>
                <a:ea typeface="Segoe UI Black" panose="020B0A02040204020203" pitchFamily="34" charset="0"/>
                <a:cs typeface="+mj-cs"/>
              </a:defRPr>
            </a:lvl1pPr>
          </a:lstStyle>
          <a:p>
            <a:r>
              <a:rPr lang="en-US" dirty="0"/>
              <a:t>Click to edit</a:t>
            </a:r>
          </a:p>
        </p:txBody>
      </p:sp>
      <p:sp>
        <p:nvSpPr>
          <p:cNvPr id="3" name="Subtitle 2"/>
          <p:cNvSpPr>
            <a:spLocks noGrp="1"/>
          </p:cNvSpPr>
          <p:nvPr>
            <p:ph type="subTitle" idx="1"/>
          </p:nvPr>
        </p:nvSpPr>
        <p:spPr>
          <a:xfrm>
            <a:off x="3530893" y="4593057"/>
            <a:ext cx="5086633" cy="531269"/>
          </a:xfrm>
        </p:spPr>
        <p:txBody>
          <a:bodyPr>
            <a:normAutofit/>
          </a:bodyPr>
          <a:lstStyle>
            <a:lvl1pPr marL="0" indent="0" algn="ctr">
              <a:buNone/>
              <a:defRPr lang="en-US" sz="2400" kern="1200" smtClean="0">
                <a:solidFill>
                  <a:schemeClr val="accent2"/>
                </a:solidFill>
                <a:latin typeface="+mn-lt"/>
                <a:ea typeface="+mj-ea"/>
                <a:cs typeface="+mj-cs"/>
              </a:defRPr>
            </a:lvl1pPr>
            <a:lvl2pPr marL="609468" indent="0" algn="ctr">
              <a:buNone/>
              <a:defRPr>
                <a:solidFill>
                  <a:schemeClr val="tx1">
                    <a:tint val="75000"/>
                  </a:schemeClr>
                </a:solidFill>
              </a:defRPr>
            </a:lvl2pPr>
            <a:lvl3pPr marL="1218936" indent="0" algn="ctr">
              <a:buNone/>
              <a:defRPr>
                <a:solidFill>
                  <a:schemeClr val="tx1">
                    <a:tint val="75000"/>
                  </a:schemeClr>
                </a:solidFill>
              </a:defRPr>
            </a:lvl3pPr>
            <a:lvl4pPr marL="1828404" indent="0" algn="ctr">
              <a:buNone/>
              <a:defRPr>
                <a:solidFill>
                  <a:schemeClr val="tx1">
                    <a:tint val="75000"/>
                  </a:schemeClr>
                </a:solidFill>
              </a:defRPr>
            </a:lvl4pPr>
            <a:lvl5pPr marL="2437872" indent="0" algn="ctr">
              <a:buNone/>
              <a:defRPr>
                <a:solidFill>
                  <a:schemeClr val="tx1">
                    <a:tint val="75000"/>
                  </a:schemeClr>
                </a:solidFill>
              </a:defRPr>
            </a:lvl5pPr>
            <a:lvl6pPr marL="3047340" indent="0" algn="ctr">
              <a:buNone/>
              <a:defRPr>
                <a:solidFill>
                  <a:schemeClr val="tx1">
                    <a:tint val="75000"/>
                  </a:schemeClr>
                </a:solidFill>
              </a:defRPr>
            </a:lvl6pPr>
            <a:lvl7pPr marL="3656808" indent="0" algn="ctr">
              <a:buNone/>
              <a:defRPr>
                <a:solidFill>
                  <a:schemeClr val="tx1">
                    <a:tint val="75000"/>
                  </a:schemeClr>
                </a:solidFill>
              </a:defRPr>
            </a:lvl7pPr>
            <a:lvl8pPr marL="4266275" indent="0" algn="ctr">
              <a:buNone/>
              <a:defRPr>
                <a:solidFill>
                  <a:schemeClr val="tx1">
                    <a:tint val="75000"/>
                  </a:schemeClr>
                </a:solidFill>
              </a:defRPr>
            </a:lvl8pPr>
            <a:lvl9pPr marL="4875744" indent="0" algn="ctr">
              <a:buNone/>
              <a:defRPr>
                <a:solidFill>
                  <a:schemeClr val="tx1">
                    <a:tint val="75000"/>
                  </a:schemeClr>
                </a:solidFill>
              </a:defRPr>
            </a:lvl9pPr>
          </a:lstStyle>
          <a:p>
            <a:r>
              <a:rPr lang="en-US" dirty="0"/>
              <a:t>Click to edit Master subtitle style</a:t>
            </a:r>
          </a:p>
        </p:txBody>
      </p:sp>
      <p:sp>
        <p:nvSpPr>
          <p:cNvPr id="4" name="Date Placeholder 3"/>
          <p:cNvSpPr>
            <a:spLocks noGrp="1"/>
          </p:cNvSpPr>
          <p:nvPr>
            <p:ph type="dt" sz="half" idx="10"/>
          </p:nvPr>
        </p:nvSpPr>
        <p:spPr/>
        <p:txBody>
          <a:bodyPr/>
          <a:lstStyle/>
          <a:p>
            <a:fld id="{9578D6DB-6798-42D2-B9AD-FC6F1C72FC30}" type="datetimeFigureOut">
              <a:rPr lang="en-US" smtClean="0"/>
              <a:pPr/>
              <a:t>6/16/2026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r>
              <a:rPr lang="en-US" dirty="0"/>
              <a:t>www.anubhavtrainings.com</a:t>
            </a:r>
          </a:p>
        </p:txBody>
      </p:sp>
      <p:cxnSp>
        <p:nvCxnSpPr>
          <p:cNvPr id="263" name="Straight Connector 262">
            <a:extLst>
              <a:ext uri="{FF2B5EF4-FFF2-40B4-BE49-F238E27FC236}">
                <a16:creationId xmlns:a16="http://schemas.microsoft.com/office/drawing/2014/main" id="{2F3DD772-972B-4AAC-A0E6-89474032E07C}"/>
              </a:ext>
            </a:extLst>
          </p:cNvPr>
          <p:cNvCxnSpPr>
            <a:cxnSpLocks/>
          </p:cNvCxnSpPr>
          <p:nvPr userDrawn="1"/>
        </p:nvCxnSpPr>
        <p:spPr>
          <a:xfrm flipV="1">
            <a:off x="3530895" y="1938989"/>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267" name="Straight Connector 266">
            <a:extLst>
              <a:ext uri="{FF2B5EF4-FFF2-40B4-BE49-F238E27FC236}">
                <a16:creationId xmlns:a16="http://schemas.microsoft.com/office/drawing/2014/main" id="{4DEFF758-3B08-4F1C-869F-4C6B6755CFC3}"/>
              </a:ext>
            </a:extLst>
          </p:cNvPr>
          <p:cNvCxnSpPr>
            <a:cxnSpLocks/>
          </p:cNvCxnSpPr>
          <p:nvPr userDrawn="1"/>
        </p:nvCxnSpPr>
        <p:spPr>
          <a:xfrm flipV="1">
            <a:off x="3530895" y="4382337"/>
            <a:ext cx="5086632" cy="13976"/>
          </a:xfrm>
          <a:prstGeom prst="line">
            <a:avLst/>
          </a:prstGeom>
          <a:ln w="25400" cap="rnd">
            <a:solidFill>
              <a:schemeClr val="accent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41541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grpSp>
        <p:nvGrpSpPr>
          <p:cNvPr id="5" name="Group 4">
            <a:extLst>
              <a:ext uri="{FF2B5EF4-FFF2-40B4-BE49-F238E27FC236}">
                <a16:creationId xmlns:a16="http://schemas.microsoft.com/office/drawing/2014/main" id="{5F84C837-9DCF-4D09-8477-144AEA6C872E}"/>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6" name="Group 5">
              <a:extLst>
                <a:ext uri="{FF2B5EF4-FFF2-40B4-BE49-F238E27FC236}">
                  <a16:creationId xmlns:a16="http://schemas.microsoft.com/office/drawing/2014/main" id="{C87704B4-D820-4D37-AD30-8A5EB8A7D887}"/>
                </a:ext>
              </a:extLst>
            </p:cNvPr>
            <p:cNvGrpSpPr/>
            <p:nvPr/>
          </p:nvGrpSpPr>
          <p:grpSpPr>
            <a:xfrm>
              <a:off x="354110" y="326571"/>
              <a:ext cx="11480604" cy="109990"/>
              <a:chOff x="354110" y="326571"/>
              <a:chExt cx="11480604" cy="109990"/>
            </a:xfrm>
            <a:grpFill/>
          </p:grpSpPr>
          <p:sp>
            <p:nvSpPr>
              <p:cNvPr id="331" name="Rectangle 5">
                <a:extLst>
                  <a:ext uri="{FF2B5EF4-FFF2-40B4-BE49-F238E27FC236}">
                    <a16:creationId xmlns:a16="http://schemas.microsoft.com/office/drawing/2014/main" id="{A5DE7724-0266-4B26-B3E0-F4A53755EFD0}"/>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6">
                <a:extLst>
                  <a:ext uri="{FF2B5EF4-FFF2-40B4-BE49-F238E27FC236}">
                    <a16:creationId xmlns:a16="http://schemas.microsoft.com/office/drawing/2014/main" id="{92B81F68-69F1-412A-BA88-7CA31ABBD49C}"/>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7">
                <a:extLst>
                  <a:ext uri="{FF2B5EF4-FFF2-40B4-BE49-F238E27FC236}">
                    <a16:creationId xmlns:a16="http://schemas.microsoft.com/office/drawing/2014/main" id="{0DDE4945-C355-486A-AC39-DC1CBDD53A24}"/>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8">
                <a:extLst>
                  <a:ext uri="{FF2B5EF4-FFF2-40B4-BE49-F238E27FC236}">
                    <a16:creationId xmlns:a16="http://schemas.microsoft.com/office/drawing/2014/main" id="{17174557-3DA8-460E-9EA2-59F750420CB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9">
                <a:extLst>
                  <a:ext uri="{FF2B5EF4-FFF2-40B4-BE49-F238E27FC236}">
                    <a16:creationId xmlns:a16="http://schemas.microsoft.com/office/drawing/2014/main" id="{911127AB-1DEB-4137-A7FC-F7DE993952FC}"/>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10">
                <a:extLst>
                  <a:ext uri="{FF2B5EF4-FFF2-40B4-BE49-F238E27FC236}">
                    <a16:creationId xmlns:a16="http://schemas.microsoft.com/office/drawing/2014/main" id="{4E17A780-BA9E-4864-B26E-9C35A8E0639E}"/>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7" name="Rectangle 11">
                <a:extLst>
                  <a:ext uri="{FF2B5EF4-FFF2-40B4-BE49-F238E27FC236}">
                    <a16:creationId xmlns:a16="http://schemas.microsoft.com/office/drawing/2014/main" id="{314C61F4-16FA-4712-81C9-E6993CF2E328}"/>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12">
                <a:extLst>
                  <a:ext uri="{FF2B5EF4-FFF2-40B4-BE49-F238E27FC236}">
                    <a16:creationId xmlns:a16="http://schemas.microsoft.com/office/drawing/2014/main" id="{9B524249-3869-485B-86A9-F6134949E331}"/>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13">
                <a:extLst>
                  <a:ext uri="{FF2B5EF4-FFF2-40B4-BE49-F238E27FC236}">
                    <a16:creationId xmlns:a16="http://schemas.microsoft.com/office/drawing/2014/main" id="{DAAD3B7E-EB92-41AE-846B-19E6FD8D82DC}"/>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14">
                <a:extLst>
                  <a:ext uri="{FF2B5EF4-FFF2-40B4-BE49-F238E27FC236}">
                    <a16:creationId xmlns:a16="http://schemas.microsoft.com/office/drawing/2014/main" id="{7F852861-98F4-44DF-AF49-726C8F948D96}"/>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15">
                <a:extLst>
                  <a:ext uri="{FF2B5EF4-FFF2-40B4-BE49-F238E27FC236}">
                    <a16:creationId xmlns:a16="http://schemas.microsoft.com/office/drawing/2014/main" id="{0569D434-561F-415D-ADEF-1C97BBF45E15}"/>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6">
                <a:extLst>
                  <a:ext uri="{FF2B5EF4-FFF2-40B4-BE49-F238E27FC236}">
                    <a16:creationId xmlns:a16="http://schemas.microsoft.com/office/drawing/2014/main" id="{E51E1051-20E9-499B-9F47-D453C9C4AD7B}"/>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7">
                <a:extLst>
                  <a:ext uri="{FF2B5EF4-FFF2-40B4-BE49-F238E27FC236}">
                    <a16:creationId xmlns:a16="http://schemas.microsoft.com/office/drawing/2014/main" id="{0A15F00D-D432-491D-BD07-4D98418B4734}"/>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8">
                <a:extLst>
                  <a:ext uri="{FF2B5EF4-FFF2-40B4-BE49-F238E27FC236}">
                    <a16:creationId xmlns:a16="http://schemas.microsoft.com/office/drawing/2014/main" id="{E5C71B9E-2FEA-4B4A-9DAF-57371D0345E4}"/>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9">
                <a:extLst>
                  <a:ext uri="{FF2B5EF4-FFF2-40B4-BE49-F238E27FC236}">
                    <a16:creationId xmlns:a16="http://schemas.microsoft.com/office/drawing/2014/main" id="{0837AE5A-71E5-461E-86F8-382E419F4CEE}"/>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20">
                <a:extLst>
                  <a:ext uri="{FF2B5EF4-FFF2-40B4-BE49-F238E27FC236}">
                    <a16:creationId xmlns:a16="http://schemas.microsoft.com/office/drawing/2014/main" id="{226E3A9F-A5DF-4BD9-8BF9-BD63B178B3AA}"/>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21">
                <a:extLst>
                  <a:ext uri="{FF2B5EF4-FFF2-40B4-BE49-F238E27FC236}">
                    <a16:creationId xmlns:a16="http://schemas.microsoft.com/office/drawing/2014/main" id="{0E15EBF9-0C38-49EB-BCE1-F087FE7B15EF}"/>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22">
                <a:extLst>
                  <a:ext uri="{FF2B5EF4-FFF2-40B4-BE49-F238E27FC236}">
                    <a16:creationId xmlns:a16="http://schemas.microsoft.com/office/drawing/2014/main" id="{CC706D37-6C28-4D62-837A-3DCE52AF5FFE}"/>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23">
                <a:extLst>
                  <a:ext uri="{FF2B5EF4-FFF2-40B4-BE49-F238E27FC236}">
                    <a16:creationId xmlns:a16="http://schemas.microsoft.com/office/drawing/2014/main" id="{322A967E-C401-4E57-A3E0-032F5B3EE884}"/>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24">
                <a:extLst>
                  <a:ext uri="{FF2B5EF4-FFF2-40B4-BE49-F238E27FC236}">
                    <a16:creationId xmlns:a16="http://schemas.microsoft.com/office/drawing/2014/main" id="{4E47C428-6492-4775-B7F6-D97F4C21EE0A}"/>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25">
                <a:extLst>
                  <a:ext uri="{FF2B5EF4-FFF2-40B4-BE49-F238E27FC236}">
                    <a16:creationId xmlns:a16="http://schemas.microsoft.com/office/drawing/2014/main" id="{4FFE08B7-F49D-4351-AE15-CBCE56729225}"/>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6">
                <a:extLst>
                  <a:ext uri="{FF2B5EF4-FFF2-40B4-BE49-F238E27FC236}">
                    <a16:creationId xmlns:a16="http://schemas.microsoft.com/office/drawing/2014/main" id="{6ACFDA49-281E-4897-9BD4-34DD13A79222}"/>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7">
                <a:extLst>
                  <a:ext uri="{FF2B5EF4-FFF2-40B4-BE49-F238E27FC236}">
                    <a16:creationId xmlns:a16="http://schemas.microsoft.com/office/drawing/2014/main" id="{575841DC-16E8-4CB3-B2BC-119E646F211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8">
                <a:extLst>
                  <a:ext uri="{FF2B5EF4-FFF2-40B4-BE49-F238E27FC236}">
                    <a16:creationId xmlns:a16="http://schemas.microsoft.com/office/drawing/2014/main" id="{E1ED8453-673F-4AFA-BA06-840415974D38}"/>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9">
                <a:extLst>
                  <a:ext uri="{FF2B5EF4-FFF2-40B4-BE49-F238E27FC236}">
                    <a16:creationId xmlns:a16="http://schemas.microsoft.com/office/drawing/2014/main" id="{DC901148-F99B-414C-A333-EA3FE0A59038}"/>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30">
                <a:extLst>
                  <a:ext uri="{FF2B5EF4-FFF2-40B4-BE49-F238E27FC236}">
                    <a16:creationId xmlns:a16="http://schemas.microsoft.com/office/drawing/2014/main" id="{D5A0830B-E1AB-410A-8A04-76CEB6D7EF5C}"/>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7" name="Group 6">
              <a:extLst>
                <a:ext uri="{FF2B5EF4-FFF2-40B4-BE49-F238E27FC236}">
                  <a16:creationId xmlns:a16="http://schemas.microsoft.com/office/drawing/2014/main" id="{0440C2EB-8720-4F5C-8F92-8632FE72EE8A}"/>
                </a:ext>
              </a:extLst>
            </p:cNvPr>
            <p:cNvGrpSpPr/>
            <p:nvPr/>
          </p:nvGrpSpPr>
          <p:grpSpPr>
            <a:xfrm>
              <a:off x="354110" y="833283"/>
              <a:ext cx="11480604" cy="108822"/>
              <a:chOff x="354110" y="834963"/>
              <a:chExt cx="11480604" cy="108822"/>
            </a:xfrm>
            <a:grpFill/>
          </p:grpSpPr>
          <p:sp>
            <p:nvSpPr>
              <p:cNvPr id="305" name="Rectangle 32">
                <a:extLst>
                  <a:ext uri="{FF2B5EF4-FFF2-40B4-BE49-F238E27FC236}">
                    <a16:creationId xmlns:a16="http://schemas.microsoft.com/office/drawing/2014/main" id="{EF02C6FC-5D3B-435D-860D-5BB6346A134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33">
                <a:extLst>
                  <a:ext uri="{FF2B5EF4-FFF2-40B4-BE49-F238E27FC236}">
                    <a16:creationId xmlns:a16="http://schemas.microsoft.com/office/drawing/2014/main" id="{BC57A1E8-0766-4B17-941D-E18BE4B6C2F8}"/>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34">
                <a:extLst>
                  <a:ext uri="{FF2B5EF4-FFF2-40B4-BE49-F238E27FC236}">
                    <a16:creationId xmlns:a16="http://schemas.microsoft.com/office/drawing/2014/main" id="{21113A2C-E54A-447E-8F53-B5082437AEA4}"/>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35">
                <a:extLst>
                  <a:ext uri="{FF2B5EF4-FFF2-40B4-BE49-F238E27FC236}">
                    <a16:creationId xmlns:a16="http://schemas.microsoft.com/office/drawing/2014/main" id="{6F7DC80F-E11F-4661-A499-8EDA910AA76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36">
                <a:extLst>
                  <a:ext uri="{FF2B5EF4-FFF2-40B4-BE49-F238E27FC236}">
                    <a16:creationId xmlns:a16="http://schemas.microsoft.com/office/drawing/2014/main" id="{8CD34363-9B07-446F-99AC-0743548944C5}"/>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37">
                <a:extLst>
                  <a:ext uri="{FF2B5EF4-FFF2-40B4-BE49-F238E27FC236}">
                    <a16:creationId xmlns:a16="http://schemas.microsoft.com/office/drawing/2014/main" id="{77985A41-F2CB-46B1-8553-15C2148C4039}"/>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8">
                <a:extLst>
                  <a:ext uri="{FF2B5EF4-FFF2-40B4-BE49-F238E27FC236}">
                    <a16:creationId xmlns:a16="http://schemas.microsoft.com/office/drawing/2014/main" id="{90E6D67E-F055-4BC9-BE22-0DBDC394D956}"/>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9">
                <a:extLst>
                  <a:ext uri="{FF2B5EF4-FFF2-40B4-BE49-F238E27FC236}">
                    <a16:creationId xmlns:a16="http://schemas.microsoft.com/office/drawing/2014/main" id="{0228932B-BBDB-40C1-A9A1-395D14495983}"/>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40">
                <a:extLst>
                  <a:ext uri="{FF2B5EF4-FFF2-40B4-BE49-F238E27FC236}">
                    <a16:creationId xmlns:a16="http://schemas.microsoft.com/office/drawing/2014/main" id="{B5CE198A-88BB-4A73-AC8E-4EBF9A34A8FF}"/>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41">
                <a:extLst>
                  <a:ext uri="{FF2B5EF4-FFF2-40B4-BE49-F238E27FC236}">
                    <a16:creationId xmlns:a16="http://schemas.microsoft.com/office/drawing/2014/main" id="{8B97A0DC-41F9-44D7-B0F6-04A2CDE90136}"/>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42">
                <a:extLst>
                  <a:ext uri="{FF2B5EF4-FFF2-40B4-BE49-F238E27FC236}">
                    <a16:creationId xmlns:a16="http://schemas.microsoft.com/office/drawing/2014/main" id="{BD4550CC-C766-4008-A027-D4AD0A7C2261}"/>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43">
                <a:extLst>
                  <a:ext uri="{FF2B5EF4-FFF2-40B4-BE49-F238E27FC236}">
                    <a16:creationId xmlns:a16="http://schemas.microsoft.com/office/drawing/2014/main" id="{5AEFD14B-8AC0-49F9-8636-E56150138984}"/>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44">
                <a:extLst>
                  <a:ext uri="{FF2B5EF4-FFF2-40B4-BE49-F238E27FC236}">
                    <a16:creationId xmlns:a16="http://schemas.microsoft.com/office/drawing/2014/main" id="{F5728382-2E4A-44CB-B18D-09E3832100C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45">
                <a:extLst>
                  <a:ext uri="{FF2B5EF4-FFF2-40B4-BE49-F238E27FC236}">
                    <a16:creationId xmlns:a16="http://schemas.microsoft.com/office/drawing/2014/main" id="{A37A49D1-6574-424E-A93E-54D01DF37EB3}"/>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6">
                <a:extLst>
                  <a:ext uri="{FF2B5EF4-FFF2-40B4-BE49-F238E27FC236}">
                    <a16:creationId xmlns:a16="http://schemas.microsoft.com/office/drawing/2014/main" id="{20D0DBF2-AF64-41DB-8881-E697C0FB2F69}"/>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7">
                <a:extLst>
                  <a:ext uri="{FF2B5EF4-FFF2-40B4-BE49-F238E27FC236}">
                    <a16:creationId xmlns:a16="http://schemas.microsoft.com/office/drawing/2014/main" id="{16993E22-9E00-4371-97E9-BC2FEC2901F4}"/>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8">
                <a:extLst>
                  <a:ext uri="{FF2B5EF4-FFF2-40B4-BE49-F238E27FC236}">
                    <a16:creationId xmlns:a16="http://schemas.microsoft.com/office/drawing/2014/main" id="{3179D9A5-A656-445A-AEB3-41E85991FED6}"/>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9">
                <a:extLst>
                  <a:ext uri="{FF2B5EF4-FFF2-40B4-BE49-F238E27FC236}">
                    <a16:creationId xmlns:a16="http://schemas.microsoft.com/office/drawing/2014/main" id="{FC5854E8-7F75-4352-B984-69A650316BAF}"/>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50">
                <a:extLst>
                  <a:ext uri="{FF2B5EF4-FFF2-40B4-BE49-F238E27FC236}">
                    <a16:creationId xmlns:a16="http://schemas.microsoft.com/office/drawing/2014/main" id="{AF0E170F-2C99-4781-9DAD-76DB2ECCBF63}"/>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51">
                <a:extLst>
                  <a:ext uri="{FF2B5EF4-FFF2-40B4-BE49-F238E27FC236}">
                    <a16:creationId xmlns:a16="http://schemas.microsoft.com/office/drawing/2014/main" id="{28A11474-FB86-497C-99B9-4844B293C67D}"/>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52">
                <a:extLst>
                  <a:ext uri="{FF2B5EF4-FFF2-40B4-BE49-F238E27FC236}">
                    <a16:creationId xmlns:a16="http://schemas.microsoft.com/office/drawing/2014/main" id="{05C3E46C-5F7E-4619-BF04-C2ADA9C98EB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53">
                <a:extLst>
                  <a:ext uri="{FF2B5EF4-FFF2-40B4-BE49-F238E27FC236}">
                    <a16:creationId xmlns:a16="http://schemas.microsoft.com/office/drawing/2014/main" id="{9C1B1068-38BC-4829-B1BD-84365C3B1FF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54">
                <a:extLst>
                  <a:ext uri="{FF2B5EF4-FFF2-40B4-BE49-F238E27FC236}">
                    <a16:creationId xmlns:a16="http://schemas.microsoft.com/office/drawing/2014/main" id="{86E8EEE5-A3C1-475B-B8D0-270016066D72}"/>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55">
                <a:extLst>
                  <a:ext uri="{FF2B5EF4-FFF2-40B4-BE49-F238E27FC236}">
                    <a16:creationId xmlns:a16="http://schemas.microsoft.com/office/drawing/2014/main" id="{746D302C-49CD-4082-A33B-0C8A909D3E0D}"/>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6">
                <a:extLst>
                  <a:ext uri="{FF2B5EF4-FFF2-40B4-BE49-F238E27FC236}">
                    <a16:creationId xmlns:a16="http://schemas.microsoft.com/office/drawing/2014/main" id="{4BBCB6AB-A251-4BF9-9D8C-3C637CBB1810}"/>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7">
                <a:extLst>
                  <a:ext uri="{FF2B5EF4-FFF2-40B4-BE49-F238E27FC236}">
                    <a16:creationId xmlns:a16="http://schemas.microsoft.com/office/drawing/2014/main" id="{62940D8C-E4DD-44D0-B41A-E71282E21DC5}"/>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8" name="Group 7">
              <a:extLst>
                <a:ext uri="{FF2B5EF4-FFF2-40B4-BE49-F238E27FC236}">
                  <a16:creationId xmlns:a16="http://schemas.microsoft.com/office/drawing/2014/main" id="{FDB7BC43-BB8B-4C07-9AD5-56CA6D4AF9C1}"/>
                </a:ext>
              </a:extLst>
            </p:cNvPr>
            <p:cNvGrpSpPr/>
            <p:nvPr/>
          </p:nvGrpSpPr>
          <p:grpSpPr>
            <a:xfrm>
              <a:off x="354110" y="1338827"/>
              <a:ext cx="11480604" cy="109990"/>
              <a:chOff x="354110" y="1342187"/>
              <a:chExt cx="11480604" cy="109990"/>
            </a:xfrm>
            <a:grpFill/>
          </p:grpSpPr>
          <p:sp>
            <p:nvSpPr>
              <p:cNvPr id="279" name="Rectangle 59">
                <a:extLst>
                  <a:ext uri="{FF2B5EF4-FFF2-40B4-BE49-F238E27FC236}">
                    <a16:creationId xmlns:a16="http://schemas.microsoft.com/office/drawing/2014/main" id="{13ADCA1F-7FF7-48B7-ADB4-DFA0248FF606}"/>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60">
                <a:extLst>
                  <a:ext uri="{FF2B5EF4-FFF2-40B4-BE49-F238E27FC236}">
                    <a16:creationId xmlns:a16="http://schemas.microsoft.com/office/drawing/2014/main" id="{5AD937D1-C68B-4F0D-ADEA-F3D1DE5947C0}"/>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61">
                <a:extLst>
                  <a:ext uri="{FF2B5EF4-FFF2-40B4-BE49-F238E27FC236}">
                    <a16:creationId xmlns:a16="http://schemas.microsoft.com/office/drawing/2014/main" id="{23E5266C-E488-4F40-B9BF-394BA98F35B0}"/>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62">
                <a:extLst>
                  <a:ext uri="{FF2B5EF4-FFF2-40B4-BE49-F238E27FC236}">
                    <a16:creationId xmlns:a16="http://schemas.microsoft.com/office/drawing/2014/main" id="{4F7FCCF1-F609-49F4-B325-65797AA4CB32}"/>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63">
                <a:extLst>
                  <a:ext uri="{FF2B5EF4-FFF2-40B4-BE49-F238E27FC236}">
                    <a16:creationId xmlns:a16="http://schemas.microsoft.com/office/drawing/2014/main" id="{2E25BA80-BA5B-4875-AC25-EC30179E5F22}"/>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64">
                <a:extLst>
                  <a:ext uri="{FF2B5EF4-FFF2-40B4-BE49-F238E27FC236}">
                    <a16:creationId xmlns:a16="http://schemas.microsoft.com/office/drawing/2014/main" id="{09628177-D54C-4C14-BD67-B47A10B54822}"/>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65">
                <a:extLst>
                  <a:ext uri="{FF2B5EF4-FFF2-40B4-BE49-F238E27FC236}">
                    <a16:creationId xmlns:a16="http://schemas.microsoft.com/office/drawing/2014/main" id="{BD99C527-73CA-4724-A08D-E49D7BA2655E}"/>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6">
                <a:extLst>
                  <a:ext uri="{FF2B5EF4-FFF2-40B4-BE49-F238E27FC236}">
                    <a16:creationId xmlns:a16="http://schemas.microsoft.com/office/drawing/2014/main" id="{9A4D76E3-5CA7-46C2-930A-CF883079E8BB}"/>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7">
                <a:extLst>
                  <a:ext uri="{FF2B5EF4-FFF2-40B4-BE49-F238E27FC236}">
                    <a16:creationId xmlns:a16="http://schemas.microsoft.com/office/drawing/2014/main" id="{1B09DF21-850D-4386-91AE-BE671CF242C2}"/>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8">
                <a:extLst>
                  <a:ext uri="{FF2B5EF4-FFF2-40B4-BE49-F238E27FC236}">
                    <a16:creationId xmlns:a16="http://schemas.microsoft.com/office/drawing/2014/main" id="{6A750E47-CA9C-435F-AEEE-64AF6CF50FF2}"/>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9">
                <a:extLst>
                  <a:ext uri="{FF2B5EF4-FFF2-40B4-BE49-F238E27FC236}">
                    <a16:creationId xmlns:a16="http://schemas.microsoft.com/office/drawing/2014/main" id="{7F2F089C-B349-4F50-9EB2-5363F2E4F4C6}"/>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70">
                <a:extLst>
                  <a:ext uri="{FF2B5EF4-FFF2-40B4-BE49-F238E27FC236}">
                    <a16:creationId xmlns:a16="http://schemas.microsoft.com/office/drawing/2014/main" id="{B28AEF5D-9175-4653-BB17-DF5DBF173E5E}"/>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71">
                <a:extLst>
                  <a:ext uri="{FF2B5EF4-FFF2-40B4-BE49-F238E27FC236}">
                    <a16:creationId xmlns:a16="http://schemas.microsoft.com/office/drawing/2014/main" id="{09A5F7BF-091E-4363-BE84-44E8866B5D47}"/>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72">
                <a:extLst>
                  <a:ext uri="{FF2B5EF4-FFF2-40B4-BE49-F238E27FC236}">
                    <a16:creationId xmlns:a16="http://schemas.microsoft.com/office/drawing/2014/main" id="{A2CCAB8E-B14D-4F5A-9CC9-0C5F45258CF8}"/>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73">
                <a:extLst>
                  <a:ext uri="{FF2B5EF4-FFF2-40B4-BE49-F238E27FC236}">
                    <a16:creationId xmlns:a16="http://schemas.microsoft.com/office/drawing/2014/main" id="{922E39AA-A68F-4377-A1FB-723E4B73E911}"/>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74">
                <a:extLst>
                  <a:ext uri="{FF2B5EF4-FFF2-40B4-BE49-F238E27FC236}">
                    <a16:creationId xmlns:a16="http://schemas.microsoft.com/office/drawing/2014/main" id="{FD7E9F67-D814-430E-86B6-A7F91CDECE9A}"/>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75">
                <a:extLst>
                  <a:ext uri="{FF2B5EF4-FFF2-40B4-BE49-F238E27FC236}">
                    <a16:creationId xmlns:a16="http://schemas.microsoft.com/office/drawing/2014/main" id="{FBF10FF0-2477-44F4-AD26-A9B7175BBF0A}"/>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6">
                <a:extLst>
                  <a:ext uri="{FF2B5EF4-FFF2-40B4-BE49-F238E27FC236}">
                    <a16:creationId xmlns:a16="http://schemas.microsoft.com/office/drawing/2014/main" id="{A84D6BBF-5B9E-41F6-B5A3-2066E037BAFC}"/>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7">
                <a:extLst>
                  <a:ext uri="{FF2B5EF4-FFF2-40B4-BE49-F238E27FC236}">
                    <a16:creationId xmlns:a16="http://schemas.microsoft.com/office/drawing/2014/main" id="{BD98A702-4AE2-405F-BB4F-7E119FFDC17C}"/>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8">
                <a:extLst>
                  <a:ext uri="{FF2B5EF4-FFF2-40B4-BE49-F238E27FC236}">
                    <a16:creationId xmlns:a16="http://schemas.microsoft.com/office/drawing/2014/main" id="{66B0FD6C-084A-4D89-95E7-D5CAC5EA2738}"/>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9">
                <a:extLst>
                  <a:ext uri="{FF2B5EF4-FFF2-40B4-BE49-F238E27FC236}">
                    <a16:creationId xmlns:a16="http://schemas.microsoft.com/office/drawing/2014/main" id="{C70441D6-82B8-4CC6-8746-DD03CBEE897E}"/>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80">
                <a:extLst>
                  <a:ext uri="{FF2B5EF4-FFF2-40B4-BE49-F238E27FC236}">
                    <a16:creationId xmlns:a16="http://schemas.microsoft.com/office/drawing/2014/main" id="{9FC2715B-1BF3-4105-B102-F53753596B55}"/>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81">
                <a:extLst>
                  <a:ext uri="{FF2B5EF4-FFF2-40B4-BE49-F238E27FC236}">
                    <a16:creationId xmlns:a16="http://schemas.microsoft.com/office/drawing/2014/main" id="{A884CBD3-DC33-4DDA-B61D-48269A49E5D4}"/>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82">
                <a:extLst>
                  <a:ext uri="{FF2B5EF4-FFF2-40B4-BE49-F238E27FC236}">
                    <a16:creationId xmlns:a16="http://schemas.microsoft.com/office/drawing/2014/main" id="{0211EF6E-ADB1-494B-9458-F01F26D9EC7E}"/>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83">
                <a:extLst>
                  <a:ext uri="{FF2B5EF4-FFF2-40B4-BE49-F238E27FC236}">
                    <a16:creationId xmlns:a16="http://schemas.microsoft.com/office/drawing/2014/main" id="{A0953B59-9108-4E9A-8D43-2D1964873DDF}"/>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84">
                <a:extLst>
                  <a:ext uri="{FF2B5EF4-FFF2-40B4-BE49-F238E27FC236}">
                    <a16:creationId xmlns:a16="http://schemas.microsoft.com/office/drawing/2014/main" id="{09D35A91-41F9-4DF2-9E43-8A679A8AE384}"/>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9" name="Group 8">
              <a:extLst>
                <a:ext uri="{FF2B5EF4-FFF2-40B4-BE49-F238E27FC236}">
                  <a16:creationId xmlns:a16="http://schemas.microsoft.com/office/drawing/2014/main" id="{1EB3C98D-2192-438D-A8F2-467C07BB00E4}"/>
                </a:ext>
              </a:extLst>
            </p:cNvPr>
            <p:cNvGrpSpPr/>
            <p:nvPr/>
          </p:nvGrpSpPr>
          <p:grpSpPr>
            <a:xfrm>
              <a:off x="354110" y="1845539"/>
              <a:ext cx="11480604" cy="109990"/>
              <a:chOff x="354110" y="1850572"/>
              <a:chExt cx="11480604" cy="109990"/>
            </a:xfrm>
            <a:grpFill/>
          </p:grpSpPr>
          <p:sp>
            <p:nvSpPr>
              <p:cNvPr id="253" name="Rectangle 5">
                <a:extLst>
                  <a:ext uri="{FF2B5EF4-FFF2-40B4-BE49-F238E27FC236}">
                    <a16:creationId xmlns:a16="http://schemas.microsoft.com/office/drawing/2014/main" id="{F4F5A9CA-F0B3-4B27-88DB-29279CA138D7}"/>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6">
                <a:extLst>
                  <a:ext uri="{FF2B5EF4-FFF2-40B4-BE49-F238E27FC236}">
                    <a16:creationId xmlns:a16="http://schemas.microsoft.com/office/drawing/2014/main" id="{6B00101B-EA50-41D8-AD9E-90E5E301108B}"/>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7">
                <a:extLst>
                  <a:ext uri="{FF2B5EF4-FFF2-40B4-BE49-F238E27FC236}">
                    <a16:creationId xmlns:a16="http://schemas.microsoft.com/office/drawing/2014/main" id="{5B915499-1768-4511-8756-ED4DBF54EA58}"/>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8">
                <a:extLst>
                  <a:ext uri="{FF2B5EF4-FFF2-40B4-BE49-F238E27FC236}">
                    <a16:creationId xmlns:a16="http://schemas.microsoft.com/office/drawing/2014/main" id="{A51912B5-2E84-4F86-9590-C8D76F5F6893}"/>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9">
                <a:extLst>
                  <a:ext uri="{FF2B5EF4-FFF2-40B4-BE49-F238E27FC236}">
                    <a16:creationId xmlns:a16="http://schemas.microsoft.com/office/drawing/2014/main" id="{8F0AB2A0-4FC0-47E9-B72D-78C5C79D4201}"/>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10">
                <a:extLst>
                  <a:ext uri="{FF2B5EF4-FFF2-40B4-BE49-F238E27FC236}">
                    <a16:creationId xmlns:a16="http://schemas.microsoft.com/office/drawing/2014/main" id="{0288265D-6218-4AC1-8DA4-7C99A21FE3A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11">
                <a:extLst>
                  <a:ext uri="{FF2B5EF4-FFF2-40B4-BE49-F238E27FC236}">
                    <a16:creationId xmlns:a16="http://schemas.microsoft.com/office/drawing/2014/main" id="{F6012ABB-E61A-44C5-B13C-723E2B94D0D3}"/>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12">
                <a:extLst>
                  <a:ext uri="{FF2B5EF4-FFF2-40B4-BE49-F238E27FC236}">
                    <a16:creationId xmlns:a16="http://schemas.microsoft.com/office/drawing/2014/main" id="{BE5ABB41-A5A7-4870-8D57-99A1B03518EB}"/>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13">
                <a:extLst>
                  <a:ext uri="{FF2B5EF4-FFF2-40B4-BE49-F238E27FC236}">
                    <a16:creationId xmlns:a16="http://schemas.microsoft.com/office/drawing/2014/main" id="{71CE02BC-F6C4-4AAA-85EE-CA1DC4C91302}"/>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14">
                <a:extLst>
                  <a:ext uri="{FF2B5EF4-FFF2-40B4-BE49-F238E27FC236}">
                    <a16:creationId xmlns:a16="http://schemas.microsoft.com/office/drawing/2014/main" id="{B7FCF17E-80E5-4C42-982A-B0F7CB286086}"/>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15">
                <a:extLst>
                  <a:ext uri="{FF2B5EF4-FFF2-40B4-BE49-F238E27FC236}">
                    <a16:creationId xmlns:a16="http://schemas.microsoft.com/office/drawing/2014/main" id="{65887776-E441-4EC4-AD20-CF8E477AB66C}"/>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6">
                <a:extLst>
                  <a:ext uri="{FF2B5EF4-FFF2-40B4-BE49-F238E27FC236}">
                    <a16:creationId xmlns:a16="http://schemas.microsoft.com/office/drawing/2014/main" id="{11D5F8BF-1FDC-441B-91C4-E2448245E083}"/>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7">
                <a:extLst>
                  <a:ext uri="{FF2B5EF4-FFF2-40B4-BE49-F238E27FC236}">
                    <a16:creationId xmlns:a16="http://schemas.microsoft.com/office/drawing/2014/main" id="{542342B8-4278-4527-BC1D-7340DBBAD757}"/>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8">
                <a:extLst>
                  <a:ext uri="{FF2B5EF4-FFF2-40B4-BE49-F238E27FC236}">
                    <a16:creationId xmlns:a16="http://schemas.microsoft.com/office/drawing/2014/main" id="{BA68B377-C604-4E24-AB51-317F3403A1CC}"/>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9">
                <a:extLst>
                  <a:ext uri="{FF2B5EF4-FFF2-40B4-BE49-F238E27FC236}">
                    <a16:creationId xmlns:a16="http://schemas.microsoft.com/office/drawing/2014/main" id="{826C09D4-4426-4EF1-9ECE-95EF5A1F456B}"/>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20">
                <a:extLst>
                  <a:ext uri="{FF2B5EF4-FFF2-40B4-BE49-F238E27FC236}">
                    <a16:creationId xmlns:a16="http://schemas.microsoft.com/office/drawing/2014/main" id="{0450D0CD-0889-47F9-B308-AE91FF0E696D}"/>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21">
                <a:extLst>
                  <a:ext uri="{FF2B5EF4-FFF2-40B4-BE49-F238E27FC236}">
                    <a16:creationId xmlns:a16="http://schemas.microsoft.com/office/drawing/2014/main" id="{D678AB17-E6DC-4FED-B940-2BA86FB46FA7}"/>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22">
                <a:extLst>
                  <a:ext uri="{FF2B5EF4-FFF2-40B4-BE49-F238E27FC236}">
                    <a16:creationId xmlns:a16="http://schemas.microsoft.com/office/drawing/2014/main" id="{8B5BEF55-677A-4EB2-A06C-CC0C269C2F7B}"/>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23">
                <a:extLst>
                  <a:ext uri="{FF2B5EF4-FFF2-40B4-BE49-F238E27FC236}">
                    <a16:creationId xmlns:a16="http://schemas.microsoft.com/office/drawing/2014/main" id="{7A560A20-EDE2-4276-B3A9-A1DB921EB12B}"/>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24">
                <a:extLst>
                  <a:ext uri="{FF2B5EF4-FFF2-40B4-BE49-F238E27FC236}">
                    <a16:creationId xmlns:a16="http://schemas.microsoft.com/office/drawing/2014/main" id="{8BEEAB2A-47D8-4D4E-B157-9D1337AC7B8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25">
                <a:extLst>
                  <a:ext uri="{FF2B5EF4-FFF2-40B4-BE49-F238E27FC236}">
                    <a16:creationId xmlns:a16="http://schemas.microsoft.com/office/drawing/2014/main" id="{F9737555-61BD-4619-9BAB-2BC15EDBA3CA}"/>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6">
                <a:extLst>
                  <a:ext uri="{FF2B5EF4-FFF2-40B4-BE49-F238E27FC236}">
                    <a16:creationId xmlns:a16="http://schemas.microsoft.com/office/drawing/2014/main" id="{D8D44D5F-E679-4796-ACA6-4ADB68B94E1B}"/>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7">
                <a:extLst>
                  <a:ext uri="{FF2B5EF4-FFF2-40B4-BE49-F238E27FC236}">
                    <a16:creationId xmlns:a16="http://schemas.microsoft.com/office/drawing/2014/main" id="{140EB7C4-6BBE-4D3F-AF7D-B22AA3DD2A5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8">
                <a:extLst>
                  <a:ext uri="{FF2B5EF4-FFF2-40B4-BE49-F238E27FC236}">
                    <a16:creationId xmlns:a16="http://schemas.microsoft.com/office/drawing/2014/main" id="{C56E1FAA-3AE1-45F3-8397-D07C426434EC}"/>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9">
                <a:extLst>
                  <a:ext uri="{FF2B5EF4-FFF2-40B4-BE49-F238E27FC236}">
                    <a16:creationId xmlns:a16="http://schemas.microsoft.com/office/drawing/2014/main" id="{2F9A90DC-89AE-4C3E-8A65-C52AB581B4D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30">
                <a:extLst>
                  <a:ext uri="{FF2B5EF4-FFF2-40B4-BE49-F238E27FC236}">
                    <a16:creationId xmlns:a16="http://schemas.microsoft.com/office/drawing/2014/main" id="{600ADA2C-2F1D-47C5-8870-1B9E6C8A3F2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0" name="Group 9">
              <a:extLst>
                <a:ext uri="{FF2B5EF4-FFF2-40B4-BE49-F238E27FC236}">
                  <a16:creationId xmlns:a16="http://schemas.microsoft.com/office/drawing/2014/main" id="{6B1DA9E6-94F5-437E-8B7B-A56561BB4A1A}"/>
                </a:ext>
              </a:extLst>
            </p:cNvPr>
            <p:cNvGrpSpPr/>
            <p:nvPr/>
          </p:nvGrpSpPr>
          <p:grpSpPr>
            <a:xfrm>
              <a:off x="354110" y="2352251"/>
              <a:ext cx="11480604" cy="108822"/>
              <a:chOff x="354110" y="2358964"/>
              <a:chExt cx="11480604" cy="108822"/>
            </a:xfrm>
            <a:grpFill/>
          </p:grpSpPr>
          <p:sp>
            <p:nvSpPr>
              <p:cNvPr id="227" name="Rectangle 32">
                <a:extLst>
                  <a:ext uri="{FF2B5EF4-FFF2-40B4-BE49-F238E27FC236}">
                    <a16:creationId xmlns:a16="http://schemas.microsoft.com/office/drawing/2014/main" id="{8CDFED4E-F4A6-4874-8B65-398D610F1DC0}"/>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33">
                <a:extLst>
                  <a:ext uri="{FF2B5EF4-FFF2-40B4-BE49-F238E27FC236}">
                    <a16:creationId xmlns:a16="http://schemas.microsoft.com/office/drawing/2014/main" id="{8FCE50F7-C3D1-4B83-A0D8-CE83B0777FF6}"/>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34">
                <a:extLst>
                  <a:ext uri="{FF2B5EF4-FFF2-40B4-BE49-F238E27FC236}">
                    <a16:creationId xmlns:a16="http://schemas.microsoft.com/office/drawing/2014/main" id="{422101F3-5770-4041-BA3E-C5275D0FC73E}"/>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35">
                <a:extLst>
                  <a:ext uri="{FF2B5EF4-FFF2-40B4-BE49-F238E27FC236}">
                    <a16:creationId xmlns:a16="http://schemas.microsoft.com/office/drawing/2014/main" id="{4D8FEC62-30CA-4E87-A592-AA45C61EAA77}"/>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36">
                <a:extLst>
                  <a:ext uri="{FF2B5EF4-FFF2-40B4-BE49-F238E27FC236}">
                    <a16:creationId xmlns:a16="http://schemas.microsoft.com/office/drawing/2014/main" id="{52E99015-D9DC-40AE-91AD-5D24574CEC0F}"/>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37">
                <a:extLst>
                  <a:ext uri="{FF2B5EF4-FFF2-40B4-BE49-F238E27FC236}">
                    <a16:creationId xmlns:a16="http://schemas.microsoft.com/office/drawing/2014/main" id="{24DFE9E4-5C75-4EF9-AB54-F00FA9D91152}"/>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8">
                <a:extLst>
                  <a:ext uri="{FF2B5EF4-FFF2-40B4-BE49-F238E27FC236}">
                    <a16:creationId xmlns:a16="http://schemas.microsoft.com/office/drawing/2014/main" id="{2BBEC44B-F424-4C00-AF4A-8EEEDA8AA05D}"/>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9">
                <a:extLst>
                  <a:ext uri="{FF2B5EF4-FFF2-40B4-BE49-F238E27FC236}">
                    <a16:creationId xmlns:a16="http://schemas.microsoft.com/office/drawing/2014/main" id="{68F30D9A-CF13-4E29-967E-63B3AF05CF31}"/>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40">
                <a:extLst>
                  <a:ext uri="{FF2B5EF4-FFF2-40B4-BE49-F238E27FC236}">
                    <a16:creationId xmlns:a16="http://schemas.microsoft.com/office/drawing/2014/main" id="{F7A8E062-ADFC-457E-ADD6-02843928F62E}"/>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41">
                <a:extLst>
                  <a:ext uri="{FF2B5EF4-FFF2-40B4-BE49-F238E27FC236}">
                    <a16:creationId xmlns:a16="http://schemas.microsoft.com/office/drawing/2014/main" id="{E046A9D0-D179-44F9-86D3-9BF139B68BF6}"/>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42">
                <a:extLst>
                  <a:ext uri="{FF2B5EF4-FFF2-40B4-BE49-F238E27FC236}">
                    <a16:creationId xmlns:a16="http://schemas.microsoft.com/office/drawing/2014/main" id="{CC517B0B-1BF2-473B-ABB9-1553D01B1C2D}"/>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43">
                <a:extLst>
                  <a:ext uri="{FF2B5EF4-FFF2-40B4-BE49-F238E27FC236}">
                    <a16:creationId xmlns:a16="http://schemas.microsoft.com/office/drawing/2014/main" id="{5EE71ED6-EA45-4940-B212-163ED3D1C0A9}"/>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44">
                <a:extLst>
                  <a:ext uri="{FF2B5EF4-FFF2-40B4-BE49-F238E27FC236}">
                    <a16:creationId xmlns:a16="http://schemas.microsoft.com/office/drawing/2014/main" id="{664318EC-EADE-4667-92A4-B3E5DB2A11C1}"/>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45">
                <a:extLst>
                  <a:ext uri="{FF2B5EF4-FFF2-40B4-BE49-F238E27FC236}">
                    <a16:creationId xmlns:a16="http://schemas.microsoft.com/office/drawing/2014/main" id="{17B37ABD-81DA-4624-808B-EF4BC0B425B6}"/>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6">
                <a:extLst>
                  <a:ext uri="{FF2B5EF4-FFF2-40B4-BE49-F238E27FC236}">
                    <a16:creationId xmlns:a16="http://schemas.microsoft.com/office/drawing/2014/main" id="{B1F30DC8-DD07-48C5-9D6C-FB855527922B}"/>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7">
                <a:extLst>
                  <a:ext uri="{FF2B5EF4-FFF2-40B4-BE49-F238E27FC236}">
                    <a16:creationId xmlns:a16="http://schemas.microsoft.com/office/drawing/2014/main" id="{DFCE3AE1-313F-441F-8384-63A6EC165E2B}"/>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8">
                <a:extLst>
                  <a:ext uri="{FF2B5EF4-FFF2-40B4-BE49-F238E27FC236}">
                    <a16:creationId xmlns:a16="http://schemas.microsoft.com/office/drawing/2014/main" id="{2E331B42-AC28-4642-91F9-2F5BBFEC6AF8}"/>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9">
                <a:extLst>
                  <a:ext uri="{FF2B5EF4-FFF2-40B4-BE49-F238E27FC236}">
                    <a16:creationId xmlns:a16="http://schemas.microsoft.com/office/drawing/2014/main" id="{9F4D84A8-36FE-4CE0-8B9F-BAC2BA8A813E}"/>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50">
                <a:extLst>
                  <a:ext uri="{FF2B5EF4-FFF2-40B4-BE49-F238E27FC236}">
                    <a16:creationId xmlns:a16="http://schemas.microsoft.com/office/drawing/2014/main" id="{41E2C310-8272-48CF-BD5B-A99A2C7B3CC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51">
                <a:extLst>
                  <a:ext uri="{FF2B5EF4-FFF2-40B4-BE49-F238E27FC236}">
                    <a16:creationId xmlns:a16="http://schemas.microsoft.com/office/drawing/2014/main" id="{EFD4A3C6-7551-4DD0-AA1A-F932D7061DAA}"/>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52">
                <a:extLst>
                  <a:ext uri="{FF2B5EF4-FFF2-40B4-BE49-F238E27FC236}">
                    <a16:creationId xmlns:a16="http://schemas.microsoft.com/office/drawing/2014/main" id="{01F299DF-D3FF-4439-8EC7-B5A34146517E}"/>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53">
                <a:extLst>
                  <a:ext uri="{FF2B5EF4-FFF2-40B4-BE49-F238E27FC236}">
                    <a16:creationId xmlns:a16="http://schemas.microsoft.com/office/drawing/2014/main" id="{086FB16A-99D0-4DB0-9B38-CF351B5DF4DD}"/>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54">
                <a:extLst>
                  <a:ext uri="{FF2B5EF4-FFF2-40B4-BE49-F238E27FC236}">
                    <a16:creationId xmlns:a16="http://schemas.microsoft.com/office/drawing/2014/main" id="{126BCD40-1D3C-4937-A15E-AD2E9671B5AB}"/>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55">
                <a:extLst>
                  <a:ext uri="{FF2B5EF4-FFF2-40B4-BE49-F238E27FC236}">
                    <a16:creationId xmlns:a16="http://schemas.microsoft.com/office/drawing/2014/main" id="{03E4C7B0-DDFC-433A-A8E5-2315FA6EFE10}"/>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6">
                <a:extLst>
                  <a:ext uri="{FF2B5EF4-FFF2-40B4-BE49-F238E27FC236}">
                    <a16:creationId xmlns:a16="http://schemas.microsoft.com/office/drawing/2014/main" id="{7237BB88-10E9-454D-9D13-48878C421EB1}"/>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7">
                <a:extLst>
                  <a:ext uri="{FF2B5EF4-FFF2-40B4-BE49-F238E27FC236}">
                    <a16:creationId xmlns:a16="http://schemas.microsoft.com/office/drawing/2014/main" id="{515F18F4-5E57-4249-AB0A-249437781E42}"/>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1" name="Group 10">
              <a:extLst>
                <a:ext uri="{FF2B5EF4-FFF2-40B4-BE49-F238E27FC236}">
                  <a16:creationId xmlns:a16="http://schemas.microsoft.com/office/drawing/2014/main" id="{25AB7310-F80F-4091-8BFE-CE8C71666A9B}"/>
                </a:ext>
              </a:extLst>
            </p:cNvPr>
            <p:cNvGrpSpPr/>
            <p:nvPr/>
          </p:nvGrpSpPr>
          <p:grpSpPr>
            <a:xfrm>
              <a:off x="354110" y="2857795"/>
              <a:ext cx="11480604" cy="109990"/>
              <a:chOff x="354110" y="2866188"/>
              <a:chExt cx="11480604" cy="109990"/>
            </a:xfrm>
            <a:grpFill/>
          </p:grpSpPr>
          <p:sp>
            <p:nvSpPr>
              <p:cNvPr id="201" name="Rectangle 59">
                <a:extLst>
                  <a:ext uri="{FF2B5EF4-FFF2-40B4-BE49-F238E27FC236}">
                    <a16:creationId xmlns:a16="http://schemas.microsoft.com/office/drawing/2014/main" id="{9E50B916-ECC1-4F73-8059-F029E6581381}"/>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60">
                <a:extLst>
                  <a:ext uri="{FF2B5EF4-FFF2-40B4-BE49-F238E27FC236}">
                    <a16:creationId xmlns:a16="http://schemas.microsoft.com/office/drawing/2014/main" id="{A8DD1ADE-2032-47AE-B88E-78E0F1B01814}"/>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61">
                <a:extLst>
                  <a:ext uri="{FF2B5EF4-FFF2-40B4-BE49-F238E27FC236}">
                    <a16:creationId xmlns:a16="http://schemas.microsoft.com/office/drawing/2014/main" id="{9A6D6E1F-6E00-44C8-ADD2-06A738E758F6}"/>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62">
                <a:extLst>
                  <a:ext uri="{FF2B5EF4-FFF2-40B4-BE49-F238E27FC236}">
                    <a16:creationId xmlns:a16="http://schemas.microsoft.com/office/drawing/2014/main" id="{84FC7274-3463-4889-8E62-B693D50AE95D}"/>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63">
                <a:extLst>
                  <a:ext uri="{FF2B5EF4-FFF2-40B4-BE49-F238E27FC236}">
                    <a16:creationId xmlns:a16="http://schemas.microsoft.com/office/drawing/2014/main" id="{E4E1A84A-DCAC-483B-BC08-579BF10B10BB}"/>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64">
                <a:extLst>
                  <a:ext uri="{FF2B5EF4-FFF2-40B4-BE49-F238E27FC236}">
                    <a16:creationId xmlns:a16="http://schemas.microsoft.com/office/drawing/2014/main" id="{F14EE80D-C3D2-4E22-93C5-CDD09042131F}"/>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65">
                <a:extLst>
                  <a:ext uri="{FF2B5EF4-FFF2-40B4-BE49-F238E27FC236}">
                    <a16:creationId xmlns:a16="http://schemas.microsoft.com/office/drawing/2014/main" id="{FB8FBFAE-E2E1-41A6-987B-CEFBAC180122}"/>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6">
                <a:extLst>
                  <a:ext uri="{FF2B5EF4-FFF2-40B4-BE49-F238E27FC236}">
                    <a16:creationId xmlns:a16="http://schemas.microsoft.com/office/drawing/2014/main" id="{138AF1CB-7808-4C24-B76D-AB9F6A45036D}"/>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7">
                <a:extLst>
                  <a:ext uri="{FF2B5EF4-FFF2-40B4-BE49-F238E27FC236}">
                    <a16:creationId xmlns:a16="http://schemas.microsoft.com/office/drawing/2014/main" id="{F5E88013-D7CE-4120-B4BB-C894EC19C9A1}"/>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8">
                <a:extLst>
                  <a:ext uri="{FF2B5EF4-FFF2-40B4-BE49-F238E27FC236}">
                    <a16:creationId xmlns:a16="http://schemas.microsoft.com/office/drawing/2014/main" id="{B6FC4D89-F7B1-46F5-9502-62F41E89DEC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9">
                <a:extLst>
                  <a:ext uri="{FF2B5EF4-FFF2-40B4-BE49-F238E27FC236}">
                    <a16:creationId xmlns:a16="http://schemas.microsoft.com/office/drawing/2014/main" id="{64C81BD0-C449-4A1B-8492-20430196064F}"/>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70">
                <a:extLst>
                  <a:ext uri="{FF2B5EF4-FFF2-40B4-BE49-F238E27FC236}">
                    <a16:creationId xmlns:a16="http://schemas.microsoft.com/office/drawing/2014/main" id="{5F91B7CB-59D7-4965-B754-71C102E43FDB}"/>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71">
                <a:extLst>
                  <a:ext uri="{FF2B5EF4-FFF2-40B4-BE49-F238E27FC236}">
                    <a16:creationId xmlns:a16="http://schemas.microsoft.com/office/drawing/2014/main" id="{677F7EA6-E57D-4E12-A4A5-AAFDCA8AA106}"/>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72">
                <a:extLst>
                  <a:ext uri="{FF2B5EF4-FFF2-40B4-BE49-F238E27FC236}">
                    <a16:creationId xmlns:a16="http://schemas.microsoft.com/office/drawing/2014/main" id="{56B270F4-040D-43EF-974A-3598BC687669}"/>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73">
                <a:extLst>
                  <a:ext uri="{FF2B5EF4-FFF2-40B4-BE49-F238E27FC236}">
                    <a16:creationId xmlns:a16="http://schemas.microsoft.com/office/drawing/2014/main" id="{EA8C5736-4550-4B46-8B52-247CF04D7EB0}"/>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74">
                <a:extLst>
                  <a:ext uri="{FF2B5EF4-FFF2-40B4-BE49-F238E27FC236}">
                    <a16:creationId xmlns:a16="http://schemas.microsoft.com/office/drawing/2014/main" id="{F42B7DAA-E3F5-4B02-B786-473C7605B5A2}"/>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75">
                <a:extLst>
                  <a:ext uri="{FF2B5EF4-FFF2-40B4-BE49-F238E27FC236}">
                    <a16:creationId xmlns:a16="http://schemas.microsoft.com/office/drawing/2014/main" id="{D850716E-F966-418B-A415-5B6E0F8A183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6">
                <a:extLst>
                  <a:ext uri="{FF2B5EF4-FFF2-40B4-BE49-F238E27FC236}">
                    <a16:creationId xmlns:a16="http://schemas.microsoft.com/office/drawing/2014/main" id="{B6DAAC97-C425-42B4-9405-AC447E2E0B89}"/>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7">
                <a:extLst>
                  <a:ext uri="{FF2B5EF4-FFF2-40B4-BE49-F238E27FC236}">
                    <a16:creationId xmlns:a16="http://schemas.microsoft.com/office/drawing/2014/main" id="{42D8FACA-2CB3-400B-9610-94CBA7A3EE32}"/>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8">
                <a:extLst>
                  <a:ext uri="{FF2B5EF4-FFF2-40B4-BE49-F238E27FC236}">
                    <a16:creationId xmlns:a16="http://schemas.microsoft.com/office/drawing/2014/main" id="{22200CE3-AD18-4A71-BA64-E2F227C44B48}"/>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9">
                <a:extLst>
                  <a:ext uri="{FF2B5EF4-FFF2-40B4-BE49-F238E27FC236}">
                    <a16:creationId xmlns:a16="http://schemas.microsoft.com/office/drawing/2014/main" id="{475F60A0-5B50-42FC-8C11-E137E7C5611C}"/>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80">
                <a:extLst>
                  <a:ext uri="{FF2B5EF4-FFF2-40B4-BE49-F238E27FC236}">
                    <a16:creationId xmlns:a16="http://schemas.microsoft.com/office/drawing/2014/main" id="{CAA2354D-703C-4594-B119-475938CFD402}"/>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81">
                <a:extLst>
                  <a:ext uri="{FF2B5EF4-FFF2-40B4-BE49-F238E27FC236}">
                    <a16:creationId xmlns:a16="http://schemas.microsoft.com/office/drawing/2014/main" id="{F8619CF6-1E39-4CF1-AEF0-BE5A67EB6F65}"/>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82">
                <a:extLst>
                  <a:ext uri="{FF2B5EF4-FFF2-40B4-BE49-F238E27FC236}">
                    <a16:creationId xmlns:a16="http://schemas.microsoft.com/office/drawing/2014/main" id="{354E893E-B006-4B22-BBCB-52A79A5461D1}"/>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83">
                <a:extLst>
                  <a:ext uri="{FF2B5EF4-FFF2-40B4-BE49-F238E27FC236}">
                    <a16:creationId xmlns:a16="http://schemas.microsoft.com/office/drawing/2014/main" id="{0D56028C-9156-43E8-B855-AF135DD7E695}"/>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84">
                <a:extLst>
                  <a:ext uri="{FF2B5EF4-FFF2-40B4-BE49-F238E27FC236}">
                    <a16:creationId xmlns:a16="http://schemas.microsoft.com/office/drawing/2014/main" id="{950FA1E9-CD04-4DB1-B523-ABF2C1B6ED9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2" name="Group 11">
              <a:extLst>
                <a:ext uri="{FF2B5EF4-FFF2-40B4-BE49-F238E27FC236}">
                  <a16:creationId xmlns:a16="http://schemas.microsoft.com/office/drawing/2014/main" id="{E6AA6044-FF9C-4224-BBD4-786BCC486D91}"/>
                </a:ext>
              </a:extLst>
            </p:cNvPr>
            <p:cNvGrpSpPr/>
            <p:nvPr/>
          </p:nvGrpSpPr>
          <p:grpSpPr>
            <a:xfrm>
              <a:off x="354110" y="3364507"/>
              <a:ext cx="11480604" cy="109990"/>
              <a:chOff x="354110" y="3364062"/>
              <a:chExt cx="11480604" cy="109990"/>
            </a:xfrm>
            <a:grpFill/>
          </p:grpSpPr>
          <p:sp>
            <p:nvSpPr>
              <p:cNvPr id="175" name="Rectangle 5">
                <a:extLst>
                  <a:ext uri="{FF2B5EF4-FFF2-40B4-BE49-F238E27FC236}">
                    <a16:creationId xmlns:a16="http://schemas.microsoft.com/office/drawing/2014/main" id="{CEC88F9D-6CCB-4C48-AB60-4743F3C98AE2}"/>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6">
                <a:extLst>
                  <a:ext uri="{FF2B5EF4-FFF2-40B4-BE49-F238E27FC236}">
                    <a16:creationId xmlns:a16="http://schemas.microsoft.com/office/drawing/2014/main" id="{BC4930EB-874F-4D2B-94B1-FF1459F4A72F}"/>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7">
                <a:extLst>
                  <a:ext uri="{FF2B5EF4-FFF2-40B4-BE49-F238E27FC236}">
                    <a16:creationId xmlns:a16="http://schemas.microsoft.com/office/drawing/2014/main" id="{66BB2441-7C95-4A21-B558-2971312D511C}"/>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8">
                <a:extLst>
                  <a:ext uri="{FF2B5EF4-FFF2-40B4-BE49-F238E27FC236}">
                    <a16:creationId xmlns:a16="http://schemas.microsoft.com/office/drawing/2014/main" id="{B2A1B236-8D43-4B78-90F2-27A974E1FE93}"/>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9">
                <a:extLst>
                  <a:ext uri="{FF2B5EF4-FFF2-40B4-BE49-F238E27FC236}">
                    <a16:creationId xmlns:a16="http://schemas.microsoft.com/office/drawing/2014/main" id="{E0526BF0-467E-421F-870A-02C866AC0CCA}"/>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10">
                <a:extLst>
                  <a:ext uri="{FF2B5EF4-FFF2-40B4-BE49-F238E27FC236}">
                    <a16:creationId xmlns:a16="http://schemas.microsoft.com/office/drawing/2014/main" id="{79ACA6FA-E263-441B-B650-DEE2A495E193}"/>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11">
                <a:extLst>
                  <a:ext uri="{FF2B5EF4-FFF2-40B4-BE49-F238E27FC236}">
                    <a16:creationId xmlns:a16="http://schemas.microsoft.com/office/drawing/2014/main" id="{DA7F6558-782C-4107-91F4-AF8E5136C77F}"/>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12">
                <a:extLst>
                  <a:ext uri="{FF2B5EF4-FFF2-40B4-BE49-F238E27FC236}">
                    <a16:creationId xmlns:a16="http://schemas.microsoft.com/office/drawing/2014/main" id="{E575740C-61C5-4D08-9803-25E05FA3F518}"/>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13">
                <a:extLst>
                  <a:ext uri="{FF2B5EF4-FFF2-40B4-BE49-F238E27FC236}">
                    <a16:creationId xmlns:a16="http://schemas.microsoft.com/office/drawing/2014/main" id="{D4CCCBBA-5E32-47C6-B40B-3E2155E3F12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14">
                <a:extLst>
                  <a:ext uri="{FF2B5EF4-FFF2-40B4-BE49-F238E27FC236}">
                    <a16:creationId xmlns:a16="http://schemas.microsoft.com/office/drawing/2014/main" id="{FC65131F-93B3-419C-B068-14D36AAC3FC9}"/>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15">
                <a:extLst>
                  <a:ext uri="{FF2B5EF4-FFF2-40B4-BE49-F238E27FC236}">
                    <a16:creationId xmlns:a16="http://schemas.microsoft.com/office/drawing/2014/main" id="{469B75D4-B4A8-4C2E-8EBB-E95FAB7C56E6}"/>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6">
                <a:extLst>
                  <a:ext uri="{FF2B5EF4-FFF2-40B4-BE49-F238E27FC236}">
                    <a16:creationId xmlns:a16="http://schemas.microsoft.com/office/drawing/2014/main" id="{6C8F3B5D-1D93-4D85-8639-75B5E46EC612}"/>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7">
                <a:extLst>
                  <a:ext uri="{FF2B5EF4-FFF2-40B4-BE49-F238E27FC236}">
                    <a16:creationId xmlns:a16="http://schemas.microsoft.com/office/drawing/2014/main" id="{DCCEB301-1F26-43A3-8B34-DBAFC32B3228}"/>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8">
                <a:extLst>
                  <a:ext uri="{FF2B5EF4-FFF2-40B4-BE49-F238E27FC236}">
                    <a16:creationId xmlns:a16="http://schemas.microsoft.com/office/drawing/2014/main" id="{DD08B69C-E406-41F3-856E-A8C150CB642D}"/>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9">
                <a:extLst>
                  <a:ext uri="{FF2B5EF4-FFF2-40B4-BE49-F238E27FC236}">
                    <a16:creationId xmlns:a16="http://schemas.microsoft.com/office/drawing/2014/main" id="{A1A90F4B-6060-4BA1-8AF2-FAFFAA04A881}"/>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20">
                <a:extLst>
                  <a:ext uri="{FF2B5EF4-FFF2-40B4-BE49-F238E27FC236}">
                    <a16:creationId xmlns:a16="http://schemas.microsoft.com/office/drawing/2014/main" id="{B1F471FD-A187-4EE2-9D21-E0A637683F0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21">
                <a:extLst>
                  <a:ext uri="{FF2B5EF4-FFF2-40B4-BE49-F238E27FC236}">
                    <a16:creationId xmlns:a16="http://schemas.microsoft.com/office/drawing/2014/main" id="{68DAAA74-257B-4E75-A315-6B710A314868}"/>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22">
                <a:extLst>
                  <a:ext uri="{FF2B5EF4-FFF2-40B4-BE49-F238E27FC236}">
                    <a16:creationId xmlns:a16="http://schemas.microsoft.com/office/drawing/2014/main" id="{63000D52-BDE3-430B-8243-08564FFE96A1}"/>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23">
                <a:extLst>
                  <a:ext uri="{FF2B5EF4-FFF2-40B4-BE49-F238E27FC236}">
                    <a16:creationId xmlns:a16="http://schemas.microsoft.com/office/drawing/2014/main" id="{F6BDC60F-B33E-4AD8-9807-B2C1A4C2C6ED}"/>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24">
                <a:extLst>
                  <a:ext uri="{FF2B5EF4-FFF2-40B4-BE49-F238E27FC236}">
                    <a16:creationId xmlns:a16="http://schemas.microsoft.com/office/drawing/2014/main" id="{F1DB5734-0088-4CC2-9415-998F19416559}"/>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25">
                <a:extLst>
                  <a:ext uri="{FF2B5EF4-FFF2-40B4-BE49-F238E27FC236}">
                    <a16:creationId xmlns:a16="http://schemas.microsoft.com/office/drawing/2014/main" id="{1C679BCE-F04D-48E0-8E2B-0174E8E975E1}"/>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6">
                <a:extLst>
                  <a:ext uri="{FF2B5EF4-FFF2-40B4-BE49-F238E27FC236}">
                    <a16:creationId xmlns:a16="http://schemas.microsoft.com/office/drawing/2014/main" id="{EA8ABD89-DF79-45A9-9CDB-0E871222D540}"/>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7">
                <a:extLst>
                  <a:ext uri="{FF2B5EF4-FFF2-40B4-BE49-F238E27FC236}">
                    <a16:creationId xmlns:a16="http://schemas.microsoft.com/office/drawing/2014/main" id="{C1A57486-D9A6-4CD5-878E-093E44A7606C}"/>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8">
                <a:extLst>
                  <a:ext uri="{FF2B5EF4-FFF2-40B4-BE49-F238E27FC236}">
                    <a16:creationId xmlns:a16="http://schemas.microsoft.com/office/drawing/2014/main" id="{B6582662-B56F-42F6-A821-B5F52FB8400B}"/>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9">
                <a:extLst>
                  <a:ext uri="{FF2B5EF4-FFF2-40B4-BE49-F238E27FC236}">
                    <a16:creationId xmlns:a16="http://schemas.microsoft.com/office/drawing/2014/main" id="{1105049D-68B2-4636-9C28-7B8C21771618}"/>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30">
                <a:extLst>
                  <a:ext uri="{FF2B5EF4-FFF2-40B4-BE49-F238E27FC236}">
                    <a16:creationId xmlns:a16="http://schemas.microsoft.com/office/drawing/2014/main" id="{E0F75D5D-3B9C-40B7-AF8E-4C4322B6C942}"/>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00F6A935-DCBA-461C-832C-A343F475413E}"/>
                </a:ext>
              </a:extLst>
            </p:cNvPr>
            <p:cNvGrpSpPr/>
            <p:nvPr/>
          </p:nvGrpSpPr>
          <p:grpSpPr>
            <a:xfrm>
              <a:off x="354110" y="3871219"/>
              <a:ext cx="11480604" cy="108822"/>
              <a:chOff x="354110" y="3872454"/>
              <a:chExt cx="11480604" cy="108822"/>
            </a:xfrm>
            <a:grpFill/>
          </p:grpSpPr>
          <p:sp>
            <p:nvSpPr>
              <p:cNvPr id="149" name="Rectangle 32">
                <a:extLst>
                  <a:ext uri="{FF2B5EF4-FFF2-40B4-BE49-F238E27FC236}">
                    <a16:creationId xmlns:a16="http://schemas.microsoft.com/office/drawing/2014/main" id="{67654A26-DC7F-47CD-8FF8-BC012501CCEA}"/>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33">
                <a:extLst>
                  <a:ext uri="{FF2B5EF4-FFF2-40B4-BE49-F238E27FC236}">
                    <a16:creationId xmlns:a16="http://schemas.microsoft.com/office/drawing/2014/main" id="{9949B927-96E9-4F44-9050-A81CD79D7386}"/>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34">
                <a:extLst>
                  <a:ext uri="{FF2B5EF4-FFF2-40B4-BE49-F238E27FC236}">
                    <a16:creationId xmlns:a16="http://schemas.microsoft.com/office/drawing/2014/main" id="{3B5D9536-992F-4F39-93BC-BB2533D78505}"/>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35">
                <a:extLst>
                  <a:ext uri="{FF2B5EF4-FFF2-40B4-BE49-F238E27FC236}">
                    <a16:creationId xmlns:a16="http://schemas.microsoft.com/office/drawing/2014/main" id="{F1FA2A7F-208B-4450-9E7E-F29BB3925166}"/>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36">
                <a:extLst>
                  <a:ext uri="{FF2B5EF4-FFF2-40B4-BE49-F238E27FC236}">
                    <a16:creationId xmlns:a16="http://schemas.microsoft.com/office/drawing/2014/main" id="{EF607D70-7F21-4A9F-A183-730E45EF312E}"/>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37">
                <a:extLst>
                  <a:ext uri="{FF2B5EF4-FFF2-40B4-BE49-F238E27FC236}">
                    <a16:creationId xmlns:a16="http://schemas.microsoft.com/office/drawing/2014/main" id="{4ECF017A-32D9-44C4-837F-2C37B7B9FC42}"/>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8">
                <a:extLst>
                  <a:ext uri="{FF2B5EF4-FFF2-40B4-BE49-F238E27FC236}">
                    <a16:creationId xmlns:a16="http://schemas.microsoft.com/office/drawing/2014/main" id="{34B3B9C3-9513-414E-B30D-F7CFC02E05D6}"/>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9">
                <a:extLst>
                  <a:ext uri="{FF2B5EF4-FFF2-40B4-BE49-F238E27FC236}">
                    <a16:creationId xmlns:a16="http://schemas.microsoft.com/office/drawing/2014/main" id="{E6A1B5D1-A0C1-47E7-A068-C05A44F3D700}"/>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40">
                <a:extLst>
                  <a:ext uri="{FF2B5EF4-FFF2-40B4-BE49-F238E27FC236}">
                    <a16:creationId xmlns:a16="http://schemas.microsoft.com/office/drawing/2014/main" id="{96D2BA52-50C4-45BF-B115-62AE7F01B07A}"/>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41">
                <a:extLst>
                  <a:ext uri="{FF2B5EF4-FFF2-40B4-BE49-F238E27FC236}">
                    <a16:creationId xmlns:a16="http://schemas.microsoft.com/office/drawing/2014/main" id="{9DCC33D9-FAF4-4D54-A2F1-85D656FB93DA}"/>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42">
                <a:extLst>
                  <a:ext uri="{FF2B5EF4-FFF2-40B4-BE49-F238E27FC236}">
                    <a16:creationId xmlns:a16="http://schemas.microsoft.com/office/drawing/2014/main" id="{8DD0B56F-45FF-4041-A939-24B54541A309}"/>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43">
                <a:extLst>
                  <a:ext uri="{FF2B5EF4-FFF2-40B4-BE49-F238E27FC236}">
                    <a16:creationId xmlns:a16="http://schemas.microsoft.com/office/drawing/2014/main" id="{96AB8477-5546-4080-8BC1-02BF0BB8F3FE}"/>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44">
                <a:extLst>
                  <a:ext uri="{FF2B5EF4-FFF2-40B4-BE49-F238E27FC236}">
                    <a16:creationId xmlns:a16="http://schemas.microsoft.com/office/drawing/2014/main" id="{4E453DC0-BE05-4525-866A-335CE37B007E}"/>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45">
                <a:extLst>
                  <a:ext uri="{FF2B5EF4-FFF2-40B4-BE49-F238E27FC236}">
                    <a16:creationId xmlns:a16="http://schemas.microsoft.com/office/drawing/2014/main" id="{DE66478E-4EC6-4BE6-B27E-C0C0531CC1E1}"/>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6">
                <a:extLst>
                  <a:ext uri="{FF2B5EF4-FFF2-40B4-BE49-F238E27FC236}">
                    <a16:creationId xmlns:a16="http://schemas.microsoft.com/office/drawing/2014/main" id="{698E3192-E8A7-4BE3-A213-C67294E393A9}"/>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7">
                <a:extLst>
                  <a:ext uri="{FF2B5EF4-FFF2-40B4-BE49-F238E27FC236}">
                    <a16:creationId xmlns:a16="http://schemas.microsoft.com/office/drawing/2014/main" id="{73311133-150A-4295-BA6B-AE591A758BD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8">
                <a:extLst>
                  <a:ext uri="{FF2B5EF4-FFF2-40B4-BE49-F238E27FC236}">
                    <a16:creationId xmlns:a16="http://schemas.microsoft.com/office/drawing/2014/main" id="{01A2298C-D71C-4EE8-97EC-882AE8FE270B}"/>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9">
                <a:extLst>
                  <a:ext uri="{FF2B5EF4-FFF2-40B4-BE49-F238E27FC236}">
                    <a16:creationId xmlns:a16="http://schemas.microsoft.com/office/drawing/2014/main" id="{4A510FF8-75EB-4CBF-8672-72CB0674B95B}"/>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50">
                <a:extLst>
                  <a:ext uri="{FF2B5EF4-FFF2-40B4-BE49-F238E27FC236}">
                    <a16:creationId xmlns:a16="http://schemas.microsoft.com/office/drawing/2014/main" id="{1A2C9E47-1571-4FD2-8B6B-C7B564E8977A}"/>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51">
                <a:extLst>
                  <a:ext uri="{FF2B5EF4-FFF2-40B4-BE49-F238E27FC236}">
                    <a16:creationId xmlns:a16="http://schemas.microsoft.com/office/drawing/2014/main" id="{86EF56B1-DD4A-4A19-A43F-347855BF8424}"/>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52">
                <a:extLst>
                  <a:ext uri="{FF2B5EF4-FFF2-40B4-BE49-F238E27FC236}">
                    <a16:creationId xmlns:a16="http://schemas.microsoft.com/office/drawing/2014/main" id="{593C0948-4102-4E67-9CCD-6F94446F70BE}"/>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53">
                <a:extLst>
                  <a:ext uri="{FF2B5EF4-FFF2-40B4-BE49-F238E27FC236}">
                    <a16:creationId xmlns:a16="http://schemas.microsoft.com/office/drawing/2014/main" id="{ACB6589F-762B-4CA7-8D92-92E5FB76FD1A}"/>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54">
                <a:extLst>
                  <a:ext uri="{FF2B5EF4-FFF2-40B4-BE49-F238E27FC236}">
                    <a16:creationId xmlns:a16="http://schemas.microsoft.com/office/drawing/2014/main" id="{9992ACB2-51DA-4341-842A-58050D15CC78}"/>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55">
                <a:extLst>
                  <a:ext uri="{FF2B5EF4-FFF2-40B4-BE49-F238E27FC236}">
                    <a16:creationId xmlns:a16="http://schemas.microsoft.com/office/drawing/2014/main" id="{D9C60E55-0956-424D-8C75-2976AC3B653E}"/>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6">
                <a:extLst>
                  <a:ext uri="{FF2B5EF4-FFF2-40B4-BE49-F238E27FC236}">
                    <a16:creationId xmlns:a16="http://schemas.microsoft.com/office/drawing/2014/main" id="{BE0FF237-544C-4EAB-ABB0-731D5FA88D46}"/>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7">
                <a:extLst>
                  <a:ext uri="{FF2B5EF4-FFF2-40B4-BE49-F238E27FC236}">
                    <a16:creationId xmlns:a16="http://schemas.microsoft.com/office/drawing/2014/main" id="{D1E0212C-F045-489C-9689-7C49F762CC3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AC90BB14-74DB-4A2D-847B-7D160CCB7907}"/>
                </a:ext>
              </a:extLst>
            </p:cNvPr>
            <p:cNvGrpSpPr/>
            <p:nvPr/>
          </p:nvGrpSpPr>
          <p:grpSpPr>
            <a:xfrm>
              <a:off x="354110" y="4376763"/>
              <a:ext cx="11480604" cy="109990"/>
              <a:chOff x="354110" y="4379678"/>
              <a:chExt cx="11480604" cy="109990"/>
            </a:xfrm>
            <a:grpFill/>
          </p:grpSpPr>
          <p:sp>
            <p:nvSpPr>
              <p:cNvPr id="123" name="Rectangle 59">
                <a:extLst>
                  <a:ext uri="{FF2B5EF4-FFF2-40B4-BE49-F238E27FC236}">
                    <a16:creationId xmlns:a16="http://schemas.microsoft.com/office/drawing/2014/main" id="{99D447A1-2220-4498-AEF5-6E3E1E6E7569}"/>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60">
                <a:extLst>
                  <a:ext uri="{FF2B5EF4-FFF2-40B4-BE49-F238E27FC236}">
                    <a16:creationId xmlns:a16="http://schemas.microsoft.com/office/drawing/2014/main" id="{7C3A93F4-91DD-433B-968A-852BE617B270}"/>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61">
                <a:extLst>
                  <a:ext uri="{FF2B5EF4-FFF2-40B4-BE49-F238E27FC236}">
                    <a16:creationId xmlns:a16="http://schemas.microsoft.com/office/drawing/2014/main" id="{1C73CE31-214B-4439-A783-35C6A8ED7587}"/>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62">
                <a:extLst>
                  <a:ext uri="{FF2B5EF4-FFF2-40B4-BE49-F238E27FC236}">
                    <a16:creationId xmlns:a16="http://schemas.microsoft.com/office/drawing/2014/main" id="{36D68C3F-8E09-4424-AE30-DC0EA8A4B605}"/>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63">
                <a:extLst>
                  <a:ext uri="{FF2B5EF4-FFF2-40B4-BE49-F238E27FC236}">
                    <a16:creationId xmlns:a16="http://schemas.microsoft.com/office/drawing/2014/main" id="{D77BDB0F-9FB9-4B1E-8B4A-1E2673E90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64">
                <a:extLst>
                  <a:ext uri="{FF2B5EF4-FFF2-40B4-BE49-F238E27FC236}">
                    <a16:creationId xmlns:a16="http://schemas.microsoft.com/office/drawing/2014/main" id="{11FC8FC1-3854-4435-94FA-7C19C8CF4B2B}"/>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65">
                <a:extLst>
                  <a:ext uri="{FF2B5EF4-FFF2-40B4-BE49-F238E27FC236}">
                    <a16:creationId xmlns:a16="http://schemas.microsoft.com/office/drawing/2014/main" id="{CD7A3181-77BB-4B10-BAE0-192A2D4C546F}"/>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6">
                <a:extLst>
                  <a:ext uri="{FF2B5EF4-FFF2-40B4-BE49-F238E27FC236}">
                    <a16:creationId xmlns:a16="http://schemas.microsoft.com/office/drawing/2014/main" id="{34704098-6430-4842-A78C-8EA208FF5C58}"/>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7">
                <a:extLst>
                  <a:ext uri="{FF2B5EF4-FFF2-40B4-BE49-F238E27FC236}">
                    <a16:creationId xmlns:a16="http://schemas.microsoft.com/office/drawing/2014/main" id="{821A9373-4697-4443-B247-58130E1D401F}"/>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8">
                <a:extLst>
                  <a:ext uri="{FF2B5EF4-FFF2-40B4-BE49-F238E27FC236}">
                    <a16:creationId xmlns:a16="http://schemas.microsoft.com/office/drawing/2014/main" id="{BE59B0E9-E64A-4252-ABFF-7D0CCECB5F69}"/>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9">
                <a:extLst>
                  <a:ext uri="{FF2B5EF4-FFF2-40B4-BE49-F238E27FC236}">
                    <a16:creationId xmlns:a16="http://schemas.microsoft.com/office/drawing/2014/main" id="{066F8BCA-C3C4-48C8-9103-65FC2FFF6239}"/>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70">
                <a:extLst>
                  <a:ext uri="{FF2B5EF4-FFF2-40B4-BE49-F238E27FC236}">
                    <a16:creationId xmlns:a16="http://schemas.microsoft.com/office/drawing/2014/main" id="{68B69181-5D7D-4EFF-9724-B2BDD62DB414}"/>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71">
                <a:extLst>
                  <a:ext uri="{FF2B5EF4-FFF2-40B4-BE49-F238E27FC236}">
                    <a16:creationId xmlns:a16="http://schemas.microsoft.com/office/drawing/2014/main" id="{996BC465-13D7-4B01-81BD-88E7BAA5A99E}"/>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72">
                <a:extLst>
                  <a:ext uri="{FF2B5EF4-FFF2-40B4-BE49-F238E27FC236}">
                    <a16:creationId xmlns:a16="http://schemas.microsoft.com/office/drawing/2014/main" id="{61C9420C-6853-4164-9D24-98349CD58CD5}"/>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73">
                <a:extLst>
                  <a:ext uri="{FF2B5EF4-FFF2-40B4-BE49-F238E27FC236}">
                    <a16:creationId xmlns:a16="http://schemas.microsoft.com/office/drawing/2014/main" id="{EF04FF35-9797-4571-BCFF-435C37D2517E}"/>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74">
                <a:extLst>
                  <a:ext uri="{FF2B5EF4-FFF2-40B4-BE49-F238E27FC236}">
                    <a16:creationId xmlns:a16="http://schemas.microsoft.com/office/drawing/2014/main" id="{78C68F3A-1768-4D3F-8ABF-D899CEF5DEDB}"/>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75">
                <a:extLst>
                  <a:ext uri="{FF2B5EF4-FFF2-40B4-BE49-F238E27FC236}">
                    <a16:creationId xmlns:a16="http://schemas.microsoft.com/office/drawing/2014/main" id="{A69F85D7-2261-4042-B85B-C3FABE4A0815}"/>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6">
                <a:extLst>
                  <a:ext uri="{FF2B5EF4-FFF2-40B4-BE49-F238E27FC236}">
                    <a16:creationId xmlns:a16="http://schemas.microsoft.com/office/drawing/2014/main" id="{31444D56-FEBA-4CC9-B179-200833A9BE9A}"/>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7">
                <a:extLst>
                  <a:ext uri="{FF2B5EF4-FFF2-40B4-BE49-F238E27FC236}">
                    <a16:creationId xmlns:a16="http://schemas.microsoft.com/office/drawing/2014/main" id="{A7678401-8C3E-4FAF-A888-70B49C911618}"/>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8">
                <a:extLst>
                  <a:ext uri="{FF2B5EF4-FFF2-40B4-BE49-F238E27FC236}">
                    <a16:creationId xmlns:a16="http://schemas.microsoft.com/office/drawing/2014/main" id="{618CC429-D47D-440E-9695-6E61D609607D}"/>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9">
                <a:extLst>
                  <a:ext uri="{FF2B5EF4-FFF2-40B4-BE49-F238E27FC236}">
                    <a16:creationId xmlns:a16="http://schemas.microsoft.com/office/drawing/2014/main" id="{F2B544AE-5CC8-4A61-BBDF-82DA13A5F7E8}"/>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80">
                <a:extLst>
                  <a:ext uri="{FF2B5EF4-FFF2-40B4-BE49-F238E27FC236}">
                    <a16:creationId xmlns:a16="http://schemas.microsoft.com/office/drawing/2014/main" id="{46B39C8E-D445-41B8-8B42-2DE170717BD6}"/>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81">
                <a:extLst>
                  <a:ext uri="{FF2B5EF4-FFF2-40B4-BE49-F238E27FC236}">
                    <a16:creationId xmlns:a16="http://schemas.microsoft.com/office/drawing/2014/main" id="{38E7AB8E-5E17-460F-8595-4178AF462D9F}"/>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82">
                <a:extLst>
                  <a:ext uri="{FF2B5EF4-FFF2-40B4-BE49-F238E27FC236}">
                    <a16:creationId xmlns:a16="http://schemas.microsoft.com/office/drawing/2014/main" id="{B1EBA00C-8D23-4B8D-996F-763D44718637}"/>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83">
                <a:extLst>
                  <a:ext uri="{FF2B5EF4-FFF2-40B4-BE49-F238E27FC236}">
                    <a16:creationId xmlns:a16="http://schemas.microsoft.com/office/drawing/2014/main" id="{A74D84D5-1D5F-4261-AC8E-F836107F1AED}"/>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84">
                <a:extLst>
                  <a:ext uri="{FF2B5EF4-FFF2-40B4-BE49-F238E27FC236}">
                    <a16:creationId xmlns:a16="http://schemas.microsoft.com/office/drawing/2014/main" id="{FAE1892A-CE1C-4062-87F1-490874F36EE9}"/>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1802612C-7EF5-4229-B874-804F63CA5157}"/>
                </a:ext>
              </a:extLst>
            </p:cNvPr>
            <p:cNvGrpSpPr/>
            <p:nvPr/>
          </p:nvGrpSpPr>
          <p:grpSpPr>
            <a:xfrm>
              <a:off x="354110" y="4883475"/>
              <a:ext cx="11480604" cy="109990"/>
              <a:chOff x="354110" y="4888062"/>
              <a:chExt cx="11480604" cy="109990"/>
            </a:xfrm>
            <a:grpFill/>
          </p:grpSpPr>
          <p:sp>
            <p:nvSpPr>
              <p:cNvPr id="97" name="Rectangle 5">
                <a:extLst>
                  <a:ext uri="{FF2B5EF4-FFF2-40B4-BE49-F238E27FC236}">
                    <a16:creationId xmlns:a16="http://schemas.microsoft.com/office/drawing/2014/main" id="{79ECF9B6-3DAB-4C5C-B34E-D0A7F38B761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6">
                <a:extLst>
                  <a:ext uri="{FF2B5EF4-FFF2-40B4-BE49-F238E27FC236}">
                    <a16:creationId xmlns:a16="http://schemas.microsoft.com/office/drawing/2014/main" id="{35C9E271-FB6D-4F58-AC40-C72BEAE8A205}"/>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7">
                <a:extLst>
                  <a:ext uri="{FF2B5EF4-FFF2-40B4-BE49-F238E27FC236}">
                    <a16:creationId xmlns:a16="http://schemas.microsoft.com/office/drawing/2014/main" id="{6C77D497-A891-4E55-B019-C188318C9B94}"/>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8">
                <a:extLst>
                  <a:ext uri="{FF2B5EF4-FFF2-40B4-BE49-F238E27FC236}">
                    <a16:creationId xmlns:a16="http://schemas.microsoft.com/office/drawing/2014/main" id="{789A10D5-86A9-4355-A65E-55E0070B0C22}"/>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9">
                <a:extLst>
                  <a:ext uri="{FF2B5EF4-FFF2-40B4-BE49-F238E27FC236}">
                    <a16:creationId xmlns:a16="http://schemas.microsoft.com/office/drawing/2014/main" id="{190FC9CA-1CD6-4748-9D13-6C41111A17B7}"/>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10">
                <a:extLst>
                  <a:ext uri="{FF2B5EF4-FFF2-40B4-BE49-F238E27FC236}">
                    <a16:creationId xmlns:a16="http://schemas.microsoft.com/office/drawing/2014/main" id="{C8822FE6-6227-48F7-AA73-92699ABEA3A8}"/>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11">
                <a:extLst>
                  <a:ext uri="{FF2B5EF4-FFF2-40B4-BE49-F238E27FC236}">
                    <a16:creationId xmlns:a16="http://schemas.microsoft.com/office/drawing/2014/main" id="{E5E1E87B-24C4-475C-8A8F-5B997B2D073F}"/>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12">
                <a:extLst>
                  <a:ext uri="{FF2B5EF4-FFF2-40B4-BE49-F238E27FC236}">
                    <a16:creationId xmlns:a16="http://schemas.microsoft.com/office/drawing/2014/main" id="{A10C8796-2AC4-44B9-947C-67EA0E966720}"/>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13">
                <a:extLst>
                  <a:ext uri="{FF2B5EF4-FFF2-40B4-BE49-F238E27FC236}">
                    <a16:creationId xmlns:a16="http://schemas.microsoft.com/office/drawing/2014/main" id="{9C3B2967-6FE1-42A9-8AA6-D88F39ED2592}"/>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14">
                <a:extLst>
                  <a:ext uri="{FF2B5EF4-FFF2-40B4-BE49-F238E27FC236}">
                    <a16:creationId xmlns:a16="http://schemas.microsoft.com/office/drawing/2014/main" id="{D65A60F3-B8CA-4A07-BA50-4382410F7DF3}"/>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15">
                <a:extLst>
                  <a:ext uri="{FF2B5EF4-FFF2-40B4-BE49-F238E27FC236}">
                    <a16:creationId xmlns:a16="http://schemas.microsoft.com/office/drawing/2014/main" id="{CE9D0345-78D9-481A-97CD-9F4F5005DCF5}"/>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6">
                <a:extLst>
                  <a:ext uri="{FF2B5EF4-FFF2-40B4-BE49-F238E27FC236}">
                    <a16:creationId xmlns:a16="http://schemas.microsoft.com/office/drawing/2014/main" id="{335FF664-C997-40CD-A253-17AE029463EF}"/>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7">
                <a:extLst>
                  <a:ext uri="{FF2B5EF4-FFF2-40B4-BE49-F238E27FC236}">
                    <a16:creationId xmlns:a16="http://schemas.microsoft.com/office/drawing/2014/main" id="{9CC2681F-B216-40D9-B5A0-F02DCEABDF71}"/>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8">
                <a:extLst>
                  <a:ext uri="{FF2B5EF4-FFF2-40B4-BE49-F238E27FC236}">
                    <a16:creationId xmlns:a16="http://schemas.microsoft.com/office/drawing/2014/main" id="{A3004976-7D17-4D1E-8C1B-307A36D4D3A6}"/>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9">
                <a:extLst>
                  <a:ext uri="{FF2B5EF4-FFF2-40B4-BE49-F238E27FC236}">
                    <a16:creationId xmlns:a16="http://schemas.microsoft.com/office/drawing/2014/main" id="{2441E1C0-EA8F-4829-96F9-79E4F9F9B8A8}"/>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20">
                <a:extLst>
                  <a:ext uri="{FF2B5EF4-FFF2-40B4-BE49-F238E27FC236}">
                    <a16:creationId xmlns:a16="http://schemas.microsoft.com/office/drawing/2014/main" id="{44BC57F8-5DE7-403F-B665-F6F2827DB80C}"/>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21">
                <a:extLst>
                  <a:ext uri="{FF2B5EF4-FFF2-40B4-BE49-F238E27FC236}">
                    <a16:creationId xmlns:a16="http://schemas.microsoft.com/office/drawing/2014/main" id="{B34B239C-EECF-4F26-A48A-B0CC0F65BC73}"/>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22">
                <a:extLst>
                  <a:ext uri="{FF2B5EF4-FFF2-40B4-BE49-F238E27FC236}">
                    <a16:creationId xmlns:a16="http://schemas.microsoft.com/office/drawing/2014/main" id="{9761DB51-CFA3-48D3-A481-6AAF4370D4B5}"/>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23">
                <a:extLst>
                  <a:ext uri="{FF2B5EF4-FFF2-40B4-BE49-F238E27FC236}">
                    <a16:creationId xmlns:a16="http://schemas.microsoft.com/office/drawing/2014/main" id="{8BF8C0DC-CA13-4B3A-9B31-81AD0D5A3B96}"/>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24">
                <a:extLst>
                  <a:ext uri="{FF2B5EF4-FFF2-40B4-BE49-F238E27FC236}">
                    <a16:creationId xmlns:a16="http://schemas.microsoft.com/office/drawing/2014/main" id="{3B5D9432-1B5F-4352-8E2D-A4C9BA278820}"/>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25">
                <a:extLst>
                  <a:ext uri="{FF2B5EF4-FFF2-40B4-BE49-F238E27FC236}">
                    <a16:creationId xmlns:a16="http://schemas.microsoft.com/office/drawing/2014/main" id="{A72578CA-857C-4FF3-99D2-2409F1404F50}"/>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6">
                <a:extLst>
                  <a:ext uri="{FF2B5EF4-FFF2-40B4-BE49-F238E27FC236}">
                    <a16:creationId xmlns:a16="http://schemas.microsoft.com/office/drawing/2014/main" id="{CAD4F8AF-D5EE-4F50-B004-20393F40DD74}"/>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7">
                <a:extLst>
                  <a:ext uri="{FF2B5EF4-FFF2-40B4-BE49-F238E27FC236}">
                    <a16:creationId xmlns:a16="http://schemas.microsoft.com/office/drawing/2014/main" id="{8A57F274-20A6-4680-B7C0-AD8EA5A0BB6B}"/>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8">
                <a:extLst>
                  <a:ext uri="{FF2B5EF4-FFF2-40B4-BE49-F238E27FC236}">
                    <a16:creationId xmlns:a16="http://schemas.microsoft.com/office/drawing/2014/main" id="{0F14F482-588A-4EEB-8243-0F8DF0EBFCDB}"/>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9">
                <a:extLst>
                  <a:ext uri="{FF2B5EF4-FFF2-40B4-BE49-F238E27FC236}">
                    <a16:creationId xmlns:a16="http://schemas.microsoft.com/office/drawing/2014/main" id="{DBE68752-D099-4312-A230-0F3B7131BC49}"/>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30">
                <a:extLst>
                  <a:ext uri="{FF2B5EF4-FFF2-40B4-BE49-F238E27FC236}">
                    <a16:creationId xmlns:a16="http://schemas.microsoft.com/office/drawing/2014/main" id="{405BD9F5-ECE9-4C54-B627-8C58DFD73551}"/>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81BDD497-9AE8-4EFE-A518-EB1944C837FD}"/>
                </a:ext>
              </a:extLst>
            </p:cNvPr>
            <p:cNvGrpSpPr/>
            <p:nvPr/>
          </p:nvGrpSpPr>
          <p:grpSpPr>
            <a:xfrm>
              <a:off x="354110" y="5390187"/>
              <a:ext cx="11480604" cy="108822"/>
              <a:chOff x="354110" y="5396454"/>
              <a:chExt cx="11480604" cy="108822"/>
            </a:xfrm>
            <a:grpFill/>
          </p:grpSpPr>
          <p:sp>
            <p:nvSpPr>
              <p:cNvPr id="71" name="Rectangle 32">
                <a:extLst>
                  <a:ext uri="{FF2B5EF4-FFF2-40B4-BE49-F238E27FC236}">
                    <a16:creationId xmlns:a16="http://schemas.microsoft.com/office/drawing/2014/main" id="{46DE1FDE-4944-42F3-AB62-2DB5477E3F4E}"/>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33">
                <a:extLst>
                  <a:ext uri="{FF2B5EF4-FFF2-40B4-BE49-F238E27FC236}">
                    <a16:creationId xmlns:a16="http://schemas.microsoft.com/office/drawing/2014/main" id="{06FCE84A-9F7C-4DFE-8CA9-5982F096E6E7}"/>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34">
                <a:extLst>
                  <a:ext uri="{FF2B5EF4-FFF2-40B4-BE49-F238E27FC236}">
                    <a16:creationId xmlns:a16="http://schemas.microsoft.com/office/drawing/2014/main" id="{DD56D081-1AAA-49A3-ABDB-5C753E6ABED1}"/>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35">
                <a:extLst>
                  <a:ext uri="{FF2B5EF4-FFF2-40B4-BE49-F238E27FC236}">
                    <a16:creationId xmlns:a16="http://schemas.microsoft.com/office/drawing/2014/main" id="{BD4D92B3-9AE0-48B8-959E-07EA7AB29F39}"/>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36">
                <a:extLst>
                  <a:ext uri="{FF2B5EF4-FFF2-40B4-BE49-F238E27FC236}">
                    <a16:creationId xmlns:a16="http://schemas.microsoft.com/office/drawing/2014/main" id="{3DD3026A-6FE6-4FA7-90F4-6DE1E8898CA9}"/>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37">
                <a:extLst>
                  <a:ext uri="{FF2B5EF4-FFF2-40B4-BE49-F238E27FC236}">
                    <a16:creationId xmlns:a16="http://schemas.microsoft.com/office/drawing/2014/main" id="{AC970942-28D3-4460-85B7-BD20B0D76AC0}"/>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8">
                <a:extLst>
                  <a:ext uri="{FF2B5EF4-FFF2-40B4-BE49-F238E27FC236}">
                    <a16:creationId xmlns:a16="http://schemas.microsoft.com/office/drawing/2014/main" id="{03D96458-7899-4A24-B66B-461086FAA137}"/>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9">
                <a:extLst>
                  <a:ext uri="{FF2B5EF4-FFF2-40B4-BE49-F238E27FC236}">
                    <a16:creationId xmlns:a16="http://schemas.microsoft.com/office/drawing/2014/main" id="{C8A769BE-C8A3-44B6-A98B-9A0CA8C8C1B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40">
                <a:extLst>
                  <a:ext uri="{FF2B5EF4-FFF2-40B4-BE49-F238E27FC236}">
                    <a16:creationId xmlns:a16="http://schemas.microsoft.com/office/drawing/2014/main" id="{42866ABD-1FE3-40D1-8819-FC2FC19BC13E}"/>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41">
                <a:extLst>
                  <a:ext uri="{FF2B5EF4-FFF2-40B4-BE49-F238E27FC236}">
                    <a16:creationId xmlns:a16="http://schemas.microsoft.com/office/drawing/2014/main" id="{0DA7C80D-458F-4BCF-9DF9-4EA5C63B694E}"/>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42">
                <a:extLst>
                  <a:ext uri="{FF2B5EF4-FFF2-40B4-BE49-F238E27FC236}">
                    <a16:creationId xmlns:a16="http://schemas.microsoft.com/office/drawing/2014/main" id="{0BDDAC83-E0E2-46D1-BE39-29D715978A44}"/>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43">
                <a:extLst>
                  <a:ext uri="{FF2B5EF4-FFF2-40B4-BE49-F238E27FC236}">
                    <a16:creationId xmlns:a16="http://schemas.microsoft.com/office/drawing/2014/main" id="{778B5BE3-4E1C-4C31-8E26-1435B98AADE2}"/>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44">
                <a:extLst>
                  <a:ext uri="{FF2B5EF4-FFF2-40B4-BE49-F238E27FC236}">
                    <a16:creationId xmlns:a16="http://schemas.microsoft.com/office/drawing/2014/main" id="{12D1914C-8D7D-4C81-BF2A-CC415E7FEFEA}"/>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45">
                <a:extLst>
                  <a:ext uri="{FF2B5EF4-FFF2-40B4-BE49-F238E27FC236}">
                    <a16:creationId xmlns:a16="http://schemas.microsoft.com/office/drawing/2014/main" id="{3F7280B3-7FC7-46CC-B0AA-9279C8F01F29}"/>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6">
                <a:extLst>
                  <a:ext uri="{FF2B5EF4-FFF2-40B4-BE49-F238E27FC236}">
                    <a16:creationId xmlns:a16="http://schemas.microsoft.com/office/drawing/2014/main" id="{8518DB40-11B0-4C34-8085-E25C7CCE9078}"/>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7">
                <a:extLst>
                  <a:ext uri="{FF2B5EF4-FFF2-40B4-BE49-F238E27FC236}">
                    <a16:creationId xmlns:a16="http://schemas.microsoft.com/office/drawing/2014/main" id="{A0A4571B-8522-4F7C-A623-D22275A4BA72}"/>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8">
                <a:extLst>
                  <a:ext uri="{FF2B5EF4-FFF2-40B4-BE49-F238E27FC236}">
                    <a16:creationId xmlns:a16="http://schemas.microsoft.com/office/drawing/2014/main" id="{0058B0EA-93A6-4250-B9BB-2189D860E5A2}"/>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9">
                <a:extLst>
                  <a:ext uri="{FF2B5EF4-FFF2-40B4-BE49-F238E27FC236}">
                    <a16:creationId xmlns:a16="http://schemas.microsoft.com/office/drawing/2014/main" id="{AD35427D-2F04-45B3-A5EA-4C931023ECE8}"/>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50">
                <a:extLst>
                  <a:ext uri="{FF2B5EF4-FFF2-40B4-BE49-F238E27FC236}">
                    <a16:creationId xmlns:a16="http://schemas.microsoft.com/office/drawing/2014/main" id="{C9AE1296-0B65-425E-B952-6EA87FD817F0}"/>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51">
                <a:extLst>
                  <a:ext uri="{FF2B5EF4-FFF2-40B4-BE49-F238E27FC236}">
                    <a16:creationId xmlns:a16="http://schemas.microsoft.com/office/drawing/2014/main" id="{7A1EA1D6-A2F2-45C1-B37A-53504239CE56}"/>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52">
                <a:extLst>
                  <a:ext uri="{FF2B5EF4-FFF2-40B4-BE49-F238E27FC236}">
                    <a16:creationId xmlns:a16="http://schemas.microsoft.com/office/drawing/2014/main" id="{505AF1AD-40CE-4BC2-AC86-033E06E7B6F6}"/>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53">
                <a:extLst>
                  <a:ext uri="{FF2B5EF4-FFF2-40B4-BE49-F238E27FC236}">
                    <a16:creationId xmlns:a16="http://schemas.microsoft.com/office/drawing/2014/main" id="{4E83FA98-5620-4FBC-83BE-A15F94C83D59}"/>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54">
                <a:extLst>
                  <a:ext uri="{FF2B5EF4-FFF2-40B4-BE49-F238E27FC236}">
                    <a16:creationId xmlns:a16="http://schemas.microsoft.com/office/drawing/2014/main" id="{994A88E7-EC98-4704-B017-A2BEA7AB44CD}"/>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55">
                <a:extLst>
                  <a:ext uri="{FF2B5EF4-FFF2-40B4-BE49-F238E27FC236}">
                    <a16:creationId xmlns:a16="http://schemas.microsoft.com/office/drawing/2014/main" id="{44F8541E-6BEB-4522-8934-CDC85C95B804}"/>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6">
                <a:extLst>
                  <a:ext uri="{FF2B5EF4-FFF2-40B4-BE49-F238E27FC236}">
                    <a16:creationId xmlns:a16="http://schemas.microsoft.com/office/drawing/2014/main" id="{41BE143F-1045-43B6-9112-9CA42EAB94D5}"/>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7">
                <a:extLst>
                  <a:ext uri="{FF2B5EF4-FFF2-40B4-BE49-F238E27FC236}">
                    <a16:creationId xmlns:a16="http://schemas.microsoft.com/office/drawing/2014/main" id="{15B3273B-882C-4741-AFCB-88C00782C05E}"/>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42D156E4-2FEE-41D1-B234-92FA676F4D8E}"/>
                </a:ext>
              </a:extLst>
            </p:cNvPr>
            <p:cNvGrpSpPr/>
            <p:nvPr/>
          </p:nvGrpSpPr>
          <p:grpSpPr>
            <a:xfrm>
              <a:off x="354110" y="5895731"/>
              <a:ext cx="11480604" cy="109990"/>
              <a:chOff x="354110" y="5903678"/>
              <a:chExt cx="11480604" cy="109990"/>
            </a:xfrm>
            <a:grpFill/>
          </p:grpSpPr>
          <p:sp>
            <p:nvSpPr>
              <p:cNvPr id="45" name="Rectangle 59">
                <a:extLst>
                  <a:ext uri="{FF2B5EF4-FFF2-40B4-BE49-F238E27FC236}">
                    <a16:creationId xmlns:a16="http://schemas.microsoft.com/office/drawing/2014/main" id="{1282A854-928F-4C4C-AF50-E805B6E24D60}"/>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60">
                <a:extLst>
                  <a:ext uri="{FF2B5EF4-FFF2-40B4-BE49-F238E27FC236}">
                    <a16:creationId xmlns:a16="http://schemas.microsoft.com/office/drawing/2014/main" id="{BF09B981-640A-4B56-97EF-77A7674F2AB4}"/>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61">
                <a:extLst>
                  <a:ext uri="{FF2B5EF4-FFF2-40B4-BE49-F238E27FC236}">
                    <a16:creationId xmlns:a16="http://schemas.microsoft.com/office/drawing/2014/main" id="{0E3D84C4-7127-44E3-9D80-DD4C9DF86B9B}"/>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62">
                <a:extLst>
                  <a:ext uri="{FF2B5EF4-FFF2-40B4-BE49-F238E27FC236}">
                    <a16:creationId xmlns:a16="http://schemas.microsoft.com/office/drawing/2014/main" id="{3C0ED1F5-7157-4C03-AF23-63AA54E2020F}"/>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63">
                <a:extLst>
                  <a:ext uri="{FF2B5EF4-FFF2-40B4-BE49-F238E27FC236}">
                    <a16:creationId xmlns:a16="http://schemas.microsoft.com/office/drawing/2014/main" id="{DA4CC94A-11EC-484D-93A8-A6BA55C942E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64">
                <a:extLst>
                  <a:ext uri="{FF2B5EF4-FFF2-40B4-BE49-F238E27FC236}">
                    <a16:creationId xmlns:a16="http://schemas.microsoft.com/office/drawing/2014/main" id="{F3F8546E-5077-4146-94A8-9C4CC244E519}"/>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 name="Rectangle 65">
                <a:extLst>
                  <a:ext uri="{FF2B5EF4-FFF2-40B4-BE49-F238E27FC236}">
                    <a16:creationId xmlns:a16="http://schemas.microsoft.com/office/drawing/2014/main" id="{931F67C4-9C1D-4588-A8E6-3E99D64C700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6">
                <a:extLst>
                  <a:ext uri="{FF2B5EF4-FFF2-40B4-BE49-F238E27FC236}">
                    <a16:creationId xmlns:a16="http://schemas.microsoft.com/office/drawing/2014/main" id="{EB21CB79-3CB2-4077-A9B9-C45985197177}"/>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7">
                <a:extLst>
                  <a:ext uri="{FF2B5EF4-FFF2-40B4-BE49-F238E27FC236}">
                    <a16:creationId xmlns:a16="http://schemas.microsoft.com/office/drawing/2014/main" id="{DD611496-16E5-4416-B1A2-02348ABD39A2}"/>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8">
                <a:extLst>
                  <a:ext uri="{FF2B5EF4-FFF2-40B4-BE49-F238E27FC236}">
                    <a16:creationId xmlns:a16="http://schemas.microsoft.com/office/drawing/2014/main" id="{EF4511E4-6AE1-4AD2-9E94-8DFEBF58B10C}"/>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9">
                <a:extLst>
                  <a:ext uri="{FF2B5EF4-FFF2-40B4-BE49-F238E27FC236}">
                    <a16:creationId xmlns:a16="http://schemas.microsoft.com/office/drawing/2014/main" id="{5A9F5148-2BFE-49A2-882C-9C270DAC2D30}"/>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70">
                <a:extLst>
                  <a:ext uri="{FF2B5EF4-FFF2-40B4-BE49-F238E27FC236}">
                    <a16:creationId xmlns:a16="http://schemas.microsoft.com/office/drawing/2014/main" id="{17978533-954B-41FA-ACA1-BB2EAC45FE1D}"/>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71">
                <a:extLst>
                  <a:ext uri="{FF2B5EF4-FFF2-40B4-BE49-F238E27FC236}">
                    <a16:creationId xmlns:a16="http://schemas.microsoft.com/office/drawing/2014/main" id="{9926B974-3B58-43BE-A627-034A472C617C}"/>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72">
                <a:extLst>
                  <a:ext uri="{FF2B5EF4-FFF2-40B4-BE49-F238E27FC236}">
                    <a16:creationId xmlns:a16="http://schemas.microsoft.com/office/drawing/2014/main" id="{E88CA7B8-FC95-4FE1-9B97-D5EF9F942413}"/>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73">
                <a:extLst>
                  <a:ext uri="{FF2B5EF4-FFF2-40B4-BE49-F238E27FC236}">
                    <a16:creationId xmlns:a16="http://schemas.microsoft.com/office/drawing/2014/main" id="{A92934FD-C410-4C84-A5E1-081E7B422AA1}"/>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74">
                <a:extLst>
                  <a:ext uri="{FF2B5EF4-FFF2-40B4-BE49-F238E27FC236}">
                    <a16:creationId xmlns:a16="http://schemas.microsoft.com/office/drawing/2014/main" id="{2DA33973-6FE4-4D86-BBFB-90D4909293C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75">
                <a:extLst>
                  <a:ext uri="{FF2B5EF4-FFF2-40B4-BE49-F238E27FC236}">
                    <a16:creationId xmlns:a16="http://schemas.microsoft.com/office/drawing/2014/main" id="{94818BD6-2B6E-47BE-B503-E9E8E6375D92}"/>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6">
                <a:extLst>
                  <a:ext uri="{FF2B5EF4-FFF2-40B4-BE49-F238E27FC236}">
                    <a16:creationId xmlns:a16="http://schemas.microsoft.com/office/drawing/2014/main" id="{F051DFF7-292C-4CA6-B811-8790171A25A6}"/>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7">
                <a:extLst>
                  <a:ext uri="{FF2B5EF4-FFF2-40B4-BE49-F238E27FC236}">
                    <a16:creationId xmlns:a16="http://schemas.microsoft.com/office/drawing/2014/main" id="{728FA892-539E-4633-A6ED-61FF464A5030}"/>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8">
                <a:extLst>
                  <a:ext uri="{FF2B5EF4-FFF2-40B4-BE49-F238E27FC236}">
                    <a16:creationId xmlns:a16="http://schemas.microsoft.com/office/drawing/2014/main" id="{FE6AF4DA-E293-4A89-BE4C-DD3E6BDBE217}"/>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9">
                <a:extLst>
                  <a:ext uri="{FF2B5EF4-FFF2-40B4-BE49-F238E27FC236}">
                    <a16:creationId xmlns:a16="http://schemas.microsoft.com/office/drawing/2014/main" id="{11BA7696-6E60-4A76-8A02-38F11535F1F3}"/>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80">
                <a:extLst>
                  <a:ext uri="{FF2B5EF4-FFF2-40B4-BE49-F238E27FC236}">
                    <a16:creationId xmlns:a16="http://schemas.microsoft.com/office/drawing/2014/main" id="{EBA43DA8-F00F-4803-9505-8D973D07BA4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81">
                <a:extLst>
                  <a:ext uri="{FF2B5EF4-FFF2-40B4-BE49-F238E27FC236}">
                    <a16:creationId xmlns:a16="http://schemas.microsoft.com/office/drawing/2014/main" id="{5996994C-303B-47AD-B7A1-EB4C4801F26D}"/>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82">
                <a:extLst>
                  <a:ext uri="{FF2B5EF4-FFF2-40B4-BE49-F238E27FC236}">
                    <a16:creationId xmlns:a16="http://schemas.microsoft.com/office/drawing/2014/main" id="{AC9DA622-9D85-4CCD-AC5B-C16EC91FDA83}"/>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83">
                <a:extLst>
                  <a:ext uri="{FF2B5EF4-FFF2-40B4-BE49-F238E27FC236}">
                    <a16:creationId xmlns:a16="http://schemas.microsoft.com/office/drawing/2014/main" id="{74795EEC-C77C-457E-8ED2-A2565D98D6B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84">
                <a:extLst>
                  <a:ext uri="{FF2B5EF4-FFF2-40B4-BE49-F238E27FC236}">
                    <a16:creationId xmlns:a16="http://schemas.microsoft.com/office/drawing/2014/main" id="{E7A6C9D7-E009-43E7-83C2-4012ED6CC081}"/>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56EC6267-892C-414C-9F90-78AE254ABFE9}"/>
                </a:ext>
              </a:extLst>
            </p:cNvPr>
            <p:cNvGrpSpPr/>
            <p:nvPr/>
          </p:nvGrpSpPr>
          <p:grpSpPr>
            <a:xfrm>
              <a:off x="354110" y="6402442"/>
              <a:ext cx="11480604" cy="109990"/>
              <a:chOff x="354110" y="5903678"/>
              <a:chExt cx="11480604" cy="109990"/>
            </a:xfrm>
            <a:grpFill/>
          </p:grpSpPr>
          <p:sp>
            <p:nvSpPr>
              <p:cNvPr id="19" name="Rectangle 59">
                <a:extLst>
                  <a:ext uri="{FF2B5EF4-FFF2-40B4-BE49-F238E27FC236}">
                    <a16:creationId xmlns:a16="http://schemas.microsoft.com/office/drawing/2014/main" id="{3E75128E-3C74-4C95-89B7-CB30EBD0DA91}"/>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 name="Rectangle 60">
                <a:extLst>
                  <a:ext uri="{FF2B5EF4-FFF2-40B4-BE49-F238E27FC236}">
                    <a16:creationId xmlns:a16="http://schemas.microsoft.com/office/drawing/2014/main" id="{5123F894-661A-41E9-A3C4-D65153785919}"/>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 name="Rectangle 61">
                <a:extLst>
                  <a:ext uri="{FF2B5EF4-FFF2-40B4-BE49-F238E27FC236}">
                    <a16:creationId xmlns:a16="http://schemas.microsoft.com/office/drawing/2014/main" id="{6DE83EB5-D56C-4E03-AFAA-ABFCDBF5269C}"/>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 name="Rectangle 62">
                <a:extLst>
                  <a:ext uri="{FF2B5EF4-FFF2-40B4-BE49-F238E27FC236}">
                    <a16:creationId xmlns:a16="http://schemas.microsoft.com/office/drawing/2014/main" id="{A7150839-4B6F-48D6-8DC1-234F92C99691}"/>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 name="Rectangle 63">
                <a:extLst>
                  <a:ext uri="{FF2B5EF4-FFF2-40B4-BE49-F238E27FC236}">
                    <a16:creationId xmlns:a16="http://schemas.microsoft.com/office/drawing/2014/main" id="{F57DE175-BDB3-46EA-A233-0D1C4BC629CE}"/>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 name="Rectangle 64">
                <a:extLst>
                  <a:ext uri="{FF2B5EF4-FFF2-40B4-BE49-F238E27FC236}">
                    <a16:creationId xmlns:a16="http://schemas.microsoft.com/office/drawing/2014/main" id="{E0DC63F5-28E3-423C-884B-60E11C90CCF8}"/>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 name="Rectangle 65">
                <a:extLst>
                  <a:ext uri="{FF2B5EF4-FFF2-40B4-BE49-F238E27FC236}">
                    <a16:creationId xmlns:a16="http://schemas.microsoft.com/office/drawing/2014/main" id="{1B8EDB48-7E1A-4E8D-8DD6-E2E9045E5CC7}"/>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6">
                <a:extLst>
                  <a:ext uri="{FF2B5EF4-FFF2-40B4-BE49-F238E27FC236}">
                    <a16:creationId xmlns:a16="http://schemas.microsoft.com/office/drawing/2014/main" id="{7B2F1A3E-E3C9-4E74-A8BB-5D7489CCC81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7">
                <a:extLst>
                  <a:ext uri="{FF2B5EF4-FFF2-40B4-BE49-F238E27FC236}">
                    <a16:creationId xmlns:a16="http://schemas.microsoft.com/office/drawing/2014/main" id="{986E435A-5565-453A-9521-30F8988F19B7}"/>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8">
                <a:extLst>
                  <a:ext uri="{FF2B5EF4-FFF2-40B4-BE49-F238E27FC236}">
                    <a16:creationId xmlns:a16="http://schemas.microsoft.com/office/drawing/2014/main" id="{1B037B73-2947-4134-8DBF-86815CE18D01}"/>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9">
                <a:extLst>
                  <a:ext uri="{FF2B5EF4-FFF2-40B4-BE49-F238E27FC236}">
                    <a16:creationId xmlns:a16="http://schemas.microsoft.com/office/drawing/2014/main" id="{59E3FCFD-4BC9-4154-9F9A-FEDADE6AF85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70">
                <a:extLst>
                  <a:ext uri="{FF2B5EF4-FFF2-40B4-BE49-F238E27FC236}">
                    <a16:creationId xmlns:a16="http://schemas.microsoft.com/office/drawing/2014/main" id="{75B4E090-E69E-4E1B-9D47-2E7610643E70}"/>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71">
                <a:extLst>
                  <a:ext uri="{FF2B5EF4-FFF2-40B4-BE49-F238E27FC236}">
                    <a16:creationId xmlns:a16="http://schemas.microsoft.com/office/drawing/2014/main" id="{3E8EF4EA-870F-4671-9D93-BBDD11E3A6D3}"/>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72">
                <a:extLst>
                  <a:ext uri="{FF2B5EF4-FFF2-40B4-BE49-F238E27FC236}">
                    <a16:creationId xmlns:a16="http://schemas.microsoft.com/office/drawing/2014/main" id="{381F046F-5BF7-4214-B4FB-EEBE29F7CA15}"/>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73">
                <a:extLst>
                  <a:ext uri="{FF2B5EF4-FFF2-40B4-BE49-F238E27FC236}">
                    <a16:creationId xmlns:a16="http://schemas.microsoft.com/office/drawing/2014/main" id="{836148AC-AF61-43A3-A1B1-BB54CE216AEA}"/>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74">
                <a:extLst>
                  <a:ext uri="{FF2B5EF4-FFF2-40B4-BE49-F238E27FC236}">
                    <a16:creationId xmlns:a16="http://schemas.microsoft.com/office/drawing/2014/main" id="{B1DE9085-D5E0-4B83-BB80-E434D7DDD158}"/>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75">
                <a:extLst>
                  <a:ext uri="{FF2B5EF4-FFF2-40B4-BE49-F238E27FC236}">
                    <a16:creationId xmlns:a16="http://schemas.microsoft.com/office/drawing/2014/main" id="{317373CF-A0A3-4A1C-88A0-683C2A8DF16F}"/>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6">
                <a:extLst>
                  <a:ext uri="{FF2B5EF4-FFF2-40B4-BE49-F238E27FC236}">
                    <a16:creationId xmlns:a16="http://schemas.microsoft.com/office/drawing/2014/main" id="{4347A2CA-AF14-4C9E-BBAB-D90DBAA96501}"/>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7">
                <a:extLst>
                  <a:ext uri="{FF2B5EF4-FFF2-40B4-BE49-F238E27FC236}">
                    <a16:creationId xmlns:a16="http://schemas.microsoft.com/office/drawing/2014/main" id="{B9A6E2C3-57A3-42A9-A83E-18CDCD7C69CF}"/>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8">
                <a:extLst>
                  <a:ext uri="{FF2B5EF4-FFF2-40B4-BE49-F238E27FC236}">
                    <a16:creationId xmlns:a16="http://schemas.microsoft.com/office/drawing/2014/main" id="{66345FAF-D8B3-4589-B236-9592A4B2E67D}"/>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9">
                <a:extLst>
                  <a:ext uri="{FF2B5EF4-FFF2-40B4-BE49-F238E27FC236}">
                    <a16:creationId xmlns:a16="http://schemas.microsoft.com/office/drawing/2014/main" id="{B6D66C40-7B12-4FAE-BA0D-F11071E94A85}"/>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80">
                <a:extLst>
                  <a:ext uri="{FF2B5EF4-FFF2-40B4-BE49-F238E27FC236}">
                    <a16:creationId xmlns:a16="http://schemas.microsoft.com/office/drawing/2014/main" id="{88E16CD4-DE64-472C-92F2-04F69839E843}"/>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81">
                <a:extLst>
                  <a:ext uri="{FF2B5EF4-FFF2-40B4-BE49-F238E27FC236}">
                    <a16:creationId xmlns:a16="http://schemas.microsoft.com/office/drawing/2014/main" id="{D595AF87-0CEC-4595-A702-E82EE7CBEF90}"/>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82">
                <a:extLst>
                  <a:ext uri="{FF2B5EF4-FFF2-40B4-BE49-F238E27FC236}">
                    <a16:creationId xmlns:a16="http://schemas.microsoft.com/office/drawing/2014/main" id="{61ED73B8-7315-4650-922A-B9670ED5FF3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83">
                <a:extLst>
                  <a:ext uri="{FF2B5EF4-FFF2-40B4-BE49-F238E27FC236}">
                    <a16:creationId xmlns:a16="http://schemas.microsoft.com/office/drawing/2014/main" id="{78E5D2BE-A2AA-4686-881A-1AAC20E7698E}"/>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84">
                <a:extLst>
                  <a:ext uri="{FF2B5EF4-FFF2-40B4-BE49-F238E27FC236}">
                    <a16:creationId xmlns:a16="http://schemas.microsoft.com/office/drawing/2014/main" id="{6983C63B-88C2-4A51-9595-E3C3B3B91183}"/>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357" name="Title 1">
            <a:extLst>
              <a:ext uri="{FF2B5EF4-FFF2-40B4-BE49-F238E27FC236}">
                <a16:creationId xmlns:a16="http://schemas.microsoft.com/office/drawing/2014/main" id="{854A438C-BC9A-4A4F-ABD3-80A84279ECBF}"/>
              </a:ext>
            </a:extLst>
          </p:cNvPr>
          <p:cNvSpPr>
            <a:spLocks noGrp="1"/>
          </p:cNvSpPr>
          <p:nvPr>
            <p:ph type="title"/>
          </p:nvPr>
        </p:nvSpPr>
        <p:spPr>
          <a:xfrm>
            <a:off x="189756" y="73844"/>
            <a:ext cx="10969943" cy="711081"/>
          </a:xfrm>
        </p:spPr>
        <p:txBody>
          <a:bodyPr>
            <a:noAutofit/>
          </a:bodyPr>
          <a:lstStyle>
            <a:lvl1pPr algn="l">
              <a:defRPr sz="3600">
                <a:solidFill>
                  <a:schemeClr val="bg1"/>
                </a:solidFill>
                <a:latin typeface="Cooper Black" panose="0208090404030B020404" pitchFamily="18" charset="0"/>
              </a:defRPr>
            </a:lvl1pPr>
          </a:lstStyle>
          <a:p>
            <a:r>
              <a:rPr lang="en-US" dirty="0"/>
              <a:t>Click to edit Master title style</a:t>
            </a:r>
          </a:p>
        </p:txBody>
      </p:sp>
    </p:spTree>
    <p:extLst>
      <p:ext uri="{BB962C8B-B14F-4D97-AF65-F5344CB8AC3E}">
        <p14:creationId xmlns:p14="http://schemas.microsoft.com/office/powerpoint/2010/main" val="19003832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bout Us">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lvl1pPr>
              <a:defRPr/>
            </a:lvl1pPr>
          </a:lstStyle>
          <a:p>
            <a:r>
              <a:rPr lang="en-US" dirty="0"/>
              <a:t>www.anubhavtrainings.com</a:t>
            </a:r>
          </a:p>
        </p:txBody>
      </p:sp>
      <p:sp>
        <p:nvSpPr>
          <p:cNvPr id="10" name="Picture Placeholder 9">
            <a:extLst>
              <a:ext uri="{FF2B5EF4-FFF2-40B4-BE49-F238E27FC236}">
                <a16:creationId xmlns:a16="http://schemas.microsoft.com/office/drawing/2014/main" id="{08ACDF83-3992-49FB-93C3-FD7BBB55C915}"/>
              </a:ext>
            </a:extLst>
          </p:cNvPr>
          <p:cNvSpPr>
            <a:spLocks noGrp="1"/>
          </p:cNvSpPr>
          <p:nvPr>
            <p:ph type="pic" sz="quarter" idx="13"/>
          </p:nvPr>
        </p:nvSpPr>
        <p:spPr>
          <a:xfrm>
            <a:off x="4575931" y="607234"/>
            <a:ext cx="6932127" cy="4386230"/>
          </a:xfrm>
          <a:custGeom>
            <a:avLst/>
            <a:gdLst>
              <a:gd name="connsiteX0" fmla="*/ 387523 w 6932127"/>
              <a:gd name="connsiteY0" fmla="*/ 0 h 4386230"/>
              <a:gd name="connsiteX1" fmla="*/ 6544604 w 6932127"/>
              <a:gd name="connsiteY1" fmla="*/ 0 h 4386230"/>
              <a:gd name="connsiteX2" fmla="*/ 6932127 w 6932127"/>
              <a:gd name="connsiteY2" fmla="*/ 387523 h 4386230"/>
              <a:gd name="connsiteX3" fmla="*/ 6932127 w 6932127"/>
              <a:gd name="connsiteY3" fmla="*/ 3998707 h 4386230"/>
              <a:gd name="connsiteX4" fmla="*/ 6544604 w 6932127"/>
              <a:gd name="connsiteY4" fmla="*/ 4386230 h 4386230"/>
              <a:gd name="connsiteX5" fmla="*/ 387523 w 6932127"/>
              <a:gd name="connsiteY5" fmla="*/ 4386230 h 4386230"/>
              <a:gd name="connsiteX6" fmla="*/ 0 w 6932127"/>
              <a:gd name="connsiteY6" fmla="*/ 3998707 h 4386230"/>
              <a:gd name="connsiteX7" fmla="*/ 0 w 6932127"/>
              <a:gd name="connsiteY7" fmla="*/ 387523 h 4386230"/>
              <a:gd name="connsiteX8" fmla="*/ 387523 w 6932127"/>
              <a:gd name="connsiteY8" fmla="*/ 0 h 43862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932127" h="4386230">
                <a:moveTo>
                  <a:pt x="387523" y="0"/>
                </a:moveTo>
                <a:lnTo>
                  <a:pt x="6544604" y="0"/>
                </a:lnTo>
                <a:cubicBezTo>
                  <a:pt x="6758627" y="0"/>
                  <a:pt x="6932127" y="173500"/>
                  <a:pt x="6932127" y="387523"/>
                </a:cubicBezTo>
                <a:lnTo>
                  <a:pt x="6932127" y="3998707"/>
                </a:lnTo>
                <a:cubicBezTo>
                  <a:pt x="6932127" y="4212730"/>
                  <a:pt x="6758627" y="4386230"/>
                  <a:pt x="6544604" y="4386230"/>
                </a:cubicBezTo>
                <a:lnTo>
                  <a:pt x="387523" y="4386230"/>
                </a:lnTo>
                <a:cubicBezTo>
                  <a:pt x="173500" y="4386230"/>
                  <a:pt x="0" y="4212730"/>
                  <a:pt x="0" y="3998707"/>
                </a:cubicBezTo>
                <a:lnTo>
                  <a:pt x="0" y="387523"/>
                </a:lnTo>
                <a:cubicBezTo>
                  <a:pt x="0" y="173500"/>
                  <a:pt x="173500" y="0"/>
                  <a:pt x="387523" y="0"/>
                </a:cubicBezTo>
                <a:close/>
              </a:path>
            </a:pathLst>
          </a:custGeom>
          <a:solidFill>
            <a:schemeClr val="accent3"/>
          </a:solidFill>
          <a:effectLst>
            <a:outerShdw blurRad="635000" dist="825500" dir="9600000" algn="tr" rotWithShape="0">
              <a:prstClr val="black">
                <a:alpha val="20000"/>
              </a:prstClr>
            </a:outerShdw>
          </a:effectLst>
        </p:spPr>
        <p:txBody>
          <a:bodyPr wrap="square" anchor="ctr">
            <a:noAutofit/>
          </a:bodyPr>
          <a:lstStyle>
            <a:lvl1pPr marL="0" indent="0" algn="ctr">
              <a:buFontTx/>
              <a:buNone/>
              <a:defRPr>
                <a:solidFill>
                  <a:schemeClr val="bg1"/>
                </a:solidFill>
                <a:latin typeface="+mn-lt"/>
              </a:defRPr>
            </a:lvl1pPr>
          </a:lstStyle>
          <a:p>
            <a:endParaRPr lang="en-IN" dirty="0"/>
          </a:p>
        </p:txBody>
      </p:sp>
    </p:spTree>
    <p:extLst>
      <p:ext uri="{BB962C8B-B14F-4D97-AF65-F5344CB8AC3E}">
        <p14:creationId xmlns:p14="http://schemas.microsoft.com/office/powerpoint/2010/main" val="2630900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
        <p:nvSpPr>
          <p:cNvPr id="364" name="Picture Placeholder 2">
            <a:extLst>
              <a:ext uri="{FF2B5EF4-FFF2-40B4-BE49-F238E27FC236}">
                <a16:creationId xmlns:a16="http://schemas.microsoft.com/office/drawing/2014/main" id="{251EF59E-16AF-4781-8288-EC19B9762CAE}"/>
              </a:ext>
            </a:extLst>
          </p:cNvPr>
          <p:cNvSpPr>
            <a:spLocks noGrp="1"/>
          </p:cNvSpPr>
          <p:nvPr>
            <p:ph type="pic" sz="quarter" idx="14"/>
          </p:nvPr>
        </p:nvSpPr>
        <p:spPr>
          <a:xfrm>
            <a:off x="-20540" y="-11151"/>
            <a:ext cx="6784876" cy="5685522"/>
          </a:xfrm>
          <a:custGeom>
            <a:avLst/>
            <a:gdLst>
              <a:gd name="connsiteX0" fmla="*/ 0 w 7654699"/>
              <a:gd name="connsiteY0" fmla="*/ 0 h 5678805"/>
              <a:gd name="connsiteX1" fmla="*/ 7654699 w 7654699"/>
              <a:gd name="connsiteY1" fmla="*/ 0 h 5678805"/>
              <a:gd name="connsiteX2" fmla="*/ 7654699 w 7654699"/>
              <a:gd name="connsiteY2" fmla="*/ 0 h 5678805"/>
              <a:gd name="connsiteX3" fmla="*/ 7654699 w 7654699"/>
              <a:gd name="connsiteY3" fmla="*/ 4808982 h 5678805"/>
              <a:gd name="connsiteX4" fmla="*/ 6784876 w 7654699"/>
              <a:gd name="connsiteY4" fmla="*/ 5678805 h 5678805"/>
              <a:gd name="connsiteX5" fmla="*/ 869823 w 7654699"/>
              <a:gd name="connsiteY5" fmla="*/ 5678805 h 5678805"/>
              <a:gd name="connsiteX6" fmla="*/ 0 w 7654699"/>
              <a:gd name="connsiteY6" fmla="*/ 4808982 h 5678805"/>
              <a:gd name="connsiteX7" fmla="*/ 0 w 7654699"/>
              <a:gd name="connsiteY7" fmla="*/ 0 h 5678805"/>
              <a:gd name="connsiteX8" fmla="*/ 0 w 7654699"/>
              <a:gd name="connsiteY8" fmla="*/ 0 h 5678805"/>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9" fmla="*/ 0 w 7654699"/>
              <a:gd name="connsiteY9" fmla="*/ 6717 h 5685522"/>
              <a:gd name="connsiteX0" fmla="*/ 0 w 7654699"/>
              <a:gd name="connsiteY0" fmla="*/ 6717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8" fmla="*/ 0 w 7654699"/>
              <a:gd name="connsiteY8" fmla="*/ 6717 h 5685522"/>
              <a:gd name="connsiteX0" fmla="*/ 0 w 7654699"/>
              <a:gd name="connsiteY0" fmla="*/ 4815699 h 5685522"/>
              <a:gd name="connsiteX1" fmla="*/ 901515 w 7654699"/>
              <a:gd name="connsiteY1" fmla="*/ 0 h 5685522"/>
              <a:gd name="connsiteX2" fmla="*/ 7654699 w 7654699"/>
              <a:gd name="connsiteY2" fmla="*/ 6717 h 5685522"/>
              <a:gd name="connsiteX3" fmla="*/ 7654699 w 7654699"/>
              <a:gd name="connsiteY3" fmla="*/ 6717 h 5685522"/>
              <a:gd name="connsiteX4" fmla="*/ 7654699 w 7654699"/>
              <a:gd name="connsiteY4" fmla="*/ 4815699 h 5685522"/>
              <a:gd name="connsiteX5" fmla="*/ 6784876 w 7654699"/>
              <a:gd name="connsiteY5" fmla="*/ 5685522 h 5685522"/>
              <a:gd name="connsiteX6" fmla="*/ 869823 w 7654699"/>
              <a:gd name="connsiteY6" fmla="*/ 5685522 h 5685522"/>
              <a:gd name="connsiteX7" fmla="*/ 0 w 7654699"/>
              <a:gd name="connsiteY7" fmla="*/ 4815699 h 5685522"/>
              <a:gd name="connsiteX0" fmla="*/ 776254 w 7561130"/>
              <a:gd name="connsiteY0" fmla="*/ 5685522 h 5685522"/>
              <a:gd name="connsiteX1" fmla="*/ 807946 w 7561130"/>
              <a:gd name="connsiteY1" fmla="*/ 0 h 5685522"/>
              <a:gd name="connsiteX2" fmla="*/ 7561130 w 7561130"/>
              <a:gd name="connsiteY2" fmla="*/ 6717 h 5685522"/>
              <a:gd name="connsiteX3" fmla="*/ 7561130 w 7561130"/>
              <a:gd name="connsiteY3" fmla="*/ 6717 h 5685522"/>
              <a:gd name="connsiteX4" fmla="*/ 7561130 w 7561130"/>
              <a:gd name="connsiteY4" fmla="*/ 4815699 h 5685522"/>
              <a:gd name="connsiteX5" fmla="*/ 6691307 w 7561130"/>
              <a:gd name="connsiteY5" fmla="*/ 5685522 h 5685522"/>
              <a:gd name="connsiteX6" fmla="*/ 776254 w 7561130"/>
              <a:gd name="connsiteY6" fmla="*/ 5685522 h 5685522"/>
              <a:gd name="connsiteX0" fmla="*/ 0 w 6784876"/>
              <a:gd name="connsiteY0" fmla="*/ 5685522 h 5685522"/>
              <a:gd name="connsiteX1" fmla="*/ 31692 w 6784876"/>
              <a:gd name="connsiteY1" fmla="*/ 0 h 5685522"/>
              <a:gd name="connsiteX2" fmla="*/ 6784876 w 6784876"/>
              <a:gd name="connsiteY2" fmla="*/ 6717 h 5685522"/>
              <a:gd name="connsiteX3" fmla="*/ 6784876 w 6784876"/>
              <a:gd name="connsiteY3" fmla="*/ 6717 h 5685522"/>
              <a:gd name="connsiteX4" fmla="*/ 6784876 w 6784876"/>
              <a:gd name="connsiteY4" fmla="*/ 4815699 h 5685522"/>
              <a:gd name="connsiteX5" fmla="*/ 5915053 w 6784876"/>
              <a:gd name="connsiteY5" fmla="*/ 5685522 h 5685522"/>
              <a:gd name="connsiteX6" fmla="*/ 0 w 6784876"/>
              <a:gd name="connsiteY6" fmla="*/ 5685522 h 5685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784876" h="5685522">
                <a:moveTo>
                  <a:pt x="0" y="5685522"/>
                </a:moveTo>
                <a:lnTo>
                  <a:pt x="31692" y="0"/>
                </a:lnTo>
                <a:lnTo>
                  <a:pt x="6784876" y="6717"/>
                </a:lnTo>
                <a:lnTo>
                  <a:pt x="6784876" y="6717"/>
                </a:lnTo>
                <a:lnTo>
                  <a:pt x="6784876" y="4815699"/>
                </a:lnTo>
                <a:cubicBezTo>
                  <a:pt x="6784876" y="5296089"/>
                  <a:pt x="6395443" y="5685522"/>
                  <a:pt x="5915053" y="5685522"/>
                </a:cubicBezTo>
                <a:lnTo>
                  <a:pt x="0" y="5685522"/>
                </a:lnTo>
                <a:close/>
              </a:path>
            </a:pathLst>
          </a:custGeom>
          <a:solidFill>
            <a:schemeClr val="accent3"/>
          </a:solidFill>
          <a:effectLst>
            <a:outerShdw blurRad="635000" dist="825500" dir="21540000" algn="l" rotWithShape="0">
              <a:prstClr val="black">
                <a:alpha val="20000"/>
              </a:prstClr>
            </a:outerShdw>
          </a:effectLst>
        </p:spPr>
        <p:txBody>
          <a:bodyPr anchor="ctr">
            <a:normAutofit/>
          </a:bodyPr>
          <a:lstStyle>
            <a:lvl1pPr marL="0" indent="0" algn="ctr">
              <a:buFontTx/>
              <a:buNone/>
              <a:defRPr sz="3200">
                <a:solidFill>
                  <a:schemeClr val="bg1"/>
                </a:solidFill>
              </a:defRPr>
            </a:lvl1pPr>
          </a:lstStyle>
          <a:p>
            <a:endParaRPr lang="en-IN"/>
          </a:p>
        </p:txBody>
      </p:sp>
    </p:spTree>
    <p:extLst>
      <p:ext uri="{BB962C8B-B14F-4D97-AF65-F5344CB8AC3E}">
        <p14:creationId xmlns:p14="http://schemas.microsoft.com/office/powerpoint/2010/main" val="5314300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ur Team">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a:p>
            <a:endParaRPr lang="en-US" dirty="0"/>
          </a:p>
        </p:txBody>
      </p:sp>
      <p:sp>
        <p:nvSpPr>
          <p:cNvPr id="363" name="Picture Placeholder 13">
            <a:extLst>
              <a:ext uri="{FF2B5EF4-FFF2-40B4-BE49-F238E27FC236}">
                <a16:creationId xmlns:a16="http://schemas.microsoft.com/office/drawing/2014/main" id="{AF7BEAA2-6D2C-4224-A195-391044C69E59}"/>
              </a:ext>
            </a:extLst>
          </p:cNvPr>
          <p:cNvSpPr>
            <a:spLocks noGrp="1"/>
          </p:cNvSpPr>
          <p:nvPr>
            <p:ph type="pic" sz="quarter" idx="13"/>
          </p:nvPr>
        </p:nvSpPr>
        <p:spPr>
          <a:xfrm>
            <a:off x="3286125" y="2297680"/>
            <a:ext cx="1728788" cy="1728787"/>
          </a:xfrm>
          <a:prstGeom prst="ellipse">
            <a:avLst/>
          </a:prstGeom>
          <a:solidFill>
            <a:schemeClr val="bg1">
              <a:lumMod val="95000"/>
            </a:schemeClr>
          </a:solidFill>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5" name="Picture Placeholder 13">
            <a:extLst>
              <a:ext uri="{FF2B5EF4-FFF2-40B4-BE49-F238E27FC236}">
                <a16:creationId xmlns:a16="http://schemas.microsoft.com/office/drawing/2014/main" id="{23BFF80F-B426-466E-B0BF-CF7C190E492D}"/>
              </a:ext>
            </a:extLst>
          </p:cNvPr>
          <p:cNvSpPr>
            <a:spLocks noGrp="1"/>
          </p:cNvSpPr>
          <p:nvPr>
            <p:ph type="pic" sz="quarter" idx="14"/>
          </p:nvPr>
        </p:nvSpPr>
        <p:spPr>
          <a:xfrm>
            <a:off x="6312310" y="1412776"/>
            <a:ext cx="1681778" cy="1681777"/>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6" name="Picture Placeholder 13">
            <a:extLst>
              <a:ext uri="{FF2B5EF4-FFF2-40B4-BE49-F238E27FC236}">
                <a16:creationId xmlns:a16="http://schemas.microsoft.com/office/drawing/2014/main" id="{41BD29D0-2556-4715-91D8-E02770D6F826}"/>
              </a:ext>
            </a:extLst>
          </p:cNvPr>
          <p:cNvSpPr>
            <a:spLocks noGrp="1"/>
          </p:cNvSpPr>
          <p:nvPr>
            <p:ph type="pic" sz="quarter" idx="15"/>
          </p:nvPr>
        </p:nvSpPr>
        <p:spPr>
          <a:xfrm>
            <a:off x="7622663" y="3342563"/>
            <a:ext cx="1302826" cy="1302824"/>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67" name="Picture Placeholder 13">
            <a:extLst>
              <a:ext uri="{FF2B5EF4-FFF2-40B4-BE49-F238E27FC236}">
                <a16:creationId xmlns:a16="http://schemas.microsoft.com/office/drawing/2014/main" id="{4B3928D8-3106-4129-84DA-31AD6A29256F}"/>
              </a:ext>
            </a:extLst>
          </p:cNvPr>
          <p:cNvSpPr>
            <a:spLocks noGrp="1"/>
          </p:cNvSpPr>
          <p:nvPr>
            <p:ph type="pic" sz="quarter" idx="16"/>
          </p:nvPr>
        </p:nvSpPr>
        <p:spPr>
          <a:xfrm>
            <a:off x="5103405" y="3537009"/>
            <a:ext cx="2012950" cy="2012946"/>
          </a:xfrm>
          <a:prstGeom prst="ellipse">
            <a:avLst/>
          </a:prstGeom>
          <a:solidFill>
            <a:schemeClr val="bg1">
              <a:lumMod val="95000"/>
            </a:schemeClr>
          </a:solidFill>
          <a:ln>
            <a:noFill/>
          </a:ln>
        </p:spPr>
        <p:txBody>
          <a:bodyPr anchor="ctr">
            <a:normAutofit/>
          </a:bodyPr>
          <a:lstStyle>
            <a:lvl1pPr marL="0" indent="0" algn="ctr">
              <a:buFontTx/>
              <a:buNone/>
              <a:defRPr sz="2000">
                <a:solidFill>
                  <a:schemeClr val="tx1">
                    <a:lumMod val="75000"/>
                    <a:lumOff val="25000"/>
                  </a:schemeClr>
                </a:solidFill>
              </a:defRPr>
            </a:lvl1pPr>
          </a:lstStyle>
          <a:p>
            <a:endParaRPr lang="en-IN"/>
          </a:p>
        </p:txBody>
      </p:sp>
      <p:sp>
        <p:nvSpPr>
          <p:cNvPr id="380" name="Title 1">
            <a:extLst>
              <a:ext uri="{FF2B5EF4-FFF2-40B4-BE49-F238E27FC236}">
                <a16:creationId xmlns:a16="http://schemas.microsoft.com/office/drawing/2014/main" id="{FEE9D826-2462-4D57-A5DD-57BFA6D51B66}"/>
              </a:ext>
            </a:extLst>
          </p:cNvPr>
          <p:cNvSpPr>
            <a:spLocks noGrp="1"/>
          </p:cNvSpPr>
          <p:nvPr>
            <p:ph type="title"/>
          </p:nvPr>
        </p:nvSpPr>
        <p:spPr>
          <a:xfrm>
            <a:off x="609441" y="274639"/>
            <a:ext cx="10969943" cy="711081"/>
          </a:xfrm>
        </p:spPr>
        <p:txBody>
          <a:bodyPr>
            <a:noAutofit/>
          </a:bodyPr>
          <a:lstStyle>
            <a:lvl1pPr algn="ctr">
              <a:defRPr sz="3600">
                <a:solidFill>
                  <a:schemeClr val="bg1"/>
                </a:solidFill>
              </a:defRPr>
            </a:lvl1pPr>
          </a:lstStyle>
          <a:p>
            <a:r>
              <a:rPr lang="en-US" dirty="0"/>
              <a:t>Click to edit Master title style</a:t>
            </a:r>
          </a:p>
        </p:txBody>
      </p:sp>
    </p:spTree>
    <p:extLst>
      <p:ext uri="{BB962C8B-B14F-4D97-AF65-F5344CB8AC3E}">
        <p14:creationId xmlns:p14="http://schemas.microsoft.com/office/powerpoint/2010/main" val="13924982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Desktop Mockup">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81" name="Freeform: Shape 380">
            <a:extLst>
              <a:ext uri="{FF2B5EF4-FFF2-40B4-BE49-F238E27FC236}">
                <a16:creationId xmlns:a16="http://schemas.microsoft.com/office/drawing/2014/main" id="{AE984D29-61FE-4C99-9687-A51CC7822CA6}"/>
              </a:ext>
            </a:extLst>
          </p:cNvPr>
          <p:cNvSpPr/>
          <p:nvPr userDrawn="1"/>
        </p:nvSpPr>
        <p:spPr>
          <a:xfrm>
            <a:off x="5662364" y="1569860"/>
            <a:ext cx="6526461" cy="5288141"/>
          </a:xfrm>
          <a:custGeom>
            <a:avLst/>
            <a:gdLst>
              <a:gd name="connsiteX0" fmla="*/ 393743 w 6526461"/>
              <a:gd name="connsiteY0" fmla="*/ 0 h 5288141"/>
              <a:gd name="connsiteX1" fmla="*/ 6526461 w 6526461"/>
              <a:gd name="connsiteY1" fmla="*/ 0 h 5288141"/>
              <a:gd name="connsiteX2" fmla="*/ 6526461 w 6526461"/>
              <a:gd name="connsiteY2" fmla="*/ 5288141 h 5288141"/>
              <a:gd name="connsiteX3" fmla="*/ 0 w 6526461"/>
              <a:gd name="connsiteY3" fmla="*/ 5288141 h 5288141"/>
              <a:gd name="connsiteX4" fmla="*/ 0 w 6526461"/>
              <a:gd name="connsiteY4" fmla="*/ 393743 h 5288141"/>
              <a:gd name="connsiteX5" fmla="*/ 393743 w 6526461"/>
              <a:gd name="connsiteY5" fmla="*/ 0 h 52881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526461" h="5288141">
                <a:moveTo>
                  <a:pt x="393743" y="0"/>
                </a:moveTo>
                <a:lnTo>
                  <a:pt x="6526461" y="0"/>
                </a:lnTo>
                <a:lnTo>
                  <a:pt x="6526461" y="5288141"/>
                </a:lnTo>
                <a:lnTo>
                  <a:pt x="0" y="5288141"/>
                </a:lnTo>
                <a:lnTo>
                  <a:pt x="0" y="393743"/>
                </a:lnTo>
                <a:cubicBezTo>
                  <a:pt x="0" y="176285"/>
                  <a:pt x="176285" y="0"/>
                  <a:pt x="393743" y="0"/>
                </a:cubicBezTo>
                <a:close/>
              </a:path>
            </a:pathLst>
          </a:cu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82" name="Picture Placeholder 381">
            <a:extLst>
              <a:ext uri="{FF2B5EF4-FFF2-40B4-BE49-F238E27FC236}">
                <a16:creationId xmlns:a16="http://schemas.microsoft.com/office/drawing/2014/main" id="{8F59953D-8D34-4876-B098-4D1DAD1918E4}"/>
              </a:ext>
            </a:extLst>
          </p:cNvPr>
          <p:cNvSpPr>
            <a:spLocks noGrp="1"/>
          </p:cNvSpPr>
          <p:nvPr>
            <p:ph type="pic" sz="quarter" idx="13"/>
          </p:nvPr>
        </p:nvSpPr>
        <p:spPr>
          <a:xfrm>
            <a:off x="6266549" y="2111829"/>
            <a:ext cx="5922276" cy="4746172"/>
          </a:xfrm>
          <a:custGeom>
            <a:avLst/>
            <a:gdLst>
              <a:gd name="connsiteX0" fmla="*/ 0 w 5922276"/>
              <a:gd name="connsiteY0" fmla="*/ 0 h 4746172"/>
              <a:gd name="connsiteX1" fmla="*/ 5922276 w 5922276"/>
              <a:gd name="connsiteY1" fmla="*/ 0 h 4746172"/>
              <a:gd name="connsiteX2" fmla="*/ 5922276 w 5922276"/>
              <a:gd name="connsiteY2" fmla="*/ 4746172 h 4746172"/>
              <a:gd name="connsiteX3" fmla="*/ 0 w 5922276"/>
              <a:gd name="connsiteY3" fmla="*/ 4746172 h 4746172"/>
            </a:gdLst>
            <a:ahLst/>
            <a:cxnLst>
              <a:cxn ang="0">
                <a:pos x="connsiteX0" y="connsiteY0"/>
              </a:cxn>
              <a:cxn ang="0">
                <a:pos x="connsiteX1" y="connsiteY1"/>
              </a:cxn>
              <a:cxn ang="0">
                <a:pos x="connsiteX2" y="connsiteY2"/>
              </a:cxn>
              <a:cxn ang="0">
                <a:pos x="connsiteX3" y="connsiteY3"/>
              </a:cxn>
            </a:cxnLst>
            <a:rect l="l" t="t" r="r" b="b"/>
            <a:pathLst>
              <a:path w="5922276" h="4746172">
                <a:moveTo>
                  <a:pt x="0" y="0"/>
                </a:moveTo>
                <a:lnTo>
                  <a:pt x="5922276" y="0"/>
                </a:lnTo>
                <a:lnTo>
                  <a:pt x="5922276" y="4746172"/>
                </a:lnTo>
                <a:lnTo>
                  <a:pt x="0" y="4746172"/>
                </a:lnTo>
                <a:close/>
              </a:path>
            </a:pathLst>
          </a:custGeom>
          <a:solidFill>
            <a:schemeClr val="accent3"/>
          </a:solidFill>
        </p:spPr>
        <p:txBody>
          <a:bodyPr wrap="square" anchor="ctr">
            <a:noAutofit/>
          </a:bodyPr>
          <a:lstStyle>
            <a:lvl1pPr marL="0" indent="0" algn="ctr">
              <a:buNone/>
              <a:defRPr>
                <a:solidFill>
                  <a:schemeClr val="bg1"/>
                </a:solidFill>
              </a:defRPr>
            </a:lvl1pPr>
          </a:lstStyle>
          <a:p>
            <a:endParaRPr lang="en-IN"/>
          </a:p>
        </p:txBody>
      </p:sp>
    </p:spTree>
    <p:extLst>
      <p:ext uri="{BB962C8B-B14F-4D97-AF65-F5344CB8AC3E}">
        <p14:creationId xmlns:p14="http://schemas.microsoft.com/office/powerpoint/2010/main" val="1714369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What we do?">
    <p:bg>
      <p:bgPr>
        <a:solidFill>
          <a:schemeClr val="accent1"/>
        </a:solidFill>
        <a:effectLst/>
      </p:bgPr>
    </p:bg>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8C1607FC-4025-4535-B960-C423F1504CE5}"/>
              </a:ext>
            </a:extLst>
          </p:cNvPr>
          <p:cNvGrpSpPr/>
          <p:nvPr userDrawn="1"/>
        </p:nvGrpSpPr>
        <p:grpSpPr>
          <a:xfrm>
            <a:off x="354110" y="326571"/>
            <a:ext cx="11480604" cy="6185861"/>
            <a:chOff x="354110" y="326571"/>
            <a:chExt cx="11480604" cy="6185861"/>
          </a:xfrm>
          <a:solidFill>
            <a:schemeClr val="accent1">
              <a:lumMod val="90000"/>
              <a:lumOff val="10000"/>
              <a:alpha val="20000"/>
            </a:schemeClr>
          </a:solidFill>
        </p:grpSpPr>
        <p:grpSp>
          <p:nvGrpSpPr>
            <p:cNvPr id="12" name="Group 11">
              <a:extLst>
                <a:ext uri="{FF2B5EF4-FFF2-40B4-BE49-F238E27FC236}">
                  <a16:creationId xmlns:a16="http://schemas.microsoft.com/office/drawing/2014/main" id="{5651BEEC-E6AC-4E4B-9B88-D2F823311FDE}"/>
                </a:ext>
              </a:extLst>
            </p:cNvPr>
            <p:cNvGrpSpPr/>
            <p:nvPr/>
          </p:nvGrpSpPr>
          <p:grpSpPr>
            <a:xfrm>
              <a:off x="354110" y="326571"/>
              <a:ext cx="11480604" cy="109990"/>
              <a:chOff x="354110" y="326571"/>
              <a:chExt cx="11480604" cy="109990"/>
            </a:xfrm>
            <a:grpFill/>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3" name="Group 12">
              <a:extLst>
                <a:ext uri="{FF2B5EF4-FFF2-40B4-BE49-F238E27FC236}">
                  <a16:creationId xmlns:a16="http://schemas.microsoft.com/office/drawing/2014/main" id="{6CC022AE-7DA1-4DBC-B4FA-A550170E3244}"/>
                </a:ext>
              </a:extLst>
            </p:cNvPr>
            <p:cNvGrpSpPr/>
            <p:nvPr/>
          </p:nvGrpSpPr>
          <p:grpSpPr>
            <a:xfrm>
              <a:off x="354110" y="833283"/>
              <a:ext cx="11480604" cy="108822"/>
              <a:chOff x="354110" y="834963"/>
              <a:chExt cx="11480604" cy="108822"/>
            </a:xfrm>
            <a:grpFill/>
          </p:grpSpPr>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4963"/>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4963"/>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4" name="Group 13">
              <a:extLst>
                <a:ext uri="{FF2B5EF4-FFF2-40B4-BE49-F238E27FC236}">
                  <a16:creationId xmlns:a16="http://schemas.microsoft.com/office/drawing/2014/main" id="{86937529-B296-43D8-A41E-AB8B81312F52}"/>
                </a:ext>
              </a:extLst>
            </p:cNvPr>
            <p:cNvGrpSpPr/>
            <p:nvPr/>
          </p:nvGrpSpPr>
          <p:grpSpPr>
            <a:xfrm>
              <a:off x="354110" y="1338827"/>
              <a:ext cx="11480604" cy="109990"/>
              <a:chOff x="354110" y="1342187"/>
              <a:chExt cx="11480604" cy="109990"/>
            </a:xfrm>
            <a:grpFill/>
          </p:grpSpPr>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42187"/>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42187"/>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5" name="Group 14">
              <a:extLst>
                <a:ext uri="{FF2B5EF4-FFF2-40B4-BE49-F238E27FC236}">
                  <a16:creationId xmlns:a16="http://schemas.microsoft.com/office/drawing/2014/main" id="{7F2D639A-C347-4082-9643-F89AF7802C05}"/>
                </a:ext>
              </a:extLst>
            </p:cNvPr>
            <p:cNvGrpSpPr/>
            <p:nvPr/>
          </p:nvGrpSpPr>
          <p:grpSpPr>
            <a:xfrm>
              <a:off x="354110" y="1845539"/>
              <a:ext cx="11480604" cy="109990"/>
              <a:chOff x="354110" y="1850572"/>
              <a:chExt cx="11480604" cy="109990"/>
            </a:xfrm>
            <a:grpFill/>
          </p:grpSpPr>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5057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5057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6" name="Group 15">
              <a:extLst>
                <a:ext uri="{FF2B5EF4-FFF2-40B4-BE49-F238E27FC236}">
                  <a16:creationId xmlns:a16="http://schemas.microsoft.com/office/drawing/2014/main" id="{66A8B488-F73F-46BA-AAC6-FAAE1D26CA95}"/>
                </a:ext>
              </a:extLst>
            </p:cNvPr>
            <p:cNvGrpSpPr/>
            <p:nvPr/>
          </p:nvGrpSpPr>
          <p:grpSpPr>
            <a:xfrm>
              <a:off x="354110" y="2352251"/>
              <a:ext cx="11480604" cy="108822"/>
              <a:chOff x="354110" y="2358964"/>
              <a:chExt cx="11480604" cy="108822"/>
            </a:xfrm>
            <a:grpFill/>
          </p:grpSpPr>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896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896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7" name="Group 16">
              <a:extLst>
                <a:ext uri="{FF2B5EF4-FFF2-40B4-BE49-F238E27FC236}">
                  <a16:creationId xmlns:a16="http://schemas.microsoft.com/office/drawing/2014/main" id="{518EF978-EC3B-4512-9384-D9CDBEA6D3B0}"/>
                </a:ext>
              </a:extLst>
            </p:cNvPr>
            <p:cNvGrpSpPr/>
            <p:nvPr/>
          </p:nvGrpSpPr>
          <p:grpSpPr>
            <a:xfrm>
              <a:off x="354110" y="2857795"/>
              <a:ext cx="11480604" cy="109990"/>
              <a:chOff x="354110" y="2866188"/>
              <a:chExt cx="11480604" cy="109990"/>
            </a:xfrm>
            <a:grpFill/>
          </p:grpSpPr>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6618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6618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8" name="Group 17">
              <a:extLst>
                <a:ext uri="{FF2B5EF4-FFF2-40B4-BE49-F238E27FC236}">
                  <a16:creationId xmlns:a16="http://schemas.microsoft.com/office/drawing/2014/main" id="{906BB728-4849-4082-9FF0-0EA3AABEBCF4}"/>
                </a:ext>
              </a:extLst>
            </p:cNvPr>
            <p:cNvGrpSpPr/>
            <p:nvPr/>
          </p:nvGrpSpPr>
          <p:grpSpPr>
            <a:xfrm>
              <a:off x="354110" y="3364507"/>
              <a:ext cx="11480604" cy="109990"/>
              <a:chOff x="354110" y="3364062"/>
              <a:chExt cx="11480604" cy="109990"/>
            </a:xfrm>
            <a:grpFill/>
          </p:grpSpPr>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3" name="Rectangle 7">
                <a:extLst>
                  <a:ext uri="{FF2B5EF4-FFF2-40B4-BE49-F238E27FC236}">
                    <a16:creationId xmlns:a16="http://schemas.microsoft.com/office/drawing/2014/main" id="{BDB3BE91-D24B-44FB-A0BE-35ABBB231390}"/>
                  </a:ext>
                </a:extLst>
              </p:cNvPr>
              <p:cNvSpPr>
                <a:spLocks noChangeArrowheads="1"/>
              </p:cNvSpPr>
              <p:nvPr/>
            </p:nvSpPr>
            <p:spPr bwMode="auto">
              <a:xfrm>
                <a:off x="126380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4" name="Rectangle 8">
                <a:extLst>
                  <a:ext uri="{FF2B5EF4-FFF2-40B4-BE49-F238E27FC236}">
                    <a16:creationId xmlns:a16="http://schemas.microsoft.com/office/drawing/2014/main" id="{02BF76EB-C07C-40D8-ABF9-14A0E81337BD}"/>
                  </a:ext>
                </a:extLst>
              </p:cNvPr>
              <p:cNvSpPr>
                <a:spLocks noChangeArrowheads="1"/>
              </p:cNvSpPr>
              <p:nvPr/>
            </p:nvSpPr>
            <p:spPr bwMode="auto">
              <a:xfrm>
                <a:off x="171923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5" name="Rectangle 9">
                <a:extLst>
                  <a:ext uri="{FF2B5EF4-FFF2-40B4-BE49-F238E27FC236}">
                    <a16:creationId xmlns:a16="http://schemas.microsoft.com/office/drawing/2014/main" id="{FC0AC496-1F3F-4359-904E-5527E0BAD729}"/>
                  </a:ext>
                </a:extLst>
              </p:cNvPr>
              <p:cNvSpPr>
                <a:spLocks noChangeArrowheads="1"/>
              </p:cNvSpPr>
              <p:nvPr/>
            </p:nvSpPr>
            <p:spPr bwMode="auto">
              <a:xfrm>
                <a:off x="217350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6" name="Rectangle 10">
                <a:extLst>
                  <a:ext uri="{FF2B5EF4-FFF2-40B4-BE49-F238E27FC236}">
                    <a16:creationId xmlns:a16="http://schemas.microsoft.com/office/drawing/2014/main" id="{67A5809D-4B79-4E2A-8B9D-C29BBE187DEB}"/>
                  </a:ext>
                </a:extLst>
              </p:cNvPr>
              <p:cNvSpPr>
                <a:spLocks noChangeArrowheads="1"/>
              </p:cNvSpPr>
              <p:nvPr/>
            </p:nvSpPr>
            <p:spPr bwMode="auto">
              <a:xfrm>
                <a:off x="262893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7" name="Rectangle 11">
                <a:extLst>
                  <a:ext uri="{FF2B5EF4-FFF2-40B4-BE49-F238E27FC236}">
                    <a16:creationId xmlns:a16="http://schemas.microsoft.com/office/drawing/2014/main" id="{5FA8A205-5CFE-4939-86AC-E0D585AB2216}"/>
                  </a:ext>
                </a:extLst>
              </p:cNvPr>
              <p:cNvSpPr>
                <a:spLocks noChangeArrowheads="1"/>
              </p:cNvSpPr>
              <p:nvPr/>
            </p:nvSpPr>
            <p:spPr bwMode="auto">
              <a:xfrm>
                <a:off x="3083197"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8" name="Rectangle 12">
                <a:extLst>
                  <a:ext uri="{FF2B5EF4-FFF2-40B4-BE49-F238E27FC236}">
                    <a16:creationId xmlns:a16="http://schemas.microsoft.com/office/drawing/2014/main" id="{553F272B-5533-4FB6-A9F0-875A21EC046E}"/>
                  </a:ext>
                </a:extLst>
              </p:cNvPr>
              <p:cNvSpPr>
                <a:spLocks noChangeArrowheads="1"/>
              </p:cNvSpPr>
              <p:nvPr/>
            </p:nvSpPr>
            <p:spPr bwMode="auto">
              <a:xfrm>
                <a:off x="3538630"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9" name="Rectangle 13">
                <a:extLst>
                  <a:ext uri="{FF2B5EF4-FFF2-40B4-BE49-F238E27FC236}">
                    <a16:creationId xmlns:a16="http://schemas.microsoft.com/office/drawing/2014/main" id="{187F64CB-DEFF-42C8-A80D-BF5D20C7E7BB}"/>
                  </a:ext>
                </a:extLst>
              </p:cNvPr>
              <p:cNvSpPr>
                <a:spLocks noChangeArrowheads="1"/>
              </p:cNvSpPr>
              <p:nvPr/>
            </p:nvSpPr>
            <p:spPr bwMode="auto">
              <a:xfrm>
                <a:off x="399289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0" name="Rectangle 14">
                <a:extLst>
                  <a:ext uri="{FF2B5EF4-FFF2-40B4-BE49-F238E27FC236}">
                    <a16:creationId xmlns:a16="http://schemas.microsoft.com/office/drawing/2014/main" id="{D8A81EE6-EC79-451C-8888-B85838267DFF}"/>
                  </a:ext>
                </a:extLst>
              </p:cNvPr>
              <p:cNvSpPr>
                <a:spLocks noChangeArrowheads="1"/>
              </p:cNvSpPr>
              <p:nvPr/>
            </p:nvSpPr>
            <p:spPr bwMode="auto">
              <a:xfrm>
                <a:off x="4448326"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1" name="Rectangle 15">
                <a:extLst>
                  <a:ext uri="{FF2B5EF4-FFF2-40B4-BE49-F238E27FC236}">
                    <a16:creationId xmlns:a16="http://schemas.microsoft.com/office/drawing/2014/main" id="{2F75E8FE-AE95-4C7F-8BE5-50A035B1B1A2}"/>
                  </a:ext>
                </a:extLst>
              </p:cNvPr>
              <p:cNvSpPr>
                <a:spLocks noChangeArrowheads="1"/>
              </p:cNvSpPr>
              <p:nvPr/>
            </p:nvSpPr>
            <p:spPr bwMode="auto">
              <a:xfrm>
                <a:off x="4902589"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2" name="Rectangle 16">
                <a:extLst>
                  <a:ext uri="{FF2B5EF4-FFF2-40B4-BE49-F238E27FC236}">
                    <a16:creationId xmlns:a16="http://schemas.microsoft.com/office/drawing/2014/main" id="{521C11C5-735B-4510-A6D4-19E284955808}"/>
                  </a:ext>
                </a:extLst>
              </p:cNvPr>
              <p:cNvSpPr>
                <a:spLocks noChangeArrowheads="1"/>
              </p:cNvSpPr>
              <p:nvPr/>
            </p:nvSpPr>
            <p:spPr bwMode="auto">
              <a:xfrm>
                <a:off x="535802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3" name="Rectangle 17">
                <a:extLst>
                  <a:ext uri="{FF2B5EF4-FFF2-40B4-BE49-F238E27FC236}">
                    <a16:creationId xmlns:a16="http://schemas.microsoft.com/office/drawing/2014/main" id="{DE053974-1CFB-4C67-9102-E4BA82742CCB}"/>
                  </a:ext>
                </a:extLst>
              </p:cNvPr>
              <p:cNvSpPr>
                <a:spLocks noChangeArrowheads="1"/>
              </p:cNvSpPr>
              <p:nvPr/>
            </p:nvSpPr>
            <p:spPr bwMode="auto">
              <a:xfrm>
                <a:off x="5812285"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4" name="Rectangle 18">
                <a:extLst>
                  <a:ext uri="{FF2B5EF4-FFF2-40B4-BE49-F238E27FC236}">
                    <a16:creationId xmlns:a16="http://schemas.microsoft.com/office/drawing/2014/main" id="{00A33D5E-F49C-4A86-B377-B3598B7EF79A}"/>
                  </a:ext>
                </a:extLst>
              </p:cNvPr>
              <p:cNvSpPr>
                <a:spLocks noChangeArrowheads="1"/>
              </p:cNvSpPr>
              <p:nvPr/>
            </p:nvSpPr>
            <p:spPr bwMode="auto">
              <a:xfrm>
                <a:off x="626771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5" name="Rectangle 19">
                <a:extLst>
                  <a:ext uri="{FF2B5EF4-FFF2-40B4-BE49-F238E27FC236}">
                    <a16:creationId xmlns:a16="http://schemas.microsoft.com/office/drawing/2014/main" id="{7B19912A-F019-49AD-A23F-B9B6F8E59878}"/>
                  </a:ext>
                </a:extLst>
              </p:cNvPr>
              <p:cNvSpPr>
                <a:spLocks noChangeArrowheads="1"/>
              </p:cNvSpPr>
              <p:nvPr/>
            </p:nvSpPr>
            <p:spPr bwMode="auto">
              <a:xfrm>
                <a:off x="672198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19" name="Group 18">
              <a:extLst>
                <a:ext uri="{FF2B5EF4-FFF2-40B4-BE49-F238E27FC236}">
                  <a16:creationId xmlns:a16="http://schemas.microsoft.com/office/drawing/2014/main" id="{9899924C-8D1C-46B4-9F38-88AD7EA3A211}"/>
                </a:ext>
              </a:extLst>
            </p:cNvPr>
            <p:cNvGrpSpPr/>
            <p:nvPr/>
          </p:nvGrpSpPr>
          <p:grpSpPr>
            <a:xfrm>
              <a:off x="354110" y="3871219"/>
              <a:ext cx="11480604" cy="108822"/>
              <a:chOff x="354110" y="3872454"/>
              <a:chExt cx="11480604" cy="108822"/>
            </a:xfrm>
            <a:grpFill/>
          </p:grpSpPr>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7" name="Rectangle 34">
                <a:extLst>
                  <a:ext uri="{FF2B5EF4-FFF2-40B4-BE49-F238E27FC236}">
                    <a16:creationId xmlns:a16="http://schemas.microsoft.com/office/drawing/2014/main" id="{0081421C-B014-4BA9-9B01-C495814F1439}"/>
                  </a:ext>
                </a:extLst>
              </p:cNvPr>
              <p:cNvSpPr>
                <a:spLocks noChangeArrowheads="1"/>
              </p:cNvSpPr>
              <p:nvPr/>
            </p:nvSpPr>
            <p:spPr bwMode="auto">
              <a:xfrm>
                <a:off x="126380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8" name="Rectangle 35">
                <a:extLst>
                  <a:ext uri="{FF2B5EF4-FFF2-40B4-BE49-F238E27FC236}">
                    <a16:creationId xmlns:a16="http://schemas.microsoft.com/office/drawing/2014/main" id="{F2F01CCA-56ED-486D-8B82-39DC92A848EA}"/>
                  </a:ext>
                </a:extLst>
              </p:cNvPr>
              <p:cNvSpPr>
                <a:spLocks noChangeArrowheads="1"/>
              </p:cNvSpPr>
              <p:nvPr/>
            </p:nvSpPr>
            <p:spPr bwMode="auto">
              <a:xfrm>
                <a:off x="171923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9" name="Rectangle 36">
                <a:extLst>
                  <a:ext uri="{FF2B5EF4-FFF2-40B4-BE49-F238E27FC236}">
                    <a16:creationId xmlns:a16="http://schemas.microsoft.com/office/drawing/2014/main" id="{D80D4491-E5C9-4C50-81FD-6FC11F948875}"/>
                  </a:ext>
                </a:extLst>
              </p:cNvPr>
              <p:cNvSpPr>
                <a:spLocks noChangeArrowheads="1"/>
              </p:cNvSpPr>
              <p:nvPr/>
            </p:nvSpPr>
            <p:spPr bwMode="auto">
              <a:xfrm>
                <a:off x="217350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0" name="Rectangle 37">
                <a:extLst>
                  <a:ext uri="{FF2B5EF4-FFF2-40B4-BE49-F238E27FC236}">
                    <a16:creationId xmlns:a16="http://schemas.microsoft.com/office/drawing/2014/main" id="{FEC9B9BF-B893-41BF-B931-31F1750D8996}"/>
                  </a:ext>
                </a:extLst>
              </p:cNvPr>
              <p:cNvSpPr>
                <a:spLocks noChangeArrowheads="1"/>
              </p:cNvSpPr>
              <p:nvPr/>
            </p:nvSpPr>
            <p:spPr bwMode="auto">
              <a:xfrm>
                <a:off x="262893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1" name="Rectangle 38">
                <a:extLst>
                  <a:ext uri="{FF2B5EF4-FFF2-40B4-BE49-F238E27FC236}">
                    <a16:creationId xmlns:a16="http://schemas.microsoft.com/office/drawing/2014/main" id="{3CAD1EA0-31D2-4388-AC66-BE422B61421C}"/>
                  </a:ext>
                </a:extLst>
              </p:cNvPr>
              <p:cNvSpPr>
                <a:spLocks noChangeArrowheads="1"/>
              </p:cNvSpPr>
              <p:nvPr/>
            </p:nvSpPr>
            <p:spPr bwMode="auto">
              <a:xfrm>
                <a:off x="3083197"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2" name="Rectangle 39">
                <a:extLst>
                  <a:ext uri="{FF2B5EF4-FFF2-40B4-BE49-F238E27FC236}">
                    <a16:creationId xmlns:a16="http://schemas.microsoft.com/office/drawing/2014/main" id="{992B7398-2CE5-4B74-B42B-0E4E9FA210C1}"/>
                  </a:ext>
                </a:extLst>
              </p:cNvPr>
              <p:cNvSpPr>
                <a:spLocks noChangeArrowheads="1"/>
              </p:cNvSpPr>
              <p:nvPr/>
            </p:nvSpPr>
            <p:spPr bwMode="auto">
              <a:xfrm>
                <a:off x="3538630"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3" name="Rectangle 40">
                <a:extLst>
                  <a:ext uri="{FF2B5EF4-FFF2-40B4-BE49-F238E27FC236}">
                    <a16:creationId xmlns:a16="http://schemas.microsoft.com/office/drawing/2014/main" id="{2AC042C8-974E-43A8-B1AB-D62435FE96D7}"/>
                  </a:ext>
                </a:extLst>
              </p:cNvPr>
              <p:cNvSpPr>
                <a:spLocks noChangeArrowheads="1"/>
              </p:cNvSpPr>
              <p:nvPr/>
            </p:nvSpPr>
            <p:spPr bwMode="auto">
              <a:xfrm>
                <a:off x="399289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4" name="Rectangle 41">
                <a:extLst>
                  <a:ext uri="{FF2B5EF4-FFF2-40B4-BE49-F238E27FC236}">
                    <a16:creationId xmlns:a16="http://schemas.microsoft.com/office/drawing/2014/main" id="{2D6F1AB9-6712-4B85-8932-7F5F1BCFDA32}"/>
                  </a:ext>
                </a:extLst>
              </p:cNvPr>
              <p:cNvSpPr>
                <a:spLocks noChangeArrowheads="1"/>
              </p:cNvSpPr>
              <p:nvPr/>
            </p:nvSpPr>
            <p:spPr bwMode="auto">
              <a:xfrm>
                <a:off x="4448326"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5" name="Rectangle 42">
                <a:extLst>
                  <a:ext uri="{FF2B5EF4-FFF2-40B4-BE49-F238E27FC236}">
                    <a16:creationId xmlns:a16="http://schemas.microsoft.com/office/drawing/2014/main" id="{80DC2507-35DC-491B-8CB6-90312B184EDE}"/>
                  </a:ext>
                </a:extLst>
              </p:cNvPr>
              <p:cNvSpPr>
                <a:spLocks noChangeArrowheads="1"/>
              </p:cNvSpPr>
              <p:nvPr/>
            </p:nvSpPr>
            <p:spPr bwMode="auto">
              <a:xfrm>
                <a:off x="4902589"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6" name="Rectangle 43">
                <a:extLst>
                  <a:ext uri="{FF2B5EF4-FFF2-40B4-BE49-F238E27FC236}">
                    <a16:creationId xmlns:a16="http://schemas.microsoft.com/office/drawing/2014/main" id="{778102A0-D658-43A1-846D-9B9E4B9AE14F}"/>
                  </a:ext>
                </a:extLst>
              </p:cNvPr>
              <p:cNvSpPr>
                <a:spLocks noChangeArrowheads="1"/>
              </p:cNvSpPr>
              <p:nvPr/>
            </p:nvSpPr>
            <p:spPr bwMode="auto">
              <a:xfrm>
                <a:off x="535802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7" name="Rectangle 44">
                <a:extLst>
                  <a:ext uri="{FF2B5EF4-FFF2-40B4-BE49-F238E27FC236}">
                    <a16:creationId xmlns:a16="http://schemas.microsoft.com/office/drawing/2014/main" id="{0532E36E-F8F7-4121-80C1-216501C391E8}"/>
                  </a:ext>
                </a:extLst>
              </p:cNvPr>
              <p:cNvSpPr>
                <a:spLocks noChangeArrowheads="1"/>
              </p:cNvSpPr>
              <p:nvPr/>
            </p:nvSpPr>
            <p:spPr bwMode="auto">
              <a:xfrm>
                <a:off x="5812285"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8" name="Rectangle 45">
                <a:extLst>
                  <a:ext uri="{FF2B5EF4-FFF2-40B4-BE49-F238E27FC236}">
                    <a16:creationId xmlns:a16="http://schemas.microsoft.com/office/drawing/2014/main" id="{EBD0C1A7-E07E-492D-A5B7-899D81C35912}"/>
                  </a:ext>
                </a:extLst>
              </p:cNvPr>
              <p:cNvSpPr>
                <a:spLocks noChangeArrowheads="1"/>
              </p:cNvSpPr>
              <p:nvPr/>
            </p:nvSpPr>
            <p:spPr bwMode="auto">
              <a:xfrm>
                <a:off x="626771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69" name="Rectangle 46">
                <a:extLst>
                  <a:ext uri="{FF2B5EF4-FFF2-40B4-BE49-F238E27FC236}">
                    <a16:creationId xmlns:a16="http://schemas.microsoft.com/office/drawing/2014/main" id="{FF89631E-3434-468A-BE5A-16772FE2F3D2}"/>
                  </a:ext>
                </a:extLst>
              </p:cNvPr>
              <p:cNvSpPr>
                <a:spLocks noChangeArrowheads="1"/>
              </p:cNvSpPr>
              <p:nvPr/>
            </p:nvSpPr>
            <p:spPr bwMode="auto">
              <a:xfrm>
                <a:off x="672198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2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2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0" name="Group 19">
              <a:extLst>
                <a:ext uri="{FF2B5EF4-FFF2-40B4-BE49-F238E27FC236}">
                  <a16:creationId xmlns:a16="http://schemas.microsoft.com/office/drawing/2014/main" id="{8F8A1E95-3088-4CA0-BA17-9F2DBDABF9DB}"/>
                </a:ext>
              </a:extLst>
            </p:cNvPr>
            <p:cNvGrpSpPr/>
            <p:nvPr/>
          </p:nvGrpSpPr>
          <p:grpSpPr>
            <a:xfrm>
              <a:off x="354110" y="4376763"/>
              <a:ext cx="11480604" cy="109990"/>
              <a:chOff x="354110" y="4379678"/>
              <a:chExt cx="11480604" cy="109990"/>
            </a:xfrm>
            <a:grpFill/>
          </p:grpSpPr>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1" name="Rectangle 61">
                <a:extLst>
                  <a:ext uri="{FF2B5EF4-FFF2-40B4-BE49-F238E27FC236}">
                    <a16:creationId xmlns:a16="http://schemas.microsoft.com/office/drawing/2014/main" id="{FEA4E4F7-8218-4E7C-9E87-224A643273FF}"/>
                  </a:ext>
                </a:extLst>
              </p:cNvPr>
              <p:cNvSpPr>
                <a:spLocks noChangeArrowheads="1"/>
              </p:cNvSpPr>
              <p:nvPr/>
            </p:nvSpPr>
            <p:spPr bwMode="auto">
              <a:xfrm>
                <a:off x="126380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2" name="Rectangle 62">
                <a:extLst>
                  <a:ext uri="{FF2B5EF4-FFF2-40B4-BE49-F238E27FC236}">
                    <a16:creationId xmlns:a16="http://schemas.microsoft.com/office/drawing/2014/main" id="{A94D8FC5-1EBD-4EE3-98BE-790ADC20DBFF}"/>
                  </a:ext>
                </a:extLst>
              </p:cNvPr>
              <p:cNvSpPr>
                <a:spLocks noChangeArrowheads="1"/>
              </p:cNvSpPr>
              <p:nvPr/>
            </p:nvSpPr>
            <p:spPr bwMode="auto">
              <a:xfrm>
                <a:off x="171923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3" name="Rectangle 63">
                <a:extLst>
                  <a:ext uri="{FF2B5EF4-FFF2-40B4-BE49-F238E27FC236}">
                    <a16:creationId xmlns:a16="http://schemas.microsoft.com/office/drawing/2014/main" id="{30D19DB9-4852-4829-8388-B6807A0BF6DF}"/>
                  </a:ext>
                </a:extLst>
              </p:cNvPr>
              <p:cNvSpPr>
                <a:spLocks noChangeArrowheads="1"/>
              </p:cNvSpPr>
              <p:nvPr/>
            </p:nvSpPr>
            <p:spPr bwMode="auto">
              <a:xfrm>
                <a:off x="217350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4" name="Rectangle 64">
                <a:extLst>
                  <a:ext uri="{FF2B5EF4-FFF2-40B4-BE49-F238E27FC236}">
                    <a16:creationId xmlns:a16="http://schemas.microsoft.com/office/drawing/2014/main" id="{084DC439-7F3A-4989-96B7-B29D496E655F}"/>
                  </a:ext>
                </a:extLst>
              </p:cNvPr>
              <p:cNvSpPr>
                <a:spLocks noChangeArrowheads="1"/>
              </p:cNvSpPr>
              <p:nvPr/>
            </p:nvSpPr>
            <p:spPr bwMode="auto">
              <a:xfrm>
                <a:off x="262893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5" name="Rectangle 65">
                <a:extLst>
                  <a:ext uri="{FF2B5EF4-FFF2-40B4-BE49-F238E27FC236}">
                    <a16:creationId xmlns:a16="http://schemas.microsoft.com/office/drawing/2014/main" id="{35EB4226-F03D-4819-A4CC-D42233D58851}"/>
                  </a:ext>
                </a:extLst>
              </p:cNvPr>
              <p:cNvSpPr>
                <a:spLocks noChangeArrowheads="1"/>
              </p:cNvSpPr>
              <p:nvPr/>
            </p:nvSpPr>
            <p:spPr bwMode="auto">
              <a:xfrm>
                <a:off x="3083197"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6" name="Rectangle 66">
                <a:extLst>
                  <a:ext uri="{FF2B5EF4-FFF2-40B4-BE49-F238E27FC236}">
                    <a16:creationId xmlns:a16="http://schemas.microsoft.com/office/drawing/2014/main" id="{E00FCAAA-AC7E-4B03-AD5E-74ABD976422E}"/>
                  </a:ext>
                </a:extLst>
              </p:cNvPr>
              <p:cNvSpPr>
                <a:spLocks noChangeArrowheads="1"/>
              </p:cNvSpPr>
              <p:nvPr/>
            </p:nvSpPr>
            <p:spPr bwMode="auto">
              <a:xfrm>
                <a:off x="3538630"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7" name="Rectangle 67">
                <a:extLst>
                  <a:ext uri="{FF2B5EF4-FFF2-40B4-BE49-F238E27FC236}">
                    <a16:creationId xmlns:a16="http://schemas.microsoft.com/office/drawing/2014/main" id="{7D3AA8CA-C2E8-4862-8F87-EFAEFBCFF0CD}"/>
                  </a:ext>
                </a:extLst>
              </p:cNvPr>
              <p:cNvSpPr>
                <a:spLocks noChangeArrowheads="1"/>
              </p:cNvSpPr>
              <p:nvPr/>
            </p:nvSpPr>
            <p:spPr bwMode="auto">
              <a:xfrm>
                <a:off x="399289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8" name="Rectangle 68">
                <a:extLst>
                  <a:ext uri="{FF2B5EF4-FFF2-40B4-BE49-F238E27FC236}">
                    <a16:creationId xmlns:a16="http://schemas.microsoft.com/office/drawing/2014/main" id="{217BE0BD-ECA6-4A6D-9864-90AF19AF3022}"/>
                  </a:ext>
                </a:extLst>
              </p:cNvPr>
              <p:cNvSpPr>
                <a:spLocks noChangeArrowheads="1"/>
              </p:cNvSpPr>
              <p:nvPr/>
            </p:nvSpPr>
            <p:spPr bwMode="auto">
              <a:xfrm>
                <a:off x="4448326"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9" name="Rectangle 69">
                <a:extLst>
                  <a:ext uri="{FF2B5EF4-FFF2-40B4-BE49-F238E27FC236}">
                    <a16:creationId xmlns:a16="http://schemas.microsoft.com/office/drawing/2014/main" id="{4367775C-E241-437A-90EC-7A4D13D422E0}"/>
                  </a:ext>
                </a:extLst>
              </p:cNvPr>
              <p:cNvSpPr>
                <a:spLocks noChangeArrowheads="1"/>
              </p:cNvSpPr>
              <p:nvPr/>
            </p:nvSpPr>
            <p:spPr bwMode="auto">
              <a:xfrm>
                <a:off x="4902589"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0" name="Rectangle 70">
                <a:extLst>
                  <a:ext uri="{FF2B5EF4-FFF2-40B4-BE49-F238E27FC236}">
                    <a16:creationId xmlns:a16="http://schemas.microsoft.com/office/drawing/2014/main" id="{45804E6D-FE13-4F7A-A02C-81ED1ACEAFA0}"/>
                  </a:ext>
                </a:extLst>
              </p:cNvPr>
              <p:cNvSpPr>
                <a:spLocks noChangeArrowheads="1"/>
              </p:cNvSpPr>
              <p:nvPr/>
            </p:nvSpPr>
            <p:spPr bwMode="auto">
              <a:xfrm>
                <a:off x="535802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1" name="Rectangle 71">
                <a:extLst>
                  <a:ext uri="{FF2B5EF4-FFF2-40B4-BE49-F238E27FC236}">
                    <a16:creationId xmlns:a16="http://schemas.microsoft.com/office/drawing/2014/main" id="{A09F54AC-51E7-45A0-B639-BFEC5FE67CC8}"/>
                  </a:ext>
                </a:extLst>
              </p:cNvPr>
              <p:cNvSpPr>
                <a:spLocks noChangeArrowheads="1"/>
              </p:cNvSpPr>
              <p:nvPr/>
            </p:nvSpPr>
            <p:spPr bwMode="auto">
              <a:xfrm>
                <a:off x="5812285"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2" name="Rectangle 72">
                <a:extLst>
                  <a:ext uri="{FF2B5EF4-FFF2-40B4-BE49-F238E27FC236}">
                    <a16:creationId xmlns:a16="http://schemas.microsoft.com/office/drawing/2014/main" id="{CA60C1A9-4AD0-4191-96A2-CC1DD32F6F92}"/>
                  </a:ext>
                </a:extLst>
              </p:cNvPr>
              <p:cNvSpPr>
                <a:spLocks noChangeArrowheads="1"/>
              </p:cNvSpPr>
              <p:nvPr/>
            </p:nvSpPr>
            <p:spPr bwMode="auto">
              <a:xfrm>
                <a:off x="626771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3" name="Rectangle 73">
                <a:extLst>
                  <a:ext uri="{FF2B5EF4-FFF2-40B4-BE49-F238E27FC236}">
                    <a16:creationId xmlns:a16="http://schemas.microsoft.com/office/drawing/2014/main" id="{9A28ED63-9408-4F16-A85E-E76BA9F9AD02}"/>
                  </a:ext>
                </a:extLst>
              </p:cNvPr>
              <p:cNvSpPr>
                <a:spLocks noChangeArrowheads="1"/>
              </p:cNvSpPr>
              <p:nvPr/>
            </p:nvSpPr>
            <p:spPr bwMode="auto">
              <a:xfrm>
                <a:off x="672198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9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9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1" name="Group 20">
              <a:extLst>
                <a:ext uri="{FF2B5EF4-FFF2-40B4-BE49-F238E27FC236}">
                  <a16:creationId xmlns:a16="http://schemas.microsoft.com/office/drawing/2014/main" id="{909F6D0B-FF49-4CC2-90DB-BE84FEA93E9F}"/>
                </a:ext>
              </a:extLst>
            </p:cNvPr>
            <p:cNvGrpSpPr/>
            <p:nvPr/>
          </p:nvGrpSpPr>
          <p:grpSpPr>
            <a:xfrm>
              <a:off x="354110" y="4883475"/>
              <a:ext cx="11480604" cy="109990"/>
              <a:chOff x="354110" y="4888062"/>
              <a:chExt cx="11480604" cy="109990"/>
            </a:xfrm>
            <a:grpFill/>
          </p:grpSpPr>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5" name="Rectangle 7">
                <a:extLst>
                  <a:ext uri="{FF2B5EF4-FFF2-40B4-BE49-F238E27FC236}">
                    <a16:creationId xmlns:a16="http://schemas.microsoft.com/office/drawing/2014/main" id="{19A7F840-07E0-4852-B348-40D8EB614858}"/>
                  </a:ext>
                </a:extLst>
              </p:cNvPr>
              <p:cNvSpPr>
                <a:spLocks noChangeArrowheads="1"/>
              </p:cNvSpPr>
              <p:nvPr/>
            </p:nvSpPr>
            <p:spPr bwMode="auto">
              <a:xfrm>
                <a:off x="126380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6" name="Rectangle 8">
                <a:extLst>
                  <a:ext uri="{FF2B5EF4-FFF2-40B4-BE49-F238E27FC236}">
                    <a16:creationId xmlns:a16="http://schemas.microsoft.com/office/drawing/2014/main" id="{F501C6E7-9683-4F5F-ADB4-D120A8CE23AC}"/>
                  </a:ext>
                </a:extLst>
              </p:cNvPr>
              <p:cNvSpPr>
                <a:spLocks noChangeArrowheads="1"/>
              </p:cNvSpPr>
              <p:nvPr/>
            </p:nvSpPr>
            <p:spPr bwMode="auto">
              <a:xfrm>
                <a:off x="171923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7" name="Rectangle 9">
                <a:extLst>
                  <a:ext uri="{FF2B5EF4-FFF2-40B4-BE49-F238E27FC236}">
                    <a16:creationId xmlns:a16="http://schemas.microsoft.com/office/drawing/2014/main" id="{6B0B292A-E263-45E9-8363-AB5BA07DC7ED}"/>
                  </a:ext>
                </a:extLst>
              </p:cNvPr>
              <p:cNvSpPr>
                <a:spLocks noChangeArrowheads="1"/>
              </p:cNvSpPr>
              <p:nvPr/>
            </p:nvSpPr>
            <p:spPr bwMode="auto">
              <a:xfrm>
                <a:off x="217350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8" name="Rectangle 10">
                <a:extLst>
                  <a:ext uri="{FF2B5EF4-FFF2-40B4-BE49-F238E27FC236}">
                    <a16:creationId xmlns:a16="http://schemas.microsoft.com/office/drawing/2014/main" id="{F6D80E9D-A930-4211-B815-FA67CF10A554}"/>
                  </a:ext>
                </a:extLst>
              </p:cNvPr>
              <p:cNvSpPr>
                <a:spLocks noChangeArrowheads="1"/>
              </p:cNvSpPr>
              <p:nvPr/>
            </p:nvSpPr>
            <p:spPr bwMode="auto">
              <a:xfrm>
                <a:off x="262893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9" name="Rectangle 11">
                <a:extLst>
                  <a:ext uri="{FF2B5EF4-FFF2-40B4-BE49-F238E27FC236}">
                    <a16:creationId xmlns:a16="http://schemas.microsoft.com/office/drawing/2014/main" id="{75CB23DF-89C3-4513-88A0-E31FACFB7D19}"/>
                  </a:ext>
                </a:extLst>
              </p:cNvPr>
              <p:cNvSpPr>
                <a:spLocks noChangeArrowheads="1"/>
              </p:cNvSpPr>
              <p:nvPr/>
            </p:nvSpPr>
            <p:spPr bwMode="auto">
              <a:xfrm>
                <a:off x="3083197"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0" name="Rectangle 12">
                <a:extLst>
                  <a:ext uri="{FF2B5EF4-FFF2-40B4-BE49-F238E27FC236}">
                    <a16:creationId xmlns:a16="http://schemas.microsoft.com/office/drawing/2014/main" id="{792B94F3-12D9-42E8-91C9-DE5D158733B4}"/>
                  </a:ext>
                </a:extLst>
              </p:cNvPr>
              <p:cNvSpPr>
                <a:spLocks noChangeArrowheads="1"/>
              </p:cNvSpPr>
              <p:nvPr/>
            </p:nvSpPr>
            <p:spPr bwMode="auto">
              <a:xfrm>
                <a:off x="3538630"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1" name="Rectangle 13">
                <a:extLst>
                  <a:ext uri="{FF2B5EF4-FFF2-40B4-BE49-F238E27FC236}">
                    <a16:creationId xmlns:a16="http://schemas.microsoft.com/office/drawing/2014/main" id="{F5C29CE0-8ED9-4F8F-B865-6A66D95AA6F5}"/>
                  </a:ext>
                </a:extLst>
              </p:cNvPr>
              <p:cNvSpPr>
                <a:spLocks noChangeArrowheads="1"/>
              </p:cNvSpPr>
              <p:nvPr/>
            </p:nvSpPr>
            <p:spPr bwMode="auto">
              <a:xfrm>
                <a:off x="399289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2" name="Rectangle 14">
                <a:extLst>
                  <a:ext uri="{FF2B5EF4-FFF2-40B4-BE49-F238E27FC236}">
                    <a16:creationId xmlns:a16="http://schemas.microsoft.com/office/drawing/2014/main" id="{E1288316-CFF0-4D0C-A6EA-50B406EBF659}"/>
                  </a:ext>
                </a:extLst>
              </p:cNvPr>
              <p:cNvSpPr>
                <a:spLocks noChangeArrowheads="1"/>
              </p:cNvSpPr>
              <p:nvPr/>
            </p:nvSpPr>
            <p:spPr bwMode="auto">
              <a:xfrm>
                <a:off x="4448326"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3" name="Rectangle 15">
                <a:extLst>
                  <a:ext uri="{FF2B5EF4-FFF2-40B4-BE49-F238E27FC236}">
                    <a16:creationId xmlns:a16="http://schemas.microsoft.com/office/drawing/2014/main" id="{4BF70EA3-0A87-40BD-94BF-76AAEC816C87}"/>
                  </a:ext>
                </a:extLst>
              </p:cNvPr>
              <p:cNvSpPr>
                <a:spLocks noChangeArrowheads="1"/>
              </p:cNvSpPr>
              <p:nvPr/>
            </p:nvSpPr>
            <p:spPr bwMode="auto">
              <a:xfrm>
                <a:off x="4902589"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4" name="Rectangle 16">
                <a:extLst>
                  <a:ext uri="{FF2B5EF4-FFF2-40B4-BE49-F238E27FC236}">
                    <a16:creationId xmlns:a16="http://schemas.microsoft.com/office/drawing/2014/main" id="{8AC49DAE-1800-40B4-908D-DACDDBFF2135}"/>
                  </a:ext>
                </a:extLst>
              </p:cNvPr>
              <p:cNvSpPr>
                <a:spLocks noChangeArrowheads="1"/>
              </p:cNvSpPr>
              <p:nvPr/>
            </p:nvSpPr>
            <p:spPr bwMode="auto">
              <a:xfrm>
                <a:off x="535802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5" name="Rectangle 17">
                <a:extLst>
                  <a:ext uri="{FF2B5EF4-FFF2-40B4-BE49-F238E27FC236}">
                    <a16:creationId xmlns:a16="http://schemas.microsoft.com/office/drawing/2014/main" id="{236BF9F5-A935-4DA3-A4A9-52DD30165B37}"/>
                  </a:ext>
                </a:extLst>
              </p:cNvPr>
              <p:cNvSpPr>
                <a:spLocks noChangeArrowheads="1"/>
              </p:cNvSpPr>
              <p:nvPr/>
            </p:nvSpPr>
            <p:spPr bwMode="auto">
              <a:xfrm>
                <a:off x="5812285"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6" name="Rectangle 18">
                <a:extLst>
                  <a:ext uri="{FF2B5EF4-FFF2-40B4-BE49-F238E27FC236}">
                    <a16:creationId xmlns:a16="http://schemas.microsoft.com/office/drawing/2014/main" id="{97FE846A-6C60-49BD-8759-77095BC24777}"/>
                  </a:ext>
                </a:extLst>
              </p:cNvPr>
              <p:cNvSpPr>
                <a:spLocks noChangeArrowheads="1"/>
              </p:cNvSpPr>
              <p:nvPr/>
            </p:nvSpPr>
            <p:spPr bwMode="auto">
              <a:xfrm>
                <a:off x="626771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7" name="Rectangle 19">
                <a:extLst>
                  <a:ext uri="{FF2B5EF4-FFF2-40B4-BE49-F238E27FC236}">
                    <a16:creationId xmlns:a16="http://schemas.microsoft.com/office/drawing/2014/main" id="{FA924FA8-FE97-40A1-852B-77A498A7C449}"/>
                  </a:ext>
                </a:extLst>
              </p:cNvPr>
              <p:cNvSpPr>
                <a:spLocks noChangeArrowheads="1"/>
              </p:cNvSpPr>
              <p:nvPr/>
            </p:nvSpPr>
            <p:spPr bwMode="auto">
              <a:xfrm>
                <a:off x="672198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8062"/>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8062"/>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2" name="Group 21">
              <a:extLst>
                <a:ext uri="{FF2B5EF4-FFF2-40B4-BE49-F238E27FC236}">
                  <a16:creationId xmlns:a16="http://schemas.microsoft.com/office/drawing/2014/main" id="{5E7D7A4E-C314-4987-9657-060E28CAA6A0}"/>
                </a:ext>
              </a:extLst>
            </p:cNvPr>
            <p:cNvGrpSpPr/>
            <p:nvPr/>
          </p:nvGrpSpPr>
          <p:grpSpPr>
            <a:xfrm>
              <a:off x="354110" y="5390187"/>
              <a:ext cx="11480604" cy="108822"/>
              <a:chOff x="354110" y="5396454"/>
              <a:chExt cx="11480604" cy="108822"/>
            </a:xfrm>
            <a:grpFill/>
          </p:grpSpPr>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9" name="Rectangle 34">
                <a:extLst>
                  <a:ext uri="{FF2B5EF4-FFF2-40B4-BE49-F238E27FC236}">
                    <a16:creationId xmlns:a16="http://schemas.microsoft.com/office/drawing/2014/main" id="{088CF2A2-82EB-4956-973F-6A38CD7EA059}"/>
                  </a:ext>
                </a:extLst>
              </p:cNvPr>
              <p:cNvSpPr>
                <a:spLocks noChangeArrowheads="1"/>
              </p:cNvSpPr>
              <p:nvPr/>
            </p:nvSpPr>
            <p:spPr bwMode="auto">
              <a:xfrm>
                <a:off x="126380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0" name="Rectangle 35">
                <a:extLst>
                  <a:ext uri="{FF2B5EF4-FFF2-40B4-BE49-F238E27FC236}">
                    <a16:creationId xmlns:a16="http://schemas.microsoft.com/office/drawing/2014/main" id="{C040EEA9-3095-4F30-8483-23F37448C258}"/>
                  </a:ext>
                </a:extLst>
              </p:cNvPr>
              <p:cNvSpPr>
                <a:spLocks noChangeArrowheads="1"/>
              </p:cNvSpPr>
              <p:nvPr/>
            </p:nvSpPr>
            <p:spPr bwMode="auto">
              <a:xfrm>
                <a:off x="171923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1" name="Rectangle 36">
                <a:extLst>
                  <a:ext uri="{FF2B5EF4-FFF2-40B4-BE49-F238E27FC236}">
                    <a16:creationId xmlns:a16="http://schemas.microsoft.com/office/drawing/2014/main" id="{749693CE-451B-4AFB-88A8-C12ED178EA24}"/>
                  </a:ext>
                </a:extLst>
              </p:cNvPr>
              <p:cNvSpPr>
                <a:spLocks noChangeArrowheads="1"/>
              </p:cNvSpPr>
              <p:nvPr/>
            </p:nvSpPr>
            <p:spPr bwMode="auto">
              <a:xfrm>
                <a:off x="217350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2" name="Rectangle 37">
                <a:extLst>
                  <a:ext uri="{FF2B5EF4-FFF2-40B4-BE49-F238E27FC236}">
                    <a16:creationId xmlns:a16="http://schemas.microsoft.com/office/drawing/2014/main" id="{30280489-C791-44E8-963D-1255607CDB5F}"/>
                  </a:ext>
                </a:extLst>
              </p:cNvPr>
              <p:cNvSpPr>
                <a:spLocks noChangeArrowheads="1"/>
              </p:cNvSpPr>
              <p:nvPr/>
            </p:nvSpPr>
            <p:spPr bwMode="auto">
              <a:xfrm>
                <a:off x="262893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3" name="Rectangle 38">
                <a:extLst>
                  <a:ext uri="{FF2B5EF4-FFF2-40B4-BE49-F238E27FC236}">
                    <a16:creationId xmlns:a16="http://schemas.microsoft.com/office/drawing/2014/main" id="{8CC74FC2-413D-4801-AE6D-107C3B112929}"/>
                  </a:ext>
                </a:extLst>
              </p:cNvPr>
              <p:cNvSpPr>
                <a:spLocks noChangeArrowheads="1"/>
              </p:cNvSpPr>
              <p:nvPr/>
            </p:nvSpPr>
            <p:spPr bwMode="auto">
              <a:xfrm>
                <a:off x="3083197"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4" name="Rectangle 39">
                <a:extLst>
                  <a:ext uri="{FF2B5EF4-FFF2-40B4-BE49-F238E27FC236}">
                    <a16:creationId xmlns:a16="http://schemas.microsoft.com/office/drawing/2014/main" id="{B285A8B1-8801-46CD-91B8-97CE12F31990}"/>
                  </a:ext>
                </a:extLst>
              </p:cNvPr>
              <p:cNvSpPr>
                <a:spLocks noChangeArrowheads="1"/>
              </p:cNvSpPr>
              <p:nvPr/>
            </p:nvSpPr>
            <p:spPr bwMode="auto">
              <a:xfrm>
                <a:off x="3538630"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5" name="Rectangle 40">
                <a:extLst>
                  <a:ext uri="{FF2B5EF4-FFF2-40B4-BE49-F238E27FC236}">
                    <a16:creationId xmlns:a16="http://schemas.microsoft.com/office/drawing/2014/main" id="{2DCB03A8-663D-4DCB-A3A5-59C55ED30496}"/>
                  </a:ext>
                </a:extLst>
              </p:cNvPr>
              <p:cNvSpPr>
                <a:spLocks noChangeArrowheads="1"/>
              </p:cNvSpPr>
              <p:nvPr/>
            </p:nvSpPr>
            <p:spPr bwMode="auto">
              <a:xfrm>
                <a:off x="399289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6" name="Rectangle 41">
                <a:extLst>
                  <a:ext uri="{FF2B5EF4-FFF2-40B4-BE49-F238E27FC236}">
                    <a16:creationId xmlns:a16="http://schemas.microsoft.com/office/drawing/2014/main" id="{5407D7A5-9403-4899-B30F-57F9270DFA23}"/>
                  </a:ext>
                </a:extLst>
              </p:cNvPr>
              <p:cNvSpPr>
                <a:spLocks noChangeArrowheads="1"/>
              </p:cNvSpPr>
              <p:nvPr/>
            </p:nvSpPr>
            <p:spPr bwMode="auto">
              <a:xfrm>
                <a:off x="4448326"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7" name="Rectangle 42">
                <a:extLst>
                  <a:ext uri="{FF2B5EF4-FFF2-40B4-BE49-F238E27FC236}">
                    <a16:creationId xmlns:a16="http://schemas.microsoft.com/office/drawing/2014/main" id="{A5A712A8-2D9C-4566-93D7-A554219464B6}"/>
                  </a:ext>
                </a:extLst>
              </p:cNvPr>
              <p:cNvSpPr>
                <a:spLocks noChangeArrowheads="1"/>
              </p:cNvSpPr>
              <p:nvPr/>
            </p:nvSpPr>
            <p:spPr bwMode="auto">
              <a:xfrm>
                <a:off x="4902589"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8" name="Rectangle 43">
                <a:extLst>
                  <a:ext uri="{FF2B5EF4-FFF2-40B4-BE49-F238E27FC236}">
                    <a16:creationId xmlns:a16="http://schemas.microsoft.com/office/drawing/2014/main" id="{4B61ED17-0B4A-42B3-B859-84E6FBD9F9B9}"/>
                  </a:ext>
                </a:extLst>
              </p:cNvPr>
              <p:cNvSpPr>
                <a:spLocks noChangeArrowheads="1"/>
              </p:cNvSpPr>
              <p:nvPr/>
            </p:nvSpPr>
            <p:spPr bwMode="auto">
              <a:xfrm>
                <a:off x="535802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89" name="Rectangle 44">
                <a:extLst>
                  <a:ext uri="{FF2B5EF4-FFF2-40B4-BE49-F238E27FC236}">
                    <a16:creationId xmlns:a16="http://schemas.microsoft.com/office/drawing/2014/main" id="{7FF71609-E043-4DD4-BBED-210943BF31DB}"/>
                  </a:ext>
                </a:extLst>
              </p:cNvPr>
              <p:cNvSpPr>
                <a:spLocks noChangeArrowheads="1"/>
              </p:cNvSpPr>
              <p:nvPr/>
            </p:nvSpPr>
            <p:spPr bwMode="auto">
              <a:xfrm>
                <a:off x="5812285"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0" name="Rectangle 45">
                <a:extLst>
                  <a:ext uri="{FF2B5EF4-FFF2-40B4-BE49-F238E27FC236}">
                    <a16:creationId xmlns:a16="http://schemas.microsoft.com/office/drawing/2014/main" id="{9107E37E-3623-4410-8CEA-DA33995A6AC6}"/>
                  </a:ext>
                </a:extLst>
              </p:cNvPr>
              <p:cNvSpPr>
                <a:spLocks noChangeArrowheads="1"/>
              </p:cNvSpPr>
              <p:nvPr/>
            </p:nvSpPr>
            <p:spPr bwMode="auto">
              <a:xfrm>
                <a:off x="626771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1" name="Rectangle 46">
                <a:extLst>
                  <a:ext uri="{FF2B5EF4-FFF2-40B4-BE49-F238E27FC236}">
                    <a16:creationId xmlns:a16="http://schemas.microsoft.com/office/drawing/2014/main" id="{B83800E2-BDEE-48AC-9D9F-0B03C123FB62}"/>
                  </a:ext>
                </a:extLst>
              </p:cNvPr>
              <p:cNvSpPr>
                <a:spLocks noChangeArrowheads="1"/>
              </p:cNvSpPr>
              <p:nvPr/>
            </p:nvSpPr>
            <p:spPr bwMode="auto">
              <a:xfrm>
                <a:off x="672198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6454"/>
                <a:ext cx="10999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6454"/>
                <a:ext cx="108822" cy="108822"/>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3" name="Group 22">
              <a:extLst>
                <a:ext uri="{FF2B5EF4-FFF2-40B4-BE49-F238E27FC236}">
                  <a16:creationId xmlns:a16="http://schemas.microsoft.com/office/drawing/2014/main" id="{8F81BE07-E676-45EB-9AFA-7BF1FBB657A2}"/>
                </a:ext>
              </a:extLst>
            </p:cNvPr>
            <p:cNvGrpSpPr/>
            <p:nvPr/>
          </p:nvGrpSpPr>
          <p:grpSpPr>
            <a:xfrm>
              <a:off x="354110" y="5895731"/>
              <a:ext cx="11480604" cy="109990"/>
              <a:chOff x="354110" y="5903678"/>
              <a:chExt cx="11480604" cy="109990"/>
            </a:xfrm>
            <a:grpFill/>
          </p:grpSpPr>
          <p:sp>
            <p:nvSpPr>
              <p:cNvPr id="51" name="Rectangle 59">
                <a:extLst>
                  <a:ext uri="{FF2B5EF4-FFF2-40B4-BE49-F238E27FC236}">
                    <a16:creationId xmlns:a16="http://schemas.microsoft.com/office/drawing/2014/main" id="{90F41A19-F592-419E-BB70-0A26A5A2C993}"/>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 name="Rectangle 60">
                <a:extLst>
                  <a:ext uri="{FF2B5EF4-FFF2-40B4-BE49-F238E27FC236}">
                    <a16:creationId xmlns:a16="http://schemas.microsoft.com/office/drawing/2014/main" id="{1469FDD4-E3FD-413E-AE75-22EE1F631B63}"/>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 name="Rectangle 61">
                <a:extLst>
                  <a:ext uri="{FF2B5EF4-FFF2-40B4-BE49-F238E27FC236}">
                    <a16:creationId xmlns:a16="http://schemas.microsoft.com/office/drawing/2014/main" id="{FE475E5D-8646-4FC9-BFFB-619E2D0E25ED}"/>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 name="Rectangle 62">
                <a:extLst>
                  <a:ext uri="{FF2B5EF4-FFF2-40B4-BE49-F238E27FC236}">
                    <a16:creationId xmlns:a16="http://schemas.microsoft.com/office/drawing/2014/main" id="{3D36A72E-C554-4C3C-9B1B-6CB10E5F62BE}"/>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 name="Rectangle 63">
                <a:extLst>
                  <a:ext uri="{FF2B5EF4-FFF2-40B4-BE49-F238E27FC236}">
                    <a16:creationId xmlns:a16="http://schemas.microsoft.com/office/drawing/2014/main" id="{7A4E6F93-4FD1-43BD-92BD-564F60D0B6DD}"/>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 name="Rectangle 64">
                <a:extLst>
                  <a:ext uri="{FF2B5EF4-FFF2-40B4-BE49-F238E27FC236}">
                    <a16:creationId xmlns:a16="http://schemas.microsoft.com/office/drawing/2014/main" id="{91390BA3-956A-4FEA-961B-6154DE6FB764}"/>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 name="Rectangle 65">
                <a:extLst>
                  <a:ext uri="{FF2B5EF4-FFF2-40B4-BE49-F238E27FC236}">
                    <a16:creationId xmlns:a16="http://schemas.microsoft.com/office/drawing/2014/main" id="{3BDA4482-76BD-4B95-9A99-C9D97E68F675}"/>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 name="Rectangle 66">
                <a:extLst>
                  <a:ext uri="{FF2B5EF4-FFF2-40B4-BE49-F238E27FC236}">
                    <a16:creationId xmlns:a16="http://schemas.microsoft.com/office/drawing/2014/main" id="{7C89DCF1-7783-4715-A5F6-F69C325A84FE}"/>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 name="Rectangle 67">
                <a:extLst>
                  <a:ext uri="{FF2B5EF4-FFF2-40B4-BE49-F238E27FC236}">
                    <a16:creationId xmlns:a16="http://schemas.microsoft.com/office/drawing/2014/main" id="{C358A697-8E33-4B4A-8E88-7C19923AD434}"/>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 name="Rectangle 68">
                <a:extLst>
                  <a:ext uri="{FF2B5EF4-FFF2-40B4-BE49-F238E27FC236}">
                    <a16:creationId xmlns:a16="http://schemas.microsoft.com/office/drawing/2014/main" id="{8716A687-A14A-4B91-AB47-EC1722AF30AA}"/>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 name="Rectangle 69">
                <a:extLst>
                  <a:ext uri="{FF2B5EF4-FFF2-40B4-BE49-F238E27FC236}">
                    <a16:creationId xmlns:a16="http://schemas.microsoft.com/office/drawing/2014/main" id="{3597BC4D-A8AB-476D-A463-DDA92D6194C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 name="Rectangle 70">
                <a:extLst>
                  <a:ext uri="{FF2B5EF4-FFF2-40B4-BE49-F238E27FC236}">
                    <a16:creationId xmlns:a16="http://schemas.microsoft.com/office/drawing/2014/main" id="{3D5FE933-374E-4D22-95B5-F8B154CFC294}"/>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 name="Rectangle 71">
                <a:extLst>
                  <a:ext uri="{FF2B5EF4-FFF2-40B4-BE49-F238E27FC236}">
                    <a16:creationId xmlns:a16="http://schemas.microsoft.com/office/drawing/2014/main" id="{4DA4C424-BC57-46B1-8A19-98F4A1F4BC56}"/>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 name="Rectangle 72">
                <a:extLst>
                  <a:ext uri="{FF2B5EF4-FFF2-40B4-BE49-F238E27FC236}">
                    <a16:creationId xmlns:a16="http://schemas.microsoft.com/office/drawing/2014/main" id="{8072EEA5-91EE-47E9-9C82-96966E37CB87}"/>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 name="Rectangle 73">
                <a:extLst>
                  <a:ext uri="{FF2B5EF4-FFF2-40B4-BE49-F238E27FC236}">
                    <a16:creationId xmlns:a16="http://schemas.microsoft.com/office/drawing/2014/main" id="{D2366CD8-B517-40C0-8E52-217CE8F16474}"/>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 name="Rectangle 74">
                <a:extLst>
                  <a:ext uri="{FF2B5EF4-FFF2-40B4-BE49-F238E27FC236}">
                    <a16:creationId xmlns:a16="http://schemas.microsoft.com/office/drawing/2014/main" id="{2739573F-C01A-4A42-BDB4-F8717CD6555C}"/>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 name="Rectangle 75">
                <a:extLst>
                  <a:ext uri="{FF2B5EF4-FFF2-40B4-BE49-F238E27FC236}">
                    <a16:creationId xmlns:a16="http://schemas.microsoft.com/office/drawing/2014/main" id="{94A56444-668B-41B0-8986-65EB2B4A3200}"/>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 name="Rectangle 76">
                <a:extLst>
                  <a:ext uri="{FF2B5EF4-FFF2-40B4-BE49-F238E27FC236}">
                    <a16:creationId xmlns:a16="http://schemas.microsoft.com/office/drawing/2014/main" id="{B2CFF404-368E-4A76-A2CA-471611869B48}"/>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 name="Rectangle 77">
                <a:extLst>
                  <a:ext uri="{FF2B5EF4-FFF2-40B4-BE49-F238E27FC236}">
                    <a16:creationId xmlns:a16="http://schemas.microsoft.com/office/drawing/2014/main" id="{3B1857CC-9DC7-43E3-98B6-0DCBB2DC18B3}"/>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 name="Rectangle 78">
                <a:extLst>
                  <a:ext uri="{FF2B5EF4-FFF2-40B4-BE49-F238E27FC236}">
                    <a16:creationId xmlns:a16="http://schemas.microsoft.com/office/drawing/2014/main" id="{13C3C468-F3E2-4B75-BB66-184F85DD01B0}"/>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1" name="Rectangle 79">
                <a:extLst>
                  <a:ext uri="{FF2B5EF4-FFF2-40B4-BE49-F238E27FC236}">
                    <a16:creationId xmlns:a16="http://schemas.microsoft.com/office/drawing/2014/main" id="{1A0E9336-6E7F-4174-BB8B-7B675743AA41}"/>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2" name="Rectangle 80">
                <a:extLst>
                  <a:ext uri="{FF2B5EF4-FFF2-40B4-BE49-F238E27FC236}">
                    <a16:creationId xmlns:a16="http://schemas.microsoft.com/office/drawing/2014/main" id="{1AB6293C-8454-4149-8126-EFE23BCE434D}"/>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3" name="Rectangle 81">
                <a:extLst>
                  <a:ext uri="{FF2B5EF4-FFF2-40B4-BE49-F238E27FC236}">
                    <a16:creationId xmlns:a16="http://schemas.microsoft.com/office/drawing/2014/main" id="{BAE4953B-46B2-4552-8D6A-C67D4FCB3D6C}"/>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4" name="Rectangle 82">
                <a:extLst>
                  <a:ext uri="{FF2B5EF4-FFF2-40B4-BE49-F238E27FC236}">
                    <a16:creationId xmlns:a16="http://schemas.microsoft.com/office/drawing/2014/main" id="{40C5CC0E-449E-4E60-822F-5A4AB69E541C}"/>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5" name="Rectangle 83">
                <a:extLst>
                  <a:ext uri="{FF2B5EF4-FFF2-40B4-BE49-F238E27FC236}">
                    <a16:creationId xmlns:a16="http://schemas.microsoft.com/office/drawing/2014/main" id="{B2688373-3DD7-4956-8759-7CB2AF735B51}"/>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6" name="Rectangle 84">
                <a:extLst>
                  <a:ext uri="{FF2B5EF4-FFF2-40B4-BE49-F238E27FC236}">
                    <a16:creationId xmlns:a16="http://schemas.microsoft.com/office/drawing/2014/main" id="{50B8E454-F10F-456B-81ED-301B191CA48D}"/>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nvGrpSpPr>
            <p:cNvPr id="24" name="Group 23">
              <a:extLst>
                <a:ext uri="{FF2B5EF4-FFF2-40B4-BE49-F238E27FC236}">
                  <a16:creationId xmlns:a16="http://schemas.microsoft.com/office/drawing/2014/main" id="{960ABA5C-8D36-4AAD-9494-669B8A3E9E86}"/>
                </a:ext>
              </a:extLst>
            </p:cNvPr>
            <p:cNvGrpSpPr/>
            <p:nvPr/>
          </p:nvGrpSpPr>
          <p:grpSpPr>
            <a:xfrm>
              <a:off x="354110" y="6402442"/>
              <a:ext cx="11480604" cy="109990"/>
              <a:chOff x="354110" y="5903678"/>
              <a:chExt cx="11480604" cy="109990"/>
            </a:xfrm>
            <a:grpFill/>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5903678"/>
                <a:ext cx="10999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5903678"/>
                <a:ext cx="108822" cy="109990"/>
              </a:xfrm>
              <a:prstGeom prst="rect">
                <a:avLst/>
              </a:prstGeom>
              <a:grp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grpSp>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r>
              <a:rPr lang="en-US" dirty="0"/>
              <a:t>www.anubhavtrainings.com</a:t>
            </a:r>
          </a:p>
        </p:txBody>
      </p:sp>
    </p:spTree>
    <p:extLst>
      <p:ext uri="{BB962C8B-B14F-4D97-AF65-F5344CB8AC3E}">
        <p14:creationId xmlns:p14="http://schemas.microsoft.com/office/powerpoint/2010/main" val="104236167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What we do?">
    <p:bg>
      <p:bgPr>
        <a:solidFill>
          <a:schemeClr val="accent1"/>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E69268-9C8B-4EBF-A9EE-DC5DC2D48DC3}" type="slidenum">
              <a:rPr lang="en-US" smtClean="0"/>
              <a:pPr/>
              <a:t>‹#›</a:t>
            </a:fld>
            <a:endParaRPr lang="en-US"/>
          </a:p>
        </p:txBody>
      </p:sp>
      <p:sp>
        <p:nvSpPr>
          <p:cNvPr id="364" name="Rectangle 5">
            <a:extLst>
              <a:ext uri="{FF2B5EF4-FFF2-40B4-BE49-F238E27FC236}">
                <a16:creationId xmlns:a16="http://schemas.microsoft.com/office/drawing/2014/main" id="{1D5D3984-7DC7-4194-AD39-51045112ACA1}"/>
              </a:ext>
            </a:extLst>
          </p:cNvPr>
          <p:cNvSpPr>
            <a:spLocks noChangeArrowheads="1"/>
          </p:cNvSpPr>
          <p:nvPr/>
        </p:nvSpPr>
        <p:spPr bwMode="auto">
          <a:xfrm>
            <a:off x="354110" y="326571"/>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5" name="Rectangle 6">
            <a:extLst>
              <a:ext uri="{FF2B5EF4-FFF2-40B4-BE49-F238E27FC236}">
                <a16:creationId xmlns:a16="http://schemas.microsoft.com/office/drawing/2014/main" id="{C4A1AA13-BC36-4E79-B4E8-CBD99F7B0D87}"/>
              </a:ext>
            </a:extLst>
          </p:cNvPr>
          <p:cNvSpPr>
            <a:spLocks noChangeArrowheads="1"/>
          </p:cNvSpPr>
          <p:nvPr/>
        </p:nvSpPr>
        <p:spPr bwMode="auto">
          <a:xfrm>
            <a:off x="80954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6" name="Rectangle 7">
            <a:extLst>
              <a:ext uri="{FF2B5EF4-FFF2-40B4-BE49-F238E27FC236}">
                <a16:creationId xmlns:a16="http://schemas.microsoft.com/office/drawing/2014/main" id="{064FA383-421A-4408-B960-0EEA4EA6D887}"/>
              </a:ext>
            </a:extLst>
          </p:cNvPr>
          <p:cNvSpPr>
            <a:spLocks noChangeArrowheads="1"/>
          </p:cNvSpPr>
          <p:nvPr/>
        </p:nvSpPr>
        <p:spPr bwMode="auto">
          <a:xfrm>
            <a:off x="126380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7" name="Rectangle 8">
            <a:extLst>
              <a:ext uri="{FF2B5EF4-FFF2-40B4-BE49-F238E27FC236}">
                <a16:creationId xmlns:a16="http://schemas.microsoft.com/office/drawing/2014/main" id="{A749CDFB-EE99-4334-8923-0D518C5B2B12}"/>
              </a:ext>
            </a:extLst>
          </p:cNvPr>
          <p:cNvSpPr>
            <a:spLocks noChangeArrowheads="1"/>
          </p:cNvSpPr>
          <p:nvPr/>
        </p:nvSpPr>
        <p:spPr bwMode="auto">
          <a:xfrm>
            <a:off x="1719239" y="326571"/>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8" name="Rectangle 9">
            <a:extLst>
              <a:ext uri="{FF2B5EF4-FFF2-40B4-BE49-F238E27FC236}">
                <a16:creationId xmlns:a16="http://schemas.microsoft.com/office/drawing/2014/main" id="{6E9A5901-7AB9-4355-8A8C-EDEDF74E0D29}"/>
              </a:ext>
            </a:extLst>
          </p:cNvPr>
          <p:cNvSpPr>
            <a:spLocks noChangeArrowheads="1"/>
          </p:cNvSpPr>
          <p:nvPr/>
        </p:nvSpPr>
        <p:spPr bwMode="auto">
          <a:xfrm>
            <a:off x="217350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9" name="Rectangle 10">
            <a:extLst>
              <a:ext uri="{FF2B5EF4-FFF2-40B4-BE49-F238E27FC236}">
                <a16:creationId xmlns:a16="http://schemas.microsoft.com/office/drawing/2014/main" id="{719A89F7-F1DD-434B-B30D-4B32BEFEBDCF}"/>
              </a:ext>
            </a:extLst>
          </p:cNvPr>
          <p:cNvSpPr>
            <a:spLocks noChangeArrowheads="1"/>
          </p:cNvSpPr>
          <p:nvPr/>
        </p:nvSpPr>
        <p:spPr bwMode="auto">
          <a:xfrm>
            <a:off x="262893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0" name="Rectangle 11">
            <a:extLst>
              <a:ext uri="{FF2B5EF4-FFF2-40B4-BE49-F238E27FC236}">
                <a16:creationId xmlns:a16="http://schemas.microsoft.com/office/drawing/2014/main" id="{E2F34566-8F29-46BF-862B-492CFB9F0B97}"/>
              </a:ext>
            </a:extLst>
          </p:cNvPr>
          <p:cNvSpPr>
            <a:spLocks noChangeArrowheads="1"/>
          </p:cNvSpPr>
          <p:nvPr/>
        </p:nvSpPr>
        <p:spPr bwMode="auto">
          <a:xfrm>
            <a:off x="3083197"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1" name="Rectangle 12">
            <a:extLst>
              <a:ext uri="{FF2B5EF4-FFF2-40B4-BE49-F238E27FC236}">
                <a16:creationId xmlns:a16="http://schemas.microsoft.com/office/drawing/2014/main" id="{13B17D5B-B8E7-479A-9557-1DE1F3355D01}"/>
              </a:ext>
            </a:extLst>
          </p:cNvPr>
          <p:cNvSpPr>
            <a:spLocks noChangeArrowheads="1"/>
          </p:cNvSpPr>
          <p:nvPr/>
        </p:nvSpPr>
        <p:spPr bwMode="auto">
          <a:xfrm>
            <a:off x="3538630"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2" name="Rectangle 13">
            <a:extLst>
              <a:ext uri="{FF2B5EF4-FFF2-40B4-BE49-F238E27FC236}">
                <a16:creationId xmlns:a16="http://schemas.microsoft.com/office/drawing/2014/main" id="{648B9A6E-E46B-4E77-8AFC-175F26F71815}"/>
              </a:ext>
            </a:extLst>
          </p:cNvPr>
          <p:cNvSpPr>
            <a:spLocks noChangeArrowheads="1"/>
          </p:cNvSpPr>
          <p:nvPr/>
        </p:nvSpPr>
        <p:spPr bwMode="auto">
          <a:xfrm>
            <a:off x="399289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3" name="Rectangle 14">
            <a:extLst>
              <a:ext uri="{FF2B5EF4-FFF2-40B4-BE49-F238E27FC236}">
                <a16:creationId xmlns:a16="http://schemas.microsoft.com/office/drawing/2014/main" id="{66ED677A-B450-444C-8C05-6164CEFBB230}"/>
              </a:ext>
            </a:extLst>
          </p:cNvPr>
          <p:cNvSpPr>
            <a:spLocks noChangeArrowheads="1"/>
          </p:cNvSpPr>
          <p:nvPr/>
        </p:nvSpPr>
        <p:spPr bwMode="auto">
          <a:xfrm>
            <a:off x="4448326"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4" name="Rectangle 15">
            <a:extLst>
              <a:ext uri="{FF2B5EF4-FFF2-40B4-BE49-F238E27FC236}">
                <a16:creationId xmlns:a16="http://schemas.microsoft.com/office/drawing/2014/main" id="{6B37F876-20AD-4B0B-B794-D98057E31CD1}"/>
              </a:ext>
            </a:extLst>
          </p:cNvPr>
          <p:cNvSpPr>
            <a:spLocks noChangeArrowheads="1"/>
          </p:cNvSpPr>
          <p:nvPr/>
        </p:nvSpPr>
        <p:spPr bwMode="auto">
          <a:xfrm>
            <a:off x="4902589"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5" name="Rectangle 16">
            <a:extLst>
              <a:ext uri="{FF2B5EF4-FFF2-40B4-BE49-F238E27FC236}">
                <a16:creationId xmlns:a16="http://schemas.microsoft.com/office/drawing/2014/main" id="{9EED317B-A291-4834-AF57-5CB5972CF527}"/>
              </a:ext>
            </a:extLst>
          </p:cNvPr>
          <p:cNvSpPr>
            <a:spLocks noChangeArrowheads="1"/>
          </p:cNvSpPr>
          <p:nvPr/>
        </p:nvSpPr>
        <p:spPr bwMode="auto">
          <a:xfrm>
            <a:off x="535802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6" name="Rectangle 17">
            <a:extLst>
              <a:ext uri="{FF2B5EF4-FFF2-40B4-BE49-F238E27FC236}">
                <a16:creationId xmlns:a16="http://schemas.microsoft.com/office/drawing/2014/main" id="{6F10DAB5-CF53-4900-8A89-3398C2031047}"/>
              </a:ext>
            </a:extLst>
          </p:cNvPr>
          <p:cNvSpPr>
            <a:spLocks noChangeArrowheads="1"/>
          </p:cNvSpPr>
          <p:nvPr/>
        </p:nvSpPr>
        <p:spPr bwMode="auto">
          <a:xfrm>
            <a:off x="5812285"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7" name="Rectangle 18">
            <a:extLst>
              <a:ext uri="{FF2B5EF4-FFF2-40B4-BE49-F238E27FC236}">
                <a16:creationId xmlns:a16="http://schemas.microsoft.com/office/drawing/2014/main" id="{F5888EEF-E323-44C5-9096-B1D8A26B31A0}"/>
              </a:ext>
            </a:extLst>
          </p:cNvPr>
          <p:cNvSpPr>
            <a:spLocks noChangeArrowheads="1"/>
          </p:cNvSpPr>
          <p:nvPr/>
        </p:nvSpPr>
        <p:spPr bwMode="auto">
          <a:xfrm>
            <a:off x="626771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8" name="Rectangle 19">
            <a:extLst>
              <a:ext uri="{FF2B5EF4-FFF2-40B4-BE49-F238E27FC236}">
                <a16:creationId xmlns:a16="http://schemas.microsoft.com/office/drawing/2014/main" id="{9825D3DA-CFCD-4B62-AA3E-6B6A3F6A4D32}"/>
              </a:ext>
            </a:extLst>
          </p:cNvPr>
          <p:cNvSpPr>
            <a:spLocks noChangeArrowheads="1"/>
          </p:cNvSpPr>
          <p:nvPr/>
        </p:nvSpPr>
        <p:spPr bwMode="auto">
          <a:xfrm>
            <a:off x="672198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9" name="Rectangle 20">
            <a:extLst>
              <a:ext uri="{FF2B5EF4-FFF2-40B4-BE49-F238E27FC236}">
                <a16:creationId xmlns:a16="http://schemas.microsoft.com/office/drawing/2014/main" id="{485F1DFD-B6E0-4E81-9E5D-A16F629BFD95}"/>
              </a:ext>
            </a:extLst>
          </p:cNvPr>
          <p:cNvSpPr>
            <a:spLocks noChangeArrowheads="1"/>
          </p:cNvSpPr>
          <p:nvPr/>
        </p:nvSpPr>
        <p:spPr bwMode="auto">
          <a:xfrm>
            <a:off x="7177414"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0" name="Rectangle 21">
            <a:extLst>
              <a:ext uri="{FF2B5EF4-FFF2-40B4-BE49-F238E27FC236}">
                <a16:creationId xmlns:a16="http://schemas.microsoft.com/office/drawing/2014/main" id="{22C892AF-FE66-492B-8360-9F3902E2D27A}"/>
              </a:ext>
            </a:extLst>
          </p:cNvPr>
          <p:cNvSpPr>
            <a:spLocks noChangeArrowheads="1"/>
          </p:cNvSpPr>
          <p:nvPr/>
        </p:nvSpPr>
        <p:spPr bwMode="auto">
          <a:xfrm>
            <a:off x="7631676"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1" name="Rectangle 22">
            <a:extLst>
              <a:ext uri="{FF2B5EF4-FFF2-40B4-BE49-F238E27FC236}">
                <a16:creationId xmlns:a16="http://schemas.microsoft.com/office/drawing/2014/main" id="{BF8787BC-8DED-4E08-BA9C-0F363C018FE6}"/>
              </a:ext>
            </a:extLst>
          </p:cNvPr>
          <p:cNvSpPr>
            <a:spLocks noChangeArrowheads="1"/>
          </p:cNvSpPr>
          <p:nvPr/>
        </p:nvSpPr>
        <p:spPr bwMode="auto">
          <a:xfrm>
            <a:off x="8087109"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2" name="Rectangle 23">
            <a:extLst>
              <a:ext uri="{FF2B5EF4-FFF2-40B4-BE49-F238E27FC236}">
                <a16:creationId xmlns:a16="http://schemas.microsoft.com/office/drawing/2014/main" id="{ECC6E2E7-5D4C-494A-9957-C74873D73B5C}"/>
              </a:ext>
            </a:extLst>
          </p:cNvPr>
          <p:cNvSpPr>
            <a:spLocks noChangeArrowheads="1"/>
          </p:cNvSpPr>
          <p:nvPr/>
        </p:nvSpPr>
        <p:spPr bwMode="auto">
          <a:xfrm>
            <a:off x="8541372"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3" name="Rectangle 24">
            <a:extLst>
              <a:ext uri="{FF2B5EF4-FFF2-40B4-BE49-F238E27FC236}">
                <a16:creationId xmlns:a16="http://schemas.microsoft.com/office/drawing/2014/main" id="{619B2CB8-4BD4-49C4-99C7-1EDC4DE98D0E}"/>
              </a:ext>
            </a:extLst>
          </p:cNvPr>
          <p:cNvSpPr>
            <a:spLocks noChangeArrowheads="1"/>
          </p:cNvSpPr>
          <p:nvPr/>
        </p:nvSpPr>
        <p:spPr bwMode="auto">
          <a:xfrm>
            <a:off x="8996805"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4" name="Rectangle 25">
            <a:extLst>
              <a:ext uri="{FF2B5EF4-FFF2-40B4-BE49-F238E27FC236}">
                <a16:creationId xmlns:a16="http://schemas.microsoft.com/office/drawing/2014/main" id="{2BD052E5-B9B7-4DDC-921A-0BA5DC53AFE7}"/>
              </a:ext>
            </a:extLst>
          </p:cNvPr>
          <p:cNvSpPr>
            <a:spLocks noChangeArrowheads="1"/>
          </p:cNvSpPr>
          <p:nvPr/>
        </p:nvSpPr>
        <p:spPr bwMode="auto">
          <a:xfrm>
            <a:off x="9451068"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5" name="Rectangle 26">
            <a:extLst>
              <a:ext uri="{FF2B5EF4-FFF2-40B4-BE49-F238E27FC236}">
                <a16:creationId xmlns:a16="http://schemas.microsoft.com/office/drawing/2014/main" id="{854CCDB5-6DB3-4877-AAD4-2D60BD9045BA}"/>
              </a:ext>
            </a:extLst>
          </p:cNvPr>
          <p:cNvSpPr>
            <a:spLocks noChangeArrowheads="1"/>
          </p:cNvSpPr>
          <p:nvPr/>
        </p:nvSpPr>
        <p:spPr bwMode="auto">
          <a:xfrm>
            <a:off x="9906501"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6" name="Rectangle 27">
            <a:extLst>
              <a:ext uri="{FF2B5EF4-FFF2-40B4-BE49-F238E27FC236}">
                <a16:creationId xmlns:a16="http://schemas.microsoft.com/office/drawing/2014/main" id="{E3701413-7CE4-4A3C-88EA-C6C0B42E4A34}"/>
              </a:ext>
            </a:extLst>
          </p:cNvPr>
          <p:cNvSpPr>
            <a:spLocks noChangeArrowheads="1"/>
          </p:cNvSpPr>
          <p:nvPr/>
        </p:nvSpPr>
        <p:spPr bwMode="auto">
          <a:xfrm>
            <a:off x="10360763"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7" name="Rectangle 28">
            <a:extLst>
              <a:ext uri="{FF2B5EF4-FFF2-40B4-BE49-F238E27FC236}">
                <a16:creationId xmlns:a16="http://schemas.microsoft.com/office/drawing/2014/main" id="{BA36D018-6320-417B-8F9E-55683DDC96D5}"/>
              </a:ext>
            </a:extLst>
          </p:cNvPr>
          <p:cNvSpPr>
            <a:spLocks noChangeArrowheads="1"/>
          </p:cNvSpPr>
          <p:nvPr/>
        </p:nvSpPr>
        <p:spPr bwMode="auto">
          <a:xfrm>
            <a:off x="10816197"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8" name="Rectangle 29">
            <a:extLst>
              <a:ext uri="{FF2B5EF4-FFF2-40B4-BE49-F238E27FC236}">
                <a16:creationId xmlns:a16="http://schemas.microsoft.com/office/drawing/2014/main" id="{2B1F5663-A83E-4D95-BDF4-EBB44F3CCC3B}"/>
              </a:ext>
            </a:extLst>
          </p:cNvPr>
          <p:cNvSpPr>
            <a:spLocks noChangeArrowheads="1"/>
          </p:cNvSpPr>
          <p:nvPr/>
        </p:nvSpPr>
        <p:spPr bwMode="auto">
          <a:xfrm>
            <a:off x="11270460" y="32657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9" name="Rectangle 30">
            <a:extLst>
              <a:ext uri="{FF2B5EF4-FFF2-40B4-BE49-F238E27FC236}">
                <a16:creationId xmlns:a16="http://schemas.microsoft.com/office/drawing/2014/main" id="{462D901F-2505-492E-B20E-7B4077FF6D3B}"/>
              </a:ext>
            </a:extLst>
          </p:cNvPr>
          <p:cNvSpPr>
            <a:spLocks noChangeArrowheads="1"/>
          </p:cNvSpPr>
          <p:nvPr/>
        </p:nvSpPr>
        <p:spPr bwMode="auto">
          <a:xfrm>
            <a:off x="11725892" y="32657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0" name="Rectangle 32">
            <a:extLst>
              <a:ext uri="{FF2B5EF4-FFF2-40B4-BE49-F238E27FC236}">
                <a16:creationId xmlns:a16="http://schemas.microsoft.com/office/drawing/2014/main" id="{FDEA931C-C5A4-4A39-893A-F9D600DAA120}"/>
              </a:ext>
            </a:extLst>
          </p:cNvPr>
          <p:cNvSpPr>
            <a:spLocks noChangeArrowheads="1"/>
          </p:cNvSpPr>
          <p:nvPr/>
        </p:nvSpPr>
        <p:spPr bwMode="auto">
          <a:xfrm>
            <a:off x="354110" y="834963"/>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1" name="Rectangle 33">
            <a:extLst>
              <a:ext uri="{FF2B5EF4-FFF2-40B4-BE49-F238E27FC236}">
                <a16:creationId xmlns:a16="http://schemas.microsoft.com/office/drawing/2014/main" id="{53FAB04F-C814-4903-887C-6B8749BF4873}"/>
              </a:ext>
            </a:extLst>
          </p:cNvPr>
          <p:cNvSpPr>
            <a:spLocks noChangeArrowheads="1"/>
          </p:cNvSpPr>
          <p:nvPr/>
        </p:nvSpPr>
        <p:spPr bwMode="auto">
          <a:xfrm>
            <a:off x="80954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2" name="Rectangle 34">
            <a:extLst>
              <a:ext uri="{FF2B5EF4-FFF2-40B4-BE49-F238E27FC236}">
                <a16:creationId xmlns:a16="http://schemas.microsoft.com/office/drawing/2014/main" id="{E80BB6CA-5007-43DC-9106-9AC1FD8F5F42}"/>
              </a:ext>
            </a:extLst>
          </p:cNvPr>
          <p:cNvSpPr>
            <a:spLocks noChangeArrowheads="1"/>
          </p:cNvSpPr>
          <p:nvPr/>
        </p:nvSpPr>
        <p:spPr bwMode="auto">
          <a:xfrm>
            <a:off x="1263805"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3" name="Rectangle 35">
            <a:extLst>
              <a:ext uri="{FF2B5EF4-FFF2-40B4-BE49-F238E27FC236}">
                <a16:creationId xmlns:a16="http://schemas.microsoft.com/office/drawing/2014/main" id="{3E18C2F1-101D-4393-9918-DE77B3379868}"/>
              </a:ext>
            </a:extLst>
          </p:cNvPr>
          <p:cNvSpPr>
            <a:spLocks noChangeArrowheads="1"/>
          </p:cNvSpPr>
          <p:nvPr/>
        </p:nvSpPr>
        <p:spPr bwMode="auto">
          <a:xfrm>
            <a:off x="171923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4" name="Rectangle 36">
            <a:extLst>
              <a:ext uri="{FF2B5EF4-FFF2-40B4-BE49-F238E27FC236}">
                <a16:creationId xmlns:a16="http://schemas.microsoft.com/office/drawing/2014/main" id="{2EA02F2D-5F5D-4284-953F-D92F8BA89C8B}"/>
              </a:ext>
            </a:extLst>
          </p:cNvPr>
          <p:cNvSpPr>
            <a:spLocks noChangeArrowheads="1"/>
          </p:cNvSpPr>
          <p:nvPr/>
        </p:nvSpPr>
        <p:spPr bwMode="auto">
          <a:xfrm>
            <a:off x="217350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5" name="Rectangle 37">
            <a:extLst>
              <a:ext uri="{FF2B5EF4-FFF2-40B4-BE49-F238E27FC236}">
                <a16:creationId xmlns:a16="http://schemas.microsoft.com/office/drawing/2014/main" id="{B5280DAC-9E73-48E4-A0C0-043ACF981C6E}"/>
              </a:ext>
            </a:extLst>
          </p:cNvPr>
          <p:cNvSpPr>
            <a:spLocks noChangeArrowheads="1"/>
          </p:cNvSpPr>
          <p:nvPr/>
        </p:nvSpPr>
        <p:spPr bwMode="auto">
          <a:xfrm>
            <a:off x="262893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6" name="Rectangle 38">
            <a:extLst>
              <a:ext uri="{FF2B5EF4-FFF2-40B4-BE49-F238E27FC236}">
                <a16:creationId xmlns:a16="http://schemas.microsoft.com/office/drawing/2014/main" id="{60B1EDB9-9DC9-475A-BEBF-49644F4E1F95}"/>
              </a:ext>
            </a:extLst>
          </p:cNvPr>
          <p:cNvSpPr>
            <a:spLocks noChangeArrowheads="1"/>
          </p:cNvSpPr>
          <p:nvPr/>
        </p:nvSpPr>
        <p:spPr bwMode="auto">
          <a:xfrm>
            <a:off x="3083197" y="834963"/>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7" name="Rectangle 39">
            <a:extLst>
              <a:ext uri="{FF2B5EF4-FFF2-40B4-BE49-F238E27FC236}">
                <a16:creationId xmlns:a16="http://schemas.microsoft.com/office/drawing/2014/main" id="{820A7A5C-FCE4-4A98-ABAF-F0127EC77F14}"/>
              </a:ext>
            </a:extLst>
          </p:cNvPr>
          <p:cNvSpPr>
            <a:spLocks noChangeArrowheads="1"/>
          </p:cNvSpPr>
          <p:nvPr/>
        </p:nvSpPr>
        <p:spPr bwMode="auto">
          <a:xfrm>
            <a:off x="3538630"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8" name="Rectangle 40">
            <a:extLst>
              <a:ext uri="{FF2B5EF4-FFF2-40B4-BE49-F238E27FC236}">
                <a16:creationId xmlns:a16="http://schemas.microsoft.com/office/drawing/2014/main" id="{7A431B81-7C7C-42A1-8E97-0E59A743EAFF}"/>
              </a:ext>
            </a:extLst>
          </p:cNvPr>
          <p:cNvSpPr>
            <a:spLocks noChangeArrowheads="1"/>
          </p:cNvSpPr>
          <p:nvPr/>
        </p:nvSpPr>
        <p:spPr bwMode="auto">
          <a:xfrm>
            <a:off x="399289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9" name="Rectangle 41">
            <a:extLst>
              <a:ext uri="{FF2B5EF4-FFF2-40B4-BE49-F238E27FC236}">
                <a16:creationId xmlns:a16="http://schemas.microsoft.com/office/drawing/2014/main" id="{F7C18536-4714-447C-B2CD-5CCE34FE6304}"/>
              </a:ext>
            </a:extLst>
          </p:cNvPr>
          <p:cNvSpPr>
            <a:spLocks noChangeArrowheads="1"/>
          </p:cNvSpPr>
          <p:nvPr/>
        </p:nvSpPr>
        <p:spPr bwMode="auto">
          <a:xfrm>
            <a:off x="4448326"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0" name="Rectangle 42">
            <a:extLst>
              <a:ext uri="{FF2B5EF4-FFF2-40B4-BE49-F238E27FC236}">
                <a16:creationId xmlns:a16="http://schemas.microsoft.com/office/drawing/2014/main" id="{A5220EB9-CFCA-4E11-B625-CBA6910EDB8D}"/>
              </a:ext>
            </a:extLst>
          </p:cNvPr>
          <p:cNvSpPr>
            <a:spLocks noChangeArrowheads="1"/>
          </p:cNvSpPr>
          <p:nvPr/>
        </p:nvSpPr>
        <p:spPr bwMode="auto">
          <a:xfrm>
            <a:off x="4902589"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1" name="Rectangle 43">
            <a:extLst>
              <a:ext uri="{FF2B5EF4-FFF2-40B4-BE49-F238E27FC236}">
                <a16:creationId xmlns:a16="http://schemas.microsoft.com/office/drawing/2014/main" id="{C9AB4232-42B9-4172-8F6B-0CCF9E84F564}"/>
              </a:ext>
            </a:extLst>
          </p:cNvPr>
          <p:cNvSpPr>
            <a:spLocks noChangeArrowheads="1"/>
          </p:cNvSpPr>
          <p:nvPr/>
        </p:nvSpPr>
        <p:spPr bwMode="auto">
          <a:xfrm>
            <a:off x="535802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2" name="Rectangle 44">
            <a:extLst>
              <a:ext uri="{FF2B5EF4-FFF2-40B4-BE49-F238E27FC236}">
                <a16:creationId xmlns:a16="http://schemas.microsoft.com/office/drawing/2014/main" id="{77D0A2B3-F2AF-45C0-BC1A-629B0AF4C017}"/>
              </a:ext>
            </a:extLst>
          </p:cNvPr>
          <p:cNvSpPr>
            <a:spLocks noChangeArrowheads="1"/>
          </p:cNvSpPr>
          <p:nvPr/>
        </p:nvSpPr>
        <p:spPr bwMode="auto">
          <a:xfrm>
            <a:off x="5812285"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3" name="Rectangle 45">
            <a:extLst>
              <a:ext uri="{FF2B5EF4-FFF2-40B4-BE49-F238E27FC236}">
                <a16:creationId xmlns:a16="http://schemas.microsoft.com/office/drawing/2014/main" id="{C2A2BCF5-ACB6-4194-9DE7-BE45865F0651}"/>
              </a:ext>
            </a:extLst>
          </p:cNvPr>
          <p:cNvSpPr>
            <a:spLocks noChangeArrowheads="1"/>
          </p:cNvSpPr>
          <p:nvPr/>
        </p:nvSpPr>
        <p:spPr bwMode="auto">
          <a:xfrm>
            <a:off x="626771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4" name="Rectangle 46">
            <a:extLst>
              <a:ext uri="{FF2B5EF4-FFF2-40B4-BE49-F238E27FC236}">
                <a16:creationId xmlns:a16="http://schemas.microsoft.com/office/drawing/2014/main" id="{E5AE97FB-206B-4E16-BB3C-161246A67640}"/>
              </a:ext>
            </a:extLst>
          </p:cNvPr>
          <p:cNvSpPr>
            <a:spLocks noChangeArrowheads="1"/>
          </p:cNvSpPr>
          <p:nvPr/>
        </p:nvSpPr>
        <p:spPr bwMode="auto">
          <a:xfrm>
            <a:off x="672198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5" name="Rectangle 47">
            <a:extLst>
              <a:ext uri="{FF2B5EF4-FFF2-40B4-BE49-F238E27FC236}">
                <a16:creationId xmlns:a16="http://schemas.microsoft.com/office/drawing/2014/main" id="{E2148554-6A62-41A8-B70A-3265589BB172}"/>
              </a:ext>
            </a:extLst>
          </p:cNvPr>
          <p:cNvSpPr>
            <a:spLocks noChangeArrowheads="1"/>
          </p:cNvSpPr>
          <p:nvPr/>
        </p:nvSpPr>
        <p:spPr bwMode="auto">
          <a:xfrm>
            <a:off x="7177414"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6" name="Rectangle 48">
            <a:extLst>
              <a:ext uri="{FF2B5EF4-FFF2-40B4-BE49-F238E27FC236}">
                <a16:creationId xmlns:a16="http://schemas.microsoft.com/office/drawing/2014/main" id="{1F2DBB84-56F7-4574-B1C3-59A49824B840}"/>
              </a:ext>
            </a:extLst>
          </p:cNvPr>
          <p:cNvSpPr>
            <a:spLocks noChangeArrowheads="1"/>
          </p:cNvSpPr>
          <p:nvPr/>
        </p:nvSpPr>
        <p:spPr bwMode="auto">
          <a:xfrm>
            <a:off x="7631676"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7" name="Rectangle 49">
            <a:extLst>
              <a:ext uri="{FF2B5EF4-FFF2-40B4-BE49-F238E27FC236}">
                <a16:creationId xmlns:a16="http://schemas.microsoft.com/office/drawing/2014/main" id="{3803743A-8621-4AD5-9BEE-D1FBC8D62207}"/>
              </a:ext>
            </a:extLst>
          </p:cNvPr>
          <p:cNvSpPr>
            <a:spLocks noChangeArrowheads="1"/>
          </p:cNvSpPr>
          <p:nvPr/>
        </p:nvSpPr>
        <p:spPr bwMode="auto">
          <a:xfrm>
            <a:off x="8087109"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8" name="Rectangle 50">
            <a:extLst>
              <a:ext uri="{FF2B5EF4-FFF2-40B4-BE49-F238E27FC236}">
                <a16:creationId xmlns:a16="http://schemas.microsoft.com/office/drawing/2014/main" id="{2940D20D-CE5D-4F7F-87D5-4081213E1F25}"/>
              </a:ext>
            </a:extLst>
          </p:cNvPr>
          <p:cNvSpPr>
            <a:spLocks noChangeArrowheads="1"/>
          </p:cNvSpPr>
          <p:nvPr/>
        </p:nvSpPr>
        <p:spPr bwMode="auto">
          <a:xfrm>
            <a:off x="8541372"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9" name="Rectangle 51">
            <a:extLst>
              <a:ext uri="{FF2B5EF4-FFF2-40B4-BE49-F238E27FC236}">
                <a16:creationId xmlns:a16="http://schemas.microsoft.com/office/drawing/2014/main" id="{F24365F1-8EF6-4443-AB20-203041B14D4A}"/>
              </a:ext>
            </a:extLst>
          </p:cNvPr>
          <p:cNvSpPr>
            <a:spLocks noChangeArrowheads="1"/>
          </p:cNvSpPr>
          <p:nvPr/>
        </p:nvSpPr>
        <p:spPr bwMode="auto">
          <a:xfrm>
            <a:off x="8996805"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0" name="Rectangle 52">
            <a:extLst>
              <a:ext uri="{FF2B5EF4-FFF2-40B4-BE49-F238E27FC236}">
                <a16:creationId xmlns:a16="http://schemas.microsoft.com/office/drawing/2014/main" id="{43BD6223-42F5-4EA4-BED3-40CDDED810F2}"/>
              </a:ext>
            </a:extLst>
          </p:cNvPr>
          <p:cNvSpPr>
            <a:spLocks noChangeArrowheads="1"/>
          </p:cNvSpPr>
          <p:nvPr/>
        </p:nvSpPr>
        <p:spPr bwMode="auto">
          <a:xfrm>
            <a:off x="9451068"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1" name="Rectangle 53">
            <a:extLst>
              <a:ext uri="{FF2B5EF4-FFF2-40B4-BE49-F238E27FC236}">
                <a16:creationId xmlns:a16="http://schemas.microsoft.com/office/drawing/2014/main" id="{C44C46DF-3231-4732-836F-60E5D9F31465}"/>
              </a:ext>
            </a:extLst>
          </p:cNvPr>
          <p:cNvSpPr>
            <a:spLocks noChangeArrowheads="1"/>
          </p:cNvSpPr>
          <p:nvPr/>
        </p:nvSpPr>
        <p:spPr bwMode="auto">
          <a:xfrm>
            <a:off x="9906501"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2" name="Rectangle 54">
            <a:extLst>
              <a:ext uri="{FF2B5EF4-FFF2-40B4-BE49-F238E27FC236}">
                <a16:creationId xmlns:a16="http://schemas.microsoft.com/office/drawing/2014/main" id="{19478349-0B6B-45A3-A8D0-F9FFADAB4607}"/>
              </a:ext>
            </a:extLst>
          </p:cNvPr>
          <p:cNvSpPr>
            <a:spLocks noChangeArrowheads="1"/>
          </p:cNvSpPr>
          <p:nvPr/>
        </p:nvSpPr>
        <p:spPr bwMode="auto">
          <a:xfrm>
            <a:off x="10360763"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3" name="Rectangle 55">
            <a:extLst>
              <a:ext uri="{FF2B5EF4-FFF2-40B4-BE49-F238E27FC236}">
                <a16:creationId xmlns:a16="http://schemas.microsoft.com/office/drawing/2014/main" id="{AECC5927-A5DD-4BD3-91EB-7B58FC036A0F}"/>
              </a:ext>
            </a:extLst>
          </p:cNvPr>
          <p:cNvSpPr>
            <a:spLocks noChangeArrowheads="1"/>
          </p:cNvSpPr>
          <p:nvPr/>
        </p:nvSpPr>
        <p:spPr bwMode="auto">
          <a:xfrm>
            <a:off x="10816197"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4" name="Rectangle 56">
            <a:extLst>
              <a:ext uri="{FF2B5EF4-FFF2-40B4-BE49-F238E27FC236}">
                <a16:creationId xmlns:a16="http://schemas.microsoft.com/office/drawing/2014/main" id="{2592B56B-0EE5-44E3-8D4E-C331547A46D6}"/>
              </a:ext>
            </a:extLst>
          </p:cNvPr>
          <p:cNvSpPr>
            <a:spLocks noChangeArrowheads="1"/>
          </p:cNvSpPr>
          <p:nvPr/>
        </p:nvSpPr>
        <p:spPr bwMode="auto">
          <a:xfrm>
            <a:off x="11270460" y="834963"/>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5" name="Rectangle 57">
            <a:extLst>
              <a:ext uri="{FF2B5EF4-FFF2-40B4-BE49-F238E27FC236}">
                <a16:creationId xmlns:a16="http://schemas.microsoft.com/office/drawing/2014/main" id="{E5B2E8AF-A971-4061-B059-E39A6A85852A}"/>
              </a:ext>
            </a:extLst>
          </p:cNvPr>
          <p:cNvSpPr>
            <a:spLocks noChangeArrowheads="1"/>
          </p:cNvSpPr>
          <p:nvPr/>
        </p:nvSpPr>
        <p:spPr bwMode="auto">
          <a:xfrm>
            <a:off x="11725892" y="834963"/>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6" name="Rectangle 59">
            <a:extLst>
              <a:ext uri="{FF2B5EF4-FFF2-40B4-BE49-F238E27FC236}">
                <a16:creationId xmlns:a16="http://schemas.microsoft.com/office/drawing/2014/main" id="{63258960-6D1D-4D67-AFE7-6C7417FA7977}"/>
              </a:ext>
            </a:extLst>
          </p:cNvPr>
          <p:cNvSpPr>
            <a:spLocks noChangeArrowheads="1"/>
          </p:cNvSpPr>
          <p:nvPr/>
        </p:nvSpPr>
        <p:spPr bwMode="auto">
          <a:xfrm>
            <a:off x="354110" y="1342187"/>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7" name="Rectangle 60">
            <a:extLst>
              <a:ext uri="{FF2B5EF4-FFF2-40B4-BE49-F238E27FC236}">
                <a16:creationId xmlns:a16="http://schemas.microsoft.com/office/drawing/2014/main" id="{CF3B53C2-CA07-4D06-8438-0D7F9828ABAE}"/>
              </a:ext>
            </a:extLst>
          </p:cNvPr>
          <p:cNvSpPr>
            <a:spLocks noChangeArrowheads="1"/>
          </p:cNvSpPr>
          <p:nvPr/>
        </p:nvSpPr>
        <p:spPr bwMode="auto">
          <a:xfrm>
            <a:off x="809542"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8" name="Rectangle 61">
            <a:extLst>
              <a:ext uri="{FF2B5EF4-FFF2-40B4-BE49-F238E27FC236}">
                <a16:creationId xmlns:a16="http://schemas.microsoft.com/office/drawing/2014/main" id="{D0868746-D1A0-47AC-9F34-0192B3B37043}"/>
              </a:ext>
            </a:extLst>
          </p:cNvPr>
          <p:cNvSpPr>
            <a:spLocks noChangeArrowheads="1"/>
          </p:cNvSpPr>
          <p:nvPr/>
        </p:nvSpPr>
        <p:spPr bwMode="auto">
          <a:xfrm>
            <a:off x="126380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9" name="Rectangle 62">
            <a:extLst>
              <a:ext uri="{FF2B5EF4-FFF2-40B4-BE49-F238E27FC236}">
                <a16:creationId xmlns:a16="http://schemas.microsoft.com/office/drawing/2014/main" id="{009DD5A6-ADDF-48C9-BC16-9426AEC40A6B}"/>
              </a:ext>
            </a:extLst>
          </p:cNvPr>
          <p:cNvSpPr>
            <a:spLocks noChangeArrowheads="1"/>
          </p:cNvSpPr>
          <p:nvPr/>
        </p:nvSpPr>
        <p:spPr bwMode="auto">
          <a:xfrm>
            <a:off x="1719239" y="13421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0" name="Rectangle 63">
            <a:extLst>
              <a:ext uri="{FF2B5EF4-FFF2-40B4-BE49-F238E27FC236}">
                <a16:creationId xmlns:a16="http://schemas.microsoft.com/office/drawing/2014/main" id="{2285F7C8-078E-440F-95B4-A367E03BE7E4}"/>
              </a:ext>
            </a:extLst>
          </p:cNvPr>
          <p:cNvSpPr>
            <a:spLocks noChangeArrowheads="1"/>
          </p:cNvSpPr>
          <p:nvPr/>
        </p:nvSpPr>
        <p:spPr bwMode="auto">
          <a:xfrm>
            <a:off x="217350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1" name="Rectangle 64">
            <a:extLst>
              <a:ext uri="{FF2B5EF4-FFF2-40B4-BE49-F238E27FC236}">
                <a16:creationId xmlns:a16="http://schemas.microsoft.com/office/drawing/2014/main" id="{26CCF678-B825-4A9D-AF59-68723A33343A}"/>
              </a:ext>
            </a:extLst>
          </p:cNvPr>
          <p:cNvSpPr>
            <a:spLocks noChangeArrowheads="1"/>
          </p:cNvSpPr>
          <p:nvPr/>
        </p:nvSpPr>
        <p:spPr bwMode="auto">
          <a:xfrm>
            <a:off x="262893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2" name="Rectangle 65">
            <a:extLst>
              <a:ext uri="{FF2B5EF4-FFF2-40B4-BE49-F238E27FC236}">
                <a16:creationId xmlns:a16="http://schemas.microsoft.com/office/drawing/2014/main" id="{ECE3A29D-36C2-447D-BAC8-F721C873D213}"/>
              </a:ext>
            </a:extLst>
          </p:cNvPr>
          <p:cNvSpPr>
            <a:spLocks noChangeArrowheads="1"/>
          </p:cNvSpPr>
          <p:nvPr/>
        </p:nvSpPr>
        <p:spPr bwMode="auto">
          <a:xfrm>
            <a:off x="3083197"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3" name="Rectangle 66">
            <a:extLst>
              <a:ext uri="{FF2B5EF4-FFF2-40B4-BE49-F238E27FC236}">
                <a16:creationId xmlns:a16="http://schemas.microsoft.com/office/drawing/2014/main" id="{3EAFBB34-6EA0-4152-8AD7-5299E7456621}"/>
              </a:ext>
            </a:extLst>
          </p:cNvPr>
          <p:cNvSpPr>
            <a:spLocks noChangeArrowheads="1"/>
          </p:cNvSpPr>
          <p:nvPr/>
        </p:nvSpPr>
        <p:spPr bwMode="auto">
          <a:xfrm>
            <a:off x="3538630"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4" name="Rectangle 67">
            <a:extLst>
              <a:ext uri="{FF2B5EF4-FFF2-40B4-BE49-F238E27FC236}">
                <a16:creationId xmlns:a16="http://schemas.microsoft.com/office/drawing/2014/main" id="{2F86D70C-2640-4E78-9AC8-499F31B082EF}"/>
              </a:ext>
            </a:extLst>
          </p:cNvPr>
          <p:cNvSpPr>
            <a:spLocks noChangeArrowheads="1"/>
          </p:cNvSpPr>
          <p:nvPr/>
        </p:nvSpPr>
        <p:spPr bwMode="auto">
          <a:xfrm>
            <a:off x="399289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5" name="Rectangle 68">
            <a:extLst>
              <a:ext uri="{FF2B5EF4-FFF2-40B4-BE49-F238E27FC236}">
                <a16:creationId xmlns:a16="http://schemas.microsoft.com/office/drawing/2014/main" id="{A275C0EA-73CC-4699-B3C9-4A3708797370}"/>
              </a:ext>
            </a:extLst>
          </p:cNvPr>
          <p:cNvSpPr>
            <a:spLocks noChangeArrowheads="1"/>
          </p:cNvSpPr>
          <p:nvPr/>
        </p:nvSpPr>
        <p:spPr bwMode="auto">
          <a:xfrm>
            <a:off x="4448326"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6" name="Rectangle 69">
            <a:extLst>
              <a:ext uri="{FF2B5EF4-FFF2-40B4-BE49-F238E27FC236}">
                <a16:creationId xmlns:a16="http://schemas.microsoft.com/office/drawing/2014/main" id="{F86BBF02-3C76-4314-A0E0-F7356FA340F1}"/>
              </a:ext>
            </a:extLst>
          </p:cNvPr>
          <p:cNvSpPr>
            <a:spLocks noChangeArrowheads="1"/>
          </p:cNvSpPr>
          <p:nvPr/>
        </p:nvSpPr>
        <p:spPr bwMode="auto">
          <a:xfrm>
            <a:off x="4902589"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7" name="Rectangle 70">
            <a:extLst>
              <a:ext uri="{FF2B5EF4-FFF2-40B4-BE49-F238E27FC236}">
                <a16:creationId xmlns:a16="http://schemas.microsoft.com/office/drawing/2014/main" id="{F2323DB0-CBBB-4827-9FCF-88B352492E24}"/>
              </a:ext>
            </a:extLst>
          </p:cNvPr>
          <p:cNvSpPr>
            <a:spLocks noChangeArrowheads="1"/>
          </p:cNvSpPr>
          <p:nvPr/>
        </p:nvSpPr>
        <p:spPr bwMode="auto">
          <a:xfrm>
            <a:off x="535802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8" name="Rectangle 71">
            <a:extLst>
              <a:ext uri="{FF2B5EF4-FFF2-40B4-BE49-F238E27FC236}">
                <a16:creationId xmlns:a16="http://schemas.microsoft.com/office/drawing/2014/main" id="{6C55D080-856F-44CE-A0EC-C7625E2A2D45}"/>
              </a:ext>
            </a:extLst>
          </p:cNvPr>
          <p:cNvSpPr>
            <a:spLocks noChangeArrowheads="1"/>
          </p:cNvSpPr>
          <p:nvPr/>
        </p:nvSpPr>
        <p:spPr bwMode="auto">
          <a:xfrm>
            <a:off x="5812285"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9" name="Rectangle 72">
            <a:extLst>
              <a:ext uri="{FF2B5EF4-FFF2-40B4-BE49-F238E27FC236}">
                <a16:creationId xmlns:a16="http://schemas.microsoft.com/office/drawing/2014/main" id="{8BF6FDB3-DFE2-48BE-8E96-9C26D4FD9092}"/>
              </a:ext>
            </a:extLst>
          </p:cNvPr>
          <p:cNvSpPr>
            <a:spLocks noChangeArrowheads="1"/>
          </p:cNvSpPr>
          <p:nvPr/>
        </p:nvSpPr>
        <p:spPr bwMode="auto">
          <a:xfrm>
            <a:off x="626771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0" name="Rectangle 73">
            <a:extLst>
              <a:ext uri="{FF2B5EF4-FFF2-40B4-BE49-F238E27FC236}">
                <a16:creationId xmlns:a16="http://schemas.microsoft.com/office/drawing/2014/main" id="{D430B815-9711-421A-B4EE-DC1E51BD09E7}"/>
              </a:ext>
            </a:extLst>
          </p:cNvPr>
          <p:cNvSpPr>
            <a:spLocks noChangeArrowheads="1"/>
          </p:cNvSpPr>
          <p:nvPr/>
        </p:nvSpPr>
        <p:spPr bwMode="auto">
          <a:xfrm>
            <a:off x="672198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1" name="Rectangle 74">
            <a:extLst>
              <a:ext uri="{FF2B5EF4-FFF2-40B4-BE49-F238E27FC236}">
                <a16:creationId xmlns:a16="http://schemas.microsoft.com/office/drawing/2014/main" id="{B8A5CB15-B1A9-4CE5-AD04-579255B67651}"/>
              </a:ext>
            </a:extLst>
          </p:cNvPr>
          <p:cNvSpPr>
            <a:spLocks noChangeArrowheads="1"/>
          </p:cNvSpPr>
          <p:nvPr/>
        </p:nvSpPr>
        <p:spPr bwMode="auto">
          <a:xfrm>
            <a:off x="7177414"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2" name="Rectangle 75">
            <a:extLst>
              <a:ext uri="{FF2B5EF4-FFF2-40B4-BE49-F238E27FC236}">
                <a16:creationId xmlns:a16="http://schemas.microsoft.com/office/drawing/2014/main" id="{6F6AC38A-D3A1-44B2-8398-DA177502859A}"/>
              </a:ext>
            </a:extLst>
          </p:cNvPr>
          <p:cNvSpPr>
            <a:spLocks noChangeArrowheads="1"/>
          </p:cNvSpPr>
          <p:nvPr/>
        </p:nvSpPr>
        <p:spPr bwMode="auto">
          <a:xfrm>
            <a:off x="7631676"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3" name="Rectangle 76">
            <a:extLst>
              <a:ext uri="{FF2B5EF4-FFF2-40B4-BE49-F238E27FC236}">
                <a16:creationId xmlns:a16="http://schemas.microsoft.com/office/drawing/2014/main" id="{6A4C12CD-07BF-46EB-AC44-6B119866CF4B}"/>
              </a:ext>
            </a:extLst>
          </p:cNvPr>
          <p:cNvSpPr>
            <a:spLocks noChangeArrowheads="1"/>
          </p:cNvSpPr>
          <p:nvPr/>
        </p:nvSpPr>
        <p:spPr bwMode="auto">
          <a:xfrm>
            <a:off x="8087109"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4" name="Rectangle 77">
            <a:extLst>
              <a:ext uri="{FF2B5EF4-FFF2-40B4-BE49-F238E27FC236}">
                <a16:creationId xmlns:a16="http://schemas.microsoft.com/office/drawing/2014/main" id="{5C4A1230-B968-451A-B024-8739FD0C1F93}"/>
              </a:ext>
            </a:extLst>
          </p:cNvPr>
          <p:cNvSpPr>
            <a:spLocks noChangeArrowheads="1"/>
          </p:cNvSpPr>
          <p:nvPr/>
        </p:nvSpPr>
        <p:spPr bwMode="auto">
          <a:xfrm>
            <a:off x="8541372"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5" name="Rectangle 78">
            <a:extLst>
              <a:ext uri="{FF2B5EF4-FFF2-40B4-BE49-F238E27FC236}">
                <a16:creationId xmlns:a16="http://schemas.microsoft.com/office/drawing/2014/main" id="{D75AC3CE-9734-481C-9D3F-2AF13116EE55}"/>
              </a:ext>
            </a:extLst>
          </p:cNvPr>
          <p:cNvSpPr>
            <a:spLocks noChangeArrowheads="1"/>
          </p:cNvSpPr>
          <p:nvPr/>
        </p:nvSpPr>
        <p:spPr bwMode="auto">
          <a:xfrm>
            <a:off x="8996805"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6" name="Rectangle 79">
            <a:extLst>
              <a:ext uri="{FF2B5EF4-FFF2-40B4-BE49-F238E27FC236}">
                <a16:creationId xmlns:a16="http://schemas.microsoft.com/office/drawing/2014/main" id="{69A12AE9-4D1E-4F86-ABCC-DC9AA3068AA9}"/>
              </a:ext>
            </a:extLst>
          </p:cNvPr>
          <p:cNvSpPr>
            <a:spLocks noChangeArrowheads="1"/>
          </p:cNvSpPr>
          <p:nvPr/>
        </p:nvSpPr>
        <p:spPr bwMode="auto">
          <a:xfrm>
            <a:off x="9451068"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7" name="Rectangle 80">
            <a:extLst>
              <a:ext uri="{FF2B5EF4-FFF2-40B4-BE49-F238E27FC236}">
                <a16:creationId xmlns:a16="http://schemas.microsoft.com/office/drawing/2014/main" id="{30C6E2D2-A01B-4BF9-9EAF-4F62A9AF7214}"/>
              </a:ext>
            </a:extLst>
          </p:cNvPr>
          <p:cNvSpPr>
            <a:spLocks noChangeArrowheads="1"/>
          </p:cNvSpPr>
          <p:nvPr/>
        </p:nvSpPr>
        <p:spPr bwMode="auto">
          <a:xfrm>
            <a:off x="9906501"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8" name="Rectangle 81">
            <a:extLst>
              <a:ext uri="{FF2B5EF4-FFF2-40B4-BE49-F238E27FC236}">
                <a16:creationId xmlns:a16="http://schemas.microsoft.com/office/drawing/2014/main" id="{C9F10DE1-A75B-4DA6-AACE-23581D8E642C}"/>
              </a:ext>
            </a:extLst>
          </p:cNvPr>
          <p:cNvSpPr>
            <a:spLocks noChangeArrowheads="1"/>
          </p:cNvSpPr>
          <p:nvPr/>
        </p:nvSpPr>
        <p:spPr bwMode="auto">
          <a:xfrm>
            <a:off x="10360763"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9" name="Rectangle 82">
            <a:extLst>
              <a:ext uri="{FF2B5EF4-FFF2-40B4-BE49-F238E27FC236}">
                <a16:creationId xmlns:a16="http://schemas.microsoft.com/office/drawing/2014/main" id="{0A775802-DD96-46A9-9F60-3C0D0736E331}"/>
              </a:ext>
            </a:extLst>
          </p:cNvPr>
          <p:cNvSpPr>
            <a:spLocks noChangeArrowheads="1"/>
          </p:cNvSpPr>
          <p:nvPr/>
        </p:nvSpPr>
        <p:spPr bwMode="auto">
          <a:xfrm>
            <a:off x="10816197"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0" name="Rectangle 83">
            <a:extLst>
              <a:ext uri="{FF2B5EF4-FFF2-40B4-BE49-F238E27FC236}">
                <a16:creationId xmlns:a16="http://schemas.microsoft.com/office/drawing/2014/main" id="{D665EA6F-14AA-4648-AB60-F7117F986461}"/>
              </a:ext>
            </a:extLst>
          </p:cNvPr>
          <p:cNvSpPr>
            <a:spLocks noChangeArrowheads="1"/>
          </p:cNvSpPr>
          <p:nvPr/>
        </p:nvSpPr>
        <p:spPr bwMode="auto">
          <a:xfrm>
            <a:off x="11270460" y="13421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1" name="Rectangle 84">
            <a:extLst>
              <a:ext uri="{FF2B5EF4-FFF2-40B4-BE49-F238E27FC236}">
                <a16:creationId xmlns:a16="http://schemas.microsoft.com/office/drawing/2014/main" id="{ACB843B8-638E-4047-9D91-8223083C0D1C}"/>
              </a:ext>
            </a:extLst>
          </p:cNvPr>
          <p:cNvSpPr>
            <a:spLocks noChangeArrowheads="1"/>
          </p:cNvSpPr>
          <p:nvPr/>
        </p:nvSpPr>
        <p:spPr bwMode="auto">
          <a:xfrm>
            <a:off x="11725892" y="13421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2" name="Rectangle 86">
            <a:extLst>
              <a:ext uri="{FF2B5EF4-FFF2-40B4-BE49-F238E27FC236}">
                <a16:creationId xmlns:a16="http://schemas.microsoft.com/office/drawing/2014/main" id="{B7163B2C-02BA-42E9-BFC1-6A12FD59E5B3}"/>
              </a:ext>
            </a:extLst>
          </p:cNvPr>
          <p:cNvSpPr>
            <a:spLocks noChangeArrowheads="1"/>
          </p:cNvSpPr>
          <p:nvPr/>
        </p:nvSpPr>
        <p:spPr bwMode="auto">
          <a:xfrm>
            <a:off x="354110"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3" name="Rectangle 87">
            <a:extLst>
              <a:ext uri="{FF2B5EF4-FFF2-40B4-BE49-F238E27FC236}">
                <a16:creationId xmlns:a16="http://schemas.microsoft.com/office/drawing/2014/main" id="{0B2288ED-33E4-4DE9-A750-24B68416FDD7}"/>
              </a:ext>
            </a:extLst>
          </p:cNvPr>
          <p:cNvSpPr>
            <a:spLocks noChangeArrowheads="1"/>
          </p:cNvSpPr>
          <p:nvPr/>
        </p:nvSpPr>
        <p:spPr bwMode="auto">
          <a:xfrm>
            <a:off x="80954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4" name="Rectangle 88">
            <a:extLst>
              <a:ext uri="{FF2B5EF4-FFF2-40B4-BE49-F238E27FC236}">
                <a16:creationId xmlns:a16="http://schemas.microsoft.com/office/drawing/2014/main" id="{69096790-3EDA-447C-B893-B58EB23115A1}"/>
              </a:ext>
            </a:extLst>
          </p:cNvPr>
          <p:cNvSpPr>
            <a:spLocks noChangeArrowheads="1"/>
          </p:cNvSpPr>
          <p:nvPr/>
        </p:nvSpPr>
        <p:spPr bwMode="auto">
          <a:xfrm>
            <a:off x="1263805" y="18505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5" name="Rectangle 89">
            <a:extLst>
              <a:ext uri="{FF2B5EF4-FFF2-40B4-BE49-F238E27FC236}">
                <a16:creationId xmlns:a16="http://schemas.microsoft.com/office/drawing/2014/main" id="{CE854A02-0132-4C04-ADC5-9E062CF231BE}"/>
              </a:ext>
            </a:extLst>
          </p:cNvPr>
          <p:cNvSpPr>
            <a:spLocks noChangeArrowheads="1"/>
          </p:cNvSpPr>
          <p:nvPr/>
        </p:nvSpPr>
        <p:spPr bwMode="auto">
          <a:xfrm>
            <a:off x="1719239" y="18505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6" name="Rectangle 90">
            <a:extLst>
              <a:ext uri="{FF2B5EF4-FFF2-40B4-BE49-F238E27FC236}">
                <a16:creationId xmlns:a16="http://schemas.microsoft.com/office/drawing/2014/main" id="{E95D99AF-99D5-475B-AE63-90F7E8CC67AF}"/>
              </a:ext>
            </a:extLst>
          </p:cNvPr>
          <p:cNvSpPr>
            <a:spLocks noChangeArrowheads="1"/>
          </p:cNvSpPr>
          <p:nvPr/>
        </p:nvSpPr>
        <p:spPr bwMode="auto">
          <a:xfrm>
            <a:off x="2173502"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7" name="Rectangle 91">
            <a:extLst>
              <a:ext uri="{FF2B5EF4-FFF2-40B4-BE49-F238E27FC236}">
                <a16:creationId xmlns:a16="http://schemas.microsoft.com/office/drawing/2014/main" id="{A34BE509-D4BA-40A3-A4CD-3DF07B9E19D0}"/>
              </a:ext>
            </a:extLst>
          </p:cNvPr>
          <p:cNvSpPr>
            <a:spLocks noChangeArrowheads="1"/>
          </p:cNvSpPr>
          <p:nvPr/>
        </p:nvSpPr>
        <p:spPr bwMode="auto">
          <a:xfrm>
            <a:off x="2628934"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8" name="Rectangle 92">
            <a:extLst>
              <a:ext uri="{FF2B5EF4-FFF2-40B4-BE49-F238E27FC236}">
                <a16:creationId xmlns:a16="http://schemas.microsoft.com/office/drawing/2014/main" id="{A37FB970-0E25-4676-BC34-1A82728AF1D7}"/>
              </a:ext>
            </a:extLst>
          </p:cNvPr>
          <p:cNvSpPr>
            <a:spLocks noChangeArrowheads="1"/>
          </p:cNvSpPr>
          <p:nvPr/>
        </p:nvSpPr>
        <p:spPr bwMode="auto">
          <a:xfrm>
            <a:off x="3083197"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9" name="Rectangle 105">
            <a:extLst>
              <a:ext uri="{FF2B5EF4-FFF2-40B4-BE49-F238E27FC236}">
                <a16:creationId xmlns:a16="http://schemas.microsoft.com/office/drawing/2014/main" id="{970F9FCF-AA68-4E8F-8EA5-AAC4C5810EAB}"/>
              </a:ext>
            </a:extLst>
          </p:cNvPr>
          <p:cNvSpPr>
            <a:spLocks noChangeArrowheads="1"/>
          </p:cNvSpPr>
          <p:nvPr/>
        </p:nvSpPr>
        <p:spPr bwMode="auto">
          <a:xfrm>
            <a:off x="8996805"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0" name="Rectangle 106">
            <a:extLst>
              <a:ext uri="{FF2B5EF4-FFF2-40B4-BE49-F238E27FC236}">
                <a16:creationId xmlns:a16="http://schemas.microsoft.com/office/drawing/2014/main" id="{9D296959-779A-4776-ABF7-2FF2A73C81D2}"/>
              </a:ext>
            </a:extLst>
          </p:cNvPr>
          <p:cNvSpPr>
            <a:spLocks noChangeArrowheads="1"/>
          </p:cNvSpPr>
          <p:nvPr/>
        </p:nvSpPr>
        <p:spPr bwMode="auto">
          <a:xfrm>
            <a:off x="9451068"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1" name="Rectangle 107">
            <a:extLst>
              <a:ext uri="{FF2B5EF4-FFF2-40B4-BE49-F238E27FC236}">
                <a16:creationId xmlns:a16="http://schemas.microsoft.com/office/drawing/2014/main" id="{59855A4C-2548-423F-B57F-42922BC9B572}"/>
              </a:ext>
            </a:extLst>
          </p:cNvPr>
          <p:cNvSpPr>
            <a:spLocks noChangeArrowheads="1"/>
          </p:cNvSpPr>
          <p:nvPr/>
        </p:nvSpPr>
        <p:spPr bwMode="auto">
          <a:xfrm>
            <a:off x="9906501"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2" name="Rectangle 108">
            <a:extLst>
              <a:ext uri="{FF2B5EF4-FFF2-40B4-BE49-F238E27FC236}">
                <a16:creationId xmlns:a16="http://schemas.microsoft.com/office/drawing/2014/main" id="{54509127-BDD5-48E1-BE65-947CAC6B0439}"/>
              </a:ext>
            </a:extLst>
          </p:cNvPr>
          <p:cNvSpPr>
            <a:spLocks noChangeArrowheads="1"/>
          </p:cNvSpPr>
          <p:nvPr/>
        </p:nvSpPr>
        <p:spPr bwMode="auto">
          <a:xfrm>
            <a:off x="10360763"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3" name="Rectangle 109">
            <a:extLst>
              <a:ext uri="{FF2B5EF4-FFF2-40B4-BE49-F238E27FC236}">
                <a16:creationId xmlns:a16="http://schemas.microsoft.com/office/drawing/2014/main" id="{58C13B87-F971-4720-889B-EE6DE93E6B49}"/>
              </a:ext>
            </a:extLst>
          </p:cNvPr>
          <p:cNvSpPr>
            <a:spLocks noChangeArrowheads="1"/>
          </p:cNvSpPr>
          <p:nvPr/>
        </p:nvSpPr>
        <p:spPr bwMode="auto">
          <a:xfrm>
            <a:off x="10816197"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4" name="Rectangle 110">
            <a:extLst>
              <a:ext uri="{FF2B5EF4-FFF2-40B4-BE49-F238E27FC236}">
                <a16:creationId xmlns:a16="http://schemas.microsoft.com/office/drawing/2014/main" id="{681AD0E1-0BA7-4208-8DF7-EAB9E75AECF0}"/>
              </a:ext>
            </a:extLst>
          </p:cNvPr>
          <p:cNvSpPr>
            <a:spLocks noChangeArrowheads="1"/>
          </p:cNvSpPr>
          <p:nvPr/>
        </p:nvSpPr>
        <p:spPr bwMode="auto">
          <a:xfrm>
            <a:off x="11270460" y="18505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5" name="Rectangle 111">
            <a:extLst>
              <a:ext uri="{FF2B5EF4-FFF2-40B4-BE49-F238E27FC236}">
                <a16:creationId xmlns:a16="http://schemas.microsoft.com/office/drawing/2014/main" id="{FCBB3D30-B78E-44FC-8174-C95F9A1641DF}"/>
              </a:ext>
            </a:extLst>
          </p:cNvPr>
          <p:cNvSpPr>
            <a:spLocks noChangeArrowheads="1"/>
          </p:cNvSpPr>
          <p:nvPr/>
        </p:nvSpPr>
        <p:spPr bwMode="auto">
          <a:xfrm>
            <a:off x="11725892" y="18505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6" name="Rectangle 113">
            <a:extLst>
              <a:ext uri="{FF2B5EF4-FFF2-40B4-BE49-F238E27FC236}">
                <a16:creationId xmlns:a16="http://schemas.microsoft.com/office/drawing/2014/main" id="{699FABD8-D290-42AB-87FC-C9A58ADC7A0F}"/>
              </a:ext>
            </a:extLst>
          </p:cNvPr>
          <p:cNvSpPr>
            <a:spLocks noChangeArrowheads="1"/>
          </p:cNvSpPr>
          <p:nvPr/>
        </p:nvSpPr>
        <p:spPr bwMode="auto">
          <a:xfrm>
            <a:off x="35411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7" name="Rectangle 114">
            <a:extLst>
              <a:ext uri="{FF2B5EF4-FFF2-40B4-BE49-F238E27FC236}">
                <a16:creationId xmlns:a16="http://schemas.microsoft.com/office/drawing/2014/main" id="{0B4D148D-F129-4DB7-88C2-471CB37E2DFF}"/>
              </a:ext>
            </a:extLst>
          </p:cNvPr>
          <p:cNvSpPr>
            <a:spLocks noChangeArrowheads="1"/>
          </p:cNvSpPr>
          <p:nvPr/>
        </p:nvSpPr>
        <p:spPr bwMode="auto">
          <a:xfrm>
            <a:off x="80954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8" name="Rectangle 115">
            <a:extLst>
              <a:ext uri="{FF2B5EF4-FFF2-40B4-BE49-F238E27FC236}">
                <a16:creationId xmlns:a16="http://schemas.microsoft.com/office/drawing/2014/main" id="{6DF2FDEE-C085-4999-B8E9-1B5D1D8FDA58}"/>
              </a:ext>
            </a:extLst>
          </p:cNvPr>
          <p:cNvSpPr>
            <a:spLocks noChangeArrowheads="1"/>
          </p:cNvSpPr>
          <p:nvPr/>
        </p:nvSpPr>
        <p:spPr bwMode="auto">
          <a:xfrm>
            <a:off x="1263805" y="235897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9" name="Rectangle 116">
            <a:extLst>
              <a:ext uri="{FF2B5EF4-FFF2-40B4-BE49-F238E27FC236}">
                <a16:creationId xmlns:a16="http://schemas.microsoft.com/office/drawing/2014/main" id="{2F001154-22EC-4762-9895-75CD714E3181}"/>
              </a:ext>
            </a:extLst>
          </p:cNvPr>
          <p:cNvSpPr>
            <a:spLocks noChangeArrowheads="1"/>
          </p:cNvSpPr>
          <p:nvPr/>
        </p:nvSpPr>
        <p:spPr bwMode="auto">
          <a:xfrm>
            <a:off x="1719239"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0" name="Rectangle 117">
            <a:extLst>
              <a:ext uri="{FF2B5EF4-FFF2-40B4-BE49-F238E27FC236}">
                <a16:creationId xmlns:a16="http://schemas.microsoft.com/office/drawing/2014/main" id="{8CB1148A-8A8E-4217-B7AD-E1D5D2B0D9EB}"/>
              </a:ext>
            </a:extLst>
          </p:cNvPr>
          <p:cNvSpPr>
            <a:spLocks noChangeArrowheads="1"/>
          </p:cNvSpPr>
          <p:nvPr/>
        </p:nvSpPr>
        <p:spPr bwMode="auto">
          <a:xfrm>
            <a:off x="2173502" y="2358971"/>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1" name="Rectangle 118">
            <a:extLst>
              <a:ext uri="{FF2B5EF4-FFF2-40B4-BE49-F238E27FC236}">
                <a16:creationId xmlns:a16="http://schemas.microsoft.com/office/drawing/2014/main" id="{20FE1950-CE5A-4D2F-96A0-94186638CA98}"/>
              </a:ext>
            </a:extLst>
          </p:cNvPr>
          <p:cNvSpPr>
            <a:spLocks noChangeArrowheads="1"/>
          </p:cNvSpPr>
          <p:nvPr/>
        </p:nvSpPr>
        <p:spPr bwMode="auto">
          <a:xfrm>
            <a:off x="2628934"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2" name="Rectangle 119">
            <a:extLst>
              <a:ext uri="{FF2B5EF4-FFF2-40B4-BE49-F238E27FC236}">
                <a16:creationId xmlns:a16="http://schemas.microsoft.com/office/drawing/2014/main" id="{83A14354-B3F5-4073-AA5C-F099A82F6A08}"/>
              </a:ext>
            </a:extLst>
          </p:cNvPr>
          <p:cNvSpPr>
            <a:spLocks noChangeArrowheads="1"/>
          </p:cNvSpPr>
          <p:nvPr/>
        </p:nvSpPr>
        <p:spPr bwMode="auto">
          <a:xfrm>
            <a:off x="3083197"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3" name="Rectangle 132">
            <a:extLst>
              <a:ext uri="{FF2B5EF4-FFF2-40B4-BE49-F238E27FC236}">
                <a16:creationId xmlns:a16="http://schemas.microsoft.com/office/drawing/2014/main" id="{76AA0892-AC62-4F6F-833D-458C99E021BD}"/>
              </a:ext>
            </a:extLst>
          </p:cNvPr>
          <p:cNvSpPr>
            <a:spLocks noChangeArrowheads="1"/>
          </p:cNvSpPr>
          <p:nvPr/>
        </p:nvSpPr>
        <p:spPr bwMode="auto">
          <a:xfrm>
            <a:off x="8996805"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4" name="Rectangle 133">
            <a:extLst>
              <a:ext uri="{FF2B5EF4-FFF2-40B4-BE49-F238E27FC236}">
                <a16:creationId xmlns:a16="http://schemas.microsoft.com/office/drawing/2014/main" id="{A9C2DB91-40AA-4597-9B38-C5864CB8F9BE}"/>
              </a:ext>
            </a:extLst>
          </p:cNvPr>
          <p:cNvSpPr>
            <a:spLocks noChangeArrowheads="1"/>
          </p:cNvSpPr>
          <p:nvPr/>
        </p:nvSpPr>
        <p:spPr bwMode="auto">
          <a:xfrm>
            <a:off x="9451068"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5" name="Rectangle 134">
            <a:extLst>
              <a:ext uri="{FF2B5EF4-FFF2-40B4-BE49-F238E27FC236}">
                <a16:creationId xmlns:a16="http://schemas.microsoft.com/office/drawing/2014/main" id="{4C7BF4BD-0F20-4B33-94A1-72CA3EDF2983}"/>
              </a:ext>
            </a:extLst>
          </p:cNvPr>
          <p:cNvSpPr>
            <a:spLocks noChangeArrowheads="1"/>
          </p:cNvSpPr>
          <p:nvPr/>
        </p:nvSpPr>
        <p:spPr bwMode="auto">
          <a:xfrm>
            <a:off x="9906501"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6" name="Rectangle 135">
            <a:extLst>
              <a:ext uri="{FF2B5EF4-FFF2-40B4-BE49-F238E27FC236}">
                <a16:creationId xmlns:a16="http://schemas.microsoft.com/office/drawing/2014/main" id="{06A886E0-5EF6-4EF7-A054-B2E0B10BC970}"/>
              </a:ext>
            </a:extLst>
          </p:cNvPr>
          <p:cNvSpPr>
            <a:spLocks noChangeArrowheads="1"/>
          </p:cNvSpPr>
          <p:nvPr/>
        </p:nvSpPr>
        <p:spPr bwMode="auto">
          <a:xfrm>
            <a:off x="10360763"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7" name="Rectangle 136">
            <a:extLst>
              <a:ext uri="{FF2B5EF4-FFF2-40B4-BE49-F238E27FC236}">
                <a16:creationId xmlns:a16="http://schemas.microsoft.com/office/drawing/2014/main" id="{15585719-9169-4D98-80F3-2CB8A58F3F5E}"/>
              </a:ext>
            </a:extLst>
          </p:cNvPr>
          <p:cNvSpPr>
            <a:spLocks noChangeArrowheads="1"/>
          </p:cNvSpPr>
          <p:nvPr/>
        </p:nvSpPr>
        <p:spPr bwMode="auto">
          <a:xfrm>
            <a:off x="10816197"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8" name="Rectangle 137">
            <a:extLst>
              <a:ext uri="{FF2B5EF4-FFF2-40B4-BE49-F238E27FC236}">
                <a16:creationId xmlns:a16="http://schemas.microsoft.com/office/drawing/2014/main" id="{1528ECA1-B6B5-4F12-B518-F98298404AD8}"/>
              </a:ext>
            </a:extLst>
          </p:cNvPr>
          <p:cNvSpPr>
            <a:spLocks noChangeArrowheads="1"/>
          </p:cNvSpPr>
          <p:nvPr/>
        </p:nvSpPr>
        <p:spPr bwMode="auto">
          <a:xfrm>
            <a:off x="11270460" y="23589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9" name="Rectangle 138">
            <a:extLst>
              <a:ext uri="{FF2B5EF4-FFF2-40B4-BE49-F238E27FC236}">
                <a16:creationId xmlns:a16="http://schemas.microsoft.com/office/drawing/2014/main" id="{A5E04FCD-9144-4125-B905-01BA90E876FE}"/>
              </a:ext>
            </a:extLst>
          </p:cNvPr>
          <p:cNvSpPr>
            <a:spLocks noChangeArrowheads="1"/>
          </p:cNvSpPr>
          <p:nvPr/>
        </p:nvSpPr>
        <p:spPr bwMode="auto">
          <a:xfrm>
            <a:off x="11725892" y="23589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0" name="Rectangle 140">
            <a:extLst>
              <a:ext uri="{FF2B5EF4-FFF2-40B4-BE49-F238E27FC236}">
                <a16:creationId xmlns:a16="http://schemas.microsoft.com/office/drawing/2014/main" id="{A3A97D31-5EE8-448D-8A5F-2BFCFB9E7036}"/>
              </a:ext>
            </a:extLst>
          </p:cNvPr>
          <p:cNvSpPr>
            <a:spLocks noChangeArrowheads="1"/>
          </p:cNvSpPr>
          <p:nvPr/>
        </p:nvSpPr>
        <p:spPr bwMode="auto">
          <a:xfrm>
            <a:off x="354110" y="28661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1" name="Rectangle 141">
            <a:extLst>
              <a:ext uri="{FF2B5EF4-FFF2-40B4-BE49-F238E27FC236}">
                <a16:creationId xmlns:a16="http://schemas.microsoft.com/office/drawing/2014/main" id="{D5A6A0D9-0DCB-4C02-B821-ECBB42E71769}"/>
              </a:ext>
            </a:extLst>
          </p:cNvPr>
          <p:cNvSpPr>
            <a:spLocks noChangeArrowheads="1"/>
          </p:cNvSpPr>
          <p:nvPr/>
        </p:nvSpPr>
        <p:spPr bwMode="auto">
          <a:xfrm>
            <a:off x="809542" y="28661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2" name="Rectangle 142">
            <a:extLst>
              <a:ext uri="{FF2B5EF4-FFF2-40B4-BE49-F238E27FC236}">
                <a16:creationId xmlns:a16="http://schemas.microsoft.com/office/drawing/2014/main" id="{E4CFE5B5-7797-4C7B-B3D9-787A3D923EFF}"/>
              </a:ext>
            </a:extLst>
          </p:cNvPr>
          <p:cNvSpPr>
            <a:spLocks noChangeArrowheads="1"/>
          </p:cNvSpPr>
          <p:nvPr/>
        </p:nvSpPr>
        <p:spPr bwMode="auto">
          <a:xfrm>
            <a:off x="1263805"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3" name="Rectangle 143">
            <a:extLst>
              <a:ext uri="{FF2B5EF4-FFF2-40B4-BE49-F238E27FC236}">
                <a16:creationId xmlns:a16="http://schemas.microsoft.com/office/drawing/2014/main" id="{16868543-F08E-4EF2-A138-A5D60AD4C433}"/>
              </a:ext>
            </a:extLst>
          </p:cNvPr>
          <p:cNvSpPr>
            <a:spLocks noChangeArrowheads="1"/>
          </p:cNvSpPr>
          <p:nvPr/>
        </p:nvSpPr>
        <p:spPr bwMode="auto">
          <a:xfrm>
            <a:off x="1719239"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4" name="Rectangle 144">
            <a:extLst>
              <a:ext uri="{FF2B5EF4-FFF2-40B4-BE49-F238E27FC236}">
                <a16:creationId xmlns:a16="http://schemas.microsoft.com/office/drawing/2014/main" id="{7AA615AC-F660-426D-A925-78A832B1F87C}"/>
              </a:ext>
            </a:extLst>
          </p:cNvPr>
          <p:cNvSpPr>
            <a:spLocks noChangeArrowheads="1"/>
          </p:cNvSpPr>
          <p:nvPr/>
        </p:nvSpPr>
        <p:spPr bwMode="auto">
          <a:xfrm>
            <a:off x="2173502"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5" name="Rectangle 145">
            <a:extLst>
              <a:ext uri="{FF2B5EF4-FFF2-40B4-BE49-F238E27FC236}">
                <a16:creationId xmlns:a16="http://schemas.microsoft.com/office/drawing/2014/main" id="{DA02DEE7-518D-4550-A98E-419A429F2830}"/>
              </a:ext>
            </a:extLst>
          </p:cNvPr>
          <p:cNvSpPr>
            <a:spLocks noChangeArrowheads="1"/>
          </p:cNvSpPr>
          <p:nvPr/>
        </p:nvSpPr>
        <p:spPr bwMode="auto">
          <a:xfrm>
            <a:off x="2628934"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6" name="Rectangle 146">
            <a:extLst>
              <a:ext uri="{FF2B5EF4-FFF2-40B4-BE49-F238E27FC236}">
                <a16:creationId xmlns:a16="http://schemas.microsoft.com/office/drawing/2014/main" id="{CF13D66E-ABF4-4967-B8B3-F517D9B3C45C}"/>
              </a:ext>
            </a:extLst>
          </p:cNvPr>
          <p:cNvSpPr>
            <a:spLocks noChangeArrowheads="1"/>
          </p:cNvSpPr>
          <p:nvPr/>
        </p:nvSpPr>
        <p:spPr bwMode="auto">
          <a:xfrm>
            <a:off x="3083197"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7" name="Rectangle 159">
            <a:extLst>
              <a:ext uri="{FF2B5EF4-FFF2-40B4-BE49-F238E27FC236}">
                <a16:creationId xmlns:a16="http://schemas.microsoft.com/office/drawing/2014/main" id="{7B7E4AC4-5592-4DE6-AD9F-62E8E5E7C391}"/>
              </a:ext>
            </a:extLst>
          </p:cNvPr>
          <p:cNvSpPr>
            <a:spLocks noChangeArrowheads="1"/>
          </p:cNvSpPr>
          <p:nvPr/>
        </p:nvSpPr>
        <p:spPr bwMode="auto">
          <a:xfrm>
            <a:off x="8996805"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8" name="Rectangle 160">
            <a:extLst>
              <a:ext uri="{FF2B5EF4-FFF2-40B4-BE49-F238E27FC236}">
                <a16:creationId xmlns:a16="http://schemas.microsoft.com/office/drawing/2014/main" id="{64C2F106-22BF-42DB-B523-838D7919E609}"/>
              </a:ext>
            </a:extLst>
          </p:cNvPr>
          <p:cNvSpPr>
            <a:spLocks noChangeArrowheads="1"/>
          </p:cNvSpPr>
          <p:nvPr/>
        </p:nvSpPr>
        <p:spPr bwMode="auto">
          <a:xfrm>
            <a:off x="9451068"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9" name="Rectangle 161">
            <a:extLst>
              <a:ext uri="{FF2B5EF4-FFF2-40B4-BE49-F238E27FC236}">
                <a16:creationId xmlns:a16="http://schemas.microsoft.com/office/drawing/2014/main" id="{476760DC-3414-46D3-8ED3-E57574242DE7}"/>
              </a:ext>
            </a:extLst>
          </p:cNvPr>
          <p:cNvSpPr>
            <a:spLocks noChangeArrowheads="1"/>
          </p:cNvSpPr>
          <p:nvPr/>
        </p:nvSpPr>
        <p:spPr bwMode="auto">
          <a:xfrm>
            <a:off x="9906501"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0" name="Rectangle 162">
            <a:extLst>
              <a:ext uri="{FF2B5EF4-FFF2-40B4-BE49-F238E27FC236}">
                <a16:creationId xmlns:a16="http://schemas.microsoft.com/office/drawing/2014/main" id="{35BC5B5E-6559-46F0-8351-DB26B20688E7}"/>
              </a:ext>
            </a:extLst>
          </p:cNvPr>
          <p:cNvSpPr>
            <a:spLocks noChangeArrowheads="1"/>
          </p:cNvSpPr>
          <p:nvPr/>
        </p:nvSpPr>
        <p:spPr bwMode="auto">
          <a:xfrm>
            <a:off x="10360763"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1" name="Rectangle 163">
            <a:extLst>
              <a:ext uri="{FF2B5EF4-FFF2-40B4-BE49-F238E27FC236}">
                <a16:creationId xmlns:a16="http://schemas.microsoft.com/office/drawing/2014/main" id="{524E5712-0FF8-47E1-B2AE-812F34F65ED9}"/>
              </a:ext>
            </a:extLst>
          </p:cNvPr>
          <p:cNvSpPr>
            <a:spLocks noChangeArrowheads="1"/>
          </p:cNvSpPr>
          <p:nvPr/>
        </p:nvSpPr>
        <p:spPr bwMode="auto">
          <a:xfrm>
            <a:off x="10816197"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2" name="Rectangle 164">
            <a:extLst>
              <a:ext uri="{FF2B5EF4-FFF2-40B4-BE49-F238E27FC236}">
                <a16:creationId xmlns:a16="http://schemas.microsoft.com/office/drawing/2014/main" id="{617C8CE6-515E-494D-A867-E140F467B681}"/>
              </a:ext>
            </a:extLst>
          </p:cNvPr>
          <p:cNvSpPr>
            <a:spLocks noChangeArrowheads="1"/>
          </p:cNvSpPr>
          <p:nvPr/>
        </p:nvSpPr>
        <p:spPr bwMode="auto">
          <a:xfrm>
            <a:off x="11270460" y="28661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3" name="Rectangle 165">
            <a:extLst>
              <a:ext uri="{FF2B5EF4-FFF2-40B4-BE49-F238E27FC236}">
                <a16:creationId xmlns:a16="http://schemas.microsoft.com/office/drawing/2014/main" id="{D8599EDD-A959-45FB-8FD2-64277464E977}"/>
              </a:ext>
            </a:extLst>
          </p:cNvPr>
          <p:cNvSpPr>
            <a:spLocks noChangeArrowheads="1"/>
          </p:cNvSpPr>
          <p:nvPr/>
        </p:nvSpPr>
        <p:spPr bwMode="auto">
          <a:xfrm>
            <a:off x="11725892" y="28661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4" name="Rectangle 167">
            <a:extLst>
              <a:ext uri="{FF2B5EF4-FFF2-40B4-BE49-F238E27FC236}">
                <a16:creationId xmlns:a16="http://schemas.microsoft.com/office/drawing/2014/main" id="{0603D8C1-859C-43D4-B068-9EB9FBCE206C}"/>
              </a:ext>
            </a:extLst>
          </p:cNvPr>
          <p:cNvSpPr>
            <a:spLocks noChangeArrowheads="1"/>
          </p:cNvSpPr>
          <p:nvPr/>
        </p:nvSpPr>
        <p:spPr bwMode="auto">
          <a:xfrm>
            <a:off x="35411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5" name="Rectangle 168">
            <a:extLst>
              <a:ext uri="{FF2B5EF4-FFF2-40B4-BE49-F238E27FC236}">
                <a16:creationId xmlns:a16="http://schemas.microsoft.com/office/drawing/2014/main" id="{B93977AF-46E4-45C2-8A01-209FA245E2C2}"/>
              </a:ext>
            </a:extLst>
          </p:cNvPr>
          <p:cNvSpPr>
            <a:spLocks noChangeArrowheads="1"/>
          </p:cNvSpPr>
          <p:nvPr/>
        </p:nvSpPr>
        <p:spPr bwMode="auto">
          <a:xfrm>
            <a:off x="809542"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6" name="Rectangle 169">
            <a:extLst>
              <a:ext uri="{FF2B5EF4-FFF2-40B4-BE49-F238E27FC236}">
                <a16:creationId xmlns:a16="http://schemas.microsoft.com/office/drawing/2014/main" id="{50A4256E-5C7A-4A2F-AB2B-C8EFA85293EA}"/>
              </a:ext>
            </a:extLst>
          </p:cNvPr>
          <p:cNvSpPr>
            <a:spLocks noChangeArrowheads="1"/>
          </p:cNvSpPr>
          <p:nvPr/>
        </p:nvSpPr>
        <p:spPr bwMode="auto">
          <a:xfrm>
            <a:off x="1263805"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7" name="Rectangle 170">
            <a:extLst>
              <a:ext uri="{FF2B5EF4-FFF2-40B4-BE49-F238E27FC236}">
                <a16:creationId xmlns:a16="http://schemas.microsoft.com/office/drawing/2014/main" id="{59DD1AC1-2925-4164-9326-E23F394AFACB}"/>
              </a:ext>
            </a:extLst>
          </p:cNvPr>
          <p:cNvSpPr>
            <a:spLocks noChangeArrowheads="1"/>
          </p:cNvSpPr>
          <p:nvPr/>
        </p:nvSpPr>
        <p:spPr bwMode="auto">
          <a:xfrm>
            <a:off x="1719239"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8" name="Rectangle 171">
            <a:extLst>
              <a:ext uri="{FF2B5EF4-FFF2-40B4-BE49-F238E27FC236}">
                <a16:creationId xmlns:a16="http://schemas.microsoft.com/office/drawing/2014/main" id="{D9BD2BBC-9899-4590-8E1D-9C58972E57A8}"/>
              </a:ext>
            </a:extLst>
          </p:cNvPr>
          <p:cNvSpPr>
            <a:spLocks noChangeArrowheads="1"/>
          </p:cNvSpPr>
          <p:nvPr/>
        </p:nvSpPr>
        <p:spPr bwMode="auto">
          <a:xfrm>
            <a:off x="2173502"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9" name="Rectangle 172">
            <a:extLst>
              <a:ext uri="{FF2B5EF4-FFF2-40B4-BE49-F238E27FC236}">
                <a16:creationId xmlns:a16="http://schemas.microsoft.com/office/drawing/2014/main" id="{A93CAC56-6630-4410-BA23-589CFEF93313}"/>
              </a:ext>
            </a:extLst>
          </p:cNvPr>
          <p:cNvSpPr>
            <a:spLocks noChangeArrowheads="1"/>
          </p:cNvSpPr>
          <p:nvPr/>
        </p:nvSpPr>
        <p:spPr bwMode="auto">
          <a:xfrm>
            <a:off x="2628934"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0" name="Rectangle 173">
            <a:extLst>
              <a:ext uri="{FF2B5EF4-FFF2-40B4-BE49-F238E27FC236}">
                <a16:creationId xmlns:a16="http://schemas.microsoft.com/office/drawing/2014/main" id="{721D7B09-2669-42D7-A71A-2581A0113F13}"/>
              </a:ext>
            </a:extLst>
          </p:cNvPr>
          <p:cNvSpPr>
            <a:spLocks noChangeArrowheads="1"/>
          </p:cNvSpPr>
          <p:nvPr/>
        </p:nvSpPr>
        <p:spPr bwMode="auto">
          <a:xfrm>
            <a:off x="3083197"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1" name="Rectangle 186">
            <a:extLst>
              <a:ext uri="{FF2B5EF4-FFF2-40B4-BE49-F238E27FC236}">
                <a16:creationId xmlns:a16="http://schemas.microsoft.com/office/drawing/2014/main" id="{A024ED31-769A-4A0C-A18B-E09709B473F7}"/>
              </a:ext>
            </a:extLst>
          </p:cNvPr>
          <p:cNvSpPr>
            <a:spLocks noChangeArrowheads="1"/>
          </p:cNvSpPr>
          <p:nvPr/>
        </p:nvSpPr>
        <p:spPr bwMode="auto">
          <a:xfrm>
            <a:off x="8996805"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2" name="Rectangle 187">
            <a:extLst>
              <a:ext uri="{FF2B5EF4-FFF2-40B4-BE49-F238E27FC236}">
                <a16:creationId xmlns:a16="http://schemas.microsoft.com/office/drawing/2014/main" id="{5D25C9B2-51EB-439E-B42C-8439DBE38630}"/>
              </a:ext>
            </a:extLst>
          </p:cNvPr>
          <p:cNvSpPr>
            <a:spLocks noChangeArrowheads="1"/>
          </p:cNvSpPr>
          <p:nvPr/>
        </p:nvSpPr>
        <p:spPr bwMode="auto">
          <a:xfrm>
            <a:off x="9451068"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3" name="Rectangle 188">
            <a:extLst>
              <a:ext uri="{FF2B5EF4-FFF2-40B4-BE49-F238E27FC236}">
                <a16:creationId xmlns:a16="http://schemas.microsoft.com/office/drawing/2014/main" id="{CB51A720-AF45-41F9-BAA4-2D2D9B1A8F06}"/>
              </a:ext>
            </a:extLst>
          </p:cNvPr>
          <p:cNvSpPr>
            <a:spLocks noChangeArrowheads="1"/>
          </p:cNvSpPr>
          <p:nvPr/>
        </p:nvSpPr>
        <p:spPr bwMode="auto">
          <a:xfrm>
            <a:off x="9906501"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4" name="Rectangle 189">
            <a:extLst>
              <a:ext uri="{FF2B5EF4-FFF2-40B4-BE49-F238E27FC236}">
                <a16:creationId xmlns:a16="http://schemas.microsoft.com/office/drawing/2014/main" id="{C79495A3-835C-4974-A319-4B7063E8D511}"/>
              </a:ext>
            </a:extLst>
          </p:cNvPr>
          <p:cNvSpPr>
            <a:spLocks noChangeArrowheads="1"/>
          </p:cNvSpPr>
          <p:nvPr/>
        </p:nvSpPr>
        <p:spPr bwMode="auto">
          <a:xfrm>
            <a:off x="10360763"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5" name="Rectangle 190">
            <a:extLst>
              <a:ext uri="{FF2B5EF4-FFF2-40B4-BE49-F238E27FC236}">
                <a16:creationId xmlns:a16="http://schemas.microsoft.com/office/drawing/2014/main" id="{A635A506-51C2-4991-9EE9-6D4F58B2A78B}"/>
              </a:ext>
            </a:extLst>
          </p:cNvPr>
          <p:cNvSpPr>
            <a:spLocks noChangeArrowheads="1"/>
          </p:cNvSpPr>
          <p:nvPr/>
        </p:nvSpPr>
        <p:spPr bwMode="auto">
          <a:xfrm>
            <a:off x="10816197" y="33745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6" name="Rectangle 191">
            <a:extLst>
              <a:ext uri="{FF2B5EF4-FFF2-40B4-BE49-F238E27FC236}">
                <a16:creationId xmlns:a16="http://schemas.microsoft.com/office/drawing/2014/main" id="{08D7A92B-AB5F-4B0A-887C-7D9EBE4B1B93}"/>
              </a:ext>
            </a:extLst>
          </p:cNvPr>
          <p:cNvSpPr>
            <a:spLocks noChangeArrowheads="1"/>
          </p:cNvSpPr>
          <p:nvPr/>
        </p:nvSpPr>
        <p:spPr bwMode="auto">
          <a:xfrm>
            <a:off x="11270460" y="33745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7" name="Rectangle 192">
            <a:extLst>
              <a:ext uri="{FF2B5EF4-FFF2-40B4-BE49-F238E27FC236}">
                <a16:creationId xmlns:a16="http://schemas.microsoft.com/office/drawing/2014/main" id="{35958760-CFAF-4281-9A3D-2676F1188443}"/>
              </a:ext>
            </a:extLst>
          </p:cNvPr>
          <p:cNvSpPr>
            <a:spLocks noChangeArrowheads="1"/>
          </p:cNvSpPr>
          <p:nvPr/>
        </p:nvSpPr>
        <p:spPr bwMode="auto">
          <a:xfrm>
            <a:off x="11725892" y="33745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8" name="Rectangle 194">
            <a:extLst>
              <a:ext uri="{FF2B5EF4-FFF2-40B4-BE49-F238E27FC236}">
                <a16:creationId xmlns:a16="http://schemas.microsoft.com/office/drawing/2014/main" id="{92029F51-881A-43F7-9AA5-93A2ED11CBE1}"/>
              </a:ext>
            </a:extLst>
          </p:cNvPr>
          <p:cNvSpPr>
            <a:spLocks noChangeArrowheads="1"/>
          </p:cNvSpPr>
          <p:nvPr/>
        </p:nvSpPr>
        <p:spPr bwMode="auto">
          <a:xfrm>
            <a:off x="354110"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9" name="Rectangle 195">
            <a:extLst>
              <a:ext uri="{FF2B5EF4-FFF2-40B4-BE49-F238E27FC236}">
                <a16:creationId xmlns:a16="http://schemas.microsoft.com/office/drawing/2014/main" id="{42A3ED3D-6F9D-4F03-B4CA-936ED0F204F2}"/>
              </a:ext>
            </a:extLst>
          </p:cNvPr>
          <p:cNvSpPr>
            <a:spLocks noChangeArrowheads="1"/>
          </p:cNvSpPr>
          <p:nvPr/>
        </p:nvSpPr>
        <p:spPr bwMode="auto">
          <a:xfrm>
            <a:off x="809542" y="388297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0" name="Rectangle 196">
            <a:extLst>
              <a:ext uri="{FF2B5EF4-FFF2-40B4-BE49-F238E27FC236}">
                <a16:creationId xmlns:a16="http://schemas.microsoft.com/office/drawing/2014/main" id="{AC2A2B9C-988E-4A8C-8FAE-5034533F2906}"/>
              </a:ext>
            </a:extLst>
          </p:cNvPr>
          <p:cNvSpPr>
            <a:spLocks noChangeArrowheads="1"/>
          </p:cNvSpPr>
          <p:nvPr/>
        </p:nvSpPr>
        <p:spPr bwMode="auto">
          <a:xfrm>
            <a:off x="1263805"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1" name="Rectangle 197">
            <a:extLst>
              <a:ext uri="{FF2B5EF4-FFF2-40B4-BE49-F238E27FC236}">
                <a16:creationId xmlns:a16="http://schemas.microsoft.com/office/drawing/2014/main" id="{E2C4B438-1F77-4FA1-8C82-F295DAA97AAD}"/>
              </a:ext>
            </a:extLst>
          </p:cNvPr>
          <p:cNvSpPr>
            <a:spLocks noChangeArrowheads="1"/>
          </p:cNvSpPr>
          <p:nvPr/>
        </p:nvSpPr>
        <p:spPr bwMode="auto">
          <a:xfrm>
            <a:off x="1719239"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2" name="Rectangle 198">
            <a:extLst>
              <a:ext uri="{FF2B5EF4-FFF2-40B4-BE49-F238E27FC236}">
                <a16:creationId xmlns:a16="http://schemas.microsoft.com/office/drawing/2014/main" id="{79DC185F-3902-41A7-806F-A84ACBB11EA3}"/>
              </a:ext>
            </a:extLst>
          </p:cNvPr>
          <p:cNvSpPr>
            <a:spLocks noChangeArrowheads="1"/>
          </p:cNvSpPr>
          <p:nvPr/>
        </p:nvSpPr>
        <p:spPr bwMode="auto">
          <a:xfrm>
            <a:off x="2173502"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3" name="Rectangle 199">
            <a:extLst>
              <a:ext uri="{FF2B5EF4-FFF2-40B4-BE49-F238E27FC236}">
                <a16:creationId xmlns:a16="http://schemas.microsoft.com/office/drawing/2014/main" id="{C6E21298-E9AA-4E0A-BD16-901A320D5070}"/>
              </a:ext>
            </a:extLst>
          </p:cNvPr>
          <p:cNvSpPr>
            <a:spLocks noChangeArrowheads="1"/>
          </p:cNvSpPr>
          <p:nvPr/>
        </p:nvSpPr>
        <p:spPr bwMode="auto">
          <a:xfrm>
            <a:off x="2628934"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4" name="Rectangle 200">
            <a:extLst>
              <a:ext uri="{FF2B5EF4-FFF2-40B4-BE49-F238E27FC236}">
                <a16:creationId xmlns:a16="http://schemas.microsoft.com/office/drawing/2014/main" id="{71546F84-807D-4F8E-A64C-9BFECFED6303}"/>
              </a:ext>
            </a:extLst>
          </p:cNvPr>
          <p:cNvSpPr>
            <a:spLocks noChangeArrowheads="1"/>
          </p:cNvSpPr>
          <p:nvPr/>
        </p:nvSpPr>
        <p:spPr bwMode="auto">
          <a:xfrm>
            <a:off x="3083197"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5" name="Rectangle 214">
            <a:extLst>
              <a:ext uri="{FF2B5EF4-FFF2-40B4-BE49-F238E27FC236}">
                <a16:creationId xmlns:a16="http://schemas.microsoft.com/office/drawing/2014/main" id="{CFB4EA3C-FFA6-432E-9174-8C7700EBF454}"/>
              </a:ext>
            </a:extLst>
          </p:cNvPr>
          <p:cNvSpPr>
            <a:spLocks noChangeArrowheads="1"/>
          </p:cNvSpPr>
          <p:nvPr/>
        </p:nvSpPr>
        <p:spPr bwMode="auto">
          <a:xfrm>
            <a:off x="8996805"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6" name="Rectangle 215">
            <a:extLst>
              <a:ext uri="{FF2B5EF4-FFF2-40B4-BE49-F238E27FC236}">
                <a16:creationId xmlns:a16="http://schemas.microsoft.com/office/drawing/2014/main" id="{F8864E38-6F87-4A94-998C-DA1B4D050F30}"/>
              </a:ext>
            </a:extLst>
          </p:cNvPr>
          <p:cNvSpPr>
            <a:spLocks noChangeArrowheads="1"/>
          </p:cNvSpPr>
          <p:nvPr/>
        </p:nvSpPr>
        <p:spPr bwMode="auto">
          <a:xfrm>
            <a:off x="9451068"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7" name="Rectangle 216">
            <a:extLst>
              <a:ext uri="{FF2B5EF4-FFF2-40B4-BE49-F238E27FC236}">
                <a16:creationId xmlns:a16="http://schemas.microsoft.com/office/drawing/2014/main" id="{CE27A9F8-9958-4033-AB44-66F20B12EB24}"/>
              </a:ext>
            </a:extLst>
          </p:cNvPr>
          <p:cNvSpPr>
            <a:spLocks noChangeArrowheads="1"/>
          </p:cNvSpPr>
          <p:nvPr/>
        </p:nvSpPr>
        <p:spPr bwMode="auto">
          <a:xfrm>
            <a:off x="9906502"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8" name="Rectangle 217">
            <a:extLst>
              <a:ext uri="{FF2B5EF4-FFF2-40B4-BE49-F238E27FC236}">
                <a16:creationId xmlns:a16="http://schemas.microsoft.com/office/drawing/2014/main" id="{4B9DD88C-AAF5-42E9-B1D0-E407BBE2562D}"/>
              </a:ext>
            </a:extLst>
          </p:cNvPr>
          <p:cNvSpPr>
            <a:spLocks noChangeArrowheads="1"/>
          </p:cNvSpPr>
          <p:nvPr/>
        </p:nvSpPr>
        <p:spPr bwMode="auto">
          <a:xfrm>
            <a:off x="10360764" y="388297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9" name="Rectangle 218">
            <a:extLst>
              <a:ext uri="{FF2B5EF4-FFF2-40B4-BE49-F238E27FC236}">
                <a16:creationId xmlns:a16="http://schemas.microsoft.com/office/drawing/2014/main" id="{19811468-3F50-46A5-9FCC-E142EB047E28}"/>
              </a:ext>
            </a:extLst>
          </p:cNvPr>
          <p:cNvSpPr>
            <a:spLocks noChangeArrowheads="1"/>
          </p:cNvSpPr>
          <p:nvPr/>
        </p:nvSpPr>
        <p:spPr bwMode="auto">
          <a:xfrm>
            <a:off x="10816197"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0" name="Rectangle 219">
            <a:extLst>
              <a:ext uri="{FF2B5EF4-FFF2-40B4-BE49-F238E27FC236}">
                <a16:creationId xmlns:a16="http://schemas.microsoft.com/office/drawing/2014/main" id="{8B7D78B3-2097-4A23-9C3F-1125A291261D}"/>
              </a:ext>
            </a:extLst>
          </p:cNvPr>
          <p:cNvSpPr>
            <a:spLocks noChangeArrowheads="1"/>
          </p:cNvSpPr>
          <p:nvPr/>
        </p:nvSpPr>
        <p:spPr bwMode="auto">
          <a:xfrm>
            <a:off x="11270460" y="3882979"/>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1" name="Rectangle 220">
            <a:extLst>
              <a:ext uri="{FF2B5EF4-FFF2-40B4-BE49-F238E27FC236}">
                <a16:creationId xmlns:a16="http://schemas.microsoft.com/office/drawing/2014/main" id="{DBB4AA29-F514-41F3-B6B4-9610813E1395}"/>
              </a:ext>
            </a:extLst>
          </p:cNvPr>
          <p:cNvSpPr>
            <a:spLocks noChangeArrowheads="1"/>
          </p:cNvSpPr>
          <p:nvPr/>
        </p:nvSpPr>
        <p:spPr bwMode="auto">
          <a:xfrm>
            <a:off x="11725893" y="388297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2" name="Rectangle 222">
            <a:extLst>
              <a:ext uri="{FF2B5EF4-FFF2-40B4-BE49-F238E27FC236}">
                <a16:creationId xmlns:a16="http://schemas.microsoft.com/office/drawing/2014/main" id="{287D0D65-4B00-4631-B5FC-94D7E43E842D}"/>
              </a:ext>
            </a:extLst>
          </p:cNvPr>
          <p:cNvSpPr>
            <a:spLocks noChangeArrowheads="1"/>
          </p:cNvSpPr>
          <p:nvPr/>
        </p:nvSpPr>
        <p:spPr bwMode="auto">
          <a:xfrm>
            <a:off x="35411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3" name="Rectangle 223">
            <a:extLst>
              <a:ext uri="{FF2B5EF4-FFF2-40B4-BE49-F238E27FC236}">
                <a16:creationId xmlns:a16="http://schemas.microsoft.com/office/drawing/2014/main" id="{FBB8768D-6FD5-4CB0-A06E-CF3727089158}"/>
              </a:ext>
            </a:extLst>
          </p:cNvPr>
          <p:cNvSpPr>
            <a:spLocks noChangeArrowheads="1"/>
          </p:cNvSpPr>
          <p:nvPr/>
        </p:nvSpPr>
        <p:spPr bwMode="auto">
          <a:xfrm>
            <a:off x="80954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4" name="Rectangle 224">
            <a:extLst>
              <a:ext uri="{FF2B5EF4-FFF2-40B4-BE49-F238E27FC236}">
                <a16:creationId xmlns:a16="http://schemas.microsoft.com/office/drawing/2014/main" id="{281CA9FD-C68E-46EE-A725-A9F8AA1B82A2}"/>
              </a:ext>
            </a:extLst>
          </p:cNvPr>
          <p:cNvSpPr>
            <a:spLocks noChangeArrowheads="1"/>
          </p:cNvSpPr>
          <p:nvPr/>
        </p:nvSpPr>
        <p:spPr bwMode="auto">
          <a:xfrm>
            <a:off x="1263806"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5" name="Rectangle 225">
            <a:extLst>
              <a:ext uri="{FF2B5EF4-FFF2-40B4-BE49-F238E27FC236}">
                <a16:creationId xmlns:a16="http://schemas.microsoft.com/office/drawing/2014/main" id="{2C929F36-95D0-44EF-A29A-4917FCAA9DC8}"/>
              </a:ext>
            </a:extLst>
          </p:cNvPr>
          <p:cNvSpPr>
            <a:spLocks noChangeArrowheads="1"/>
          </p:cNvSpPr>
          <p:nvPr/>
        </p:nvSpPr>
        <p:spPr bwMode="auto">
          <a:xfrm>
            <a:off x="1719239"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6" name="Rectangle 226">
            <a:extLst>
              <a:ext uri="{FF2B5EF4-FFF2-40B4-BE49-F238E27FC236}">
                <a16:creationId xmlns:a16="http://schemas.microsoft.com/office/drawing/2014/main" id="{358BC528-6DA1-42F6-96D0-4B4BA226AB53}"/>
              </a:ext>
            </a:extLst>
          </p:cNvPr>
          <p:cNvSpPr>
            <a:spLocks noChangeArrowheads="1"/>
          </p:cNvSpPr>
          <p:nvPr/>
        </p:nvSpPr>
        <p:spPr bwMode="auto">
          <a:xfrm>
            <a:off x="2173502"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7" name="Rectangle 227">
            <a:extLst>
              <a:ext uri="{FF2B5EF4-FFF2-40B4-BE49-F238E27FC236}">
                <a16:creationId xmlns:a16="http://schemas.microsoft.com/office/drawing/2014/main" id="{70AA7180-339A-4FFD-AF13-4DDD53BCB65F}"/>
              </a:ext>
            </a:extLst>
          </p:cNvPr>
          <p:cNvSpPr>
            <a:spLocks noChangeArrowheads="1"/>
          </p:cNvSpPr>
          <p:nvPr/>
        </p:nvSpPr>
        <p:spPr bwMode="auto">
          <a:xfrm>
            <a:off x="262893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8" name="Rectangle 228">
            <a:extLst>
              <a:ext uri="{FF2B5EF4-FFF2-40B4-BE49-F238E27FC236}">
                <a16:creationId xmlns:a16="http://schemas.microsoft.com/office/drawing/2014/main" id="{29F2CEBB-46BC-4448-9E54-C7750D8C8F54}"/>
              </a:ext>
            </a:extLst>
          </p:cNvPr>
          <p:cNvSpPr>
            <a:spLocks noChangeArrowheads="1"/>
          </p:cNvSpPr>
          <p:nvPr/>
        </p:nvSpPr>
        <p:spPr bwMode="auto">
          <a:xfrm>
            <a:off x="308319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19" name="Rectangle 241">
            <a:extLst>
              <a:ext uri="{FF2B5EF4-FFF2-40B4-BE49-F238E27FC236}">
                <a16:creationId xmlns:a16="http://schemas.microsoft.com/office/drawing/2014/main" id="{728033F9-6F38-4655-93DC-83583534C14D}"/>
              </a:ext>
            </a:extLst>
          </p:cNvPr>
          <p:cNvSpPr>
            <a:spLocks noChangeArrowheads="1"/>
          </p:cNvSpPr>
          <p:nvPr/>
        </p:nvSpPr>
        <p:spPr bwMode="auto">
          <a:xfrm>
            <a:off x="8996805"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0" name="Rectangle 242">
            <a:extLst>
              <a:ext uri="{FF2B5EF4-FFF2-40B4-BE49-F238E27FC236}">
                <a16:creationId xmlns:a16="http://schemas.microsoft.com/office/drawing/2014/main" id="{31C757BD-CB68-4FDF-94B8-7CD58F1FB71C}"/>
              </a:ext>
            </a:extLst>
          </p:cNvPr>
          <p:cNvSpPr>
            <a:spLocks noChangeArrowheads="1"/>
          </p:cNvSpPr>
          <p:nvPr/>
        </p:nvSpPr>
        <p:spPr bwMode="auto">
          <a:xfrm>
            <a:off x="9451068"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1" name="Rectangle 243">
            <a:extLst>
              <a:ext uri="{FF2B5EF4-FFF2-40B4-BE49-F238E27FC236}">
                <a16:creationId xmlns:a16="http://schemas.microsoft.com/office/drawing/2014/main" id="{9B0E4C87-6738-405B-883B-AAE740C4C799}"/>
              </a:ext>
            </a:extLst>
          </p:cNvPr>
          <p:cNvSpPr>
            <a:spLocks noChangeArrowheads="1"/>
          </p:cNvSpPr>
          <p:nvPr/>
        </p:nvSpPr>
        <p:spPr bwMode="auto">
          <a:xfrm>
            <a:off x="9906502"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2" name="Rectangle 244">
            <a:extLst>
              <a:ext uri="{FF2B5EF4-FFF2-40B4-BE49-F238E27FC236}">
                <a16:creationId xmlns:a16="http://schemas.microsoft.com/office/drawing/2014/main" id="{DA32B563-8524-4670-AB69-252BDC266634}"/>
              </a:ext>
            </a:extLst>
          </p:cNvPr>
          <p:cNvSpPr>
            <a:spLocks noChangeArrowheads="1"/>
          </p:cNvSpPr>
          <p:nvPr/>
        </p:nvSpPr>
        <p:spPr bwMode="auto">
          <a:xfrm>
            <a:off x="10360764"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3" name="Rectangle 245">
            <a:extLst>
              <a:ext uri="{FF2B5EF4-FFF2-40B4-BE49-F238E27FC236}">
                <a16:creationId xmlns:a16="http://schemas.microsoft.com/office/drawing/2014/main" id="{6EC4888D-ACC8-4037-B218-9E9421F8C155}"/>
              </a:ext>
            </a:extLst>
          </p:cNvPr>
          <p:cNvSpPr>
            <a:spLocks noChangeArrowheads="1"/>
          </p:cNvSpPr>
          <p:nvPr/>
        </p:nvSpPr>
        <p:spPr bwMode="auto">
          <a:xfrm>
            <a:off x="10816197"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4" name="Rectangle 246">
            <a:extLst>
              <a:ext uri="{FF2B5EF4-FFF2-40B4-BE49-F238E27FC236}">
                <a16:creationId xmlns:a16="http://schemas.microsoft.com/office/drawing/2014/main" id="{E79B4470-BBFB-4BE1-89AB-C7574F8C4983}"/>
              </a:ext>
            </a:extLst>
          </p:cNvPr>
          <p:cNvSpPr>
            <a:spLocks noChangeArrowheads="1"/>
          </p:cNvSpPr>
          <p:nvPr/>
        </p:nvSpPr>
        <p:spPr bwMode="auto">
          <a:xfrm>
            <a:off x="11270460" y="4391371"/>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5" name="Rectangle 247">
            <a:extLst>
              <a:ext uri="{FF2B5EF4-FFF2-40B4-BE49-F238E27FC236}">
                <a16:creationId xmlns:a16="http://schemas.microsoft.com/office/drawing/2014/main" id="{2E2BFF5D-548A-437A-838D-19C1F071EED0}"/>
              </a:ext>
            </a:extLst>
          </p:cNvPr>
          <p:cNvSpPr>
            <a:spLocks noChangeArrowheads="1"/>
          </p:cNvSpPr>
          <p:nvPr/>
        </p:nvSpPr>
        <p:spPr bwMode="auto">
          <a:xfrm>
            <a:off x="11725893" y="4391371"/>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6" name="Rectangle 249">
            <a:extLst>
              <a:ext uri="{FF2B5EF4-FFF2-40B4-BE49-F238E27FC236}">
                <a16:creationId xmlns:a16="http://schemas.microsoft.com/office/drawing/2014/main" id="{FFCA5316-A321-453C-8CE2-53AF9364363F}"/>
              </a:ext>
            </a:extLst>
          </p:cNvPr>
          <p:cNvSpPr>
            <a:spLocks noChangeArrowheads="1"/>
          </p:cNvSpPr>
          <p:nvPr/>
        </p:nvSpPr>
        <p:spPr bwMode="auto">
          <a:xfrm>
            <a:off x="354110"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7" name="Rectangle 250">
            <a:extLst>
              <a:ext uri="{FF2B5EF4-FFF2-40B4-BE49-F238E27FC236}">
                <a16:creationId xmlns:a16="http://schemas.microsoft.com/office/drawing/2014/main" id="{AA681E6A-C814-482F-A76C-24B20AD9D03F}"/>
              </a:ext>
            </a:extLst>
          </p:cNvPr>
          <p:cNvSpPr>
            <a:spLocks noChangeArrowheads="1"/>
          </p:cNvSpPr>
          <p:nvPr/>
        </p:nvSpPr>
        <p:spPr bwMode="auto">
          <a:xfrm>
            <a:off x="809543"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8" name="Rectangle 251">
            <a:extLst>
              <a:ext uri="{FF2B5EF4-FFF2-40B4-BE49-F238E27FC236}">
                <a16:creationId xmlns:a16="http://schemas.microsoft.com/office/drawing/2014/main" id="{301C7270-7CAD-49F2-B66B-B28D94E0EF77}"/>
              </a:ext>
            </a:extLst>
          </p:cNvPr>
          <p:cNvSpPr>
            <a:spLocks noChangeArrowheads="1"/>
          </p:cNvSpPr>
          <p:nvPr/>
        </p:nvSpPr>
        <p:spPr bwMode="auto">
          <a:xfrm>
            <a:off x="1263806"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29" name="Rectangle 252">
            <a:extLst>
              <a:ext uri="{FF2B5EF4-FFF2-40B4-BE49-F238E27FC236}">
                <a16:creationId xmlns:a16="http://schemas.microsoft.com/office/drawing/2014/main" id="{979CEB10-3E83-4407-BEDC-D49144AA153C}"/>
              </a:ext>
            </a:extLst>
          </p:cNvPr>
          <p:cNvSpPr>
            <a:spLocks noChangeArrowheads="1"/>
          </p:cNvSpPr>
          <p:nvPr/>
        </p:nvSpPr>
        <p:spPr bwMode="auto">
          <a:xfrm>
            <a:off x="1719239"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0" name="Rectangle 253">
            <a:extLst>
              <a:ext uri="{FF2B5EF4-FFF2-40B4-BE49-F238E27FC236}">
                <a16:creationId xmlns:a16="http://schemas.microsoft.com/office/drawing/2014/main" id="{2F6B505E-6719-4385-8C9E-80108E1D7F7B}"/>
              </a:ext>
            </a:extLst>
          </p:cNvPr>
          <p:cNvSpPr>
            <a:spLocks noChangeArrowheads="1"/>
          </p:cNvSpPr>
          <p:nvPr/>
        </p:nvSpPr>
        <p:spPr bwMode="auto">
          <a:xfrm>
            <a:off x="2173502"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1" name="Rectangle 254">
            <a:extLst>
              <a:ext uri="{FF2B5EF4-FFF2-40B4-BE49-F238E27FC236}">
                <a16:creationId xmlns:a16="http://schemas.microsoft.com/office/drawing/2014/main" id="{032E3D58-EF2F-47C1-84FC-FFC2C3C663F7}"/>
              </a:ext>
            </a:extLst>
          </p:cNvPr>
          <p:cNvSpPr>
            <a:spLocks noChangeArrowheads="1"/>
          </p:cNvSpPr>
          <p:nvPr/>
        </p:nvSpPr>
        <p:spPr bwMode="auto">
          <a:xfrm>
            <a:off x="262893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2" name="Rectangle 255">
            <a:extLst>
              <a:ext uri="{FF2B5EF4-FFF2-40B4-BE49-F238E27FC236}">
                <a16:creationId xmlns:a16="http://schemas.microsoft.com/office/drawing/2014/main" id="{AE4B524B-159B-4639-80B1-B1298E934946}"/>
              </a:ext>
            </a:extLst>
          </p:cNvPr>
          <p:cNvSpPr>
            <a:spLocks noChangeArrowheads="1"/>
          </p:cNvSpPr>
          <p:nvPr/>
        </p:nvSpPr>
        <p:spPr bwMode="auto">
          <a:xfrm>
            <a:off x="308319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3" name="Rectangle 268">
            <a:extLst>
              <a:ext uri="{FF2B5EF4-FFF2-40B4-BE49-F238E27FC236}">
                <a16:creationId xmlns:a16="http://schemas.microsoft.com/office/drawing/2014/main" id="{F44A1C49-7120-46FC-ADFE-3126D15DCC8B}"/>
              </a:ext>
            </a:extLst>
          </p:cNvPr>
          <p:cNvSpPr>
            <a:spLocks noChangeArrowheads="1"/>
          </p:cNvSpPr>
          <p:nvPr/>
        </p:nvSpPr>
        <p:spPr bwMode="auto">
          <a:xfrm>
            <a:off x="8996805"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4" name="Rectangle 269">
            <a:extLst>
              <a:ext uri="{FF2B5EF4-FFF2-40B4-BE49-F238E27FC236}">
                <a16:creationId xmlns:a16="http://schemas.microsoft.com/office/drawing/2014/main" id="{E81048C2-AD36-49EE-9F83-DE219A886273}"/>
              </a:ext>
            </a:extLst>
          </p:cNvPr>
          <p:cNvSpPr>
            <a:spLocks noChangeArrowheads="1"/>
          </p:cNvSpPr>
          <p:nvPr/>
        </p:nvSpPr>
        <p:spPr bwMode="auto">
          <a:xfrm>
            <a:off x="9451068"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5" name="Rectangle 270">
            <a:extLst>
              <a:ext uri="{FF2B5EF4-FFF2-40B4-BE49-F238E27FC236}">
                <a16:creationId xmlns:a16="http://schemas.microsoft.com/office/drawing/2014/main" id="{1C51B872-4D89-44AD-BEC3-889DD85942BD}"/>
              </a:ext>
            </a:extLst>
          </p:cNvPr>
          <p:cNvSpPr>
            <a:spLocks noChangeArrowheads="1"/>
          </p:cNvSpPr>
          <p:nvPr/>
        </p:nvSpPr>
        <p:spPr bwMode="auto">
          <a:xfrm>
            <a:off x="9906502" y="489859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6" name="Rectangle 271">
            <a:extLst>
              <a:ext uri="{FF2B5EF4-FFF2-40B4-BE49-F238E27FC236}">
                <a16:creationId xmlns:a16="http://schemas.microsoft.com/office/drawing/2014/main" id="{9DA5806A-0222-4504-B311-47FFFE9AE4A6}"/>
              </a:ext>
            </a:extLst>
          </p:cNvPr>
          <p:cNvSpPr>
            <a:spLocks noChangeArrowheads="1"/>
          </p:cNvSpPr>
          <p:nvPr/>
        </p:nvSpPr>
        <p:spPr bwMode="auto">
          <a:xfrm>
            <a:off x="10360764" y="489859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7" name="Rectangle 272">
            <a:extLst>
              <a:ext uri="{FF2B5EF4-FFF2-40B4-BE49-F238E27FC236}">
                <a16:creationId xmlns:a16="http://schemas.microsoft.com/office/drawing/2014/main" id="{6B98E2B9-61AD-4E8B-8BCB-EB7830DF08DC}"/>
              </a:ext>
            </a:extLst>
          </p:cNvPr>
          <p:cNvSpPr>
            <a:spLocks noChangeArrowheads="1"/>
          </p:cNvSpPr>
          <p:nvPr/>
        </p:nvSpPr>
        <p:spPr bwMode="auto">
          <a:xfrm>
            <a:off x="10816197" y="4898595"/>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8" name="Rectangle 273">
            <a:extLst>
              <a:ext uri="{FF2B5EF4-FFF2-40B4-BE49-F238E27FC236}">
                <a16:creationId xmlns:a16="http://schemas.microsoft.com/office/drawing/2014/main" id="{4B0DA759-2C7B-4700-8A97-72281E91C804}"/>
              </a:ext>
            </a:extLst>
          </p:cNvPr>
          <p:cNvSpPr>
            <a:spLocks noChangeArrowheads="1"/>
          </p:cNvSpPr>
          <p:nvPr/>
        </p:nvSpPr>
        <p:spPr bwMode="auto">
          <a:xfrm>
            <a:off x="11270460" y="4898595"/>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39" name="Rectangle 274">
            <a:extLst>
              <a:ext uri="{FF2B5EF4-FFF2-40B4-BE49-F238E27FC236}">
                <a16:creationId xmlns:a16="http://schemas.microsoft.com/office/drawing/2014/main" id="{908809DC-2628-4896-B87F-004226030EBC}"/>
              </a:ext>
            </a:extLst>
          </p:cNvPr>
          <p:cNvSpPr>
            <a:spLocks noChangeArrowheads="1"/>
          </p:cNvSpPr>
          <p:nvPr/>
        </p:nvSpPr>
        <p:spPr bwMode="auto">
          <a:xfrm>
            <a:off x="11725893" y="48985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0" name="Rectangle 276">
            <a:extLst>
              <a:ext uri="{FF2B5EF4-FFF2-40B4-BE49-F238E27FC236}">
                <a16:creationId xmlns:a16="http://schemas.microsoft.com/office/drawing/2014/main" id="{623F1777-4E55-4093-B250-548D46D62488}"/>
              </a:ext>
            </a:extLst>
          </p:cNvPr>
          <p:cNvSpPr>
            <a:spLocks noChangeArrowheads="1"/>
          </p:cNvSpPr>
          <p:nvPr/>
        </p:nvSpPr>
        <p:spPr bwMode="auto">
          <a:xfrm>
            <a:off x="35411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1" name="Rectangle 277">
            <a:extLst>
              <a:ext uri="{FF2B5EF4-FFF2-40B4-BE49-F238E27FC236}">
                <a16:creationId xmlns:a16="http://schemas.microsoft.com/office/drawing/2014/main" id="{2515C3B5-603D-401D-A531-447BA1E7FDD7}"/>
              </a:ext>
            </a:extLst>
          </p:cNvPr>
          <p:cNvSpPr>
            <a:spLocks noChangeArrowheads="1"/>
          </p:cNvSpPr>
          <p:nvPr/>
        </p:nvSpPr>
        <p:spPr bwMode="auto">
          <a:xfrm>
            <a:off x="80954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2" name="Rectangle 278">
            <a:extLst>
              <a:ext uri="{FF2B5EF4-FFF2-40B4-BE49-F238E27FC236}">
                <a16:creationId xmlns:a16="http://schemas.microsoft.com/office/drawing/2014/main" id="{DE5E7D55-A437-437C-A5CD-CE16F8BDC721}"/>
              </a:ext>
            </a:extLst>
          </p:cNvPr>
          <p:cNvSpPr>
            <a:spLocks noChangeArrowheads="1"/>
          </p:cNvSpPr>
          <p:nvPr/>
        </p:nvSpPr>
        <p:spPr bwMode="auto">
          <a:xfrm>
            <a:off x="126380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3" name="Rectangle 279">
            <a:extLst>
              <a:ext uri="{FF2B5EF4-FFF2-40B4-BE49-F238E27FC236}">
                <a16:creationId xmlns:a16="http://schemas.microsoft.com/office/drawing/2014/main" id="{6867695A-35E0-4E03-955E-5542EBF0247E}"/>
              </a:ext>
            </a:extLst>
          </p:cNvPr>
          <p:cNvSpPr>
            <a:spLocks noChangeArrowheads="1"/>
          </p:cNvSpPr>
          <p:nvPr/>
        </p:nvSpPr>
        <p:spPr bwMode="auto">
          <a:xfrm>
            <a:off x="1719239"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4" name="Rectangle 280">
            <a:extLst>
              <a:ext uri="{FF2B5EF4-FFF2-40B4-BE49-F238E27FC236}">
                <a16:creationId xmlns:a16="http://schemas.microsoft.com/office/drawing/2014/main" id="{4E871617-5158-41C5-BB14-EBADA1396FA2}"/>
              </a:ext>
            </a:extLst>
          </p:cNvPr>
          <p:cNvSpPr>
            <a:spLocks noChangeArrowheads="1"/>
          </p:cNvSpPr>
          <p:nvPr/>
        </p:nvSpPr>
        <p:spPr bwMode="auto">
          <a:xfrm>
            <a:off x="2173502"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5" name="Rectangle 281">
            <a:extLst>
              <a:ext uri="{FF2B5EF4-FFF2-40B4-BE49-F238E27FC236}">
                <a16:creationId xmlns:a16="http://schemas.microsoft.com/office/drawing/2014/main" id="{4E2D5191-ECDB-4D1B-A3F5-436A79475BF7}"/>
              </a:ext>
            </a:extLst>
          </p:cNvPr>
          <p:cNvSpPr>
            <a:spLocks noChangeArrowheads="1"/>
          </p:cNvSpPr>
          <p:nvPr/>
        </p:nvSpPr>
        <p:spPr bwMode="auto">
          <a:xfrm>
            <a:off x="262893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6" name="Rectangle 282">
            <a:extLst>
              <a:ext uri="{FF2B5EF4-FFF2-40B4-BE49-F238E27FC236}">
                <a16:creationId xmlns:a16="http://schemas.microsoft.com/office/drawing/2014/main" id="{71BE142B-C02B-4FD1-A332-6902B7131A16}"/>
              </a:ext>
            </a:extLst>
          </p:cNvPr>
          <p:cNvSpPr>
            <a:spLocks noChangeArrowheads="1"/>
          </p:cNvSpPr>
          <p:nvPr/>
        </p:nvSpPr>
        <p:spPr bwMode="auto">
          <a:xfrm>
            <a:off x="308319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7" name="Rectangle 283">
            <a:extLst>
              <a:ext uri="{FF2B5EF4-FFF2-40B4-BE49-F238E27FC236}">
                <a16:creationId xmlns:a16="http://schemas.microsoft.com/office/drawing/2014/main" id="{1C1A90F5-08ED-4AB6-9F35-63A8866025D0}"/>
              </a:ext>
            </a:extLst>
          </p:cNvPr>
          <p:cNvSpPr>
            <a:spLocks noChangeArrowheads="1"/>
          </p:cNvSpPr>
          <p:nvPr/>
        </p:nvSpPr>
        <p:spPr bwMode="auto">
          <a:xfrm>
            <a:off x="353863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8" name="Rectangle 284">
            <a:extLst>
              <a:ext uri="{FF2B5EF4-FFF2-40B4-BE49-F238E27FC236}">
                <a16:creationId xmlns:a16="http://schemas.microsoft.com/office/drawing/2014/main" id="{163D79BB-8C1C-4D0D-AFDD-A8EEE07F4DC4}"/>
              </a:ext>
            </a:extLst>
          </p:cNvPr>
          <p:cNvSpPr>
            <a:spLocks noChangeArrowheads="1"/>
          </p:cNvSpPr>
          <p:nvPr/>
        </p:nvSpPr>
        <p:spPr bwMode="auto">
          <a:xfrm>
            <a:off x="399289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49" name="Rectangle 285">
            <a:extLst>
              <a:ext uri="{FF2B5EF4-FFF2-40B4-BE49-F238E27FC236}">
                <a16:creationId xmlns:a16="http://schemas.microsoft.com/office/drawing/2014/main" id="{1B2DF357-EFD3-403D-A136-E53ACA518239}"/>
              </a:ext>
            </a:extLst>
          </p:cNvPr>
          <p:cNvSpPr>
            <a:spLocks noChangeArrowheads="1"/>
          </p:cNvSpPr>
          <p:nvPr/>
        </p:nvSpPr>
        <p:spPr bwMode="auto">
          <a:xfrm>
            <a:off x="4448327"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0" name="Rectangle 286">
            <a:extLst>
              <a:ext uri="{FF2B5EF4-FFF2-40B4-BE49-F238E27FC236}">
                <a16:creationId xmlns:a16="http://schemas.microsoft.com/office/drawing/2014/main" id="{99BE0D0E-EECE-441B-9B0B-10138A8DC6DD}"/>
              </a:ext>
            </a:extLst>
          </p:cNvPr>
          <p:cNvSpPr>
            <a:spLocks noChangeArrowheads="1"/>
          </p:cNvSpPr>
          <p:nvPr/>
        </p:nvSpPr>
        <p:spPr bwMode="auto">
          <a:xfrm>
            <a:off x="490259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1" name="Rectangle 287">
            <a:extLst>
              <a:ext uri="{FF2B5EF4-FFF2-40B4-BE49-F238E27FC236}">
                <a16:creationId xmlns:a16="http://schemas.microsoft.com/office/drawing/2014/main" id="{5F8922A9-01DD-4E8E-A435-E9368C30AC56}"/>
              </a:ext>
            </a:extLst>
          </p:cNvPr>
          <p:cNvSpPr>
            <a:spLocks noChangeArrowheads="1"/>
          </p:cNvSpPr>
          <p:nvPr/>
        </p:nvSpPr>
        <p:spPr bwMode="auto">
          <a:xfrm>
            <a:off x="5358022"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2" name="Rectangle 288">
            <a:extLst>
              <a:ext uri="{FF2B5EF4-FFF2-40B4-BE49-F238E27FC236}">
                <a16:creationId xmlns:a16="http://schemas.microsoft.com/office/drawing/2014/main" id="{BE148054-6735-4808-92F8-53F3E0FF27FD}"/>
              </a:ext>
            </a:extLst>
          </p:cNvPr>
          <p:cNvSpPr>
            <a:spLocks noChangeArrowheads="1"/>
          </p:cNvSpPr>
          <p:nvPr/>
        </p:nvSpPr>
        <p:spPr bwMode="auto">
          <a:xfrm>
            <a:off x="5812285"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3" name="Rectangle 289">
            <a:extLst>
              <a:ext uri="{FF2B5EF4-FFF2-40B4-BE49-F238E27FC236}">
                <a16:creationId xmlns:a16="http://schemas.microsoft.com/office/drawing/2014/main" id="{83EF7D19-EE81-4C8B-BB74-1EBFE79A10D4}"/>
              </a:ext>
            </a:extLst>
          </p:cNvPr>
          <p:cNvSpPr>
            <a:spLocks noChangeArrowheads="1"/>
          </p:cNvSpPr>
          <p:nvPr/>
        </p:nvSpPr>
        <p:spPr bwMode="auto">
          <a:xfrm>
            <a:off x="6267718"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4" name="Rectangle 290">
            <a:extLst>
              <a:ext uri="{FF2B5EF4-FFF2-40B4-BE49-F238E27FC236}">
                <a16:creationId xmlns:a16="http://schemas.microsoft.com/office/drawing/2014/main" id="{4F511F31-AAA8-4436-8486-592CB8944FC3}"/>
              </a:ext>
            </a:extLst>
          </p:cNvPr>
          <p:cNvSpPr>
            <a:spLocks noChangeArrowheads="1"/>
          </p:cNvSpPr>
          <p:nvPr/>
        </p:nvSpPr>
        <p:spPr bwMode="auto">
          <a:xfrm>
            <a:off x="6721981"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5" name="Rectangle 291">
            <a:extLst>
              <a:ext uri="{FF2B5EF4-FFF2-40B4-BE49-F238E27FC236}">
                <a16:creationId xmlns:a16="http://schemas.microsoft.com/office/drawing/2014/main" id="{369EBF34-9826-4B91-A306-5839D20C49EC}"/>
              </a:ext>
            </a:extLst>
          </p:cNvPr>
          <p:cNvSpPr>
            <a:spLocks noChangeArrowheads="1"/>
          </p:cNvSpPr>
          <p:nvPr/>
        </p:nvSpPr>
        <p:spPr bwMode="auto">
          <a:xfrm>
            <a:off x="7177414"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6" name="Rectangle 292">
            <a:extLst>
              <a:ext uri="{FF2B5EF4-FFF2-40B4-BE49-F238E27FC236}">
                <a16:creationId xmlns:a16="http://schemas.microsoft.com/office/drawing/2014/main" id="{859A171A-D946-4682-BEB2-E7822CAF95FD}"/>
              </a:ext>
            </a:extLst>
          </p:cNvPr>
          <p:cNvSpPr>
            <a:spLocks noChangeArrowheads="1"/>
          </p:cNvSpPr>
          <p:nvPr/>
        </p:nvSpPr>
        <p:spPr bwMode="auto">
          <a:xfrm>
            <a:off x="7631676"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7" name="Rectangle 293">
            <a:extLst>
              <a:ext uri="{FF2B5EF4-FFF2-40B4-BE49-F238E27FC236}">
                <a16:creationId xmlns:a16="http://schemas.microsoft.com/office/drawing/2014/main" id="{AF93A40B-14CA-4CA7-9133-C7B48DAC4152}"/>
              </a:ext>
            </a:extLst>
          </p:cNvPr>
          <p:cNvSpPr>
            <a:spLocks noChangeArrowheads="1"/>
          </p:cNvSpPr>
          <p:nvPr/>
        </p:nvSpPr>
        <p:spPr bwMode="auto">
          <a:xfrm>
            <a:off x="8087110"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8" name="Rectangle 294">
            <a:extLst>
              <a:ext uri="{FF2B5EF4-FFF2-40B4-BE49-F238E27FC236}">
                <a16:creationId xmlns:a16="http://schemas.microsoft.com/office/drawing/2014/main" id="{30BB7367-2D64-40A9-8FC2-6664A0872F69}"/>
              </a:ext>
            </a:extLst>
          </p:cNvPr>
          <p:cNvSpPr>
            <a:spLocks noChangeArrowheads="1"/>
          </p:cNvSpPr>
          <p:nvPr/>
        </p:nvSpPr>
        <p:spPr bwMode="auto">
          <a:xfrm>
            <a:off x="8541373"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59" name="Rectangle 295">
            <a:extLst>
              <a:ext uri="{FF2B5EF4-FFF2-40B4-BE49-F238E27FC236}">
                <a16:creationId xmlns:a16="http://schemas.microsoft.com/office/drawing/2014/main" id="{14A42AB5-CCB0-416F-85D7-152BACA427FC}"/>
              </a:ext>
            </a:extLst>
          </p:cNvPr>
          <p:cNvSpPr>
            <a:spLocks noChangeArrowheads="1"/>
          </p:cNvSpPr>
          <p:nvPr/>
        </p:nvSpPr>
        <p:spPr bwMode="auto">
          <a:xfrm>
            <a:off x="8996805"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0" name="Rectangle 296">
            <a:extLst>
              <a:ext uri="{FF2B5EF4-FFF2-40B4-BE49-F238E27FC236}">
                <a16:creationId xmlns:a16="http://schemas.microsoft.com/office/drawing/2014/main" id="{31700671-BD7D-40A1-81C9-CF9CE4C2A725}"/>
              </a:ext>
            </a:extLst>
          </p:cNvPr>
          <p:cNvSpPr>
            <a:spLocks noChangeArrowheads="1"/>
          </p:cNvSpPr>
          <p:nvPr/>
        </p:nvSpPr>
        <p:spPr bwMode="auto">
          <a:xfrm>
            <a:off x="9451068"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1" name="Rectangle 297">
            <a:extLst>
              <a:ext uri="{FF2B5EF4-FFF2-40B4-BE49-F238E27FC236}">
                <a16:creationId xmlns:a16="http://schemas.microsoft.com/office/drawing/2014/main" id="{1C490051-C4F6-4F21-9CBD-DFB84514AD2B}"/>
              </a:ext>
            </a:extLst>
          </p:cNvPr>
          <p:cNvSpPr>
            <a:spLocks noChangeArrowheads="1"/>
          </p:cNvSpPr>
          <p:nvPr/>
        </p:nvSpPr>
        <p:spPr bwMode="auto">
          <a:xfrm>
            <a:off x="9906502" y="540698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2" name="Rectangle 298">
            <a:extLst>
              <a:ext uri="{FF2B5EF4-FFF2-40B4-BE49-F238E27FC236}">
                <a16:creationId xmlns:a16="http://schemas.microsoft.com/office/drawing/2014/main" id="{14B47FB0-304B-408C-AA3F-0F5BB6A5AA3F}"/>
              </a:ext>
            </a:extLst>
          </p:cNvPr>
          <p:cNvSpPr>
            <a:spLocks noChangeArrowheads="1"/>
          </p:cNvSpPr>
          <p:nvPr/>
        </p:nvSpPr>
        <p:spPr bwMode="auto">
          <a:xfrm>
            <a:off x="10360764"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3" name="Rectangle 299">
            <a:extLst>
              <a:ext uri="{FF2B5EF4-FFF2-40B4-BE49-F238E27FC236}">
                <a16:creationId xmlns:a16="http://schemas.microsoft.com/office/drawing/2014/main" id="{9AE02871-B6BC-490F-A388-280843B2B1F3}"/>
              </a:ext>
            </a:extLst>
          </p:cNvPr>
          <p:cNvSpPr>
            <a:spLocks noChangeArrowheads="1"/>
          </p:cNvSpPr>
          <p:nvPr/>
        </p:nvSpPr>
        <p:spPr bwMode="auto">
          <a:xfrm>
            <a:off x="10816197" y="5406987"/>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4" name="Rectangle 300">
            <a:extLst>
              <a:ext uri="{FF2B5EF4-FFF2-40B4-BE49-F238E27FC236}">
                <a16:creationId xmlns:a16="http://schemas.microsoft.com/office/drawing/2014/main" id="{BCA5BD2F-9032-4907-8901-2774F8E56D47}"/>
              </a:ext>
            </a:extLst>
          </p:cNvPr>
          <p:cNvSpPr>
            <a:spLocks noChangeArrowheads="1"/>
          </p:cNvSpPr>
          <p:nvPr/>
        </p:nvSpPr>
        <p:spPr bwMode="auto">
          <a:xfrm>
            <a:off x="11270460" y="540698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5" name="Rectangle 301">
            <a:extLst>
              <a:ext uri="{FF2B5EF4-FFF2-40B4-BE49-F238E27FC236}">
                <a16:creationId xmlns:a16="http://schemas.microsoft.com/office/drawing/2014/main" id="{36189607-33CC-47D6-88FA-F4CD1D7D1954}"/>
              </a:ext>
            </a:extLst>
          </p:cNvPr>
          <p:cNvSpPr>
            <a:spLocks noChangeArrowheads="1"/>
          </p:cNvSpPr>
          <p:nvPr/>
        </p:nvSpPr>
        <p:spPr bwMode="auto">
          <a:xfrm>
            <a:off x="11725893" y="540698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6" name="Rectangle 303">
            <a:extLst>
              <a:ext uri="{FF2B5EF4-FFF2-40B4-BE49-F238E27FC236}">
                <a16:creationId xmlns:a16="http://schemas.microsoft.com/office/drawing/2014/main" id="{7926FB0B-1EC7-42B6-A9AF-4F352A02DE93}"/>
              </a:ext>
            </a:extLst>
          </p:cNvPr>
          <p:cNvSpPr>
            <a:spLocks noChangeArrowheads="1"/>
          </p:cNvSpPr>
          <p:nvPr/>
        </p:nvSpPr>
        <p:spPr bwMode="auto">
          <a:xfrm>
            <a:off x="35411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7" name="Rectangle 304">
            <a:extLst>
              <a:ext uri="{FF2B5EF4-FFF2-40B4-BE49-F238E27FC236}">
                <a16:creationId xmlns:a16="http://schemas.microsoft.com/office/drawing/2014/main" id="{C6CE7582-1C15-40D6-A04B-3AB4A11174B4}"/>
              </a:ext>
            </a:extLst>
          </p:cNvPr>
          <p:cNvSpPr>
            <a:spLocks noChangeArrowheads="1"/>
          </p:cNvSpPr>
          <p:nvPr/>
        </p:nvSpPr>
        <p:spPr bwMode="auto">
          <a:xfrm>
            <a:off x="809543"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8" name="Rectangle 305">
            <a:extLst>
              <a:ext uri="{FF2B5EF4-FFF2-40B4-BE49-F238E27FC236}">
                <a16:creationId xmlns:a16="http://schemas.microsoft.com/office/drawing/2014/main" id="{1A4C7EDE-CAE5-4A0E-A085-D115521EE112}"/>
              </a:ext>
            </a:extLst>
          </p:cNvPr>
          <p:cNvSpPr>
            <a:spLocks noChangeArrowheads="1"/>
          </p:cNvSpPr>
          <p:nvPr/>
        </p:nvSpPr>
        <p:spPr bwMode="auto">
          <a:xfrm>
            <a:off x="126380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69" name="Rectangle 306">
            <a:extLst>
              <a:ext uri="{FF2B5EF4-FFF2-40B4-BE49-F238E27FC236}">
                <a16:creationId xmlns:a16="http://schemas.microsoft.com/office/drawing/2014/main" id="{A45537C6-B529-4B21-AD2D-EF53D7A3A687}"/>
              </a:ext>
            </a:extLst>
          </p:cNvPr>
          <p:cNvSpPr>
            <a:spLocks noChangeArrowheads="1"/>
          </p:cNvSpPr>
          <p:nvPr/>
        </p:nvSpPr>
        <p:spPr bwMode="auto">
          <a:xfrm>
            <a:off x="1719239"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0" name="Rectangle 307">
            <a:extLst>
              <a:ext uri="{FF2B5EF4-FFF2-40B4-BE49-F238E27FC236}">
                <a16:creationId xmlns:a16="http://schemas.microsoft.com/office/drawing/2014/main" id="{BD7156AF-407F-4067-A722-2F7D5A6CBD41}"/>
              </a:ext>
            </a:extLst>
          </p:cNvPr>
          <p:cNvSpPr>
            <a:spLocks noChangeArrowheads="1"/>
          </p:cNvSpPr>
          <p:nvPr/>
        </p:nvSpPr>
        <p:spPr bwMode="auto">
          <a:xfrm>
            <a:off x="2173502"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1" name="Rectangle 308">
            <a:extLst>
              <a:ext uri="{FF2B5EF4-FFF2-40B4-BE49-F238E27FC236}">
                <a16:creationId xmlns:a16="http://schemas.microsoft.com/office/drawing/2014/main" id="{DB5E4949-C1A1-462A-A907-81360D68C1D5}"/>
              </a:ext>
            </a:extLst>
          </p:cNvPr>
          <p:cNvSpPr>
            <a:spLocks noChangeArrowheads="1"/>
          </p:cNvSpPr>
          <p:nvPr/>
        </p:nvSpPr>
        <p:spPr bwMode="auto">
          <a:xfrm>
            <a:off x="262893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2" name="Rectangle 309">
            <a:extLst>
              <a:ext uri="{FF2B5EF4-FFF2-40B4-BE49-F238E27FC236}">
                <a16:creationId xmlns:a16="http://schemas.microsoft.com/office/drawing/2014/main" id="{FAD5200A-AC76-4A0D-9277-A1C8E4D69729}"/>
              </a:ext>
            </a:extLst>
          </p:cNvPr>
          <p:cNvSpPr>
            <a:spLocks noChangeArrowheads="1"/>
          </p:cNvSpPr>
          <p:nvPr/>
        </p:nvSpPr>
        <p:spPr bwMode="auto">
          <a:xfrm>
            <a:off x="308319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3" name="Rectangle 310">
            <a:extLst>
              <a:ext uri="{FF2B5EF4-FFF2-40B4-BE49-F238E27FC236}">
                <a16:creationId xmlns:a16="http://schemas.microsoft.com/office/drawing/2014/main" id="{B10E8F52-7FCD-4B17-964A-1A97E2CB0669}"/>
              </a:ext>
            </a:extLst>
          </p:cNvPr>
          <p:cNvSpPr>
            <a:spLocks noChangeArrowheads="1"/>
          </p:cNvSpPr>
          <p:nvPr/>
        </p:nvSpPr>
        <p:spPr bwMode="auto">
          <a:xfrm>
            <a:off x="353863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4" name="Rectangle 311">
            <a:extLst>
              <a:ext uri="{FF2B5EF4-FFF2-40B4-BE49-F238E27FC236}">
                <a16:creationId xmlns:a16="http://schemas.microsoft.com/office/drawing/2014/main" id="{199F53BC-5327-4C34-A560-B7D93F5F951E}"/>
              </a:ext>
            </a:extLst>
          </p:cNvPr>
          <p:cNvSpPr>
            <a:spLocks noChangeArrowheads="1"/>
          </p:cNvSpPr>
          <p:nvPr/>
        </p:nvSpPr>
        <p:spPr bwMode="auto">
          <a:xfrm>
            <a:off x="399289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5" name="Rectangle 312">
            <a:extLst>
              <a:ext uri="{FF2B5EF4-FFF2-40B4-BE49-F238E27FC236}">
                <a16:creationId xmlns:a16="http://schemas.microsoft.com/office/drawing/2014/main" id="{2FC7F96E-2AA5-4430-8933-303E0E254435}"/>
              </a:ext>
            </a:extLst>
          </p:cNvPr>
          <p:cNvSpPr>
            <a:spLocks noChangeArrowheads="1"/>
          </p:cNvSpPr>
          <p:nvPr/>
        </p:nvSpPr>
        <p:spPr bwMode="auto">
          <a:xfrm>
            <a:off x="444832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6" name="Rectangle 313">
            <a:extLst>
              <a:ext uri="{FF2B5EF4-FFF2-40B4-BE49-F238E27FC236}">
                <a16:creationId xmlns:a16="http://schemas.microsoft.com/office/drawing/2014/main" id="{6F48430D-4266-4379-B0B9-939C11A824B5}"/>
              </a:ext>
            </a:extLst>
          </p:cNvPr>
          <p:cNvSpPr>
            <a:spLocks noChangeArrowheads="1"/>
          </p:cNvSpPr>
          <p:nvPr/>
        </p:nvSpPr>
        <p:spPr bwMode="auto">
          <a:xfrm>
            <a:off x="4902590"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7" name="Rectangle 314">
            <a:extLst>
              <a:ext uri="{FF2B5EF4-FFF2-40B4-BE49-F238E27FC236}">
                <a16:creationId xmlns:a16="http://schemas.microsoft.com/office/drawing/2014/main" id="{E96290E6-15F2-4B8D-BD72-D47344F70D55}"/>
              </a:ext>
            </a:extLst>
          </p:cNvPr>
          <p:cNvSpPr>
            <a:spLocks noChangeArrowheads="1"/>
          </p:cNvSpPr>
          <p:nvPr/>
        </p:nvSpPr>
        <p:spPr bwMode="auto">
          <a:xfrm>
            <a:off x="535802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8" name="Rectangle 315">
            <a:extLst>
              <a:ext uri="{FF2B5EF4-FFF2-40B4-BE49-F238E27FC236}">
                <a16:creationId xmlns:a16="http://schemas.microsoft.com/office/drawing/2014/main" id="{FBC8EBAB-9D6C-48D6-BE00-C2F53C03F66A}"/>
              </a:ext>
            </a:extLst>
          </p:cNvPr>
          <p:cNvSpPr>
            <a:spLocks noChangeArrowheads="1"/>
          </p:cNvSpPr>
          <p:nvPr/>
        </p:nvSpPr>
        <p:spPr bwMode="auto">
          <a:xfrm>
            <a:off x="5812285"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79" name="Rectangle 316">
            <a:extLst>
              <a:ext uri="{FF2B5EF4-FFF2-40B4-BE49-F238E27FC236}">
                <a16:creationId xmlns:a16="http://schemas.microsoft.com/office/drawing/2014/main" id="{2E89C0F2-BC8E-4CA4-A11F-96B5B0E77AA2}"/>
              </a:ext>
            </a:extLst>
          </p:cNvPr>
          <p:cNvSpPr>
            <a:spLocks noChangeArrowheads="1"/>
          </p:cNvSpPr>
          <p:nvPr/>
        </p:nvSpPr>
        <p:spPr bwMode="auto">
          <a:xfrm>
            <a:off x="6267718"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0" name="Rectangle 317">
            <a:extLst>
              <a:ext uri="{FF2B5EF4-FFF2-40B4-BE49-F238E27FC236}">
                <a16:creationId xmlns:a16="http://schemas.microsoft.com/office/drawing/2014/main" id="{ABB2F2E5-0B78-4924-8C02-91133456E04E}"/>
              </a:ext>
            </a:extLst>
          </p:cNvPr>
          <p:cNvSpPr>
            <a:spLocks noChangeArrowheads="1"/>
          </p:cNvSpPr>
          <p:nvPr/>
        </p:nvSpPr>
        <p:spPr bwMode="auto">
          <a:xfrm>
            <a:off x="6721981"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1" name="Rectangle 318">
            <a:extLst>
              <a:ext uri="{FF2B5EF4-FFF2-40B4-BE49-F238E27FC236}">
                <a16:creationId xmlns:a16="http://schemas.microsoft.com/office/drawing/2014/main" id="{8A77E39A-3439-42E5-864E-07050A9B949A}"/>
              </a:ext>
            </a:extLst>
          </p:cNvPr>
          <p:cNvSpPr>
            <a:spLocks noChangeArrowheads="1"/>
          </p:cNvSpPr>
          <p:nvPr/>
        </p:nvSpPr>
        <p:spPr bwMode="auto">
          <a:xfrm>
            <a:off x="7177414"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2" name="Rectangle 319">
            <a:extLst>
              <a:ext uri="{FF2B5EF4-FFF2-40B4-BE49-F238E27FC236}">
                <a16:creationId xmlns:a16="http://schemas.microsoft.com/office/drawing/2014/main" id="{25EAA1C5-3174-4F4B-BFF3-90C5CCB903EC}"/>
              </a:ext>
            </a:extLst>
          </p:cNvPr>
          <p:cNvSpPr>
            <a:spLocks noChangeArrowheads="1"/>
          </p:cNvSpPr>
          <p:nvPr/>
        </p:nvSpPr>
        <p:spPr bwMode="auto">
          <a:xfrm>
            <a:off x="7631676"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3" name="Rectangle 320">
            <a:extLst>
              <a:ext uri="{FF2B5EF4-FFF2-40B4-BE49-F238E27FC236}">
                <a16:creationId xmlns:a16="http://schemas.microsoft.com/office/drawing/2014/main" id="{1F2DB9F1-C65F-4052-A053-3F8F3AF0F08F}"/>
              </a:ext>
            </a:extLst>
          </p:cNvPr>
          <p:cNvSpPr>
            <a:spLocks noChangeArrowheads="1"/>
          </p:cNvSpPr>
          <p:nvPr/>
        </p:nvSpPr>
        <p:spPr bwMode="auto">
          <a:xfrm>
            <a:off x="8087110"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4" name="Rectangle 321">
            <a:extLst>
              <a:ext uri="{FF2B5EF4-FFF2-40B4-BE49-F238E27FC236}">
                <a16:creationId xmlns:a16="http://schemas.microsoft.com/office/drawing/2014/main" id="{AFFB727D-B40C-4F86-915F-7329F028339A}"/>
              </a:ext>
            </a:extLst>
          </p:cNvPr>
          <p:cNvSpPr>
            <a:spLocks noChangeArrowheads="1"/>
          </p:cNvSpPr>
          <p:nvPr/>
        </p:nvSpPr>
        <p:spPr bwMode="auto">
          <a:xfrm>
            <a:off x="8541373"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5" name="Rectangle 322">
            <a:extLst>
              <a:ext uri="{FF2B5EF4-FFF2-40B4-BE49-F238E27FC236}">
                <a16:creationId xmlns:a16="http://schemas.microsoft.com/office/drawing/2014/main" id="{584872F2-AD23-451B-B00B-D48843FDC2F0}"/>
              </a:ext>
            </a:extLst>
          </p:cNvPr>
          <p:cNvSpPr>
            <a:spLocks noChangeArrowheads="1"/>
          </p:cNvSpPr>
          <p:nvPr/>
        </p:nvSpPr>
        <p:spPr bwMode="auto">
          <a:xfrm>
            <a:off x="8996805"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6" name="Rectangle 323">
            <a:extLst>
              <a:ext uri="{FF2B5EF4-FFF2-40B4-BE49-F238E27FC236}">
                <a16:creationId xmlns:a16="http://schemas.microsoft.com/office/drawing/2014/main" id="{59E7ABF1-EA01-439C-89DC-4066F7684B5B}"/>
              </a:ext>
            </a:extLst>
          </p:cNvPr>
          <p:cNvSpPr>
            <a:spLocks noChangeArrowheads="1"/>
          </p:cNvSpPr>
          <p:nvPr/>
        </p:nvSpPr>
        <p:spPr bwMode="auto">
          <a:xfrm>
            <a:off x="9451068" y="591537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7" name="Rectangle 324">
            <a:extLst>
              <a:ext uri="{FF2B5EF4-FFF2-40B4-BE49-F238E27FC236}">
                <a16:creationId xmlns:a16="http://schemas.microsoft.com/office/drawing/2014/main" id="{F5673CC4-BA29-4135-9BA9-AED7EAA77A45}"/>
              </a:ext>
            </a:extLst>
          </p:cNvPr>
          <p:cNvSpPr>
            <a:spLocks noChangeArrowheads="1"/>
          </p:cNvSpPr>
          <p:nvPr/>
        </p:nvSpPr>
        <p:spPr bwMode="auto">
          <a:xfrm>
            <a:off x="9906502"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8" name="Rectangle 325">
            <a:extLst>
              <a:ext uri="{FF2B5EF4-FFF2-40B4-BE49-F238E27FC236}">
                <a16:creationId xmlns:a16="http://schemas.microsoft.com/office/drawing/2014/main" id="{06B3D335-F1DF-4E26-A5A1-31E9CD919EA6}"/>
              </a:ext>
            </a:extLst>
          </p:cNvPr>
          <p:cNvSpPr>
            <a:spLocks noChangeArrowheads="1"/>
          </p:cNvSpPr>
          <p:nvPr/>
        </p:nvSpPr>
        <p:spPr bwMode="auto">
          <a:xfrm>
            <a:off x="10360764"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89" name="Rectangle 326">
            <a:extLst>
              <a:ext uri="{FF2B5EF4-FFF2-40B4-BE49-F238E27FC236}">
                <a16:creationId xmlns:a16="http://schemas.microsoft.com/office/drawing/2014/main" id="{834239CB-0B66-488B-B963-CD4BC4A66C7E}"/>
              </a:ext>
            </a:extLst>
          </p:cNvPr>
          <p:cNvSpPr>
            <a:spLocks noChangeArrowheads="1"/>
          </p:cNvSpPr>
          <p:nvPr/>
        </p:nvSpPr>
        <p:spPr bwMode="auto">
          <a:xfrm>
            <a:off x="10816197" y="591537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0" name="Rectangle 327">
            <a:extLst>
              <a:ext uri="{FF2B5EF4-FFF2-40B4-BE49-F238E27FC236}">
                <a16:creationId xmlns:a16="http://schemas.microsoft.com/office/drawing/2014/main" id="{5DF8D3AD-C701-45DA-A09C-0B72B8B4D062}"/>
              </a:ext>
            </a:extLst>
          </p:cNvPr>
          <p:cNvSpPr>
            <a:spLocks noChangeArrowheads="1"/>
          </p:cNvSpPr>
          <p:nvPr/>
        </p:nvSpPr>
        <p:spPr bwMode="auto">
          <a:xfrm>
            <a:off x="11270460" y="5915379"/>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1" name="Rectangle 328">
            <a:extLst>
              <a:ext uri="{FF2B5EF4-FFF2-40B4-BE49-F238E27FC236}">
                <a16:creationId xmlns:a16="http://schemas.microsoft.com/office/drawing/2014/main" id="{4A5BD061-AFE7-47F7-A037-4635A1719163}"/>
              </a:ext>
            </a:extLst>
          </p:cNvPr>
          <p:cNvSpPr>
            <a:spLocks noChangeArrowheads="1"/>
          </p:cNvSpPr>
          <p:nvPr/>
        </p:nvSpPr>
        <p:spPr bwMode="auto">
          <a:xfrm>
            <a:off x="11725893" y="5915379"/>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2" name="Rectangle 303">
            <a:extLst>
              <a:ext uri="{FF2B5EF4-FFF2-40B4-BE49-F238E27FC236}">
                <a16:creationId xmlns:a16="http://schemas.microsoft.com/office/drawing/2014/main" id="{72E47367-DB80-4AEF-B453-F2874E290804}"/>
              </a:ext>
            </a:extLst>
          </p:cNvPr>
          <p:cNvSpPr>
            <a:spLocks noChangeArrowheads="1"/>
          </p:cNvSpPr>
          <p:nvPr/>
        </p:nvSpPr>
        <p:spPr bwMode="auto">
          <a:xfrm>
            <a:off x="35411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3" name="Rectangle 304">
            <a:extLst>
              <a:ext uri="{FF2B5EF4-FFF2-40B4-BE49-F238E27FC236}">
                <a16:creationId xmlns:a16="http://schemas.microsoft.com/office/drawing/2014/main" id="{A5D11ACD-18C7-4BD8-97B9-7564D82EECED}"/>
              </a:ext>
            </a:extLst>
          </p:cNvPr>
          <p:cNvSpPr>
            <a:spLocks noChangeArrowheads="1"/>
          </p:cNvSpPr>
          <p:nvPr/>
        </p:nvSpPr>
        <p:spPr bwMode="auto">
          <a:xfrm>
            <a:off x="80954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4" name="Rectangle 305">
            <a:extLst>
              <a:ext uri="{FF2B5EF4-FFF2-40B4-BE49-F238E27FC236}">
                <a16:creationId xmlns:a16="http://schemas.microsoft.com/office/drawing/2014/main" id="{7304767C-0411-429C-B5FC-DE14E770D4E3}"/>
              </a:ext>
            </a:extLst>
          </p:cNvPr>
          <p:cNvSpPr>
            <a:spLocks noChangeArrowheads="1"/>
          </p:cNvSpPr>
          <p:nvPr/>
        </p:nvSpPr>
        <p:spPr bwMode="auto">
          <a:xfrm>
            <a:off x="126380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5" name="Rectangle 306">
            <a:extLst>
              <a:ext uri="{FF2B5EF4-FFF2-40B4-BE49-F238E27FC236}">
                <a16:creationId xmlns:a16="http://schemas.microsoft.com/office/drawing/2014/main" id="{D74BCE79-1C15-40ED-A6B2-30D89DC13305}"/>
              </a:ext>
            </a:extLst>
          </p:cNvPr>
          <p:cNvSpPr>
            <a:spLocks noChangeArrowheads="1"/>
          </p:cNvSpPr>
          <p:nvPr/>
        </p:nvSpPr>
        <p:spPr bwMode="auto">
          <a:xfrm>
            <a:off x="1719239"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6" name="Rectangle 307">
            <a:extLst>
              <a:ext uri="{FF2B5EF4-FFF2-40B4-BE49-F238E27FC236}">
                <a16:creationId xmlns:a16="http://schemas.microsoft.com/office/drawing/2014/main" id="{4966B602-0BC1-433A-A6DC-60644E5D1576}"/>
              </a:ext>
            </a:extLst>
          </p:cNvPr>
          <p:cNvSpPr>
            <a:spLocks noChangeArrowheads="1"/>
          </p:cNvSpPr>
          <p:nvPr/>
        </p:nvSpPr>
        <p:spPr bwMode="auto">
          <a:xfrm>
            <a:off x="2173502"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7" name="Rectangle 308">
            <a:extLst>
              <a:ext uri="{FF2B5EF4-FFF2-40B4-BE49-F238E27FC236}">
                <a16:creationId xmlns:a16="http://schemas.microsoft.com/office/drawing/2014/main" id="{5FA73E87-F9E1-4922-AB56-257040A0C260}"/>
              </a:ext>
            </a:extLst>
          </p:cNvPr>
          <p:cNvSpPr>
            <a:spLocks noChangeArrowheads="1"/>
          </p:cNvSpPr>
          <p:nvPr/>
        </p:nvSpPr>
        <p:spPr bwMode="auto">
          <a:xfrm>
            <a:off x="262893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8" name="Rectangle 309">
            <a:extLst>
              <a:ext uri="{FF2B5EF4-FFF2-40B4-BE49-F238E27FC236}">
                <a16:creationId xmlns:a16="http://schemas.microsoft.com/office/drawing/2014/main" id="{3523D0D6-BF5C-4992-89BC-D80F4B65DDA7}"/>
              </a:ext>
            </a:extLst>
          </p:cNvPr>
          <p:cNvSpPr>
            <a:spLocks noChangeArrowheads="1"/>
          </p:cNvSpPr>
          <p:nvPr/>
        </p:nvSpPr>
        <p:spPr bwMode="auto">
          <a:xfrm>
            <a:off x="3083198"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99" name="Rectangle 310">
            <a:extLst>
              <a:ext uri="{FF2B5EF4-FFF2-40B4-BE49-F238E27FC236}">
                <a16:creationId xmlns:a16="http://schemas.microsoft.com/office/drawing/2014/main" id="{5D76C7BC-28B0-4D32-B952-79C61B9622E0}"/>
              </a:ext>
            </a:extLst>
          </p:cNvPr>
          <p:cNvSpPr>
            <a:spLocks noChangeArrowheads="1"/>
          </p:cNvSpPr>
          <p:nvPr/>
        </p:nvSpPr>
        <p:spPr bwMode="auto">
          <a:xfrm>
            <a:off x="353863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0" name="Rectangle 311">
            <a:extLst>
              <a:ext uri="{FF2B5EF4-FFF2-40B4-BE49-F238E27FC236}">
                <a16:creationId xmlns:a16="http://schemas.microsoft.com/office/drawing/2014/main" id="{02B04400-D266-4DBE-913D-B08E3CF680B4}"/>
              </a:ext>
            </a:extLst>
          </p:cNvPr>
          <p:cNvSpPr>
            <a:spLocks noChangeArrowheads="1"/>
          </p:cNvSpPr>
          <p:nvPr/>
        </p:nvSpPr>
        <p:spPr bwMode="auto">
          <a:xfrm>
            <a:off x="399289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1" name="Rectangle 312">
            <a:extLst>
              <a:ext uri="{FF2B5EF4-FFF2-40B4-BE49-F238E27FC236}">
                <a16:creationId xmlns:a16="http://schemas.microsoft.com/office/drawing/2014/main" id="{7B93B4CC-C4D7-437E-A267-7391A7627D42}"/>
              </a:ext>
            </a:extLst>
          </p:cNvPr>
          <p:cNvSpPr>
            <a:spLocks noChangeArrowheads="1"/>
          </p:cNvSpPr>
          <p:nvPr/>
        </p:nvSpPr>
        <p:spPr bwMode="auto">
          <a:xfrm>
            <a:off x="4448327"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2" name="Rectangle 313">
            <a:extLst>
              <a:ext uri="{FF2B5EF4-FFF2-40B4-BE49-F238E27FC236}">
                <a16:creationId xmlns:a16="http://schemas.microsoft.com/office/drawing/2014/main" id="{4B2581D9-C04D-4A48-A51B-2934BA88C105}"/>
              </a:ext>
            </a:extLst>
          </p:cNvPr>
          <p:cNvSpPr>
            <a:spLocks noChangeArrowheads="1"/>
          </p:cNvSpPr>
          <p:nvPr/>
        </p:nvSpPr>
        <p:spPr bwMode="auto">
          <a:xfrm>
            <a:off x="490259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3" name="Rectangle 314">
            <a:extLst>
              <a:ext uri="{FF2B5EF4-FFF2-40B4-BE49-F238E27FC236}">
                <a16:creationId xmlns:a16="http://schemas.microsoft.com/office/drawing/2014/main" id="{6F9A094D-9E36-418E-BD81-0BED0CA37542}"/>
              </a:ext>
            </a:extLst>
          </p:cNvPr>
          <p:cNvSpPr>
            <a:spLocks noChangeArrowheads="1"/>
          </p:cNvSpPr>
          <p:nvPr/>
        </p:nvSpPr>
        <p:spPr bwMode="auto">
          <a:xfrm>
            <a:off x="535802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4" name="Rectangle 315">
            <a:extLst>
              <a:ext uri="{FF2B5EF4-FFF2-40B4-BE49-F238E27FC236}">
                <a16:creationId xmlns:a16="http://schemas.microsoft.com/office/drawing/2014/main" id="{99CE1A4E-E309-4173-B637-E7FA8780A5B0}"/>
              </a:ext>
            </a:extLst>
          </p:cNvPr>
          <p:cNvSpPr>
            <a:spLocks noChangeArrowheads="1"/>
          </p:cNvSpPr>
          <p:nvPr/>
        </p:nvSpPr>
        <p:spPr bwMode="auto">
          <a:xfrm>
            <a:off x="5812285"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5" name="Rectangle 316">
            <a:extLst>
              <a:ext uri="{FF2B5EF4-FFF2-40B4-BE49-F238E27FC236}">
                <a16:creationId xmlns:a16="http://schemas.microsoft.com/office/drawing/2014/main" id="{35908A89-8ABE-4EA6-AB07-7C6C075084C7}"/>
              </a:ext>
            </a:extLst>
          </p:cNvPr>
          <p:cNvSpPr>
            <a:spLocks noChangeArrowheads="1"/>
          </p:cNvSpPr>
          <p:nvPr/>
        </p:nvSpPr>
        <p:spPr bwMode="auto">
          <a:xfrm>
            <a:off x="6267718"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6" name="Rectangle 317">
            <a:extLst>
              <a:ext uri="{FF2B5EF4-FFF2-40B4-BE49-F238E27FC236}">
                <a16:creationId xmlns:a16="http://schemas.microsoft.com/office/drawing/2014/main" id="{52D7FC56-1108-4D22-9631-D0A08F954F2D}"/>
              </a:ext>
            </a:extLst>
          </p:cNvPr>
          <p:cNvSpPr>
            <a:spLocks noChangeArrowheads="1"/>
          </p:cNvSpPr>
          <p:nvPr/>
        </p:nvSpPr>
        <p:spPr bwMode="auto">
          <a:xfrm>
            <a:off x="6721981"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7" name="Rectangle 318">
            <a:extLst>
              <a:ext uri="{FF2B5EF4-FFF2-40B4-BE49-F238E27FC236}">
                <a16:creationId xmlns:a16="http://schemas.microsoft.com/office/drawing/2014/main" id="{E6B3457F-C39E-40F4-B8B4-741981759F9C}"/>
              </a:ext>
            </a:extLst>
          </p:cNvPr>
          <p:cNvSpPr>
            <a:spLocks noChangeArrowheads="1"/>
          </p:cNvSpPr>
          <p:nvPr/>
        </p:nvSpPr>
        <p:spPr bwMode="auto">
          <a:xfrm>
            <a:off x="7177414"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8" name="Rectangle 319">
            <a:extLst>
              <a:ext uri="{FF2B5EF4-FFF2-40B4-BE49-F238E27FC236}">
                <a16:creationId xmlns:a16="http://schemas.microsoft.com/office/drawing/2014/main" id="{08E774A7-E1DE-46A1-A6F9-D13721437291}"/>
              </a:ext>
            </a:extLst>
          </p:cNvPr>
          <p:cNvSpPr>
            <a:spLocks noChangeArrowheads="1"/>
          </p:cNvSpPr>
          <p:nvPr/>
        </p:nvSpPr>
        <p:spPr bwMode="auto">
          <a:xfrm>
            <a:off x="7631676"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09" name="Rectangle 320">
            <a:extLst>
              <a:ext uri="{FF2B5EF4-FFF2-40B4-BE49-F238E27FC236}">
                <a16:creationId xmlns:a16="http://schemas.microsoft.com/office/drawing/2014/main" id="{7B8BB479-CE5F-4C3D-9C65-414F6B72D38F}"/>
              </a:ext>
            </a:extLst>
          </p:cNvPr>
          <p:cNvSpPr>
            <a:spLocks noChangeArrowheads="1"/>
          </p:cNvSpPr>
          <p:nvPr/>
        </p:nvSpPr>
        <p:spPr bwMode="auto">
          <a:xfrm>
            <a:off x="8087110"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0" name="Rectangle 321">
            <a:extLst>
              <a:ext uri="{FF2B5EF4-FFF2-40B4-BE49-F238E27FC236}">
                <a16:creationId xmlns:a16="http://schemas.microsoft.com/office/drawing/2014/main" id="{2E97BD59-5139-4C10-8550-C855D2D1FEC1}"/>
              </a:ext>
            </a:extLst>
          </p:cNvPr>
          <p:cNvSpPr>
            <a:spLocks noChangeArrowheads="1"/>
          </p:cNvSpPr>
          <p:nvPr/>
        </p:nvSpPr>
        <p:spPr bwMode="auto">
          <a:xfrm>
            <a:off x="8541373"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1" name="Rectangle 322">
            <a:extLst>
              <a:ext uri="{FF2B5EF4-FFF2-40B4-BE49-F238E27FC236}">
                <a16:creationId xmlns:a16="http://schemas.microsoft.com/office/drawing/2014/main" id="{3AA2DF57-9830-4A49-9748-4ADE27F46F6D}"/>
              </a:ext>
            </a:extLst>
          </p:cNvPr>
          <p:cNvSpPr>
            <a:spLocks noChangeArrowheads="1"/>
          </p:cNvSpPr>
          <p:nvPr/>
        </p:nvSpPr>
        <p:spPr bwMode="auto">
          <a:xfrm>
            <a:off x="8996805"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2" name="Rectangle 323">
            <a:extLst>
              <a:ext uri="{FF2B5EF4-FFF2-40B4-BE49-F238E27FC236}">
                <a16:creationId xmlns:a16="http://schemas.microsoft.com/office/drawing/2014/main" id="{01A36D7F-15E1-44B8-9B0F-4F2DAABB6669}"/>
              </a:ext>
            </a:extLst>
          </p:cNvPr>
          <p:cNvSpPr>
            <a:spLocks noChangeArrowheads="1"/>
          </p:cNvSpPr>
          <p:nvPr/>
        </p:nvSpPr>
        <p:spPr bwMode="auto">
          <a:xfrm>
            <a:off x="9451068" y="6422607"/>
            <a:ext cx="10999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3" name="Rectangle 324">
            <a:extLst>
              <a:ext uri="{FF2B5EF4-FFF2-40B4-BE49-F238E27FC236}">
                <a16:creationId xmlns:a16="http://schemas.microsoft.com/office/drawing/2014/main" id="{716C32D4-81F1-4B63-9A1A-24136249381B}"/>
              </a:ext>
            </a:extLst>
          </p:cNvPr>
          <p:cNvSpPr>
            <a:spLocks noChangeArrowheads="1"/>
          </p:cNvSpPr>
          <p:nvPr/>
        </p:nvSpPr>
        <p:spPr bwMode="auto">
          <a:xfrm>
            <a:off x="9906502"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4" name="Rectangle 325">
            <a:extLst>
              <a:ext uri="{FF2B5EF4-FFF2-40B4-BE49-F238E27FC236}">
                <a16:creationId xmlns:a16="http://schemas.microsoft.com/office/drawing/2014/main" id="{6341F2A0-638B-4AEC-A1C2-759E1F2E1FE8}"/>
              </a:ext>
            </a:extLst>
          </p:cNvPr>
          <p:cNvSpPr>
            <a:spLocks noChangeArrowheads="1"/>
          </p:cNvSpPr>
          <p:nvPr/>
        </p:nvSpPr>
        <p:spPr bwMode="auto">
          <a:xfrm>
            <a:off x="10360764"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5" name="Rectangle 326">
            <a:extLst>
              <a:ext uri="{FF2B5EF4-FFF2-40B4-BE49-F238E27FC236}">
                <a16:creationId xmlns:a16="http://schemas.microsoft.com/office/drawing/2014/main" id="{AC3BBC0F-0B8D-458F-94A7-D77F591B6038}"/>
              </a:ext>
            </a:extLst>
          </p:cNvPr>
          <p:cNvSpPr>
            <a:spLocks noChangeArrowheads="1"/>
          </p:cNvSpPr>
          <p:nvPr/>
        </p:nvSpPr>
        <p:spPr bwMode="auto">
          <a:xfrm>
            <a:off x="10816197" y="6422607"/>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6" name="Rectangle 327">
            <a:extLst>
              <a:ext uri="{FF2B5EF4-FFF2-40B4-BE49-F238E27FC236}">
                <a16:creationId xmlns:a16="http://schemas.microsoft.com/office/drawing/2014/main" id="{2BCB09AE-15F7-4D67-9547-C60DDCB0CEA6}"/>
              </a:ext>
            </a:extLst>
          </p:cNvPr>
          <p:cNvSpPr>
            <a:spLocks noChangeArrowheads="1"/>
          </p:cNvSpPr>
          <p:nvPr/>
        </p:nvSpPr>
        <p:spPr bwMode="auto">
          <a:xfrm>
            <a:off x="11270460" y="6422607"/>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7" name="Rectangle 328">
            <a:extLst>
              <a:ext uri="{FF2B5EF4-FFF2-40B4-BE49-F238E27FC236}">
                <a16:creationId xmlns:a16="http://schemas.microsoft.com/office/drawing/2014/main" id="{19811182-AAD5-444A-AEBF-DA4474795936}"/>
              </a:ext>
            </a:extLst>
          </p:cNvPr>
          <p:cNvSpPr>
            <a:spLocks noChangeArrowheads="1"/>
          </p:cNvSpPr>
          <p:nvPr/>
        </p:nvSpPr>
        <p:spPr bwMode="auto">
          <a:xfrm>
            <a:off x="11725893" y="6422607"/>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8" name="Rectangle 91">
            <a:extLst>
              <a:ext uri="{FF2B5EF4-FFF2-40B4-BE49-F238E27FC236}">
                <a16:creationId xmlns:a16="http://schemas.microsoft.com/office/drawing/2014/main" id="{F5F1C36C-3F5F-453A-8021-577AF8102B7D}"/>
              </a:ext>
            </a:extLst>
          </p:cNvPr>
          <p:cNvSpPr>
            <a:spLocks noChangeArrowheads="1"/>
          </p:cNvSpPr>
          <p:nvPr userDrawn="1"/>
        </p:nvSpPr>
        <p:spPr bwMode="auto">
          <a:xfrm>
            <a:off x="3538630" y="18627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19" name="Rectangle 92">
            <a:extLst>
              <a:ext uri="{FF2B5EF4-FFF2-40B4-BE49-F238E27FC236}">
                <a16:creationId xmlns:a16="http://schemas.microsoft.com/office/drawing/2014/main" id="{B68E0835-F6A9-4C24-80BC-2C4982644A6B}"/>
              </a:ext>
            </a:extLst>
          </p:cNvPr>
          <p:cNvSpPr>
            <a:spLocks noChangeArrowheads="1"/>
          </p:cNvSpPr>
          <p:nvPr userDrawn="1"/>
        </p:nvSpPr>
        <p:spPr bwMode="auto">
          <a:xfrm>
            <a:off x="3992893" y="18627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118">
            <a:extLst>
              <a:ext uri="{FF2B5EF4-FFF2-40B4-BE49-F238E27FC236}">
                <a16:creationId xmlns:a16="http://schemas.microsoft.com/office/drawing/2014/main" id="{C7E8024E-9FFB-4AFF-946C-F32504357775}"/>
              </a:ext>
            </a:extLst>
          </p:cNvPr>
          <p:cNvSpPr>
            <a:spLocks noChangeArrowheads="1"/>
          </p:cNvSpPr>
          <p:nvPr userDrawn="1"/>
        </p:nvSpPr>
        <p:spPr bwMode="auto">
          <a:xfrm>
            <a:off x="3538630" y="23711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119">
            <a:extLst>
              <a:ext uri="{FF2B5EF4-FFF2-40B4-BE49-F238E27FC236}">
                <a16:creationId xmlns:a16="http://schemas.microsoft.com/office/drawing/2014/main" id="{542FA810-66E0-4E5C-A29B-2F35550C8B07}"/>
              </a:ext>
            </a:extLst>
          </p:cNvPr>
          <p:cNvSpPr>
            <a:spLocks noChangeArrowheads="1"/>
          </p:cNvSpPr>
          <p:nvPr userDrawn="1"/>
        </p:nvSpPr>
        <p:spPr bwMode="auto">
          <a:xfrm>
            <a:off x="3992893" y="23711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145">
            <a:extLst>
              <a:ext uri="{FF2B5EF4-FFF2-40B4-BE49-F238E27FC236}">
                <a16:creationId xmlns:a16="http://schemas.microsoft.com/office/drawing/2014/main" id="{E3ADD3A0-60F3-4CCF-A787-C83FEFD7452B}"/>
              </a:ext>
            </a:extLst>
          </p:cNvPr>
          <p:cNvSpPr>
            <a:spLocks noChangeArrowheads="1"/>
          </p:cNvSpPr>
          <p:nvPr userDrawn="1"/>
        </p:nvSpPr>
        <p:spPr bwMode="auto">
          <a:xfrm>
            <a:off x="3538630" y="28783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146">
            <a:extLst>
              <a:ext uri="{FF2B5EF4-FFF2-40B4-BE49-F238E27FC236}">
                <a16:creationId xmlns:a16="http://schemas.microsoft.com/office/drawing/2014/main" id="{03B5D2C0-D46F-4CA6-BB0C-7E966C3AB9DB}"/>
              </a:ext>
            </a:extLst>
          </p:cNvPr>
          <p:cNvSpPr>
            <a:spLocks noChangeArrowheads="1"/>
          </p:cNvSpPr>
          <p:nvPr userDrawn="1"/>
        </p:nvSpPr>
        <p:spPr bwMode="auto">
          <a:xfrm>
            <a:off x="3992893" y="28783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172">
            <a:extLst>
              <a:ext uri="{FF2B5EF4-FFF2-40B4-BE49-F238E27FC236}">
                <a16:creationId xmlns:a16="http://schemas.microsoft.com/office/drawing/2014/main" id="{A5A79340-EBE4-4E04-AF35-EAB781F1CA7F}"/>
              </a:ext>
            </a:extLst>
          </p:cNvPr>
          <p:cNvSpPr>
            <a:spLocks noChangeArrowheads="1"/>
          </p:cNvSpPr>
          <p:nvPr userDrawn="1"/>
        </p:nvSpPr>
        <p:spPr bwMode="auto">
          <a:xfrm>
            <a:off x="3538630" y="3386791"/>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173">
            <a:extLst>
              <a:ext uri="{FF2B5EF4-FFF2-40B4-BE49-F238E27FC236}">
                <a16:creationId xmlns:a16="http://schemas.microsoft.com/office/drawing/2014/main" id="{A3D2A4FF-3DD1-4D92-A192-6C0C4D36720E}"/>
              </a:ext>
            </a:extLst>
          </p:cNvPr>
          <p:cNvSpPr>
            <a:spLocks noChangeArrowheads="1"/>
          </p:cNvSpPr>
          <p:nvPr userDrawn="1"/>
        </p:nvSpPr>
        <p:spPr bwMode="auto">
          <a:xfrm>
            <a:off x="3992893" y="3386791"/>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199">
            <a:extLst>
              <a:ext uri="{FF2B5EF4-FFF2-40B4-BE49-F238E27FC236}">
                <a16:creationId xmlns:a16="http://schemas.microsoft.com/office/drawing/2014/main" id="{F8123DF8-9385-4180-994E-0FB3C83AB056}"/>
              </a:ext>
            </a:extLst>
          </p:cNvPr>
          <p:cNvSpPr>
            <a:spLocks noChangeArrowheads="1"/>
          </p:cNvSpPr>
          <p:nvPr userDrawn="1"/>
        </p:nvSpPr>
        <p:spPr bwMode="auto">
          <a:xfrm>
            <a:off x="3538630" y="389518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200">
            <a:extLst>
              <a:ext uri="{FF2B5EF4-FFF2-40B4-BE49-F238E27FC236}">
                <a16:creationId xmlns:a16="http://schemas.microsoft.com/office/drawing/2014/main" id="{35B83622-CCF4-4468-AC64-CB149002826E}"/>
              </a:ext>
            </a:extLst>
          </p:cNvPr>
          <p:cNvSpPr>
            <a:spLocks noChangeArrowheads="1"/>
          </p:cNvSpPr>
          <p:nvPr userDrawn="1"/>
        </p:nvSpPr>
        <p:spPr bwMode="auto">
          <a:xfrm>
            <a:off x="3992893" y="389518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227">
            <a:extLst>
              <a:ext uri="{FF2B5EF4-FFF2-40B4-BE49-F238E27FC236}">
                <a16:creationId xmlns:a16="http://schemas.microsoft.com/office/drawing/2014/main" id="{BFBE24A8-7F94-482E-85C3-410179531E60}"/>
              </a:ext>
            </a:extLst>
          </p:cNvPr>
          <p:cNvSpPr>
            <a:spLocks noChangeArrowheads="1"/>
          </p:cNvSpPr>
          <p:nvPr userDrawn="1"/>
        </p:nvSpPr>
        <p:spPr bwMode="auto">
          <a:xfrm>
            <a:off x="3538631" y="4403575"/>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228">
            <a:extLst>
              <a:ext uri="{FF2B5EF4-FFF2-40B4-BE49-F238E27FC236}">
                <a16:creationId xmlns:a16="http://schemas.microsoft.com/office/drawing/2014/main" id="{7BB41F2F-EDE1-4BB3-B582-2B31560A4BBC}"/>
              </a:ext>
            </a:extLst>
          </p:cNvPr>
          <p:cNvSpPr>
            <a:spLocks noChangeArrowheads="1"/>
          </p:cNvSpPr>
          <p:nvPr userDrawn="1"/>
        </p:nvSpPr>
        <p:spPr bwMode="auto">
          <a:xfrm>
            <a:off x="3992894" y="4403575"/>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254">
            <a:extLst>
              <a:ext uri="{FF2B5EF4-FFF2-40B4-BE49-F238E27FC236}">
                <a16:creationId xmlns:a16="http://schemas.microsoft.com/office/drawing/2014/main" id="{B7B10579-D69C-4FCC-AF11-0E5789DC7BAB}"/>
              </a:ext>
            </a:extLst>
          </p:cNvPr>
          <p:cNvSpPr>
            <a:spLocks noChangeArrowheads="1"/>
          </p:cNvSpPr>
          <p:nvPr userDrawn="1"/>
        </p:nvSpPr>
        <p:spPr bwMode="auto">
          <a:xfrm>
            <a:off x="3538631" y="4910799"/>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255">
            <a:extLst>
              <a:ext uri="{FF2B5EF4-FFF2-40B4-BE49-F238E27FC236}">
                <a16:creationId xmlns:a16="http://schemas.microsoft.com/office/drawing/2014/main" id="{A4A3592F-5BAF-4960-8617-39A5A4418C41}"/>
              </a:ext>
            </a:extLst>
          </p:cNvPr>
          <p:cNvSpPr>
            <a:spLocks noChangeArrowheads="1"/>
          </p:cNvSpPr>
          <p:nvPr userDrawn="1"/>
        </p:nvSpPr>
        <p:spPr bwMode="auto">
          <a:xfrm>
            <a:off x="3992894" y="4910799"/>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91">
            <a:extLst>
              <a:ext uri="{FF2B5EF4-FFF2-40B4-BE49-F238E27FC236}">
                <a16:creationId xmlns:a16="http://schemas.microsoft.com/office/drawing/2014/main" id="{D185731F-D098-4E64-B7BB-077680516CB5}"/>
              </a:ext>
            </a:extLst>
          </p:cNvPr>
          <p:cNvSpPr>
            <a:spLocks noChangeArrowheads="1"/>
          </p:cNvSpPr>
          <p:nvPr userDrawn="1"/>
        </p:nvSpPr>
        <p:spPr bwMode="auto">
          <a:xfrm>
            <a:off x="4448326" y="18548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92">
            <a:extLst>
              <a:ext uri="{FF2B5EF4-FFF2-40B4-BE49-F238E27FC236}">
                <a16:creationId xmlns:a16="http://schemas.microsoft.com/office/drawing/2014/main" id="{C9CCA8BE-3357-4F70-B832-4B61283439F8}"/>
              </a:ext>
            </a:extLst>
          </p:cNvPr>
          <p:cNvSpPr>
            <a:spLocks noChangeArrowheads="1"/>
          </p:cNvSpPr>
          <p:nvPr userDrawn="1"/>
        </p:nvSpPr>
        <p:spPr bwMode="auto">
          <a:xfrm>
            <a:off x="4902589" y="18548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118">
            <a:extLst>
              <a:ext uri="{FF2B5EF4-FFF2-40B4-BE49-F238E27FC236}">
                <a16:creationId xmlns:a16="http://schemas.microsoft.com/office/drawing/2014/main" id="{E455E6B1-820F-4874-9998-3F33FDF6762A}"/>
              </a:ext>
            </a:extLst>
          </p:cNvPr>
          <p:cNvSpPr>
            <a:spLocks noChangeArrowheads="1"/>
          </p:cNvSpPr>
          <p:nvPr userDrawn="1"/>
        </p:nvSpPr>
        <p:spPr bwMode="auto">
          <a:xfrm>
            <a:off x="4448326" y="23632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119">
            <a:extLst>
              <a:ext uri="{FF2B5EF4-FFF2-40B4-BE49-F238E27FC236}">
                <a16:creationId xmlns:a16="http://schemas.microsoft.com/office/drawing/2014/main" id="{A5878F30-11F9-4620-BB7C-A20308D54D2A}"/>
              </a:ext>
            </a:extLst>
          </p:cNvPr>
          <p:cNvSpPr>
            <a:spLocks noChangeArrowheads="1"/>
          </p:cNvSpPr>
          <p:nvPr userDrawn="1"/>
        </p:nvSpPr>
        <p:spPr bwMode="auto">
          <a:xfrm>
            <a:off x="4902589" y="23632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145">
            <a:extLst>
              <a:ext uri="{FF2B5EF4-FFF2-40B4-BE49-F238E27FC236}">
                <a16:creationId xmlns:a16="http://schemas.microsoft.com/office/drawing/2014/main" id="{282B328E-96DE-404A-8A33-DD08463AA16C}"/>
              </a:ext>
            </a:extLst>
          </p:cNvPr>
          <p:cNvSpPr>
            <a:spLocks noChangeArrowheads="1"/>
          </p:cNvSpPr>
          <p:nvPr userDrawn="1"/>
        </p:nvSpPr>
        <p:spPr bwMode="auto">
          <a:xfrm>
            <a:off x="4448326" y="28704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146">
            <a:extLst>
              <a:ext uri="{FF2B5EF4-FFF2-40B4-BE49-F238E27FC236}">
                <a16:creationId xmlns:a16="http://schemas.microsoft.com/office/drawing/2014/main" id="{6B4AC90D-580B-4B11-8435-170433BF37CE}"/>
              </a:ext>
            </a:extLst>
          </p:cNvPr>
          <p:cNvSpPr>
            <a:spLocks noChangeArrowheads="1"/>
          </p:cNvSpPr>
          <p:nvPr userDrawn="1"/>
        </p:nvSpPr>
        <p:spPr bwMode="auto">
          <a:xfrm>
            <a:off x="4902589" y="28704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172">
            <a:extLst>
              <a:ext uri="{FF2B5EF4-FFF2-40B4-BE49-F238E27FC236}">
                <a16:creationId xmlns:a16="http://schemas.microsoft.com/office/drawing/2014/main" id="{9FF1A1F4-2E5F-4786-B499-D60DC75B214B}"/>
              </a:ext>
            </a:extLst>
          </p:cNvPr>
          <p:cNvSpPr>
            <a:spLocks noChangeArrowheads="1"/>
          </p:cNvSpPr>
          <p:nvPr userDrawn="1"/>
        </p:nvSpPr>
        <p:spPr bwMode="auto">
          <a:xfrm>
            <a:off x="4448326" y="337886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173">
            <a:extLst>
              <a:ext uri="{FF2B5EF4-FFF2-40B4-BE49-F238E27FC236}">
                <a16:creationId xmlns:a16="http://schemas.microsoft.com/office/drawing/2014/main" id="{0F1C8560-0B43-4D98-ADB6-195504D71D3D}"/>
              </a:ext>
            </a:extLst>
          </p:cNvPr>
          <p:cNvSpPr>
            <a:spLocks noChangeArrowheads="1"/>
          </p:cNvSpPr>
          <p:nvPr userDrawn="1"/>
        </p:nvSpPr>
        <p:spPr bwMode="auto">
          <a:xfrm>
            <a:off x="4902589" y="337886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199">
            <a:extLst>
              <a:ext uri="{FF2B5EF4-FFF2-40B4-BE49-F238E27FC236}">
                <a16:creationId xmlns:a16="http://schemas.microsoft.com/office/drawing/2014/main" id="{A4D091FA-192E-4111-9D0A-1154813D182B}"/>
              </a:ext>
            </a:extLst>
          </p:cNvPr>
          <p:cNvSpPr>
            <a:spLocks noChangeArrowheads="1"/>
          </p:cNvSpPr>
          <p:nvPr userDrawn="1"/>
        </p:nvSpPr>
        <p:spPr bwMode="auto">
          <a:xfrm>
            <a:off x="4448326" y="388725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200">
            <a:extLst>
              <a:ext uri="{FF2B5EF4-FFF2-40B4-BE49-F238E27FC236}">
                <a16:creationId xmlns:a16="http://schemas.microsoft.com/office/drawing/2014/main" id="{2456DB9E-FD91-4F1E-8D75-71C5A435799A}"/>
              </a:ext>
            </a:extLst>
          </p:cNvPr>
          <p:cNvSpPr>
            <a:spLocks noChangeArrowheads="1"/>
          </p:cNvSpPr>
          <p:nvPr userDrawn="1"/>
        </p:nvSpPr>
        <p:spPr bwMode="auto">
          <a:xfrm>
            <a:off x="4902589" y="388725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227">
            <a:extLst>
              <a:ext uri="{FF2B5EF4-FFF2-40B4-BE49-F238E27FC236}">
                <a16:creationId xmlns:a16="http://schemas.microsoft.com/office/drawing/2014/main" id="{82ADDEB8-4944-41EC-9927-6FCED6B44E0F}"/>
              </a:ext>
            </a:extLst>
          </p:cNvPr>
          <p:cNvSpPr>
            <a:spLocks noChangeArrowheads="1"/>
          </p:cNvSpPr>
          <p:nvPr userDrawn="1"/>
        </p:nvSpPr>
        <p:spPr bwMode="auto">
          <a:xfrm>
            <a:off x="4448327" y="4395644"/>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228">
            <a:extLst>
              <a:ext uri="{FF2B5EF4-FFF2-40B4-BE49-F238E27FC236}">
                <a16:creationId xmlns:a16="http://schemas.microsoft.com/office/drawing/2014/main" id="{3E7F6ABB-32D8-4D9F-8019-5A6F21704275}"/>
              </a:ext>
            </a:extLst>
          </p:cNvPr>
          <p:cNvSpPr>
            <a:spLocks noChangeArrowheads="1"/>
          </p:cNvSpPr>
          <p:nvPr userDrawn="1"/>
        </p:nvSpPr>
        <p:spPr bwMode="auto">
          <a:xfrm>
            <a:off x="4902590" y="4395644"/>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254">
            <a:extLst>
              <a:ext uri="{FF2B5EF4-FFF2-40B4-BE49-F238E27FC236}">
                <a16:creationId xmlns:a16="http://schemas.microsoft.com/office/drawing/2014/main" id="{FF3C13CA-9CE5-4787-9D9F-6F33F6D7219E}"/>
              </a:ext>
            </a:extLst>
          </p:cNvPr>
          <p:cNvSpPr>
            <a:spLocks noChangeArrowheads="1"/>
          </p:cNvSpPr>
          <p:nvPr userDrawn="1"/>
        </p:nvSpPr>
        <p:spPr bwMode="auto">
          <a:xfrm>
            <a:off x="4448327" y="490286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5" name="Rectangle 255">
            <a:extLst>
              <a:ext uri="{FF2B5EF4-FFF2-40B4-BE49-F238E27FC236}">
                <a16:creationId xmlns:a16="http://schemas.microsoft.com/office/drawing/2014/main" id="{F45F3084-D5DF-4E2A-9FD2-8FADA756F908}"/>
              </a:ext>
            </a:extLst>
          </p:cNvPr>
          <p:cNvSpPr>
            <a:spLocks noChangeArrowheads="1"/>
          </p:cNvSpPr>
          <p:nvPr userDrawn="1"/>
        </p:nvSpPr>
        <p:spPr bwMode="auto">
          <a:xfrm>
            <a:off x="4902590" y="490286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6" name="Rectangle 91">
            <a:extLst>
              <a:ext uri="{FF2B5EF4-FFF2-40B4-BE49-F238E27FC236}">
                <a16:creationId xmlns:a16="http://schemas.microsoft.com/office/drawing/2014/main" id="{C8C188D8-825C-491C-B927-12A86B68F9C8}"/>
              </a:ext>
            </a:extLst>
          </p:cNvPr>
          <p:cNvSpPr>
            <a:spLocks noChangeArrowheads="1"/>
          </p:cNvSpPr>
          <p:nvPr userDrawn="1"/>
        </p:nvSpPr>
        <p:spPr bwMode="auto">
          <a:xfrm>
            <a:off x="5358022" y="18304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7" name="Rectangle 92">
            <a:extLst>
              <a:ext uri="{FF2B5EF4-FFF2-40B4-BE49-F238E27FC236}">
                <a16:creationId xmlns:a16="http://schemas.microsoft.com/office/drawing/2014/main" id="{F1A1CAD1-7E2F-491A-A2F7-752577008BAE}"/>
              </a:ext>
            </a:extLst>
          </p:cNvPr>
          <p:cNvSpPr>
            <a:spLocks noChangeArrowheads="1"/>
          </p:cNvSpPr>
          <p:nvPr userDrawn="1"/>
        </p:nvSpPr>
        <p:spPr bwMode="auto">
          <a:xfrm>
            <a:off x="5812285" y="18304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8" name="Rectangle 118">
            <a:extLst>
              <a:ext uri="{FF2B5EF4-FFF2-40B4-BE49-F238E27FC236}">
                <a16:creationId xmlns:a16="http://schemas.microsoft.com/office/drawing/2014/main" id="{C9F7170B-09CB-4F23-B86C-E3C5A5A9526F}"/>
              </a:ext>
            </a:extLst>
          </p:cNvPr>
          <p:cNvSpPr>
            <a:spLocks noChangeArrowheads="1"/>
          </p:cNvSpPr>
          <p:nvPr userDrawn="1"/>
        </p:nvSpPr>
        <p:spPr bwMode="auto">
          <a:xfrm>
            <a:off x="5358022" y="23388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9" name="Rectangle 119">
            <a:extLst>
              <a:ext uri="{FF2B5EF4-FFF2-40B4-BE49-F238E27FC236}">
                <a16:creationId xmlns:a16="http://schemas.microsoft.com/office/drawing/2014/main" id="{91FF46E2-A356-45DF-9FE0-6D68E8BBB82B}"/>
              </a:ext>
            </a:extLst>
          </p:cNvPr>
          <p:cNvSpPr>
            <a:spLocks noChangeArrowheads="1"/>
          </p:cNvSpPr>
          <p:nvPr userDrawn="1"/>
        </p:nvSpPr>
        <p:spPr bwMode="auto">
          <a:xfrm>
            <a:off x="5812285" y="23388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0" name="Rectangle 145">
            <a:extLst>
              <a:ext uri="{FF2B5EF4-FFF2-40B4-BE49-F238E27FC236}">
                <a16:creationId xmlns:a16="http://schemas.microsoft.com/office/drawing/2014/main" id="{233DF4C6-7DB2-4DEC-965E-4E0FD1AE2F7E}"/>
              </a:ext>
            </a:extLst>
          </p:cNvPr>
          <p:cNvSpPr>
            <a:spLocks noChangeArrowheads="1"/>
          </p:cNvSpPr>
          <p:nvPr userDrawn="1"/>
        </p:nvSpPr>
        <p:spPr bwMode="auto">
          <a:xfrm>
            <a:off x="5358022" y="28460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1" name="Rectangle 146">
            <a:extLst>
              <a:ext uri="{FF2B5EF4-FFF2-40B4-BE49-F238E27FC236}">
                <a16:creationId xmlns:a16="http://schemas.microsoft.com/office/drawing/2014/main" id="{BA0EBE02-0FF5-4E5F-B07E-C74F70CB3BB6}"/>
              </a:ext>
            </a:extLst>
          </p:cNvPr>
          <p:cNvSpPr>
            <a:spLocks noChangeArrowheads="1"/>
          </p:cNvSpPr>
          <p:nvPr userDrawn="1"/>
        </p:nvSpPr>
        <p:spPr bwMode="auto">
          <a:xfrm>
            <a:off x="5812285" y="28460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2" name="Rectangle 172">
            <a:extLst>
              <a:ext uri="{FF2B5EF4-FFF2-40B4-BE49-F238E27FC236}">
                <a16:creationId xmlns:a16="http://schemas.microsoft.com/office/drawing/2014/main" id="{C1FFCEB5-7D01-4DF1-AE5C-13AA614FBB24}"/>
              </a:ext>
            </a:extLst>
          </p:cNvPr>
          <p:cNvSpPr>
            <a:spLocks noChangeArrowheads="1"/>
          </p:cNvSpPr>
          <p:nvPr userDrawn="1"/>
        </p:nvSpPr>
        <p:spPr bwMode="auto">
          <a:xfrm>
            <a:off x="5358022" y="3354445"/>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3" name="Rectangle 173">
            <a:extLst>
              <a:ext uri="{FF2B5EF4-FFF2-40B4-BE49-F238E27FC236}">
                <a16:creationId xmlns:a16="http://schemas.microsoft.com/office/drawing/2014/main" id="{4E743A8D-CDF1-43FE-9A64-273018A788F5}"/>
              </a:ext>
            </a:extLst>
          </p:cNvPr>
          <p:cNvSpPr>
            <a:spLocks noChangeArrowheads="1"/>
          </p:cNvSpPr>
          <p:nvPr userDrawn="1"/>
        </p:nvSpPr>
        <p:spPr bwMode="auto">
          <a:xfrm>
            <a:off x="5812285" y="3354445"/>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4" name="Rectangle 199">
            <a:extLst>
              <a:ext uri="{FF2B5EF4-FFF2-40B4-BE49-F238E27FC236}">
                <a16:creationId xmlns:a16="http://schemas.microsoft.com/office/drawing/2014/main" id="{5816494B-7CF7-4661-9520-ECF2157C306A}"/>
              </a:ext>
            </a:extLst>
          </p:cNvPr>
          <p:cNvSpPr>
            <a:spLocks noChangeArrowheads="1"/>
          </p:cNvSpPr>
          <p:nvPr userDrawn="1"/>
        </p:nvSpPr>
        <p:spPr bwMode="auto">
          <a:xfrm>
            <a:off x="5358022" y="3862837"/>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5" name="Rectangle 200">
            <a:extLst>
              <a:ext uri="{FF2B5EF4-FFF2-40B4-BE49-F238E27FC236}">
                <a16:creationId xmlns:a16="http://schemas.microsoft.com/office/drawing/2014/main" id="{D5F4C1D4-E8FC-483F-82E0-C314B4887C06}"/>
              </a:ext>
            </a:extLst>
          </p:cNvPr>
          <p:cNvSpPr>
            <a:spLocks noChangeArrowheads="1"/>
          </p:cNvSpPr>
          <p:nvPr userDrawn="1"/>
        </p:nvSpPr>
        <p:spPr bwMode="auto">
          <a:xfrm>
            <a:off x="5812285" y="3862837"/>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6" name="Rectangle 227">
            <a:extLst>
              <a:ext uri="{FF2B5EF4-FFF2-40B4-BE49-F238E27FC236}">
                <a16:creationId xmlns:a16="http://schemas.microsoft.com/office/drawing/2014/main" id="{1DE23893-72CE-44E4-9514-E4A35927AD0D}"/>
              </a:ext>
            </a:extLst>
          </p:cNvPr>
          <p:cNvSpPr>
            <a:spLocks noChangeArrowheads="1"/>
          </p:cNvSpPr>
          <p:nvPr userDrawn="1"/>
        </p:nvSpPr>
        <p:spPr bwMode="auto">
          <a:xfrm>
            <a:off x="5358023" y="4371229"/>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7" name="Rectangle 228">
            <a:extLst>
              <a:ext uri="{FF2B5EF4-FFF2-40B4-BE49-F238E27FC236}">
                <a16:creationId xmlns:a16="http://schemas.microsoft.com/office/drawing/2014/main" id="{FDAE80AB-A18F-4777-8A7E-3AF3817C0054}"/>
              </a:ext>
            </a:extLst>
          </p:cNvPr>
          <p:cNvSpPr>
            <a:spLocks noChangeArrowheads="1"/>
          </p:cNvSpPr>
          <p:nvPr userDrawn="1"/>
        </p:nvSpPr>
        <p:spPr bwMode="auto">
          <a:xfrm>
            <a:off x="5812286" y="4371229"/>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8" name="Rectangle 254">
            <a:extLst>
              <a:ext uri="{FF2B5EF4-FFF2-40B4-BE49-F238E27FC236}">
                <a16:creationId xmlns:a16="http://schemas.microsoft.com/office/drawing/2014/main" id="{057CEA97-FB2D-4753-85A3-0C33E822D3CE}"/>
              </a:ext>
            </a:extLst>
          </p:cNvPr>
          <p:cNvSpPr>
            <a:spLocks noChangeArrowheads="1"/>
          </p:cNvSpPr>
          <p:nvPr userDrawn="1"/>
        </p:nvSpPr>
        <p:spPr bwMode="auto">
          <a:xfrm>
            <a:off x="5358023" y="4878453"/>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59" name="Rectangle 255">
            <a:extLst>
              <a:ext uri="{FF2B5EF4-FFF2-40B4-BE49-F238E27FC236}">
                <a16:creationId xmlns:a16="http://schemas.microsoft.com/office/drawing/2014/main" id="{79420A4A-5528-4EC0-987F-DF7C0EEB41F6}"/>
              </a:ext>
            </a:extLst>
          </p:cNvPr>
          <p:cNvSpPr>
            <a:spLocks noChangeArrowheads="1"/>
          </p:cNvSpPr>
          <p:nvPr userDrawn="1"/>
        </p:nvSpPr>
        <p:spPr bwMode="auto">
          <a:xfrm>
            <a:off x="5812286" y="4878453"/>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0" name="Rectangle 91">
            <a:extLst>
              <a:ext uri="{FF2B5EF4-FFF2-40B4-BE49-F238E27FC236}">
                <a16:creationId xmlns:a16="http://schemas.microsoft.com/office/drawing/2014/main" id="{DBC80B5A-0476-410E-B60C-6450F79B3E0B}"/>
              </a:ext>
            </a:extLst>
          </p:cNvPr>
          <p:cNvSpPr>
            <a:spLocks noChangeArrowheads="1"/>
          </p:cNvSpPr>
          <p:nvPr userDrawn="1"/>
        </p:nvSpPr>
        <p:spPr bwMode="auto">
          <a:xfrm>
            <a:off x="6267716" y="18429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1" name="Rectangle 92">
            <a:extLst>
              <a:ext uri="{FF2B5EF4-FFF2-40B4-BE49-F238E27FC236}">
                <a16:creationId xmlns:a16="http://schemas.microsoft.com/office/drawing/2014/main" id="{65FABB81-DBF4-42B4-8D90-A98EC802144F}"/>
              </a:ext>
            </a:extLst>
          </p:cNvPr>
          <p:cNvSpPr>
            <a:spLocks noChangeArrowheads="1"/>
          </p:cNvSpPr>
          <p:nvPr userDrawn="1"/>
        </p:nvSpPr>
        <p:spPr bwMode="auto">
          <a:xfrm>
            <a:off x="6721979" y="18429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2" name="Rectangle 118">
            <a:extLst>
              <a:ext uri="{FF2B5EF4-FFF2-40B4-BE49-F238E27FC236}">
                <a16:creationId xmlns:a16="http://schemas.microsoft.com/office/drawing/2014/main" id="{A6202184-9808-4043-9640-D0544AB5D404}"/>
              </a:ext>
            </a:extLst>
          </p:cNvPr>
          <p:cNvSpPr>
            <a:spLocks noChangeArrowheads="1"/>
          </p:cNvSpPr>
          <p:nvPr userDrawn="1"/>
        </p:nvSpPr>
        <p:spPr bwMode="auto">
          <a:xfrm>
            <a:off x="6267716" y="23513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3" name="Rectangle 119">
            <a:extLst>
              <a:ext uri="{FF2B5EF4-FFF2-40B4-BE49-F238E27FC236}">
                <a16:creationId xmlns:a16="http://schemas.microsoft.com/office/drawing/2014/main" id="{FEED1DE3-7FCB-412B-AD9F-396C8AFC0B44}"/>
              </a:ext>
            </a:extLst>
          </p:cNvPr>
          <p:cNvSpPr>
            <a:spLocks noChangeArrowheads="1"/>
          </p:cNvSpPr>
          <p:nvPr userDrawn="1"/>
        </p:nvSpPr>
        <p:spPr bwMode="auto">
          <a:xfrm>
            <a:off x="6721979" y="23513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4" name="Rectangle 145">
            <a:extLst>
              <a:ext uri="{FF2B5EF4-FFF2-40B4-BE49-F238E27FC236}">
                <a16:creationId xmlns:a16="http://schemas.microsoft.com/office/drawing/2014/main" id="{E3D106F5-B3BA-48C7-BB89-5F7A7B3FD30F}"/>
              </a:ext>
            </a:extLst>
          </p:cNvPr>
          <p:cNvSpPr>
            <a:spLocks noChangeArrowheads="1"/>
          </p:cNvSpPr>
          <p:nvPr userDrawn="1"/>
        </p:nvSpPr>
        <p:spPr bwMode="auto">
          <a:xfrm>
            <a:off x="6267716" y="28585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5" name="Rectangle 146">
            <a:extLst>
              <a:ext uri="{FF2B5EF4-FFF2-40B4-BE49-F238E27FC236}">
                <a16:creationId xmlns:a16="http://schemas.microsoft.com/office/drawing/2014/main" id="{98A5D359-1B62-4D55-856B-6A4D9015C636}"/>
              </a:ext>
            </a:extLst>
          </p:cNvPr>
          <p:cNvSpPr>
            <a:spLocks noChangeArrowheads="1"/>
          </p:cNvSpPr>
          <p:nvPr userDrawn="1"/>
        </p:nvSpPr>
        <p:spPr bwMode="auto">
          <a:xfrm>
            <a:off x="6721979" y="28585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6" name="Rectangle 172">
            <a:extLst>
              <a:ext uri="{FF2B5EF4-FFF2-40B4-BE49-F238E27FC236}">
                <a16:creationId xmlns:a16="http://schemas.microsoft.com/office/drawing/2014/main" id="{8AEB6855-7DCA-4BAB-B081-5EAFB1014586}"/>
              </a:ext>
            </a:extLst>
          </p:cNvPr>
          <p:cNvSpPr>
            <a:spLocks noChangeArrowheads="1"/>
          </p:cNvSpPr>
          <p:nvPr userDrawn="1"/>
        </p:nvSpPr>
        <p:spPr bwMode="auto">
          <a:xfrm>
            <a:off x="6267716" y="3366974"/>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7" name="Rectangle 173">
            <a:extLst>
              <a:ext uri="{FF2B5EF4-FFF2-40B4-BE49-F238E27FC236}">
                <a16:creationId xmlns:a16="http://schemas.microsoft.com/office/drawing/2014/main" id="{18A0DCB0-4E9E-42D7-ABF1-2CB0A069240A}"/>
              </a:ext>
            </a:extLst>
          </p:cNvPr>
          <p:cNvSpPr>
            <a:spLocks noChangeArrowheads="1"/>
          </p:cNvSpPr>
          <p:nvPr userDrawn="1"/>
        </p:nvSpPr>
        <p:spPr bwMode="auto">
          <a:xfrm>
            <a:off x="6721979" y="3366974"/>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8" name="Rectangle 199">
            <a:extLst>
              <a:ext uri="{FF2B5EF4-FFF2-40B4-BE49-F238E27FC236}">
                <a16:creationId xmlns:a16="http://schemas.microsoft.com/office/drawing/2014/main" id="{C94A534B-EDB6-41CC-BFD6-C8E5C64E30CF}"/>
              </a:ext>
            </a:extLst>
          </p:cNvPr>
          <p:cNvSpPr>
            <a:spLocks noChangeArrowheads="1"/>
          </p:cNvSpPr>
          <p:nvPr userDrawn="1"/>
        </p:nvSpPr>
        <p:spPr bwMode="auto">
          <a:xfrm>
            <a:off x="6267716" y="387536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69" name="Rectangle 200">
            <a:extLst>
              <a:ext uri="{FF2B5EF4-FFF2-40B4-BE49-F238E27FC236}">
                <a16:creationId xmlns:a16="http://schemas.microsoft.com/office/drawing/2014/main" id="{D3305D9B-7E5D-4A06-B20C-705E7AADA0EE}"/>
              </a:ext>
            </a:extLst>
          </p:cNvPr>
          <p:cNvSpPr>
            <a:spLocks noChangeArrowheads="1"/>
          </p:cNvSpPr>
          <p:nvPr userDrawn="1"/>
        </p:nvSpPr>
        <p:spPr bwMode="auto">
          <a:xfrm>
            <a:off x="6721979" y="387536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0" name="Rectangle 227">
            <a:extLst>
              <a:ext uri="{FF2B5EF4-FFF2-40B4-BE49-F238E27FC236}">
                <a16:creationId xmlns:a16="http://schemas.microsoft.com/office/drawing/2014/main" id="{10DC9989-B0C3-40E8-9A23-4DD46B61F186}"/>
              </a:ext>
            </a:extLst>
          </p:cNvPr>
          <p:cNvSpPr>
            <a:spLocks noChangeArrowheads="1"/>
          </p:cNvSpPr>
          <p:nvPr userDrawn="1"/>
        </p:nvSpPr>
        <p:spPr bwMode="auto">
          <a:xfrm>
            <a:off x="6267717" y="4383758"/>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1" name="Rectangle 228">
            <a:extLst>
              <a:ext uri="{FF2B5EF4-FFF2-40B4-BE49-F238E27FC236}">
                <a16:creationId xmlns:a16="http://schemas.microsoft.com/office/drawing/2014/main" id="{802DD19F-ACAF-462C-9EF0-03BED7E8C2A2}"/>
              </a:ext>
            </a:extLst>
          </p:cNvPr>
          <p:cNvSpPr>
            <a:spLocks noChangeArrowheads="1"/>
          </p:cNvSpPr>
          <p:nvPr userDrawn="1"/>
        </p:nvSpPr>
        <p:spPr bwMode="auto">
          <a:xfrm>
            <a:off x="6721980" y="4383758"/>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2" name="Rectangle 254">
            <a:extLst>
              <a:ext uri="{FF2B5EF4-FFF2-40B4-BE49-F238E27FC236}">
                <a16:creationId xmlns:a16="http://schemas.microsoft.com/office/drawing/2014/main" id="{B675BA60-6E6B-4897-B172-3FEB85B0A6BE}"/>
              </a:ext>
            </a:extLst>
          </p:cNvPr>
          <p:cNvSpPr>
            <a:spLocks noChangeArrowheads="1"/>
          </p:cNvSpPr>
          <p:nvPr userDrawn="1"/>
        </p:nvSpPr>
        <p:spPr bwMode="auto">
          <a:xfrm>
            <a:off x="6267717" y="4890982"/>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3" name="Rectangle 255">
            <a:extLst>
              <a:ext uri="{FF2B5EF4-FFF2-40B4-BE49-F238E27FC236}">
                <a16:creationId xmlns:a16="http://schemas.microsoft.com/office/drawing/2014/main" id="{90EC0740-4B58-4786-864F-D6202316E36B}"/>
              </a:ext>
            </a:extLst>
          </p:cNvPr>
          <p:cNvSpPr>
            <a:spLocks noChangeArrowheads="1"/>
          </p:cNvSpPr>
          <p:nvPr userDrawn="1"/>
        </p:nvSpPr>
        <p:spPr bwMode="auto">
          <a:xfrm>
            <a:off x="6721980" y="4890982"/>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4" name="Rectangle 91">
            <a:extLst>
              <a:ext uri="{FF2B5EF4-FFF2-40B4-BE49-F238E27FC236}">
                <a16:creationId xmlns:a16="http://schemas.microsoft.com/office/drawing/2014/main" id="{6F4C6DA5-9C32-43AB-9B2B-D5F64DCD5B48}"/>
              </a:ext>
            </a:extLst>
          </p:cNvPr>
          <p:cNvSpPr>
            <a:spLocks noChangeArrowheads="1"/>
          </p:cNvSpPr>
          <p:nvPr userDrawn="1"/>
        </p:nvSpPr>
        <p:spPr bwMode="auto">
          <a:xfrm>
            <a:off x="7177412"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5" name="Rectangle 92">
            <a:extLst>
              <a:ext uri="{FF2B5EF4-FFF2-40B4-BE49-F238E27FC236}">
                <a16:creationId xmlns:a16="http://schemas.microsoft.com/office/drawing/2014/main" id="{2E98FFFB-1367-4885-A347-2B10A92AF779}"/>
              </a:ext>
            </a:extLst>
          </p:cNvPr>
          <p:cNvSpPr>
            <a:spLocks noChangeArrowheads="1"/>
          </p:cNvSpPr>
          <p:nvPr userDrawn="1"/>
        </p:nvSpPr>
        <p:spPr bwMode="auto">
          <a:xfrm>
            <a:off x="7631675"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6" name="Rectangle 118">
            <a:extLst>
              <a:ext uri="{FF2B5EF4-FFF2-40B4-BE49-F238E27FC236}">
                <a16:creationId xmlns:a16="http://schemas.microsoft.com/office/drawing/2014/main" id="{B0EE3A07-2F28-4D28-AD64-4E71640B185F}"/>
              </a:ext>
            </a:extLst>
          </p:cNvPr>
          <p:cNvSpPr>
            <a:spLocks noChangeArrowheads="1"/>
          </p:cNvSpPr>
          <p:nvPr userDrawn="1"/>
        </p:nvSpPr>
        <p:spPr bwMode="auto">
          <a:xfrm>
            <a:off x="7177412"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7" name="Rectangle 119">
            <a:extLst>
              <a:ext uri="{FF2B5EF4-FFF2-40B4-BE49-F238E27FC236}">
                <a16:creationId xmlns:a16="http://schemas.microsoft.com/office/drawing/2014/main" id="{CCE2A03B-C80B-42F1-9230-C10251D1238C}"/>
              </a:ext>
            </a:extLst>
          </p:cNvPr>
          <p:cNvSpPr>
            <a:spLocks noChangeArrowheads="1"/>
          </p:cNvSpPr>
          <p:nvPr userDrawn="1"/>
        </p:nvSpPr>
        <p:spPr bwMode="auto">
          <a:xfrm>
            <a:off x="7631675"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8" name="Rectangle 145">
            <a:extLst>
              <a:ext uri="{FF2B5EF4-FFF2-40B4-BE49-F238E27FC236}">
                <a16:creationId xmlns:a16="http://schemas.microsoft.com/office/drawing/2014/main" id="{87375277-0EF5-4601-B688-CC287F3E6A48}"/>
              </a:ext>
            </a:extLst>
          </p:cNvPr>
          <p:cNvSpPr>
            <a:spLocks noChangeArrowheads="1"/>
          </p:cNvSpPr>
          <p:nvPr userDrawn="1"/>
        </p:nvSpPr>
        <p:spPr bwMode="auto">
          <a:xfrm>
            <a:off x="7177412"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79" name="Rectangle 146">
            <a:extLst>
              <a:ext uri="{FF2B5EF4-FFF2-40B4-BE49-F238E27FC236}">
                <a16:creationId xmlns:a16="http://schemas.microsoft.com/office/drawing/2014/main" id="{19099545-7878-4215-9ADA-69237497B88B}"/>
              </a:ext>
            </a:extLst>
          </p:cNvPr>
          <p:cNvSpPr>
            <a:spLocks noChangeArrowheads="1"/>
          </p:cNvSpPr>
          <p:nvPr userDrawn="1"/>
        </p:nvSpPr>
        <p:spPr bwMode="auto">
          <a:xfrm>
            <a:off x="7631675"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0" name="Rectangle 172">
            <a:extLst>
              <a:ext uri="{FF2B5EF4-FFF2-40B4-BE49-F238E27FC236}">
                <a16:creationId xmlns:a16="http://schemas.microsoft.com/office/drawing/2014/main" id="{13AB64CA-71E8-4F3D-8A8F-48ADB8EE76DD}"/>
              </a:ext>
            </a:extLst>
          </p:cNvPr>
          <p:cNvSpPr>
            <a:spLocks noChangeArrowheads="1"/>
          </p:cNvSpPr>
          <p:nvPr userDrawn="1"/>
        </p:nvSpPr>
        <p:spPr bwMode="auto">
          <a:xfrm>
            <a:off x="7177412"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1" name="Rectangle 173">
            <a:extLst>
              <a:ext uri="{FF2B5EF4-FFF2-40B4-BE49-F238E27FC236}">
                <a16:creationId xmlns:a16="http://schemas.microsoft.com/office/drawing/2014/main" id="{E6E68EB4-8B4F-4659-85F0-F33EB0681EAB}"/>
              </a:ext>
            </a:extLst>
          </p:cNvPr>
          <p:cNvSpPr>
            <a:spLocks noChangeArrowheads="1"/>
          </p:cNvSpPr>
          <p:nvPr userDrawn="1"/>
        </p:nvSpPr>
        <p:spPr bwMode="auto">
          <a:xfrm>
            <a:off x="7631675"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2" name="Rectangle 199">
            <a:extLst>
              <a:ext uri="{FF2B5EF4-FFF2-40B4-BE49-F238E27FC236}">
                <a16:creationId xmlns:a16="http://schemas.microsoft.com/office/drawing/2014/main" id="{FD5D2EFE-78D7-47A0-B41B-A6D123F33258}"/>
              </a:ext>
            </a:extLst>
          </p:cNvPr>
          <p:cNvSpPr>
            <a:spLocks noChangeArrowheads="1"/>
          </p:cNvSpPr>
          <p:nvPr userDrawn="1"/>
        </p:nvSpPr>
        <p:spPr bwMode="auto">
          <a:xfrm>
            <a:off x="7177412"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3" name="Rectangle 200">
            <a:extLst>
              <a:ext uri="{FF2B5EF4-FFF2-40B4-BE49-F238E27FC236}">
                <a16:creationId xmlns:a16="http://schemas.microsoft.com/office/drawing/2014/main" id="{43DD1F99-EF92-4FA7-A688-DFB8CA0428A2}"/>
              </a:ext>
            </a:extLst>
          </p:cNvPr>
          <p:cNvSpPr>
            <a:spLocks noChangeArrowheads="1"/>
          </p:cNvSpPr>
          <p:nvPr userDrawn="1"/>
        </p:nvSpPr>
        <p:spPr bwMode="auto">
          <a:xfrm>
            <a:off x="7631675"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4" name="Rectangle 227">
            <a:extLst>
              <a:ext uri="{FF2B5EF4-FFF2-40B4-BE49-F238E27FC236}">
                <a16:creationId xmlns:a16="http://schemas.microsoft.com/office/drawing/2014/main" id="{61B66908-9A89-4CAA-82BB-1B0CBBA7121D}"/>
              </a:ext>
            </a:extLst>
          </p:cNvPr>
          <p:cNvSpPr>
            <a:spLocks noChangeArrowheads="1"/>
          </p:cNvSpPr>
          <p:nvPr userDrawn="1"/>
        </p:nvSpPr>
        <p:spPr bwMode="auto">
          <a:xfrm>
            <a:off x="7177413"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5" name="Rectangle 228">
            <a:extLst>
              <a:ext uri="{FF2B5EF4-FFF2-40B4-BE49-F238E27FC236}">
                <a16:creationId xmlns:a16="http://schemas.microsoft.com/office/drawing/2014/main" id="{A25ADF27-53D5-47C3-A679-6359C6A587B3}"/>
              </a:ext>
            </a:extLst>
          </p:cNvPr>
          <p:cNvSpPr>
            <a:spLocks noChangeArrowheads="1"/>
          </p:cNvSpPr>
          <p:nvPr userDrawn="1"/>
        </p:nvSpPr>
        <p:spPr bwMode="auto">
          <a:xfrm>
            <a:off x="7631676"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6" name="Rectangle 254">
            <a:extLst>
              <a:ext uri="{FF2B5EF4-FFF2-40B4-BE49-F238E27FC236}">
                <a16:creationId xmlns:a16="http://schemas.microsoft.com/office/drawing/2014/main" id="{3571E780-2740-4415-A8FC-0A7B70032679}"/>
              </a:ext>
            </a:extLst>
          </p:cNvPr>
          <p:cNvSpPr>
            <a:spLocks noChangeArrowheads="1"/>
          </p:cNvSpPr>
          <p:nvPr userDrawn="1"/>
        </p:nvSpPr>
        <p:spPr bwMode="auto">
          <a:xfrm>
            <a:off x="7177413"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87" name="Rectangle 255">
            <a:extLst>
              <a:ext uri="{FF2B5EF4-FFF2-40B4-BE49-F238E27FC236}">
                <a16:creationId xmlns:a16="http://schemas.microsoft.com/office/drawing/2014/main" id="{D4DFF327-57BB-4D9E-A2B7-F0DD5B949776}"/>
              </a:ext>
            </a:extLst>
          </p:cNvPr>
          <p:cNvSpPr>
            <a:spLocks noChangeArrowheads="1"/>
          </p:cNvSpPr>
          <p:nvPr userDrawn="1"/>
        </p:nvSpPr>
        <p:spPr bwMode="auto">
          <a:xfrm>
            <a:off x="7631676"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5" name="Rectangle 91">
            <a:extLst>
              <a:ext uri="{FF2B5EF4-FFF2-40B4-BE49-F238E27FC236}">
                <a16:creationId xmlns:a16="http://schemas.microsoft.com/office/drawing/2014/main" id="{8A3B7425-E369-4F53-BA6F-5242DA61BF30}"/>
              </a:ext>
            </a:extLst>
          </p:cNvPr>
          <p:cNvSpPr>
            <a:spLocks noChangeArrowheads="1"/>
          </p:cNvSpPr>
          <p:nvPr userDrawn="1"/>
        </p:nvSpPr>
        <p:spPr bwMode="auto">
          <a:xfrm>
            <a:off x="8087107" y="18551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6" name="Rectangle 92">
            <a:extLst>
              <a:ext uri="{FF2B5EF4-FFF2-40B4-BE49-F238E27FC236}">
                <a16:creationId xmlns:a16="http://schemas.microsoft.com/office/drawing/2014/main" id="{4E6A839F-6FCF-4E31-8BD0-E16864EEE062}"/>
              </a:ext>
            </a:extLst>
          </p:cNvPr>
          <p:cNvSpPr>
            <a:spLocks noChangeArrowheads="1"/>
          </p:cNvSpPr>
          <p:nvPr userDrawn="1"/>
        </p:nvSpPr>
        <p:spPr bwMode="auto">
          <a:xfrm>
            <a:off x="8541370" y="18551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7" name="Rectangle 118">
            <a:extLst>
              <a:ext uri="{FF2B5EF4-FFF2-40B4-BE49-F238E27FC236}">
                <a16:creationId xmlns:a16="http://schemas.microsoft.com/office/drawing/2014/main" id="{E30405E0-3BAF-415C-962D-57EEE5D59061}"/>
              </a:ext>
            </a:extLst>
          </p:cNvPr>
          <p:cNvSpPr>
            <a:spLocks noChangeArrowheads="1"/>
          </p:cNvSpPr>
          <p:nvPr userDrawn="1"/>
        </p:nvSpPr>
        <p:spPr bwMode="auto">
          <a:xfrm>
            <a:off x="8087107" y="23635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8" name="Rectangle 119">
            <a:extLst>
              <a:ext uri="{FF2B5EF4-FFF2-40B4-BE49-F238E27FC236}">
                <a16:creationId xmlns:a16="http://schemas.microsoft.com/office/drawing/2014/main" id="{2F0D6E87-BA13-4616-837F-44E6418D2BE9}"/>
              </a:ext>
            </a:extLst>
          </p:cNvPr>
          <p:cNvSpPr>
            <a:spLocks noChangeArrowheads="1"/>
          </p:cNvSpPr>
          <p:nvPr userDrawn="1"/>
        </p:nvSpPr>
        <p:spPr bwMode="auto">
          <a:xfrm>
            <a:off x="8541370" y="23635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99" name="Rectangle 145">
            <a:extLst>
              <a:ext uri="{FF2B5EF4-FFF2-40B4-BE49-F238E27FC236}">
                <a16:creationId xmlns:a16="http://schemas.microsoft.com/office/drawing/2014/main" id="{6E4DC2C7-60E2-4E39-A040-33E1148C84D5}"/>
              </a:ext>
            </a:extLst>
          </p:cNvPr>
          <p:cNvSpPr>
            <a:spLocks noChangeArrowheads="1"/>
          </p:cNvSpPr>
          <p:nvPr userDrawn="1"/>
        </p:nvSpPr>
        <p:spPr bwMode="auto">
          <a:xfrm>
            <a:off x="8087107" y="28707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0" name="Rectangle 146">
            <a:extLst>
              <a:ext uri="{FF2B5EF4-FFF2-40B4-BE49-F238E27FC236}">
                <a16:creationId xmlns:a16="http://schemas.microsoft.com/office/drawing/2014/main" id="{966097DC-FD1B-4AB8-9270-D63BF4F1A3CB}"/>
              </a:ext>
            </a:extLst>
          </p:cNvPr>
          <p:cNvSpPr>
            <a:spLocks noChangeArrowheads="1"/>
          </p:cNvSpPr>
          <p:nvPr userDrawn="1"/>
        </p:nvSpPr>
        <p:spPr bwMode="auto">
          <a:xfrm>
            <a:off x="8541370" y="28707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1" name="Rectangle 172">
            <a:extLst>
              <a:ext uri="{FF2B5EF4-FFF2-40B4-BE49-F238E27FC236}">
                <a16:creationId xmlns:a16="http://schemas.microsoft.com/office/drawing/2014/main" id="{F9963C2C-FE13-4B53-9E0A-33833EBFF4BC}"/>
              </a:ext>
            </a:extLst>
          </p:cNvPr>
          <p:cNvSpPr>
            <a:spLocks noChangeArrowheads="1"/>
          </p:cNvSpPr>
          <p:nvPr userDrawn="1"/>
        </p:nvSpPr>
        <p:spPr bwMode="auto">
          <a:xfrm>
            <a:off x="8087107" y="3379178"/>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2" name="Rectangle 173">
            <a:extLst>
              <a:ext uri="{FF2B5EF4-FFF2-40B4-BE49-F238E27FC236}">
                <a16:creationId xmlns:a16="http://schemas.microsoft.com/office/drawing/2014/main" id="{E25FDE01-0116-404D-AED3-856484360C6A}"/>
              </a:ext>
            </a:extLst>
          </p:cNvPr>
          <p:cNvSpPr>
            <a:spLocks noChangeArrowheads="1"/>
          </p:cNvSpPr>
          <p:nvPr userDrawn="1"/>
        </p:nvSpPr>
        <p:spPr bwMode="auto">
          <a:xfrm>
            <a:off x="8541370" y="3379178"/>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3" name="Rectangle 199">
            <a:extLst>
              <a:ext uri="{FF2B5EF4-FFF2-40B4-BE49-F238E27FC236}">
                <a16:creationId xmlns:a16="http://schemas.microsoft.com/office/drawing/2014/main" id="{6301786C-8F5C-45F8-9EBB-5C24E924F8FB}"/>
              </a:ext>
            </a:extLst>
          </p:cNvPr>
          <p:cNvSpPr>
            <a:spLocks noChangeArrowheads="1"/>
          </p:cNvSpPr>
          <p:nvPr userDrawn="1"/>
        </p:nvSpPr>
        <p:spPr bwMode="auto">
          <a:xfrm>
            <a:off x="8087107" y="3887570"/>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4" name="Rectangle 200">
            <a:extLst>
              <a:ext uri="{FF2B5EF4-FFF2-40B4-BE49-F238E27FC236}">
                <a16:creationId xmlns:a16="http://schemas.microsoft.com/office/drawing/2014/main" id="{5F732FBA-FE3A-4BD8-BBC1-9C523E6253B3}"/>
              </a:ext>
            </a:extLst>
          </p:cNvPr>
          <p:cNvSpPr>
            <a:spLocks noChangeArrowheads="1"/>
          </p:cNvSpPr>
          <p:nvPr userDrawn="1"/>
        </p:nvSpPr>
        <p:spPr bwMode="auto">
          <a:xfrm>
            <a:off x="8541370" y="3887570"/>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5" name="Rectangle 227">
            <a:extLst>
              <a:ext uri="{FF2B5EF4-FFF2-40B4-BE49-F238E27FC236}">
                <a16:creationId xmlns:a16="http://schemas.microsoft.com/office/drawing/2014/main" id="{C637BBAC-97AA-4D18-AA59-2A7536613F5A}"/>
              </a:ext>
            </a:extLst>
          </p:cNvPr>
          <p:cNvSpPr>
            <a:spLocks noChangeArrowheads="1"/>
          </p:cNvSpPr>
          <p:nvPr userDrawn="1"/>
        </p:nvSpPr>
        <p:spPr bwMode="auto">
          <a:xfrm>
            <a:off x="8087108" y="4395962"/>
            <a:ext cx="10882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6" name="Rectangle 228">
            <a:extLst>
              <a:ext uri="{FF2B5EF4-FFF2-40B4-BE49-F238E27FC236}">
                <a16:creationId xmlns:a16="http://schemas.microsoft.com/office/drawing/2014/main" id="{6065E043-00A0-4681-9A2D-6DCA1E6EF993}"/>
              </a:ext>
            </a:extLst>
          </p:cNvPr>
          <p:cNvSpPr>
            <a:spLocks noChangeArrowheads="1"/>
          </p:cNvSpPr>
          <p:nvPr userDrawn="1"/>
        </p:nvSpPr>
        <p:spPr bwMode="auto">
          <a:xfrm>
            <a:off x="8541371" y="4395962"/>
            <a:ext cx="109992" cy="108822"/>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7" name="Rectangle 254">
            <a:extLst>
              <a:ext uri="{FF2B5EF4-FFF2-40B4-BE49-F238E27FC236}">
                <a16:creationId xmlns:a16="http://schemas.microsoft.com/office/drawing/2014/main" id="{CE169FB0-5491-4F5D-BC9E-C9846ADDC0B8}"/>
              </a:ext>
            </a:extLst>
          </p:cNvPr>
          <p:cNvSpPr>
            <a:spLocks noChangeArrowheads="1"/>
          </p:cNvSpPr>
          <p:nvPr userDrawn="1"/>
        </p:nvSpPr>
        <p:spPr bwMode="auto">
          <a:xfrm>
            <a:off x="8087108" y="4903186"/>
            <a:ext cx="10882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08" name="Rectangle 255">
            <a:extLst>
              <a:ext uri="{FF2B5EF4-FFF2-40B4-BE49-F238E27FC236}">
                <a16:creationId xmlns:a16="http://schemas.microsoft.com/office/drawing/2014/main" id="{2057D317-5E06-487E-8C29-ACF2FBFDAD7B}"/>
              </a:ext>
            </a:extLst>
          </p:cNvPr>
          <p:cNvSpPr>
            <a:spLocks noChangeArrowheads="1"/>
          </p:cNvSpPr>
          <p:nvPr userDrawn="1"/>
        </p:nvSpPr>
        <p:spPr bwMode="auto">
          <a:xfrm>
            <a:off x="8541371" y="4903186"/>
            <a:ext cx="109992" cy="109990"/>
          </a:xfrm>
          <a:prstGeom prst="rect">
            <a:avLst/>
          </a:prstGeom>
          <a:solidFill>
            <a:schemeClr val="accent1">
              <a:lumMod val="90000"/>
              <a:lumOff val="1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Tree>
    <p:extLst>
      <p:ext uri="{BB962C8B-B14F-4D97-AF65-F5344CB8AC3E}">
        <p14:creationId xmlns:p14="http://schemas.microsoft.com/office/powerpoint/2010/main" val="8652853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337" name="Rectangle 5">
            <a:extLst>
              <a:ext uri="{FF2B5EF4-FFF2-40B4-BE49-F238E27FC236}">
                <a16:creationId xmlns:a16="http://schemas.microsoft.com/office/drawing/2014/main" id="{85C298FF-97F9-4147-B827-D8E5136C2635}"/>
              </a:ext>
            </a:extLst>
          </p:cNvPr>
          <p:cNvSpPr>
            <a:spLocks noChangeArrowheads="1"/>
          </p:cNvSpPr>
          <p:nvPr/>
        </p:nvSpPr>
        <p:spPr bwMode="auto">
          <a:xfrm>
            <a:off x="35411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8" name="Rectangle 6">
            <a:extLst>
              <a:ext uri="{FF2B5EF4-FFF2-40B4-BE49-F238E27FC236}">
                <a16:creationId xmlns:a16="http://schemas.microsoft.com/office/drawing/2014/main" id="{9408EFDD-1492-4223-8E65-A093D2F1BB8A}"/>
              </a:ext>
            </a:extLst>
          </p:cNvPr>
          <p:cNvSpPr>
            <a:spLocks noChangeArrowheads="1"/>
          </p:cNvSpPr>
          <p:nvPr/>
        </p:nvSpPr>
        <p:spPr bwMode="auto">
          <a:xfrm>
            <a:off x="80954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9" name="Rectangle 7">
            <a:extLst>
              <a:ext uri="{FF2B5EF4-FFF2-40B4-BE49-F238E27FC236}">
                <a16:creationId xmlns:a16="http://schemas.microsoft.com/office/drawing/2014/main" id="{F894E7F8-7101-42ED-9EE3-85F58C6EF313}"/>
              </a:ext>
            </a:extLst>
          </p:cNvPr>
          <p:cNvSpPr>
            <a:spLocks noChangeArrowheads="1"/>
          </p:cNvSpPr>
          <p:nvPr/>
        </p:nvSpPr>
        <p:spPr bwMode="auto">
          <a:xfrm>
            <a:off x="126380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0" name="Rectangle 8">
            <a:extLst>
              <a:ext uri="{FF2B5EF4-FFF2-40B4-BE49-F238E27FC236}">
                <a16:creationId xmlns:a16="http://schemas.microsoft.com/office/drawing/2014/main" id="{877C8C7E-1793-4536-97A4-63A3591EF955}"/>
              </a:ext>
            </a:extLst>
          </p:cNvPr>
          <p:cNvSpPr>
            <a:spLocks noChangeArrowheads="1"/>
          </p:cNvSpPr>
          <p:nvPr/>
        </p:nvSpPr>
        <p:spPr bwMode="auto">
          <a:xfrm>
            <a:off x="171923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1" name="Rectangle 9">
            <a:extLst>
              <a:ext uri="{FF2B5EF4-FFF2-40B4-BE49-F238E27FC236}">
                <a16:creationId xmlns:a16="http://schemas.microsoft.com/office/drawing/2014/main" id="{077D2BC4-41B3-4D98-84CA-A2503EF131C0}"/>
              </a:ext>
            </a:extLst>
          </p:cNvPr>
          <p:cNvSpPr>
            <a:spLocks noChangeArrowheads="1"/>
          </p:cNvSpPr>
          <p:nvPr/>
        </p:nvSpPr>
        <p:spPr bwMode="auto">
          <a:xfrm>
            <a:off x="2173502"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2" name="Rectangle 10">
            <a:extLst>
              <a:ext uri="{FF2B5EF4-FFF2-40B4-BE49-F238E27FC236}">
                <a16:creationId xmlns:a16="http://schemas.microsoft.com/office/drawing/2014/main" id="{DE4270DF-458E-4975-B86F-E605B966C64F}"/>
              </a:ext>
            </a:extLst>
          </p:cNvPr>
          <p:cNvSpPr>
            <a:spLocks noChangeArrowheads="1"/>
          </p:cNvSpPr>
          <p:nvPr/>
        </p:nvSpPr>
        <p:spPr bwMode="auto">
          <a:xfrm>
            <a:off x="262893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3" name="Rectangle 11">
            <a:extLst>
              <a:ext uri="{FF2B5EF4-FFF2-40B4-BE49-F238E27FC236}">
                <a16:creationId xmlns:a16="http://schemas.microsoft.com/office/drawing/2014/main" id="{5334B1DA-DE9D-46A4-B1CC-07D8B5B37F04}"/>
              </a:ext>
            </a:extLst>
          </p:cNvPr>
          <p:cNvSpPr>
            <a:spLocks noChangeArrowheads="1"/>
          </p:cNvSpPr>
          <p:nvPr/>
        </p:nvSpPr>
        <p:spPr bwMode="auto">
          <a:xfrm>
            <a:off x="3083197"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4" name="Rectangle 12">
            <a:extLst>
              <a:ext uri="{FF2B5EF4-FFF2-40B4-BE49-F238E27FC236}">
                <a16:creationId xmlns:a16="http://schemas.microsoft.com/office/drawing/2014/main" id="{1CF1EF4A-5FEC-4B62-A622-2DEE7B72C0B5}"/>
              </a:ext>
            </a:extLst>
          </p:cNvPr>
          <p:cNvSpPr>
            <a:spLocks noChangeArrowheads="1"/>
          </p:cNvSpPr>
          <p:nvPr/>
        </p:nvSpPr>
        <p:spPr bwMode="auto">
          <a:xfrm>
            <a:off x="3538630"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5" name="Rectangle 13">
            <a:extLst>
              <a:ext uri="{FF2B5EF4-FFF2-40B4-BE49-F238E27FC236}">
                <a16:creationId xmlns:a16="http://schemas.microsoft.com/office/drawing/2014/main" id="{322BDF90-AD9B-4F68-8F1B-8AE6FD1E4711}"/>
              </a:ext>
            </a:extLst>
          </p:cNvPr>
          <p:cNvSpPr>
            <a:spLocks noChangeArrowheads="1"/>
          </p:cNvSpPr>
          <p:nvPr/>
        </p:nvSpPr>
        <p:spPr bwMode="auto">
          <a:xfrm>
            <a:off x="399289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6" name="Rectangle 14">
            <a:extLst>
              <a:ext uri="{FF2B5EF4-FFF2-40B4-BE49-F238E27FC236}">
                <a16:creationId xmlns:a16="http://schemas.microsoft.com/office/drawing/2014/main" id="{93F9BC3E-2349-4557-A942-FF58D3497577}"/>
              </a:ext>
            </a:extLst>
          </p:cNvPr>
          <p:cNvSpPr>
            <a:spLocks noChangeArrowheads="1"/>
          </p:cNvSpPr>
          <p:nvPr/>
        </p:nvSpPr>
        <p:spPr bwMode="auto">
          <a:xfrm>
            <a:off x="4448326"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7" name="Rectangle 15">
            <a:extLst>
              <a:ext uri="{FF2B5EF4-FFF2-40B4-BE49-F238E27FC236}">
                <a16:creationId xmlns:a16="http://schemas.microsoft.com/office/drawing/2014/main" id="{D4E479F8-DBB7-4E24-82DB-9187E1DA1579}"/>
              </a:ext>
            </a:extLst>
          </p:cNvPr>
          <p:cNvSpPr>
            <a:spLocks noChangeArrowheads="1"/>
          </p:cNvSpPr>
          <p:nvPr/>
        </p:nvSpPr>
        <p:spPr bwMode="auto">
          <a:xfrm>
            <a:off x="4902589"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8" name="Rectangle 16">
            <a:extLst>
              <a:ext uri="{FF2B5EF4-FFF2-40B4-BE49-F238E27FC236}">
                <a16:creationId xmlns:a16="http://schemas.microsoft.com/office/drawing/2014/main" id="{88729413-47AC-4DEA-A613-0B6158FCB8A0}"/>
              </a:ext>
            </a:extLst>
          </p:cNvPr>
          <p:cNvSpPr>
            <a:spLocks noChangeArrowheads="1"/>
          </p:cNvSpPr>
          <p:nvPr/>
        </p:nvSpPr>
        <p:spPr bwMode="auto">
          <a:xfrm>
            <a:off x="5358022"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9" name="Rectangle 17">
            <a:extLst>
              <a:ext uri="{FF2B5EF4-FFF2-40B4-BE49-F238E27FC236}">
                <a16:creationId xmlns:a16="http://schemas.microsoft.com/office/drawing/2014/main" id="{20F824DD-152A-4F6D-952E-24ADD1A8C073}"/>
              </a:ext>
            </a:extLst>
          </p:cNvPr>
          <p:cNvSpPr>
            <a:spLocks noChangeArrowheads="1"/>
          </p:cNvSpPr>
          <p:nvPr/>
        </p:nvSpPr>
        <p:spPr bwMode="auto">
          <a:xfrm>
            <a:off x="5812285"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0" name="Rectangle 18">
            <a:extLst>
              <a:ext uri="{FF2B5EF4-FFF2-40B4-BE49-F238E27FC236}">
                <a16:creationId xmlns:a16="http://schemas.microsoft.com/office/drawing/2014/main" id="{951C09E8-C755-4AEB-9C27-AE9621753A01}"/>
              </a:ext>
            </a:extLst>
          </p:cNvPr>
          <p:cNvSpPr>
            <a:spLocks noChangeArrowheads="1"/>
          </p:cNvSpPr>
          <p:nvPr/>
        </p:nvSpPr>
        <p:spPr bwMode="auto">
          <a:xfrm>
            <a:off x="626771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1" name="Rectangle 19">
            <a:extLst>
              <a:ext uri="{FF2B5EF4-FFF2-40B4-BE49-F238E27FC236}">
                <a16:creationId xmlns:a16="http://schemas.microsoft.com/office/drawing/2014/main" id="{32F64432-EE66-40C8-A67A-FA722F75D59C}"/>
              </a:ext>
            </a:extLst>
          </p:cNvPr>
          <p:cNvSpPr>
            <a:spLocks noChangeArrowheads="1"/>
          </p:cNvSpPr>
          <p:nvPr/>
        </p:nvSpPr>
        <p:spPr bwMode="auto">
          <a:xfrm>
            <a:off x="6721980"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2" name="Rectangle 20">
            <a:extLst>
              <a:ext uri="{FF2B5EF4-FFF2-40B4-BE49-F238E27FC236}">
                <a16:creationId xmlns:a16="http://schemas.microsoft.com/office/drawing/2014/main" id="{29005991-F871-4DFB-9517-DCB334B68BCC}"/>
              </a:ext>
            </a:extLst>
          </p:cNvPr>
          <p:cNvSpPr>
            <a:spLocks noChangeArrowheads="1"/>
          </p:cNvSpPr>
          <p:nvPr/>
        </p:nvSpPr>
        <p:spPr bwMode="auto">
          <a:xfrm>
            <a:off x="7177414"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3" name="Rectangle 21">
            <a:extLst>
              <a:ext uri="{FF2B5EF4-FFF2-40B4-BE49-F238E27FC236}">
                <a16:creationId xmlns:a16="http://schemas.microsoft.com/office/drawing/2014/main" id="{1C601034-B07F-4FCA-B65F-4BA94F1FEF56}"/>
              </a:ext>
            </a:extLst>
          </p:cNvPr>
          <p:cNvSpPr>
            <a:spLocks noChangeArrowheads="1"/>
          </p:cNvSpPr>
          <p:nvPr/>
        </p:nvSpPr>
        <p:spPr bwMode="auto">
          <a:xfrm>
            <a:off x="7631676"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4" name="Rectangle 22">
            <a:extLst>
              <a:ext uri="{FF2B5EF4-FFF2-40B4-BE49-F238E27FC236}">
                <a16:creationId xmlns:a16="http://schemas.microsoft.com/office/drawing/2014/main" id="{A3C10F51-A92E-4F5D-841E-2495E85BD8B7}"/>
              </a:ext>
            </a:extLst>
          </p:cNvPr>
          <p:cNvSpPr>
            <a:spLocks noChangeArrowheads="1"/>
          </p:cNvSpPr>
          <p:nvPr/>
        </p:nvSpPr>
        <p:spPr bwMode="auto">
          <a:xfrm>
            <a:off x="8087109"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5" name="Rectangle 23">
            <a:extLst>
              <a:ext uri="{FF2B5EF4-FFF2-40B4-BE49-F238E27FC236}">
                <a16:creationId xmlns:a16="http://schemas.microsoft.com/office/drawing/2014/main" id="{8656C742-4C71-41EC-9EED-8A0FF35A8BC7}"/>
              </a:ext>
            </a:extLst>
          </p:cNvPr>
          <p:cNvSpPr>
            <a:spLocks noChangeArrowheads="1"/>
          </p:cNvSpPr>
          <p:nvPr/>
        </p:nvSpPr>
        <p:spPr bwMode="auto">
          <a:xfrm>
            <a:off x="8541372"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6" name="Rectangle 24">
            <a:extLst>
              <a:ext uri="{FF2B5EF4-FFF2-40B4-BE49-F238E27FC236}">
                <a16:creationId xmlns:a16="http://schemas.microsoft.com/office/drawing/2014/main" id="{DD7837C0-45DC-47B0-8EB6-E1AFA3DF28F9}"/>
              </a:ext>
            </a:extLst>
          </p:cNvPr>
          <p:cNvSpPr>
            <a:spLocks noChangeArrowheads="1"/>
          </p:cNvSpPr>
          <p:nvPr/>
        </p:nvSpPr>
        <p:spPr bwMode="auto">
          <a:xfrm>
            <a:off x="8996805"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7" name="Rectangle 25">
            <a:extLst>
              <a:ext uri="{FF2B5EF4-FFF2-40B4-BE49-F238E27FC236}">
                <a16:creationId xmlns:a16="http://schemas.microsoft.com/office/drawing/2014/main" id="{C6C4A808-47AA-4933-B20F-A80BEEFBDEA0}"/>
              </a:ext>
            </a:extLst>
          </p:cNvPr>
          <p:cNvSpPr>
            <a:spLocks noChangeArrowheads="1"/>
          </p:cNvSpPr>
          <p:nvPr/>
        </p:nvSpPr>
        <p:spPr bwMode="auto">
          <a:xfrm>
            <a:off x="9451068"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8" name="Rectangle 26">
            <a:extLst>
              <a:ext uri="{FF2B5EF4-FFF2-40B4-BE49-F238E27FC236}">
                <a16:creationId xmlns:a16="http://schemas.microsoft.com/office/drawing/2014/main" id="{1916F620-2E67-4716-A335-AA9D0F9A9B74}"/>
              </a:ext>
            </a:extLst>
          </p:cNvPr>
          <p:cNvSpPr>
            <a:spLocks noChangeArrowheads="1"/>
          </p:cNvSpPr>
          <p:nvPr/>
        </p:nvSpPr>
        <p:spPr bwMode="auto">
          <a:xfrm>
            <a:off x="9906501"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9" name="Rectangle 27">
            <a:extLst>
              <a:ext uri="{FF2B5EF4-FFF2-40B4-BE49-F238E27FC236}">
                <a16:creationId xmlns:a16="http://schemas.microsoft.com/office/drawing/2014/main" id="{54529738-34CA-43C1-9448-C6D7594E392A}"/>
              </a:ext>
            </a:extLst>
          </p:cNvPr>
          <p:cNvSpPr>
            <a:spLocks noChangeArrowheads="1"/>
          </p:cNvSpPr>
          <p:nvPr/>
        </p:nvSpPr>
        <p:spPr bwMode="auto">
          <a:xfrm>
            <a:off x="10360763" y="326571"/>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0" name="Rectangle 28">
            <a:extLst>
              <a:ext uri="{FF2B5EF4-FFF2-40B4-BE49-F238E27FC236}">
                <a16:creationId xmlns:a16="http://schemas.microsoft.com/office/drawing/2014/main" id="{AB2B254B-6166-4F70-A263-5F5630C8AF54}"/>
              </a:ext>
            </a:extLst>
          </p:cNvPr>
          <p:cNvSpPr>
            <a:spLocks noChangeArrowheads="1"/>
          </p:cNvSpPr>
          <p:nvPr/>
        </p:nvSpPr>
        <p:spPr bwMode="auto">
          <a:xfrm>
            <a:off x="10816197" y="326571"/>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1" name="Rectangle 29">
            <a:extLst>
              <a:ext uri="{FF2B5EF4-FFF2-40B4-BE49-F238E27FC236}">
                <a16:creationId xmlns:a16="http://schemas.microsoft.com/office/drawing/2014/main" id="{CC179163-7F45-4275-B900-184CA908E769}"/>
              </a:ext>
            </a:extLst>
          </p:cNvPr>
          <p:cNvSpPr>
            <a:spLocks noChangeArrowheads="1"/>
          </p:cNvSpPr>
          <p:nvPr/>
        </p:nvSpPr>
        <p:spPr bwMode="auto">
          <a:xfrm>
            <a:off x="11270460" y="326571"/>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2" name="Rectangle 30">
            <a:extLst>
              <a:ext uri="{FF2B5EF4-FFF2-40B4-BE49-F238E27FC236}">
                <a16:creationId xmlns:a16="http://schemas.microsoft.com/office/drawing/2014/main" id="{A16179B1-495E-40B6-BA3E-4FE45BD06F96}"/>
              </a:ext>
            </a:extLst>
          </p:cNvPr>
          <p:cNvSpPr>
            <a:spLocks noChangeArrowheads="1"/>
          </p:cNvSpPr>
          <p:nvPr/>
        </p:nvSpPr>
        <p:spPr bwMode="auto">
          <a:xfrm>
            <a:off x="11725892" y="326571"/>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1" name="Rectangle 32">
            <a:extLst>
              <a:ext uri="{FF2B5EF4-FFF2-40B4-BE49-F238E27FC236}">
                <a16:creationId xmlns:a16="http://schemas.microsoft.com/office/drawing/2014/main" id="{E6CEC545-E6D9-4264-BEA6-119B54AE4C09}"/>
              </a:ext>
            </a:extLst>
          </p:cNvPr>
          <p:cNvSpPr>
            <a:spLocks noChangeArrowheads="1"/>
          </p:cNvSpPr>
          <p:nvPr/>
        </p:nvSpPr>
        <p:spPr bwMode="auto">
          <a:xfrm>
            <a:off x="35411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2" name="Rectangle 33">
            <a:extLst>
              <a:ext uri="{FF2B5EF4-FFF2-40B4-BE49-F238E27FC236}">
                <a16:creationId xmlns:a16="http://schemas.microsoft.com/office/drawing/2014/main" id="{60C7E7B9-97E8-4AE1-A9F0-162381B38DA4}"/>
              </a:ext>
            </a:extLst>
          </p:cNvPr>
          <p:cNvSpPr>
            <a:spLocks noChangeArrowheads="1"/>
          </p:cNvSpPr>
          <p:nvPr/>
        </p:nvSpPr>
        <p:spPr bwMode="auto">
          <a:xfrm>
            <a:off x="80954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3" name="Rectangle 34">
            <a:extLst>
              <a:ext uri="{FF2B5EF4-FFF2-40B4-BE49-F238E27FC236}">
                <a16:creationId xmlns:a16="http://schemas.microsoft.com/office/drawing/2014/main" id="{BC9E105B-3AD3-4AC9-8C4E-3DABA3F82142}"/>
              </a:ext>
            </a:extLst>
          </p:cNvPr>
          <p:cNvSpPr>
            <a:spLocks noChangeArrowheads="1"/>
          </p:cNvSpPr>
          <p:nvPr/>
        </p:nvSpPr>
        <p:spPr bwMode="auto">
          <a:xfrm>
            <a:off x="126380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4" name="Rectangle 35">
            <a:extLst>
              <a:ext uri="{FF2B5EF4-FFF2-40B4-BE49-F238E27FC236}">
                <a16:creationId xmlns:a16="http://schemas.microsoft.com/office/drawing/2014/main" id="{B10232F8-CE74-495F-B906-B4B223707999}"/>
              </a:ext>
            </a:extLst>
          </p:cNvPr>
          <p:cNvSpPr>
            <a:spLocks noChangeArrowheads="1"/>
          </p:cNvSpPr>
          <p:nvPr/>
        </p:nvSpPr>
        <p:spPr bwMode="auto">
          <a:xfrm>
            <a:off x="1719239"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5" name="Rectangle 36">
            <a:extLst>
              <a:ext uri="{FF2B5EF4-FFF2-40B4-BE49-F238E27FC236}">
                <a16:creationId xmlns:a16="http://schemas.microsoft.com/office/drawing/2014/main" id="{377EBFB6-EE61-435B-A0EA-67D67D892FEE}"/>
              </a:ext>
            </a:extLst>
          </p:cNvPr>
          <p:cNvSpPr>
            <a:spLocks noChangeArrowheads="1"/>
          </p:cNvSpPr>
          <p:nvPr/>
        </p:nvSpPr>
        <p:spPr bwMode="auto">
          <a:xfrm>
            <a:off x="217350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6" name="Rectangle 37">
            <a:extLst>
              <a:ext uri="{FF2B5EF4-FFF2-40B4-BE49-F238E27FC236}">
                <a16:creationId xmlns:a16="http://schemas.microsoft.com/office/drawing/2014/main" id="{7837C467-758B-463F-B551-93C783E1292B}"/>
              </a:ext>
            </a:extLst>
          </p:cNvPr>
          <p:cNvSpPr>
            <a:spLocks noChangeArrowheads="1"/>
          </p:cNvSpPr>
          <p:nvPr/>
        </p:nvSpPr>
        <p:spPr bwMode="auto">
          <a:xfrm>
            <a:off x="262893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7" name="Rectangle 38">
            <a:extLst>
              <a:ext uri="{FF2B5EF4-FFF2-40B4-BE49-F238E27FC236}">
                <a16:creationId xmlns:a16="http://schemas.microsoft.com/office/drawing/2014/main" id="{C77A01F7-C261-4381-86C3-4C89EE66C709}"/>
              </a:ext>
            </a:extLst>
          </p:cNvPr>
          <p:cNvSpPr>
            <a:spLocks noChangeArrowheads="1"/>
          </p:cNvSpPr>
          <p:nvPr/>
        </p:nvSpPr>
        <p:spPr bwMode="auto">
          <a:xfrm>
            <a:off x="3083197"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8" name="Rectangle 39">
            <a:extLst>
              <a:ext uri="{FF2B5EF4-FFF2-40B4-BE49-F238E27FC236}">
                <a16:creationId xmlns:a16="http://schemas.microsoft.com/office/drawing/2014/main" id="{7477D541-DCD7-4A47-BAD6-421CE795D868}"/>
              </a:ext>
            </a:extLst>
          </p:cNvPr>
          <p:cNvSpPr>
            <a:spLocks noChangeArrowheads="1"/>
          </p:cNvSpPr>
          <p:nvPr/>
        </p:nvSpPr>
        <p:spPr bwMode="auto">
          <a:xfrm>
            <a:off x="3538630"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9" name="Rectangle 40">
            <a:extLst>
              <a:ext uri="{FF2B5EF4-FFF2-40B4-BE49-F238E27FC236}">
                <a16:creationId xmlns:a16="http://schemas.microsoft.com/office/drawing/2014/main" id="{4E64ADB5-6C15-4DFA-A1D8-CCB52869EB2D}"/>
              </a:ext>
            </a:extLst>
          </p:cNvPr>
          <p:cNvSpPr>
            <a:spLocks noChangeArrowheads="1"/>
          </p:cNvSpPr>
          <p:nvPr/>
        </p:nvSpPr>
        <p:spPr bwMode="auto">
          <a:xfrm>
            <a:off x="399289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0" name="Rectangle 41">
            <a:extLst>
              <a:ext uri="{FF2B5EF4-FFF2-40B4-BE49-F238E27FC236}">
                <a16:creationId xmlns:a16="http://schemas.microsoft.com/office/drawing/2014/main" id="{AC57F5E1-8997-4B18-B946-EC6DFA386D59}"/>
              </a:ext>
            </a:extLst>
          </p:cNvPr>
          <p:cNvSpPr>
            <a:spLocks noChangeArrowheads="1"/>
          </p:cNvSpPr>
          <p:nvPr/>
        </p:nvSpPr>
        <p:spPr bwMode="auto">
          <a:xfrm>
            <a:off x="4448326"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1" name="Rectangle 42">
            <a:extLst>
              <a:ext uri="{FF2B5EF4-FFF2-40B4-BE49-F238E27FC236}">
                <a16:creationId xmlns:a16="http://schemas.microsoft.com/office/drawing/2014/main" id="{AC1B45CA-8F96-41DA-A93A-FD14080BEB84}"/>
              </a:ext>
            </a:extLst>
          </p:cNvPr>
          <p:cNvSpPr>
            <a:spLocks noChangeArrowheads="1"/>
          </p:cNvSpPr>
          <p:nvPr/>
        </p:nvSpPr>
        <p:spPr bwMode="auto">
          <a:xfrm>
            <a:off x="4902589"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2" name="Rectangle 43">
            <a:extLst>
              <a:ext uri="{FF2B5EF4-FFF2-40B4-BE49-F238E27FC236}">
                <a16:creationId xmlns:a16="http://schemas.microsoft.com/office/drawing/2014/main" id="{703118E8-5E3B-4DFA-9921-369E22CA03E5}"/>
              </a:ext>
            </a:extLst>
          </p:cNvPr>
          <p:cNvSpPr>
            <a:spLocks noChangeArrowheads="1"/>
          </p:cNvSpPr>
          <p:nvPr/>
        </p:nvSpPr>
        <p:spPr bwMode="auto">
          <a:xfrm>
            <a:off x="535802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3" name="Rectangle 44">
            <a:extLst>
              <a:ext uri="{FF2B5EF4-FFF2-40B4-BE49-F238E27FC236}">
                <a16:creationId xmlns:a16="http://schemas.microsoft.com/office/drawing/2014/main" id="{ED301010-E5DC-4676-A476-7C14D84A537E}"/>
              </a:ext>
            </a:extLst>
          </p:cNvPr>
          <p:cNvSpPr>
            <a:spLocks noChangeArrowheads="1"/>
          </p:cNvSpPr>
          <p:nvPr/>
        </p:nvSpPr>
        <p:spPr bwMode="auto">
          <a:xfrm>
            <a:off x="5812285"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4" name="Rectangle 45">
            <a:extLst>
              <a:ext uri="{FF2B5EF4-FFF2-40B4-BE49-F238E27FC236}">
                <a16:creationId xmlns:a16="http://schemas.microsoft.com/office/drawing/2014/main" id="{37F85CBA-9F8F-490A-A6C5-555D548FDAD9}"/>
              </a:ext>
            </a:extLst>
          </p:cNvPr>
          <p:cNvSpPr>
            <a:spLocks noChangeArrowheads="1"/>
          </p:cNvSpPr>
          <p:nvPr/>
        </p:nvSpPr>
        <p:spPr bwMode="auto">
          <a:xfrm>
            <a:off x="6267717"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5" name="Rectangle 46">
            <a:extLst>
              <a:ext uri="{FF2B5EF4-FFF2-40B4-BE49-F238E27FC236}">
                <a16:creationId xmlns:a16="http://schemas.microsoft.com/office/drawing/2014/main" id="{4CDDB648-0406-4415-9B3A-F56F9D7B2EC7}"/>
              </a:ext>
            </a:extLst>
          </p:cNvPr>
          <p:cNvSpPr>
            <a:spLocks noChangeArrowheads="1"/>
          </p:cNvSpPr>
          <p:nvPr/>
        </p:nvSpPr>
        <p:spPr bwMode="auto">
          <a:xfrm>
            <a:off x="672198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6" name="Rectangle 47">
            <a:extLst>
              <a:ext uri="{FF2B5EF4-FFF2-40B4-BE49-F238E27FC236}">
                <a16:creationId xmlns:a16="http://schemas.microsoft.com/office/drawing/2014/main" id="{9656844F-AFE3-4957-A69F-F4A848FEF63A}"/>
              </a:ext>
            </a:extLst>
          </p:cNvPr>
          <p:cNvSpPr>
            <a:spLocks noChangeArrowheads="1"/>
          </p:cNvSpPr>
          <p:nvPr/>
        </p:nvSpPr>
        <p:spPr bwMode="auto">
          <a:xfrm>
            <a:off x="7177414"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7" name="Rectangle 48">
            <a:extLst>
              <a:ext uri="{FF2B5EF4-FFF2-40B4-BE49-F238E27FC236}">
                <a16:creationId xmlns:a16="http://schemas.microsoft.com/office/drawing/2014/main" id="{5A3A99BA-4854-4231-B6BB-888D83A01003}"/>
              </a:ext>
            </a:extLst>
          </p:cNvPr>
          <p:cNvSpPr>
            <a:spLocks noChangeArrowheads="1"/>
          </p:cNvSpPr>
          <p:nvPr/>
        </p:nvSpPr>
        <p:spPr bwMode="auto">
          <a:xfrm>
            <a:off x="7631676"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8" name="Rectangle 49">
            <a:extLst>
              <a:ext uri="{FF2B5EF4-FFF2-40B4-BE49-F238E27FC236}">
                <a16:creationId xmlns:a16="http://schemas.microsoft.com/office/drawing/2014/main" id="{22B51AD2-0C6E-467F-A47F-34DAB5BB7EBC}"/>
              </a:ext>
            </a:extLst>
          </p:cNvPr>
          <p:cNvSpPr>
            <a:spLocks noChangeArrowheads="1"/>
          </p:cNvSpPr>
          <p:nvPr/>
        </p:nvSpPr>
        <p:spPr bwMode="auto">
          <a:xfrm>
            <a:off x="8087109"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9" name="Rectangle 50">
            <a:extLst>
              <a:ext uri="{FF2B5EF4-FFF2-40B4-BE49-F238E27FC236}">
                <a16:creationId xmlns:a16="http://schemas.microsoft.com/office/drawing/2014/main" id="{EDE14BA8-EBD0-4206-8FB2-6B9E4AB28FEF}"/>
              </a:ext>
            </a:extLst>
          </p:cNvPr>
          <p:cNvSpPr>
            <a:spLocks noChangeArrowheads="1"/>
          </p:cNvSpPr>
          <p:nvPr/>
        </p:nvSpPr>
        <p:spPr bwMode="auto">
          <a:xfrm>
            <a:off x="8541372"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0" name="Rectangle 51">
            <a:extLst>
              <a:ext uri="{FF2B5EF4-FFF2-40B4-BE49-F238E27FC236}">
                <a16:creationId xmlns:a16="http://schemas.microsoft.com/office/drawing/2014/main" id="{F2846FEF-2688-4964-A02B-231009108D65}"/>
              </a:ext>
            </a:extLst>
          </p:cNvPr>
          <p:cNvSpPr>
            <a:spLocks noChangeArrowheads="1"/>
          </p:cNvSpPr>
          <p:nvPr/>
        </p:nvSpPr>
        <p:spPr bwMode="auto">
          <a:xfrm>
            <a:off x="8996805"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1" name="Rectangle 52">
            <a:extLst>
              <a:ext uri="{FF2B5EF4-FFF2-40B4-BE49-F238E27FC236}">
                <a16:creationId xmlns:a16="http://schemas.microsoft.com/office/drawing/2014/main" id="{93E03F91-49D8-43EE-B637-0558AECB0EDE}"/>
              </a:ext>
            </a:extLst>
          </p:cNvPr>
          <p:cNvSpPr>
            <a:spLocks noChangeArrowheads="1"/>
          </p:cNvSpPr>
          <p:nvPr/>
        </p:nvSpPr>
        <p:spPr bwMode="auto">
          <a:xfrm>
            <a:off x="9451068"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2" name="Rectangle 53">
            <a:extLst>
              <a:ext uri="{FF2B5EF4-FFF2-40B4-BE49-F238E27FC236}">
                <a16:creationId xmlns:a16="http://schemas.microsoft.com/office/drawing/2014/main" id="{25EB1B6D-371C-4129-8792-C87711A4DC1E}"/>
              </a:ext>
            </a:extLst>
          </p:cNvPr>
          <p:cNvSpPr>
            <a:spLocks noChangeArrowheads="1"/>
          </p:cNvSpPr>
          <p:nvPr/>
        </p:nvSpPr>
        <p:spPr bwMode="auto">
          <a:xfrm>
            <a:off x="9906501" y="833283"/>
            <a:ext cx="10882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3" name="Rectangle 54">
            <a:extLst>
              <a:ext uri="{FF2B5EF4-FFF2-40B4-BE49-F238E27FC236}">
                <a16:creationId xmlns:a16="http://schemas.microsoft.com/office/drawing/2014/main" id="{F0762AD7-4B47-41B5-90EC-26D5248FC187}"/>
              </a:ext>
            </a:extLst>
          </p:cNvPr>
          <p:cNvSpPr>
            <a:spLocks noChangeArrowheads="1"/>
          </p:cNvSpPr>
          <p:nvPr/>
        </p:nvSpPr>
        <p:spPr bwMode="auto">
          <a:xfrm>
            <a:off x="10360763"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4" name="Rectangle 55">
            <a:extLst>
              <a:ext uri="{FF2B5EF4-FFF2-40B4-BE49-F238E27FC236}">
                <a16:creationId xmlns:a16="http://schemas.microsoft.com/office/drawing/2014/main" id="{77F5372A-DF0C-4EB4-8383-88ACAFBC34E4}"/>
              </a:ext>
            </a:extLst>
          </p:cNvPr>
          <p:cNvSpPr>
            <a:spLocks noChangeArrowheads="1"/>
          </p:cNvSpPr>
          <p:nvPr/>
        </p:nvSpPr>
        <p:spPr bwMode="auto">
          <a:xfrm>
            <a:off x="10816197" y="833283"/>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5" name="Rectangle 56">
            <a:extLst>
              <a:ext uri="{FF2B5EF4-FFF2-40B4-BE49-F238E27FC236}">
                <a16:creationId xmlns:a16="http://schemas.microsoft.com/office/drawing/2014/main" id="{E1647C36-4FD2-4648-B99F-D1A25055E7FA}"/>
              </a:ext>
            </a:extLst>
          </p:cNvPr>
          <p:cNvSpPr>
            <a:spLocks noChangeArrowheads="1"/>
          </p:cNvSpPr>
          <p:nvPr/>
        </p:nvSpPr>
        <p:spPr bwMode="auto">
          <a:xfrm>
            <a:off x="11270460" y="833283"/>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6" name="Rectangle 57">
            <a:extLst>
              <a:ext uri="{FF2B5EF4-FFF2-40B4-BE49-F238E27FC236}">
                <a16:creationId xmlns:a16="http://schemas.microsoft.com/office/drawing/2014/main" id="{ACEC7B34-ADAF-47D3-BF11-ED91BA7A1A56}"/>
              </a:ext>
            </a:extLst>
          </p:cNvPr>
          <p:cNvSpPr>
            <a:spLocks noChangeArrowheads="1"/>
          </p:cNvSpPr>
          <p:nvPr/>
        </p:nvSpPr>
        <p:spPr bwMode="auto">
          <a:xfrm>
            <a:off x="11725892" y="833283"/>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5" name="Rectangle 59">
            <a:extLst>
              <a:ext uri="{FF2B5EF4-FFF2-40B4-BE49-F238E27FC236}">
                <a16:creationId xmlns:a16="http://schemas.microsoft.com/office/drawing/2014/main" id="{D5764D4B-1D40-4C27-A916-0AC8D9299408}"/>
              </a:ext>
            </a:extLst>
          </p:cNvPr>
          <p:cNvSpPr>
            <a:spLocks noChangeArrowheads="1"/>
          </p:cNvSpPr>
          <p:nvPr/>
        </p:nvSpPr>
        <p:spPr bwMode="auto">
          <a:xfrm>
            <a:off x="35411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6" name="Rectangle 60">
            <a:extLst>
              <a:ext uri="{FF2B5EF4-FFF2-40B4-BE49-F238E27FC236}">
                <a16:creationId xmlns:a16="http://schemas.microsoft.com/office/drawing/2014/main" id="{8D6FB00B-87D1-4116-9000-867A2BDD9921}"/>
              </a:ext>
            </a:extLst>
          </p:cNvPr>
          <p:cNvSpPr>
            <a:spLocks noChangeArrowheads="1"/>
          </p:cNvSpPr>
          <p:nvPr/>
        </p:nvSpPr>
        <p:spPr bwMode="auto">
          <a:xfrm>
            <a:off x="80954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7" name="Rectangle 61">
            <a:extLst>
              <a:ext uri="{FF2B5EF4-FFF2-40B4-BE49-F238E27FC236}">
                <a16:creationId xmlns:a16="http://schemas.microsoft.com/office/drawing/2014/main" id="{13141309-AB43-4A97-A80F-35655D9BF20E}"/>
              </a:ext>
            </a:extLst>
          </p:cNvPr>
          <p:cNvSpPr>
            <a:spLocks noChangeArrowheads="1"/>
          </p:cNvSpPr>
          <p:nvPr/>
        </p:nvSpPr>
        <p:spPr bwMode="auto">
          <a:xfrm>
            <a:off x="126380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8" name="Rectangle 62">
            <a:extLst>
              <a:ext uri="{FF2B5EF4-FFF2-40B4-BE49-F238E27FC236}">
                <a16:creationId xmlns:a16="http://schemas.microsoft.com/office/drawing/2014/main" id="{C9A0F710-6D9F-43AD-AC28-FF4E52165501}"/>
              </a:ext>
            </a:extLst>
          </p:cNvPr>
          <p:cNvSpPr>
            <a:spLocks noChangeArrowheads="1"/>
          </p:cNvSpPr>
          <p:nvPr/>
        </p:nvSpPr>
        <p:spPr bwMode="auto">
          <a:xfrm>
            <a:off x="171923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9" name="Rectangle 63">
            <a:extLst>
              <a:ext uri="{FF2B5EF4-FFF2-40B4-BE49-F238E27FC236}">
                <a16:creationId xmlns:a16="http://schemas.microsoft.com/office/drawing/2014/main" id="{22D043F3-2F25-42E6-A0CC-C1417E89D190}"/>
              </a:ext>
            </a:extLst>
          </p:cNvPr>
          <p:cNvSpPr>
            <a:spLocks noChangeArrowheads="1"/>
          </p:cNvSpPr>
          <p:nvPr/>
        </p:nvSpPr>
        <p:spPr bwMode="auto">
          <a:xfrm>
            <a:off x="217350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0" name="Rectangle 64">
            <a:extLst>
              <a:ext uri="{FF2B5EF4-FFF2-40B4-BE49-F238E27FC236}">
                <a16:creationId xmlns:a16="http://schemas.microsoft.com/office/drawing/2014/main" id="{128AE702-54D4-4937-85C0-321F9B6D1728}"/>
              </a:ext>
            </a:extLst>
          </p:cNvPr>
          <p:cNvSpPr>
            <a:spLocks noChangeArrowheads="1"/>
          </p:cNvSpPr>
          <p:nvPr/>
        </p:nvSpPr>
        <p:spPr bwMode="auto">
          <a:xfrm>
            <a:off x="262893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1" name="Rectangle 65">
            <a:extLst>
              <a:ext uri="{FF2B5EF4-FFF2-40B4-BE49-F238E27FC236}">
                <a16:creationId xmlns:a16="http://schemas.microsoft.com/office/drawing/2014/main" id="{495CD95D-8E09-4DE3-AD35-D07AE4DACF52}"/>
              </a:ext>
            </a:extLst>
          </p:cNvPr>
          <p:cNvSpPr>
            <a:spLocks noChangeArrowheads="1"/>
          </p:cNvSpPr>
          <p:nvPr/>
        </p:nvSpPr>
        <p:spPr bwMode="auto">
          <a:xfrm>
            <a:off x="3083197"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2" name="Rectangle 66">
            <a:extLst>
              <a:ext uri="{FF2B5EF4-FFF2-40B4-BE49-F238E27FC236}">
                <a16:creationId xmlns:a16="http://schemas.microsoft.com/office/drawing/2014/main" id="{F9E349F8-478A-454D-B3EF-507AC5975821}"/>
              </a:ext>
            </a:extLst>
          </p:cNvPr>
          <p:cNvSpPr>
            <a:spLocks noChangeArrowheads="1"/>
          </p:cNvSpPr>
          <p:nvPr/>
        </p:nvSpPr>
        <p:spPr bwMode="auto">
          <a:xfrm>
            <a:off x="3538630"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3" name="Rectangle 67">
            <a:extLst>
              <a:ext uri="{FF2B5EF4-FFF2-40B4-BE49-F238E27FC236}">
                <a16:creationId xmlns:a16="http://schemas.microsoft.com/office/drawing/2014/main" id="{038DA8FC-06DE-457C-A8EE-5A7FEC447F1A}"/>
              </a:ext>
            </a:extLst>
          </p:cNvPr>
          <p:cNvSpPr>
            <a:spLocks noChangeArrowheads="1"/>
          </p:cNvSpPr>
          <p:nvPr/>
        </p:nvSpPr>
        <p:spPr bwMode="auto">
          <a:xfrm>
            <a:off x="399289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4" name="Rectangle 68">
            <a:extLst>
              <a:ext uri="{FF2B5EF4-FFF2-40B4-BE49-F238E27FC236}">
                <a16:creationId xmlns:a16="http://schemas.microsoft.com/office/drawing/2014/main" id="{37F3C727-E73B-4515-BA7B-40F081102511}"/>
              </a:ext>
            </a:extLst>
          </p:cNvPr>
          <p:cNvSpPr>
            <a:spLocks noChangeArrowheads="1"/>
          </p:cNvSpPr>
          <p:nvPr/>
        </p:nvSpPr>
        <p:spPr bwMode="auto">
          <a:xfrm>
            <a:off x="4448326"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5" name="Rectangle 69">
            <a:extLst>
              <a:ext uri="{FF2B5EF4-FFF2-40B4-BE49-F238E27FC236}">
                <a16:creationId xmlns:a16="http://schemas.microsoft.com/office/drawing/2014/main" id="{7ACA813C-C067-4264-85A3-D6CC63AFF948}"/>
              </a:ext>
            </a:extLst>
          </p:cNvPr>
          <p:cNvSpPr>
            <a:spLocks noChangeArrowheads="1"/>
          </p:cNvSpPr>
          <p:nvPr/>
        </p:nvSpPr>
        <p:spPr bwMode="auto">
          <a:xfrm>
            <a:off x="4902589"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6" name="Rectangle 70">
            <a:extLst>
              <a:ext uri="{FF2B5EF4-FFF2-40B4-BE49-F238E27FC236}">
                <a16:creationId xmlns:a16="http://schemas.microsoft.com/office/drawing/2014/main" id="{7F1EFEF0-7477-4565-8B37-7950FACA6799}"/>
              </a:ext>
            </a:extLst>
          </p:cNvPr>
          <p:cNvSpPr>
            <a:spLocks noChangeArrowheads="1"/>
          </p:cNvSpPr>
          <p:nvPr/>
        </p:nvSpPr>
        <p:spPr bwMode="auto">
          <a:xfrm>
            <a:off x="5358022"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7" name="Rectangle 71">
            <a:extLst>
              <a:ext uri="{FF2B5EF4-FFF2-40B4-BE49-F238E27FC236}">
                <a16:creationId xmlns:a16="http://schemas.microsoft.com/office/drawing/2014/main" id="{F425C54F-BDFC-4555-881A-B6F267624F2B}"/>
              </a:ext>
            </a:extLst>
          </p:cNvPr>
          <p:cNvSpPr>
            <a:spLocks noChangeArrowheads="1"/>
          </p:cNvSpPr>
          <p:nvPr/>
        </p:nvSpPr>
        <p:spPr bwMode="auto">
          <a:xfrm>
            <a:off x="5812285"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8" name="Rectangle 72">
            <a:extLst>
              <a:ext uri="{FF2B5EF4-FFF2-40B4-BE49-F238E27FC236}">
                <a16:creationId xmlns:a16="http://schemas.microsoft.com/office/drawing/2014/main" id="{213AFED9-7175-4A0D-92DC-B39BAE0FD3D9}"/>
              </a:ext>
            </a:extLst>
          </p:cNvPr>
          <p:cNvSpPr>
            <a:spLocks noChangeArrowheads="1"/>
          </p:cNvSpPr>
          <p:nvPr/>
        </p:nvSpPr>
        <p:spPr bwMode="auto">
          <a:xfrm>
            <a:off x="626771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9" name="Rectangle 73">
            <a:extLst>
              <a:ext uri="{FF2B5EF4-FFF2-40B4-BE49-F238E27FC236}">
                <a16:creationId xmlns:a16="http://schemas.microsoft.com/office/drawing/2014/main" id="{9E4FCFC2-A1ED-453A-B612-E5E0B39C2A9F}"/>
              </a:ext>
            </a:extLst>
          </p:cNvPr>
          <p:cNvSpPr>
            <a:spLocks noChangeArrowheads="1"/>
          </p:cNvSpPr>
          <p:nvPr/>
        </p:nvSpPr>
        <p:spPr bwMode="auto">
          <a:xfrm>
            <a:off x="6721980"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0" name="Rectangle 74">
            <a:extLst>
              <a:ext uri="{FF2B5EF4-FFF2-40B4-BE49-F238E27FC236}">
                <a16:creationId xmlns:a16="http://schemas.microsoft.com/office/drawing/2014/main" id="{1C9D742B-9152-4EF7-A612-B519BF62C6C9}"/>
              </a:ext>
            </a:extLst>
          </p:cNvPr>
          <p:cNvSpPr>
            <a:spLocks noChangeArrowheads="1"/>
          </p:cNvSpPr>
          <p:nvPr/>
        </p:nvSpPr>
        <p:spPr bwMode="auto">
          <a:xfrm>
            <a:off x="7177414"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1" name="Rectangle 75">
            <a:extLst>
              <a:ext uri="{FF2B5EF4-FFF2-40B4-BE49-F238E27FC236}">
                <a16:creationId xmlns:a16="http://schemas.microsoft.com/office/drawing/2014/main" id="{2149792F-282E-44D6-84AE-7D31FA24B25F}"/>
              </a:ext>
            </a:extLst>
          </p:cNvPr>
          <p:cNvSpPr>
            <a:spLocks noChangeArrowheads="1"/>
          </p:cNvSpPr>
          <p:nvPr/>
        </p:nvSpPr>
        <p:spPr bwMode="auto">
          <a:xfrm>
            <a:off x="7631676"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2" name="Rectangle 76">
            <a:extLst>
              <a:ext uri="{FF2B5EF4-FFF2-40B4-BE49-F238E27FC236}">
                <a16:creationId xmlns:a16="http://schemas.microsoft.com/office/drawing/2014/main" id="{BEAFEECA-B893-49C1-9039-812C4AF541DE}"/>
              </a:ext>
            </a:extLst>
          </p:cNvPr>
          <p:cNvSpPr>
            <a:spLocks noChangeArrowheads="1"/>
          </p:cNvSpPr>
          <p:nvPr/>
        </p:nvSpPr>
        <p:spPr bwMode="auto">
          <a:xfrm>
            <a:off x="8087109"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3" name="Rectangle 77">
            <a:extLst>
              <a:ext uri="{FF2B5EF4-FFF2-40B4-BE49-F238E27FC236}">
                <a16:creationId xmlns:a16="http://schemas.microsoft.com/office/drawing/2014/main" id="{122E4F71-6D60-47F1-8100-1C8190AADAFA}"/>
              </a:ext>
            </a:extLst>
          </p:cNvPr>
          <p:cNvSpPr>
            <a:spLocks noChangeArrowheads="1"/>
          </p:cNvSpPr>
          <p:nvPr/>
        </p:nvSpPr>
        <p:spPr bwMode="auto">
          <a:xfrm>
            <a:off x="8541372"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4" name="Rectangle 78">
            <a:extLst>
              <a:ext uri="{FF2B5EF4-FFF2-40B4-BE49-F238E27FC236}">
                <a16:creationId xmlns:a16="http://schemas.microsoft.com/office/drawing/2014/main" id="{E9A54785-45A1-4BC8-A85E-CA3EB19FF384}"/>
              </a:ext>
            </a:extLst>
          </p:cNvPr>
          <p:cNvSpPr>
            <a:spLocks noChangeArrowheads="1"/>
          </p:cNvSpPr>
          <p:nvPr/>
        </p:nvSpPr>
        <p:spPr bwMode="auto">
          <a:xfrm>
            <a:off x="8996805"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5" name="Rectangle 79">
            <a:extLst>
              <a:ext uri="{FF2B5EF4-FFF2-40B4-BE49-F238E27FC236}">
                <a16:creationId xmlns:a16="http://schemas.microsoft.com/office/drawing/2014/main" id="{D765DC5F-87A3-4E46-88C5-F2101A2941F1}"/>
              </a:ext>
            </a:extLst>
          </p:cNvPr>
          <p:cNvSpPr>
            <a:spLocks noChangeArrowheads="1"/>
          </p:cNvSpPr>
          <p:nvPr/>
        </p:nvSpPr>
        <p:spPr bwMode="auto">
          <a:xfrm>
            <a:off x="9451068"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6" name="Rectangle 80">
            <a:extLst>
              <a:ext uri="{FF2B5EF4-FFF2-40B4-BE49-F238E27FC236}">
                <a16:creationId xmlns:a16="http://schemas.microsoft.com/office/drawing/2014/main" id="{644B6B17-5BBC-4A03-8899-52E7DF7FE658}"/>
              </a:ext>
            </a:extLst>
          </p:cNvPr>
          <p:cNvSpPr>
            <a:spLocks noChangeArrowheads="1"/>
          </p:cNvSpPr>
          <p:nvPr/>
        </p:nvSpPr>
        <p:spPr bwMode="auto">
          <a:xfrm>
            <a:off x="9906501"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7" name="Rectangle 81">
            <a:extLst>
              <a:ext uri="{FF2B5EF4-FFF2-40B4-BE49-F238E27FC236}">
                <a16:creationId xmlns:a16="http://schemas.microsoft.com/office/drawing/2014/main" id="{987BE756-32EA-455B-8130-C8E83B1B3B0D}"/>
              </a:ext>
            </a:extLst>
          </p:cNvPr>
          <p:cNvSpPr>
            <a:spLocks noChangeArrowheads="1"/>
          </p:cNvSpPr>
          <p:nvPr/>
        </p:nvSpPr>
        <p:spPr bwMode="auto">
          <a:xfrm>
            <a:off x="10360763" y="133882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8" name="Rectangle 82">
            <a:extLst>
              <a:ext uri="{FF2B5EF4-FFF2-40B4-BE49-F238E27FC236}">
                <a16:creationId xmlns:a16="http://schemas.microsoft.com/office/drawing/2014/main" id="{5C7821F2-B5EF-4833-B9B9-5AE62E01175B}"/>
              </a:ext>
            </a:extLst>
          </p:cNvPr>
          <p:cNvSpPr>
            <a:spLocks noChangeArrowheads="1"/>
          </p:cNvSpPr>
          <p:nvPr/>
        </p:nvSpPr>
        <p:spPr bwMode="auto">
          <a:xfrm>
            <a:off x="10816197" y="133882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9" name="Rectangle 83">
            <a:extLst>
              <a:ext uri="{FF2B5EF4-FFF2-40B4-BE49-F238E27FC236}">
                <a16:creationId xmlns:a16="http://schemas.microsoft.com/office/drawing/2014/main" id="{EDF1C499-3F66-4B42-92C0-855DDB14CD0D}"/>
              </a:ext>
            </a:extLst>
          </p:cNvPr>
          <p:cNvSpPr>
            <a:spLocks noChangeArrowheads="1"/>
          </p:cNvSpPr>
          <p:nvPr/>
        </p:nvSpPr>
        <p:spPr bwMode="auto">
          <a:xfrm>
            <a:off x="11270460" y="1338827"/>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0" name="Rectangle 84">
            <a:extLst>
              <a:ext uri="{FF2B5EF4-FFF2-40B4-BE49-F238E27FC236}">
                <a16:creationId xmlns:a16="http://schemas.microsoft.com/office/drawing/2014/main" id="{3A95874A-F523-4169-A3FB-782B25C88E1A}"/>
              </a:ext>
            </a:extLst>
          </p:cNvPr>
          <p:cNvSpPr>
            <a:spLocks noChangeArrowheads="1"/>
          </p:cNvSpPr>
          <p:nvPr/>
        </p:nvSpPr>
        <p:spPr bwMode="auto">
          <a:xfrm>
            <a:off x="11725892" y="133882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9" name="Rectangle 5">
            <a:extLst>
              <a:ext uri="{FF2B5EF4-FFF2-40B4-BE49-F238E27FC236}">
                <a16:creationId xmlns:a16="http://schemas.microsoft.com/office/drawing/2014/main" id="{6291B61F-460B-41F6-82CC-088066FD85C2}"/>
              </a:ext>
            </a:extLst>
          </p:cNvPr>
          <p:cNvSpPr>
            <a:spLocks noChangeArrowheads="1"/>
          </p:cNvSpPr>
          <p:nvPr/>
        </p:nvSpPr>
        <p:spPr bwMode="auto">
          <a:xfrm>
            <a:off x="35411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0" name="Rectangle 6">
            <a:extLst>
              <a:ext uri="{FF2B5EF4-FFF2-40B4-BE49-F238E27FC236}">
                <a16:creationId xmlns:a16="http://schemas.microsoft.com/office/drawing/2014/main" id="{C588270F-A3F7-4DD2-8B81-C30BA6412569}"/>
              </a:ext>
            </a:extLst>
          </p:cNvPr>
          <p:cNvSpPr>
            <a:spLocks noChangeArrowheads="1"/>
          </p:cNvSpPr>
          <p:nvPr/>
        </p:nvSpPr>
        <p:spPr bwMode="auto">
          <a:xfrm>
            <a:off x="80954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1" name="Rectangle 7">
            <a:extLst>
              <a:ext uri="{FF2B5EF4-FFF2-40B4-BE49-F238E27FC236}">
                <a16:creationId xmlns:a16="http://schemas.microsoft.com/office/drawing/2014/main" id="{050F8909-1A69-4BF3-BC80-ECD1B486FAE2}"/>
              </a:ext>
            </a:extLst>
          </p:cNvPr>
          <p:cNvSpPr>
            <a:spLocks noChangeArrowheads="1"/>
          </p:cNvSpPr>
          <p:nvPr/>
        </p:nvSpPr>
        <p:spPr bwMode="auto">
          <a:xfrm>
            <a:off x="126380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2" name="Rectangle 8">
            <a:extLst>
              <a:ext uri="{FF2B5EF4-FFF2-40B4-BE49-F238E27FC236}">
                <a16:creationId xmlns:a16="http://schemas.microsoft.com/office/drawing/2014/main" id="{995EC835-8CAE-48D8-ADF0-22B6D986B1EF}"/>
              </a:ext>
            </a:extLst>
          </p:cNvPr>
          <p:cNvSpPr>
            <a:spLocks noChangeArrowheads="1"/>
          </p:cNvSpPr>
          <p:nvPr/>
        </p:nvSpPr>
        <p:spPr bwMode="auto">
          <a:xfrm>
            <a:off x="171923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3" name="Rectangle 9">
            <a:extLst>
              <a:ext uri="{FF2B5EF4-FFF2-40B4-BE49-F238E27FC236}">
                <a16:creationId xmlns:a16="http://schemas.microsoft.com/office/drawing/2014/main" id="{5076577D-01F8-484C-8AEB-1091039A662E}"/>
              </a:ext>
            </a:extLst>
          </p:cNvPr>
          <p:cNvSpPr>
            <a:spLocks noChangeArrowheads="1"/>
          </p:cNvSpPr>
          <p:nvPr/>
        </p:nvSpPr>
        <p:spPr bwMode="auto">
          <a:xfrm>
            <a:off x="217350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4" name="Rectangle 10">
            <a:extLst>
              <a:ext uri="{FF2B5EF4-FFF2-40B4-BE49-F238E27FC236}">
                <a16:creationId xmlns:a16="http://schemas.microsoft.com/office/drawing/2014/main" id="{5FAA1557-63ED-4C2E-89BE-E827B69C47DE}"/>
              </a:ext>
            </a:extLst>
          </p:cNvPr>
          <p:cNvSpPr>
            <a:spLocks noChangeArrowheads="1"/>
          </p:cNvSpPr>
          <p:nvPr/>
        </p:nvSpPr>
        <p:spPr bwMode="auto">
          <a:xfrm>
            <a:off x="262893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5" name="Rectangle 11">
            <a:extLst>
              <a:ext uri="{FF2B5EF4-FFF2-40B4-BE49-F238E27FC236}">
                <a16:creationId xmlns:a16="http://schemas.microsoft.com/office/drawing/2014/main" id="{63D8B1EF-AF76-4A72-B4E3-FC4D1B4E7A80}"/>
              </a:ext>
            </a:extLst>
          </p:cNvPr>
          <p:cNvSpPr>
            <a:spLocks noChangeArrowheads="1"/>
          </p:cNvSpPr>
          <p:nvPr/>
        </p:nvSpPr>
        <p:spPr bwMode="auto">
          <a:xfrm>
            <a:off x="3083197"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6" name="Rectangle 12">
            <a:extLst>
              <a:ext uri="{FF2B5EF4-FFF2-40B4-BE49-F238E27FC236}">
                <a16:creationId xmlns:a16="http://schemas.microsoft.com/office/drawing/2014/main" id="{4DF3DA51-2B69-42BD-A6DE-6F85AA116149}"/>
              </a:ext>
            </a:extLst>
          </p:cNvPr>
          <p:cNvSpPr>
            <a:spLocks noChangeArrowheads="1"/>
          </p:cNvSpPr>
          <p:nvPr/>
        </p:nvSpPr>
        <p:spPr bwMode="auto">
          <a:xfrm>
            <a:off x="3538630"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7" name="Rectangle 13">
            <a:extLst>
              <a:ext uri="{FF2B5EF4-FFF2-40B4-BE49-F238E27FC236}">
                <a16:creationId xmlns:a16="http://schemas.microsoft.com/office/drawing/2014/main" id="{464ECA3E-44D7-43DE-A35E-EADB2D8D7243}"/>
              </a:ext>
            </a:extLst>
          </p:cNvPr>
          <p:cNvSpPr>
            <a:spLocks noChangeArrowheads="1"/>
          </p:cNvSpPr>
          <p:nvPr/>
        </p:nvSpPr>
        <p:spPr bwMode="auto">
          <a:xfrm>
            <a:off x="399289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8" name="Rectangle 14">
            <a:extLst>
              <a:ext uri="{FF2B5EF4-FFF2-40B4-BE49-F238E27FC236}">
                <a16:creationId xmlns:a16="http://schemas.microsoft.com/office/drawing/2014/main" id="{36E4F914-DFE7-4297-8E42-A27710155F63}"/>
              </a:ext>
            </a:extLst>
          </p:cNvPr>
          <p:cNvSpPr>
            <a:spLocks noChangeArrowheads="1"/>
          </p:cNvSpPr>
          <p:nvPr/>
        </p:nvSpPr>
        <p:spPr bwMode="auto">
          <a:xfrm>
            <a:off x="4448326"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9" name="Rectangle 15">
            <a:extLst>
              <a:ext uri="{FF2B5EF4-FFF2-40B4-BE49-F238E27FC236}">
                <a16:creationId xmlns:a16="http://schemas.microsoft.com/office/drawing/2014/main" id="{164AA26B-0915-4E61-AFF2-BDA8ED551BFE}"/>
              </a:ext>
            </a:extLst>
          </p:cNvPr>
          <p:cNvSpPr>
            <a:spLocks noChangeArrowheads="1"/>
          </p:cNvSpPr>
          <p:nvPr/>
        </p:nvSpPr>
        <p:spPr bwMode="auto">
          <a:xfrm>
            <a:off x="4902589"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0" name="Rectangle 16">
            <a:extLst>
              <a:ext uri="{FF2B5EF4-FFF2-40B4-BE49-F238E27FC236}">
                <a16:creationId xmlns:a16="http://schemas.microsoft.com/office/drawing/2014/main" id="{D5AB2E4B-626F-4072-87E5-595D35EFADAD}"/>
              </a:ext>
            </a:extLst>
          </p:cNvPr>
          <p:cNvSpPr>
            <a:spLocks noChangeArrowheads="1"/>
          </p:cNvSpPr>
          <p:nvPr/>
        </p:nvSpPr>
        <p:spPr bwMode="auto">
          <a:xfrm>
            <a:off x="535802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1" name="Rectangle 17">
            <a:extLst>
              <a:ext uri="{FF2B5EF4-FFF2-40B4-BE49-F238E27FC236}">
                <a16:creationId xmlns:a16="http://schemas.microsoft.com/office/drawing/2014/main" id="{65DAB362-330B-46D1-BCA8-58DF84B02A0B}"/>
              </a:ext>
            </a:extLst>
          </p:cNvPr>
          <p:cNvSpPr>
            <a:spLocks noChangeArrowheads="1"/>
          </p:cNvSpPr>
          <p:nvPr/>
        </p:nvSpPr>
        <p:spPr bwMode="auto">
          <a:xfrm>
            <a:off x="5812285"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2" name="Rectangle 18">
            <a:extLst>
              <a:ext uri="{FF2B5EF4-FFF2-40B4-BE49-F238E27FC236}">
                <a16:creationId xmlns:a16="http://schemas.microsoft.com/office/drawing/2014/main" id="{354D240F-C2AD-45B8-AC36-32AD2EAD65C6}"/>
              </a:ext>
            </a:extLst>
          </p:cNvPr>
          <p:cNvSpPr>
            <a:spLocks noChangeArrowheads="1"/>
          </p:cNvSpPr>
          <p:nvPr/>
        </p:nvSpPr>
        <p:spPr bwMode="auto">
          <a:xfrm>
            <a:off x="6267717"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3" name="Rectangle 19">
            <a:extLst>
              <a:ext uri="{FF2B5EF4-FFF2-40B4-BE49-F238E27FC236}">
                <a16:creationId xmlns:a16="http://schemas.microsoft.com/office/drawing/2014/main" id="{90E2C084-FE42-498D-9DD1-54C9F1833304}"/>
              </a:ext>
            </a:extLst>
          </p:cNvPr>
          <p:cNvSpPr>
            <a:spLocks noChangeArrowheads="1"/>
          </p:cNvSpPr>
          <p:nvPr/>
        </p:nvSpPr>
        <p:spPr bwMode="auto">
          <a:xfrm>
            <a:off x="672198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4" name="Rectangle 20">
            <a:extLst>
              <a:ext uri="{FF2B5EF4-FFF2-40B4-BE49-F238E27FC236}">
                <a16:creationId xmlns:a16="http://schemas.microsoft.com/office/drawing/2014/main" id="{C350DA86-5C2C-4CB7-B1CC-4409FC68993E}"/>
              </a:ext>
            </a:extLst>
          </p:cNvPr>
          <p:cNvSpPr>
            <a:spLocks noChangeArrowheads="1"/>
          </p:cNvSpPr>
          <p:nvPr/>
        </p:nvSpPr>
        <p:spPr bwMode="auto">
          <a:xfrm>
            <a:off x="7177414"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5" name="Rectangle 21">
            <a:extLst>
              <a:ext uri="{FF2B5EF4-FFF2-40B4-BE49-F238E27FC236}">
                <a16:creationId xmlns:a16="http://schemas.microsoft.com/office/drawing/2014/main" id="{3476D016-BE0E-40FB-AE03-36C7206310DC}"/>
              </a:ext>
            </a:extLst>
          </p:cNvPr>
          <p:cNvSpPr>
            <a:spLocks noChangeArrowheads="1"/>
          </p:cNvSpPr>
          <p:nvPr/>
        </p:nvSpPr>
        <p:spPr bwMode="auto">
          <a:xfrm>
            <a:off x="7631676"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6" name="Rectangle 22">
            <a:extLst>
              <a:ext uri="{FF2B5EF4-FFF2-40B4-BE49-F238E27FC236}">
                <a16:creationId xmlns:a16="http://schemas.microsoft.com/office/drawing/2014/main" id="{4207A264-69D9-418A-8329-92D261B9B62C}"/>
              </a:ext>
            </a:extLst>
          </p:cNvPr>
          <p:cNvSpPr>
            <a:spLocks noChangeArrowheads="1"/>
          </p:cNvSpPr>
          <p:nvPr/>
        </p:nvSpPr>
        <p:spPr bwMode="auto">
          <a:xfrm>
            <a:off x="8087109"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7" name="Rectangle 23">
            <a:extLst>
              <a:ext uri="{FF2B5EF4-FFF2-40B4-BE49-F238E27FC236}">
                <a16:creationId xmlns:a16="http://schemas.microsoft.com/office/drawing/2014/main" id="{A6B0A29B-A2CB-436D-9F5A-97AC9E9B35A6}"/>
              </a:ext>
            </a:extLst>
          </p:cNvPr>
          <p:cNvSpPr>
            <a:spLocks noChangeArrowheads="1"/>
          </p:cNvSpPr>
          <p:nvPr/>
        </p:nvSpPr>
        <p:spPr bwMode="auto">
          <a:xfrm>
            <a:off x="8541372"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8" name="Rectangle 24">
            <a:extLst>
              <a:ext uri="{FF2B5EF4-FFF2-40B4-BE49-F238E27FC236}">
                <a16:creationId xmlns:a16="http://schemas.microsoft.com/office/drawing/2014/main" id="{E9855E46-BFAF-42D9-AC3D-C449C9315DD0}"/>
              </a:ext>
            </a:extLst>
          </p:cNvPr>
          <p:cNvSpPr>
            <a:spLocks noChangeArrowheads="1"/>
          </p:cNvSpPr>
          <p:nvPr/>
        </p:nvSpPr>
        <p:spPr bwMode="auto">
          <a:xfrm>
            <a:off x="8996805"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9" name="Rectangle 25">
            <a:extLst>
              <a:ext uri="{FF2B5EF4-FFF2-40B4-BE49-F238E27FC236}">
                <a16:creationId xmlns:a16="http://schemas.microsoft.com/office/drawing/2014/main" id="{8A0832E2-B419-44F2-AA90-20EF152828FB}"/>
              </a:ext>
            </a:extLst>
          </p:cNvPr>
          <p:cNvSpPr>
            <a:spLocks noChangeArrowheads="1"/>
          </p:cNvSpPr>
          <p:nvPr/>
        </p:nvSpPr>
        <p:spPr bwMode="auto">
          <a:xfrm>
            <a:off x="9451068"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0" name="Rectangle 26">
            <a:extLst>
              <a:ext uri="{FF2B5EF4-FFF2-40B4-BE49-F238E27FC236}">
                <a16:creationId xmlns:a16="http://schemas.microsoft.com/office/drawing/2014/main" id="{19E36BF2-3D4E-4C2B-8D4A-DCF9E92FAEDD}"/>
              </a:ext>
            </a:extLst>
          </p:cNvPr>
          <p:cNvSpPr>
            <a:spLocks noChangeArrowheads="1"/>
          </p:cNvSpPr>
          <p:nvPr/>
        </p:nvSpPr>
        <p:spPr bwMode="auto">
          <a:xfrm>
            <a:off x="9906501" y="1845539"/>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1" name="Rectangle 27">
            <a:extLst>
              <a:ext uri="{FF2B5EF4-FFF2-40B4-BE49-F238E27FC236}">
                <a16:creationId xmlns:a16="http://schemas.microsoft.com/office/drawing/2014/main" id="{038C7A5F-FE20-45D2-9A21-6F27B6DEE723}"/>
              </a:ext>
            </a:extLst>
          </p:cNvPr>
          <p:cNvSpPr>
            <a:spLocks noChangeArrowheads="1"/>
          </p:cNvSpPr>
          <p:nvPr/>
        </p:nvSpPr>
        <p:spPr bwMode="auto">
          <a:xfrm>
            <a:off x="10360763"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2" name="Rectangle 28">
            <a:extLst>
              <a:ext uri="{FF2B5EF4-FFF2-40B4-BE49-F238E27FC236}">
                <a16:creationId xmlns:a16="http://schemas.microsoft.com/office/drawing/2014/main" id="{E6296672-5055-43EF-8C50-F99741CCADCF}"/>
              </a:ext>
            </a:extLst>
          </p:cNvPr>
          <p:cNvSpPr>
            <a:spLocks noChangeArrowheads="1"/>
          </p:cNvSpPr>
          <p:nvPr/>
        </p:nvSpPr>
        <p:spPr bwMode="auto">
          <a:xfrm>
            <a:off x="10816197" y="1845539"/>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3" name="Rectangle 29">
            <a:extLst>
              <a:ext uri="{FF2B5EF4-FFF2-40B4-BE49-F238E27FC236}">
                <a16:creationId xmlns:a16="http://schemas.microsoft.com/office/drawing/2014/main" id="{9F789C90-FBCD-48B5-800E-4829555286BD}"/>
              </a:ext>
            </a:extLst>
          </p:cNvPr>
          <p:cNvSpPr>
            <a:spLocks noChangeArrowheads="1"/>
          </p:cNvSpPr>
          <p:nvPr/>
        </p:nvSpPr>
        <p:spPr bwMode="auto">
          <a:xfrm>
            <a:off x="11270460" y="1845539"/>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4" name="Rectangle 30">
            <a:extLst>
              <a:ext uri="{FF2B5EF4-FFF2-40B4-BE49-F238E27FC236}">
                <a16:creationId xmlns:a16="http://schemas.microsoft.com/office/drawing/2014/main" id="{DDF49BA7-3A02-4020-A1E4-11270C686243}"/>
              </a:ext>
            </a:extLst>
          </p:cNvPr>
          <p:cNvSpPr>
            <a:spLocks noChangeArrowheads="1"/>
          </p:cNvSpPr>
          <p:nvPr/>
        </p:nvSpPr>
        <p:spPr bwMode="auto">
          <a:xfrm>
            <a:off x="11725892" y="1845539"/>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3" name="Rectangle 32">
            <a:extLst>
              <a:ext uri="{FF2B5EF4-FFF2-40B4-BE49-F238E27FC236}">
                <a16:creationId xmlns:a16="http://schemas.microsoft.com/office/drawing/2014/main" id="{B4B13D94-DCE1-468B-AF50-848FB46E4948}"/>
              </a:ext>
            </a:extLst>
          </p:cNvPr>
          <p:cNvSpPr>
            <a:spLocks noChangeArrowheads="1"/>
          </p:cNvSpPr>
          <p:nvPr/>
        </p:nvSpPr>
        <p:spPr bwMode="auto">
          <a:xfrm>
            <a:off x="35411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4" name="Rectangle 33">
            <a:extLst>
              <a:ext uri="{FF2B5EF4-FFF2-40B4-BE49-F238E27FC236}">
                <a16:creationId xmlns:a16="http://schemas.microsoft.com/office/drawing/2014/main" id="{D42897BB-EFBB-4C3E-B7D8-39558C9973F8}"/>
              </a:ext>
            </a:extLst>
          </p:cNvPr>
          <p:cNvSpPr>
            <a:spLocks noChangeArrowheads="1"/>
          </p:cNvSpPr>
          <p:nvPr/>
        </p:nvSpPr>
        <p:spPr bwMode="auto">
          <a:xfrm>
            <a:off x="80954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5" name="Rectangle 34">
            <a:extLst>
              <a:ext uri="{FF2B5EF4-FFF2-40B4-BE49-F238E27FC236}">
                <a16:creationId xmlns:a16="http://schemas.microsoft.com/office/drawing/2014/main" id="{4FAE9ED1-B75E-4074-8A29-538EBAC75111}"/>
              </a:ext>
            </a:extLst>
          </p:cNvPr>
          <p:cNvSpPr>
            <a:spLocks noChangeArrowheads="1"/>
          </p:cNvSpPr>
          <p:nvPr/>
        </p:nvSpPr>
        <p:spPr bwMode="auto">
          <a:xfrm>
            <a:off x="126380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6" name="Rectangle 35">
            <a:extLst>
              <a:ext uri="{FF2B5EF4-FFF2-40B4-BE49-F238E27FC236}">
                <a16:creationId xmlns:a16="http://schemas.microsoft.com/office/drawing/2014/main" id="{04AF33C2-82DD-4449-B5ED-C6E11A9176B9}"/>
              </a:ext>
            </a:extLst>
          </p:cNvPr>
          <p:cNvSpPr>
            <a:spLocks noChangeArrowheads="1"/>
          </p:cNvSpPr>
          <p:nvPr/>
        </p:nvSpPr>
        <p:spPr bwMode="auto">
          <a:xfrm>
            <a:off x="171923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7" name="Rectangle 36">
            <a:extLst>
              <a:ext uri="{FF2B5EF4-FFF2-40B4-BE49-F238E27FC236}">
                <a16:creationId xmlns:a16="http://schemas.microsoft.com/office/drawing/2014/main" id="{A402AA2F-3566-4F90-A3D7-2F6ACC0596DC}"/>
              </a:ext>
            </a:extLst>
          </p:cNvPr>
          <p:cNvSpPr>
            <a:spLocks noChangeArrowheads="1"/>
          </p:cNvSpPr>
          <p:nvPr/>
        </p:nvSpPr>
        <p:spPr bwMode="auto">
          <a:xfrm>
            <a:off x="217350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8" name="Rectangle 37">
            <a:extLst>
              <a:ext uri="{FF2B5EF4-FFF2-40B4-BE49-F238E27FC236}">
                <a16:creationId xmlns:a16="http://schemas.microsoft.com/office/drawing/2014/main" id="{12257C74-8FE2-4A5A-AE7D-4253FD48B2A6}"/>
              </a:ext>
            </a:extLst>
          </p:cNvPr>
          <p:cNvSpPr>
            <a:spLocks noChangeArrowheads="1"/>
          </p:cNvSpPr>
          <p:nvPr/>
        </p:nvSpPr>
        <p:spPr bwMode="auto">
          <a:xfrm>
            <a:off x="262893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9" name="Rectangle 38">
            <a:extLst>
              <a:ext uri="{FF2B5EF4-FFF2-40B4-BE49-F238E27FC236}">
                <a16:creationId xmlns:a16="http://schemas.microsoft.com/office/drawing/2014/main" id="{EDCCE78B-73E1-4347-A0AB-893F31DE0D72}"/>
              </a:ext>
            </a:extLst>
          </p:cNvPr>
          <p:cNvSpPr>
            <a:spLocks noChangeArrowheads="1"/>
          </p:cNvSpPr>
          <p:nvPr/>
        </p:nvSpPr>
        <p:spPr bwMode="auto">
          <a:xfrm>
            <a:off x="3083197"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0" name="Rectangle 39">
            <a:extLst>
              <a:ext uri="{FF2B5EF4-FFF2-40B4-BE49-F238E27FC236}">
                <a16:creationId xmlns:a16="http://schemas.microsoft.com/office/drawing/2014/main" id="{71A20C81-1914-4715-86F6-FC2A3887F217}"/>
              </a:ext>
            </a:extLst>
          </p:cNvPr>
          <p:cNvSpPr>
            <a:spLocks noChangeArrowheads="1"/>
          </p:cNvSpPr>
          <p:nvPr/>
        </p:nvSpPr>
        <p:spPr bwMode="auto">
          <a:xfrm>
            <a:off x="3538630"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1" name="Rectangle 40">
            <a:extLst>
              <a:ext uri="{FF2B5EF4-FFF2-40B4-BE49-F238E27FC236}">
                <a16:creationId xmlns:a16="http://schemas.microsoft.com/office/drawing/2014/main" id="{30EB0F8B-2241-4BB6-B10C-10150726F1C8}"/>
              </a:ext>
            </a:extLst>
          </p:cNvPr>
          <p:cNvSpPr>
            <a:spLocks noChangeArrowheads="1"/>
          </p:cNvSpPr>
          <p:nvPr/>
        </p:nvSpPr>
        <p:spPr bwMode="auto">
          <a:xfrm>
            <a:off x="399289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2" name="Rectangle 41">
            <a:extLst>
              <a:ext uri="{FF2B5EF4-FFF2-40B4-BE49-F238E27FC236}">
                <a16:creationId xmlns:a16="http://schemas.microsoft.com/office/drawing/2014/main" id="{93DC7C70-8C17-43A4-9F9B-0C24A1A8816F}"/>
              </a:ext>
            </a:extLst>
          </p:cNvPr>
          <p:cNvSpPr>
            <a:spLocks noChangeArrowheads="1"/>
          </p:cNvSpPr>
          <p:nvPr/>
        </p:nvSpPr>
        <p:spPr bwMode="auto">
          <a:xfrm>
            <a:off x="4448326"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3" name="Rectangle 42">
            <a:extLst>
              <a:ext uri="{FF2B5EF4-FFF2-40B4-BE49-F238E27FC236}">
                <a16:creationId xmlns:a16="http://schemas.microsoft.com/office/drawing/2014/main" id="{700DA9A2-C7ED-46FB-B7ED-912E60E91053}"/>
              </a:ext>
            </a:extLst>
          </p:cNvPr>
          <p:cNvSpPr>
            <a:spLocks noChangeArrowheads="1"/>
          </p:cNvSpPr>
          <p:nvPr/>
        </p:nvSpPr>
        <p:spPr bwMode="auto">
          <a:xfrm>
            <a:off x="4902589"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4" name="Rectangle 43">
            <a:extLst>
              <a:ext uri="{FF2B5EF4-FFF2-40B4-BE49-F238E27FC236}">
                <a16:creationId xmlns:a16="http://schemas.microsoft.com/office/drawing/2014/main" id="{23993B3F-B1E2-4626-915E-30EA0C27114C}"/>
              </a:ext>
            </a:extLst>
          </p:cNvPr>
          <p:cNvSpPr>
            <a:spLocks noChangeArrowheads="1"/>
          </p:cNvSpPr>
          <p:nvPr/>
        </p:nvSpPr>
        <p:spPr bwMode="auto">
          <a:xfrm>
            <a:off x="5358022"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5" name="Rectangle 44">
            <a:extLst>
              <a:ext uri="{FF2B5EF4-FFF2-40B4-BE49-F238E27FC236}">
                <a16:creationId xmlns:a16="http://schemas.microsoft.com/office/drawing/2014/main" id="{70A847F2-326C-4A11-90C5-5A5E3BC0062F}"/>
              </a:ext>
            </a:extLst>
          </p:cNvPr>
          <p:cNvSpPr>
            <a:spLocks noChangeArrowheads="1"/>
          </p:cNvSpPr>
          <p:nvPr/>
        </p:nvSpPr>
        <p:spPr bwMode="auto">
          <a:xfrm>
            <a:off x="5812285"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6" name="Rectangle 45">
            <a:extLst>
              <a:ext uri="{FF2B5EF4-FFF2-40B4-BE49-F238E27FC236}">
                <a16:creationId xmlns:a16="http://schemas.microsoft.com/office/drawing/2014/main" id="{D050CF34-CB80-475B-86F9-30114A7E6141}"/>
              </a:ext>
            </a:extLst>
          </p:cNvPr>
          <p:cNvSpPr>
            <a:spLocks noChangeArrowheads="1"/>
          </p:cNvSpPr>
          <p:nvPr/>
        </p:nvSpPr>
        <p:spPr bwMode="auto">
          <a:xfrm>
            <a:off x="626771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7" name="Rectangle 46">
            <a:extLst>
              <a:ext uri="{FF2B5EF4-FFF2-40B4-BE49-F238E27FC236}">
                <a16:creationId xmlns:a16="http://schemas.microsoft.com/office/drawing/2014/main" id="{72F7682D-8B8B-4827-9F84-5A883F25751E}"/>
              </a:ext>
            </a:extLst>
          </p:cNvPr>
          <p:cNvSpPr>
            <a:spLocks noChangeArrowheads="1"/>
          </p:cNvSpPr>
          <p:nvPr/>
        </p:nvSpPr>
        <p:spPr bwMode="auto">
          <a:xfrm>
            <a:off x="6721980"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8" name="Rectangle 47">
            <a:extLst>
              <a:ext uri="{FF2B5EF4-FFF2-40B4-BE49-F238E27FC236}">
                <a16:creationId xmlns:a16="http://schemas.microsoft.com/office/drawing/2014/main" id="{096B96DB-AD07-4F59-8D81-878896D609D6}"/>
              </a:ext>
            </a:extLst>
          </p:cNvPr>
          <p:cNvSpPr>
            <a:spLocks noChangeArrowheads="1"/>
          </p:cNvSpPr>
          <p:nvPr/>
        </p:nvSpPr>
        <p:spPr bwMode="auto">
          <a:xfrm>
            <a:off x="7177414"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49" name="Rectangle 48">
            <a:extLst>
              <a:ext uri="{FF2B5EF4-FFF2-40B4-BE49-F238E27FC236}">
                <a16:creationId xmlns:a16="http://schemas.microsoft.com/office/drawing/2014/main" id="{8B2388B0-7437-4F3C-B5AF-A99838656D00}"/>
              </a:ext>
            </a:extLst>
          </p:cNvPr>
          <p:cNvSpPr>
            <a:spLocks noChangeArrowheads="1"/>
          </p:cNvSpPr>
          <p:nvPr/>
        </p:nvSpPr>
        <p:spPr bwMode="auto">
          <a:xfrm>
            <a:off x="7631676"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0" name="Rectangle 49">
            <a:extLst>
              <a:ext uri="{FF2B5EF4-FFF2-40B4-BE49-F238E27FC236}">
                <a16:creationId xmlns:a16="http://schemas.microsoft.com/office/drawing/2014/main" id="{FBE62A09-5F6A-4BC0-9413-4B7222385A07}"/>
              </a:ext>
            </a:extLst>
          </p:cNvPr>
          <p:cNvSpPr>
            <a:spLocks noChangeArrowheads="1"/>
          </p:cNvSpPr>
          <p:nvPr/>
        </p:nvSpPr>
        <p:spPr bwMode="auto">
          <a:xfrm>
            <a:off x="8087109"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1" name="Rectangle 50">
            <a:extLst>
              <a:ext uri="{FF2B5EF4-FFF2-40B4-BE49-F238E27FC236}">
                <a16:creationId xmlns:a16="http://schemas.microsoft.com/office/drawing/2014/main" id="{FD4120A0-F176-4CF5-BD30-0A467CCD63B4}"/>
              </a:ext>
            </a:extLst>
          </p:cNvPr>
          <p:cNvSpPr>
            <a:spLocks noChangeArrowheads="1"/>
          </p:cNvSpPr>
          <p:nvPr/>
        </p:nvSpPr>
        <p:spPr bwMode="auto">
          <a:xfrm>
            <a:off x="8541372"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2" name="Rectangle 51">
            <a:extLst>
              <a:ext uri="{FF2B5EF4-FFF2-40B4-BE49-F238E27FC236}">
                <a16:creationId xmlns:a16="http://schemas.microsoft.com/office/drawing/2014/main" id="{8075DBF6-9812-49E0-8973-F29DF4621992}"/>
              </a:ext>
            </a:extLst>
          </p:cNvPr>
          <p:cNvSpPr>
            <a:spLocks noChangeArrowheads="1"/>
          </p:cNvSpPr>
          <p:nvPr/>
        </p:nvSpPr>
        <p:spPr bwMode="auto">
          <a:xfrm>
            <a:off x="8996805"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3" name="Rectangle 52">
            <a:extLst>
              <a:ext uri="{FF2B5EF4-FFF2-40B4-BE49-F238E27FC236}">
                <a16:creationId xmlns:a16="http://schemas.microsoft.com/office/drawing/2014/main" id="{55CA37AD-A3E1-4489-9138-C3852B352A18}"/>
              </a:ext>
            </a:extLst>
          </p:cNvPr>
          <p:cNvSpPr>
            <a:spLocks noChangeArrowheads="1"/>
          </p:cNvSpPr>
          <p:nvPr/>
        </p:nvSpPr>
        <p:spPr bwMode="auto">
          <a:xfrm>
            <a:off x="9451068"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4" name="Rectangle 53">
            <a:extLst>
              <a:ext uri="{FF2B5EF4-FFF2-40B4-BE49-F238E27FC236}">
                <a16:creationId xmlns:a16="http://schemas.microsoft.com/office/drawing/2014/main" id="{C88268CA-A454-432A-BBC6-F3C2F2736E0C}"/>
              </a:ext>
            </a:extLst>
          </p:cNvPr>
          <p:cNvSpPr>
            <a:spLocks noChangeArrowheads="1"/>
          </p:cNvSpPr>
          <p:nvPr/>
        </p:nvSpPr>
        <p:spPr bwMode="auto">
          <a:xfrm>
            <a:off x="9906501"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5" name="Rectangle 54">
            <a:extLst>
              <a:ext uri="{FF2B5EF4-FFF2-40B4-BE49-F238E27FC236}">
                <a16:creationId xmlns:a16="http://schemas.microsoft.com/office/drawing/2014/main" id="{3EA71045-4C26-49CD-944A-9D37A7B68674}"/>
              </a:ext>
            </a:extLst>
          </p:cNvPr>
          <p:cNvSpPr>
            <a:spLocks noChangeArrowheads="1"/>
          </p:cNvSpPr>
          <p:nvPr/>
        </p:nvSpPr>
        <p:spPr bwMode="auto">
          <a:xfrm>
            <a:off x="10360763" y="2352251"/>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6" name="Rectangle 55">
            <a:extLst>
              <a:ext uri="{FF2B5EF4-FFF2-40B4-BE49-F238E27FC236}">
                <a16:creationId xmlns:a16="http://schemas.microsoft.com/office/drawing/2014/main" id="{4CA66C44-3E69-4CC0-BE3E-5099678F39E7}"/>
              </a:ext>
            </a:extLst>
          </p:cNvPr>
          <p:cNvSpPr>
            <a:spLocks noChangeArrowheads="1"/>
          </p:cNvSpPr>
          <p:nvPr/>
        </p:nvSpPr>
        <p:spPr bwMode="auto">
          <a:xfrm>
            <a:off x="10816197" y="2352251"/>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7" name="Rectangle 56">
            <a:extLst>
              <a:ext uri="{FF2B5EF4-FFF2-40B4-BE49-F238E27FC236}">
                <a16:creationId xmlns:a16="http://schemas.microsoft.com/office/drawing/2014/main" id="{DBCD939E-7346-4FE8-9A9E-3196A1634058}"/>
              </a:ext>
            </a:extLst>
          </p:cNvPr>
          <p:cNvSpPr>
            <a:spLocks noChangeArrowheads="1"/>
          </p:cNvSpPr>
          <p:nvPr/>
        </p:nvSpPr>
        <p:spPr bwMode="auto">
          <a:xfrm>
            <a:off x="11270460" y="2352251"/>
            <a:ext cx="109992" cy="108822"/>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58" name="Rectangle 57">
            <a:extLst>
              <a:ext uri="{FF2B5EF4-FFF2-40B4-BE49-F238E27FC236}">
                <a16:creationId xmlns:a16="http://schemas.microsoft.com/office/drawing/2014/main" id="{2048A8D9-1609-4979-9E04-CE3C74005214}"/>
              </a:ext>
            </a:extLst>
          </p:cNvPr>
          <p:cNvSpPr>
            <a:spLocks noChangeArrowheads="1"/>
          </p:cNvSpPr>
          <p:nvPr/>
        </p:nvSpPr>
        <p:spPr bwMode="auto">
          <a:xfrm>
            <a:off x="11725892" y="2352251"/>
            <a:ext cx="108822" cy="108822"/>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7" name="Rectangle 59">
            <a:extLst>
              <a:ext uri="{FF2B5EF4-FFF2-40B4-BE49-F238E27FC236}">
                <a16:creationId xmlns:a16="http://schemas.microsoft.com/office/drawing/2014/main" id="{1CDD4CCD-B616-436B-A3FD-F9E6416D6160}"/>
              </a:ext>
            </a:extLst>
          </p:cNvPr>
          <p:cNvSpPr>
            <a:spLocks noChangeArrowheads="1"/>
          </p:cNvSpPr>
          <p:nvPr/>
        </p:nvSpPr>
        <p:spPr bwMode="auto">
          <a:xfrm>
            <a:off x="35411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8" name="Rectangle 60">
            <a:extLst>
              <a:ext uri="{FF2B5EF4-FFF2-40B4-BE49-F238E27FC236}">
                <a16:creationId xmlns:a16="http://schemas.microsoft.com/office/drawing/2014/main" id="{C714A79D-593F-4D51-9527-0F7D44670155}"/>
              </a:ext>
            </a:extLst>
          </p:cNvPr>
          <p:cNvSpPr>
            <a:spLocks noChangeArrowheads="1"/>
          </p:cNvSpPr>
          <p:nvPr/>
        </p:nvSpPr>
        <p:spPr bwMode="auto">
          <a:xfrm>
            <a:off x="80954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9" name="Rectangle 61">
            <a:extLst>
              <a:ext uri="{FF2B5EF4-FFF2-40B4-BE49-F238E27FC236}">
                <a16:creationId xmlns:a16="http://schemas.microsoft.com/office/drawing/2014/main" id="{E7C7988F-856E-46FD-8950-CCDDDA38CF67}"/>
              </a:ext>
            </a:extLst>
          </p:cNvPr>
          <p:cNvSpPr>
            <a:spLocks noChangeArrowheads="1"/>
          </p:cNvSpPr>
          <p:nvPr/>
        </p:nvSpPr>
        <p:spPr bwMode="auto">
          <a:xfrm>
            <a:off x="126380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0" name="Rectangle 62">
            <a:extLst>
              <a:ext uri="{FF2B5EF4-FFF2-40B4-BE49-F238E27FC236}">
                <a16:creationId xmlns:a16="http://schemas.microsoft.com/office/drawing/2014/main" id="{6A604DC1-6DD7-4A5F-939D-B7E3D6B44599}"/>
              </a:ext>
            </a:extLst>
          </p:cNvPr>
          <p:cNvSpPr>
            <a:spLocks noChangeArrowheads="1"/>
          </p:cNvSpPr>
          <p:nvPr/>
        </p:nvSpPr>
        <p:spPr bwMode="auto">
          <a:xfrm>
            <a:off x="171923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1" name="Rectangle 63">
            <a:extLst>
              <a:ext uri="{FF2B5EF4-FFF2-40B4-BE49-F238E27FC236}">
                <a16:creationId xmlns:a16="http://schemas.microsoft.com/office/drawing/2014/main" id="{5E841B6F-400E-43A2-BA9E-713E1210E2FC}"/>
              </a:ext>
            </a:extLst>
          </p:cNvPr>
          <p:cNvSpPr>
            <a:spLocks noChangeArrowheads="1"/>
          </p:cNvSpPr>
          <p:nvPr/>
        </p:nvSpPr>
        <p:spPr bwMode="auto">
          <a:xfrm>
            <a:off x="217350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2" name="Rectangle 64">
            <a:extLst>
              <a:ext uri="{FF2B5EF4-FFF2-40B4-BE49-F238E27FC236}">
                <a16:creationId xmlns:a16="http://schemas.microsoft.com/office/drawing/2014/main" id="{EB3556E4-BBFF-4497-86CB-E08210DD43A4}"/>
              </a:ext>
            </a:extLst>
          </p:cNvPr>
          <p:cNvSpPr>
            <a:spLocks noChangeArrowheads="1"/>
          </p:cNvSpPr>
          <p:nvPr/>
        </p:nvSpPr>
        <p:spPr bwMode="auto">
          <a:xfrm>
            <a:off x="262893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3" name="Rectangle 65">
            <a:extLst>
              <a:ext uri="{FF2B5EF4-FFF2-40B4-BE49-F238E27FC236}">
                <a16:creationId xmlns:a16="http://schemas.microsoft.com/office/drawing/2014/main" id="{4ED49176-4A95-47F2-9609-F517D91CE550}"/>
              </a:ext>
            </a:extLst>
          </p:cNvPr>
          <p:cNvSpPr>
            <a:spLocks noChangeArrowheads="1"/>
          </p:cNvSpPr>
          <p:nvPr/>
        </p:nvSpPr>
        <p:spPr bwMode="auto">
          <a:xfrm>
            <a:off x="3083197"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4" name="Rectangle 66">
            <a:extLst>
              <a:ext uri="{FF2B5EF4-FFF2-40B4-BE49-F238E27FC236}">
                <a16:creationId xmlns:a16="http://schemas.microsoft.com/office/drawing/2014/main" id="{C285A21A-D02C-4E2C-9129-0E4FD1439834}"/>
              </a:ext>
            </a:extLst>
          </p:cNvPr>
          <p:cNvSpPr>
            <a:spLocks noChangeArrowheads="1"/>
          </p:cNvSpPr>
          <p:nvPr/>
        </p:nvSpPr>
        <p:spPr bwMode="auto">
          <a:xfrm>
            <a:off x="3538630"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5" name="Rectangle 67">
            <a:extLst>
              <a:ext uri="{FF2B5EF4-FFF2-40B4-BE49-F238E27FC236}">
                <a16:creationId xmlns:a16="http://schemas.microsoft.com/office/drawing/2014/main" id="{0FAC70C0-5E77-440D-AA2C-C5F3A3CEC69B}"/>
              </a:ext>
            </a:extLst>
          </p:cNvPr>
          <p:cNvSpPr>
            <a:spLocks noChangeArrowheads="1"/>
          </p:cNvSpPr>
          <p:nvPr/>
        </p:nvSpPr>
        <p:spPr bwMode="auto">
          <a:xfrm>
            <a:off x="399289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6" name="Rectangle 68">
            <a:extLst>
              <a:ext uri="{FF2B5EF4-FFF2-40B4-BE49-F238E27FC236}">
                <a16:creationId xmlns:a16="http://schemas.microsoft.com/office/drawing/2014/main" id="{5463B017-838F-413D-8764-821503622A96}"/>
              </a:ext>
            </a:extLst>
          </p:cNvPr>
          <p:cNvSpPr>
            <a:spLocks noChangeArrowheads="1"/>
          </p:cNvSpPr>
          <p:nvPr/>
        </p:nvSpPr>
        <p:spPr bwMode="auto">
          <a:xfrm>
            <a:off x="4448326"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7" name="Rectangle 69">
            <a:extLst>
              <a:ext uri="{FF2B5EF4-FFF2-40B4-BE49-F238E27FC236}">
                <a16:creationId xmlns:a16="http://schemas.microsoft.com/office/drawing/2014/main" id="{D1A17899-795E-470F-B52B-0EE1A5143D8A}"/>
              </a:ext>
            </a:extLst>
          </p:cNvPr>
          <p:cNvSpPr>
            <a:spLocks noChangeArrowheads="1"/>
          </p:cNvSpPr>
          <p:nvPr/>
        </p:nvSpPr>
        <p:spPr bwMode="auto">
          <a:xfrm>
            <a:off x="4902589"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8" name="Rectangle 70">
            <a:extLst>
              <a:ext uri="{FF2B5EF4-FFF2-40B4-BE49-F238E27FC236}">
                <a16:creationId xmlns:a16="http://schemas.microsoft.com/office/drawing/2014/main" id="{BFA98CD7-C296-4FF8-AEA4-137B730DF3A7}"/>
              </a:ext>
            </a:extLst>
          </p:cNvPr>
          <p:cNvSpPr>
            <a:spLocks noChangeArrowheads="1"/>
          </p:cNvSpPr>
          <p:nvPr/>
        </p:nvSpPr>
        <p:spPr bwMode="auto">
          <a:xfrm>
            <a:off x="535802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19" name="Rectangle 71">
            <a:extLst>
              <a:ext uri="{FF2B5EF4-FFF2-40B4-BE49-F238E27FC236}">
                <a16:creationId xmlns:a16="http://schemas.microsoft.com/office/drawing/2014/main" id="{9F11BA7F-A440-4A5A-9145-C2CBF5DAF0D4}"/>
              </a:ext>
            </a:extLst>
          </p:cNvPr>
          <p:cNvSpPr>
            <a:spLocks noChangeArrowheads="1"/>
          </p:cNvSpPr>
          <p:nvPr/>
        </p:nvSpPr>
        <p:spPr bwMode="auto">
          <a:xfrm>
            <a:off x="5812285"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0" name="Rectangle 72">
            <a:extLst>
              <a:ext uri="{FF2B5EF4-FFF2-40B4-BE49-F238E27FC236}">
                <a16:creationId xmlns:a16="http://schemas.microsoft.com/office/drawing/2014/main" id="{D21FFF55-7EAD-40FA-9864-F5B8971D1414}"/>
              </a:ext>
            </a:extLst>
          </p:cNvPr>
          <p:cNvSpPr>
            <a:spLocks noChangeArrowheads="1"/>
          </p:cNvSpPr>
          <p:nvPr/>
        </p:nvSpPr>
        <p:spPr bwMode="auto">
          <a:xfrm>
            <a:off x="6267717"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1" name="Rectangle 73">
            <a:extLst>
              <a:ext uri="{FF2B5EF4-FFF2-40B4-BE49-F238E27FC236}">
                <a16:creationId xmlns:a16="http://schemas.microsoft.com/office/drawing/2014/main" id="{30F55C85-4BDF-4A1A-A90A-C676A9117308}"/>
              </a:ext>
            </a:extLst>
          </p:cNvPr>
          <p:cNvSpPr>
            <a:spLocks noChangeArrowheads="1"/>
          </p:cNvSpPr>
          <p:nvPr/>
        </p:nvSpPr>
        <p:spPr bwMode="auto">
          <a:xfrm>
            <a:off x="672198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2" name="Rectangle 74">
            <a:extLst>
              <a:ext uri="{FF2B5EF4-FFF2-40B4-BE49-F238E27FC236}">
                <a16:creationId xmlns:a16="http://schemas.microsoft.com/office/drawing/2014/main" id="{CD376222-CE2E-460E-A86D-CEEFFC77F8CE}"/>
              </a:ext>
            </a:extLst>
          </p:cNvPr>
          <p:cNvSpPr>
            <a:spLocks noChangeArrowheads="1"/>
          </p:cNvSpPr>
          <p:nvPr/>
        </p:nvSpPr>
        <p:spPr bwMode="auto">
          <a:xfrm>
            <a:off x="7177414"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3" name="Rectangle 75">
            <a:extLst>
              <a:ext uri="{FF2B5EF4-FFF2-40B4-BE49-F238E27FC236}">
                <a16:creationId xmlns:a16="http://schemas.microsoft.com/office/drawing/2014/main" id="{D9F6E244-E70D-4E98-BE65-616D29AD4DB0}"/>
              </a:ext>
            </a:extLst>
          </p:cNvPr>
          <p:cNvSpPr>
            <a:spLocks noChangeArrowheads="1"/>
          </p:cNvSpPr>
          <p:nvPr/>
        </p:nvSpPr>
        <p:spPr bwMode="auto">
          <a:xfrm>
            <a:off x="7631676"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4" name="Rectangle 76">
            <a:extLst>
              <a:ext uri="{FF2B5EF4-FFF2-40B4-BE49-F238E27FC236}">
                <a16:creationId xmlns:a16="http://schemas.microsoft.com/office/drawing/2014/main" id="{E3B75F8F-57C0-4AD6-92A4-826B4281F4A1}"/>
              </a:ext>
            </a:extLst>
          </p:cNvPr>
          <p:cNvSpPr>
            <a:spLocks noChangeArrowheads="1"/>
          </p:cNvSpPr>
          <p:nvPr/>
        </p:nvSpPr>
        <p:spPr bwMode="auto">
          <a:xfrm>
            <a:off x="8087109"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5" name="Rectangle 77">
            <a:extLst>
              <a:ext uri="{FF2B5EF4-FFF2-40B4-BE49-F238E27FC236}">
                <a16:creationId xmlns:a16="http://schemas.microsoft.com/office/drawing/2014/main" id="{A535E84C-3ECC-4B95-9FA9-A4AD23F2F270}"/>
              </a:ext>
            </a:extLst>
          </p:cNvPr>
          <p:cNvSpPr>
            <a:spLocks noChangeArrowheads="1"/>
          </p:cNvSpPr>
          <p:nvPr/>
        </p:nvSpPr>
        <p:spPr bwMode="auto">
          <a:xfrm>
            <a:off x="8541372"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6" name="Rectangle 78">
            <a:extLst>
              <a:ext uri="{FF2B5EF4-FFF2-40B4-BE49-F238E27FC236}">
                <a16:creationId xmlns:a16="http://schemas.microsoft.com/office/drawing/2014/main" id="{B36D8AB3-727A-44D7-B945-11021E7E565E}"/>
              </a:ext>
            </a:extLst>
          </p:cNvPr>
          <p:cNvSpPr>
            <a:spLocks noChangeArrowheads="1"/>
          </p:cNvSpPr>
          <p:nvPr/>
        </p:nvSpPr>
        <p:spPr bwMode="auto">
          <a:xfrm>
            <a:off x="8996805"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7" name="Rectangle 79">
            <a:extLst>
              <a:ext uri="{FF2B5EF4-FFF2-40B4-BE49-F238E27FC236}">
                <a16:creationId xmlns:a16="http://schemas.microsoft.com/office/drawing/2014/main" id="{D97F58A0-5D6C-414B-81E1-932E36D87F81}"/>
              </a:ext>
            </a:extLst>
          </p:cNvPr>
          <p:cNvSpPr>
            <a:spLocks noChangeArrowheads="1"/>
          </p:cNvSpPr>
          <p:nvPr/>
        </p:nvSpPr>
        <p:spPr bwMode="auto">
          <a:xfrm>
            <a:off x="9451068"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8" name="Rectangle 80">
            <a:extLst>
              <a:ext uri="{FF2B5EF4-FFF2-40B4-BE49-F238E27FC236}">
                <a16:creationId xmlns:a16="http://schemas.microsoft.com/office/drawing/2014/main" id="{34645A3A-2DF2-467B-ADEC-66C2680074AA}"/>
              </a:ext>
            </a:extLst>
          </p:cNvPr>
          <p:cNvSpPr>
            <a:spLocks noChangeArrowheads="1"/>
          </p:cNvSpPr>
          <p:nvPr/>
        </p:nvSpPr>
        <p:spPr bwMode="auto">
          <a:xfrm>
            <a:off x="9906501"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29" name="Rectangle 81">
            <a:extLst>
              <a:ext uri="{FF2B5EF4-FFF2-40B4-BE49-F238E27FC236}">
                <a16:creationId xmlns:a16="http://schemas.microsoft.com/office/drawing/2014/main" id="{2991A0D8-2D5D-4B08-9704-9BFB93B162FC}"/>
              </a:ext>
            </a:extLst>
          </p:cNvPr>
          <p:cNvSpPr>
            <a:spLocks noChangeArrowheads="1"/>
          </p:cNvSpPr>
          <p:nvPr/>
        </p:nvSpPr>
        <p:spPr bwMode="auto">
          <a:xfrm>
            <a:off x="10360763"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0" name="Rectangle 82">
            <a:extLst>
              <a:ext uri="{FF2B5EF4-FFF2-40B4-BE49-F238E27FC236}">
                <a16:creationId xmlns:a16="http://schemas.microsoft.com/office/drawing/2014/main" id="{7128A5D3-8A8E-4A5B-ACA1-5A01DEAE2F4F}"/>
              </a:ext>
            </a:extLst>
          </p:cNvPr>
          <p:cNvSpPr>
            <a:spLocks noChangeArrowheads="1"/>
          </p:cNvSpPr>
          <p:nvPr/>
        </p:nvSpPr>
        <p:spPr bwMode="auto">
          <a:xfrm>
            <a:off x="10816197" y="2857795"/>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1" name="Rectangle 83">
            <a:extLst>
              <a:ext uri="{FF2B5EF4-FFF2-40B4-BE49-F238E27FC236}">
                <a16:creationId xmlns:a16="http://schemas.microsoft.com/office/drawing/2014/main" id="{D017036E-3A97-4D6A-AA9F-AA9B8E3E0E34}"/>
              </a:ext>
            </a:extLst>
          </p:cNvPr>
          <p:cNvSpPr>
            <a:spLocks noChangeArrowheads="1"/>
          </p:cNvSpPr>
          <p:nvPr/>
        </p:nvSpPr>
        <p:spPr bwMode="auto">
          <a:xfrm>
            <a:off x="11270460" y="285779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32" name="Rectangle 84">
            <a:extLst>
              <a:ext uri="{FF2B5EF4-FFF2-40B4-BE49-F238E27FC236}">
                <a16:creationId xmlns:a16="http://schemas.microsoft.com/office/drawing/2014/main" id="{5BCCE486-20E6-47E4-96AF-5AFB021736FA}"/>
              </a:ext>
            </a:extLst>
          </p:cNvPr>
          <p:cNvSpPr>
            <a:spLocks noChangeArrowheads="1"/>
          </p:cNvSpPr>
          <p:nvPr/>
        </p:nvSpPr>
        <p:spPr bwMode="auto">
          <a:xfrm>
            <a:off x="11725892" y="285779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1" name="Rectangle 5">
            <a:extLst>
              <a:ext uri="{FF2B5EF4-FFF2-40B4-BE49-F238E27FC236}">
                <a16:creationId xmlns:a16="http://schemas.microsoft.com/office/drawing/2014/main" id="{AC28E286-CB3B-41B8-9829-2A09FD0F1C45}"/>
              </a:ext>
            </a:extLst>
          </p:cNvPr>
          <p:cNvSpPr>
            <a:spLocks noChangeArrowheads="1"/>
          </p:cNvSpPr>
          <p:nvPr/>
        </p:nvSpPr>
        <p:spPr bwMode="auto">
          <a:xfrm>
            <a:off x="35411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2" name="Rectangle 6">
            <a:extLst>
              <a:ext uri="{FF2B5EF4-FFF2-40B4-BE49-F238E27FC236}">
                <a16:creationId xmlns:a16="http://schemas.microsoft.com/office/drawing/2014/main" id="{A6CBC9BD-AE25-437A-9246-679B5C4DB89C}"/>
              </a:ext>
            </a:extLst>
          </p:cNvPr>
          <p:cNvSpPr>
            <a:spLocks noChangeArrowheads="1"/>
          </p:cNvSpPr>
          <p:nvPr/>
        </p:nvSpPr>
        <p:spPr bwMode="auto">
          <a:xfrm>
            <a:off x="809542"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6" name="Rectangle 20">
            <a:extLst>
              <a:ext uri="{FF2B5EF4-FFF2-40B4-BE49-F238E27FC236}">
                <a16:creationId xmlns:a16="http://schemas.microsoft.com/office/drawing/2014/main" id="{0EDE0526-CBA2-4A01-9D59-24F0B138B629}"/>
              </a:ext>
            </a:extLst>
          </p:cNvPr>
          <p:cNvSpPr>
            <a:spLocks noChangeArrowheads="1"/>
          </p:cNvSpPr>
          <p:nvPr/>
        </p:nvSpPr>
        <p:spPr bwMode="auto">
          <a:xfrm>
            <a:off x="7177414"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7" name="Rectangle 21">
            <a:extLst>
              <a:ext uri="{FF2B5EF4-FFF2-40B4-BE49-F238E27FC236}">
                <a16:creationId xmlns:a16="http://schemas.microsoft.com/office/drawing/2014/main" id="{5E66E413-A492-40ED-BCC5-F23480C017DC}"/>
              </a:ext>
            </a:extLst>
          </p:cNvPr>
          <p:cNvSpPr>
            <a:spLocks noChangeArrowheads="1"/>
          </p:cNvSpPr>
          <p:nvPr/>
        </p:nvSpPr>
        <p:spPr bwMode="auto">
          <a:xfrm>
            <a:off x="7631676"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8" name="Rectangle 22">
            <a:extLst>
              <a:ext uri="{FF2B5EF4-FFF2-40B4-BE49-F238E27FC236}">
                <a16:creationId xmlns:a16="http://schemas.microsoft.com/office/drawing/2014/main" id="{6FCFA5F2-AFE6-49D8-BE15-40E90D43FF67}"/>
              </a:ext>
            </a:extLst>
          </p:cNvPr>
          <p:cNvSpPr>
            <a:spLocks noChangeArrowheads="1"/>
          </p:cNvSpPr>
          <p:nvPr/>
        </p:nvSpPr>
        <p:spPr bwMode="auto">
          <a:xfrm>
            <a:off x="8087109"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99" name="Rectangle 23">
            <a:extLst>
              <a:ext uri="{FF2B5EF4-FFF2-40B4-BE49-F238E27FC236}">
                <a16:creationId xmlns:a16="http://schemas.microsoft.com/office/drawing/2014/main" id="{AD7A4E43-F44A-43CF-A9D7-BA4D8B2B2F47}"/>
              </a:ext>
            </a:extLst>
          </p:cNvPr>
          <p:cNvSpPr>
            <a:spLocks noChangeArrowheads="1"/>
          </p:cNvSpPr>
          <p:nvPr/>
        </p:nvSpPr>
        <p:spPr bwMode="auto">
          <a:xfrm>
            <a:off x="8541372"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0" name="Rectangle 24">
            <a:extLst>
              <a:ext uri="{FF2B5EF4-FFF2-40B4-BE49-F238E27FC236}">
                <a16:creationId xmlns:a16="http://schemas.microsoft.com/office/drawing/2014/main" id="{FC2E67AB-58DA-4BCF-81D2-0040BBD96216}"/>
              </a:ext>
            </a:extLst>
          </p:cNvPr>
          <p:cNvSpPr>
            <a:spLocks noChangeArrowheads="1"/>
          </p:cNvSpPr>
          <p:nvPr/>
        </p:nvSpPr>
        <p:spPr bwMode="auto">
          <a:xfrm>
            <a:off x="8996805"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1" name="Rectangle 25">
            <a:extLst>
              <a:ext uri="{FF2B5EF4-FFF2-40B4-BE49-F238E27FC236}">
                <a16:creationId xmlns:a16="http://schemas.microsoft.com/office/drawing/2014/main" id="{C99A6A98-815A-4877-8FE9-06C0CB7E1453}"/>
              </a:ext>
            </a:extLst>
          </p:cNvPr>
          <p:cNvSpPr>
            <a:spLocks noChangeArrowheads="1"/>
          </p:cNvSpPr>
          <p:nvPr/>
        </p:nvSpPr>
        <p:spPr bwMode="auto">
          <a:xfrm>
            <a:off x="9451068"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2" name="Rectangle 26">
            <a:extLst>
              <a:ext uri="{FF2B5EF4-FFF2-40B4-BE49-F238E27FC236}">
                <a16:creationId xmlns:a16="http://schemas.microsoft.com/office/drawing/2014/main" id="{C64F5A0E-D9C8-4999-8349-EA4D5F6ACFA4}"/>
              </a:ext>
            </a:extLst>
          </p:cNvPr>
          <p:cNvSpPr>
            <a:spLocks noChangeArrowheads="1"/>
          </p:cNvSpPr>
          <p:nvPr/>
        </p:nvSpPr>
        <p:spPr bwMode="auto">
          <a:xfrm>
            <a:off x="9906501"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3" name="Rectangle 27">
            <a:extLst>
              <a:ext uri="{FF2B5EF4-FFF2-40B4-BE49-F238E27FC236}">
                <a16:creationId xmlns:a16="http://schemas.microsoft.com/office/drawing/2014/main" id="{6935F975-0CC7-414B-9F9C-44875EF3FCA2}"/>
              </a:ext>
            </a:extLst>
          </p:cNvPr>
          <p:cNvSpPr>
            <a:spLocks noChangeArrowheads="1"/>
          </p:cNvSpPr>
          <p:nvPr/>
        </p:nvSpPr>
        <p:spPr bwMode="auto">
          <a:xfrm>
            <a:off x="10360763"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4" name="Rectangle 28">
            <a:extLst>
              <a:ext uri="{FF2B5EF4-FFF2-40B4-BE49-F238E27FC236}">
                <a16:creationId xmlns:a16="http://schemas.microsoft.com/office/drawing/2014/main" id="{21DEE8DA-7AB4-4341-BEF7-E8343A7BDFC6}"/>
              </a:ext>
            </a:extLst>
          </p:cNvPr>
          <p:cNvSpPr>
            <a:spLocks noChangeArrowheads="1"/>
          </p:cNvSpPr>
          <p:nvPr/>
        </p:nvSpPr>
        <p:spPr bwMode="auto">
          <a:xfrm>
            <a:off x="10816197" y="3364507"/>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5" name="Rectangle 29">
            <a:extLst>
              <a:ext uri="{FF2B5EF4-FFF2-40B4-BE49-F238E27FC236}">
                <a16:creationId xmlns:a16="http://schemas.microsoft.com/office/drawing/2014/main" id="{AF4FCF43-3009-4229-89F8-D62F91C9267A}"/>
              </a:ext>
            </a:extLst>
          </p:cNvPr>
          <p:cNvSpPr>
            <a:spLocks noChangeArrowheads="1"/>
          </p:cNvSpPr>
          <p:nvPr/>
        </p:nvSpPr>
        <p:spPr bwMode="auto">
          <a:xfrm>
            <a:off x="11270460" y="3364507"/>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06" name="Rectangle 30">
            <a:extLst>
              <a:ext uri="{FF2B5EF4-FFF2-40B4-BE49-F238E27FC236}">
                <a16:creationId xmlns:a16="http://schemas.microsoft.com/office/drawing/2014/main" id="{21EAAE8A-F99B-4A0B-8E7D-566273D5E904}"/>
              </a:ext>
            </a:extLst>
          </p:cNvPr>
          <p:cNvSpPr>
            <a:spLocks noChangeArrowheads="1"/>
          </p:cNvSpPr>
          <p:nvPr/>
        </p:nvSpPr>
        <p:spPr bwMode="auto">
          <a:xfrm>
            <a:off x="11725892" y="3364507"/>
            <a:ext cx="10882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5" name="Rectangle 32">
            <a:extLst>
              <a:ext uri="{FF2B5EF4-FFF2-40B4-BE49-F238E27FC236}">
                <a16:creationId xmlns:a16="http://schemas.microsoft.com/office/drawing/2014/main" id="{FD0840A3-FF5F-4E9F-AAB6-948A5E4EC0B0}"/>
              </a:ext>
            </a:extLst>
          </p:cNvPr>
          <p:cNvSpPr>
            <a:spLocks noChangeArrowheads="1"/>
          </p:cNvSpPr>
          <p:nvPr/>
        </p:nvSpPr>
        <p:spPr bwMode="auto">
          <a:xfrm>
            <a:off x="35411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6" name="Rectangle 33">
            <a:extLst>
              <a:ext uri="{FF2B5EF4-FFF2-40B4-BE49-F238E27FC236}">
                <a16:creationId xmlns:a16="http://schemas.microsoft.com/office/drawing/2014/main" id="{F50A1B14-0F67-4FC2-88F7-3BE9E0EB2DEB}"/>
              </a:ext>
            </a:extLst>
          </p:cNvPr>
          <p:cNvSpPr>
            <a:spLocks noChangeArrowheads="1"/>
          </p:cNvSpPr>
          <p:nvPr/>
        </p:nvSpPr>
        <p:spPr bwMode="auto">
          <a:xfrm>
            <a:off x="80954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0" name="Rectangle 47">
            <a:extLst>
              <a:ext uri="{FF2B5EF4-FFF2-40B4-BE49-F238E27FC236}">
                <a16:creationId xmlns:a16="http://schemas.microsoft.com/office/drawing/2014/main" id="{C379EE06-9745-42DA-BBC1-A082CA50FB21}"/>
              </a:ext>
            </a:extLst>
          </p:cNvPr>
          <p:cNvSpPr>
            <a:spLocks noChangeArrowheads="1"/>
          </p:cNvSpPr>
          <p:nvPr/>
        </p:nvSpPr>
        <p:spPr bwMode="auto">
          <a:xfrm>
            <a:off x="7177414"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1" name="Rectangle 48">
            <a:extLst>
              <a:ext uri="{FF2B5EF4-FFF2-40B4-BE49-F238E27FC236}">
                <a16:creationId xmlns:a16="http://schemas.microsoft.com/office/drawing/2014/main" id="{06184212-6301-4320-A25C-8350DB2579F9}"/>
              </a:ext>
            </a:extLst>
          </p:cNvPr>
          <p:cNvSpPr>
            <a:spLocks noChangeArrowheads="1"/>
          </p:cNvSpPr>
          <p:nvPr/>
        </p:nvSpPr>
        <p:spPr bwMode="auto">
          <a:xfrm>
            <a:off x="7631676"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2" name="Rectangle 49">
            <a:extLst>
              <a:ext uri="{FF2B5EF4-FFF2-40B4-BE49-F238E27FC236}">
                <a16:creationId xmlns:a16="http://schemas.microsoft.com/office/drawing/2014/main" id="{D81215A9-8DA9-436E-BFD3-672FD476BE6C}"/>
              </a:ext>
            </a:extLst>
          </p:cNvPr>
          <p:cNvSpPr>
            <a:spLocks noChangeArrowheads="1"/>
          </p:cNvSpPr>
          <p:nvPr/>
        </p:nvSpPr>
        <p:spPr bwMode="auto">
          <a:xfrm>
            <a:off x="8087109"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3" name="Rectangle 50">
            <a:extLst>
              <a:ext uri="{FF2B5EF4-FFF2-40B4-BE49-F238E27FC236}">
                <a16:creationId xmlns:a16="http://schemas.microsoft.com/office/drawing/2014/main" id="{7F4705F9-3317-4397-B01E-644775B19C65}"/>
              </a:ext>
            </a:extLst>
          </p:cNvPr>
          <p:cNvSpPr>
            <a:spLocks noChangeArrowheads="1"/>
          </p:cNvSpPr>
          <p:nvPr/>
        </p:nvSpPr>
        <p:spPr bwMode="auto">
          <a:xfrm>
            <a:off x="8541372"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4" name="Rectangle 51">
            <a:extLst>
              <a:ext uri="{FF2B5EF4-FFF2-40B4-BE49-F238E27FC236}">
                <a16:creationId xmlns:a16="http://schemas.microsoft.com/office/drawing/2014/main" id="{2857C00E-FADC-42AA-AA16-38A83D5AF738}"/>
              </a:ext>
            </a:extLst>
          </p:cNvPr>
          <p:cNvSpPr>
            <a:spLocks noChangeArrowheads="1"/>
          </p:cNvSpPr>
          <p:nvPr/>
        </p:nvSpPr>
        <p:spPr bwMode="auto">
          <a:xfrm>
            <a:off x="8996805"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5" name="Rectangle 52">
            <a:extLst>
              <a:ext uri="{FF2B5EF4-FFF2-40B4-BE49-F238E27FC236}">
                <a16:creationId xmlns:a16="http://schemas.microsoft.com/office/drawing/2014/main" id="{74EAC93D-EF3C-4092-B15E-15494A23FEB0}"/>
              </a:ext>
            </a:extLst>
          </p:cNvPr>
          <p:cNvSpPr>
            <a:spLocks noChangeArrowheads="1"/>
          </p:cNvSpPr>
          <p:nvPr/>
        </p:nvSpPr>
        <p:spPr bwMode="auto">
          <a:xfrm>
            <a:off x="9451068"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6" name="Rectangle 53">
            <a:extLst>
              <a:ext uri="{FF2B5EF4-FFF2-40B4-BE49-F238E27FC236}">
                <a16:creationId xmlns:a16="http://schemas.microsoft.com/office/drawing/2014/main" id="{5D3EEE91-37CE-4F2F-905E-D7AFCC6E4567}"/>
              </a:ext>
            </a:extLst>
          </p:cNvPr>
          <p:cNvSpPr>
            <a:spLocks noChangeArrowheads="1"/>
          </p:cNvSpPr>
          <p:nvPr/>
        </p:nvSpPr>
        <p:spPr bwMode="auto">
          <a:xfrm>
            <a:off x="9906501"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7" name="Rectangle 54">
            <a:extLst>
              <a:ext uri="{FF2B5EF4-FFF2-40B4-BE49-F238E27FC236}">
                <a16:creationId xmlns:a16="http://schemas.microsoft.com/office/drawing/2014/main" id="{368F77C6-C453-499B-8B47-39BE1A310EAA}"/>
              </a:ext>
            </a:extLst>
          </p:cNvPr>
          <p:cNvSpPr>
            <a:spLocks noChangeArrowheads="1"/>
          </p:cNvSpPr>
          <p:nvPr/>
        </p:nvSpPr>
        <p:spPr bwMode="auto">
          <a:xfrm>
            <a:off x="10360763"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8" name="Rectangle 55">
            <a:extLst>
              <a:ext uri="{FF2B5EF4-FFF2-40B4-BE49-F238E27FC236}">
                <a16:creationId xmlns:a16="http://schemas.microsoft.com/office/drawing/2014/main" id="{4EB7C421-E508-4232-A011-40643DB79DC5}"/>
              </a:ext>
            </a:extLst>
          </p:cNvPr>
          <p:cNvSpPr>
            <a:spLocks noChangeArrowheads="1"/>
          </p:cNvSpPr>
          <p:nvPr/>
        </p:nvSpPr>
        <p:spPr bwMode="auto">
          <a:xfrm>
            <a:off x="10816197"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79" name="Rectangle 56">
            <a:extLst>
              <a:ext uri="{FF2B5EF4-FFF2-40B4-BE49-F238E27FC236}">
                <a16:creationId xmlns:a16="http://schemas.microsoft.com/office/drawing/2014/main" id="{B7A7C2F9-930E-4B50-9AA3-47FE15F43A0D}"/>
              </a:ext>
            </a:extLst>
          </p:cNvPr>
          <p:cNvSpPr>
            <a:spLocks noChangeArrowheads="1"/>
          </p:cNvSpPr>
          <p:nvPr/>
        </p:nvSpPr>
        <p:spPr bwMode="auto">
          <a:xfrm>
            <a:off x="11270460" y="3871219"/>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80" name="Rectangle 57">
            <a:extLst>
              <a:ext uri="{FF2B5EF4-FFF2-40B4-BE49-F238E27FC236}">
                <a16:creationId xmlns:a16="http://schemas.microsoft.com/office/drawing/2014/main" id="{4ADCC0C0-6310-4ED1-A69B-CF3133EB5565}"/>
              </a:ext>
            </a:extLst>
          </p:cNvPr>
          <p:cNvSpPr>
            <a:spLocks noChangeArrowheads="1"/>
          </p:cNvSpPr>
          <p:nvPr/>
        </p:nvSpPr>
        <p:spPr bwMode="auto">
          <a:xfrm>
            <a:off x="11725892" y="3871219"/>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9" name="Rectangle 59">
            <a:extLst>
              <a:ext uri="{FF2B5EF4-FFF2-40B4-BE49-F238E27FC236}">
                <a16:creationId xmlns:a16="http://schemas.microsoft.com/office/drawing/2014/main" id="{EFCB7559-FD17-472B-B7A1-3FFC63C8BCC3}"/>
              </a:ext>
            </a:extLst>
          </p:cNvPr>
          <p:cNvSpPr>
            <a:spLocks noChangeArrowheads="1"/>
          </p:cNvSpPr>
          <p:nvPr/>
        </p:nvSpPr>
        <p:spPr bwMode="auto">
          <a:xfrm>
            <a:off x="35411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30" name="Rectangle 60">
            <a:extLst>
              <a:ext uri="{FF2B5EF4-FFF2-40B4-BE49-F238E27FC236}">
                <a16:creationId xmlns:a16="http://schemas.microsoft.com/office/drawing/2014/main" id="{2DA5B014-05A6-4DC4-A1AF-6B4B382336CC}"/>
              </a:ext>
            </a:extLst>
          </p:cNvPr>
          <p:cNvSpPr>
            <a:spLocks noChangeArrowheads="1"/>
          </p:cNvSpPr>
          <p:nvPr/>
        </p:nvSpPr>
        <p:spPr bwMode="auto">
          <a:xfrm>
            <a:off x="809542"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4" name="Rectangle 74">
            <a:extLst>
              <a:ext uri="{FF2B5EF4-FFF2-40B4-BE49-F238E27FC236}">
                <a16:creationId xmlns:a16="http://schemas.microsoft.com/office/drawing/2014/main" id="{8E63D1D1-CF92-468A-B012-24216CA08E04}"/>
              </a:ext>
            </a:extLst>
          </p:cNvPr>
          <p:cNvSpPr>
            <a:spLocks noChangeArrowheads="1"/>
          </p:cNvSpPr>
          <p:nvPr/>
        </p:nvSpPr>
        <p:spPr bwMode="auto">
          <a:xfrm>
            <a:off x="7177414"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5" name="Rectangle 75">
            <a:extLst>
              <a:ext uri="{FF2B5EF4-FFF2-40B4-BE49-F238E27FC236}">
                <a16:creationId xmlns:a16="http://schemas.microsoft.com/office/drawing/2014/main" id="{8FC2CD59-128D-4D06-937E-4505D57D1983}"/>
              </a:ext>
            </a:extLst>
          </p:cNvPr>
          <p:cNvSpPr>
            <a:spLocks noChangeArrowheads="1"/>
          </p:cNvSpPr>
          <p:nvPr/>
        </p:nvSpPr>
        <p:spPr bwMode="auto">
          <a:xfrm>
            <a:off x="7631676"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6" name="Rectangle 76">
            <a:extLst>
              <a:ext uri="{FF2B5EF4-FFF2-40B4-BE49-F238E27FC236}">
                <a16:creationId xmlns:a16="http://schemas.microsoft.com/office/drawing/2014/main" id="{B9A7B9E1-4CEE-41C8-A799-EE4B9AFCD04E}"/>
              </a:ext>
            </a:extLst>
          </p:cNvPr>
          <p:cNvSpPr>
            <a:spLocks noChangeArrowheads="1"/>
          </p:cNvSpPr>
          <p:nvPr/>
        </p:nvSpPr>
        <p:spPr bwMode="auto">
          <a:xfrm>
            <a:off x="8087109"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7" name="Rectangle 77">
            <a:extLst>
              <a:ext uri="{FF2B5EF4-FFF2-40B4-BE49-F238E27FC236}">
                <a16:creationId xmlns:a16="http://schemas.microsoft.com/office/drawing/2014/main" id="{3C824F84-B682-4EA2-AFC1-D56DF71A0CD9}"/>
              </a:ext>
            </a:extLst>
          </p:cNvPr>
          <p:cNvSpPr>
            <a:spLocks noChangeArrowheads="1"/>
          </p:cNvSpPr>
          <p:nvPr/>
        </p:nvSpPr>
        <p:spPr bwMode="auto">
          <a:xfrm>
            <a:off x="8541372"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8" name="Rectangle 78">
            <a:extLst>
              <a:ext uri="{FF2B5EF4-FFF2-40B4-BE49-F238E27FC236}">
                <a16:creationId xmlns:a16="http://schemas.microsoft.com/office/drawing/2014/main" id="{154DDE76-05F9-405C-86DB-477B87DBB847}"/>
              </a:ext>
            </a:extLst>
          </p:cNvPr>
          <p:cNvSpPr>
            <a:spLocks noChangeArrowheads="1"/>
          </p:cNvSpPr>
          <p:nvPr/>
        </p:nvSpPr>
        <p:spPr bwMode="auto">
          <a:xfrm>
            <a:off x="8996805"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49" name="Rectangle 79">
            <a:extLst>
              <a:ext uri="{FF2B5EF4-FFF2-40B4-BE49-F238E27FC236}">
                <a16:creationId xmlns:a16="http://schemas.microsoft.com/office/drawing/2014/main" id="{28217A81-8951-475F-9F90-88B99F13D6E5}"/>
              </a:ext>
            </a:extLst>
          </p:cNvPr>
          <p:cNvSpPr>
            <a:spLocks noChangeArrowheads="1"/>
          </p:cNvSpPr>
          <p:nvPr/>
        </p:nvSpPr>
        <p:spPr bwMode="auto">
          <a:xfrm>
            <a:off x="9451068"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0" name="Rectangle 80">
            <a:extLst>
              <a:ext uri="{FF2B5EF4-FFF2-40B4-BE49-F238E27FC236}">
                <a16:creationId xmlns:a16="http://schemas.microsoft.com/office/drawing/2014/main" id="{DD226742-8914-401E-8D78-93F56B2E4813}"/>
              </a:ext>
            </a:extLst>
          </p:cNvPr>
          <p:cNvSpPr>
            <a:spLocks noChangeArrowheads="1"/>
          </p:cNvSpPr>
          <p:nvPr/>
        </p:nvSpPr>
        <p:spPr bwMode="auto">
          <a:xfrm>
            <a:off x="9906501"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1" name="Rectangle 81">
            <a:extLst>
              <a:ext uri="{FF2B5EF4-FFF2-40B4-BE49-F238E27FC236}">
                <a16:creationId xmlns:a16="http://schemas.microsoft.com/office/drawing/2014/main" id="{B0E1AE86-33D6-4D1D-BC23-EA8A4AF1CFD2}"/>
              </a:ext>
            </a:extLst>
          </p:cNvPr>
          <p:cNvSpPr>
            <a:spLocks noChangeArrowheads="1"/>
          </p:cNvSpPr>
          <p:nvPr/>
        </p:nvSpPr>
        <p:spPr bwMode="auto">
          <a:xfrm>
            <a:off x="10360763"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2" name="Rectangle 82">
            <a:extLst>
              <a:ext uri="{FF2B5EF4-FFF2-40B4-BE49-F238E27FC236}">
                <a16:creationId xmlns:a16="http://schemas.microsoft.com/office/drawing/2014/main" id="{CCA69695-3790-4A9F-9CC1-5EBCB1C96DF5}"/>
              </a:ext>
            </a:extLst>
          </p:cNvPr>
          <p:cNvSpPr>
            <a:spLocks noChangeArrowheads="1"/>
          </p:cNvSpPr>
          <p:nvPr/>
        </p:nvSpPr>
        <p:spPr bwMode="auto">
          <a:xfrm>
            <a:off x="10816197" y="4376763"/>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3" name="Rectangle 83">
            <a:extLst>
              <a:ext uri="{FF2B5EF4-FFF2-40B4-BE49-F238E27FC236}">
                <a16:creationId xmlns:a16="http://schemas.microsoft.com/office/drawing/2014/main" id="{E75DD56F-C446-4037-8A60-A6C1A44E8CF2}"/>
              </a:ext>
            </a:extLst>
          </p:cNvPr>
          <p:cNvSpPr>
            <a:spLocks noChangeArrowheads="1"/>
          </p:cNvSpPr>
          <p:nvPr/>
        </p:nvSpPr>
        <p:spPr bwMode="auto">
          <a:xfrm>
            <a:off x="11270460" y="4376763"/>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54" name="Rectangle 84">
            <a:extLst>
              <a:ext uri="{FF2B5EF4-FFF2-40B4-BE49-F238E27FC236}">
                <a16:creationId xmlns:a16="http://schemas.microsoft.com/office/drawing/2014/main" id="{3658AAE9-4C55-47F2-9C83-497627EC28DA}"/>
              </a:ext>
            </a:extLst>
          </p:cNvPr>
          <p:cNvSpPr>
            <a:spLocks noChangeArrowheads="1"/>
          </p:cNvSpPr>
          <p:nvPr/>
        </p:nvSpPr>
        <p:spPr bwMode="auto">
          <a:xfrm>
            <a:off x="11725892" y="4376763"/>
            <a:ext cx="10882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3" name="Rectangle 5">
            <a:extLst>
              <a:ext uri="{FF2B5EF4-FFF2-40B4-BE49-F238E27FC236}">
                <a16:creationId xmlns:a16="http://schemas.microsoft.com/office/drawing/2014/main" id="{5B16BA60-1923-4CB8-AC58-3FA97E97824E}"/>
              </a:ext>
            </a:extLst>
          </p:cNvPr>
          <p:cNvSpPr>
            <a:spLocks noChangeArrowheads="1"/>
          </p:cNvSpPr>
          <p:nvPr/>
        </p:nvSpPr>
        <p:spPr bwMode="auto">
          <a:xfrm>
            <a:off x="35411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4" name="Rectangle 6">
            <a:extLst>
              <a:ext uri="{FF2B5EF4-FFF2-40B4-BE49-F238E27FC236}">
                <a16:creationId xmlns:a16="http://schemas.microsoft.com/office/drawing/2014/main" id="{5472B612-6D9A-49B7-A1A5-EF7EBDCE08E2}"/>
              </a:ext>
            </a:extLst>
          </p:cNvPr>
          <p:cNvSpPr>
            <a:spLocks noChangeArrowheads="1"/>
          </p:cNvSpPr>
          <p:nvPr/>
        </p:nvSpPr>
        <p:spPr bwMode="auto">
          <a:xfrm>
            <a:off x="80954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8" name="Rectangle 20">
            <a:extLst>
              <a:ext uri="{FF2B5EF4-FFF2-40B4-BE49-F238E27FC236}">
                <a16:creationId xmlns:a16="http://schemas.microsoft.com/office/drawing/2014/main" id="{3C593FAE-CE47-48A5-AC85-6174EAC0A21E}"/>
              </a:ext>
            </a:extLst>
          </p:cNvPr>
          <p:cNvSpPr>
            <a:spLocks noChangeArrowheads="1"/>
          </p:cNvSpPr>
          <p:nvPr/>
        </p:nvSpPr>
        <p:spPr bwMode="auto">
          <a:xfrm>
            <a:off x="7177414"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19" name="Rectangle 21">
            <a:extLst>
              <a:ext uri="{FF2B5EF4-FFF2-40B4-BE49-F238E27FC236}">
                <a16:creationId xmlns:a16="http://schemas.microsoft.com/office/drawing/2014/main" id="{E2228A57-948E-4482-9E06-D9E725176DF9}"/>
              </a:ext>
            </a:extLst>
          </p:cNvPr>
          <p:cNvSpPr>
            <a:spLocks noChangeArrowheads="1"/>
          </p:cNvSpPr>
          <p:nvPr/>
        </p:nvSpPr>
        <p:spPr bwMode="auto">
          <a:xfrm>
            <a:off x="7631676"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0" name="Rectangle 22">
            <a:extLst>
              <a:ext uri="{FF2B5EF4-FFF2-40B4-BE49-F238E27FC236}">
                <a16:creationId xmlns:a16="http://schemas.microsoft.com/office/drawing/2014/main" id="{1EF13CFA-22CA-4C10-BE90-D5CC115A891A}"/>
              </a:ext>
            </a:extLst>
          </p:cNvPr>
          <p:cNvSpPr>
            <a:spLocks noChangeArrowheads="1"/>
          </p:cNvSpPr>
          <p:nvPr/>
        </p:nvSpPr>
        <p:spPr bwMode="auto">
          <a:xfrm>
            <a:off x="8087109"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1" name="Rectangle 23">
            <a:extLst>
              <a:ext uri="{FF2B5EF4-FFF2-40B4-BE49-F238E27FC236}">
                <a16:creationId xmlns:a16="http://schemas.microsoft.com/office/drawing/2014/main" id="{0E8E90A3-1641-4E9B-A194-D5F117F9AEF4}"/>
              </a:ext>
            </a:extLst>
          </p:cNvPr>
          <p:cNvSpPr>
            <a:spLocks noChangeArrowheads="1"/>
          </p:cNvSpPr>
          <p:nvPr/>
        </p:nvSpPr>
        <p:spPr bwMode="auto">
          <a:xfrm>
            <a:off x="8541372"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2" name="Rectangle 24">
            <a:extLst>
              <a:ext uri="{FF2B5EF4-FFF2-40B4-BE49-F238E27FC236}">
                <a16:creationId xmlns:a16="http://schemas.microsoft.com/office/drawing/2014/main" id="{A68EDFEF-E0D3-402A-9521-3DF38E4B8F5F}"/>
              </a:ext>
            </a:extLst>
          </p:cNvPr>
          <p:cNvSpPr>
            <a:spLocks noChangeArrowheads="1"/>
          </p:cNvSpPr>
          <p:nvPr/>
        </p:nvSpPr>
        <p:spPr bwMode="auto">
          <a:xfrm>
            <a:off x="8996805"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3" name="Rectangle 25">
            <a:extLst>
              <a:ext uri="{FF2B5EF4-FFF2-40B4-BE49-F238E27FC236}">
                <a16:creationId xmlns:a16="http://schemas.microsoft.com/office/drawing/2014/main" id="{CCF9D944-04E9-47A8-9177-AFC8A6780FC7}"/>
              </a:ext>
            </a:extLst>
          </p:cNvPr>
          <p:cNvSpPr>
            <a:spLocks noChangeArrowheads="1"/>
          </p:cNvSpPr>
          <p:nvPr/>
        </p:nvSpPr>
        <p:spPr bwMode="auto">
          <a:xfrm>
            <a:off x="9451068"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4" name="Rectangle 26">
            <a:extLst>
              <a:ext uri="{FF2B5EF4-FFF2-40B4-BE49-F238E27FC236}">
                <a16:creationId xmlns:a16="http://schemas.microsoft.com/office/drawing/2014/main" id="{ABDECE26-FC06-416E-A783-A77B3FFA3AF7}"/>
              </a:ext>
            </a:extLst>
          </p:cNvPr>
          <p:cNvSpPr>
            <a:spLocks noChangeArrowheads="1"/>
          </p:cNvSpPr>
          <p:nvPr/>
        </p:nvSpPr>
        <p:spPr bwMode="auto">
          <a:xfrm>
            <a:off x="9906501"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5" name="Rectangle 27">
            <a:extLst>
              <a:ext uri="{FF2B5EF4-FFF2-40B4-BE49-F238E27FC236}">
                <a16:creationId xmlns:a16="http://schemas.microsoft.com/office/drawing/2014/main" id="{1F81018F-D062-471E-8E4D-BF55555F50D6}"/>
              </a:ext>
            </a:extLst>
          </p:cNvPr>
          <p:cNvSpPr>
            <a:spLocks noChangeArrowheads="1"/>
          </p:cNvSpPr>
          <p:nvPr/>
        </p:nvSpPr>
        <p:spPr bwMode="auto">
          <a:xfrm>
            <a:off x="10360763"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6" name="Rectangle 28">
            <a:extLst>
              <a:ext uri="{FF2B5EF4-FFF2-40B4-BE49-F238E27FC236}">
                <a16:creationId xmlns:a16="http://schemas.microsoft.com/office/drawing/2014/main" id="{75BC1DFB-E2E0-44A2-8449-1511B5F4C286}"/>
              </a:ext>
            </a:extLst>
          </p:cNvPr>
          <p:cNvSpPr>
            <a:spLocks noChangeArrowheads="1"/>
          </p:cNvSpPr>
          <p:nvPr/>
        </p:nvSpPr>
        <p:spPr bwMode="auto">
          <a:xfrm>
            <a:off x="10816197"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7" name="Rectangle 29">
            <a:extLst>
              <a:ext uri="{FF2B5EF4-FFF2-40B4-BE49-F238E27FC236}">
                <a16:creationId xmlns:a16="http://schemas.microsoft.com/office/drawing/2014/main" id="{FE671700-5C5E-4E82-8FDC-49E44FF73998}"/>
              </a:ext>
            </a:extLst>
          </p:cNvPr>
          <p:cNvSpPr>
            <a:spLocks noChangeArrowheads="1"/>
          </p:cNvSpPr>
          <p:nvPr/>
        </p:nvSpPr>
        <p:spPr bwMode="auto">
          <a:xfrm>
            <a:off x="11270460" y="4883475"/>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28" name="Rectangle 30">
            <a:extLst>
              <a:ext uri="{FF2B5EF4-FFF2-40B4-BE49-F238E27FC236}">
                <a16:creationId xmlns:a16="http://schemas.microsoft.com/office/drawing/2014/main" id="{367003AF-BC87-4F81-81EB-3D09A24C9934}"/>
              </a:ext>
            </a:extLst>
          </p:cNvPr>
          <p:cNvSpPr>
            <a:spLocks noChangeArrowheads="1"/>
          </p:cNvSpPr>
          <p:nvPr/>
        </p:nvSpPr>
        <p:spPr bwMode="auto">
          <a:xfrm>
            <a:off x="11725892" y="4883475"/>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7" name="Rectangle 32">
            <a:extLst>
              <a:ext uri="{FF2B5EF4-FFF2-40B4-BE49-F238E27FC236}">
                <a16:creationId xmlns:a16="http://schemas.microsoft.com/office/drawing/2014/main" id="{8E8A1AC8-CA63-4F37-A8CF-FF832D8BE474}"/>
              </a:ext>
            </a:extLst>
          </p:cNvPr>
          <p:cNvSpPr>
            <a:spLocks noChangeArrowheads="1"/>
          </p:cNvSpPr>
          <p:nvPr/>
        </p:nvSpPr>
        <p:spPr bwMode="auto">
          <a:xfrm>
            <a:off x="35411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78" name="Rectangle 33">
            <a:extLst>
              <a:ext uri="{FF2B5EF4-FFF2-40B4-BE49-F238E27FC236}">
                <a16:creationId xmlns:a16="http://schemas.microsoft.com/office/drawing/2014/main" id="{628E2734-FDDB-44A3-9AF2-03978429626B}"/>
              </a:ext>
            </a:extLst>
          </p:cNvPr>
          <p:cNvSpPr>
            <a:spLocks noChangeArrowheads="1"/>
          </p:cNvSpPr>
          <p:nvPr/>
        </p:nvSpPr>
        <p:spPr bwMode="auto">
          <a:xfrm>
            <a:off x="80954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2" name="Rectangle 47">
            <a:extLst>
              <a:ext uri="{FF2B5EF4-FFF2-40B4-BE49-F238E27FC236}">
                <a16:creationId xmlns:a16="http://schemas.microsoft.com/office/drawing/2014/main" id="{924E8ED7-0B54-488C-86FD-838BEC6C72BA}"/>
              </a:ext>
            </a:extLst>
          </p:cNvPr>
          <p:cNvSpPr>
            <a:spLocks noChangeArrowheads="1"/>
          </p:cNvSpPr>
          <p:nvPr/>
        </p:nvSpPr>
        <p:spPr bwMode="auto">
          <a:xfrm>
            <a:off x="7177414"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3" name="Rectangle 48">
            <a:extLst>
              <a:ext uri="{FF2B5EF4-FFF2-40B4-BE49-F238E27FC236}">
                <a16:creationId xmlns:a16="http://schemas.microsoft.com/office/drawing/2014/main" id="{5E731C89-5DF4-4419-9A67-52BAEC37335F}"/>
              </a:ext>
            </a:extLst>
          </p:cNvPr>
          <p:cNvSpPr>
            <a:spLocks noChangeArrowheads="1"/>
          </p:cNvSpPr>
          <p:nvPr/>
        </p:nvSpPr>
        <p:spPr bwMode="auto">
          <a:xfrm>
            <a:off x="7631676"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4" name="Rectangle 49">
            <a:extLst>
              <a:ext uri="{FF2B5EF4-FFF2-40B4-BE49-F238E27FC236}">
                <a16:creationId xmlns:a16="http://schemas.microsoft.com/office/drawing/2014/main" id="{D7B0E779-6D3D-4414-91BB-C1BBE6380DF5}"/>
              </a:ext>
            </a:extLst>
          </p:cNvPr>
          <p:cNvSpPr>
            <a:spLocks noChangeArrowheads="1"/>
          </p:cNvSpPr>
          <p:nvPr/>
        </p:nvSpPr>
        <p:spPr bwMode="auto">
          <a:xfrm>
            <a:off x="8087109"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5" name="Rectangle 50">
            <a:extLst>
              <a:ext uri="{FF2B5EF4-FFF2-40B4-BE49-F238E27FC236}">
                <a16:creationId xmlns:a16="http://schemas.microsoft.com/office/drawing/2014/main" id="{E846AB63-6AAB-4E86-B4BA-7853BD602178}"/>
              </a:ext>
            </a:extLst>
          </p:cNvPr>
          <p:cNvSpPr>
            <a:spLocks noChangeArrowheads="1"/>
          </p:cNvSpPr>
          <p:nvPr/>
        </p:nvSpPr>
        <p:spPr bwMode="auto">
          <a:xfrm>
            <a:off x="8541372"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6" name="Rectangle 51">
            <a:extLst>
              <a:ext uri="{FF2B5EF4-FFF2-40B4-BE49-F238E27FC236}">
                <a16:creationId xmlns:a16="http://schemas.microsoft.com/office/drawing/2014/main" id="{D05AC798-949B-4443-ADBB-917EF526FE1B}"/>
              </a:ext>
            </a:extLst>
          </p:cNvPr>
          <p:cNvSpPr>
            <a:spLocks noChangeArrowheads="1"/>
          </p:cNvSpPr>
          <p:nvPr/>
        </p:nvSpPr>
        <p:spPr bwMode="auto">
          <a:xfrm>
            <a:off x="8996805"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7" name="Rectangle 52">
            <a:extLst>
              <a:ext uri="{FF2B5EF4-FFF2-40B4-BE49-F238E27FC236}">
                <a16:creationId xmlns:a16="http://schemas.microsoft.com/office/drawing/2014/main" id="{8B3E2107-60AF-4064-A551-A333E6249CE7}"/>
              </a:ext>
            </a:extLst>
          </p:cNvPr>
          <p:cNvSpPr>
            <a:spLocks noChangeArrowheads="1"/>
          </p:cNvSpPr>
          <p:nvPr/>
        </p:nvSpPr>
        <p:spPr bwMode="auto">
          <a:xfrm>
            <a:off x="9451068"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 name="Rectangle 53">
            <a:extLst>
              <a:ext uri="{FF2B5EF4-FFF2-40B4-BE49-F238E27FC236}">
                <a16:creationId xmlns:a16="http://schemas.microsoft.com/office/drawing/2014/main" id="{055FD3E8-A340-4393-92E1-4FD68288FDBC}"/>
              </a:ext>
            </a:extLst>
          </p:cNvPr>
          <p:cNvSpPr>
            <a:spLocks noChangeArrowheads="1"/>
          </p:cNvSpPr>
          <p:nvPr/>
        </p:nvSpPr>
        <p:spPr bwMode="auto">
          <a:xfrm>
            <a:off x="9906501"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9" name="Rectangle 54">
            <a:extLst>
              <a:ext uri="{FF2B5EF4-FFF2-40B4-BE49-F238E27FC236}">
                <a16:creationId xmlns:a16="http://schemas.microsoft.com/office/drawing/2014/main" id="{C18C5E0E-D82C-4F82-A0E3-6BE9AAF75E27}"/>
              </a:ext>
            </a:extLst>
          </p:cNvPr>
          <p:cNvSpPr>
            <a:spLocks noChangeArrowheads="1"/>
          </p:cNvSpPr>
          <p:nvPr/>
        </p:nvSpPr>
        <p:spPr bwMode="auto">
          <a:xfrm>
            <a:off x="10360763"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0" name="Rectangle 55">
            <a:extLst>
              <a:ext uri="{FF2B5EF4-FFF2-40B4-BE49-F238E27FC236}">
                <a16:creationId xmlns:a16="http://schemas.microsoft.com/office/drawing/2014/main" id="{677F5FC4-34F3-400A-9970-A7EA63DB4B53}"/>
              </a:ext>
            </a:extLst>
          </p:cNvPr>
          <p:cNvSpPr>
            <a:spLocks noChangeArrowheads="1"/>
          </p:cNvSpPr>
          <p:nvPr/>
        </p:nvSpPr>
        <p:spPr bwMode="auto">
          <a:xfrm>
            <a:off x="10816197"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1" name="Rectangle 56">
            <a:extLst>
              <a:ext uri="{FF2B5EF4-FFF2-40B4-BE49-F238E27FC236}">
                <a16:creationId xmlns:a16="http://schemas.microsoft.com/office/drawing/2014/main" id="{2A4794CF-928E-4F8E-A532-7800E5996BB3}"/>
              </a:ext>
            </a:extLst>
          </p:cNvPr>
          <p:cNvSpPr>
            <a:spLocks noChangeArrowheads="1"/>
          </p:cNvSpPr>
          <p:nvPr/>
        </p:nvSpPr>
        <p:spPr bwMode="auto">
          <a:xfrm>
            <a:off x="11270460" y="5390187"/>
            <a:ext cx="10999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2" name="Rectangle 57">
            <a:extLst>
              <a:ext uri="{FF2B5EF4-FFF2-40B4-BE49-F238E27FC236}">
                <a16:creationId xmlns:a16="http://schemas.microsoft.com/office/drawing/2014/main" id="{E4F63079-D99A-4ECA-AE8B-8E93D4295604}"/>
              </a:ext>
            </a:extLst>
          </p:cNvPr>
          <p:cNvSpPr>
            <a:spLocks noChangeArrowheads="1"/>
          </p:cNvSpPr>
          <p:nvPr/>
        </p:nvSpPr>
        <p:spPr bwMode="auto">
          <a:xfrm>
            <a:off x="11725892" y="5390187"/>
            <a:ext cx="108822" cy="108822"/>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nvGrpSpPr>
          <p:cNvPr id="7" name="Group 6">
            <a:extLst>
              <a:ext uri="{FF2B5EF4-FFF2-40B4-BE49-F238E27FC236}">
                <a16:creationId xmlns:a16="http://schemas.microsoft.com/office/drawing/2014/main" id="{27DA42D9-3528-406D-A6F9-46DF735F0B1B}"/>
              </a:ext>
            </a:extLst>
          </p:cNvPr>
          <p:cNvGrpSpPr/>
          <p:nvPr userDrawn="1"/>
        </p:nvGrpSpPr>
        <p:grpSpPr>
          <a:xfrm>
            <a:off x="354110" y="6402442"/>
            <a:ext cx="11480604" cy="109990"/>
            <a:chOff x="354110" y="6402442"/>
            <a:chExt cx="11480604" cy="109990"/>
          </a:xfrm>
        </p:grpSpPr>
        <p:sp>
          <p:nvSpPr>
            <p:cNvPr id="25" name="Rectangle 59">
              <a:extLst>
                <a:ext uri="{FF2B5EF4-FFF2-40B4-BE49-F238E27FC236}">
                  <a16:creationId xmlns:a16="http://schemas.microsoft.com/office/drawing/2014/main" id="{9006E5F9-87EA-4BFF-AC26-08D7B4E65589}"/>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6" name="Rectangle 60">
              <a:extLst>
                <a:ext uri="{FF2B5EF4-FFF2-40B4-BE49-F238E27FC236}">
                  <a16:creationId xmlns:a16="http://schemas.microsoft.com/office/drawing/2014/main" id="{40F26277-619B-41A3-9D5F-A02E6914E16A}"/>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7" name="Rectangle 61">
              <a:extLst>
                <a:ext uri="{FF2B5EF4-FFF2-40B4-BE49-F238E27FC236}">
                  <a16:creationId xmlns:a16="http://schemas.microsoft.com/office/drawing/2014/main" id="{23DB5C85-827B-49AF-BC96-24E7ABDAD9B3}"/>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8" name="Rectangle 62">
              <a:extLst>
                <a:ext uri="{FF2B5EF4-FFF2-40B4-BE49-F238E27FC236}">
                  <a16:creationId xmlns:a16="http://schemas.microsoft.com/office/drawing/2014/main" id="{847A0A99-2056-4E0E-8A5A-2CBCA33AFFD3}"/>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29" name="Rectangle 63">
              <a:extLst>
                <a:ext uri="{FF2B5EF4-FFF2-40B4-BE49-F238E27FC236}">
                  <a16:creationId xmlns:a16="http://schemas.microsoft.com/office/drawing/2014/main" id="{5474EE8D-D88A-47FF-9107-09082030E050}"/>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0" name="Rectangle 64">
              <a:extLst>
                <a:ext uri="{FF2B5EF4-FFF2-40B4-BE49-F238E27FC236}">
                  <a16:creationId xmlns:a16="http://schemas.microsoft.com/office/drawing/2014/main" id="{0EC4B1DB-FB22-4303-B2D7-5E60C557A837}"/>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1" name="Rectangle 65">
              <a:extLst>
                <a:ext uri="{FF2B5EF4-FFF2-40B4-BE49-F238E27FC236}">
                  <a16:creationId xmlns:a16="http://schemas.microsoft.com/office/drawing/2014/main" id="{B5127279-9249-47F2-8A42-1F7F68517E9D}"/>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2" name="Rectangle 66">
              <a:extLst>
                <a:ext uri="{FF2B5EF4-FFF2-40B4-BE49-F238E27FC236}">
                  <a16:creationId xmlns:a16="http://schemas.microsoft.com/office/drawing/2014/main" id="{4BE3E747-CD2D-4EA9-8A1C-AFC94F640398}"/>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3" name="Rectangle 67">
              <a:extLst>
                <a:ext uri="{FF2B5EF4-FFF2-40B4-BE49-F238E27FC236}">
                  <a16:creationId xmlns:a16="http://schemas.microsoft.com/office/drawing/2014/main" id="{844450CC-44D2-4CFB-9D82-BA80F0CA0E8F}"/>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4" name="Rectangle 68">
              <a:extLst>
                <a:ext uri="{FF2B5EF4-FFF2-40B4-BE49-F238E27FC236}">
                  <a16:creationId xmlns:a16="http://schemas.microsoft.com/office/drawing/2014/main" id="{56C9C6B8-074B-4807-A953-D5D69AEE2FA6}"/>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5" name="Rectangle 69">
              <a:extLst>
                <a:ext uri="{FF2B5EF4-FFF2-40B4-BE49-F238E27FC236}">
                  <a16:creationId xmlns:a16="http://schemas.microsoft.com/office/drawing/2014/main" id="{55A940DF-BE4B-4046-BF7D-7BBB8316FF8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6" name="Rectangle 70">
              <a:extLst>
                <a:ext uri="{FF2B5EF4-FFF2-40B4-BE49-F238E27FC236}">
                  <a16:creationId xmlns:a16="http://schemas.microsoft.com/office/drawing/2014/main" id="{79FECFE2-55AB-4195-B4F2-F1831B090139}"/>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7" name="Rectangle 71">
              <a:extLst>
                <a:ext uri="{FF2B5EF4-FFF2-40B4-BE49-F238E27FC236}">
                  <a16:creationId xmlns:a16="http://schemas.microsoft.com/office/drawing/2014/main" id="{F78BF45E-3F1B-4CCF-AB55-6AACA1D79688}"/>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8" name="Rectangle 72">
              <a:extLst>
                <a:ext uri="{FF2B5EF4-FFF2-40B4-BE49-F238E27FC236}">
                  <a16:creationId xmlns:a16="http://schemas.microsoft.com/office/drawing/2014/main" id="{CEAEA0D2-DAF5-42AD-824D-BF0A0786ACDB}"/>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39" name="Rectangle 73">
              <a:extLst>
                <a:ext uri="{FF2B5EF4-FFF2-40B4-BE49-F238E27FC236}">
                  <a16:creationId xmlns:a16="http://schemas.microsoft.com/office/drawing/2014/main" id="{2616B93B-15A3-4A25-B322-A4A334791D4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0" name="Rectangle 74">
              <a:extLst>
                <a:ext uri="{FF2B5EF4-FFF2-40B4-BE49-F238E27FC236}">
                  <a16:creationId xmlns:a16="http://schemas.microsoft.com/office/drawing/2014/main" id="{26C24972-CC21-4F79-908A-8F7EEF3C3BF9}"/>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1" name="Rectangle 75">
              <a:extLst>
                <a:ext uri="{FF2B5EF4-FFF2-40B4-BE49-F238E27FC236}">
                  <a16:creationId xmlns:a16="http://schemas.microsoft.com/office/drawing/2014/main" id="{FD7C3FD5-0F89-4B6D-AC87-8001A0810CFA}"/>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2" name="Rectangle 76">
              <a:extLst>
                <a:ext uri="{FF2B5EF4-FFF2-40B4-BE49-F238E27FC236}">
                  <a16:creationId xmlns:a16="http://schemas.microsoft.com/office/drawing/2014/main" id="{B03C108E-68F6-4221-BC40-C5E3C190447E}"/>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3" name="Rectangle 77">
              <a:extLst>
                <a:ext uri="{FF2B5EF4-FFF2-40B4-BE49-F238E27FC236}">
                  <a16:creationId xmlns:a16="http://schemas.microsoft.com/office/drawing/2014/main" id="{AEE8C851-520C-4A98-839F-17DEECB4C1ED}"/>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4" name="Rectangle 78">
              <a:extLst>
                <a:ext uri="{FF2B5EF4-FFF2-40B4-BE49-F238E27FC236}">
                  <a16:creationId xmlns:a16="http://schemas.microsoft.com/office/drawing/2014/main" id="{64CDD37E-8761-499B-B591-D1B68A0C6023}"/>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5" name="Rectangle 79">
              <a:extLst>
                <a:ext uri="{FF2B5EF4-FFF2-40B4-BE49-F238E27FC236}">
                  <a16:creationId xmlns:a16="http://schemas.microsoft.com/office/drawing/2014/main" id="{CF1D9CFA-A92A-4012-8DBE-A1AFE416C0D8}"/>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6" name="Rectangle 80">
              <a:extLst>
                <a:ext uri="{FF2B5EF4-FFF2-40B4-BE49-F238E27FC236}">
                  <a16:creationId xmlns:a16="http://schemas.microsoft.com/office/drawing/2014/main" id="{5B28FF0B-0B00-4C89-9B32-5FCEE8CF723B}"/>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7" name="Rectangle 81">
              <a:extLst>
                <a:ext uri="{FF2B5EF4-FFF2-40B4-BE49-F238E27FC236}">
                  <a16:creationId xmlns:a16="http://schemas.microsoft.com/office/drawing/2014/main" id="{3F39461F-D7C3-4741-A3BF-B2B81AC1BD42}"/>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8" name="Rectangle 82">
              <a:extLst>
                <a:ext uri="{FF2B5EF4-FFF2-40B4-BE49-F238E27FC236}">
                  <a16:creationId xmlns:a16="http://schemas.microsoft.com/office/drawing/2014/main" id="{B209DBFB-FB6A-41D4-B8FD-371C1627C2D7}"/>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49" name="Rectangle 83">
              <a:extLst>
                <a:ext uri="{FF2B5EF4-FFF2-40B4-BE49-F238E27FC236}">
                  <a16:creationId xmlns:a16="http://schemas.microsoft.com/office/drawing/2014/main" id="{9851ABD3-4B24-43E9-8246-B439DE289025}"/>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50" name="Rectangle 84">
              <a:extLst>
                <a:ext uri="{FF2B5EF4-FFF2-40B4-BE49-F238E27FC236}">
                  <a16:creationId xmlns:a16="http://schemas.microsoft.com/office/drawing/2014/main" id="{C66181AB-B727-41A6-A789-CF6AAB6890A6}"/>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2" name="Date Placeholder 1"/>
          <p:cNvSpPr>
            <a:spLocks noGrp="1"/>
          </p:cNvSpPr>
          <p:nvPr userDrawn="1">
            <p:ph type="dt" sz="half" idx="10"/>
          </p:nvPr>
        </p:nvSpPr>
        <p:spPr/>
        <p:txBody>
          <a:bodyPr/>
          <a:lstStyle/>
          <a:p>
            <a:fld id="{425404F2-BE9A-4460-8815-8F645183555F}" type="datetimeFigureOut">
              <a:rPr lang="en-US" smtClean="0"/>
              <a:pPr/>
              <a:t>6/16/2026</a:t>
            </a:fld>
            <a:endParaRPr lang="en-US"/>
          </a:p>
        </p:txBody>
      </p:sp>
      <p:sp>
        <p:nvSpPr>
          <p:cNvPr id="3" name="Footer Placeholder 2"/>
          <p:cNvSpPr>
            <a:spLocks noGrp="1"/>
          </p:cNvSpPr>
          <p:nvPr userDrawn="1">
            <p:ph type="ftr" sz="quarter" idx="11"/>
          </p:nvPr>
        </p:nvSpPr>
        <p:spPr/>
        <p:txBody>
          <a:bodyPr/>
          <a:lstStyle/>
          <a:p>
            <a:endParaRPr lang="en-US"/>
          </a:p>
        </p:txBody>
      </p:sp>
      <p:sp>
        <p:nvSpPr>
          <p:cNvPr id="4" name="Slide Number Placeholder 3"/>
          <p:cNvSpPr>
            <a:spLocks noGrp="1"/>
          </p:cNvSpPr>
          <p:nvPr userDrawn="1">
            <p:ph type="sldNum" sz="quarter" idx="12"/>
          </p:nvPr>
        </p:nvSpPr>
        <p:spPr/>
        <p:txBody>
          <a:bodyPr/>
          <a:lstStyle/>
          <a:p>
            <a:r>
              <a:rPr lang="en-US" dirty="0"/>
              <a:t>www.anubhavtrainings.com</a:t>
            </a:r>
          </a:p>
        </p:txBody>
      </p:sp>
      <p:grpSp>
        <p:nvGrpSpPr>
          <p:cNvPr id="618" name="Group 617">
            <a:extLst>
              <a:ext uri="{FF2B5EF4-FFF2-40B4-BE49-F238E27FC236}">
                <a16:creationId xmlns:a16="http://schemas.microsoft.com/office/drawing/2014/main" id="{B5B99429-15CB-4646-807F-6B01F4253B13}"/>
              </a:ext>
            </a:extLst>
          </p:cNvPr>
          <p:cNvGrpSpPr/>
          <p:nvPr userDrawn="1"/>
        </p:nvGrpSpPr>
        <p:grpSpPr>
          <a:xfrm>
            <a:off x="354110" y="5904602"/>
            <a:ext cx="11480604" cy="109990"/>
            <a:chOff x="354110" y="6402442"/>
            <a:chExt cx="11480604" cy="109990"/>
          </a:xfrm>
        </p:grpSpPr>
        <p:sp>
          <p:nvSpPr>
            <p:cNvPr id="619" name="Rectangle 59">
              <a:extLst>
                <a:ext uri="{FF2B5EF4-FFF2-40B4-BE49-F238E27FC236}">
                  <a16:creationId xmlns:a16="http://schemas.microsoft.com/office/drawing/2014/main" id="{624494D0-607C-4971-A357-ED99F45D7C21}"/>
                </a:ext>
              </a:extLst>
            </p:cNvPr>
            <p:cNvSpPr>
              <a:spLocks noChangeArrowheads="1"/>
            </p:cNvSpPr>
            <p:nvPr/>
          </p:nvSpPr>
          <p:spPr bwMode="auto">
            <a:xfrm>
              <a:off x="35411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0" name="Rectangle 60">
              <a:extLst>
                <a:ext uri="{FF2B5EF4-FFF2-40B4-BE49-F238E27FC236}">
                  <a16:creationId xmlns:a16="http://schemas.microsoft.com/office/drawing/2014/main" id="{22FD15BA-8E62-417D-8392-658E5E86C2FF}"/>
                </a:ext>
              </a:extLst>
            </p:cNvPr>
            <p:cNvSpPr>
              <a:spLocks noChangeArrowheads="1"/>
            </p:cNvSpPr>
            <p:nvPr/>
          </p:nvSpPr>
          <p:spPr bwMode="auto">
            <a:xfrm>
              <a:off x="80954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1" name="Rectangle 61">
              <a:extLst>
                <a:ext uri="{FF2B5EF4-FFF2-40B4-BE49-F238E27FC236}">
                  <a16:creationId xmlns:a16="http://schemas.microsoft.com/office/drawing/2014/main" id="{C665A07F-2AFB-49CF-8EE0-C81377FC2A54}"/>
                </a:ext>
              </a:extLst>
            </p:cNvPr>
            <p:cNvSpPr>
              <a:spLocks noChangeArrowheads="1"/>
            </p:cNvSpPr>
            <p:nvPr/>
          </p:nvSpPr>
          <p:spPr bwMode="auto">
            <a:xfrm>
              <a:off x="126380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2" name="Rectangle 62">
              <a:extLst>
                <a:ext uri="{FF2B5EF4-FFF2-40B4-BE49-F238E27FC236}">
                  <a16:creationId xmlns:a16="http://schemas.microsoft.com/office/drawing/2014/main" id="{74997C49-7ACC-4BCC-BC8D-58EBD77EE72A}"/>
                </a:ext>
              </a:extLst>
            </p:cNvPr>
            <p:cNvSpPr>
              <a:spLocks noChangeArrowheads="1"/>
            </p:cNvSpPr>
            <p:nvPr/>
          </p:nvSpPr>
          <p:spPr bwMode="auto">
            <a:xfrm>
              <a:off x="171923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3" name="Rectangle 63">
              <a:extLst>
                <a:ext uri="{FF2B5EF4-FFF2-40B4-BE49-F238E27FC236}">
                  <a16:creationId xmlns:a16="http://schemas.microsoft.com/office/drawing/2014/main" id="{E3CDD2FB-079B-43EA-89D5-5FD9D7644AC4}"/>
                </a:ext>
              </a:extLst>
            </p:cNvPr>
            <p:cNvSpPr>
              <a:spLocks noChangeArrowheads="1"/>
            </p:cNvSpPr>
            <p:nvPr/>
          </p:nvSpPr>
          <p:spPr bwMode="auto">
            <a:xfrm>
              <a:off x="217350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4" name="Rectangle 64">
              <a:extLst>
                <a:ext uri="{FF2B5EF4-FFF2-40B4-BE49-F238E27FC236}">
                  <a16:creationId xmlns:a16="http://schemas.microsoft.com/office/drawing/2014/main" id="{9C1479D9-3647-44C4-99E1-C660E2C8E306}"/>
                </a:ext>
              </a:extLst>
            </p:cNvPr>
            <p:cNvSpPr>
              <a:spLocks noChangeArrowheads="1"/>
            </p:cNvSpPr>
            <p:nvPr/>
          </p:nvSpPr>
          <p:spPr bwMode="auto">
            <a:xfrm>
              <a:off x="262893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5" name="Rectangle 65">
              <a:extLst>
                <a:ext uri="{FF2B5EF4-FFF2-40B4-BE49-F238E27FC236}">
                  <a16:creationId xmlns:a16="http://schemas.microsoft.com/office/drawing/2014/main" id="{AA8F3E10-CD9D-49C0-B0AE-24ABBF3BDC07}"/>
                </a:ext>
              </a:extLst>
            </p:cNvPr>
            <p:cNvSpPr>
              <a:spLocks noChangeArrowheads="1"/>
            </p:cNvSpPr>
            <p:nvPr/>
          </p:nvSpPr>
          <p:spPr bwMode="auto">
            <a:xfrm>
              <a:off x="3083197"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6" name="Rectangle 66">
              <a:extLst>
                <a:ext uri="{FF2B5EF4-FFF2-40B4-BE49-F238E27FC236}">
                  <a16:creationId xmlns:a16="http://schemas.microsoft.com/office/drawing/2014/main" id="{9C3B6F09-A4DD-4A26-B213-51E23205497E}"/>
                </a:ext>
              </a:extLst>
            </p:cNvPr>
            <p:cNvSpPr>
              <a:spLocks noChangeArrowheads="1"/>
            </p:cNvSpPr>
            <p:nvPr/>
          </p:nvSpPr>
          <p:spPr bwMode="auto">
            <a:xfrm>
              <a:off x="3538630"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7" name="Rectangle 67">
              <a:extLst>
                <a:ext uri="{FF2B5EF4-FFF2-40B4-BE49-F238E27FC236}">
                  <a16:creationId xmlns:a16="http://schemas.microsoft.com/office/drawing/2014/main" id="{2BA14941-5A2D-4CDB-9C2E-79C930D22256}"/>
                </a:ext>
              </a:extLst>
            </p:cNvPr>
            <p:cNvSpPr>
              <a:spLocks noChangeArrowheads="1"/>
            </p:cNvSpPr>
            <p:nvPr/>
          </p:nvSpPr>
          <p:spPr bwMode="auto">
            <a:xfrm>
              <a:off x="399289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8" name="Rectangle 68">
              <a:extLst>
                <a:ext uri="{FF2B5EF4-FFF2-40B4-BE49-F238E27FC236}">
                  <a16:creationId xmlns:a16="http://schemas.microsoft.com/office/drawing/2014/main" id="{6C5B2E84-85D6-4DD5-88FE-F8495F5E3CA2}"/>
                </a:ext>
              </a:extLst>
            </p:cNvPr>
            <p:cNvSpPr>
              <a:spLocks noChangeArrowheads="1"/>
            </p:cNvSpPr>
            <p:nvPr/>
          </p:nvSpPr>
          <p:spPr bwMode="auto">
            <a:xfrm>
              <a:off x="4448326"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29" name="Rectangle 69">
              <a:extLst>
                <a:ext uri="{FF2B5EF4-FFF2-40B4-BE49-F238E27FC236}">
                  <a16:creationId xmlns:a16="http://schemas.microsoft.com/office/drawing/2014/main" id="{1987B595-96EB-427F-8E00-533CBBEB5E66}"/>
                </a:ext>
              </a:extLst>
            </p:cNvPr>
            <p:cNvSpPr>
              <a:spLocks noChangeArrowheads="1"/>
            </p:cNvSpPr>
            <p:nvPr/>
          </p:nvSpPr>
          <p:spPr bwMode="auto">
            <a:xfrm>
              <a:off x="4902589"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0" name="Rectangle 70">
              <a:extLst>
                <a:ext uri="{FF2B5EF4-FFF2-40B4-BE49-F238E27FC236}">
                  <a16:creationId xmlns:a16="http://schemas.microsoft.com/office/drawing/2014/main" id="{99D33392-C824-498D-AF8A-7AF58A9F3321}"/>
                </a:ext>
              </a:extLst>
            </p:cNvPr>
            <p:cNvSpPr>
              <a:spLocks noChangeArrowheads="1"/>
            </p:cNvSpPr>
            <p:nvPr/>
          </p:nvSpPr>
          <p:spPr bwMode="auto">
            <a:xfrm>
              <a:off x="535802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1" name="Rectangle 71">
              <a:extLst>
                <a:ext uri="{FF2B5EF4-FFF2-40B4-BE49-F238E27FC236}">
                  <a16:creationId xmlns:a16="http://schemas.microsoft.com/office/drawing/2014/main" id="{6D1CAD59-FE6E-48A2-AE71-1BB80553F20C}"/>
                </a:ext>
              </a:extLst>
            </p:cNvPr>
            <p:cNvSpPr>
              <a:spLocks noChangeArrowheads="1"/>
            </p:cNvSpPr>
            <p:nvPr/>
          </p:nvSpPr>
          <p:spPr bwMode="auto">
            <a:xfrm>
              <a:off x="5812285"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2" name="Rectangle 72">
              <a:extLst>
                <a:ext uri="{FF2B5EF4-FFF2-40B4-BE49-F238E27FC236}">
                  <a16:creationId xmlns:a16="http://schemas.microsoft.com/office/drawing/2014/main" id="{BD936CE6-00F6-4CAF-A200-A693710C89B3}"/>
                </a:ext>
              </a:extLst>
            </p:cNvPr>
            <p:cNvSpPr>
              <a:spLocks noChangeArrowheads="1"/>
            </p:cNvSpPr>
            <p:nvPr/>
          </p:nvSpPr>
          <p:spPr bwMode="auto">
            <a:xfrm>
              <a:off x="626771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3" name="Rectangle 73">
              <a:extLst>
                <a:ext uri="{FF2B5EF4-FFF2-40B4-BE49-F238E27FC236}">
                  <a16:creationId xmlns:a16="http://schemas.microsoft.com/office/drawing/2014/main" id="{10329E52-6B3F-4897-BFBC-A6C4F2D26958}"/>
                </a:ext>
              </a:extLst>
            </p:cNvPr>
            <p:cNvSpPr>
              <a:spLocks noChangeArrowheads="1"/>
            </p:cNvSpPr>
            <p:nvPr/>
          </p:nvSpPr>
          <p:spPr bwMode="auto">
            <a:xfrm>
              <a:off x="672198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4" name="Rectangle 74">
              <a:extLst>
                <a:ext uri="{FF2B5EF4-FFF2-40B4-BE49-F238E27FC236}">
                  <a16:creationId xmlns:a16="http://schemas.microsoft.com/office/drawing/2014/main" id="{B9A5FD8E-2005-457D-B36F-5BD162CB6407}"/>
                </a:ext>
              </a:extLst>
            </p:cNvPr>
            <p:cNvSpPr>
              <a:spLocks noChangeArrowheads="1"/>
            </p:cNvSpPr>
            <p:nvPr/>
          </p:nvSpPr>
          <p:spPr bwMode="auto">
            <a:xfrm>
              <a:off x="7177414"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5" name="Rectangle 75">
              <a:extLst>
                <a:ext uri="{FF2B5EF4-FFF2-40B4-BE49-F238E27FC236}">
                  <a16:creationId xmlns:a16="http://schemas.microsoft.com/office/drawing/2014/main" id="{2C1FBF6B-A7C3-4F83-AD53-33D9E848D4A4}"/>
                </a:ext>
              </a:extLst>
            </p:cNvPr>
            <p:cNvSpPr>
              <a:spLocks noChangeArrowheads="1"/>
            </p:cNvSpPr>
            <p:nvPr/>
          </p:nvSpPr>
          <p:spPr bwMode="auto">
            <a:xfrm>
              <a:off x="7631676"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6" name="Rectangle 76">
              <a:extLst>
                <a:ext uri="{FF2B5EF4-FFF2-40B4-BE49-F238E27FC236}">
                  <a16:creationId xmlns:a16="http://schemas.microsoft.com/office/drawing/2014/main" id="{964A4B57-1B27-4010-9A9F-F2BCD2530127}"/>
                </a:ext>
              </a:extLst>
            </p:cNvPr>
            <p:cNvSpPr>
              <a:spLocks noChangeArrowheads="1"/>
            </p:cNvSpPr>
            <p:nvPr/>
          </p:nvSpPr>
          <p:spPr bwMode="auto">
            <a:xfrm>
              <a:off x="8087109"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7" name="Rectangle 77">
              <a:extLst>
                <a:ext uri="{FF2B5EF4-FFF2-40B4-BE49-F238E27FC236}">
                  <a16:creationId xmlns:a16="http://schemas.microsoft.com/office/drawing/2014/main" id="{D961087D-A1D8-48DD-8BD9-550D63557439}"/>
                </a:ext>
              </a:extLst>
            </p:cNvPr>
            <p:cNvSpPr>
              <a:spLocks noChangeArrowheads="1"/>
            </p:cNvSpPr>
            <p:nvPr/>
          </p:nvSpPr>
          <p:spPr bwMode="auto">
            <a:xfrm>
              <a:off x="8541372"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8" name="Rectangle 78">
              <a:extLst>
                <a:ext uri="{FF2B5EF4-FFF2-40B4-BE49-F238E27FC236}">
                  <a16:creationId xmlns:a16="http://schemas.microsoft.com/office/drawing/2014/main" id="{64FADA1C-663B-4FF6-8D80-B311B8ABCD02}"/>
                </a:ext>
              </a:extLst>
            </p:cNvPr>
            <p:cNvSpPr>
              <a:spLocks noChangeArrowheads="1"/>
            </p:cNvSpPr>
            <p:nvPr/>
          </p:nvSpPr>
          <p:spPr bwMode="auto">
            <a:xfrm>
              <a:off x="8996805"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39" name="Rectangle 79">
              <a:extLst>
                <a:ext uri="{FF2B5EF4-FFF2-40B4-BE49-F238E27FC236}">
                  <a16:creationId xmlns:a16="http://schemas.microsoft.com/office/drawing/2014/main" id="{E96330D1-4BBF-4D0A-B45F-77999C5C74D6}"/>
                </a:ext>
              </a:extLst>
            </p:cNvPr>
            <p:cNvSpPr>
              <a:spLocks noChangeArrowheads="1"/>
            </p:cNvSpPr>
            <p:nvPr/>
          </p:nvSpPr>
          <p:spPr bwMode="auto">
            <a:xfrm>
              <a:off x="9451068"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0" name="Rectangle 80">
              <a:extLst>
                <a:ext uri="{FF2B5EF4-FFF2-40B4-BE49-F238E27FC236}">
                  <a16:creationId xmlns:a16="http://schemas.microsoft.com/office/drawing/2014/main" id="{78AFE672-0739-4A26-8B51-D71BAD6A4326}"/>
                </a:ext>
              </a:extLst>
            </p:cNvPr>
            <p:cNvSpPr>
              <a:spLocks noChangeArrowheads="1"/>
            </p:cNvSpPr>
            <p:nvPr/>
          </p:nvSpPr>
          <p:spPr bwMode="auto">
            <a:xfrm>
              <a:off x="9906501"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1" name="Rectangle 81">
              <a:extLst>
                <a:ext uri="{FF2B5EF4-FFF2-40B4-BE49-F238E27FC236}">
                  <a16:creationId xmlns:a16="http://schemas.microsoft.com/office/drawing/2014/main" id="{AA3E4254-137D-4797-BF52-FAB6866F0F05}"/>
                </a:ext>
              </a:extLst>
            </p:cNvPr>
            <p:cNvSpPr>
              <a:spLocks noChangeArrowheads="1"/>
            </p:cNvSpPr>
            <p:nvPr/>
          </p:nvSpPr>
          <p:spPr bwMode="auto">
            <a:xfrm>
              <a:off x="10360763"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2" name="Rectangle 82">
              <a:extLst>
                <a:ext uri="{FF2B5EF4-FFF2-40B4-BE49-F238E27FC236}">
                  <a16:creationId xmlns:a16="http://schemas.microsoft.com/office/drawing/2014/main" id="{81844ED9-0C33-41B9-8D6C-0C959F9E0F48}"/>
                </a:ext>
              </a:extLst>
            </p:cNvPr>
            <p:cNvSpPr>
              <a:spLocks noChangeArrowheads="1"/>
            </p:cNvSpPr>
            <p:nvPr/>
          </p:nvSpPr>
          <p:spPr bwMode="auto">
            <a:xfrm>
              <a:off x="10816197"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3" name="Rectangle 83">
              <a:extLst>
                <a:ext uri="{FF2B5EF4-FFF2-40B4-BE49-F238E27FC236}">
                  <a16:creationId xmlns:a16="http://schemas.microsoft.com/office/drawing/2014/main" id="{69541354-1FEF-4A05-8852-E0866C02411F}"/>
                </a:ext>
              </a:extLst>
            </p:cNvPr>
            <p:cNvSpPr>
              <a:spLocks noChangeArrowheads="1"/>
            </p:cNvSpPr>
            <p:nvPr/>
          </p:nvSpPr>
          <p:spPr bwMode="auto">
            <a:xfrm>
              <a:off x="11270460" y="6402442"/>
              <a:ext cx="10999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644" name="Rectangle 84">
              <a:extLst>
                <a:ext uri="{FF2B5EF4-FFF2-40B4-BE49-F238E27FC236}">
                  <a16:creationId xmlns:a16="http://schemas.microsoft.com/office/drawing/2014/main" id="{22323587-A6E2-4D2C-9D71-B6D0B4DAF0A2}"/>
                </a:ext>
              </a:extLst>
            </p:cNvPr>
            <p:cNvSpPr>
              <a:spLocks noChangeArrowheads="1"/>
            </p:cNvSpPr>
            <p:nvPr/>
          </p:nvSpPr>
          <p:spPr bwMode="auto">
            <a:xfrm>
              <a:off x="11725892" y="6402442"/>
              <a:ext cx="108822" cy="109990"/>
            </a:xfrm>
            <a:prstGeom prst="rect">
              <a:avLst/>
            </a:prstGeom>
            <a:solidFill>
              <a:schemeClr val="accent1">
                <a:lumMod val="90000"/>
                <a:lumOff val="10000"/>
                <a:alpha val="20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10021944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Images and Contents Layout">
    <p:spTree>
      <p:nvGrpSpPr>
        <p:cNvPr id="1" name=""/>
        <p:cNvGrpSpPr/>
        <p:nvPr/>
      </p:nvGrpSpPr>
      <p:grpSpPr>
        <a:xfrm>
          <a:off x="0" y="0"/>
          <a:ext cx="0" cy="0"/>
          <a:chOff x="0" y="0"/>
          <a:chExt cx="0" cy="0"/>
        </a:xfrm>
      </p:grpSpPr>
      <p:sp>
        <p:nvSpPr>
          <p:cNvPr id="4" name="Picture Placeholder 2"/>
          <p:cNvSpPr>
            <a:spLocks noGrp="1"/>
          </p:cNvSpPr>
          <p:nvPr>
            <p:ph type="pic" idx="1" hasCustomPrompt="1"/>
          </p:nvPr>
        </p:nvSpPr>
        <p:spPr>
          <a:xfrm>
            <a:off x="0" y="-1"/>
            <a:ext cx="12188825" cy="6857999"/>
          </a:xfrm>
          <a:prstGeom prst="rect">
            <a:avLst/>
          </a:prstGeom>
          <a:solidFill>
            <a:schemeClr val="bg1">
              <a:lumMod val="95000"/>
            </a:schemeClr>
          </a:solidFill>
        </p:spPr>
        <p:txBody>
          <a:bodyPr anchor="ctr"/>
          <a:lstStyle>
            <a:lvl1pPr marL="0" indent="0" algn="ctr">
              <a:buNone/>
              <a:defRPr sz="1600" baseline="0">
                <a:solidFill>
                  <a:schemeClr val="tx1">
                    <a:lumMod val="75000"/>
                    <a:lumOff val="25000"/>
                  </a:schemeClr>
                </a:solidFill>
                <a:latin typeface="+mn-lt"/>
                <a:cs typeface="Arial" pitchFamily="34" charset="0"/>
              </a:defRPr>
            </a:lvl1pPr>
            <a:lvl2pPr marL="609265" indent="0">
              <a:buNone/>
              <a:defRPr sz="3732"/>
            </a:lvl2pPr>
            <a:lvl3pPr marL="1218529" indent="0">
              <a:buNone/>
              <a:defRPr sz="3198"/>
            </a:lvl3pPr>
            <a:lvl4pPr marL="1827794" indent="0">
              <a:buNone/>
              <a:defRPr sz="2665"/>
            </a:lvl4pPr>
            <a:lvl5pPr marL="2437060" indent="0">
              <a:buNone/>
              <a:defRPr sz="2665"/>
            </a:lvl5pPr>
            <a:lvl6pPr marL="3046324" indent="0">
              <a:buNone/>
              <a:defRPr sz="2665"/>
            </a:lvl6pPr>
            <a:lvl7pPr marL="3655589" indent="0">
              <a:buNone/>
              <a:defRPr sz="2665"/>
            </a:lvl7pPr>
            <a:lvl8pPr marL="4264853" indent="0">
              <a:buNone/>
              <a:defRPr sz="2665"/>
            </a:lvl8pPr>
            <a:lvl9pPr marL="4874118" indent="0">
              <a:buNone/>
              <a:defRPr sz="2665"/>
            </a:lvl9pPr>
          </a:lstStyle>
          <a:p>
            <a:r>
              <a:rPr lang="en-US" altLang="ko-KR" dirty="0"/>
              <a:t>Insert Your Image</a:t>
            </a:r>
            <a:endParaRPr lang="ko-KR" altLang="en-US" dirty="0"/>
          </a:p>
        </p:txBody>
      </p:sp>
    </p:spTree>
    <p:extLst>
      <p:ext uri="{BB962C8B-B14F-4D97-AF65-F5344CB8AC3E}">
        <p14:creationId xmlns:p14="http://schemas.microsoft.com/office/powerpoint/2010/main" val="1448418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2_Full Image">
    <p:spTree>
      <p:nvGrpSpPr>
        <p:cNvPr id="1" name=""/>
        <p:cNvGrpSpPr/>
        <p:nvPr/>
      </p:nvGrpSpPr>
      <p:grpSpPr>
        <a:xfrm>
          <a:off x="0" y="0"/>
          <a:ext cx="0" cy="0"/>
          <a:chOff x="0" y="0"/>
          <a:chExt cx="0" cy="0"/>
        </a:xfrm>
      </p:grpSpPr>
      <p:sp>
        <p:nvSpPr>
          <p:cNvPr id="2" name="Picture Placeholder 8">
            <a:extLst>
              <a:ext uri="{FF2B5EF4-FFF2-40B4-BE49-F238E27FC236}">
                <a16:creationId xmlns:a16="http://schemas.microsoft.com/office/drawing/2014/main" id="{E11C3564-CF67-FE45-A9E2-4B3C230C88D2}"/>
              </a:ext>
            </a:extLst>
          </p:cNvPr>
          <p:cNvSpPr>
            <a:spLocks noGrp="1"/>
          </p:cNvSpPr>
          <p:nvPr>
            <p:ph type="pic" sz="quarter" idx="14"/>
          </p:nvPr>
        </p:nvSpPr>
        <p:spPr>
          <a:xfrm>
            <a:off x="0" y="-1"/>
            <a:ext cx="12188825" cy="3429001"/>
          </a:xfrm>
          <a:prstGeom prst="rect">
            <a:avLst/>
          </a:prstGeom>
          <a:solidFill>
            <a:schemeClr val="bg1">
              <a:lumMod val="95000"/>
            </a:schemeClr>
          </a:solidFill>
        </p:spPr>
        <p:txBody>
          <a:bodyPr>
            <a:normAutofit/>
          </a:bodyPr>
          <a:lstStyle>
            <a:lvl1pPr>
              <a:defRPr sz="1051"/>
            </a:lvl1pPr>
          </a:lstStyle>
          <a:p>
            <a:endParaRPr lang="en-US" dirty="0"/>
          </a:p>
        </p:txBody>
      </p:sp>
    </p:spTree>
    <p:extLst>
      <p:ext uri="{BB962C8B-B14F-4D97-AF65-F5344CB8AC3E}">
        <p14:creationId xmlns:p14="http://schemas.microsoft.com/office/powerpoint/2010/main" val="36440779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wo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609441" y="76201"/>
            <a:ext cx="10969943" cy="812801"/>
          </a:xfrm>
          <a:prstGeom prst="rect">
            <a:avLst/>
          </a:prstGeom>
        </p:spPr>
        <p:txBody>
          <a:bodyPr/>
          <a:lstStyle/>
          <a:p>
            <a:r>
              <a:rPr lang="en-US" dirty="0"/>
              <a:t>Click to edit title style</a:t>
            </a:r>
          </a:p>
        </p:txBody>
      </p:sp>
      <p:sp>
        <p:nvSpPr>
          <p:cNvPr id="6" name="Footer Placeholder 5"/>
          <p:cNvSpPr>
            <a:spLocks noGrp="1"/>
          </p:cNvSpPr>
          <p:nvPr>
            <p:ph type="ftr" sz="quarter" idx="11"/>
          </p:nvPr>
        </p:nvSpPr>
        <p:spPr/>
        <p:txBody>
          <a:bodyPr/>
          <a:lstStyle/>
          <a:p>
            <a:r>
              <a:rPr lang="en-US" dirty="0"/>
              <a:t>www.anubhavtrainings.com</a:t>
            </a:r>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
        <p:nvSpPr>
          <p:cNvPr id="9" name="Content Placeholder 8"/>
          <p:cNvSpPr>
            <a:spLocks noGrp="1"/>
          </p:cNvSpPr>
          <p:nvPr>
            <p:ph sz="quarter" idx="13"/>
          </p:nvPr>
        </p:nvSpPr>
        <p:spPr>
          <a:xfrm>
            <a:off x="609441" y="1295400"/>
            <a:ext cx="5383398" cy="4876800"/>
          </a:xfrm>
        </p:spPr>
        <p:txBody>
          <a:bodyPr>
            <a:normAutofit/>
          </a:bodyPr>
          <a:lstStyle>
            <a:lvl1pPr marL="0" indent="0">
              <a:buFont typeface="Arial" pitchFamily="34" charse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Content Placeholder 8"/>
          <p:cNvSpPr>
            <a:spLocks noGrp="1"/>
          </p:cNvSpPr>
          <p:nvPr>
            <p:ph sz="quarter" idx="14"/>
          </p:nvPr>
        </p:nvSpPr>
        <p:spPr>
          <a:xfrm>
            <a:off x="6195986" y="1295400"/>
            <a:ext cx="5383398" cy="4876800"/>
          </a:xfrm>
        </p:spPr>
        <p:txBody>
          <a:bodyPr>
            <a:normAutofit/>
          </a:bodyPr>
          <a:lstStyle>
            <a:lvl1pPr marL="0" indent="0">
              <a:buNone/>
              <a:defRPr sz="1866"/>
            </a:lvl1pPr>
            <a:lvl2pPr>
              <a:defRPr sz="1600"/>
            </a:lvl2pPr>
            <a:lvl3pPr>
              <a:defRPr sz="1466"/>
            </a:lvl3pPr>
            <a:lvl4pPr>
              <a:defRPr sz="1466"/>
            </a:lvl4pPr>
            <a:lvl5pPr>
              <a:defRPr sz="1466"/>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descr="A yellow circle with black letters and a black background&#10;&#10;Description automatically generated">
            <a:extLst>
              <a:ext uri="{FF2B5EF4-FFF2-40B4-BE49-F238E27FC236}">
                <a16:creationId xmlns:a16="http://schemas.microsoft.com/office/drawing/2014/main" id="{361F23F3-4276-7AC6-FA37-CDC6351B9F7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376238" y="177800"/>
            <a:ext cx="731437" cy="722632"/>
          </a:xfrm>
          <a:prstGeom prst="rect">
            <a:avLst/>
          </a:prstGeom>
        </p:spPr>
      </p:pic>
    </p:spTree>
    <p:extLst>
      <p:ext uri="{BB962C8B-B14F-4D97-AF65-F5344CB8AC3E}">
        <p14:creationId xmlns:p14="http://schemas.microsoft.com/office/powerpoint/2010/main" val="4064408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441" y="274639"/>
            <a:ext cx="10969943" cy="711081"/>
          </a:xfrm>
          <a:prstGeom prst="rect">
            <a:avLst/>
          </a:prstGeom>
        </p:spPr>
        <p:txBody>
          <a:bodyPr vert="horz" lIns="0" tIns="60949" rIns="0" bIns="60949" rtlCol="0" anchor="ctr">
            <a:normAutofit/>
          </a:bodyPr>
          <a:lstStyle/>
          <a:p>
            <a:r>
              <a:rPr lang="en-US" dirty="0"/>
              <a:t>Click to edit Master title style</a:t>
            </a:r>
          </a:p>
        </p:txBody>
      </p:sp>
      <p:sp>
        <p:nvSpPr>
          <p:cNvPr id="3" name="Text Placeholder 2"/>
          <p:cNvSpPr>
            <a:spLocks noGrp="1"/>
          </p:cNvSpPr>
          <p:nvPr>
            <p:ph type="body" idx="1"/>
          </p:nvPr>
        </p:nvSpPr>
        <p:spPr>
          <a:xfrm>
            <a:off x="609441" y="1138425"/>
            <a:ext cx="10969943" cy="4987739"/>
          </a:xfrm>
          <a:prstGeom prst="rect">
            <a:avLst/>
          </a:prstGeom>
        </p:spPr>
        <p:txBody>
          <a:bodyPr vert="horz" lIns="0" tIns="60949" rIns="0" bIns="60949"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441" y="6356351"/>
            <a:ext cx="2844059" cy="365125"/>
          </a:xfrm>
          <a:prstGeom prst="rect">
            <a:avLst/>
          </a:prstGeom>
        </p:spPr>
        <p:txBody>
          <a:bodyPr vert="horz" lIns="0" tIns="60949" rIns="0" bIns="60949" rtlCol="0" anchor="ctr"/>
          <a:lstStyle>
            <a:lvl1pPr algn="l">
              <a:defRPr sz="1600">
                <a:solidFill>
                  <a:schemeClr val="tx1">
                    <a:tint val="75000"/>
                  </a:schemeClr>
                </a:solidFill>
              </a:defRPr>
            </a:lvl1pPr>
          </a:lstStyle>
          <a:p>
            <a:fld id="{425404F2-BE9A-4460-8815-8F645183555F}" type="datetimeFigureOut">
              <a:rPr lang="en-US" smtClean="0"/>
              <a:pPr/>
              <a:t>6/16/2026</a:t>
            </a:fld>
            <a:endParaRPr lang="en-US"/>
          </a:p>
        </p:txBody>
      </p:sp>
      <p:sp>
        <p:nvSpPr>
          <p:cNvPr id="5" name="Footer Placeholder 4"/>
          <p:cNvSpPr>
            <a:spLocks noGrp="1"/>
          </p:cNvSpPr>
          <p:nvPr>
            <p:ph type="ftr" sz="quarter" idx="3"/>
          </p:nvPr>
        </p:nvSpPr>
        <p:spPr>
          <a:xfrm>
            <a:off x="4164515" y="6356351"/>
            <a:ext cx="3859795" cy="365125"/>
          </a:xfrm>
          <a:prstGeom prst="rect">
            <a:avLst/>
          </a:prstGeom>
        </p:spPr>
        <p:txBody>
          <a:bodyPr vert="horz" lIns="0" tIns="60949" rIns="0" bIns="60949" rtlCol="0" anchor="ctr"/>
          <a:lstStyle>
            <a:lvl1pPr algn="ctr">
              <a:defRPr sz="16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5325" y="6356351"/>
            <a:ext cx="2844059" cy="365125"/>
          </a:xfrm>
          <a:prstGeom prst="rect">
            <a:avLst/>
          </a:prstGeom>
        </p:spPr>
        <p:txBody>
          <a:bodyPr vert="horz" lIns="0" tIns="60949" rIns="0" bIns="60949" rtlCol="0" anchor="ctr"/>
          <a:lstStyle>
            <a:lvl1pPr algn="r">
              <a:defRPr sz="1600">
                <a:solidFill>
                  <a:schemeClr val="tx1">
                    <a:tint val="75000"/>
                  </a:schemeClr>
                </a:solidFill>
              </a:defRPr>
            </a:lvl1pPr>
          </a:lstStyle>
          <a:p>
            <a:r>
              <a:rPr lang="en-US" dirty="0"/>
              <a:t>www.anubhavtrainings.com</a:t>
            </a:r>
          </a:p>
        </p:txBody>
      </p:sp>
      <p:pic>
        <p:nvPicPr>
          <p:cNvPr id="7" name="Picture 4">
            <a:extLst>
              <a:ext uri="{FF2B5EF4-FFF2-40B4-BE49-F238E27FC236}">
                <a16:creationId xmlns:a16="http://schemas.microsoft.com/office/drawing/2014/main" id="{3DEB2B14-6477-2927-E581-527B2BB61E12}"/>
              </a:ext>
            </a:extLst>
          </p:cNvPr>
          <p:cNvPicPr>
            <a:picLocks noChangeAspect="1" noChangeArrowheads="1"/>
          </p:cNvPicPr>
          <p:nvPr userDrawn="1"/>
        </p:nvPicPr>
        <p:blipFill>
          <a:blip r:embed="rId14" cstate="print">
            <a:extLst>
              <a:ext uri="{28A0092B-C50C-407E-A947-70E740481C1C}">
                <a14:useLocalDpi xmlns:a14="http://schemas.microsoft.com/office/drawing/2010/main" val="0"/>
              </a:ext>
            </a:extLst>
          </a:blip>
          <a:srcRect/>
          <a:stretch>
            <a:fillRect/>
          </a:stretch>
        </p:blipFill>
        <p:spPr bwMode="auto">
          <a:xfrm>
            <a:off x="11350996" y="78420"/>
            <a:ext cx="652887" cy="6448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508044"/>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3" r:id="rId3"/>
    <p:sldLayoutId id="2147483666" r:id="rId4"/>
    <p:sldLayoutId id="2147483668" r:id="rId5"/>
    <p:sldLayoutId id="2147483669" r:id="rId6"/>
    <p:sldLayoutId id="2147483667" r:id="rId7"/>
    <p:sldLayoutId id="2147483670" r:id="rId8"/>
    <p:sldLayoutId id="2147483665" r:id="rId9"/>
    <p:sldLayoutId id="2147483671" r:id="rId10"/>
    <p:sldLayoutId id="2147483672" r:id="rId11"/>
    <p:sldLayoutId id="2147483673" r:id="rId12"/>
  </p:sldLayoutIdLst>
  <p:txStyles>
    <p:titleStyle>
      <a:lvl1pPr algn="l" defTabSz="1218987" rtl="0" eaLnBrk="1" latinLnBrk="0" hangingPunct="1">
        <a:spcBef>
          <a:spcPct val="0"/>
        </a:spcBef>
        <a:buNone/>
        <a:defRPr sz="3600" b="1" kern="1200">
          <a:solidFill>
            <a:schemeClr val="tx1"/>
          </a:solidFill>
          <a:latin typeface="+mn-lt"/>
          <a:ea typeface="+mj-ea"/>
          <a:cs typeface="+mj-cs"/>
        </a:defRPr>
      </a:lvl1pPr>
    </p:titleStyle>
    <p:bodyStyle>
      <a:lvl1pPr marL="457120" indent="-457120" algn="l" defTabSz="1218987" rtl="0" eaLnBrk="1" latinLnBrk="0" hangingPunct="1">
        <a:spcBef>
          <a:spcPct val="20000"/>
        </a:spcBef>
        <a:buFont typeface="Arial" pitchFamily="34" charset="0"/>
        <a:buChar char="•"/>
        <a:defRPr sz="3600" kern="1200">
          <a:solidFill>
            <a:schemeClr val="tx1"/>
          </a:solidFill>
          <a:latin typeface="+mj-lt"/>
          <a:ea typeface="+mn-ea"/>
          <a:cs typeface="+mn-cs"/>
        </a:defRPr>
      </a:lvl1pPr>
      <a:lvl2pPr marL="990427" indent="-380933" algn="l" defTabSz="1218987" rtl="0" eaLnBrk="1" latinLnBrk="0" hangingPunct="1">
        <a:spcBef>
          <a:spcPct val="20000"/>
        </a:spcBef>
        <a:buFont typeface="Arial" pitchFamily="34" charset="0"/>
        <a:buChar char="–"/>
        <a:defRPr sz="3200" kern="1200">
          <a:solidFill>
            <a:schemeClr val="tx1"/>
          </a:solidFill>
          <a:latin typeface="+mj-lt"/>
          <a:ea typeface="+mn-ea"/>
          <a:cs typeface="+mn-cs"/>
        </a:defRPr>
      </a:lvl2pPr>
      <a:lvl3pPr marL="1523733" indent="-304747" algn="l" defTabSz="1218987" rtl="0" eaLnBrk="1" latinLnBrk="0" hangingPunct="1">
        <a:spcBef>
          <a:spcPct val="20000"/>
        </a:spcBef>
        <a:buFont typeface="Arial" pitchFamily="34" charset="0"/>
        <a:buChar char="•"/>
        <a:defRPr sz="2400" kern="1200">
          <a:solidFill>
            <a:schemeClr val="tx1"/>
          </a:solidFill>
          <a:latin typeface="+mj-lt"/>
          <a:ea typeface="+mn-ea"/>
          <a:cs typeface="+mn-cs"/>
        </a:defRPr>
      </a:lvl3pPr>
      <a:lvl4pPr marL="2133227"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4pPr>
      <a:lvl5pPr marL="2742720" indent="-304747" algn="l" defTabSz="1218987" rtl="0" eaLnBrk="1" latinLnBrk="0" hangingPunct="1">
        <a:spcBef>
          <a:spcPct val="20000"/>
        </a:spcBef>
        <a:buFont typeface="Arial" pitchFamily="34" charset="0"/>
        <a:buChar char="»"/>
        <a:defRPr sz="2000" kern="1200">
          <a:solidFill>
            <a:schemeClr val="tx1"/>
          </a:solidFill>
          <a:latin typeface="+mj-lt"/>
          <a:ea typeface="+mn-ea"/>
          <a:cs typeface="+mn-cs"/>
        </a:defRPr>
      </a:lvl5pPr>
      <a:lvl6pPr marL="335221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6pPr>
      <a:lvl7pPr marL="3961707"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7pPr>
      <a:lvl8pPr marL="4571200"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8pPr>
      <a:lvl9pPr marL="5180693" indent="-304747" algn="l" defTabSz="1218987" rtl="0" eaLnBrk="1" latinLnBrk="0" hangingPunct="1">
        <a:spcBef>
          <a:spcPct val="20000"/>
        </a:spcBef>
        <a:buFont typeface="Arial" pitchFamily="34" charset="0"/>
        <a:buChar char="•"/>
        <a:defRPr sz="2700" kern="1200">
          <a:solidFill>
            <a:schemeClr val="tx1"/>
          </a:solidFill>
          <a:latin typeface="+mn-lt"/>
          <a:ea typeface="+mn-ea"/>
          <a:cs typeface="+mn-cs"/>
        </a:defRPr>
      </a:lvl9pPr>
    </p:bodyStyle>
    <p:otherStyle>
      <a:defPPr>
        <a:defRPr lang="en-US"/>
      </a:defPPr>
      <a:lvl1pPr marL="0" algn="l" defTabSz="1218987" rtl="0" eaLnBrk="1" latinLnBrk="0" hangingPunct="1">
        <a:defRPr sz="2400" kern="1200">
          <a:solidFill>
            <a:schemeClr val="tx1"/>
          </a:solidFill>
          <a:latin typeface="+mn-lt"/>
          <a:ea typeface="+mn-ea"/>
          <a:cs typeface="+mn-cs"/>
        </a:defRPr>
      </a:lvl1pPr>
      <a:lvl2pPr marL="609493" algn="l" defTabSz="1218987" rtl="0" eaLnBrk="1" latinLnBrk="0" hangingPunct="1">
        <a:defRPr sz="2400" kern="1200">
          <a:solidFill>
            <a:schemeClr val="tx1"/>
          </a:solidFill>
          <a:latin typeface="+mn-lt"/>
          <a:ea typeface="+mn-ea"/>
          <a:cs typeface="+mn-cs"/>
        </a:defRPr>
      </a:lvl2pPr>
      <a:lvl3pPr marL="1218987" algn="l" defTabSz="1218987" rtl="0" eaLnBrk="1" latinLnBrk="0" hangingPunct="1">
        <a:defRPr sz="2400" kern="1200">
          <a:solidFill>
            <a:schemeClr val="tx1"/>
          </a:solidFill>
          <a:latin typeface="+mn-lt"/>
          <a:ea typeface="+mn-ea"/>
          <a:cs typeface="+mn-cs"/>
        </a:defRPr>
      </a:lvl3pPr>
      <a:lvl4pPr marL="1828480" algn="l" defTabSz="1218987" rtl="0" eaLnBrk="1" latinLnBrk="0" hangingPunct="1">
        <a:defRPr sz="2400" kern="1200">
          <a:solidFill>
            <a:schemeClr val="tx1"/>
          </a:solidFill>
          <a:latin typeface="+mn-lt"/>
          <a:ea typeface="+mn-ea"/>
          <a:cs typeface="+mn-cs"/>
        </a:defRPr>
      </a:lvl4pPr>
      <a:lvl5pPr marL="2437973" algn="l" defTabSz="1218987" rtl="0" eaLnBrk="1" latinLnBrk="0" hangingPunct="1">
        <a:defRPr sz="2400" kern="1200">
          <a:solidFill>
            <a:schemeClr val="tx1"/>
          </a:solidFill>
          <a:latin typeface="+mn-lt"/>
          <a:ea typeface="+mn-ea"/>
          <a:cs typeface="+mn-cs"/>
        </a:defRPr>
      </a:lvl5pPr>
      <a:lvl6pPr marL="3047467" algn="l" defTabSz="1218987" rtl="0" eaLnBrk="1" latinLnBrk="0" hangingPunct="1">
        <a:defRPr sz="2400" kern="1200">
          <a:solidFill>
            <a:schemeClr val="tx1"/>
          </a:solidFill>
          <a:latin typeface="+mn-lt"/>
          <a:ea typeface="+mn-ea"/>
          <a:cs typeface="+mn-cs"/>
        </a:defRPr>
      </a:lvl6pPr>
      <a:lvl7pPr marL="3656960" algn="l" defTabSz="1218987" rtl="0" eaLnBrk="1" latinLnBrk="0" hangingPunct="1">
        <a:defRPr sz="2400" kern="1200">
          <a:solidFill>
            <a:schemeClr val="tx1"/>
          </a:solidFill>
          <a:latin typeface="+mn-lt"/>
          <a:ea typeface="+mn-ea"/>
          <a:cs typeface="+mn-cs"/>
        </a:defRPr>
      </a:lvl7pPr>
      <a:lvl8pPr marL="4266453" algn="l" defTabSz="1218987" rtl="0" eaLnBrk="1" latinLnBrk="0" hangingPunct="1">
        <a:defRPr sz="2400" kern="1200">
          <a:solidFill>
            <a:schemeClr val="tx1"/>
          </a:solidFill>
          <a:latin typeface="+mn-lt"/>
          <a:ea typeface="+mn-ea"/>
          <a:cs typeface="+mn-cs"/>
        </a:defRPr>
      </a:lvl8pPr>
      <a:lvl9pPr marL="4875947" algn="l" defTabSz="1218987"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hyperlink" Target="https://help.sap.com/docs/btp/sap-business-technology-platform/what-is-consumption-based-commercial-model?locale=en-US" TargetMode="Externa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cloudfoundry/cli/wiki/V6-CLI-Installation-Guide" TargetMode="External"/><Relationship Id="rId2" Type="http://schemas.openxmlformats.org/officeDocument/2006/relationships/hyperlink" Target="https://git-scm.com/downloads" TargetMode="External"/><Relationship Id="rId1" Type="http://schemas.openxmlformats.org/officeDocument/2006/relationships/slideLayout" Target="../slideLayouts/slideLayout2.xml"/><Relationship Id="rId4" Type="http://schemas.openxmlformats.org/officeDocument/2006/relationships/hyperlink" Target="https://code.visualstudio.com/download"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1/helloworld.zip" TargetMode="External"/><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customXml" Target="../ink/ink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260.png"/><Relationship Id="rId2" Type="http://schemas.openxmlformats.org/officeDocument/2006/relationships/customXml" Target="../ink/ink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hyperlink" Target="https://npmjs.com/" TargetMode="Externa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hyperlink" Target="https://github.com/soyuztechnologies/BTP_Architect_Training/blob/master/Day%203/03Nodemicroservice.zip" TargetMode="External"/><Relationship Id="rId2" Type="http://schemas.openxmlformats.org/officeDocument/2006/relationships/hyperlink" Target="https://github.com/soyuztechnologies/BTP_Architect_Training/blob/master/Day%203/02basicnode.zip" TargetMode="Externa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hyperlink" Target="http://www.twitter.com/" TargetMode="External"/><Relationship Id="rId2" Type="http://schemas.openxmlformats.org/officeDocument/2006/relationships/hyperlink" Target="http://www.facebook.com/" TargetMode="External"/><Relationship Id="rId1" Type="http://schemas.openxmlformats.org/officeDocument/2006/relationships/slideLayout" Target="../slideLayouts/slideLayout9.xml"/><Relationship Id="rId5" Type="http://schemas.openxmlformats.org/officeDocument/2006/relationships/image" Target="../media/image15.png"/><Relationship Id="rId4" Type="http://schemas.openxmlformats.org/officeDocument/2006/relationships/hyperlink" Target="http://www.dribbble.com/"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1.jpeg"/><Relationship Id="rId3" Type="http://schemas.openxmlformats.org/officeDocument/2006/relationships/image" Target="../media/image16.jpeg"/><Relationship Id="rId7" Type="http://schemas.openxmlformats.org/officeDocument/2006/relationships/image" Target="../media/image20.tiff"/><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19.tiff"/><Relationship Id="rId5" Type="http://schemas.openxmlformats.org/officeDocument/2006/relationships/image" Target="../media/image18.tiff"/><Relationship Id="rId4" Type="http://schemas.openxmlformats.org/officeDocument/2006/relationships/image" Target="../media/image17.tiff"/><Relationship Id="rId9"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36" name="Title 735">
            <a:extLst>
              <a:ext uri="{FF2B5EF4-FFF2-40B4-BE49-F238E27FC236}">
                <a16:creationId xmlns:a16="http://schemas.microsoft.com/office/drawing/2014/main" id="{CE57EBF5-7CB4-4746-AB9E-3E8717897D0F}"/>
              </a:ext>
            </a:extLst>
          </p:cNvPr>
          <p:cNvSpPr>
            <a:spLocks noGrp="1"/>
          </p:cNvSpPr>
          <p:nvPr>
            <p:ph type="ctrTitle"/>
          </p:nvPr>
        </p:nvSpPr>
        <p:spPr>
          <a:xfrm>
            <a:off x="3530893" y="2601545"/>
            <a:ext cx="5086633" cy="827455"/>
          </a:xfrm>
        </p:spPr>
        <p:txBody>
          <a:bodyPr anchor="ctr"/>
          <a:lstStyle/>
          <a:p>
            <a:r>
              <a:rPr lang="en-US" sz="4800" dirty="0">
                <a:solidFill>
                  <a:schemeClr val="bg1"/>
                </a:solidFill>
                <a:latin typeface="Arial Black" panose="020B0A04020102020204" pitchFamily="34" charset="0"/>
              </a:rPr>
              <a:t>SAP BTP Extension Suite Training</a:t>
            </a:r>
            <a:endParaRPr lang="en-IN" dirty="0">
              <a:solidFill>
                <a:schemeClr val="bg1"/>
              </a:solidFill>
              <a:latin typeface="Arial Black" panose="020B0A04020102020204" pitchFamily="34" charset="0"/>
            </a:endParaRPr>
          </a:p>
        </p:txBody>
      </p:sp>
      <p:sp>
        <p:nvSpPr>
          <p:cNvPr id="737" name="Subtitle 736">
            <a:extLst>
              <a:ext uri="{FF2B5EF4-FFF2-40B4-BE49-F238E27FC236}">
                <a16:creationId xmlns:a16="http://schemas.microsoft.com/office/drawing/2014/main" id="{700EA347-9CC8-4879-9255-16687B0BED48}"/>
              </a:ext>
            </a:extLst>
          </p:cNvPr>
          <p:cNvSpPr>
            <a:spLocks noGrp="1"/>
          </p:cNvSpPr>
          <p:nvPr>
            <p:ph type="subTitle" idx="1"/>
          </p:nvPr>
        </p:nvSpPr>
        <p:spPr/>
        <p:txBody>
          <a:bodyPr/>
          <a:lstStyle/>
          <a:p>
            <a:r>
              <a:rPr lang="en-IN" spc="100" dirty="0">
                <a:latin typeface="Cooper Black" panose="0208090404030B020404" pitchFamily="18" charset="0"/>
              </a:rPr>
              <a:t>www.AnubhavTrainings.com</a:t>
            </a:r>
          </a:p>
        </p:txBody>
      </p:sp>
      <p:sp>
        <p:nvSpPr>
          <p:cNvPr id="4" name="Subtitle 736">
            <a:extLst>
              <a:ext uri="{FF2B5EF4-FFF2-40B4-BE49-F238E27FC236}">
                <a16:creationId xmlns:a16="http://schemas.microsoft.com/office/drawing/2014/main" id="{3F065217-DE63-4532-8B57-61ED049613CD}"/>
              </a:ext>
            </a:extLst>
          </p:cNvPr>
          <p:cNvSpPr txBox="1">
            <a:spLocks/>
          </p:cNvSpPr>
          <p:nvPr/>
        </p:nvSpPr>
        <p:spPr>
          <a:xfrm>
            <a:off x="3296764" y="3933056"/>
            <a:ext cx="5595296" cy="531269"/>
          </a:xfrm>
          <a:prstGeom prst="rect">
            <a:avLst/>
          </a:prstGeom>
        </p:spPr>
        <p:txBody>
          <a:bodyPr vert="horz" lIns="0" tIns="60949" rIns="0" bIns="60949" rtlCol="0">
            <a:normAutofit/>
          </a:bodyPr>
          <a:lstStyle>
            <a:lvl1pPr marL="0" indent="0" algn="ctr" defTabSz="1218987" rtl="0" eaLnBrk="1" latinLnBrk="0" hangingPunct="1">
              <a:spcBef>
                <a:spcPct val="20000"/>
              </a:spcBef>
              <a:buFont typeface="Arial" pitchFamily="34" charset="0"/>
              <a:buNone/>
              <a:defRPr lang="en-US" sz="2400" kern="1200" smtClean="0">
                <a:solidFill>
                  <a:schemeClr val="accent2"/>
                </a:solidFill>
                <a:latin typeface="+mn-lt"/>
                <a:ea typeface="+mj-ea"/>
                <a:cs typeface="+mj-cs"/>
              </a:defRPr>
            </a:lvl1pPr>
            <a:lvl2pPr marL="609468" indent="0" algn="ctr" defTabSz="1218987" rtl="0" eaLnBrk="1" latinLnBrk="0" hangingPunct="1">
              <a:spcBef>
                <a:spcPct val="20000"/>
              </a:spcBef>
              <a:buFont typeface="Arial" pitchFamily="34" charset="0"/>
              <a:buNone/>
              <a:defRPr sz="3200" kern="1200">
                <a:solidFill>
                  <a:schemeClr val="tx1">
                    <a:tint val="75000"/>
                  </a:schemeClr>
                </a:solidFill>
                <a:latin typeface="+mj-lt"/>
                <a:ea typeface="+mn-ea"/>
                <a:cs typeface="+mn-cs"/>
              </a:defRPr>
            </a:lvl2pPr>
            <a:lvl3pPr marL="1218936" indent="0" algn="ctr" defTabSz="1218987" rtl="0" eaLnBrk="1" latinLnBrk="0" hangingPunct="1">
              <a:spcBef>
                <a:spcPct val="20000"/>
              </a:spcBef>
              <a:buFont typeface="Arial" pitchFamily="34" charset="0"/>
              <a:buNone/>
              <a:defRPr sz="2400" kern="1200">
                <a:solidFill>
                  <a:schemeClr val="tx1">
                    <a:tint val="75000"/>
                  </a:schemeClr>
                </a:solidFill>
                <a:latin typeface="+mj-lt"/>
                <a:ea typeface="+mn-ea"/>
                <a:cs typeface="+mn-cs"/>
              </a:defRPr>
            </a:lvl3pPr>
            <a:lvl4pPr marL="1828404"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4pPr>
            <a:lvl5pPr marL="2437872" indent="0" algn="ctr" defTabSz="1218987" rtl="0" eaLnBrk="1" latinLnBrk="0" hangingPunct="1">
              <a:spcBef>
                <a:spcPct val="20000"/>
              </a:spcBef>
              <a:buFont typeface="Arial" pitchFamily="34" charset="0"/>
              <a:buNone/>
              <a:defRPr sz="2000" kern="1200">
                <a:solidFill>
                  <a:schemeClr val="tx1">
                    <a:tint val="75000"/>
                  </a:schemeClr>
                </a:solidFill>
                <a:latin typeface="+mj-lt"/>
                <a:ea typeface="+mn-ea"/>
                <a:cs typeface="+mn-cs"/>
              </a:defRPr>
            </a:lvl5pPr>
            <a:lvl6pPr marL="3047340"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6pPr>
            <a:lvl7pPr marL="3656808"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7pPr>
            <a:lvl8pPr marL="4266275"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8pPr>
            <a:lvl9pPr marL="4875744" indent="0" algn="ctr" defTabSz="1218987" rtl="0" eaLnBrk="1" latinLnBrk="0" hangingPunct="1">
              <a:spcBef>
                <a:spcPct val="20000"/>
              </a:spcBef>
              <a:buFont typeface="Arial" pitchFamily="34" charset="0"/>
              <a:buNone/>
              <a:defRPr sz="2700" kern="1200">
                <a:solidFill>
                  <a:schemeClr val="tx1">
                    <a:tint val="75000"/>
                  </a:schemeClr>
                </a:solidFill>
                <a:latin typeface="+mn-lt"/>
                <a:ea typeface="+mn-ea"/>
                <a:cs typeface="+mn-cs"/>
              </a:defRPr>
            </a:lvl9pPr>
          </a:lstStyle>
          <a:p>
            <a:r>
              <a:rPr lang="en-IN" sz="2000" dirty="0">
                <a:solidFill>
                  <a:srgbClr val="00B0F0"/>
                </a:solidFill>
                <a:latin typeface="Amasis MT Pro Black" panose="02040A04050005020304" pitchFamily="18" charset="0"/>
              </a:rPr>
              <a:t>Anubhav Oberoy</a:t>
            </a:r>
          </a:p>
        </p:txBody>
      </p:sp>
      <p:sp>
        <p:nvSpPr>
          <p:cNvPr id="2" name="TextBox 1">
            <a:extLst>
              <a:ext uri="{FF2B5EF4-FFF2-40B4-BE49-F238E27FC236}">
                <a16:creationId xmlns:a16="http://schemas.microsoft.com/office/drawing/2014/main" id="{66565992-7E12-89E4-D7DB-B3B44A1FB17D}"/>
              </a:ext>
            </a:extLst>
          </p:cNvPr>
          <p:cNvSpPr txBox="1"/>
          <p:nvPr/>
        </p:nvSpPr>
        <p:spPr>
          <a:xfrm>
            <a:off x="5230316" y="4968381"/>
            <a:ext cx="3963274" cy="338554"/>
          </a:xfrm>
          <a:prstGeom prst="rect">
            <a:avLst/>
          </a:prstGeom>
          <a:noFill/>
        </p:spPr>
        <p:txBody>
          <a:bodyPr wrap="square" rtlCol="0">
            <a:spAutoFit/>
          </a:bodyPr>
          <a:lstStyle/>
          <a:p>
            <a:r>
              <a:rPr lang="en-US" sz="1600" dirty="0">
                <a:solidFill>
                  <a:srgbClr val="FFFF00"/>
                </a:solidFill>
              </a:rPr>
              <a:t>Follow excellence with sheer passion</a:t>
            </a:r>
          </a:p>
        </p:txBody>
      </p:sp>
      <p:sp>
        <p:nvSpPr>
          <p:cNvPr id="3" name="Rectangle 2">
            <a:extLst>
              <a:ext uri="{FF2B5EF4-FFF2-40B4-BE49-F238E27FC236}">
                <a16:creationId xmlns:a16="http://schemas.microsoft.com/office/drawing/2014/main" id="{07AD4BE1-A039-0C39-03C6-B87E08B37A06}"/>
              </a:ext>
            </a:extLst>
          </p:cNvPr>
          <p:cNvSpPr/>
          <p:nvPr/>
        </p:nvSpPr>
        <p:spPr>
          <a:xfrm>
            <a:off x="3530893" y="1196752"/>
            <a:ext cx="2059463" cy="64807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600" b="1" dirty="0">
                <a:solidFill>
                  <a:schemeClr val="accent2">
                    <a:lumMod val="50000"/>
                  </a:schemeClr>
                </a:solidFill>
              </a:rPr>
              <a:t>Day 2</a:t>
            </a:r>
          </a:p>
        </p:txBody>
      </p:sp>
    </p:spTree>
    <p:extLst>
      <p:ext uri="{BB962C8B-B14F-4D97-AF65-F5344CB8AC3E}">
        <p14:creationId xmlns:p14="http://schemas.microsoft.com/office/powerpoint/2010/main" val="686416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Placeholder 1"/>
          <p:cNvPicPr>
            <a:picLocks noGrp="1" noChangeAspect="1"/>
          </p:cNvPicPr>
          <p:nvPr>
            <p:ph type="pic" idx="1"/>
          </p:nvPr>
        </p:nvPicPr>
        <p:blipFill rotWithShape="1">
          <a:blip r:embed="rId2" cstate="email">
            <a:extLst>
              <a:ext uri="{28A0092B-C50C-407E-A947-70E740481C1C}">
                <a14:useLocalDpi xmlns:a14="http://schemas.microsoft.com/office/drawing/2010/main"/>
              </a:ext>
            </a:extLst>
          </a:blip>
          <a:srcRect/>
          <a:stretch/>
        </p:blipFill>
        <p:spPr>
          <a:solidFill>
            <a:schemeClr val="bg1">
              <a:lumMod val="95000"/>
            </a:schemeClr>
          </a:solidFill>
        </p:spPr>
      </p:pic>
      <p:sp>
        <p:nvSpPr>
          <p:cNvPr id="13" name="Rectangle 12">
            <a:extLst>
              <a:ext uri="{FF2B5EF4-FFF2-40B4-BE49-F238E27FC236}">
                <a16:creationId xmlns:a16="http://schemas.microsoft.com/office/drawing/2014/main" id="{EE1D1380-BC28-F74F-8866-BD4C0AD42595}"/>
              </a:ext>
            </a:extLst>
          </p:cNvPr>
          <p:cNvSpPr/>
          <p:nvPr/>
        </p:nvSpPr>
        <p:spPr>
          <a:xfrm>
            <a:off x="1587" y="-13391"/>
            <a:ext cx="12185651" cy="7589135"/>
          </a:xfrm>
          <a:prstGeom prst="rect">
            <a:avLst/>
          </a:pr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a:endParaRPr>
          </a:p>
        </p:txBody>
      </p:sp>
      <p:sp>
        <p:nvSpPr>
          <p:cNvPr id="6" name="Rectangle 5"/>
          <p:cNvSpPr/>
          <p:nvPr/>
        </p:nvSpPr>
        <p:spPr>
          <a:xfrm>
            <a:off x="1587" y="3190483"/>
            <a:ext cx="12185651" cy="2509639"/>
          </a:xfrm>
          <a:prstGeom prst="rect">
            <a:avLst/>
          </a:prstGeom>
          <a:gradFill flip="none" rotWithShape="1">
            <a:gsLst>
              <a:gs pos="13000">
                <a:srgbClr val="25B6C2">
                  <a:alpha val="50000"/>
                </a:srgbClr>
              </a:gs>
              <a:gs pos="100000">
                <a:srgbClr val="0692DB">
                  <a:alpha val="50000"/>
                </a:srgbClr>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7" name="Rectangle 6"/>
          <p:cNvSpPr/>
          <p:nvPr/>
        </p:nvSpPr>
        <p:spPr>
          <a:xfrm>
            <a:off x="1587" y="3362982"/>
            <a:ext cx="12185651" cy="2127761"/>
          </a:xfrm>
          <a:prstGeom prst="rect">
            <a:avLst/>
          </a:prstGeom>
          <a:gradFill flip="none" rotWithShape="1">
            <a:gsLst>
              <a:gs pos="13000">
                <a:srgbClr val="25B6C2"/>
              </a:gs>
              <a:gs pos="100000">
                <a:srgbClr val="0692DB"/>
              </a:gs>
            </a:gsLst>
            <a:lin ang="27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ko-KR" altLang="en-US" sz="1799">
              <a:solidFill>
                <a:srgbClr val="FFFFFF"/>
              </a:solidFill>
              <a:latin typeface="Arial" panose="020B0604020202020204"/>
              <a:ea typeface="굴림" panose="020B0600000101010101" pitchFamily="34" charset="-127"/>
            </a:endParaRPr>
          </a:p>
        </p:txBody>
      </p:sp>
      <p:sp>
        <p:nvSpPr>
          <p:cNvPr id="19" name="TextBox 18">
            <a:extLst>
              <a:ext uri="{FF2B5EF4-FFF2-40B4-BE49-F238E27FC236}">
                <a16:creationId xmlns:a16="http://schemas.microsoft.com/office/drawing/2014/main" id="{B945CD40-9ABD-7441-A0F8-C5ACA34BB34C}"/>
              </a:ext>
            </a:extLst>
          </p:cNvPr>
          <p:cNvSpPr txBox="1"/>
          <p:nvPr/>
        </p:nvSpPr>
        <p:spPr>
          <a:xfrm>
            <a:off x="3840714" y="3436579"/>
            <a:ext cx="4507397" cy="646163"/>
          </a:xfrm>
          <a:prstGeom prst="rect">
            <a:avLst/>
          </a:prstGeom>
          <a:noFill/>
          <a:ln>
            <a:noFill/>
          </a:ln>
        </p:spPr>
        <p:txBody>
          <a:bodyPr wrap="square" rtlCol="0">
            <a:spAutoFit/>
          </a:bodyPr>
          <a:lstStyle/>
          <a:p>
            <a:pPr algn="ctr" defTabSz="913943">
              <a:defRPr/>
            </a:pPr>
            <a:r>
              <a:rPr lang="en-IN" sz="3599" b="1" dirty="0">
                <a:solidFill>
                  <a:srgbClr val="FFFFFF"/>
                </a:solidFill>
                <a:latin typeface="Arial" panose="020B0604020202020204" pitchFamily="34" charset="0"/>
                <a:ea typeface="Cambria" panose="02040503050406030204" pitchFamily="18" charset="0"/>
                <a:cs typeface="Arial" panose="020B0604020202020204" pitchFamily="34" charset="0"/>
              </a:rPr>
              <a:t>DISCLAIMER</a:t>
            </a:r>
            <a:endParaRPr lang="en-US" sz="3299" spc="150" dirty="0">
              <a:solidFill>
                <a:srgbClr val="FFFFFF"/>
              </a:solidFill>
              <a:latin typeface="Arial" panose="020B0604020202020204" pitchFamily="34" charset="0"/>
              <a:ea typeface="Lato Medium" panose="020F0502020204030203" pitchFamily="34" charset="0"/>
              <a:cs typeface="Arial" panose="020B0604020202020204" pitchFamily="34" charset="0"/>
            </a:endParaRPr>
          </a:p>
        </p:txBody>
      </p:sp>
      <p:sp>
        <p:nvSpPr>
          <p:cNvPr id="20" name="TextBox 19">
            <a:extLst>
              <a:ext uri="{FF2B5EF4-FFF2-40B4-BE49-F238E27FC236}">
                <a16:creationId xmlns:a16="http://schemas.microsoft.com/office/drawing/2014/main" id="{B945CD40-9ABD-7441-A0F8-C5ACA34BB34C}"/>
              </a:ext>
            </a:extLst>
          </p:cNvPr>
          <p:cNvSpPr txBox="1"/>
          <p:nvPr/>
        </p:nvSpPr>
        <p:spPr>
          <a:xfrm>
            <a:off x="442020" y="4059852"/>
            <a:ext cx="11304786" cy="1200016"/>
          </a:xfrm>
          <a:prstGeom prst="rect">
            <a:avLst/>
          </a:prstGeom>
          <a:noFill/>
          <a:ln>
            <a:noFill/>
          </a:ln>
        </p:spPr>
        <p:txBody>
          <a:bodyPr wrap="square" rtlCol="0">
            <a:spAutoFit/>
          </a:bodyPr>
          <a:lstStyle/>
          <a:p>
            <a:pPr algn="ctr" defTabSz="913943">
              <a:defRPr/>
            </a:pPr>
            <a:r>
              <a:rPr lang="en-IN" sz="2399" dirty="0">
                <a:solidFill>
                  <a:srgbClr val="FFFFFF"/>
                </a:solidFill>
                <a:latin typeface="Arial" panose="020B0604020202020204" pitchFamily="34" charset="0"/>
                <a:cs typeface="Arial" panose="020B0604020202020204" pitchFamily="34" charset="0"/>
              </a:rPr>
              <a:t>The training content and delivery of this presentation is confidential, and cannot be recorded, or copied and distributed to any third party, without the written consent of Anubhav Trainings</a:t>
            </a:r>
          </a:p>
        </p:txBody>
      </p:sp>
      <p:pic>
        <p:nvPicPr>
          <p:cNvPr id="9" name="Picture 4">
            <a:extLst>
              <a:ext uri="{FF2B5EF4-FFF2-40B4-BE49-F238E27FC236}">
                <a16:creationId xmlns:a16="http://schemas.microsoft.com/office/drawing/2014/main" id="{DB8A7F7E-7F2C-20C1-2A09-7D9F11F6AD1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846940" y="0"/>
            <a:ext cx="1173316" cy="11588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31916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pic>
        <p:nvPicPr>
          <p:cNvPr id="36" name="Picture Placeholder 35">
            <a:extLst>
              <a:ext uri="{FF2B5EF4-FFF2-40B4-BE49-F238E27FC236}">
                <a16:creationId xmlns:a16="http://schemas.microsoft.com/office/drawing/2014/main" id="{984BD025-E8D6-4986-ACB4-348E6D14FD13}"/>
              </a:ext>
            </a:extLst>
          </p:cNvPr>
          <p:cNvPicPr>
            <a:picLocks noGrp="1" noChangeAspect="1"/>
          </p:cNvPicPr>
          <p:nvPr>
            <p:ph type="pic" sz="quarter" idx="13"/>
          </p:nvPr>
        </p:nvPicPr>
        <p:blipFill>
          <a:blip r:embed="rId3" cstate="print">
            <a:duotone>
              <a:prstClr val="black"/>
              <a:schemeClr val="accent3">
                <a:tint val="45000"/>
                <a:satMod val="400000"/>
              </a:schemeClr>
            </a:duotone>
            <a:extLst>
              <a:ext uri="{28A0092B-C50C-407E-A947-70E740481C1C}">
                <a14:useLocalDpi xmlns:a14="http://schemas.microsoft.com/office/drawing/2010/main" val="0"/>
              </a:ext>
            </a:extLst>
          </a:blip>
          <a:srcRect l="5490" r="5490"/>
          <a:stretch>
            <a:fillRect/>
          </a:stretch>
        </p:blipFill>
        <p:spPr/>
      </p:pic>
      <p:sp>
        <p:nvSpPr>
          <p:cNvPr id="969" name="Rectangle: Rounded Corners 968">
            <a:extLst>
              <a:ext uri="{FF2B5EF4-FFF2-40B4-BE49-F238E27FC236}">
                <a16:creationId xmlns:a16="http://schemas.microsoft.com/office/drawing/2014/main" id="{9A03188F-313C-4343-89F8-26EF3ADF19BC}"/>
              </a:ext>
            </a:extLst>
          </p:cNvPr>
          <p:cNvSpPr/>
          <p:nvPr/>
        </p:nvSpPr>
        <p:spPr>
          <a:xfrm>
            <a:off x="5466844" y="3474497"/>
            <a:ext cx="4553934"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TextBox 21">
            <a:extLst>
              <a:ext uri="{FF2B5EF4-FFF2-40B4-BE49-F238E27FC236}">
                <a16:creationId xmlns:a16="http://schemas.microsoft.com/office/drawing/2014/main" id="{AF63EEB3-F05E-4EFB-A873-46F319EDA936}"/>
              </a:ext>
            </a:extLst>
          </p:cNvPr>
          <p:cNvSpPr txBox="1"/>
          <p:nvPr/>
        </p:nvSpPr>
        <p:spPr>
          <a:xfrm>
            <a:off x="5983196" y="3883286"/>
            <a:ext cx="3529104" cy="615553"/>
          </a:xfrm>
          <a:prstGeom prst="rect">
            <a:avLst/>
          </a:prstGeom>
          <a:noFill/>
        </p:spPr>
        <p:txBody>
          <a:bodyPr wrap="square" lIns="0" tIns="0" rIns="0" bIns="0" rtlCol="0">
            <a:spAutoFit/>
          </a:bodyPr>
          <a:lstStyle/>
          <a:p>
            <a:r>
              <a:rPr lang="en-IN" sz="4000" b="1" i="0" dirty="0">
                <a:solidFill>
                  <a:schemeClr val="accent3"/>
                </a:solidFill>
                <a:effectLst/>
              </a:rPr>
              <a:t>Introduction</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970" name="TextBox 969">
            <a:extLst>
              <a:ext uri="{FF2B5EF4-FFF2-40B4-BE49-F238E27FC236}">
                <a16:creationId xmlns:a16="http://schemas.microsoft.com/office/drawing/2014/main" id="{1A0F3EB3-F5B2-4451-8944-2519F6807F15}"/>
              </a:ext>
            </a:extLst>
          </p:cNvPr>
          <p:cNvSpPr txBox="1"/>
          <p:nvPr/>
        </p:nvSpPr>
        <p:spPr>
          <a:xfrm>
            <a:off x="5940975" y="4498839"/>
            <a:ext cx="3529104" cy="984885"/>
          </a:xfrm>
          <a:prstGeom prst="rect">
            <a:avLst/>
          </a:prstGeom>
          <a:noFill/>
        </p:spPr>
        <p:txBody>
          <a:bodyPr wrap="square" lIns="0" tIns="0" rIns="0" bIns="0" rtlCol="0" anchor="t">
            <a:spAutoFit/>
          </a:bodyPr>
          <a:lstStyle/>
          <a:p>
            <a:r>
              <a:rPr lang="en-US" sz="16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Welcome to the BTP Architect Training Course, specially designed for senior SAP Consultants planning to provide guidance on SAP BTP Adoption</a:t>
            </a:r>
            <a:endParaRPr lang="en-US" sz="16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982" name="Group 981">
            <a:extLst>
              <a:ext uri="{FF2B5EF4-FFF2-40B4-BE49-F238E27FC236}">
                <a16:creationId xmlns:a16="http://schemas.microsoft.com/office/drawing/2014/main" id="{1C86F990-08A5-4110-8C03-B0D18CCCACC8}"/>
              </a:ext>
            </a:extLst>
          </p:cNvPr>
          <p:cNvGrpSpPr/>
          <p:nvPr/>
        </p:nvGrpSpPr>
        <p:grpSpPr>
          <a:xfrm>
            <a:off x="6006451" y="5654908"/>
            <a:ext cx="617354" cy="109990"/>
            <a:chOff x="6006451" y="5603130"/>
            <a:chExt cx="617354" cy="109990"/>
          </a:xfrm>
        </p:grpSpPr>
        <p:sp>
          <p:nvSpPr>
            <p:cNvPr id="983" name="Rectangle 5">
              <a:extLst>
                <a:ext uri="{FF2B5EF4-FFF2-40B4-BE49-F238E27FC236}">
                  <a16:creationId xmlns:a16="http://schemas.microsoft.com/office/drawing/2014/main" id="{CCB87286-5103-4700-AC2B-DF04BD9D7EFC}"/>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4" name="Rectangle 5">
              <a:extLst>
                <a:ext uri="{FF2B5EF4-FFF2-40B4-BE49-F238E27FC236}">
                  <a16:creationId xmlns:a16="http://schemas.microsoft.com/office/drawing/2014/main" id="{2D0F020C-961B-4DC7-A96C-D3933097D995}"/>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85" name="Rectangle 5">
              <a:extLst>
                <a:ext uri="{FF2B5EF4-FFF2-40B4-BE49-F238E27FC236}">
                  <a16:creationId xmlns:a16="http://schemas.microsoft.com/office/drawing/2014/main" id="{11A82165-5A27-4E8B-9852-5AB8EDC0DFE0}"/>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
        <p:nvSpPr>
          <p:cNvPr id="986" name="TextBox 985">
            <a:extLst>
              <a:ext uri="{FF2B5EF4-FFF2-40B4-BE49-F238E27FC236}">
                <a16:creationId xmlns:a16="http://schemas.microsoft.com/office/drawing/2014/main" id="{F654CA03-8569-49F8-9893-34C384845174}"/>
              </a:ext>
            </a:extLst>
          </p:cNvPr>
          <p:cNvSpPr txBox="1"/>
          <p:nvPr/>
        </p:nvSpPr>
        <p:spPr>
          <a:xfrm>
            <a:off x="660392" y="5133729"/>
            <a:ext cx="4405534" cy="1107996"/>
          </a:xfrm>
          <a:prstGeom prst="rect">
            <a:avLst/>
          </a:prstGeom>
          <a:noFill/>
        </p:spPr>
        <p:txBody>
          <a:bodyPr wrap="square" lIns="0" tIns="0" rIns="0" bIns="0" rtlCol="0" anchor="t">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The Course is designed to provide end to end development on SAP Business Technology platform, Deployment, lifecycle and security overview with Hands-on</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Tree>
    <p:extLst>
      <p:ext uri="{BB962C8B-B14F-4D97-AF65-F5344CB8AC3E}">
        <p14:creationId xmlns:p14="http://schemas.microsoft.com/office/powerpoint/2010/main" val="5343056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1133" name="Rectangle: Rounded Corners 1132">
            <a:extLst>
              <a:ext uri="{FF2B5EF4-FFF2-40B4-BE49-F238E27FC236}">
                <a16:creationId xmlns:a16="http://schemas.microsoft.com/office/drawing/2014/main" id="{47299741-729A-4FA6-A73E-373218C0B948}"/>
              </a:ext>
            </a:extLst>
          </p:cNvPr>
          <p:cNvSpPr/>
          <p:nvPr/>
        </p:nvSpPr>
        <p:spPr>
          <a:xfrm>
            <a:off x="3453886" y="1196752"/>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4" name="Rectangle: Rounded Corners 1133">
            <a:extLst>
              <a:ext uri="{FF2B5EF4-FFF2-40B4-BE49-F238E27FC236}">
                <a16:creationId xmlns:a16="http://schemas.microsoft.com/office/drawing/2014/main" id="{E8655933-ABB5-4D15-AE7F-B0D014A5A5FB}"/>
              </a:ext>
            </a:extLst>
          </p:cNvPr>
          <p:cNvSpPr/>
          <p:nvPr/>
        </p:nvSpPr>
        <p:spPr>
          <a:xfrm>
            <a:off x="3453886" y="2952474"/>
            <a:ext cx="5281051" cy="1428357"/>
          </a:xfrm>
          <a:prstGeom prst="roundRect">
            <a:avLst>
              <a:gd name="adj" fmla="val 8960"/>
            </a:avLst>
          </a:prstGeom>
          <a:solidFill>
            <a:schemeClr val="accent3">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35" name="Rectangle: Rounded Corners 1134">
            <a:extLst>
              <a:ext uri="{FF2B5EF4-FFF2-40B4-BE49-F238E27FC236}">
                <a16:creationId xmlns:a16="http://schemas.microsoft.com/office/drawing/2014/main" id="{7ADD6B3E-784D-4B47-A705-C73AEB0275B4}"/>
              </a:ext>
            </a:extLst>
          </p:cNvPr>
          <p:cNvSpPr/>
          <p:nvPr/>
        </p:nvSpPr>
        <p:spPr>
          <a:xfrm>
            <a:off x="3453886" y="4708197"/>
            <a:ext cx="5281051" cy="1428357"/>
          </a:xfrm>
          <a:prstGeom prst="roundRect">
            <a:avLst>
              <a:gd name="adj" fmla="val 8960"/>
            </a:avLst>
          </a:prstGeom>
          <a:solidFill>
            <a:schemeClr val="accent2">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a:p>
        </p:txBody>
      </p:sp>
      <p:grpSp>
        <p:nvGrpSpPr>
          <p:cNvPr id="1141" name="Group 1140">
            <a:extLst>
              <a:ext uri="{FF2B5EF4-FFF2-40B4-BE49-F238E27FC236}">
                <a16:creationId xmlns:a16="http://schemas.microsoft.com/office/drawing/2014/main" id="{010C7D28-B781-409B-AFDB-2EB8DCBAB471}"/>
              </a:ext>
            </a:extLst>
          </p:cNvPr>
          <p:cNvGrpSpPr/>
          <p:nvPr/>
        </p:nvGrpSpPr>
        <p:grpSpPr>
          <a:xfrm>
            <a:off x="4118571" y="1449765"/>
            <a:ext cx="4359562" cy="922336"/>
            <a:chOff x="1395616" y="871285"/>
            <a:chExt cx="3825734" cy="1064137"/>
          </a:xfrm>
        </p:grpSpPr>
        <p:sp>
          <p:nvSpPr>
            <p:cNvPr id="1142" name="TextBox 1141">
              <a:extLst>
                <a:ext uri="{FF2B5EF4-FFF2-40B4-BE49-F238E27FC236}">
                  <a16:creationId xmlns:a16="http://schemas.microsoft.com/office/drawing/2014/main" id="{3F09AA1F-FEA7-4D17-88ED-2CD603C4E9A6}"/>
                </a:ext>
              </a:extLst>
            </p:cNvPr>
            <p:cNvSpPr txBox="1"/>
            <p:nvPr/>
          </p:nvSpPr>
          <p:spPr>
            <a:xfrm>
              <a:off x="2984420" y="1083772"/>
              <a:ext cx="2236930" cy="639170"/>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Types of BTP Accounts and Service Discovery</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43" name="TextBox 1142">
              <a:extLst>
                <a:ext uri="{FF2B5EF4-FFF2-40B4-BE49-F238E27FC236}">
                  <a16:creationId xmlns:a16="http://schemas.microsoft.com/office/drawing/2014/main" id="{C88A509D-C2AF-4500-8C21-D7071BE4DE69}"/>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01</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44" name="Group 1143">
            <a:extLst>
              <a:ext uri="{FF2B5EF4-FFF2-40B4-BE49-F238E27FC236}">
                <a16:creationId xmlns:a16="http://schemas.microsoft.com/office/drawing/2014/main" id="{8A3A5AE5-D342-4BA3-9A55-5165158B260D}"/>
              </a:ext>
            </a:extLst>
          </p:cNvPr>
          <p:cNvGrpSpPr/>
          <p:nvPr/>
        </p:nvGrpSpPr>
        <p:grpSpPr>
          <a:xfrm>
            <a:off x="4118571" y="3205484"/>
            <a:ext cx="4431570" cy="922336"/>
            <a:chOff x="1395616" y="871285"/>
            <a:chExt cx="3825734" cy="1064137"/>
          </a:xfrm>
        </p:grpSpPr>
        <p:sp>
          <p:nvSpPr>
            <p:cNvPr id="1145" name="TextBox 1144">
              <a:extLst>
                <a:ext uri="{FF2B5EF4-FFF2-40B4-BE49-F238E27FC236}">
                  <a16:creationId xmlns:a16="http://schemas.microsoft.com/office/drawing/2014/main" id="{D50FB645-94BC-4B73-BC01-70A868E236E0}"/>
                </a:ext>
              </a:extLst>
            </p:cNvPr>
            <p:cNvSpPr txBox="1"/>
            <p:nvPr/>
          </p:nvSpPr>
          <p:spPr>
            <a:xfrm>
              <a:off x="2984420" y="1243562"/>
              <a:ext cx="2236930" cy="31958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BTP Use cases</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46" name="TextBox 1145">
              <a:extLst>
                <a:ext uri="{FF2B5EF4-FFF2-40B4-BE49-F238E27FC236}">
                  <a16:creationId xmlns:a16="http://schemas.microsoft.com/office/drawing/2014/main" id="{D6E845BF-0649-4FED-BF91-2541D1DCB0D6}"/>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02</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grpSp>
        <p:nvGrpSpPr>
          <p:cNvPr id="1150" name="Group 1149">
            <a:extLst>
              <a:ext uri="{FF2B5EF4-FFF2-40B4-BE49-F238E27FC236}">
                <a16:creationId xmlns:a16="http://schemas.microsoft.com/office/drawing/2014/main" id="{64D36160-176A-49B7-AEAE-FF1ECF022B7A}"/>
              </a:ext>
            </a:extLst>
          </p:cNvPr>
          <p:cNvGrpSpPr/>
          <p:nvPr/>
        </p:nvGrpSpPr>
        <p:grpSpPr>
          <a:xfrm>
            <a:off x="4118571" y="4961207"/>
            <a:ext cx="4431570" cy="922336"/>
            <a:chOff x="1395616" y="871285"/>
            <a:chExt cx="4290329" cy="1064137"/>
          </a:xfrm>
        </p:grpSpPr>
        <p:sp>
          <p:nvSpPr>
            <p:cNvPr id="1151" name="TextBox 1150">
              <a:extLst>
                <a:ext uri="{FF2B5EF4-FFF2-40B4-BE49-F238E27FC236}">
                  <a16:creationId xmlns:a16="http://schemas.microsoft.com/office/drawing/2014/main" id="{571E5D2F-CB43-41BD-B4D3-A2160034C400}"/>
                </a:ext>
              </a:extLst>
            </p:cNvPr>
            <p:cNvSpPr txBox="1"/>
            <p:nvPr/>
          </p:nvSpPr>
          <p:spPr>
            <a:xfrm>
              <a:off x="2984420" y="923975"/>
              <a:ext cx="2701525" cy="958755"/>
            </a:xfrm>
            <a:prstGeom prst="rect">
              <a:avLst/>
            </a:prstGeom>
            <a:noFill/>
          </p:spPr>
          <p:txBody>
            <a:bodyPr wrap="square" lIns="0" tIns="0" rIns="0" bIns="0" rtlCol="0" anchor="ctr">
              <a:spAutoFit/>
            </a:bodyPr>
            <a:lstStyle/>
            <a:p>
              <a:r>
                <a:rPr lang="en-US" sz="1800" kern="0" dirty="0">
                  <a:solidFill>
                    <a:schemeClr val="bg1"/>
                  </a:solidFill>
                  <a:latin typeface="Segoe UI" panose="020B0502040204020203" pitchFamily="34" charset="0"/>
                  <a:ea typeface="Calibri Light" charset="0"/>
                  <a:cs typeface="Segoe UI" panose="020B0502040204020203" pitchFamily="34" charset="0"/>
                </a:rPr>
                <a:t>Micro service architecture and First Micro service in SAP BTP</a:t>
              </a:r>
              <a:endParaRPr lang="en-US" sz="1800" dirty="0">
                <a:solidFill>
                  <a:schemeClr val="bg1"/>
                </a:solidFill>
                <a:latin typeface="Segoe UI" panose="020B0502040204020203" pitchFamily="34" charset="0"/>
                <a:ea typeface="Calibri Light" charset="0"/>
                <a:cs typeface="Segoe UI" panose="020B0502040204020203" pitchFamily="34" charset="0"/>
              </a:endParaRPr>
            </a:p>
          </p:txBody>
        </p:sp>
        <p:sp>
          <p:nvSpPr>
            <p:cNvPr id="1152" name="TextBox 1151">
              <a:extLst>
                <a:ext uri="{FF2B5EF4-FFF2-40B4-BE49-F238E27FC236}">
                  <a16:creationId xmlns:a16="http://schemas.microsoft.com/office/drawing/2014/main" id="{F2024D8F-80E0-4CDB-8B10-C1B5BD93DE8B}"/>
                </a:ext>
              </a:extLst>
            </p:cNvPr>
            <p:cNvSpPr txBox="1"/>
            <p:nvPr/>
          </p:nvSpPr>
          <p:spPr>
            <a:xfrm>
              <a:off x="1395616" y="871285"/>
              <a:ext cx="1395288" cy="1064137"/>
            </a:xfrm>
            <a:prstGeom prst="rect">
              <a:avLst/>
            </a:prstGeom>
            <a:noFill/>
          </p:spPr>
          <p:txBody>
            <a:bodyPr wrap="square" lIns="0" tIns="0" rIns="0" bIns="0" rtlCol="0" anchor="ctr">
              <a:spAutoFit/>
            </a:bodyPr>
            <a:lstStyle/>
            <a:p>
              <a:pPr algn="ctr"/>
              <a:r>
                <a:rPr lang="en-US" sz="6000" b="1" kern="0" dirty="0">
                  <a:solidFill>
                    <a:schemeClr val="bg1"/>
                  </a:solidFill>
                  <a:latin typeface="Segoe UI" panose="020B0502040204020203" pitchFamily="34" charset="0"/>
                  <a:ea typeface="Calibri Light" charset="0"/>
                  <a:cs typeface="Segoe UI" panose="020B0502040204020203" pitchFamily="34" charset="0"/>
                </a:rPr>
                <a:t>03</a:t>
              </a:r>
              <a:endParaRPr lang="en-US" sz="6000" b="1" dirty="0">
                <a:solidFill>
                  <a:schemeClr val="bg1"/>
                </a:solidFill>
                <a:latin typeface="Segoe UI" panose="020B0502040204020203" pitchFamily="34" charset="0"/>
                <a:ea typeface="Calibri Light" charset="0"/>
                <a:cs typeface="Segoe UI" panose="020B0502040204020203" pitchFamily="34" charset="0"/>
              </a:endParaRPr>
            </a:p>
          </p:txBody>
        </p:sp>
      </p:grpSp>
      <p:sp>
        <p:nvSpPr>
          <p:cNvPr id="23" name="Title 22">
            <a:extLst>
              <a:ext uri="{FF2B5EF4-FFF2-40B4-BE49-F238E27FC236}">
                <a16:creationId xmlns:a16="http://schemas.microsoft.com/office/drawing/2014/main" id="{C261B0E4-159A-4067-AFE4-41EEF3B38F9B}"/>
              </a:ext>
            </a:extLst>
          </p:cNvPr>
          <p:cNvSpPr>
            <a:spLocks noGrp="1"/>
          </p:cNvSpPr>
          <p:nvPr>
            <p:ph type="title"/>
          </p:nvPr>
        </p:nvSpPr>
        <p:spPr/>
        <p:txBody>
          <a:bodyPr/>
          <a:lstStyle/>
          <a:p>
            <a:pPr algn="l"/>
            <a:r>
              <a:rPr lang="en-US" dirty="0">
                <a:solidFill>
                  <a:schemeClr val="bg1"/>
                </a:solidFill>
                <a:latin typeface="Cooper Black" panose="0208090404030B020404" pitchFamily="18" charset="0"/>
              </a:rPr>
              <a:t>Agenda</a:t>
            </a:r>
            <a:endParaRPr lang="en-IN" dirty="0">
              <a:solidFill>
                <a:schemeClr val="bg1"/>
              </a:solidFill>
              <a:latin typeface="Cooper Black" panose="0208090404030B020404" pitchFamily="18" charset="0"/>
            </a:endParaRPr>
          </a:p>
        </p:txBody>
      </p:sp>
    </p:spTree>
    <p:extLst>
      <p:ext uri="{BB962C8B-B14F-4D97-AF65-F5344CB8AC3E}">
        <p14:creationId xmlns:p14="http://schemas.microsoft.com/office/powerpoint/2010/main" val="3976199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Service Catalog &amp; Entitlements</a:t>
            </a:r>
          </a:p>
        </p:txBody>
      </p:sp>
      <p:sp>
        <p:nvSpPr>
          <p:cNvPr id="3" name="TextBox 2">
            <a:extLst>
              <a:ext uri="{FF2B5EF4-FFF2-40B4-BE49-F238E27FC236}">
                <a16:creationId xmlns:a16="http://schemas.microsoft.com/office/drawing/2014/main" id="{B8ADEC3D-C663-BAE3-304E-EA57F5E0F5E5}"/>
              </a:ext>
            </a:extLst>
          </p:cNvPr>
          <p:cNvSpPr txBox="1"/>
          <p:nvPr/>
        </p:nvSpPr>
        <p:spPr>
          <a:xfrm>
            <a:off x="189756" y="1173224"/>
            <a:ext cx="11809312" cy="1785104"/>
          </a:xfrm>
          <a:prstGeom prst="rect">
            <a:avLst/>
          </a:prstGeom>
          <a:noFill/>
        </p:spPr>
        <p:txBody>
          <a:bodyPr wrap="square" rtlCol="0">
            <a:spAutoFit/>
          </a:bodyPr>
          <a:lstStyle/>
          <a:p>
            <a:pPr>
              <a:defRPr/>
            </a:pPr>
            <a:r>
              <a:rPr lang="en-US" sz="1400" dirty="0">
                <a:solidFill>
                  <a:schemeClr val="bg1"/>
                </a:solidFill>
                <a:latin typeface="72-Regular"/>
              </a:rPr>
              <a:t>The SAP Discovery Center is a relatively new site hosted by SAP for developers and architects to find the services hosted by sap in SAP BTP and their respective service plans available.</a:t>
            </a:r>
          </a:p>
          <a:p>
            <a:pPr>
              <a:defRPr/>
            </a:pPr>
            <a:endParaRPr lang="en-US" sz="1400" dirty="0">
              <a:solidFill>
                <a:schemeClr val="bg1"/>
              </a:solidFill>
              <a:latin typeface="72-Regular"/>
            </a:endParaRPr>
          </a:p>
          <a:p>
            <a:pPr>
              <a:defRPr/>
            </a:pPr>
            <a:r>
              <a:rPr lang="en-US" sz="1400" dirty="0">
                <a:solidFill>
                  <a:schemeClr val="bg1"/>
                </a:solidFill>
                <a:latin typeface="72-Regular"/>
              </a:rPr>
              <a:t>It will also help technical team to identify the data center availability and cost associated with each service.</a:t>
            </a:r>
          </a:p>
          <a:p>
            <a:endParaRPr lang="en-IN" sz="1800" dirty="0">
              <a:hlinkClick r:id="" action="ppaction://noaction"/>
            </a:endParaRPr>
          </a:p>
          <a:p>
            <a:r>
              <a:rPr lang="en-IN" sz="1800" dirty="0">
                <a:hlinkClick r:id="" action="ppaction://noaction"/>
              </a:rPr>
              <a:t>https://discovery-center.cloud.sap/#/serviceCatalog</a:t>
            </a:r>
            <a:endParaRPr lang="en-IN" sz="1800" dirty="0"/>
          </a:p>
          <a:p>
            <a:endParaRPr lang="en-IN" sz="1800" dirty="0"/>
          </a:p>
        </p:txBody>
      </p:sp>
      <p:sp>
        <p:nvSpPr>
          <p:cNvPr id="7" name="TextBox 6">
            <a:extLst>
              <a:ext uri="{FF2B5EF4-FFF2-40B4-BE49-F238E27FC236}">
                <a16:creationId xmlns:a16="http://schemas.microsoft.com/office/drawing/2014/main" id="{52395A60-C6F3-B296-1DDF-6C755F46EC91}"/>
              </a:ext>
            </a:extLst>
          </p:cNvPr>
          <p:cNvSpPr txBox="1"/>
          <p:nvPr/>
        </p:nvSpPr>
        <p:spPr>
          <a:xfrm>
            <a:off x="189757" y="3140968"/>
            <a:ext cx="11809311" cy="2739211"/>
          </a:xfrm>
          <a:prstGeom prst="rect">
            <a:avLst/>
          </a:prstGeom>
          <a:noFill/>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bg1"/>
                </a:solidFill>
                <a:effectLst/>
                <a:uLnTx/>
                <a:uFillTx/>
                <a:latin typeface="72-Regular"/>
                <a:ea typeface="+mn-ea"/>
                <a:cs typeface="+mn-cs"/>
              </a:rPr>
              <a:t>Entitlements are the heart of all subaccounts in SAP BTP. They define which service and runtime artifacts you are able to use. </a:t>
            </a:r>
            <a:r>
              <a:rPr kumimoji="0" lang="en-US" sz="1400" b="0" i="0" u="none" strike="noStrike" kern="1200" cap="none" spc="0" normalizeH="0" baseline="0" noProof="0" dirty="0">
                <a:ln>
                  <a:noFill/>
                </a:ln>
                <a:solidFill>
                  <a:schemeClr val="bg1"/>
                </a:solidFill>
                <a:effectLst/>
                <a:uLnTx/>
                <a:uFillTx/>
                <a:latin typeface="72" panose="020B0503030000000003" pitchFamily="34" charset="0"/>
                <a:ea typeface="+mn-ea"/>
                <a:cs typeface="+mn-cs"/>
              </a:rPr>
              <a:t>When you purchase an enterprise account, you’re entitled to use a specific set of resources, such as the amount of memory that can be allocated to your applications.</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bg1"/>
              </a:solidFill>
              <a:effectLst/>
              <a:uLnTx/>
              <a:uFillTx/>
              <a:latin typeface="72" panose="020B0503030000000003" pitchFamily="34" charset="0"/>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bg1"/>
                </a:solidFill>
                <a:effectLst/>
                <a:uLnTx/>
                <a:uFillTx/>
                <a:latin typeface="72" panose="020B0503030000000003" pitchFamily="34" charset="0"/>
                <a:ea typeface="+mn-ea"/>
                <a:cs typeface="+mn-cs"/>
              </a:rPr>
              <a:t>An </a:t>
            </a:r>
            <a:r>
              <a:rPr kumimoji="0" lang="en-US" sz="1400" b="1" i="0" u="none" strike="noStrike" kern="1200" cap="none" spc="0" normalizeH="0" baseline="0" noProof="0" dirty="0">
                <a:ln>
                  <a:noFill/>
                </a:ln>
                <a:solidFill>
                  <a:schemeClr val="bg1"/>
                </a:solidFill>
                <a:effectLst/>
                <a:uLnTx/>
                <a:uFillTx/>
                <a:latin typeface="72" panose="020B0503030000000003" pitchFamily="34" charset="0"/>
                <a:ea typeface="+mn-ea"/>
                <a:cs typeface="+mn-cs"/>
              </a:rPr>
              <a:t>entitlement</a:t>
            </a:r>
            <a:r>
              <a:rPr kumimoji="0" lang="en-US" sz="1400" b="0" i="0" u="none" strike="noStrike" kern="1200" cap="none" spc="0" normalizeH="0" baseline="0" noProof="0" dirty="0">
                <a:ln>
                  <a:noFill/>
                </a:ln>
                <a:solidFill>
                  <a:schemeClr val="bg1"/>
                </a:solidFill>
                <a:effectLst/>
                <a:uLnTx/>
                <a:uFillTx/>
                <a:latin typeface="72" panose="020B0503030000000003" pitchFamily="34" charset="0"/>
                <a:ea typeface="+mn-ea"/>
                <a:cs typeface="+mn-cs"/>
              </a:rPr>
              <a:t> is your right to provision and consume a resource. In other words, entitlements are </a:t>
            </a:r>
            <a:r>
              <a:rPr kumimoji="0" lang="en-US" sz="1400" b="1" i="0" u="none" strike="noStrike" kern="1200" cap="none" spc="0" normalizeH="0" baseline="0" noProof="0" dirty="0">
                <a:ln>
                  <a:noFill/>
                </a:ln>
                <a:solidFill>
                  <a:schemeClr val="bg1"/>
                </a:solidFill>
                <a:effectLst/>
                <a:uLnTx/>
                <a:uFillTx/>
                <a:latin typeface="72" panose="020B0503030000000003" pitchFamily="34" charset="0"/>
                <a:ea typeface="+mn-ea"/>
                <a:cs typeface="+mn-cs"/>
              </a:rPr>
              <a:t>the service plans</a:t>
            </a:r>
            <a:r>
              <a:rPr kumimoji="0" lang="en-US" sz="1400" b="0" i="0" u="none" strike="noStrike" kern="1200" cap="none" spc="0" normalizeH="0" baseline="0" noProof="0" dirty="0">
                <a:ln>
                  <a:noFill/>
                </a:ln>
                <a:solidFill>
                  <a:schemeClr val="bg1"/>
                </a:solidFill>
                <a:effectLst/>
                <a:uLnTx/>
                <a:uFillTx/>
                <a:latin typeface="72" panose="020B0503030000000003" pitchFamily="34" charset="0"/>
                <a:ea typeface="+mn-ea"/>
                <a:cs typeface="+mn-cs"/>
              </a:rPr>
              <a:t> that you're entitled to use.</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bg1"/>
              </a:solidFill>
              <a:effectLst/>
              <a:uLnTx/>
              <a:uFillTx/>
              <a:latin typeface="72" panose="020B0503030000000003" pitchFamily="34" charset="0"/>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bg1"/>
                </a:solidFill>
                <a:effectLst/>
                <a:uLnTx/>
                <a:uFillTx/>
                <a:latin typeface="72" panose="020B0503030000000003" pitchFamily="34" charset="0"/>
                <a:ea typeface="+mn-ea"/>
                <a:cs typeface="+mn-cs"/>
              </a:rPr>
              <a:t>A </a:t>
            </a:r>
            <a:r>
              <a:rPr kumimoji="0" lang="en-US" sz="1400" b="1" i="0" u="none" strike="noStrike" kern="1200" cap="none" spc="0" normalizeH="0" baseline="0" noProof="0" dirty="0">
                <a:ln>
                  <a:noFill/>
                </a:ln>
                <a:solidFill>
                  <a:schemeClr val="bg1"/>
                </a:solidFill>
                <a:effectLst/>
                <a:uLnTx/>
                <a:uFillTx/>
                <a:latin typeface="72" panose="020B0503030000000003" pitchFamily="34" charset="0"/>
                <a:ea typeface="+mn-ea"/>
                <a:cs typeface="+mn-cs"/>
              </a:rPr>
              <a:t>quota</a:t>
            </a:r>
            <a:r>
              <a:rPr kumimoji="0" lang="en-US" sz="1400" b="0" i="0" u="none" strike="noStrike" kern="1200" cap="none" spc="0" normalizeH="0" baseline="0" noProof="0" dirty="0">
                <a:ln>
                  <a:noFill/>
                </a:ln>
                <a:solidFill>
                  <a:schemeClr val="bg1"/>
                </a:solidFill>
                <a:effectLst/>
                <a:uLnTx/>
                <a:uFillTx/>
                <a:latin typeface="72" panose="020B0503030000000003" pitchFamily="34" charset="0"/>
                <a:ea typeface="+mn-ea"/>
                <a:cs typeface="+mn-cs"/>
              </a:rPr>
              <a:t> represents the numeric quantity that defines the maximum allowed consumption of a resource. In other words, </a:t>
            </a:r>
            <a:r>
              <a:rPr kumimoji="0" lang="en-US" sz="1400" b="1" i="0" u="none" strike="noStrike" kern="1200" cap="none" spc="0" normalizeH="0" baseline="0" noProof="0" dirty="0">
                <a:ln>
                  <a:noFill/>
                </a:ln>
                <a:solidFill>
                  <a:schemeClr val="bg1"/>
                </a:solidFill>
                <a:effectLst/>
                <a:uLnTx/>
                <a:uFillTx/>
                <a:latin typeface="72" panose="020B0503030000000003" pitchFamily="34" charset="0"/>
                <a:ea typeface="+mn-ea"/>
                <a:cs typeface="+mn-cs"/>
              </a:rPr>
              <a:t>how much</a:t>
            </a:r>
            <a:r>
              <a:rPr kumimoji="0" lang="en-US" sz="1400" b="0" i="0" u="none" strike="noStrike" kern="1200" cap="none" spc="0" normalizeH="0" baseline="0" noProof="0" dirty="0">
                <a:ln>
                  <a:noFill/>
                </a:ln>
                <a:solidFill>
                  <a:schemeClr val="bg1"/>
                </a:solidFill>
                <a:effectLst/>
                <a:uLnTx/>
                <a:uFillTx/>
                <a:latin typeface="72" panose="020B0503030000000003" pitchFamily="34" charset="0"/>
                <a:ea typeface="+mn-ea"/>
                <a:cs typeface="+mn-cs"/>
              </a:rPr>
              <a:t> of a service plan you're entitled to use.</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bg1"/>
              </a:solidFill>
              <a:effectLst/>
              <a:uLnTx/>
              <a:uFillTx/>
              <a:latin typeface="72" panose="020B0503030000000003" pitchFamily="34" charset="0"/>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bg1"/>
                </a:solidFill>
                <a:effectLst/>
                <a:uLnTx/>
                <a:uFillTx/>
                <a:latin typeface="72" panose="020B0503030000000003" pitchFamily="34" charset="0"/>
                <a:ea typeface="+mn-ea"/>
                <a:cs typeface="+mn-cs"/>
              </a:rPr>
              <a:t>Entitlements and quotas are purchased and managed at global account level, from where they’re distributed to subaccounts, which consume them.</a:t>
            </a:r>
          </a:p>
          <a:p>
            <a:pPr marL="0" marR="0" lvl="0" indent="0" algn="l" defTabSz="1218987"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bg1"/>
                </a:solidFill>
                <a:effectLst/>
                <a:uLnTx/>
                <a:uFillTx/>
                <a:latin typeface="72" panose="020B0503030000000003" pitchFamily="34" charset="0"/>
                <a:ea typeface="+mn-ea"/>
                <a:cs typeface="+mn-cs"/>
              </a:rPr>
              <a:t>When you remove quotas or entitlements from a subaccount, they become available again at global account level and can be assigned to other subaccounts.</a:t>
            </a: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IN" sz="1800" b="0" i="0" u="none" strike="noStrike" kern="1200" cap="none" spc="0" normalizeH="0" baseline="0" noProof="0" dirty="0">
              <a:ln>
                <a:noFill/>
              </a:ln>
              <a:solidFill>
                <a:schemeClr val="bg1"/>
              </a:solidFill>
              <a:effectLst/>
              <a:uLnTx/>
              <a:uFillTx/>
              <a:latin typeface="Segoe UI"/>
              <a:ea typeface="+mn-ea"/>
              <a:cs typeface="+mn-cs"/>
            </a:endParaRPr>
          </a:p>
        </p:txBody>
      </p:sp>
    </p:spTree>
    <p:extLst>
      <p:ext uri="{BB962C8B-B14F-4D97-AF65-F5344CB8AC3E}">
        <p14:creationId xmlns:p14="http://schemas.microsoft.com/office/powerpoint/2010/main" val="36119121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animEffect transition="in" filter="fade">
                                      <p:cBhvr>
                                        <p:cTn id="19" dur="1000"/>
                                        <p:tgtEl>
                                          <p:spTgt spid="7">
                                            <p:txEl>
                                              <p:pRg st="2" end="2"/>
                                            </p:txEl>
                                          </p:spTgt>
                                        </p:tgtEl>
                                      </p:cBhvr>
                                    </p:animEffect>
                                    <p:anim calcmode="lin" valueType="num">
                                      <p:cBhvr>
                                        <p:cTn id="20"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21" dur="1000" fill="hold"/>
                                        <p:tgtEl>
                                          <p:spTgt spid="7">
                                            <p:txEl>
                                              <p:pRg st="2" end="2"/>
                                            </p:txEl>
                                          </p:spTgt>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7">
                                            <p:txEl>
                                              <p:pRg st="4" end="4"/>
                                            </p:txEl>
                                          </p:spTgt>
                                        </p:tgtEl>
                                        <p:attrNameLst>
                                          <p:attrName>style.visibility</p:attrName>
                                        </p:attrNameLst>
                                      </p:cBhvr>
                                      <p:to>
                                        <p:strVal val="visible"/>
                                      </p:to>
                                    </p:set>
                                    <p:animEffect transition="in" filter="fade">
                                      <p:cBhvr>
                                        <p:cTn id="24" dur="1000"/>
                                        <p:tgtEl>
                                          <p:spTgt spid="7">
                                            <p:txEl>
                                              <p:pRg st="4" end="4"/>
                                            </p:txEl>
                                          </p:spTgt>
                                        </p:tgtEl>
                                      </p:cBhvr>
                                    </p:animEffect>
                                    <p:anim calcmode="lin" valueType="num">
                                      <p:cBhvr>
                                        <p:cTn id="25"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7">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7">
                                            <p:txEl>
                                              <p:pRg st="6" end="6"/>
                                            </p:txEl>
                                          </p:spTgt>
                                        </p:tgtEl>
                                        <p:attrNameLst>
                                          <p:attrName>style.visibility</p:attrName>
                                        </p:attrNameLst>
                                      </p:cBhvr>
                                      <p:to>
                                        <p:strVal val="visible"/>
                                      </p:to>
                                    </p:set>
                                    <p:animEffect transition="in" filter="fade">
                                      <p:cBhvr>
                                        <p:cTn id="29" dur="1000"/>
                                        <p:tgtEl>
                                          <p:spTgt spid="7">
                                            <p:txEl>
                                              <p:pRg st="6" end="6"/>
                                            </p:txEl>
                                          </p:spTgt>
                                        </p:tgtEl>
                                      </p:cBhvr>
                                    </p:animEffect>
                                    <p:anim calcmode="lin" valueType="num">
                                      <p:cBhvr>
                                        <p:cTn id="30"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31" dur="1000" fill="hold"/>
                                        <p:tgtEl>
                                          <p:spTgt spid="7">
                                            <p:txEl>
                                              <p:pRg st="6" end="6"/>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7">
                                            <p:txEl>
                                              <p:pRg st="7" end="7"/>
                                            </p:txEl>
                                          </p:spTgt>
                                        </p:tgtEl>
                                        <p:attrNameLst>
                                          <p:attrName>style.visibility</p:attrName>
                                        </p:attrNameLst>
                                      </p:cBhvr>
                                      <p:to>
                                        <p:strVal val="visible"/>
                                      </p:to>
                                    </p:set>
                                    <p:animEffect transition="in" filter="fade">
                                      <p:cBhvr>
                                        <p:cTn id="34" dur="1000"/>
                                        <p:tgtEl>
                                          <p:spTgt spid="7">
                                            <p:txEl>
                                              <p:pRg st="7" end="7"/>
                                            </p:txEl>
                                          </p:spTgt>
                                        </p:tgtEl>
                                      </p:cBhvr>
                                    </p:animEffect>
                                    <p:anim calcmode="lin" valueType="num">
                                      <p:cBhvr>
                                        <p:cTn id="35" dur="1000" fill="hold"/>
                                        <p:tgtEl>
                                          <p:spTgt spid="7">
                                            <p:txEl>
                                              <p:pRg st="7" end="7"/>
                                            </p:txEl>
                                          </p:spTgt>
                                        </p:tgtEl>
                                        <p:attrNameLst>
                                          <p:attrName>ppt_x</p:attrName>
                                        </p:attrNameLst>
                                      </p:cBhvr>
                                      <p:tavLst>
                                        <p:tav tm="0">
                                          <p:val>
                                            <p:strVal val="#ppt_x"/>
                                          </p:val>
                                        </p:tav>
                                        <p:tav tm="100000">
                                          <p:val>
                                            <p:strVal val="#ppt_x"/>
                                          </p:val>
                                        </p:tav>
                                      </p:tavLst>
                                    </p:anim>
                                    <p:anim calcmode="lin" valueType="num">
                                      <p:cBhvr>
                                        <p:cTn id="36" dur="1000" fill="hold"/>
                                        <p:tgtEl>
                                          <p:spTgt spid="7">
                                            <p:txEl>
                                              <p:pRg st="7" end="7"/>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EE041-867D-F1FA-5CA6-7C564728BAC4}"/>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3816C6E8-AE88-B4E5-55CC-0E7971C781FB}"/>
              </a:ext>
            </a:extLst>
          </p:cNvPr>
          <p:cNvSpPr>
            <a:spLocks noGrp="1"/>
          </p:cNvSpPr>
          <p:nvPr>
            <p:ph type="title"/>
          </p:nvPr>
        </p:nvSpPr>
        <p:spPr>
          <a:xfrm>
            <a:off x="406293" y="261746"/>
            <a:ext cx="10969943" cy="812590"/>
          </a:xfrm>
        </p:spPr>
        <p:txBody>
          <a:bodyPr>
            <a:normAutofit/>
          </a:bodyPr>
          <a:lstStyle/>
          <a:p>
            <a:r>
              <a:rPr lang="en-US" b="1" kern="1200">
                <a:latin typeface="Cooper Black" panose="0208090404030B020404" pitchFamily="18" charset="0"/>
              </a:rPr>
              <a:t>BTP Subscription Models</a:t>
            </a:r>
            <a:endParaRPr lang="en-US" b="1" kern="1200" dirty="0">
              <a:latin typeface="Cooper Black" panose="0208090404030B020404" pitchFamily="18" charset="0"/>
            </a:endParaRPr>
          </a:p>
        </p:txBody>
      </p:sp>
      <p:sp>
        <p:nvSpPr>
          <p:cNvPr id="3" name="Footer Placeholder 2">
            <a:extLst>
              <a:ext uri="{FF2B5EF4-FFF2-40B4-BE49-F238E27FC236}">
                <a16:creationId xmlns:a16="http://schemas.microsoft.com/office/drawing/2014/main" id="{40A6FC32-36B9-CE10-589D-EB45F4A3BDDC}"/>
              </a:ext>
            </a:extLst>
          </p:cNvPr>
          <p:cNvSpPr>
            <a:spLocks noGrp="1"/>
          </p:cNvSpPr>
          <p:nvPr>
            <p:ph type="ftr" sz="quarter" idx="11"/>
          </p:nvPr>
        </p:nvSpPr>
        <p:spPr>
          <a:xfrm>
            <a:off x="4164515" y="6355588"/>
            <a:ext cx="3859795" cy="365030"/>
          </a:xfrm>
        </p:spPr>
        <p:txBody>
          <a:bodyPr spcFirstLastPara="1" vert="horz" wrap="square" lIns="121888" tIns="60944" rIns="121888" bIns="60944" rtlCol="0" anchor="ctr" anchorCtr="0">
            <a:normAutofit fontScale="77500" lnSpcReduction="20000"/>
          </a:bodyPr>
          <a:lstStyle/>
          <a:p>
            <a:pPr marL="0" marR="0" lvl="0" indent="0" algn="ctr" defTabSz="1218987" rtl="0" eaLnBrk="1" fontAlgn="auto" latinLnBrk="0" hangingPunct="1">
              <a:lnSpc>
                <a:spcPct val="90000"/>
              </a:lnSpc>
              <a:spcBef>
                <a:spcPts val="0"/>
              </a:spcBef>
              <a:spcAft>
                <a:spcPts val="800"/>
              </a:spcAft>
              <a:buClrTx/>
              <a:buSzTx/>
              <a:buFontTx/>
              <a:buNone/>
              <a:tabLst/>
              <a:defRPr/>
            </a:pPr>
            <a:r>
              <a:rPr kumimoji="0" lang="en-US" sz="1600" b="0" i="0" u="none" strike="noStrike" kern="1200" cap="none" spc="0" normalizeH="0" baseline="0" noProof="0">
                <a:ln>
                  <a:noFill/>
                </a:ln>
                <a:solidFill>
                  <a:prstClr val="black">
                    <a:tint val="75000"/>
                  </a:prstClr>
                </a:solidFill>
                <a:effectLst/>
                <a:uLnTx/>
                <a:uFillTx/>
                <a:latin typeface="Calibri"/>
                <a:ea typeface="+mn-ea"/>
                <a:cs typeface="+mn-cs"/>
              </a:rPr>
              <a:t>www.anubhavtrainings.com</a:t>
            </a:r>
          </a:p>
        </p:txBody>
      </p:sp>
      <p:sp>
        <p:nvSpPr>
          <p:cNvPr id="4" name="Slide Number Placeholder 3">
            <a:extLst>
              <a:ext uri="{FF2B5EF4-FFF2-40B4-BE49-F238E27FC236}">
                <a16:creationId xmlns:a16="http://schemas.microsoft.com/office/drawing/2014/main" id="{3711606E-8A46-BBF5-96D7-332EB126DB97}"/>
              </a:ext>
            </a:extLst>
          </p:cNvPr>
          <p:cNvSpPr>
            <a:spLocks noGrp="1"/>
          </p:cNvSpPr>
          <p:nvPr>
            <p:ph type="sldNum" sz="quarter" idx="12"/>
          </p:nvPr>
        </p:nvSpPr>
        <p:spPr>
          <a:xfrm>
            <a:off x="8735324" y="6355588"/>
            <a:ext cx="2844059" cy="365030"/>
          </a:xfrm>
        </p:spPr>
        <p:txBody>
          <a:bodyPr spcFirstLastPara="1" vert="horz" wrap="square" lIns="121888" tIns="60944" rIns="121888" bIns="60944" rtlCol="0" anchor="ctr" anchorCtr="0">
            <a:normAutofit fontScale="77500" lnSpcReduction="20000"/>
          </a:bodyPr>
          <a:lstStyle/>
          <a:p>
            <a:pPr marL="0" marR="0" lvl="0" indent="0" algn="r" defTabSz="1218987" rtl="0" eaLnBrk="1" fontAlgn="auto" latinLnBrk="0" hangingPunct="1">
              <a:lnSpc>
                <a:spcPct val="90000"/>
              </a:lnSpc>
              <a:spcBef>
                <a:spcPts val="0"/>
              </a:spcBef>
              <a:spcAft>
                <a:spcPts val="800"/>
              </a:spcAft>
              <a:buClrTx/>
              <a:buSzTx/>
              <a:buFontTx/>
              <a:buNone/>
              <a:tabLst/>
              <a:defRPr/>
            </a:pPr>
            <a:fld id="{B6F15528-21DE-4FAA-801E-634DDDAF4B2B}" type="slidenum">
              <a:rPr kumimoji="0" lang="en-US" sz="16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1218987" rtl="0" eaLnBrk="1" fontAlgn="auto" latinLnBrk="0" hangingPunct="1">
                <a:lnSpc>
                  <a:spcPct val="90000"/>
                </a:lnSpc>
                <a:spcBef>
                  <a:spcPts val="0"/>
                </a:spcBef>
                <a:spcAft>
                  <a:spcPts val="800"/>
                </a:spcAft>
                <a:buClrTx/>
                <a:buSzTx/>
                <a:buFontTx/>
                <a:buNone/>
                <a:tabLst/>
                <a:defRPr/>
              </a:pPr>
              <a:t>6</a:t>
            </a:fld>
            <a:endParaRPr kumimoji="0" lang="en-US" sz="1600" b="0" i="0" u="none" strike="noStrike" kern="1200" cap="none" spc="0" normalizeH="0" baseline="0" noProof="0">
              <a:ln>
                <a:noFill/>
              </a:ln>
              <a:solidFill>
                <a:prstClr val="black">
                  <a:tint val="75000"/>
                </a:prstClr>
              </a:solidFill>
              <a:effectLst/>
              <a:uLnTx/>
              <a:uFillTx/>
              <a:latin typeface="Calibri"/>
              <a:ea typeface="+mn-ea"/>
              <a:cs typeface="+mn-cs"/>
            </a:endParaRPr>
          </a:p>
        </p:txBody>
      </p:sp>
      <p:pic>
        <p:nvPicPr>
          <p:cNvPr id="7172" name="Picture 4" descr="Commercial Models Available for Enterprise Accounts">
            <a:hlinkClick r:id="rId2"/>
            <a:extLst>
              <a:ext uri="{FF2B5EF4-FFF2-40B4-BE49-F238E27FC236}">
                <a16:creationId xmlns:a16="http://schemas.microsoft.com/office/drawing/2014/main" id="{05ADD24B-5A2B-B88C-09AC-78EFFB7122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441" y="1397529"/>
            <a:ext cx="9478815" cy="4833208"/>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B0CAE4A3-2DB4-2376-A522-429EE1450143}"/>
              </a:ext>
            </a:extLst>
          </p:cNvPr>
          <p:cNvSpPr txBox="1"/>
          <p:nvPr/>
        </p:nvSpPr>
        <p:spPr>
          <a:xfrm>
            <a:off x="72" y="6265434"/>
            <a:ext cx="6094878" cy="307777"/>
          </a:xfrm>
          <a:prstGeom prst="rect">
            <a:avLst/>
          </a:prstGeom>
          <a:noFill/>
        </p:spPr>
        <p:txBody>
          <a:bodyPr wrap="square">
            <a:spAutoFit/>
          </a:bodyPr>
          <a:lstStyle/>
          <a:p>
            <a:pPr marL="0" marR="0" lvl="0" indent="0" algn="l" defTabSz="1218987" rtl="0" eaLnBrk="1" fontAlgn="auto" latinLnBrk="0" hangingPunct="1">
              <a:lnSpc>
                <a:spcPct val="100000"/>
              </a:lnSpc>
              <a:spcBef>
                <a:spcPts val="0"/>
              </a:spcBef>
              <a:spcAft>
                <a:spcPts val="0"/>
              </a:spcAft>
              <a:buClrTx/>
              <a:buSzTx/>
              <a:buFontTx/>
              <a:buNone/>
              <a:tabLst/>
              <a:defRPr/>
            </a:pPr>
            <a:r>
              <a:rPr kumimoji="0" lang="en-IN" sz="1400" b="0" i="0" u="none" strike="noStrike" kern="1200" cap="none" spc="0" normalizeH="0" baseline="0" noProof="0" dirty="0">
                <a:ln>
                  <a:noFill/>
                </a:ln>
                <a:solidFill>
                  <a:prstClr val="black"/>
                </a:solidFill>
                <a:effectLst/>
                <a:uLnTx/>
                <a:uFillTx/>
                <a:latin typeface="Calibri"/>
                <a:ea typeface="+mn-ea"/>
                <a:cs typeface="+mn-cs"/>
              </a:rPr>
              <a:t>https://help.sap.com/docs/btp/sap-business-technology-platform</a:t>
            </a:r>
          </a:p>
        </p:txBody>
      </p:sp>
    </p:spTree>
    <p:extLst>
      <p:ext uri="{BB962C8B-B14F-4D97-AF65-F5344CB8AC3E}">
        <p14:creationId xmlns:p14="http://schemas.microsoft.com/office/powerpoint/2010/main" val="103293744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Tools to Setup</a:t>
            </a:r>
          </a:p>
        </p:txBody>
      </p:sp>
      <p:sp>
        <p:nvSpPr>
          <p:cNvPr id="6" name="TextBox 5">
            <a:extLst>
              <a:ext uri="{FF2B5EF4-FFF2-40B4-BE49-F238E27FC236}">
                <a16:creationId xmlns:a16="http://schemas.microsoft.com/office/drawing/2014/main" id="{6A0A19D8-C3C6-3EAF-E522-A7A51752E39E}"/>
              </a:ext>
            </a:extLst>
          </p:cNvPr>
          <p:cNvSpPr txBox="1"/>
          <p:nvPr/>
        </p:nvSpPr>
        <p:spPr>
          <a:xfrm>
            <a:off x="169734" y="908720"/>
            <a:ext cx="11665296" cy="2862322"/>
          </a:xfrm>
          <a:prstGeom prst="rect">
            <a:avLst/>
          </a:prstGeom>
          <a:noFill/>
        </p:spPr>
        <p:txBody>
          <a:bodyPr wrap="square">
            <a:spAutoFit/>
          </a:bodyPr>
          <a:lstStyle/>
          <a:p>
            <a:pPr marL="342797" marR="0" lvl="0" indent="-342797" algn="l" defTabSz="1218987"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chemeClr val="bg1"/>
                </a:solidFill>
                <a:effectLst/>
                <a:uLnTx/>
                <a:uFillTx/>
                <a:latin typeface="Segoe UI"/>
                <a:ea typeface="+mn-ea"/>
                <a:cs typeface="+mn-cs"/>
              </a:rPr>
              <a:t>Git Setup - </a:t>
            </a:r>
            <a:r>
              <a:rPr kumimoji="0" lang="en-US" sz="1800" b="0" i="0" u="none" strike="noStrike" kern="1200" cap="none" spc="0" normalizeH="0" baseline="0" noProof="0" dirty="0">
                <a:ln>
                  <a:noFill/>
                </a:ln>
                <a:solidFill>
                  <a:prstClr val="black"/>
                </a:solidFill>
                <a:effectLst/>
                <a:uLnTx/>
                <a:uFillTx/>
                <a:latin typeface="Segoe UI"/>
                <a:ea typeface="+mn-ea"/>
                <a:cs typeface="+mn-cs"/>
                <a:hlinkClick r:id="rId2"/>
              </a:rPr>
              <a:t>https://git-scm.com/downloads</a:t>
            </a:r>
            <a:endParaRPr kumimoji="0" lang="en-US" sz="1800" b="0" i="0" u="none" strike="noStrike" kern="1200" cap="none" spc="0" normalizeH="0" baseline="0" noProof="0" dirty="0">
              <a:ln>
                <a:noFill/>
              </a:ln>
              <a:solidFill>
                <a:prstClr val="black"/>
              </a:solidFill>
              <a:effectLst/>
              <a:uLnTx/>
              <a:uFillTx/>
              <a:latin typeface="Segoe UI"/>
              <a:ea typeface="+mn-ea"/>
              <a:cs typeface="+mn-cs"/>
            </a:endParaRPr>
          </a:p>
          <a:p>
            <a:pPr marL="342797" marR="0" lvl="0" indent="-342797" algn="l" defTabSz="1218987" rtl="0" eaLnBrk="1" fontAlgn="auto" latinLnBrk="0" hangingPunct="1">
              <a:lnSpc>
                <a:spcPct val="100000"/>
              </a:lnSpc>
              <a:spcBef>
                <a:spcPts val="0"/>
              </a:spcBef>
              <a:spcAft>
                <a:spcPts val="0"/>
              </a:spcAft>
              <a:buClrTx/>
              <a:buSzTx/>
              <a:buFontTx/>
              <a:buAutoNum type="arabicPeriod"/>
              <a:tabLst/>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marL="342797" marR="0" lvl="0" indent="-342797" algn="l" defTabSz="1218987" rtl="0" eaLnBrk="1" fontAlgn="auto" latinLnBrk="0" hangingPunct="1">
              <a:lnSpc>
                <a:spcPct val="100000"/>
              </a:lnSpc>
              <a:spcBef>
                <a:spcPts val="0"/>
              </a:spcBef>
              <a:spcAft>
                <a:spcPts val="0"/>
              </a:spcAft>
              <a:buClrTx/>
              <a:buSzTx/>
              <a:buFontTx/>
              <a:buAutoNum type="arabicPeriod"/>
              <a:tabLst/>
              <a:defRPr/>
            </a:pPr>
            <a:r>
              <a:rPr kumimoji="0" lang="en-US" sz="1800" b="0" i="0" u="none" strike="noStrike" kern="1200" cap="none" spc="0" normalizeH="0" baseline="0" noProof="0" dirty="0">
                <a:ln>
                  <a:noFill/>
                </a:ln>
                <a:solidFill>
                  <a:schemeClr val="bg1"/>
                </a:solidFill>
                <a:effectLst/>
                <a:uLnTx/>
                <a:uFillTx/>
                <a:latin typeface="Segoe UI"/>
                <a:ea typeface="+mn-ea"/>
                <a:cs typeface="+mn-cs"/>
              </a:rPr>
              <a:t>CF CLI (Command Line Interface) Tool – allows to communicate/connect to CF</a:t>
            </a:r>
          </a:p>
          <a:p>
            <a:pPr marL="609493" marR="0" lvl="1" indent="0" algn="l" defTabSz="1218987"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Segoe UI"/>
                <a:ea typeface="+mn-ea"/>
                <a:cs typeface="+mn-cs"/>
                <a:hlinkClick r:id="rId3"/>
              </a:rPr>
              <a:t>https://github.com/cloudfoundry/cli/wiki/V6-CLI-Installation-Guide</a:t>
            </a:r>
            <a:endParaRPr kumimoji="0" lang="en-US" sz="1800" b="0" i="0" u="none" strike="noStrike" kern="1200" cap="none" spc="0" normalizeH="0" baseline="0" noProof="0" dirty="0">
              <a:ln>
                <a:noFill/>
              </a:ln>
              <a:solidFill>
                <a:prstClr val="black"/>
              </a:solidFill>
              <a:effectLst/>
              <a:uLnTx/>
              <a:uFillTx/>
              <a:latin typeface="Segoe UI"/>
              <a:ea typeface="+mn-ea"/>
              <a:cs typeface="+mn-cs"/>
            </a:endParaRPr>
          </a:p>
          <a:p>
            <a:pPr>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a:defRPr/>
            </a:pPr>
            <a:r>
              <a:rPr kumimoji="0" lang="en-US" sz="1800" b="0" i="0" u="none" strike="noStrike" kern="1200" cap="none" spc="0" normalizeH="0" baseline="0" noProof="0" dirty="0">
                <a:ln>
                  <a:noFill/>
                </a:ln>
                <a:solidFill>
                  <a:schemeClr val="bg1"/>
                </a:solidFill>
                <a:effectLst/>
                <a:uLnTx/>
                <a:uFillTx/>
                <a:latin typeface="Segoe UI"/>
                <a:ea typeface="+mn-ea"/>
                <a:cs typeface="+mn-cs"/>
              </a:rPr>
              <a:t>3. Microsoft VS Code - </a:t>
            </a:r>
            <a:r>
              <a:rPr kumimoji="0" lang="en-US" sz="1800" b="0" i="0" u="none" strike="noStrike" kern="1200" cap="none" spc="0" normalizeH="0" baseline="0" noProof="0" dirty="0">
                <a:ln>
                  <a:noFill/>
                </a:ln>
                <a:solidFill>
                  <a:schemeClr val="bg1"/>
                </a:solidFill>
                <a:effectLst/>
                <a:uLnTx/>
                <a:uFillTx/>
                <a:latin typeface="Segoe UI"/>
                <a:ea typeface="+mn-ea"/>
                <a:cs typeface="+mn-cs"/>
                <a:hlinkClick r:id="rId4"/>
              </a:rPr>
              <a:t>https://code.visualstudio.com/download</a:t>
            </a: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a:defRPr/>
            </a:pPr>
            <a:endParaRPr kumimoji="0" lang="en-US" sz="1800" b="0" i="0" u="none" strike="noStrike" kern="1200" cap="none" spc="0" normalizeH="0" baseline="0" noProof="0" dirty="0">
              <a:ln>
                <a:noFill/>
              </a:ln>
              <a:solidFill>
                <a:schemeClr val="bg1"/>
              </a:solidFill>
              <a:effectLst/>
              <a:uLnTx/>
              <a:uFillTx/>
              <a:latin typeface="Segoe UI"/>
              <a:ea typeface="+mn-ea"/>
              <a:cs typeface="+mn-cs"/>
            </a:endParaRPr>
          </a:p>
          <a:p>
            <a:pPr marL="0" marR="0" lvl="0" indent="0" algn="l" defTabSz="1218987"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Segoe UI"/>
              <a:ea typeface="+mn-ea"/>
              <a:cs typeface="+mn-cs"/>
            </a:endParaRPr>
          </a:p>
        </p:txBody>
      </p:sp>
    </p:spTree>
    <p:extLst>
      <p:ext uri="{BB962C8B-B14F-4D97-AF65-F5344CB8AC3E}">
        <p14:creationId xmlns:p14="http://schemas.microsoft.com/office/powerpoint/2010/main" val="234899003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Create First Hello World App and Deploy</a:t>
            </a:r>
          </a:p>
        </p:txBody>
      </p:sp>
      <p:pic>
        <p:nvPicPr>
          <p:cNvPr id="1026" name="Picture 2" descr="Page 3 | Fast Computer Images - Free Download on Freepik">
            <a:extLst>
              <a:ext uri="{FF2B5EF4-FFF2-40B4-BE49-F238E27FC236}">
                <a16:creationId xmlns:a16="http://schemas.microsoft.com/office/drawing/2014/main" id="{CB17146D-A5AA-3AB6-25B8-46606A98571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038628" y="1844824"/>
            <a:ext cx="3429000" cy="34290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2F0BE7D-9C4C-50F1-C3CD-BC16E8BB924F}"/>
              </a:ext>
            </a:extLst>
          </p:cNvPr>
          <p:cNvSpPr txBox="1"/>
          <p:nvPr/>
        </p:nvSpPr>
        <p:spPr>
          <a:xfrm>
            <a:off x="405780" y="1844824"/>
            <a:ext cx="6140244" cy="1569660"/>
          </a:xfrm>
          <a:prstGeom prst="rect">
            <a:avLst/>
          </a:prstGeom>
          <a:noFill/>
        </p:spPr>
        <p:txBody>
          <a:bodyPr wrap="square">
            <a:spAutoFit/>
          </a:bodyPr>
          <a:lstStyle/>
          <a:p>
            <a:r>
              <a:rPr lang="en-US" dirty="0">
                <a:hlinkClick r:id="rId3"/>
              </a:rPr>
              <a:t>https://github.com/soyuztechnologies/BTP_Architect_Training/blob/master/Day%201/helloworld.zip</a:t>
            </a:r>
            <a:endParaRPr lang="en-US" dirty="0"/>
          </a:p>
          <a:p>
            <a:endParaRPr lang="en-US" dirty="0"/>
          </a:p>
        </p:txBody>
      </p:sp>
    </p:spTree>
    <p:extLst>
      <p:ext uri="{BB962C8B-B14F-4D97-AF65-F5344CB8AC3E}">
        <p14:creationId xmlns:p14="http://schemas.microsoft.com/office/powerpoint/2010/main" val="3710963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Under the hood</a:t>
            </a:r>
          </a:p>
        </p:txBody>
      </p:sp>
      <p:pic>
        <p:nvPicPr>
          <p:cNvPr id="3" name="Picture 2">
            <a:extLst>
              <a:ext uri="{FF2B5EF4-FFF2-40B4-BE49-F238E27FC236}">
                <a16:creationId xmlns:a16="http://schemas.microsoft.com/office/drawing/2014/main" id="{684A4760-C74E-7126-049D-F0F0F5F0E17D}"/>
              </a:ext>
            </a:extLst>
          </p:cNvPr>
          <p:cNvPicPr>
            <a:picLocks noChangeAspect="1"/>
          </p:cNvPicPr>
          <p:nvPr/>
        </p:nvPicPr>
        <p:blipFill>
          <a:blip r:embed="rId2"/>
          <a:stretch>
            <a:fillRect/>
          </a:stretch>
        </p:blipFill>
        <p:spPr>
          <a:xfrm>
            <a:off x="693812" y="1196752"/>
            <a:ext cx="10230393" cy="5005294"/>
          </a:xfrm>
          <a:prstGeom prst="rect">
            <a:avLst/>
          </a:prstGeom>
        </p:spPr>
      </p:pic>
    </p:spTree>
    <p:extLst>
      <p:ext uri="{BB962C8B-B14F-4D97-AF65-F5344CB8AC3E}">
        <p14:creationId xmlns:p14="http://schemas.microsoft.com/office/powerpoint/2010/main" val="7285515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Micro Service Architecture</a:t>
            </a:r>
          </a:p>
        </p:txBody>
      </p:sp>
      <p:sp>
        <p:nvSpPr>
          <p:cNvPr id="3" name="TextBox 2">
            <a:extLst>
              <a:ext uri="{FF2B5EF4-FFF2-40B4-BE49-F238E27FC236}">
                <a16:creationId xmlns:a16="http://schemas.microsoft.com/office/drawing/2014/main" id="{6B46F0C4-CAEF-2FAE-6F66-A0938CABF11C}"/>
              </a:ext>
            </a:extLst>
          </p:cNvPr>
          <p:cNvSpPr txBox="1"/>
          <p:nvPr/>
        </p:nvSpPr>
        <p:spPr>
          <a:xfrm>
            <a:off x="189756" y="1148458"/>
            <a:ext cx="7280328" cy="3200876"/>
          </a:xfrm>
          <a:prstGeom prst="rect">
            <a:avLst/>
          </a:prstGeom>
          <a:noFill/>
        </p:spPr>
        <p:txBody>
          <a:bodyPr wrap="square" rtlCol="0">
            <a:spAutoFit/>
          </a:bodyPr>
          <a:lstStyle/>
          <a:p>
            <a:pPr defTabSz="914400">
              <a:spcBef>
                <a:spcPts val="300"/>
              </a:spcBef>
              <a:spcAft>
                <a:spcPts val="300"/>
              </a:spcAft>
            </a:pPr>
            <a:r>
              <a:rPr lang="en-US" sz="1800" dirty="0">
                <a:solidFill>
                  <a:schemeClr val="bg1"/>
                </a:solidFill>
                <a:latin typeface="Arial" panose="020B0604020202020204" pitchFamily="34" charset="0"/>
              </a:rPr>
              <a:t>Characteristics of the traditional model</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SAP systems are one large logical system with a single (SQL) DB</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Transactional consistency for all data is guaranteed</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Big, infrequent releases with high risk</a:t>
            </a:r>
          </a:p>
          <a:p>
            <a:pPr defTabSz="914400">
              <a:spcBef>
                <a:spcPts val="300"/>
              </a:spcBef>
              <a:spcAft>
                <a:spcPts val="300"/>
              </a:spcAft>
            </a:pPr>
            <a:r>
              <a:rPr lang="en-US" sz="1800" dirty="0">
                <a:solidFill>
                  <a:schemeClr val="bg1"/>
                </a:solidFill>
                <a:latin typeface="Arial" panose="020B0604020202020204" pitchFamily="34" charset="0"/>
              </a:rPr>
              <a:t>Hard to apply cloud requirements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Monolith must be built, tested, deployed, and scaled as a whole</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Vertical scaling* is limited, cost is non-linear</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Systems often poorly utilized (dev-test, non-peak-times)</a:t>
            </a:r>
          </a:p>
          <a:p>
            <a:pPr marL="285750" indent="-285750" defTabSz="914400">
              <a:spcBef>
                <a:spcPts val="300"/>
              </a:spcBef>
              <a:spcAft>
                <a:spcPts val="300"/>
              </a:spcAft>
              <a:buFont typeface="Arial" panose="020B0604020202020204" pitchFamily="34" charset="0"/>
              <a:buChar char="•"/>
            </a:pPr>
            <a:r>
              <a:rPr lang="en-US" sz="1800" dirty="0">
                <a:solidFill>
                  <a:schemeClr val="bg1"/>
                </a:solidFill>
                <a:latin typeface="Arial" panose="020B0604020202020204" pitchFamily="34" charset="0"/>
              </a:rPr>
              <a:t>High availability setup requires almost double the infrastructure</a:t>
            </a:r>
            <a:endParaRPr lang="en-US" dirty="0">
              <a:solidFill>
                <a:schemeClr val="bg1"/>
              </a:solidFill>
              <a:latin typeface="Arial"/>
            </a:endParaRPr>
          </a:p>
        </p:txBody>
      </p:sp>
      <p:pic>
        <p:nvPicPr>
          <p:cNvPr id="4" name="Picture 3">
            <a:extLst>
              <a:ext uri="{FF2B5EF4-FFF2-40B4-BE49-F238E27FC236}">
                <a16:creationId xmlns:a16="http://schemas.microsoft.com/office/drawing/2014/main" id="{41C72253-0E4B-D1B3-5E5D-58873937ED3D}"/>
              </a:ext>
            </a:extLst>
          </p:cNvPr>
          <p:cNvPicPr>
            <a:picLocks noChangeAspect="1"/>
          </p:cNvPicPr>
          <p:nvPr/>
        </p:nvPicPr>
        <p:blipFill>
          <a:blip r:embed="rId2"/>
          <a:stretch>
            <a:fillRect/>
          </a:stretch>
        </p:blipFill>
        <p:spPr>
          <a:xfrm>
            <a:off x="8865308" y="1453313"/>
            <a:ext cx="2293819" cy="2758679"/>
          </a:xfrm>
          <a:prstGeom prst="rect">
            <a:avLst/>
          </a:prstGeom>
        </p:spPr>
      </p:pic>
      <p:sp>
        <p:nvSpPr>
          <p:cNvPr id="5" name="TextBox 4">
            <a:extLst>
              <a:ext uri="{FF2B5EF4-FFF2-40B4-BE49-F238E27FC236}">
                <a16:creationId xmlns:a16="http://schemas.microsoft.com/office/drawing/2014/main" id="{31E330A4-D61C-27E3-CBEC-3967F0681B93}"/>
              </a:ext>
            </a:extLst>
          </p:cNvPr>
          <p:cNvSpPr txBox="1"/>
          <p:nvPr/>
        </p:nvSpPr>
        <p:spPr>
          <a:xfrm>
            <a:off x="0" y="4712868"/>
            <a:ext cx="12192000" cy="1200329"/>
          </a:xfrm>
          <a:prstGeom prst="rect">
            <a:avLst/>
          </a:prstGeom>
          <a:solidFill>
            <a:srgbClr val="5B9BD5"/>
          </a:solidFill>
        </p:spPr>
        <p:txBody>
          <a:bodyPr wrap="squar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800" b="0" i="1" u="none" strike="noStrike" kern="0" cap="none" spc="0" normalizeH="0" baseline="0" noProof="0" dirty="0">
                <a:ln>
                  <a:noFill/>
                </a:ln>
                <a:solidFill>
                  <a:srgbClr val="FFFFFF"/>
                </a:solidFill>
                <a:effectLst/>
                <a:uLnTx/>
                <a:uFillTx/>
                <a:latin typeface="Arial-ItalicMT"/>
              </a:rPr>
              <a:t>“Microservice architecture is an approach to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developing a single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application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as a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suite of small services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each running in its own process 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communicating with lightweight mechanisms</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 often an HTTP REST API. These services are built around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business capabilities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and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independently deployable </a:t>
            </a:r>
            <a:r>
              <a:rPr kumimoji="0" lang="en-US" sz="1800" b="0" i="1" u="none" strike="noStrike" kern="0" cap="none" spc="0" normalizeH="0" baseline="0" noProof="0" dirty="0">
                <a:ln>
                  <a:noFill/>
                </a:ln>
                <a:solidFill>
                  <a:srgbClr val="FFFFFF"/>
                </a:solidFill>
                <a:effectLst/>
                <a:uLnTx/>
                <a:uFillTx/>
                <a:latin typeface="Arial" panose="020B0604020202020204" pitchFamily="34" charset="0"/>
              </a:rPr>
              <a:t>by </a:t>
            </a:r>
            <a:r>
              <a:rPr kumimoji="0" lang="en-US" sz="1800" b="1" i="1" u="none" strike="noStrike" kern="0" cap="none" spc="0" normalizeH="0" baseline="0" noProof="0" dirty="0">
                <a:ln>
                  <a:noFill/>
                </a:ln>
                <a:solidFill>
                  <a:srgbClr val="FFFFFF"/>
                </a:solidFill>
                <a:effectLst/>
                <a:uLnTx/>
                <a:uFillTx/>
                <a:latin typeface="Arial" panose="020B0604020202020204" pitchFamily="34" charset="0"/>
              </a:rPr>
              <a:t>fully automated deployment </a:t>
            </a:r>
            <a:r>
              <a:rPr kumimoji="0" lang="en-US" sz="1800" b="0" i="1" u="none" strike="noStrike" kern="0" cap="none" spc="0" normalizeH="0" baseline="0" noProof="0" dirty="0">
                <a:ln>
                  <a:noFill/>
                </a:ln>
                <a:solidFill>
                  <a:srgbClr val="FFFFFF"/>
                </a:solidFill>
                <a:effectLst/>
                <a:uLnTx/>
                <a:uFillTx/>
                <a:latin typeface="Arial-ItalicMT"/>
              </a:rPr>
              <a:t>machinery.” </a:t>
            </a:r>
            <a:endParaRPr kumimoji="0" lang="en-US" sz="1800" b="0" i="0" u="none" strike="noStrike" kern="0" cap="none" spc="0" normalizeH="0" baseline="0" noProof="0" dirty="0">
              <a:ln>
                <a:noFill/>
              </a:ln>
              <a:solidFill>
                <a:srgbClr val="FFFFFF"/>
              </a:solidFill>
              <a:effectLst/>
              <a:uLnTx/>
              <a:uFillTx/>
              <a:latin typeface="Arial"/>
            </a:endParaRPr>
          </a:p>
        </p:txBody>
      </p:sp>
    </p:spTree>
    <p:extLst>
      <p:ext uri="{BB962C8B-B14F-4D97-AF65-F5344CB8AC3E}">
        <p14:creationId xmlns:p14="http://schemas.microsoft.com/office/powerpoint/2010/main" val="5909947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Advantage of Microservices</a:t>
            </a:r>
          </a:p>
        </p:txBody>
      </p:sp>
      <p:sp>
        <p:nvSpPr>
          <p:cNvPr id="3" name="TextBox 2">
            <a:extLst>
              <a:ext uri="{FF2B5EF4-FFF2-40B4-BE49-F238E27FC236}">
                <a16:creationId xmlns:a16="http://schemas.microsoft.com/office/drawing/2014/main" id="{6662F91A-002F-E92F-75AE-69250A955D1B}"/>
              </a:ext>
            </a:extLst>
          </p:cNvPr>
          <p:cNvSpPr txBox="1"/>
          <p:nvPr/>
        </p:nvSpPr>
        <p:spPr>
          <a:xfrm>
            <a:off x="655321" y="1199418"/>
            <a:ext cx="11696243" cy="1200329"/>
          </a:xfrm>
          <a:prstGeom prst="rect">
            <a:avLst/>
          </a:prstGeom>
          <a:noFill/>
        </p:spPr>
        <p:txBody>
          <a:bodyPr wrap="square" rtlCol="0">
            <a:spAutoFit/>
          </a:bodyPr>
          <a:lstStyle/>
          <a:p>
            <a:pPr defTabSz="914400"/>
            <a:r>
              <a:rPr lang="en-US" sz="1800" dirty="0">
                <a:solidFill>
                  <a:schemeClr val="bg1"/>
                </a:solidFill>
                <a:latin typeface="Arial" panose="020B0604020202020204" pitchFamily="34" charset="0"/>
              </a:rPr>
              <a:t>Each microservice runs in a </a:t>
            </a:r>
            <a:r>
              <a:rPr lang="en-US" sz="1800" b="1" dirty="0">
                <a:solidFill>
                  <a:schemeClr val="bg1"/>
                </a:solidFill>
                <a:latin typeface="Arial" panose="020B0604020202020204" pitchFamily="34" charset="0"/>
              </a:rPr>
              <a:t>separate process / container</a:t>
            </a:r>
            <a:r>
              <a:rPr lang="en-US" sz="1800" dirty="0">
                <a:solidFill>
                  <a:schemeClr val="bg1"/>
                </a:solidFill>
                <a:latin typeface="Arial" panose="020B0604020202020204" pitchFamily="34" charset="0"/>
              </a:rPr>
              <a:t>.</a:t>
            </a:r>
          </a:p>
          <a:p>
            <a:pPr defTabSz="914400"/>
            <a:r>
              <a:rPr lang="en-US" sz="1800" dirty="0">
                <a:solidFill>
                  <a:schemeClr val="bg1"/>
                </a:solidFill>
                <a:latin typeface="Arial" panose="020B0604020202020204" pitchFamily="34" charset="0"/>
              </a:rPr>
              <a:t>This enables them to</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Be deployed individually and frequently</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(Auto)scale independently to varying loads</a:t>
            </a:r>
            <a:endParaRPr lang="en-US" dirty="0">
              <a:solidFill>
                <a:schemeClr val="bg1"/>
              </a:solidFill>
              <a:latin typeface="Arial"/>
            </a:endParaRPr>
          </a:p>
        </p:txBody>
      </p:sp>
      <p:pic>
        <p:nvPicPr>
          <p:cNvPr id="4" name="Picture 3">
            <a:extLst>
              <a:ext uri="{FF2B5EF4-FFF2-40B4-BE49-F238E27FC236}">
                <a16:creationId xmlns:a16="http://schemas.microsoft.com/office/drawing/2014/main" id="{7F16E9B3-B747-B1D0-3792-6B0F2B11B96E}"/>
              </a:ext>
            </a:extLst>
          </p:cNvPr>
          <p:cNvPicPr>
            <a:picLocks noChangeAspect="1"/>
          </p:cNvPicPr>
          <p:nvPr/>
        </p:nvPicPr>
        <p:blipFill rotWithShape="1">
          <a:blip r:embed="rId2"/>
          <a:srcRect t="12736" b="9086"/>
          <a:stretch/>
        </p:blipFill>
        <p:spPr>
          <a:xfrm>
            <a:off x="655321" y="2614192"/>
            <a:ext cx="8794242" cy="1376219"/>
          </a:xfrm>
          <a:prstGeom prst="rect">
            <a:avLst/>
          </a:prstGeom>
        </p:spPr>
      </p:pic>
      <p:sp>
        <p:nvSpPr>
          <p:cNvPr id="5" name="TextBox 4">
            <a:extLst>
              <a:ext uri="{FF2B5EF4-FFF2-40B4-BE49-F238E27FC236}">
                <a16:creationId xmlns:a16="http://schemas.microsoft.com/office/drawing/2014/main" id="{1C6873DE-5BCB-B93C-F7C3-ADF84D51A7DD}"/>
              </a:ext>
            </a:extLst>
          </p:cNvPr>
          <p:cNvSpPr txBox="1"/>
          <p:nvPr/>
        </p:nvSpPr>
        <p:spPr>
          <a:xfrm>
            <a:off x="655321" y="4204857"/>
            <a:ext cx="5154929" cy="1815882"/>
          </a:xfrm>
          <a:prstGeom prst="rect">
            <a:avLst/>
          </a:prstGeom>
          <a:noFill/>
        </p:spPr>
        <p:txBody>
          <a:bodyPr wrap="square">
            <a:spAutoFit/>
          </a:bodyPr>
          <a:lstStyle/>
          <a:p>
            <a:pPr defTabSz="914400"/>
            <a:r>
              <a:rPr lang="en-US" sz="2000" b="1" dirty="0">
                <a:solidFill>
                  <a:schemeClr val="bg1"/>
                </a:solidFill>
                <a:latin typeface="Arial" panose="020B0604020202020204" pitchFamily="34" charset="0"/>
              </a:rPr>
              <a:t>You can use technologies and languages that best fit the problem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Microservices are self-contained, i.e. no shared data stores (!)</a:t>
            </a:r>
          </a:p>
          <a:p>
            <a:pPr marL="285750" indent="-285750" defTabSz="914400">
              <a:buFont typeface="Arial" panose="020B0604020202020204" pitchFamily="34" charset="0"/>
              <a:buChar char="•"/>
            </a:pPr>
            <a:r>
              <a:rPr lang="en-US" sz="1800" dirty="0">
                <a:solidFill>
                  <a:schemeClr val="bg1"/>
                </a:solidFill>
                <a:latin typeface="Arial" panose="020B0604020202020204" pitchFamily="34" charset="0"/>
              </a:rPr>
              <a:t>Using the right tools impacts productivity and performance</a:t>
            </a:r>
            <a:endParaRPr lang="en-US" sz="1800" dirty="0">
              <a:solidFill>
                <a:schemeClr val="bg1"/>
              </a:solidFill>
              <a:latin typeface="Arial"/>
            </a:endParaRPr>
          </a:p>
        </p:txBody>
      </p:sp>
      <p:pic>
        <p:nvPicPr>
          <p:cNvPr id="6" name="Picture 5">
            <a:extLst>
              <a:ext uri="{FF2B5EF4-FFF2-40B4-BE49-F238E27FC236}">
                <a16:creationId xmlns:a16="http://schemas.microsoft.com/office/drawing/2014/main" id="{20C37240-3625-D23D-C6E5-2860D5257C30}"/>
              </a:ext>
            </a:extLst>
          </p:cNvPr>
          <p:cNvPicPr>
            <a:picLocks noChangeAspect="1"/>
          </p:cNvPicPr>
          <p:nvPr/>
        </p:nvPicPr>
        <p:blipFill>
          <a:blip r:embed="rId3"/>
          <a:stretch>
            <a:fillRect/>
          </a:stretch>
        </p:blipFill>
        <p:spPr>
          <a:xfrm>
            <a:off x="6096000" y="4153999"/>
            <a:ext cx="5656272" cy="1917599"/>
          </a:xfrm>
          <a:prstGeom prst="rect">
            <a:avLst/>
          </a:prstGeom>
        </p:spPr>
      </p:pic>
      <mc:AlternateContent xmlns:mc="http://schemas.openxmlformats.org/markup-compatibility/2006" xmlns:p14="http://schemas.microsoft.com/office/powerpoint/2010/main">
        <mc:Choice Requires="p14">
          <p:contentPart p14:bwMode="auto" r:id="rId4">
            <p14:nvContentPartPr>
              <p14:cNvPr id="7" name="Ink 6">
                <a:extLst>
                  <a:ext uri="{FF2B5EF4-FFF2-40B4-BE49-F238E27FC236}">
                    <a16:creationId xmlns:a16="http://schemas.microsoft.com/office/drawing/2014/main" id="{9543BC9E-8A47-E95B-C95A-6D3FE30C89BE}"/>
                  </a:ext>
                </a:extLst>
              </p14:cNvPr>
              <p14:cNvContentPartPr/>
              <p14:nvPr/>
            </p14:nvContentPartPr>
            <p14:xfrm>
              <a:off x="3394197" y="6663812"/>
              <a:ext cx="360" cy="360"/>
            </p14:xfrm>
          </p:contentPart>
        </mc:Choice>
        <mc:Fallback xmlns="">
          <p:pic>
            <p:nvPicPr>
              <p:cNvPr id="7" name="Ink 6">
                <a:extLst>
                  <a:ext uri="{FF2B5EF4-FFF2-40B4-BE49-F238E27FC236}">
                    <a16:creationId xmlns:a16="http://schemas.microsoft.com/office/drawing/2014/main" id="{9543BC9E-8A47-E95B-C95A-6D3FE30C89BE}"/>
                  </a:ext>
                </a:extLst>
              </p:cNvPr>
              <p:cNvPicPr/>
              <p:nvPr/>
            </p:nvPicPr>
            <p:blipFill>
              <a:blip r:embed="rId5"/>
              <a:stretch>
                <a:fillRect/>
              </a:stretch>
            </p:blipFill>
            <p:spPr>
              <a:xfrm>
                <a:off x="3385557" y="6654812"/>
                <a:ext cx="18000" cy="18000"/>
              </a:xfrm>
              <a:prstGeom prst="rect">
                <a:avLst/>
              </a:prstGeom>
            </p:spPr>
          </p:pic>
        </mc:Fallback>
      </mc:AlternateContent>
    </p:spTree>
    <p:extLst>
      <p:ext uri="{BB962C8B-B14F-4D97-AF65-F5344CB8AC3E}">
        <p14:creationId xmlns:p14="http://schemas.microsoft.com/office/powerpoint/2010/main" val="31085455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A58283-344D-8012-890D-E8834E475954}"/>
              </a:ext>
            </a:extLst>
          </p:cNvPr>
          <p:cNvSpPr>
            <a:spLocks noGrp="1"/>
          </p:cNvSpPr>
          <p:nvPr>
            <p:ph type="title"/>
          </p:nvPr>
        </p:nvSpPr>
        <p:spPr/>
        <p:txBody>
          <a:bodyPr/>
          <a:lstStyle/>
          <a:p>
            <a:r>
              <a:rPr lang="en-IN" dirty="0"/>
              <a:t>Uber</a:t>
            </a:r>
          </a:p>
        </p:txBody>
      </p:sp>
    </p:spTree>
    <p:extLst>
      <p:ext uri="{BB962C8B-B14F-4D97-AF65-F5344CB8AC3E}">
        <p14:creationId xmlns:p14="http://schemas.microsoft.com/office/powerpoint/2010/main" val="16296171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8E626-C937-563B-47AE-2E6DC1EBD1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EF2369-A430-4B62-FB84-A0D6BE7923C6}"/>
              </a:ext>
            </a:extLst>
          </p:cNvPr>
          <p:cNvSpPr>
            <a:spLocks noGrp="1"/>
          </p:cNvSpPr>
          <p:nvPr>
            <p:ph type="title"/>
          </p:nvPr>
        </p:nvSpPr>
        <p:spPr/>
        <p:txBody>
          <a:bodyPr/>
          <a:lstStyle/>
          <a:p>
            <a:r>
              <a:rPr lang="en-IN" dirty="0"/>
              <a:t>Scaling</a:t>
            </a:r>
          </a:p>
        </p:txBody>
      </p:sp>
    </p:spTree>
    <p:extLst>
      <p:ext uri="{BB962C8B-B14F-4D97-AF65-F5344CB8AC3E}">
        <p14:creationId xmlns:p14="http://schemas.microsoft.com/office/powerpoint/2010/main" val="13987027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6DCD62-24A2-87EB-6701-3FF539B6593C}"/>
              </a:ext>
            </a:extLst>
          </p:cNvPr>
          <p:cNvSpPr>
            <a:spLocks noGrp="1"/>
          </p:cNvSpPr>
          <p:nvPr>
            <p:ph type="title"/>
          </p:nvPr>
        </p:nvSpPr>
        <p:spPr/>
        <p:txBody>
          <a:bodyPr/>
          <a:lstStyle/>
          <a:p>
            <a:r>
              <a:rPr lang="en-US" dirty="0"/>
              <a:t>What is Node JS</a:t>
            </a:r>
          </a:p>
        </p:txBody>
      </p:sp>
      <p:sp>
        <p:nvSpPr>
          <p:cNvPr id="3" name="TextBox 2">
            <a:extLst>
              <a:ext uri="{FF2B5EF4-FFF2-40B4-BE49-F238E27FC236}">
                <a16:creationId xmlns:a16="http://schemas.microsoft.com/office/drawing/2014/main" id="{288C8D8E-8A81-3154-D2B6-08A6D238AF5F}"/>
              </a:ext>
            </a:extLst>
          </p:cNvPr>
          <p:cNvSpPr txBox="1"/>
          <p:nvPr/>
        </p:nvSpPr>
        <p:spPr>
          <a:xfrm>
            <a:off x="184163" y="784925"/>
            <a:ext cx="11809312" cy="1323439"/>
          </a:xfrm>
          <a:prstGeom prst="rect">
            <a:avLst/>
          </a:prstGeom>
          <a:noFill/>
        </p:spPr>
        <p:txBody>
          <a:bodyPr wrap="square" rtlCol="0">
            <a:spAutoFit/>
          </a:bodyPr>
          <a:lstStyle/>
          <a:p>
            <a:r>
              <a:rPr lang="en-US" sz="2000" dirty="0">
                <a:solidFill>
                  <a:schemeClr val="bg1"/>
                </a:solidFill>
              </a:rPr>
              <a:t>Node JS is an open source, cross platform, java script runtime environment and used for executing java script code outside the web browser. Java and JavaScript are different by their nature, design and use cases. Java Script was dominantly used as a web programming language. All the browser’s directly understand java script.</a:t>
            </a:r>
            <a:endParaRPr lang="en-IN" sz="2000" dirty="0">
              <a:solidFill>
                <a:schemeClr val="bg1"/>
              </a:solidFill>
            </a:endParaRPr>
          </a:p>
        </p:txBody>
      </p:sp>
      <p:sp>
        <p:nvSpPr>
          <p:cNvPr id="4" name="Rectangle 3">
            <a:extLst>
              <a:ext uri="{FF2B5EF4-FFF2-40B4-BE49-F238E27FC236}">
                <a16:creationId xmlns:a16="http://schemas.microsoft.com/office/drawing/2014/main" id="{353855E1-A3F8-D260-84DC-05B1AA59992E}"/>
              </a:ext>
            </a:extLst>
          </p:cNvPr>
          <p:cNvSpPr/>
          <p:nvPr/>
        </p:nvSpPr>
        <p:spPr>
          <a:xfrm>
            <a:off x="997153" y="3078010"/>
            <a:ext cx="1851305" cy="864096"/>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Client</a:t>
            </a:r>
          </a:p>
          <a:p>
            <a:pPr algn="ctr"/>
            <a:r>
              <a:rPr lang="en-US" dirty="0">
                <a:solidFill>
                  <a:schemeClr val="bg1"/>
                </a:solidFill>
              </a:rPr>
              <a:t>Browser</a:t>
            </a:r>
          </a:p>
        </p:txBody>
      </p:sp>
      <p:sp>
        <p:nvSpPr>
          <p:cNvPr id="5" name="Rectangle 4">
            <a:extLst>
              <a:ext uri="{FF2B5EF4-FFF2-40B4-BE49-F238E27FC236}">
                <a16:creationId xmlns:a16="http://schemas.microsoft.com/office/drawing/2014/main" id="{10ED48F1-346E-46DB-BD1C-52CFDA1176E5}"/>
              </a:ext>
            </a:extLst>
          </p:cNvPr>
          <p:cNvSpPr/>
          <p:nvPr/>
        </p:nvSpPr>
        <p:spPr>
          <a:xfrm>
            <a:off x="8753114" y="2773207"/>
            <a:ext cx="1851305" cy="1656184"/>
          </a:xfrm>
          <a:prstGeom prst="rect">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Server</a:t>
            </a:r>
          </a:p>
        </p:txBody>
      </p:sp>
      <p:cxnSp>
        <p:nvCxnSpPr>
          <p:cNvPr id="6" name="Straight Arrow Connector 5">
            <a:extLst>
              <a:ext uri="{FF2B5EF4-FFF2-40B4-BE49-F238E27FC236}">
                <a16:creationId xmlns:a16="http://schemas.microsoft.com/office/drawing/2014/main" id="{0FA95269-180B-B318-BCA4-E9FE3667C93E}"/>
              </a:ext>
            </a:extLst>
          </p:cNvPr>
          <p:cNvCxnSpPr/>
          <p:nvPr/>
        </p:nvCxnSpPr>
        <p:spPr>
          <a:xfrm>
            <a:off x="2848458" y="3222026"/>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DB4634BA-A5D6-557F-A36C-C6D265132562}"/>
              </a:ext>
            </a:extLst>
          </p:cNvPr>
          <p:cNvSpPr txBox="1"/>
          <p:nvPr/>
        </p:nvSpPr>
        <p:spPr>
          <a:xfrm>
            <a:off x="4864682" y="2933994"/>
            <a:ext cx="1851305" cy="338554"/>
          </a:xfrm>
          <a:prstGeom prst="rect">
            <a:avLst/>
          </a:prstGeom>
          <a:noFill/>
        </p:spPr>
        <p:txBody>
          <a:bodyPr wrap="square" rtlCol="0">
            <a:spAutoFit/>
          </a:bodyPr>
          <a:lstStyle/>
          <a:p>
            <a:r>
              <a:rPr lang="en-US" sz="1600" b="1" dirty="0">
                <a:solidFill>
                  <a:schemeClr val="bg1"/>
                </a:solidFill>
              </a:rPr>
              <a:t>request</a:t>
            </a:r>
          </a:p>
        </p:txBody>
      </p:sp>
      <p:sp>
        <p:nvSpPr>
          <p:cNvPr id="8" name="Rectangle: Rounded Corners 7">
            <a:extLst>
              <a:ext uri="{FF2B5EF4-FFF2-40B4-BE49-F238E27FC236}">
                <a16:creationId xmlns:a16="http://schemas.microsoft.com/office/drawing/2014/main" id="{1B0F89F6-0104-2F97-D7CD-2134BBAEB4AF}"/>
              </a:ext>
            </a:extLst>
          </p:cNvPr>
          <p:cNvSpPr/>
          <p:nvPr/>
        </p:nvSpPr>
        <p:spPr>
          <a:xfrm>
            <a:off x="8647727" y="3078010"/>
            <a:ext cx="1080120" cy="288028"/>
          </a:xfrm>
          <a:prstGeom prst="roundRect">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dirty="0">
                <a:solidFill>
                  <a:schemeClr val="bg1"/>
                </a:solidFill>
              </a:rPr>
              <a:t>port</a:t>
            </a:r>
          </a:p>
        </p:txBody>
      </p:sp>
      <p:sp>
        <p:nvSpPr>
          <p:cNvPr id="9" name="Arrow: Curved Down 8">
            <a:extLst>
              <a:ext uri="{FF2B5EF4-FFF2-40B4-BE49-F238E27FC236}">
                <a16:creationId xmlns:a16="http://schemas.microsoft.com/office/drawing/2014/main" id="{051411B0-5836-ED37-0E38-E0CFE898C72C}"/>
              </a:ext>
            </a:extLst>
          </p:cNvPr>
          <p:cNvSpPr/>
          <p:nvPr/>
        </p:nvSpPr>
        <p:spPr>
          <a:xfrm>
            <a:off x="10841346" y="372608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0" name="Arrow: Curved Down 9">
            <a:extLst>
              <a:ext uri="{FF2B5EF4-FFF2-40B4-BE49-F238E27FC236}">
                <a16:creationId xmlns:a16="http://schemas.microsoft.com/office/drawing/2014/main" id="{3508886E-3CBD-D8A6-7272-0F222CDA7CD3}"/>
              </a:ext>
            </a:extLst>
          </p:cNvPr>
          <p:cNvSpPr/>
          <p:nvPr/>
        </p:nvSpPr>
        <p:spPr>
          <a:xfrm rot="11262216">
            <a:off x="10774898" y="4210902"/>
            <a:ext cx="504056" cy="360040"/>
          </a:xfrm>
          <a:prstGeom prst="curvedDownArrow">
            <a:avLst/>
          </a:prstGeom>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11" name="Flowchart: Magnetic Disk 10">
            <a:extLst>
              <a:ext uri="{FF2B5EF4-FFF2-40B4-BE49-F238E27FC236}">
                <a16:creationId xmlns:a16="http://schemas.microsoft.com/office/drawing/2014/main" id="{709C22C8-7673-20D8-7478-FF290F494A59}"/>
              </a:ext>
            </a:extLst>
          </p:cNvPr>
          <p:cNvSpPr/>
          <p:nvPr/>
        </p:nvSpPr>
        <p:spPr>
          <a:xfrm>
            <a:off x="11469050" y="3784368"/>
            <a:ext cx="547770" cy="664847"/>
          </a:xfrm>
          <a:prstGeom prst="flowChartMagneticDisk">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a:solidFill>
                <a:schemeClr val="bg1"/>
              </a:solidFill>
            </a:endParaRPr>
          </a:p>
        </p:txBody>
      </p:sp>
      <p:cxnSp>
        <p:nvCxnSpPr>
          <p:cNvPr id="12" name="Straight Arrow Connector 11">
            <a:extLst>
              <a:ext uri="{FF2B5EF4-FFF2-40B4-BE49-F238E27FC236}">
                <a16:creationId xmlns:a16="http://schemas.microsoft.com/office/drawing/2014/main" id="{166C5EB8-00F2-17AC-C5CC-2B2427FA2A75}"/>
              </a:ext>
            </a:extLst>
          </p:cNvPr>
          <p:cNvCxnSpPr>
            <a:stCxn id="5" idx="1"/>
          </p:cNvCxnSpPr>
          <p:nvPr/>
        </p:nvCxnSpPr>
        <p:spPr>
          <a:xfrm flipH="1">
            <a:off x="2848458" y="3601299"/>
            <a:ext cx="5904656" cy="0"/>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AE9AA94F-66E0-070E-9EB3-6E0B2413EBAE}"/>
              </a:ext>
            </a:extLst>
          </p:cNvPr>
          <p:cNvSpPr txBox="1"/>
          <p:nvPr/>
        </p:nvSpPr>
        <p:spPr>
          <a:xfrm>
            <a:off x="4982160" y="3567548"/>
            <a:ext cx="1851305" cy="338554"/>
          </a:xfrm>
          <a:prstGeom prst="rect">
            <a:avLst/>
          </a:prstGeom>
          <a:noFill/>
        </p:spPr>
        <p:txBody>
          <a:bodyPr wrap="square" rtlCol="0">
            <a:spAutoFit/>
          </a:bodyPr>
          <a:lstStyle/>
          <a:p>
            <a:r>
              <a:rPr lang="en-US" sz="1600" b="1" dirty="0">
                <a:solidFill>
                  <a:schemeClr val="bg1"/>
                </a:solidFill>
              </a:rPr>
              <a:t>response</a:t>
            </a:r>
          </a:p>
        </p:txBody>
      </p:sp>
      <p:sp>
        <p:nvSpPr>
          <p:cNvPr id="14" name="TextBox 13">
            <a:extLst>
              <a:ext uri="{FF2B5EF4-FFF2-40B4-BE49-F238E27FC236}">
                <a16:creationId xmlns:a16="http://schemas.microsoft.com/office/drawing/2014/main" id="{489B97B1-5AEB-44C2-DAFE-6A45900D4FC7}"/>
              </a:ext>
            </a:extLst>
          </p:cNvPr>
          <p:cNvSpPr txBox="1"/>
          <p:nvPr/>
        </p:nvSpPr>
        <p:spPr>
          <a:xfrm>
            <a:off x="997153" y="2514318"/>
            <a:ext cx="2355361" cy="461665"/>
          </a:xfrm>
          <a:prstGeom prst="rect">
            <a:avLst/>
          </a:prstGeom>
          <a:noFill/>
        </p:spPr>
        <p:txBody>
          <a:bodyPr wrap="square" rtlCol="0">
            <a:spAutoFit/>
          </a:bodyPr>
          <a:lstStyle/>
          <a:p>
            <a:r>
              <a:rPr lang="en-US" b="1" dirty="0">
                <a:solidFill>
                  <a:schemeClr val="bg1"/>
                </a:solidFill>
              </a:rPr>
              <a:t>Java Script</a:t>
            </a:r>
          </a:p>
        </p:txBody>
      </p:sp>
      <p:sp>
        <p:nvSpPr>
          <p:cNvPr id="15" name="TextBox 14">
            <a:extLst>
              <a:ext uri="{FF2B5EF4-FFF2-40B4-BE49-F238E27FC236}">
                <a16:creationId xmlns:a16="http://schemas.microsoft.com/office/drawing/2014/main" id="{4CAE354E-96E3-BAA9-991E-CB8ED59A5557}"/>
              </a:ext>
            </a:extLst>
          </p:cNvPr>
          <p:cNvSpPr txBox="1"/>
          <p:nvPr/>
        </p:nvSpPr>
        <p:spPr>
          <a:xfrm>
            <a:off x="10753041" y="2437374"/>
            <a:ext cx="1240433" cy="1077218"/>
          </a:xfrm>
          <a:prstGeom prst="rect">
            <a:avLst/>
          </a:prstGeom>
          <a:noFill/>
        </p:spPr>
        <p:txBody>
          <a:bodyPr wrap="square" rtlCol="0">
            <a:spAutoFit/>
          </a:bodyPr>
          <a:lstStyle/>
          <a:p>
            <a:r>
              <a:rPr lang="en-US" sz="1600" b="1" dirty="0">
                <a:solidFill>
                  <a:schemeClr val="bg1"/>
                </a:solidFill>
              </a:rPr>
              <a:t>Java</a:t>
            </a:r>
          </a:p>
          <a:p>
            <a:r>
              <a:rPr lang="en-US" sz="1600" b="1" dirty="0">
                <a:solidFill>
                  <a:schemeClr val="bg1"/>
                </a:solidFill>
              </a:rPr>
              <a:t>ABAP</a:t>
            </a:r>
          </a:p>
          <a:p>
            <a:r>
              <a:rPr lang="en-US" sz="1600" b="1" dirty="0">
                <a:solidFill>
                  <a:schemeClr val="bg1"/>
                </a:solidFill>
              </a:rPr>
              <a:t>Python</a:t>
            </a:r>
          </a:p>
          <a:p>
            <a:r>
              <a:rPr lang="en-US" sz="1600" b="1" dirty="0">
                <a:solidFill>
                  <a:schemeClr val="bg1"/>
                </a:solidFill>
              </a:rPr>
              <a:t>C#</a:t>
            </a:r>
          </a:p>
        </p:txBody>
      </p:sp>
      <p:sp>
        <p:nvSpPr>
          <p:cNvPr id="16" name="Smiley Face 15">
            <a:extLst>
              <a:ext uri="{FF2B5EF4-FFF2-40B4-BE49-F238E27FC236}">
                <a16:creationId xmlns:a16="http://schemas.microsoft.com/office/drawing/2014/main" id="{14FE8CA4-4AE9-1CB8-C35E-A5A05246E8A7}"/>
              </a:ext>
            </a:extLst>
          </p:cNvPr>
          <p:cNvSpPr/>
          <p:nvPr/>
        </p:nvSpPr>
        <p:spPr>
          <a:xfrm>
            <a:off x="5440746" y="1997890"/>
            <a:ext cx="648072" cy="607353"/>
          </a:xfrm>
          <a:prstGeom prst="smileyFace">
            <a:avLst/>
          </a:prstGeom>
        </p:spPr>
        <p:style>
          <a:lnRef idx="3">
            <a:schemeClr val="lt1"/>
          </a:lnRef>
          <a:fillRef idx="1">
            <a:schemeClr val="accent3"/>
          </a:fillRef>
          <a:effectRef idx="1">
            <a:schemeClr val="accent3"/>
          </a:effectRef>
          <a:fontRef idx="minor">
            <a:schemeClr val="lt1"/>
          </a:fontRef>
        </p:style>
        <p:txBody>
          <a:bodyPr rtlCol="0" anchor="ctr"/>
          <a:lstStyle/>
          <a:p>
            <a:pPr algn="ctr"/>
            <a:endParaRPr lang="en-US">
              <a:solidFill>
                <a:schemeClr val="bg1"/>
              </a:solidFill>
            </a:endParaRPr>
          </a:p>
        </p:txBody>
      </p:sp>
      <p:sp>
        <p:nvSpPr>
          <p:cNvPr id="17" name="TextBox 16">
            <a:extLst>
              <a:ext uri="{FF2B5EF4-FFF2-40B4-BE49-F238E27FC236}">
                <a16:creationId xmlns:a16="http://schemas.microsoft.com/office/drawing/2014/main" id="{8F9638D7-D6A4-590A-AF98-3A39BB96657A}"/>
              </a:ext>
            </a:extLst>
          </p:cNvPr>
          <p:cNvSpPr txBox="1"/>
          <p:nvPr/>
        </p:nvSpPr>
        <p:spPr>
          <a:xfrm>
            <a:off x="184162" y="4086122"/>
            <a:ext cx="2880320" cy="461665"/>
          </a:xfrm>
          <a:prstGeom prst="rect">
            <a:avLst/>
          </a:prstGeom>
          <a:noFill/>
        </p:spPr>
        <p:txBody>
          <a:bodyPr wrap="square" rtlCol="0">
            <a:spAutoFit/>
          </a:bodyPr>
          <a:lstStyle/>
          <a:p>
            <a:r>
              <a:rPr lang="en-US" b="1" dirty="0">
                <a:solidFill>
                  <a:schemeClr val="bg1"/>
                </a:solidFill>
              </a:rPr>
              <a:t>Ryan </a:t>
            </a:r>
            <a:r>
              <a:rPr lang="en-US" b="1" dirty="0" err="1">
                <a:solidFill>
                  <a:schemeClr val="bg1"/>
                </a:solidFill>
              </a:rPr>
              <a:t>Dyal</a:t>
            </a:r>
            <a:endParaRPr lang="en-US" b="1" dirty="0">
              <a:solidFill>
                <a:schemeClr val="bg1"/>
              </a:solidFill>
            </a:endParaRPr>
          </a:p>
        </p:txBody>
      </p:sp>
      <p:sp>
        <p:nvSpPr>
          <p:cNvPr id="18" name="Isosceles Triangle 17">
            <a:extLst>
              <a:ext uri="{FF2B5EF4-FFF2-40B4-BE49-F238E27FC236}">
                <a16:creationId xmlns:a16="http://schemas.microsoft.com/office/drawing/2014/main" id="{6CF3C11A-FF3A-8AAF-4E63-1A1823DB2C52}"/>
              </a:ext>
            </a:extLst>
          </p:cNvPr>
          <p:cNvSpPr/>
          <p:nvPr/>
        </p:nvSpPr>
        <p:spPr>
          <a:xfrm>
            <a:off x="6405531" y="2203133"/>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19" name="Rectangle: Rounded Corners 18">
            <a:extLst>
              <a:ext uri="{FF2B5EF4-FFF2-40B4-BE49-F238E27FC236}">
                <a16:creationId xmlns:a16="http://schemas.microsoft.com/office/drawing/2014/main" id="{86D29E3B-B157-D778-DD05-FF3B75F17DA9}"/>
              </a:ext>
            </a:extLst>
          </p:cNvPr>
          <p:cNvSpPr/>
          <p:nvPr/>
        </p:nvSpPr>
        <p:spPr>
          <a:xfrm>
            <a:off x="6715987" y="2487636"/>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0" name="Isosceles Triangle 19">
            <a:extLst>
              <a:ext uri="{FF2B5EF4-FFF2-40B4-BE49-F238E27FC236}">
                <a16:creationId xmlns:a16="http://schemas.microsoft.com/office/drawing/2014/main" id="{675CA06F-0A17-8B48-491A-070AEE866006}"/>
              </a:ext>
            </a:extLst>
          </p:cNvPr>
          <p:cNvSpPr/>
          <p:nvPr/>
        </p:nvSpPr>
        <p:spPr>
          <a:xfrm>
            <a:off x="9483231" y="2249157"/>
            <a:ext cx="647246" cy="586850"/>
          </a:xfrm>
          <a:prstGeom prst="triangl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lang="en-US" dirty="0">
              <a:solidFill>
                <a:schemeClr val="bg1"/>
              </a:solidFill>
            </a:endParaRPr>
          </a:p>
        </p:txBody>
      </p:sp>
      <p:sp>
        <p:nvSpPr>
          <p:cNvPr id="21" name="Rectangle: Rounded Corners 20">
            <a:extLst>
              <a:ext uri="{FF2B5EF4-FFF2-40B4-BE49-F238E27FC236}">
                <a16:creationId xmlns:a16="http://schemas.microsoft.com/office/drawing/2014/main" id="{A9626A74-77EC-EF8D-7966-DB7F5403244C}"/>
              </a:ext>
            </a:extLst>
          </p:cNvPr>
          <p:cNvSpPr/>
          <p:nvPr/>
        </p:nvSpPr>
        <p:spPr>
          <a:xfrm>
            <a:off x="9793687" y="2533660"/>
            <a:ext cx="648072" cy="388868"/>
          </a:xfrm>
          <a:prstGeom prst="roundRect">
            <a:avLst/>
          </a:prstGeom>
          <a:solidFill>
            <a:schemeClr val="accent5">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TextBox 21">
            <a:extLst>
              <a:ext uri="{FF2B5EF4-FFF2-40B4-BE49-F238E27FC236}">
                <a16:creationId xmlns:a16="http://schemas.microsoft.com/office/drawing/2014/main" id="{80859276-5271-0F1A-7628-4FB2D3A45C83}"/>
              </a:ext>
            </a:extLst>
          </p:cNvPr>
          <p:cNvSpPr txBox="1"/>
          <p:nvPr/>
        </p:nvSpPr>
        <p:spPr>
          <a:xfrm>
            <a:off x="9278073" y="1881824"/>
            <a:ext cx="2355361" cy="461665"/>
          </a:xfrm>
          <a:prstGeom prst="rect">
            <a:avLst/>
          </a:prstGeom>
          <a:noFill/>
        </p:spPr>
        <p:txBody>
          <a:bodyPr wrap="square" rtlCol="0">
            <a:spAutoFit/>
          </a:bodyPr>
          <a:lstStyle/>
          <a:p>
            <a:r>
              <a:rPr lang="en-US" b="1" dirty="0">
                <a:solidFill>
                  <a:schemeClr val="bg1"/>
                </a:solidFill>
              </a:rPr>
              <a:t>Java Script</a:t>
            </a:r>
          </a:p>
        </p:txBody>
      </p:sp>
      <p:sp>
        <p:nvSpPr>
          <p:cNvPr id="23" name="TextBox 22">
            <a:extLst>
              <a:ext uri="{FF2B5EF4-FFF2-40B4-BE49-F238E27FC236}">
                <a16:creationId xmlns:a16="http://schemas.microsoft.com/office/drawing/2014/main" id="{C62784A2-CDA0-FB54-F765-38D8D47BFB96}"/>
              </a:ext>
            </a:extLst>
          </p:cNvPr>
          <p:cNvSpPr txBox="1"/>
          <p:nvPr/>
        </p:nvSpPr>
        <p:spPr>
          <a:xfrm>
            <a:off x="400186" y="4603102"/>
            <a:ext cx="11616634" cy="1754326"/>
          </a:xfrm>
          <a:prstGeom prst="rect">
            <a:avLst/>
          </a:prstGeom>
          <a:noFill/>
        </p:spPr>
        <p:txBody>
          <a:bodyPr wrap="square" rtlCol="0">
            <a:spAutoFit/>
          </a:bodyPr>
          <a:lstStyle/>
          <a:p>
            <a:r>
              <a:rPr lang="en-US" sz="1800" dirty="0">
                <a:solidFill>
                  <a:schemeClr val="bg1"/>
                </a:solidFill>
              </a:rPr>
              <a:t>Node JS is also a great web framework for beginners because it works great with data-intensive applications like streaming, real-time apps. It is free and easy to learn node </a:t>
            </a:r>
            <a:r>
              <a:rPr lang="en-US" sz="1800" dirty="0" err="1">
                <a:solidFill>
                  <a:schemeClr val="bg1"/>
                </a:solidFill>
              </a:rPr>
              <a:t>js</a:t>
            </a:r>
            <a:r>
              <a:rPr lang="en-US" sz="1800" dirty="0">
                <a:solidFill>
                  <a:schemeClr val="bg1"/>
                </a:solidFill>
              </a:rPr>
              <a:t>.</a:t>
            </a:r>
          </a:p>
          <a:p>
            <a:endParaRPr lang="en-US" sz="1800" dirty="0">
              <a:solidFill>
                <a:schemeClr val="bg1"/>
              </a:solidFill>
            </a:endParaRPr>
          </a:p>
          <a:p>
            <a:r>
              <a:rPr lang="en-US" sz="1800" dirty="0">
                <a:solidFill>
                  <a:schemeClr val="bg1"/>
                </a:solidFill>
              </a:rPr>
              <a:t>Applications of node </a:t>
            </a:r>
            <a:r>
              <a:rPr lang="en-US" sz="1800" dirty="0" err="1">
                <a:solidFill>
                  <a:schemeClr val="bg1"/>
                </a:solidFill>
              </a:rPr>
              <a:t>js</a:t>
            </a:r>
            <a:r>
              <a:rPr lang="en-US" sz="1800" dirty="0">
                <a:solidFill>
                  <a:schemeClr val="bg1"/>
                </a:solidFill>
              </a:rPr>
              <a:t>?</a:t>
            </a:r>
          </a:p>
          <a:p>
            <a:r>
              <a:rPr lang="en-US" sz="1800" dirty="0">
                <a:solidFill>
                  <a:schemeClr val="bg1"/>
                </a:solidFill>
              </a:rPr>
              <a:t>Build business logic on server side, DB lookups, Send Emails, write validations, create microservices, add automations, show output, build servers, host web apps, make excel/pdf more…</a:t>
            </a:r>
          </a:p>
        </p:txBody>
      </p:sp>
    </p:spTree>
    <p:extLst>
      <p:ext uri="{BB962C8B-B14F-4D97-AF65-F5344CB8AC3E}">
        <p14:creationId xmlns:p14="http://schemas.microsoft.com/office/powerpoint/2010/main" val="36650476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4"/>
                                        </p:tgtEl>
                                        <p:attrNameLst>
                                          <p:attrName>style.visibility</p:attrName>
                                        </p:attrNameLst>
                                      </p:cBhvr>
                                      <p:to>
                                        <p:strVal val="visible"/>
                                      </p:to>
                                    </p:set>
                                    <p:animEffect transition="in" filter="fade">
                                      <p:cBhvr>
                                        <p:cTn id="14" dur="1000"/>
                                        <p:tgtEl>
                                          <p:spTgt spid="4"/>
                                        </p:tgtEl>
                                      </p:cBhvr>
                                    </p:animEffect>
                                    <p:anim calcmode="lin" valueType="num">
                                      <p:cBhvr>
                                        <p:cTn id="15" dur="1000" fill="hold"/>
                                        <p:tgtEl>
                                          <p:spTgt spid="4"/>
                                        </p:tgtEl>
                                        <p:attrNameLst>
                                          <p:attrName>ppt_x</p:attrName>
                                        </p:attrNameLst>
                                      </p:cBhvr>
                                      <p:tavLst>
                                        <p:tav tm="0">
                                          <p:val>
                                            <p:strVal val="#ppt_x"/>
                                          </p:val>
                                        </p:tav>
                                        <p:tav tm="100000">
                                          <p:val>
                                            <p:strVal val="#ppt_x"/>
                                          </p:val>
                                        </p:tav>
                                      </p:tavLst>
                                    </p:anim>
                                    <p:anim calcmode="lin" valueType="num">
                                      <p:cBhvr>
                                        <p:cTn id="16" dur="10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grpId="0" nodeType="with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1000"/>
                                        <p:tgtEl>
                                          <p:spTgt spid="5"/>
                                        </p:tgtEl>
                                      </p:cBhvr>
                                    </p:animEffect>
                                    <p:anim calcmode="lin" valueType="num">
                                      <p:cBhvr>
                                        <p:cTn id="20" dur="1000" fill="hold"/>
                                        <p:tgtEl>
                                          <p:spTgt spid="5"/>
                                        </p:tgtEl>
                                        <p:attrNameLst>
                                          <p:attrName>ppt_x</p:attrName>
                                        </p:attrNameLst>
                                      </p:cBhvr>
                                      <p:tavLst>
                                        <p:tav tm="0">
                                          <p:val>
                                            <p:strVal val="#ppt_x"/>
                                          </p:val>
                                        </p:tav>
                                        <p:tav tm="100000">
                                          <p:val>
                                            <p:strVal val="#ppt_x"/>
                                          </p:val>
                                        </p:tav>
                                      </p:tavLst>
                                    </p:anim>
                                    <p:anim calcmode="lin" valueType="num">
                                      <p:cBhvr>
                                        <p:cTn id="21" dur="10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1000"/>
                                        <p:tgtEl>
                                          <p:spTgt spid="6"/>
                                        </p:tgtEl>
                                      </p:cBhvr>
                                    </p:animEffect>
                                    <p:anim calcmode="lin" valueType="num">
                                      <p:cBhvr>
                                        <p:cTn id="25" dur="1000" fill="hold"/>
                                        <p:tgtEl>
                                          <p:spTgt spid="6"/>
                                        </p:tgtEl>
                                        <p:attrNameLst>
                                          <p:attrName>ppt_x</p:attrName>
                                        </p:attrNameLst>
                                      </p:cBhvr>
                                      <p:tavLst>
                                        <p:tav tm="0">
                                          <p:val>
                                            <p:strVal val="#ppt_x"/>
                                          </p:val>
                                        </p:tav>
                                        <p:tav tm="100000">
                                          <p:val>
                                            <p:strVal val="#ppt_x"/>
                                          </p:val>
                                        </p:tav>
                                      </p:tavLst>
                                    </p:anim>
                                    <p:anim calcmode="lin" valueType="num">
                                      <p:cBhvr>
                                        <p:cTn id="26" dur="1000" fill="hold"/>
                                        <p:tgtEl>
                                          <p:spTgt spid="6"/>
                                        </p:tgtEl>
                                        <p:attrNameLst>
                                          <p:attrName>ppt_y</p:attrName>
                                        </p:attrNameLst>
                                      </p:cBhvr>
                                      <p:tavLst>
                                        <p:tav tm="0">
                                          <p:val>
                                            <p:strVal val="#ppt_y+.1"/>
                                          </p:val>
                                        </p:tav>
                                        <p:tav tm="100000">
                                          <p:val>
                                            <p:strVal val="#ppt_y"/>
                                          </p:val>
                                        </p:tav>
                                      </p:tavLst>
                                    </p:anim>
                                  </p:childTnLst>
                                </p:cTn>
                              </p:par>
                              <p:par>
                                <p:cTn id="27" presetID="42"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animEffect transition="in" filter="fade">
                                      <p:cBhvr>
                                        <p:cTn id="29" dur="1000"/>
                                        <p:tgtEl>
                                          <p:spTgt spid="7"/>
                                        </p:tgtEl>
                                      </p:cBhvr>
                                    </p:animEffect>
                                    <p:anim calcmode="lin" valueType="num">
                                      <p:cBhvr>
                                        <p:cTn id="30" dur="1000" fill="hold"/>
                                        <p:tgtEl>
                                          <p:spTgt spid="7"/>
                                        </p:tgtEl>
                                        <p:attrNameLst>
                                          <p:attrName>ppt_x</p:attrName>
                                        </p:attrNameLst>
                                      </p:cBhvr>
                                      <p:tavLst>
                                        <p:tav tm="0">
                                          <p:val>
                                            <p:strVal val="#ppt_x"/>
                                          </p:val>
                                        </p:tav>
                                        <p:tav tm="100000">
                                          <p:val>
                                            <p:strVal val="#ppt_x"/>
                                          </p:val>
                                        </p:tav>
                                      </p:tavLst>
                                    </p:anim>
                                    <p:anim calcmode="lin" valueType="num">
                                      <p:cBhvr>
                                        <p:cTn id="31" dur="1000" fill="hold"/>
                                        <p:tgtEl>
                                          <p:spTgt spid="7"/>
                                        </p:tgtEl>
                                        <p:attrNameLst>
                                          <p:attrName>ppt_y</p:attrName>
                                        </p:attrNameLst>
                                      </p:cBhvr>
                                      <p:tavLst>
                                        <p:tav tm="0">
                                          <p:val>
                                            <p:strVal val="#ppt_y+.1"/>
                                          </p:val>
                                        </p:tav>
                                        <p:tav tm="100000">
                                          <p:val>
                                            <p:strVal val="#ppt_y"/>
                                          </p:val>
                                        </p:tav>
                                      </p:tavLst>
                                    </p:anim>
                                  </p:childTnLst>
                                </p:cTn>
                              </p:par>
                              <p:par>
                                <p:cTn id="32" presetID="42" presetClass="entr" presetSubtype="0" fill="hold" grpId="0" nodeType="withEffect">
                                  <p:stCondLst>
                                    <p:cond delay="0"/>
                                  </p:stCondLst>
                                  <p:childTnLst>
                                    <p:set>
                                      <p:cBhvr>
                                        <p:cTn id="33" dur="1" fill="hold">
                                          <p:stCondLst>
                                            <p:cond delay="0"/>
                                          </p:stCondLst>
                                        </p:cTn>
                                        <p:tgtEl>
                                          <p:spTgt spid="8"/>
                                        </p:tgtEl>
                                        <p:attrNameLst>
                                          <p:attrName>style.visibility</p:attrName>
                                        </p:attrNameLst>
                                      </p:cBhvr>
                                      <p:to>
                                        <p:strVal val="visible"/>
                                      </p:to>
                                    </p:set>
                                    <p:animEffect transition="in" filter="fade">
                                      <p:cBhvr>
                                        <p:cTn id="34" dur="1000"/>
                                        <p:tgtEl>
                                          <p:spTgt spid="8"/>
                                        </p:tgtEl>
                                      </p:cBhvr>
                                    </p:animEffect>
                                    <p:anim calcmode="lin" valueType="num">
                                      <p:cBhvr>
                                        <p:cTn id="35" dur="1000" fill="hold"/>
                                        <p:tgtEl>
                                          <p:spTgt spid="8"/>
                                        </p:tgtEl>
                                        <p:attrNameLst>
                                          <p:attrName>ppt_x</p:attrName>
                                        </p:attrNameLst>
                                      </p:cBhvr>
                                      <p:tavLst>
                                        <p:tav tm="0">
                                          <p:val>
                                            <p:strVal val="#ppt_x"/>
                                          </p:val>
                                        </p:tav>
                                        <p:tav tm="100000">
                                          <p:val>
                                            <p:strVal val="#ppt_x"/>
                                          </p:val>
                                        </p:tav>
                                      </p:tavLst>
                                    </p:anim>
                                    <p:anim calcmode="lin" valueType="num">
                                      <p:cBhvr>
                                        <p:cTn id="36" dur="1000" fill="hold"/>
                                        <p:tgtEl>
                                          <p:spTgt spid="8"/>
                                        </p:tgtEl>
                                        <p:attrNameLst>
                                          <p:attrName>ppt_y</p:attrName>
                                        </p:attrNameLst>
                                      </p:cBhvr>
                                      <p:tavLst>
                                        <p:tav tm="0">
                                          <p:val>
                                            <p:strVal val="#ppt_y+.1"/>
                                          </p:val>
                                        </p:tav>
                                        <p:tav tm="100000">
                                          <p:val>
                                            <p:strVal val="#ppt_y"/>
                                          </p:val>
                                        </p:tav>
                                      </p:tavLst>
                                    </p:anim>
                                  </p:childTnLst>
                                </p:cTn>
                              </p:par>
                              <p:par>
                                <p:cTn id="37" presetID="42" presetClass="entr" presetSubtype="0" fill="hold" grpId="0" nodeType="with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1000"/>
                                        <p:tgtEl>
                                          <p:spTgt spid="9"/>
                                        </p:tgtEl>
                                      </p:cBhvr>
                                    </p:animEffect>
                                    <p:anim calcmode="lin" valueType="num">
                                      <p:cBhvr>
                                        <p:cTn id="40" dur="1000" fill="hold"/>
                                        <p:tgtEl>
                                          <p:spTgt spid="9"/>
                                        </p:tgtEl>
                                        <p:attrNameLst>
                                          <p:attrName>ppt_x</p:attrName>
                                        </p:attrNameLst>
                                      </p:cBhvr>
                                      <p:tavLst>
                                        <p:tav tm="0">
                                          <p:val>
                                            <p:strVal val="#ppt_x"/>
                                          </p:val>
                                        </p:tav>
                                        <p:tav tm="100000">
                                          <p:val>
                                            <p:strVal val="#ppt_x"/>
                                          </p:val>
                                        </p:tav>
                                      </p:tavLst>
                                    </p:anim>
                                    <p:anim calcmode="lin" valueType="num">
                                      <p:cBhvr>
                                        <p:cTn id="41" dur="1000" fill="hold"/>
                                        <p:tgtEl>
                                          <p:spTgt spid="9"/>
                                        </p:tgtEl>
                                        <p:attrNameLst>
                                          <p:attrName>ppt_y</p:attrName>
                                        </p:attrNameLst>
                                      </p:cBhvr>
                                      <p:tavLst>
                                        <p:tav tm="0">
                                          <p:val>
                                            <p:strVal val="#ppt_y+.1"/>
                                          </p:val>
                                        </p:tav>
                                        <p:tav tm="100000">
                                          <p:val>
                                            <p:strVal val="#ppt_y"/>
                                          </p:val>
                                        </p:tav>
                                      </p:tavLst>
                                    </p:anim>
                                  </p:childTnLst>
                                </p:cTn>
                              </p:par>
                              <p:par>
                                <p:cTn id="42" presetID="42"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4" dur="1000"/>
                                        <p:tgtEl>
                                          <p:spTgt spid="10"/>
                                        </p:tgtEl>
                                      </p:cBhvr>
                                    </p:animEffect>
                                    <p:anim calcmode="lin" valueType="num">
                                      <p:cBhvr>
                                        <p:cTn id="45" dur="1000" fill="hold"/>
                                        <p:tgtEl>
                                          <p:spTgt spid="10"/>
                                        </p:tgtEl>
                                        <p:attrNameLst>
                                          <p:attrName>ppt_x</p:attrName>
                                        </p:attrNameLst>
                                      </p:cBhvr>
                                      <p:tavLst>
                                        <p:tav tm="0">
                                          <p:val>
                                            <p:strVal val="#ppt_x"/>
                                          </p:val>
                                        </p:tav>
                                        <p:tav tm="100000">
                                          <p:val>
                                            <p:strVal val="#ppt_x"/>
                                          </p:val>
                                        </p:tav>
                                      </p:tavLst>
                                    </p:anim>
                                    <p:anim calcmode="lin" valueType="num">
                                      <p:cBhvr>
                                        <p:cTn id="46" dur="1000" fill="hold"/>
                                        <p:tgtEl>
                                          <p:spTgt spid="10"/>
                                        </p:tgtEl>
                                        <p:attrNameLst>
                                          <p:attrName>ppt_y</p:attrName>
                                        </p:attrNameLst>
                                      </p:cBhvr>
                                      <p:tavLst>
                                        <p:tav tm="0">
                                          <p:val>
                                            <p:strVal val="#ppt_y+.1"/>
                                          </p:val>
                                        </p:tav>
                                        <p:tav tm="100000">
                                          <p:val>
                                            <p:strVal val="#ppt_y"/>
                                          </p:val>
                                        </p:tav>
                                      </p:tavLst>
                                    </p:anim>
                                  </p:childTnLst>
                                </p:cTn>
                              </p:par>
                              <p:par>
                                <p:cTn id="47" presetID="42" presetClass="entr" presetSubtype="0" fill="hold" grpId="0" nodeType="withEffect">
                                  <p:stCondLst>
                                    <p:cond delay="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1000"/>
                                        <p:tgtEl>
                                          <p:spTgt spid="11"/>
                                        </p:tgtEl>
                                      </p:cBhvr>
                                    </p:animEffect>
                                    <p:anim calcmode="lin" valueType="num">
                                      <p:cBhvr>
                                        <p:cTn id="50" dur="1000" fill="hold"/>
                                        <p:tgtEl>
                                          <p:spTgt spid="11"/>
                                        </p:tgtEl>
                                        <p:attrNameLst>
                                          <p:attrName>ppt_x</p:attrName>
                                        </p:attrNameLst>
                                      </p:cBhvr>
                                      <p:tavLst>
                                        <p:tav tm="0">
                                          <p:val>
                                            <p:strVal val="#ppt_x"/>
                                          </p:val>
                                        </p:tav>
                                        <p:tav tm="100000">
                                          <p:val>
                                            <p:strVal val="#ppt_x"/>
                                          </p:val>
                                        </p:tav>
                                      </p:tavLst>
                                    </p:anim>
                                    <p:anim calcmode="lin" valueType="num">
                                      <p:cBhvr>
                                        <p:cTn id="51" dur="1000" fill="hold"/>
                                        <p:tgtEl>
                                          <p:spTgt spid="11"/>
                                        </p:tgtEl>
                                        <p:attrNameLst>
                                          <p:attrName>ppt_y</p:attrName>
                                        </p:attrNameLst>
                                      </p:cBhvr>
                                      <p:tavLst>
                                        <p:tav tm="0">
                                          <p:val>
                                            <p:strVal val="#ppt_y+.1"/>
                                          </p:val>
                                        </p:tav>
                                        <p:tav tm="100000">
                                          <p:val>
                                            <p:strVal val="#ppt_y"/>
                                          </p:val>
                                        </p:tav>
                                      </p:tavLst>
                                    </p:anim>
                                  </p:childTnLst>
                                </p:cTn>
                              </p:par>
                              <p:par>
                                <p:cTn id="52" presetID="42" presetClass="entr" presetSubtype="0" fill="hold" nodeType="withEffect">
                                  <p:stCondLst>
                                    <p:cond delay="0"/>
                                  </p:stCondLst>
                                  <p:childTnLst>
                                    <p:set>
                                      <p:cBhvr>
                                        <p:cTn id="53" dur="1" fill="hold">
                                          <p:stCondLst>
                                            <p:cond delay="0"/>
                                          </p:stCondLst>
                                        </p:cTn>
                                        <p:tgtEl>
                                          <p:spTgt spid="12"/>
                                        </p:tgtEl>
                                        <p:attrNameLst>
                                          <p:attrName>style.visibility</p:attrName>
                                        </p:attrNameLst>
                                      </p:cBhvr>
                                      <p:to>
                                        <p:strVal val="visible"/>
                                      </p:to>
                                    </p:set>
                                    <p:animEffect transition="in" filter="fade">
                                      <p:cBhvr>
                                        <p:cTn id="54" dur="1000"/>
                                        <p:tgtEl>
                                          <p:spTgt spid="12"/>
                                        </p:tgtEl>
                                      </p:cBhvr>
                                    </p:animEffect>
                                    <p:anim calcmode="lin" valueType="num">
                                      <p:cBhvr>
                                        <p:cTn id="55" dur="1000" fill="hold"/>
                                        <p:tgtEl>
                                          <p:spTgt spid="12"/>
                                        </p:tgtEl>
                                        <p:attrNameLst>
                                          <p:attrName>ppt_x</p:attrName>
                                        </p:attrNameLst>
                                      </p:cBhvr>
                                      <p:tavLst>
                                        <p:tav tm="0">
                                          <p:val>
                                            <p:strVal val="#ppt_x"/>
                                          </p:val>
                                        </p:tav>
                                        <p:tav tm="100000">
                                          <p:val>
                                            <p:strVal val="#ppt_x"/>
                                          </p:val>
                                        </p:tav>
                                      </p:tavLst>
                                    </p:anim>
                                    <p:anim calcmode="lin" valueType="num">
                                      <p:cBhvr>
                                        <p:cTn id="56" dur="1000" fill="hold"/>
                                        <p:tgtEl>
                                          <p:spTgt spid="12"/>
                                        </p:tgtEl>
                                        <p:attrNameLst>
                                          <p:attrName>ppt_y</p:attrName>
                                        </p:attrNameLst>
                                      </p:cBhvr>
                                      <p:tavLst>
                                        <p:tav tm="0">
                                          <p:val>
                                            <p:strVal val="#ppt_y+.1"/>
                                          </p:val>
                                        </p:tav>
                                        <p:tav tm="100000">
                                          <p:val>
                                            <p:strVal val="#ppt_y"/>
                                          </p:val>
                                        </p:tav>
                                      </p:tavLst>
                                    </p:anim>
                                  </p:childTnLst>
                                </p:cTn>
                              </p:par>
                              <p:par>
                                <p:cTn id="57" presetID="42" presetClass="entr" presetSubtype="0" fill="hold" grpId="0" nodeType="withEffect">
                                  <p:stCondLst>
                                    <p:cond delay="0"/>
                                  </p:stCondLst>
                                  <p:childTnLst>
                                    <p:set>
                                      <p:cBhvr>
                                        <p:cTn id="58" dur="1" fill="hold">
                                          <p:stCondLst>
                                            <p:cond delay="0"/>
                                          </p:stCondLst>
                                        </p:cTn>
                                        <p:tgtEl>
                                          <p:spTgt spid="13"/>
                                        </p:tgtEl>
                                        <p:attrNameLst>
                                          <p:attrName>style.visibility</p:attrName>
                                        </p:attrNameLst>
                                      </p:cBhvr>
                                      <p:to>
                                        <p:strVal val="visible"/>
                                      </p:to>
                                    </p:set>
                                    <p:animEffect transition="in" filter="fade">
                                      <p:cBhvr>
                                        <p:cTn id="59" dur="1000"/>
                                        <p:tgtEl>
                                          <p:spTgt spid="13"/>
                                        </p:tgtEl>
                                      </p:cBhvr>
                                    </p:animEffect>
                                    <p:anim calcmode="lin" valueType="num">
                                      <p:cBhvr>
                                        <p:cTn id="60" dur="1000" fill="hold"/>
                                        <p:tgtEl>
                                          <p:spTgt spid="13"/>
                                        </p:tgtEl>
                                        <p:attrNameLst>
                                          <p:attrName>ppt_x</p:attrName>
                                        </p:attrNameLst>
                                      </p:cBhvr>
                                      <p:tavLst>
                                        <p:tav tm="0">
                                          <p:val>
                                            <p:strVal val="#ppt_x"/>
                                          </p:val>
                                        </p:tav>
                                        <p:tav tm="100000">
                                          <p:val>
                                            <p:strVal val="#ppt_x"/>
                                          </p:val>
                                        </p:tav>
                                      </p:tavLst>
                                    </p:anim>
                                    <p:anim calcmode="lin" valueType="num">
                                      <p:cBhvr>
                                        <p:cTn id="61" dur="1000" fill="hold"/>
                                        <p:tgtEl>
                                          <p:spTgt spid="13"/>
                                        </p:tgtEl>
                                        <p:attrNameLst>
                                          <p:attrName>ppt_y</p:attrName>
                                        </p:attrNameLst>
                                      </p:cBhvr>
                                      <p:tavLst>
                                        <p:tav tm="0">
                                          <p:val>
                                            <p:strVal val="#ppt_y+.1"/>
                                          </p:val>
                                        </p:tav>
                                        <p:tav tm="100000">
                                          <p:val>
                                            <p:strVal val="#ppt_y"/>
                                          </p:val>
                                        </p:tav>
                                      </p:tavLst>
                                    </p:anim>
                                  </p:childTnLst>
                                </p:cTn>
                              </p:par>
                              <p:par>
                                <p:cTn id="62" presetID="42"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animEffect transition="in" filter="fade">
                                      <p:cBhvr>
                                        <p:cTn id="64" dur="1000"/>
                                        <p:tgtEl>
                                          <p:spTgt spid="14"/>
                                        </p:tgtEl>
                                      </p:cBhvr>
                                    </p:animEffect>
                                    <p:anim calcmode="lin" valueType="num">
                                      <p:cBhvr>
                                        <p:cTn id="65" dur="1000" fill="hold"/>
                                        <p:tgtEl>
                                          <p:spTgt spid="14"/>
                                        </p:tgtEl>
                                        <p:attrNameLst>
                                          <p:attrName>ppt_x</p:attrName>
                                        </p:attrNameLst>
                                      </p:cBhvr>
                                      <p:tavLst>
                                        <p:tav tm="0">
                                          <p:val>
                                            <p:strVal val="#ppt_x"/>
                                          </p:val>
                                        </p:tav>
                                        <p:tav tm="100000">
                                          <p:val>
                                            <p:strVal val="#ppt_x"/>
                                          </p:val>
                                        </p:tav>
                                      </p:tavLst>
                                    </p:anim>
                                    <p:anim calcmode="lin" valueType="num">
                                      <p:cBhvr>
                                        <p:cTn id="66" dur="1000" fill="hold"/>
                                        <p:tgtEl>
                                          <p:spTgt spid="14"/>
                                        </p:tgtEl>
                                        <p:attrNameLst>
                                          <p:attrName>ppt_y</p:attrName>
                                        </p:attrNameLst>
                                      </p:cBhvr>
                                      <p:tavLst>
                                        <p:tav tm="0">
                                          <p:val>
                                            <p:strVal val="#ppt_y+.1"/>
                                          </p:val>
                                        </p:tav>
                                        <p:tav tm="100000">
                                          <p:val>
                                            <p:strVal val="#ppt_y"/>
                                          </p:val>
                                        </p:tav>
                                      </p:tavLst>
                                    </p:anim>
                                  </p:childTnLst>
                                </p:cTn>
                              </p:par>
                              <p:par>
                                <p:cTn id="67" presetID="42" presetClass="entr" presetSubtype="0" fill="hold" grpId="0" nodeType="withEffect">
                                  <p:stCondLst>
                                    <p:cond delay="0"/>
                                  </p:stCondLst>
                                  <p:childTnLst>
                                    <p:set>
                                      <p:cBhvr>
                                        <p:cTn id="68" dur="1" fill="hold">
                                          <p:stCondLst>
                                            <p:cond delay="0"/>
                                          </p:stCondLst>
                                        </p:cTn>
                                        <p:tgtEl>
                                          <p:spTgt spid="15"/>
                                        </p:tgtEl>
                                        <p:attrNameLst>
                                          <p:attrName>style.visibility</p:attrName>
                                        </p:attrNameLst>
                                      </p:cBhvr>
                                      <p:to>
                                        <p:strVal val="visible"/>
                                      </p:to>
                                    </p:set>
                                    <p:animEffect transition="in" filter="fade">
                                      <p:cBhvr>
                                        <p:cTn id="69" dur="1000"/>
                                        <p:tgtEl>
                                          <p:spTgt spid="15"/>
                                        </p:tgtEl>
                                      </p:cBhvr>
                                    </p:animEffect>
                                    <p:anim calcmode="lin" valueType="num">
                                      <p:cBhvr>
                                        <p:cTn id="70" dur="1000" fill="hold"/>
                                        <p:tgtEl>
                                          <p:spTgt spid="15"/>
                                        </p:tgtEl>
                                        <p:attrNameLst>
                                          <p:attrName>ppt_x</p:attrName>
                                        </p:attrNameLst>
                                      </p:cBhvr>
                                      <p:tavLst>
                                        <p:tav tm="0">
                                          <p:val>
                                            <p:strVal val="#ppt_x"/>
                                          </p:val>
                                        </p:tav>
                                        <p:tav tm="100000">
                                          <p:val>
                                            <p:strVal val="#ppt_x"/>
                                          </p:val>
                                        </p:tav>
                                      </p:tavLst>
                                    </p:anim>
                                    <p:anim calcmode="lin" valueType="num">
                                      <p:cBhvr>
                                        <p:cTn id="71" dur="1000" fill="hold"/>
                                        <p:tgtEl>
                                          <p:spTgt spid="15"/>
                                        </p:tgtEl>
                                        <p:attrNameLst>
                                          <p:attrName>ppt_y</p:attrName>
                                        </p:attrNameLst>
                                      </p:cBhvr>
                                      <p:tavLst>
                                        <p:tav tm="0">
                                          <p:val>
                                            <p:strVal val="#ppt_y+.1"/>
                                          </p:val>
                                        </p:tav>
                                        <p:tav tm="100000">
                                          <p:val>
                                            <p:strVal val="#ppt_y"/>
                                          </p:val>
                                        </p:tav>
                                      </p:tavLst>
                                    </p:anim>
                                  </p:childTnLst>
                                </p:cTn>
                              </p:par>
                              <p:par>
                                <p:cTn id="72" presetID="42"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4" dur="1000"/>
                                        <p:tgtEl>
                                          <p:spTgt spid="16"/>
                                        </p:tgtEl>
                                      </p:cBhvr>
                                    </p:animEffect>
                                    <p:anim calcmode="lin" valueType="num">
                                      <p:cBhvr>
                                        <p:cTn id="75" dur="1000" fill="hold"/>
                                        <p:tgtEl>
                                          <p:spTgt spid="16"/>
                                        </p:tgtEl>
                                        <p:attrNameLst>
                                          <p:attrName>ppt_x</p:attrName>
                                        </p:attrNameLst>
                                      </p:cBhvr>
                                      <p:tavLst>
                                        <p:tav tm="0">
                                          <p:val>
                                            <p:strVal val="#ppt_x"/>
                                          </p:val>
                                        </p:tav>
                                        <p:tav tm="100000">
                                          <p:val>
                                            <p:strVal val="#ppt_x"/>
                                          </p:val>
                                        </p:tav>
                                      </p:tavLst>
                                    </p:anim>
                                    <p:anim calcmode="lin" valueType="num">
                                      <p:cBhvr>
                                        <p:cTn id="76" dur="1000" fill="hold"/>
                                        <p:tgtEl>
                                          <p:spTgt spid="16"/>
                                        </p:tgtEl>
                                        <p:attrNameLst>
                                          <p:attrName>ppt_y</p:attrName>
                                        </p:attrNameLst>
                                      </p:cBhvr>
                                      <p:tavLst>
                                        <p:tav tm="0">
                                          <p:val>
                                            <p:strVal val="#ppt_y+.1"/>
                                          </p:val>
                                        </p:tav>
                                        <p:tav tm="100000">
                                          <p:val>
                                            <p:strVal val="#ppt_y"/>
                                          </p:val>
                                        </p:tav>
                                      </p:tavLst>
                                    </p:anim>
                                  </p:childTnLst>
                                </p:cTn>
                              </p:par>
                              <p:par>
                                <p:cTn id="77" presetID="42" presetClass="entr" presetSubtype="0" fill="hold" grpId="0" nodeType="with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1000"/>
                                        <p:tgtEl>
                                          <p:spTgt spid="18"/>
                                        </p:tgtEl>
                                      </p:cBhvr>
                                    </p:animEffect>
                                    <p:anim calcmode="lin" valueType="num">
                                      <p:cBhvr>
                                        <p:cTn id="80" dur="1000" fill="hold"/>
                                        <p:tgtEl>
                                          <p:spTgt spid="18"/>
                                        </p:tgtEl>
                                        <p:attrNameLst>
                                          <p:attrName>ppt_x</p:attrName>
                                        </p:attrNameLst>
                                      </p:cBhvr>
                                      <p:tavLst>
                                        <p:tav tm="0">
                                          <p:val>
                                            <p:strVal val="#ppt_x"/>
                                          </p:val>
                                        </p:tav>
                                        <p:tav tm="100000">
                                          <p:val>
                                            <p:strVal val="#ppt_x"/>
                                          </p:val>
                                        </p:tav>
                                      </p:tavLst>
                                    </p:anim>
                                    <p:anim calcmode="lin" valueType="num">
                                      <p:cBhvr>
                                        <p:cTn id="81" dur="1000" fill="hold"/>
                                        <p:tgtEl>
                                          <p:spTgt spid="18"/>
                                        </p:tgtEl>
                                        <p:attrNameLst>
                                          <p:attrName>ppt_y</p:attrName>
                                        </p:attrNameLst>
                                      </p:cBhvr>
                                      <p:tavLst>
                                        <p:tav tm="0">
                                          <p:val>
                                            <p:strVal val="#ppt_y+.1"/>
                                          </p:val>
                                        </p:tav>
                                        <p:tav tm="100000">
                                          <p:val>
                                            <p:strVal val="#ppt_y"/>
                                          </p:val>
                                        </p:tav>
                                      </p:tavLst>
                                    </p:anim>
                                  </p:childTnLst>
                                </p:cTn>
                              </p:par>
                              <p:par>
                                <p:cTn id="82" presetID="42" presetClass="entr" presetSubtype="0" fill="hold" grpId="0" nodeType="withEffect">
                                  <p:stCondLst>
                                    <p:cond delay="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1000"/>
                                        <p:tgtEl>
                                          <p:spTgt spid="19"/>
                                        </p:tgtEl>
                                      </p:cBhvr>
                                    </p:animEffect>
                                    <p:anim calcmode="lin" valueType="num">
                                      <p:cBhvr>
                                        <p:cTn id="85" dur="1000" fill="hold"/>
                                        <p:tgtEl>
                                          <p:spTgt spid="19"/>
                                        </p:tgtEl>
                                        <p:attrNameLst>
                                          <p:attrName>ppt_x</p:attrName>
                                        </p:attrNameLst>
                                      </p:cBhvr>
                                      <p:tavLst>
                                        <p:tav tm="0">
                                          <p:val>
                                            <p:strVal val="#ppt_x"/>
                                          </p:val>
                                        </p:tav>
                                        <p:tav tm="100000">
                                          <p:val>
                                            <p:strVal val="#ppt_x"/>
                                          </p:val>
                                        </p:tav>
                                      </p:tavLst>
                                    </p:anim>
                                    <p:anim calcmode="lin" valueType="num">
                                      <p:cBhvr>
                                        <p:cTn id="86" dur="1000" fill="hold"/>
                                        <p:tgtEl>
                                          <p:spTgt spid="19"/>
                                        </p:tgtEl>
                                        <p:attrNameLst>
                                          <p:attrName>ppt_y</p:attrName>
                                        </p:attrNameLst>
                                      </p:cBhvr>
                                      <p:tavLst>
                                        <p:tav tm="0">
                                          <p:val>
                                            <p:strVal val="#ppt_y+.1"/>
                                          </p:val>
                                        </p:tav>
                                        <p:tav tm="100000">
                                          <p:val>
                                            <p:strVal val="#ppt_y"/>
                                          </p:val>
                                        </p:tav>
                                      </p:tavLst>
                                    </p:anim>
                                  </p:childTnLst>
                                </p:cTn>
                              </p:par>
                              <p:par>
                                <p:cTn id="87" presetID="42" presetClass="entr" presetSubtype="0" fill="hold" grpId="0" nodeType="with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1000"/>
                                        <p:tgtEl>
                                          <p:spTgt spid="20"/>
                                        </p:tgtEl>
                                      </p:cBhvr>
                                    </p:animEffect>
                                    <p:anim calcmode="lin" valueType="num">
                                      <p:cBhvr>
                                        <p:cTn id="90" dur="1000" fill="hold"/>
                                        <p:tgtEl>
                                          <p:spTgt spid="20"/>
                                        </p:tgtEl>
                                        <p:attrNameLst>
                                          <p:attrName>ppt_x</p:attrName>
                                        </p:attrNameLst>
                                      </p:cBhvr>
                                      <p:tavLst>
                                        <p:tav tm="0">
                                          <p:val>
                                            <p:strVal val="#ppt_x"/>
                                          </p:val>
                                        </p:tav>
                                        <p:tav tm="100000">
                                          <p:val>
                                            <p:strVal val="#ppt_x"/>
                                          </p:val>
                                        </p:tav>
                                      </p:tavLst>
                                    </p:anim>
                                    <p:anim calcmode="lin" valueType="num">
                                      <p:cBhvr>
                                        <p:cTn id="91" dur="1000" fill="hold"/>
                                        <p:tgtEl>
                                          <p:spTgt spid="20"/>
                                        </p:tgtEl>
                                        <p:attrNameLst>
                                          <p:attrName>ppt_y</p:attrName>
                                        </p:attrNameLst>
                                      </p:cBhvr>
                                      <p:tavLst>
                                        <p:tav tm="0">
                                          <p:val>
                                            <p:strVal val="#ppt_y+.1"/>
                                          </p:val>
                                        </p:tav>
                                        <p:tav tm="100000">
                                          <p:val>
                                            <p:strVal val="#ppt_y"/>
                                          </p:val>
                                        </p:tav>
                                      </p:tavLst>
                                    </p:anim>
                                  </p:childTnLst>
                                </p:cTn>
                              </p:par>
                              <p:par>
                                <p:cTn id="92" presetID="42"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1000"/>
                                        <p:tgtEl>
                                          <p:spTgt spid="21"/>
                                        </p:tgtEl>
                                      </p:cBhvr>
                                    </p:animEffect>
                                    <p:anim calcmode="lin" valueType="num">
                                      <p:cBhvr>
                                        <p:cTn id="95" dur="1000" fill="hold"/>
                                        <p:tgtEl>
                                          <p:spTgt spid="21"/>
                                        </p:tgtEl>
                                        <p:attrNameLst>
                                          <p:attrName>ppt_x</p:attrName>
                                        </p:attrNameLst>
                                      </p:cBhvr>
                                      <p:tavLst>
                                        <p:tav tm="0">
                                          <p:val>
                                            <p:strVal val="#ppt_x"/>
                                          </p:val>
                                        </p:tav>
                                        <p:tav tm="100000">
                                          <p:val>
                                            <p:strVal val="#ppt_x"/>
                                          </p:val>
                                        </p:tav>
                                      </p:tavLst>
                                    </p:anim>
                                    <p:anim calcmode="lin" valueType="num">
                                      <p:cBhvr>
                                        <p:cTn id="96" dur="1000" fill="hold"/>
                                        <p:tgtEl>
                                          <p:spTgt spid="21"/>
                                        </p:tgtEl>
                                        <p:attrNameLst>
                                          <p:attrName>ppt_y</p:attrName>
                                        </p:attrNameLst>
                                      </p:cBhvr>
                                      <p:tavLst>
                                        <p:tav tm="0">
                                          <p:val>
                                            <p:strVal val="#ppt_y+.1"/>
                                          </p:val>
                                        </p:tav>
                                        <p:tav tm="100000">
                                          <p:val>
                                            <p:strVal val="#ppt_y"/>
                                          </p:val>
                                        </p:tav>
                                      </p:tavLst>
                                    </p:anim>
                                  </p:childTnLst>
                                </p:cTn>
                              </p:par>
                              <p:par>
                                <p:cTn id="97" presetID="42" presetClass="entr" presetSubtype="0" fill="hold" grpId="0" nodeType="withEffect">
                                  <p:stCondLst>
                                    <p:cond delay="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1000"/>
                                        <p:tgtEl>
                                          <p:spTgt spid="22"/>
                                        </p:tgtEl>
                                      </p:cBhvr>
                                    </p:animEffect>
                                    <p:anim calcmode="lin" valueType="num">
                                      <p:cBhvr>
                                        <p:cTn id="100" dur="1000" fill="hold"/>
                                        <p:tgtEl>
                                          <p:spTgt spid="22"/>
                                        </p:tgtEl>
                                        <p:attrNameLst>
                                          <p:attrName>ppt_x</p:attrName>
                                        </p:attrNameLst>
                                      </p:cBhvr>
                                      <p:tavLst>
                                        <p:tav tm="0">
                                          <p:val>
                                            <p:strVal val="#ppt_x"/>
                                          </p:val>
                                        </p:tav>
                                        <p:tav tm="100000">
                                          <p:val>
                                            <p:strVal val="#ppt_x"/>
                                          </p:val>
                                        </p:tav>
                                      </p:tavLst>
                                    </p:anim>
                                    <p:anim calcmode="lin" valueType="num">
                                      <p:cBhvr>
                                        <p:cTn id="101" dur="10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102" fill="hold">
                      <p:stCondLst>
                        <p:cond delay="indefinite"/>
                      </p:stCondLst>
                      <p:childTnLst>
                        <p:par>
                          <p:cTn id="103" fill="hold">
                            <p:stCondLst>
                              <p:cond delay="0"/>
                            </p:stCondLst>
                            <p:childTnLst>
                              <p:par>
                                <p:cTn id="104" presetID="42" presetClass="entr" presetSubtype="0" fill="hold" grpId="0" nodeType="clickEffect">
                                  <p:stCondLst>
                                    <p:cond delay="0"/>
                                  </p:stCondLst>
                                  <p:childTnLst>
                                    <p:set>
                                      <p:cBhvr>
                                        <p:cTn id="105" dur="1" fill="hold">
                                          <p:stCondLst>
                                            <p:cond delay="0"/>
                                          </p:stCondLst>
                                        </p:cTn>
                                        <p:tgtEl>
                                          <p:spTgt spid="17"/>
                                        </p:tgtEl>
                                        <p:attrNameLst>
                                          <p:attrName>style.visibility</p:attrName>
                                        </p:attrNameLst>
                                      </p:cBhvr>
                                      <p:to>
                                        <p:strVal val="visible"/>
                                      </p:to>
                                    </p:set>
                                    <p:animEffect transition="in" filter="fade">
                                      <p:cBhvr>
                                        <p:cTn id="106" dur="1000"/>
                                        <p:tgtEl>
                                          <p:spTgt spid="17"/>
                                        </p:tgtEl>
                                      </p:cBhvr>
                                    </p:animEffect>
                                    <p:anim calcmode="lin" valueType="num">
                                      <p:cBhvr>
                                        <p:cTn id="107" dur="1000" fill="hold"/>
                                        <p:tgtEl>
                                          <p:spTgt spid="17"/>
                                        </p:tgtEl>
                                        <p:attrNameLst>
                                          <p:attrName>ppt_x</p:attrName>
                                        </p:attrNameLst>
                                      </p:cBhvr>
                                      <p:tavLst>
                                        <p:tav tm="0">
                                          <p:val>
                                            <p:strVal val="#ppt_x"/>
                                          </p:val>
                                        </p:tav>
                                        <p:tav tm="100000">
                                          <p:val>
                                            <p:strVal val="#ppt_x"/>
                                          </p:val>
                                        </p:tav>
                                      </p:tavLst>
                                    </p:anim>
                                    <p:anim calcmode="lin" valueType="num">
                                      <p:cBhvr>
                                        <p:cTn id="108" dur="10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109" fill="hold">
                      <p:stCondLst>
                        <p:cond delay="indefinite"/>
                      </p:stCondLst>
                      <p:childTnLst>
                        <p:par>
                          <p:cTn id="110" fill="hold">
                            <p:stCondLst>
                              <p:cond delay="0"/>
                            </p:stCondLst>
                            <p:childTnLst>
                              <p:par>
                                <p:cTn id="111" presetID="42" presetClass="entr" presetSubtype="0" fill="hold" grpId="0" nodeType="clickEffect">
                                  <p:stCondLst>
                                    <p:cond delay="0"/>
                                  </p:stCondLst>
                                  <p:childTnLst>
                                    <p:set>
                                      <p:cBhvr>
                                        <p:cTn id="112" dur="1" fill="hold">
                                          <p:stCondLst>
                                            <p:cond delay="0"/>
                                          </p:stCondLst>
                                        </p:cTn>
                                        <p:tgtEl>
                                          <p:spTgt spid="23"/>
                                        </p:tgtEl>
                                        <p:attrNameLst>
                                          <p:attrName>style.visibility</p:attrName>
                                        </p:attrNameLst>
                                      </p:cBhvr>
                                      <p:to>
                                        <p:strVal val="visible"/>
                                      </p:to>
                                    </p:set>
                                    <p:animEffect transition="in" filter="fade">
                                      <p:cBhvr>
                                        <p:cTn id="113" dur="1000"/>
                                        <p:tgtEl>
                                          <p:spTgt spid="23"/>
                                        </p:tgtEl>
                                      </p:cBhvr>
                                    </p:animEffect>
                                    <p:anim calcmode="lin" valueType="num">
                                      <p:cBhvr>
                                        <p:cTn id="114" dur="1000" fill="hold"/>
                                        <p:tgtEl>
                                          <p:spTgt spid="23"/>
                                        </p:tgtEl>
                                        <p:attrNameLst>
                                          <p:attrName>ppt_x</p:attrName>
                                        </p:attrNameLst>
                                      </p:cBhvr>
                                      <p:tavLst>
                                        <p:tav tm="0">
                                          <p:val>
                                            <p:strVal val="#ppt_x"/>
                                          </p:val>
                                        </p:tav>
                                        <p:tav tm="100000">
                                          <p:val>
                                            <p:strVal val="#ppt_x"/>
                                          </p:val>
                                        </p:tav>
                                      </p:tavLst>
                                    </p:anim>
                                    <p:anim calcmode="lin" valueType="num">
                                      <p:cBhvr>
                                        <p:cTn id="115" dur="1000" fill="hold"/>
                                        <p:tgtEl>
                                          <p:spTgt spid="2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7" grpId="0"/>
      <p:bldP spid="8" grpId="0" animBg="1"/>
      <p:bldP spid="9" grpId="0" animBg="1"/>
      <p:bldP spid="10" grpId="0" animBg="1"/>
      <p:bldP spid="11" grpId="0" animBg="1"/>
      <p:bldP spid="13" grpId="0"/>
      <p:bldP spid="14" grpId="0"/>
      <p:bldP spid="15" grpId="0"/>
      <p:bldP spid="16" grpId="0" animBg="1"/>
      <p:bldP spid="17" grpId="0"/>
      <p:bldP spid="18" grpId="0" animBg="1"/>
      <p:bldP spid="19" grpId="0" animBg="1"/>
      <p:bldP spid="20" grpId="0" animBg="1"/>
      <p:bldP spid="21" grpId="0" animBg="1"/>
      <p:bldP spid="22" grpId="0"/>
      <p:bldP spid="2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E34D36-31BF-2ECB-EB78-9799DB170824}"/>
              </a:ext>
            </a:extLst>
          </p:cNvPr>
          <p:cNvSpPr>
            <a:spLocks noGrp="1"/>
          </p:cNvSpPr>
          <p:nvPr>
            <p:ph type="title"/>
          </p:nvPr>
        </p:nvSpPr>
        <p:spPr/>
        <p:txBody>
          <a:bodyPr/>
          <a:lstStyle/>
          <a:p>
            <a:r>
              <a:rPr lang="en-IN" dirty="0"/>
              <a:t>Java Script</a:t>
            </a:r>
          </a:p>
        </p:txBody>
      </p:sp>
      <p:sp>
        <p:nvSpPr>
          <p:cNvPr id="3" name="TextBox 2">
            <a:extLst>
              <a:ext uri="{FF2B5EF4-FFF2-40B4-BE49-F238E27FC236}">
                <a16:creationId xmlns:a16="http://schemas.microsoft.com/office/drawing/2014/main" id="{151B8ED7-4997-1A78-1CA8-8F53F8E527C5}"/>
              </a:ext>
            </a:extLst>
          </p:cNvPr>
          <p:cNvSpPr txBox="1"/>
          <p:nvPr/>
        </p:nvSpPr>
        <p:spPr>
          <a:xfrm>
            <a:off x="189756" y="784925"/>
            <a:ext cx="11809313" cy="3477875"/>
          </a:xfrm>
          <a:prstGeom prst="rect">
            <a:avLst/>
          </a:prstGeom>
          <a:noFill/>
        </p:spPr>
        <p:txBody>
          <a:bodyPr wrap="square" rtlCol="0">
            <a:spAutoFit/>
          </a:bodyPr>
          <a:lstStyle/>
          <a:p>
            <a:pPr marL="342900" indent="-342900">
              <a:buFont typeface="Arial" panose="020B0604020202020204" pitchFamily="34" charset="0"/>
              <a:buChar char="•"/>
            </a:pPr>
            <a:r>
              <a:rPr lang="en-IN" sz="2000" dirty="0">
                <a:solidFill>
                  <a:srgbClr val="FFFF00"/>
                </a:solidFill>
              </a:rPr>
              <a:t>JS is a case-sensitive programming language e.g. </a:t>
            </a:r>
            <a:r>
              <a:rPr lang="en-IN" sz="2000" dirty="0" err="1">
                <a:solidFill>
                  <a:srgbClr val="FFFF00"/>
                </a:solidFill>
              </a:rPr>
              <a:t>iloveindia</a:t>
            </a:r>
            <a:r>
              <a:rPr lang="en-IN" sz="2000" dirty="0">
                <a:solidFill>
                  <a:srgbClr val="FFFF00"/>
                </a:solidFill>
              </a:rPr>
              <a:t> is different from </a:t>
            </a:r>
            <a:r>
              <a:rPr lang="en-IN" sz="2000" dirty="0" err="1">
                <a:solidFill>
                  <a:srgbClr val="FFFF00"/>
                </a:solidFill>
              </a:rPr>
              <a:t>iLoveIndia</a:t>
            </a:r>
            <a:endParaRPr lang="en-IN" sz="2000" dirty="0">
              <a:solidFill>
                <a:srgbClr val="FFFF00"/>
              </a:solidFill>
            </a:endParaRPr>
          </a:p>
          <a:p>
            <a:pPr marL="342900" indent="-342900">
              <a:buFont typeface="Arial" panose="020B0604020202020204" pitchFamily="34" charset="0"/>
              <a:buChar char="•"/>
            </a:pPr>
            <a:r>
              <a:rPr lang="en-IN" sz="2000" dirty="0">
                <a:solidFill>
                  <a:srgbClr val="FFFF00"/>
                </a:solidFill>
              </a:rPr>
              <a:t>Every statement in JS ends with Semi-colon</a:t>
            </a:r>
          </a:p>
          <a:p>
            <a:pPr marL="342900" indent="-342900">
              <a:buFont typeface="Arial" panose="020B0604020202020204" pitchFamily="34" charset="0"/>
              <a:buChar char="•"/>
            </a:pPr>
            <a:r>
              <a:rPr lang="en-IN" sz="2000" dirty="0">
                <a:solidFill>
                  <a:srgbClr val="FFFF00"/>
                </a:solidFill>
              </a:rPr>
              <a:t>When we create a variable or function, we follow camel-case naming convention.</a:t>
            </a:r>
          </a:p>
          <a:p>
            <a:r>
              <a:rPr lang="en-IN" sz="2000" dirty="0" err="1">
                <a:solidFill>
                  <a:srgbClr val="FFFF00"/>
                </a:solidFill>
              </a:rPr>
              <a:t>Iloveindia</a:t>
            </a:r>
            <a:r>
              <a:rPr lang="en-IN" sz="2000" dirty="0">
                <a:solidFill>
                  <a:srgbClr val="FFFF00"/>
                </a:solidFill>
              </a:rPr>
              <a:t> </a:t>
            </a:r>
            <a:r>
              <a:rPr lang="en-IN" sz="2000" dirty="0">
                <a:solidFill>
                  <a:srgbClr val="FFFF00"/>
                </a:solidFill>
                <a:sym typeface="Wingdings" panose="05000000000000000000" pitchFamily="2" charset="2"/>
              </a:rPr>
              <a:t> </a:t>
            </a:r>
            <a:r>
              <a:rPr lang="en-IN" sz="2000" dirty="0" err="1">
                <a:solidFill>
                  <a:srgbClr val="FFFF00"/>
                </a:solidFill>
                <a:sym typeface="Wingdings" panose="05000000000000000000" pitchFamily="2" charset="2"/>
              </a:rPr>
              <a:t>iLoveIndia</a:t>
            </a:r>
            <a:r>
              <a:rPr lang="en-IN" sz="2000" dirty="0">
                <a:solidFill>
                  <a:srgbClr val="FFFF00"/>
                </a:solidFill>
                <a:sym typeface="Wingdings" panose="05000000000000000000" pitchFamily="2" charset="2"/>
              </a:rPr>
              <a:t>	</a:t>
            </a:r>
            <a:r>
              <a:rPr lang="en-IN" sz="2000" dirty="0" err="1">
                <a:solidFill>
                  <a:srgbClr val="FFFF00"/>
                </a:solidFill>
                <a:sym typeface="Wingdings" panose="05000000000000000000" pitchFamily="2" charset="2"/>
              </a:rPr>
              <a:t>wearelearningJS</a:t>
            </a:r>
            <a:r>
              <a:rPr lang="en-IN" sz="2000" dirty="0">
                <a:solidFill>
                  <a:srgbClr val="FFFF00"/>
                </a:solidFill>
                <a:sym typeface="Wingdings" panose="05000000000000000000" pitchFamily="2" charset="2"/>
              </a:rPr>
              <a:t>  </a:t>
            </a:r>
            <a:r>
              <a:rPr lang="en-IN" sz="2000" dirty="0" err="1">
                <a:solidFill>
                  <a:srgbClr val="FFFF00"/>
                </a:solidFill>
                <a:sym typeface="Wingdings" panose="05000000000000000000" pitchFamily="2" charset="2"/>
              </a:rPr>
              <a:t>weAreLearningJS</a:t>
            </a:r>
            <a:endParaRPr lang="en-IN" sz="2000" dirty="0">
              <a:solidFill>
                <a:srgbClr val="FFFF00"/>
              </a:solidFill>
              <a:sym typeface="Wingdings" panose="05000000000000000000" pitchFamily="2" charset="2"/>
            </a:endParaRPr>
          </a:p>
          <a:p>
            <a:pPr marL="342900" indent="-342900">
              <a:buFont typeface="Arial" panose="020B0604020202020204" pitchFamily="34" charset="0"/>
              <a:buChar char="•"/>
            </a:pPr>
            <a:r>
              <a:rPr lang="en-IN" sz="2000" dirty="0">
                <a:solidFill>
                  <a:srgbClr val="FFFF00"/>
                </a:solidFill>
                <a:sym typeface="Wingdings" panose="05000000000000000000" pitchFamily="2" charset="2"/>
              </a:rPr>
              <a:t>If you create a variable and do not assign a value to it, it becomes NULL, any operation with NULL becomes NULL</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When we create variables, we don’t need to assign data types, based on the value, the data type will be assigned automatically.</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The = is an assignment operator and ==, === are comparison operator  IF(a===b)</a:t>
            </a:r>
          </a:p>
          <a:p>
            <a:pPr marL="342900" indent="-342900">
              <a:buFont typeface="Arial" panose="020B0604020202020204" pitchFamily="34" charset="0"/>
              <a:buChar char="•"/>
            </a:pPr>
            <a:r>
              <a:rPr lang="en-IN" sz="2000" dirty="0">
                <a:solidFill>
                  <a:srgbClr val="FFFF00"/>
                </a:solidFill>
                <a:sym typeface="Wingdings" panose="05000000000000000000" pitchFamily="2" charset="2"/>
              </a:rPr>
              <a:t>Java Script is a </a:t>
            </a:r>
            <a:r>
              <a:rPr lang="en-IN" sz="2000" u="sng" dirty="0">
                <a:solidFill>
                  <a:srgbClr val="FFFF00"/>
                </a:solidFill>
                <a:sym typeface="Wingdings" panose="05000000000000000000" pitchFamily="2" charset="2"/>
              </a:rPr>
              <a:t>Asynchronous Non Blocking IO </a:t>
            </a:r>
            <a:r>
              <a:rPr lang="en-IN" sz="2000" dirty="0">
                <a:solidFill>
                  <a:srgbClr val="FFFF00"/>
                </a:solidFill>
                <a:sym typeface="Wingdings" panose="05000000000000000000" pitchFamily="2" charset="2"/>
              </a:rPr>
              <a:t>programming language</a:t>
            </a:r>
          </a:p>
          <a:p>
            <a:pPr marL="342900" indent="-342900">
              <a:buFont typeface="Arial" panose="020B0604020202020204" pitchFamily="34" charset="0"/>
              <a:buChar char="•"/>
            </a:pPr>
            <a:endParaRPr lang="en-IN" sz="2000" dirty="0">
              <a:solidFill>
                <a:srgbClr val="FFFF00"/>
              </a:solidFill>
            </a:endParaRPr>
          </a:p>
        </p:txBody>
      </p:sp>
    </p:spTree>
    <p:extLst>
      <p:ext uri="{BB962C8B-B14F-4D97-AF65-F5344CB8AC3E}">
        <p14:creationId xmlns:p14="http://schemas.microsoft.com/office/powerpoint/2010/main" val="4194709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3256EF-8058-9348-D163-F9CF8D8E55B6}"/>
              </a:ext>
            </a:extLst>
          </p:cNvPr>
          <p:cNvSpPr>
            <a:spLocks noGrp="1"/>
          </p:cNvSpPr>
          <p:nvPr>
            <p:ph type="title"/>
          </p:nvPr>
        </p:nvSpPr>
        <p:spPr/>
        <p:txBody>
          <a:bodyPr/>
          <a:lstStyle/>
          <a:p>
            <a:r>
              <a:rPr lang="en-US" dirty="0"/>
              <a:t>Variables</a:t>
            </a:r>
          </a:p>
        </p:txBody>
      </p:sp>
      <p:sp>
        <p:nvSpPr>
          <p:cNvPr id="3" name="Rectangle 2">
            <a:extLst>
              <a:ext uri="{FF2B5EF4-FFF2-40B4-BE49-F238E27FC236}">
                <a16:creationId xmlns:a16="http://schemas.microsoft.com/office/drawing/2014/main" id="{1F25AA40-EABB-2E21-9646-99394B3CFEA6}"/>
              </a:ext>
            </a:extLst>
          </p:cNvPr>
          <p:cNvSpPr/>
          <p:nvPr/>
        </p:nvSpPr>
        <p:spPr>
          <a:xfrm>
            <a:off x="765820" y="1124744"/>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Scalar Variables</a:t>
            </a:r>
          </a:p>
        </p:txBody>
      </p:sp>
      <p:sp>
        <p:nvSpPr>
          <p:cNvPr id="4" name="Rectangle 3">
            <a:extLst>
              <a:ext uri="{FF2B5EF4-FFF2-40B4-BE49-F238E27FC236}">
                <a16:creationId xmlns:a16="http://schemas.microsoft.com/office/drawing/2014/main" id="{E0867525-E43F-E549-F2C3-4B70A9760A10}"/>
              </a:ext>
            </a:extLst>
          </p:cNvPr>
          <p:cNvSpPr/>
          <p:nvPr/>
        </p:nvSpPr>
        <p:spPr>
          <a:xfrm>
            <a:off x="4942284" y="1124743"/>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Array</a:t>
            </a:r>
          </a:p>
        </p:txBody>
      </p:sp>
      <p:sp>
        <p:nvSpPr>
          <p:cNvPr id="5" name="Rectangle 4">
            <a:extLst>
              <a:ext uri="{FF2B5EF4-FFF2-40B4-BE49-F238E27FC236}">
                <a16:creationId xmlns:a16="http://schemas.microsoft.com/office/drawing/2014/main" id="{B028E0A2-58FF-DF31-76A3-A64FD7942A7F}"/>
              </a:ext>
            </a:extLst>
          </p:cNvPr>
          <p:cNvSpPr/>
          <p:nvPr/>
        </p:nvSpPr>
        <p:spPr>
          <a:xfrm>
            <a:off x="8902724" y="1124743"/>
            <a:ext cx="2808312" cy="711081"/>
          </a:xfrm>
          <a:prstGeom prst="rect">
            <a:avLst/>
          </a:prstGeom>
          <a:solidFill>
            <a:schemeClr val="accent5">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dirty="0">
                <a:ln w="22225">
                  <a:solidFill>
                    <a:schemeClr val="accent2"/>
                  </a:solidFill>
                  <a:prstDash val="solid"/>
                </a:ln>
                <a:solidFill>
                  <a:schemeClr val="accent2">
                    <a:lumMod val="40000"/>
                    <a:lumOff val="60000"/>
                  </a:schemeClr>
                </a:solidFill>
              </a:rPr>
              <a:t>Objects</a:t>
            </a:r>
          </a:p>
        </p:txBody>
      </p:sp>
      <mc:AlternateContent xmlns:mc="http://schemas.openxmlformats.org/markup-compatibility/2006" xmlns:p14="http://schemas.microsoft.com/office/powerpoint/2010/main">
        <mc:Choice Requires="p14">
          <p:contentPart p14:bwMode="auto" r:id="rId2">
            <p14:nvContentPartPr>
              <p14:cNvPr id="234" name="Ink 233">
                <a:extLst>
                  <a:ext uri="{FF2B5EF4-FFF2-40B4-BE49-F238E27FC236}">
                    <a16:creationId xmlns:a16="http://schemas.microsoft.com/office/drawing/2014/main" id="{A55BC179-4D92-3BBA-CC6E-C96054380151}"/>
                  </a:ext>
                </a:extLst>
              </p14:cNvPr>
              <p14:cNvContentPartPr/>
              <p14:nvPr/>
            </p14:nvContentPartPr>
            <p14:xfrm>
              <a:off x="4529325" y="992830"/>
              <a:ext cx="360" cy="360"/>
            </p14:xfrm>
          </p:contentPart>
        </mc:Choice>
        <mc:Fallback xmlns="">
          <p:pic>
            <p:nvPicPr>
              <p:cNvPr id="234" name="Ink 233">
                <a:extLst>
                  <a:ext uri="{FF2B5EF4-FFF2-40B4-BE49-F238E27FC236}">
                    <a16:creationId xmlns:a16="http://schemas.microsoft.com/office/drawing/2014/main" id="{A55BC179-4D92-3BBA-CC6E-C96054380151}"/>
                  </a:ext>
                </a:extLst>
              </p:cNvPr>
              <p:cNvPicPr/>
              <p:nvPr/>
            </p:nvPicPr>
            <p:blipFill>
              <a:blip r:embed="rId3"/>
              <a:stretch>
                <a:fillRect/>
              </a:stretch>
            </p:blipFill>
            <p:spPr>
              <a:xfrm>
                <a:off x="4520685" y="984190"/>
                <a:ext cx="18000" cy="18000"/>
              </a:xfrm>
              <a:prstGeom prst="rect">
                <a:avLst/>
              </a:prstGeom>
            </p:spPr>
          </p:pic>
        </mc:Fallback>
      </mc:AlternateContent>
    </p:spTree>
    <p:extLst>
      <p:ext uri="{BB962C8B-B14F-4D97-AF65-F5344CB8AC3E}">
        <p14:creationId xmlns:p14="http://schemas.microsoft.com/office/powerpoint/2010/main" val="12468190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BB366E-EB3F-A6ED-792A-9A77BDCDC404}"/>
              </a:ext>
            </a:extLst>
          </p:cNvPr>
          <p:cNvSpPr>
            <a:spLocks noGrp="1"/>
          </p:cNvSpPr>
          <p:nvPr>
            <p:ph type="title"/>
          </p:nvPr>
        </p:nvSpPr>
        <p:spPr/>
        <p:txBody>
          <a:bodyPr/>
          <a:lstStyle/>
          <a:p>
            <a:r>
              <a:rPr lang="en-US" dirty="0"/>
              <a:t>NPM – Node Package manager</a:t>
            </a:r>
          </a:p>
        </p:txBody>
      </p:sp>
      <p:sp>
        <p:nvSpPr>
          <p:cNvPr id="3" name="TextBox 2">
            <a:extLst>
              <a:ext uri="{FF2B5EF4-FFF2-40B4-BE49-F238E27FC236}">
                <a16:creationId xmlns:a16="http://schemas.microsoft.com/office/drawing/2014/main" id="{E435ECC9-0490-02A0-6C38-35F57A1469E1}"/>
              </a:ext>
            </a:extLst>
          </p:cNvPr>
          <p:cNvSpPr txBox="1"/>
          <p:nvPr/>
        </p:nvSpPr>
        <p:spPr>
          <a:xfrm>
            <a:off x="156593" y="908720"/>
            <a:ext cx="11809312" cy="5632311"/>
          </a:xfrm>
          <a:prstGeom prst="rect">
            <a:avLst/>
          </a:prstGeom>
          <a:noFill/>
        </p:spPr>
        <p:txBody>
          <a:bodyPr wrap="square" rtlCol="0">
            <a:spAutoFit/>
          </a:bodyPr>
          <a:lstStyle/>
          <a:p>
            <a:r>
              <a:rPr lang="en-US" sz="2000" dirty="0">
                <a:solidFill>
                  <a:schemeClr val="bg1"/>
                </a:solidFill>
              </a:rPr>
              <a:t>It is a dependency manager tool which gets installed along with node </a:t>
            </a:r>
            <a:r>
              <a:rPr lang="en-US" sz="2000" dirty="0" err="1">
                <a:solidFill>
                  <a:schemeClr val="bg1"/>
                </a:solidFill>
              </a:rPr>
              <a:t>js</a:t>
            </a:r>
            <a:r>
              <a:rPr lang="en-US" sz="2000" dirty="0">
                <a:solidFill>
                  <a:schemeClr val="bg1"/>
                </a:solidFill>
              </a:rPr>
              <a:t> in our system.</a:t>
            </a:r>
            <a:r>
              <a:rPr lang="en-IN" sz="2000" dirty="0">
                <a:solidFill>
                  <a:schemeClr val="bg1"/>
                </a:solidFill>
              </a:rPr>
              <a:t> Just like for java we had maven, we have </a:t>
            </a:r>
            <a:r>
              <a:rPr lang="en-IN" sz="2000" dirty="0" err="1">
                <a:solidFill>
                  <a:schemeClr val="bg1"/>
                </a:solidFill>
              </a:rPr>
              <a:t>npm</a:t>
            </a:r>
            <a:r>
              <a:rPr lang="en-IN" sz="2000" dirty="0">
                <a:solidFill>
                  <a:schemeClr val="bg1"/>
                </a:solidFill>
              </a:rPr>
              <a:t> for node </a:t>
            </a:r>
            <a:r>
              <a:rPr lang="en-IN" sz="2000" dirty="0" err="1">
                <a:solidFill>
                  <a:schemeClr val="bg1"/>
                </a:solidFill>
              </a:rPr>
              <a:t>js</a:t>
            </a:r>
            <a:r>
              <a:rPr lang="en-IN" sz="2000" dirty="0">
                <a:solidFill>
                  <a:schemeClr val="bg1"/>
                </a:solidFill>
              </a:rPr>
              <a:t>.</a:t>
            </a:r>
          </a:p>
          <a:p>
            <a:endParaRPr lang="en-IN" sz="2000" dirty="0">
              <a:solidFill>
                <a:schemeClr val="bg1"/>
              </a:solidFill>
            </a:endParaRPr>
          </a:p>
          <a:p>
            <a:r>
              <a:rPr lang="en-IN" sz="2000" dirty="0">
                <a:solidFill>
                  <a:schemeClr val="bg1"/>
                </a:solidFill>
              </a:rPr>
              <a:t>We can find millions of reusable node modules free on internet, which helps us avoid rebuilding everything/reinvent the wheel.</a:t>
            </a:r>
          </a:p>
          <a:p>
            <a:endParaRPr lang="en-IN" sz="2000" dirty="0">
              <a:solidFill>
                <a:schemeClr val="bg1"/>
              </a:solidFill>
            </a:endParaRPr>
          </a:p>
          <a:p>
            <a:r>
              <a:rPr lang="en-IN" sz="2000" dirty="0">
                <a:solidFill>
                  <a:schemeClr val="bg1"/>
                </a:solidFill>
              </a:rPr>
              <a:t>We can see world’s largest reusable code repository on </a:t>
            </a:r>
            <a:r>
              <a:rPr lang="en-IN" sz="2000" dirty="0">
                <a:solidFill>
                  <a:schemeClr val="bg1"/>
                </a:solidFill>
                <a:hlinkClick r:id="rId2">
                  <a:extLst>
                    <a:ext uri="{A12FA001-AC4F-418D-AE19-62706E023703}">
                      <ahyp:hlinkClr xmlns:ahyp="http://schemas.microsoft.com/office/drawing/2018/hyperlinkcolor" val="tx"/>
                    </a:ext>
                  </a:extLst>
                </a:hlinkClick>
              </a:rPr>
              <a:t>https://npmjs.com</a:t>
            </a:r>
            <a:endParaRPr lang="en-IN" sz="2000" dirty="0">
              <a:solidFill>
                <a:schemeClr val="bg1"/>
              </a:solidFill>
            </a:endParaRPr>
          </a:p>
          <a:p>
            <a:endParaRPr lang="en-IN" sz="2000" dirty="0">
              <a:solidFill>
                <a:schemeClr val="bg1"/>
              </a:solidFill>
            </a:endParaRPr>
          </a:p>
          <a:p>
            <a:r>
              <a:rPr lang="en-IN" sz="2000" dirty="0">
                <a:solidFill>
                  <a:schemeClr val="bg1"/>
                </a:solidFill>
              </a:rPr>
              <a:t>If we want to install any node module</a:t>
            </a:r>
          </a:p>
          <a:p>
            <a:endParaRPr lang="en-IN" sz="2000" dirty="0">
              <a:solidFill>
                <a:schemeClr val="bg1"/>
              </a:solidFill>
            </a:endParaRPr>
          </a:p>
          <a:p>
            <a:pPr marL="457200" indent="-457200">
              <a:buAutoNum type="arabicPeriod"/>
            </a:pPr>
            <a:r>
              <a:rPr lang="en-IN" sz="2000" dirty="0">
                <a:solidFill>
                  <a:schemeClr val="bg1"/>
                </a:solidFill>
              </a:rPr>
              <a:t>Globally - @computer level, all projects can reuse, option used to install CLI. </a:t>
            </a:r>
          </a:p>
          <a:p>
            <a:r>
              <a:rPr lang="en-IN" sz="2000" b="1" dirty="0" err="1">
                <a:solidFill>
                  <a:schemeClr val="bg1"/>
                </a:solidFill>
              </a:rPr>
              <a:t>npm</a:t>
            </a:r>
            <a:r>
              <a:rPr lang="en-IN" sz="2000" b="1" dirty="0">
                <a:solidFill>
                  <a:schemeClr val="bg1"/>
                </a:solidFill>
              </a:rPr>
              <a:t> install -g module</a:t>
            </a:r>
            <a:endParaRPr lang="en-IN" sz="2000" dirty="0">
              <a:solidFill>
                <a:schemeClr val="bg1"/>
              </a:solidFill>
            </a:endParaRPr>
          </a:p>
          <a:p>
            <a:pPr marL="457200" indent="-457200">
              <a:buAutoNum type="arabicPeriod"/>
            </a:pPr>
            <a:r>
              <a:rPr lang="en-IN" sz="2000" dirty="0">
                <a:solidFill>
                  <a:schemeClr val="bg1"/>
                </a:solidFill>
              </a:rPr>
              <a:t>With in the project  - @localproject level, only single project can use</a:t>
            </a:r>
          </a:p>
          <a:p>
            <a:r>
              <a:rPr lang="en-IN" sz="2000" b="1" dirty="0" err="1">
                <a:solidFill>
                  <a:schemeClr val="bg1"/>
                </a:solidFill>
              </a:rPr>
              <a:t>npm</a:t>
            </a:r>
            <a:r>
              <a:rPr lang="en-IN" sz="2000" b="1" dirty="0">
                <a:solidFill>
                  <a:schemeClr val="bg1"/>
                </a:solidFill>
              </a:rPr>
              <a:t> install module</a:t>
            </a:r>
          </a:p>
          <a:p>
            <a:endParaRPr lang="en-IN" sz="2000" b="1" dirty="0">
              <a:solidFill>
                <a:schemeClr val="bg1"/>
              </a:solidFill>
            </a:endParaRPr>
          </a:p>
          <a:p>
            <a:r>
              <a:rPr lang="en-IN" sz="2000" dirty="0">
                <a:solidFill>
                  <a:schemeClr val="bg1"/>
                </a:solidFill>
              </a:rPr>
              <a:t>When we build java project, we saw a pom.xml which contains dependencies. We have the </a:t>
            </a:r>
            <a:r>
              <a:rPr lang="en-IN" sz="2000" b="1" dirty="0" err="1">
                <a:solidFill>
                  <a:schemeClr val="bg1"/>
                </a:solidFill>
              </a:rPr>
              <a:t>package.json</a:t>
            </a:r>
            <a:r>
              <a:rPr lang="en-IN" sz="2000" b="1" dirty="0">
                <a:solidFill>
                  <a:schemeClr val="bg1"/>
                </a:solidFill>
              </a:rPr>
              <a:t> </a:t>
            </a:r>
            <a:r>
              <a:rPr lang="en-IN" sz="2000" dirty="0">
                <a:solidFill>
                  <a:schemeClr val="bg1"/>
                </a:solidFill>
              </a:rPr>
              <a:t>file in node project which contains details about our entire project and its dependencies. To create this we use </a:t>
            </a:r>
            <a:r>
              <a:rPr lang="en-IN" sz="2000" b="1" dirty="0" err="1">
                <a:solidFill>
                  <a:schemeClr val="bg1"/>
                </a:solidFill>
              </a:rPr>
              <a:t>npm</a:t>
            </a:r>
            <a:r>
              <a:rPr lang="en-IN" sz="2000" b="1" dirty="0">
                <a:solidFill>
                  <a:schemeClr val="bg1"/>
                </a:solidFill>
              </a:rPr>
              <a:t> </a:t>
            </a:r>
            <a:r>
              <a:rPr lang="en-IN" sz="2000" b="1" dirty="0" err="1">
                <a:solidFill>
                  <a:schemeClr val="bg1"/>
                </a:solidFill>
              </a:rPr>
              <a:t>init</a:t>
            </a:r>
            <a:r>
              <a:rPr lang="en-IN" sz="2000" b="1" dirty="0">
                <a:solidFill>
                  <a:schemeClr val="bg1"/>
                </a:solidFill>
              </a:rPr>
              <a:t> </a:t>
            </a:r>
            <a:r>
              <a:rPr lang="en-IN" sz="2000" dirty="0">
                <a:solidFill>
                  <a:schemeClr val="bg1"/>
                </a:solidFill>
              </a:rPr>
              <a:t>command.</a:t>
            </a:r>
          </a:p>
        </p:txBody>
      </p:sp>
    </p:spTree>
    <p:extLst>
      <p:ext uri="{BB962C8B-B14F-4D97-AF65-F5344CB8AC3E}">
        <p14:creationId xmlns:p14="http://schemas.microsoft.com/office/powerpoint/2010/main" val="17825266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fade">
                                      <p:cBhvr>
                                        <p:cTn id="21" dur="1000"/>
                                        <p:tgtEl>
                                          <p:spTgt spid="3">
                                            <p:txEl>
                                              <p:pRg st="4" end="4"/>
                                            </p:txEl>
                                          </p:spTgt>
                                        </p:tgtEl>
                                      </p:cBhvr>
                                    </p:animEffect>
                                    <p:anim calcmode="lin" valueType="num">
                                      <p:cBhvr>
                                        <p:cTn id="2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3">
                                            <p:txEl>
                                              <p:pRg st="6" end="6"/>
                                            </p:txEl>
                                          </p:spTgt>
                                        </p:tgtEl>
                                        <p:attrNameLst>
                                          <p:attrName>style.visibility</p:attrName>
                                        </p:attrNameLst>
                                      </p:cBhvr>
                                      <p:to>
                                        <p:strVal val="visible"/>
                                      </p:to>
                                    </p:set>
                                    <p:animEffect transition="in" filter="fade">
                                      <p:cBhvr>
                                        <p:cTn id="28" dur="1000"/>
                                        <p:tgtEl>
                                          <p:spTgt spid="3">
                                            <p:txEl>
                                              <p:pRg st="6" end="6"/>
                                            </p:txEl>
                                          </p:spTgt>
                                        </p:tgtEl>
                                      </p:cBhvr>
                                    </p:animEffect>
                                    <p:anim calcmode="lin" valueType="num">
                                      <p:cBhvr>
                                        <p:cTn id="29"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0"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animEffect transition="in" filter="fade">
                                      <p:cBhvr>
                                        <p:cTn id="35" dur="1000"/>
                                        <p:tgtEl>
                                          <p:spTgt spid="3">
                                            <p:txEl>
                                              <p:pRg st="8" end="8"/>
                                            </p:txEl>
                                          </p:spTgt>
                                        </p:tgtEl>
                                      </p:cBhvr>
                                    </p:animEffect>
                                    <p:anim calcmode="lin" valueType="num">
                                      <p:cBhvr>
                                        <p:cTn id="36"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37" dur="1000" fill="hold"/>
                                        <p:tgtEl>
                                          <p:spTgt spid="3">
                                            <p:txEl>
                                              <p:pRg st="8" end="8"/>
                                            </p:txEl>
                                          </p:spTgt>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9" dur="1" fill="hold">
                                          <p:stCondLst>
                                            <p:cond delay="0"/>
                                          </p:stCondLst>
                                        </p:cTn>
                                        <p:tgtEl>
                                          <p:spTgt spid="3">
                                            <p:txEl>
                                              <p:pRg st="9" end="9"/>
                                            </p:txEl>
                                          </p:spTgt>
                                        </p:tgtEl>
                                        <p:attrNameLst>
                                          <p:attrName>style.visibility</p:attrName>
                                        </p:attrNameLst>
                                      </p:cBhvr>
                                      <p:to>
                                        <p:strVal val="visible"/>
                                      </p:to>
                                    </p:set>
                                    <p:animEffect transition="in" filter="fade">
                                      <p:cBhvr>
                                        <p:cTn id="40" dur="1000"/>
                                        <p:tgtEl>
                                          <p:spTgt spid="3">
                                            <p:txEl>
                                              <p:pRg st="9" end="9"/>
                                            </p:txEl>
                                          </p:spTgt>
                                        </p:tgtEl>
                                      </p:cBhvr>
                                    </p:animEffect>
                                    <p:anim calcmode="lin" valueType="num">
                                      <p:cBhvr>
                                        <p:cTn id="41"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2"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44" dur="1" fill="hold">
                                          <p:stCondLst>
                                            <p:cond delay="0"/>
                                          </p:stCondLst>
                                        </p:cTn>
                                        <p:tgtEl>
                                          <p:spTgt spid="3">
                                            <p:txEl>
                                              <p:pRg st="10" end="10"/>
                                            </p:txEl>
                                          </p:spTgt>
                                        </p:tgtEl>
                                        <p:attrNameLst>
                                          <p:attrName>style.visibility</p:attrName>
                                        </p:attrNameLst>
                                      </p:cBhvr>
                                      <p:to>
                                        <p:strVal val="visible"/>
                                      </p:to>
                                    </p:set>
                                    <p:animEffect transition="in" filter="fade">
                                      <p:cBhvr>
                                        <p:cTn id="45" dur="1000"/>
                                        <p:tgtEl>
                                          <p:spTgt spid="3">
                                            <p:txEl>
                                              <p:pRg st="10" end="10"/>
                                            </p:txEl>
                                          </p:spTgt>
                                        </p:tgtEl>
                                      </p:cBhvr>
                                    </p:animEffect>
                                    <p:anim calcmode="lin" valueType="num">
                                      <p:cBhvr>
                                        <p:cTn id="46"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47"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9" dur="1" fill="hold">
                                          <p:stCondLst>
                                            <p:cond delay="0"/>
                                          </p:stCondLst>
                                        </p:cTn>
                                        <p:tgtEl>
                                          <p:spTgt spid="3">
                                            <p:txEl>
                                              <p:pRg st="11" end="11"/>
                                            </p:txEl>
                                          </p:spTgt>
                                        </p:tgtEl>
                                        <p:attrNameLst>
                                          <p:attrName>style.visibility</p:attrName>
                                        </p:attrNameLst>
                                      </p:cBhvr>
                                      <p:to>
                                        <p:strVal val="visible"/>
                                      </p:to>
                                    </p:set>
                                    <p:animEffect transition="in" filter="fade">
                                      <p:cBhvr>
                                        <p:cTn id="50" dur="1000"/>
                                        <p:tgtEl>
                                          <p:spTgt spid="3">
                                            <p:txEl>
                                              <p:pRg st="11" end="11"/>
                                            </p:txEl>
                                          </p:spTgt>
                                        </p:tgtEl>
                                      </p:cBhvr>
                                    </p:animEffect>
                                    <p:anim calcmode="lin" valueType="num">
                                      <p:cBhvr>
                                        <p:cTn id="51"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2" dur="1000" fill="hold"/>
                                        <p:tgtEl>
                                          <p:spTgt spid="3">
                                            <p:txEl>
                                              <p:pRg st="11" end="11"/>
                                            </p:txEl>
                                          </p:spTgt>
                                        </p:tgtEl>
                                        <p:attrNameLst>
                                          <p:attrName>ppt_y</p:attrName>
                                        </p:attrNameLst>
                                      </p:cBhvr>
                                      <p:tavLst>
                                        <p:tav tm="0">
                                          <p:val>
                                            <p:strVal val="#ppt_y+.1"/>
                                          </p:val>
                                        </p:tav>
                                        <p:tav tm="100000">
                                          <p:val>
                                            <p:strVal val="#ppt_y"/>
                                          </p:val>
                                        </p:tav>
                                      </p:tavLst>
                                    </p:anim>
                                  </p:childTnLst>
                                </p:cTn>
                              </p:par>
                            </p:childTnLst>
                          </p:cTn>
                        </p:par>
                      </p:childTnLst>
                    </p:cTn>
                  </p:par>
                  <p:par>
                    <p:cTn id="53" fill="hold">
                      <p:stCondLst>
                        <p:cond delay="indefinite"/>
                      </p:stCondLst>
                      <p:childTnLst>
                        <p:par>
                          <p:cTn id="54" fill="hold">
                            <p:stCondLst>
                              <p:cond delay="0"/>
                            </p:stCondLst>
                            <p:childTnLst>
                              <p:par>
                                <p:cTn id="55" presetID="42" presetClass="entr" presetSubtype="0" fill="hold" nodeType="clickEffect">
                                  <p:stCondLst>
                                    <p:cond delay="0"/>
                                  </p:stCondLst>
                                  <p:childTnLst>
                                    <p:set>
                                      <p:cBhvr>
                                        <p:cTn id="56" dur="1" fill="hold">
                                          <p:stCondLst>
                                            <p:cond delay="0"/>
                                          </p:stCondLst>
                                        </p:cTn>
                                        <p:tgtEl>
                                          <p:spTgt spid="3">
                                            <p:txEl>
                                              <p:pRg st="13" end="13"/>
                                            </p:txEl>
                                          </p:spTgt>
                                        </p:tgtEl>
                                        <p:attrNameLst>
                                          <p:attrName>style.visibility</p:attrName>
                                        </p:attrNameLst>
                                      </p:cBhvr>
                                      <p:to>
                                        <p:strVal val="visible"/>
                                      </p:to>
                                    </p:set>
                                    <p:animEffect transition="in" filter="fade">
                                      <p:cBhvr>
                                        <p:cTn id="57" dur="1000"/>
                                        <p:tgtEl>
                                          <p:spTgt spid="3">
                                            <p:txEl>
                                              <p:pRg st="13" end="13"/>
                                            </p:txEl>
                                          </p:spTgt>
                                        </p:tgtEl>
                                      </p:cBhvr>
                                    </p:animEffect>
                                    <p:anim calcmode="lin" valueType="num">
                                      <p:cBhvr>
                                        <p:cTn id="58" dur="1000" fill="hold"/>
                                        <p:tgtEl>
                                          <p:spTgt spid="3">
                                            <p:txEl>
                                              <p:pRg st="13" end="13"/>
                                            </p:txEl>
                                          </p:spTgt>
                                        </p:tgtEl>
                                        <p:attrNameLst>
                                          <p:attrName>ppt_x</p:attrName>
                                        </p:attrNameLst>
                                      </p:cBhvr>
                                      <p:tavLst>
                                        <p:tav tm="0">
                                          <p:val>
                                            <p:strVal val="#ppt_x"/>
                                          </p:val>
                                        </p:tav>
                                        <p:tav tm="100000">
                                          <p:val>
                                            <p:strVal val="#ppt_x"/>
                                          </p:val>
                                        </p:tav>
                                      </p:tavLst>
                                    </p:anim>
                                    <p:anim calcmode="lin" valueType="num">
                                      <p:cBhvr>
                                        <p:cTn id="59" dur="1000" fill="hold"/>
                                        <p:tgtEl>
                                          <p:spTgt spid="3">
                                            <p:txEl>
                                              <p:pRg st="13" end="1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845FE-E470-0E03-4F29-7271AACA672B}"/>
              </a:ext>
            </a:extLst>
          </p:cNvPr>
          <p:cNvSpPr>
            <a:spLocks noGrp="1"/>
          </p:cNvSpPr>
          <p:nvPr>
            <p:ph type="title"/>
          </p:nvPr>
        </p:nvSpPr>
        <p:spPr/>
        <p:txBody>
          <a:bodyPr/>
          <a:lstStyle/>
          <a:p>
            <a:r>
              <a:rPr lang="en-US" dirty="0"/>
              <a:t>Hands on: Node JS</a:t>
            </a:r>
          </a:p>
        </p:txBody>
      </p:sp>
      <p:sp>
        <p:nvSpPr>
          <p:cNvPr id="3" name="TextBox 2">
            <a:extLst>
              <a:ext uri="{FF2B5EF4-FFF2-40B4-BE49-F238E27FC236}">
                <a16:creationId xmlns:a16="http://schemas.microsoft.com/office/drawing/2014/main" id="{15CEA730-A4E9-FF73-F878-8FE032C7DC28}"/>
              </a:ext>
            </a:extLst>
          </p:cNvPr>
          <p:cNvSpPr txBox="1"/>
          <p:nvPr/>
        </p:nvSpPr>
        <p:spPr>
          <a:xfrm>
            <a:off x="189756" y="1052736"/>
            <a:ext cx="11593288" cy="2677656"/>
          </a:xfrm>
          <a:prstGeom prst="rect">
            <a:avLst/>
          </a:prstGeom>
          <a:noFill/>
        </p:spPr>
        <p:txBody>
          <a:bodyPr wrap="square" rtlCol="0">
            <a:spAutoFit/>
          </a:bodyPr>
          <a:lstStyle/>
          <a:p>
            <a:r>
              <a:rPr lang="en-US" b="1" dirty="0">
                <a:solidFill>
                  <a:schemeClr val="bg1"/>
                </a:solidFill>
              </a:rPr>
              <a:t>Solution:</a:t>
            </a:r>
          </a:p>
          <a:p>
            <a:r>
              <a:rPr lang="en-US" dirty="0">
                <a:hlinkClick r:id="rId2"/>
              </a:rPr>
              <a:t>https://github.com/soyuztechnologies/BTP_Architect_Training/blob/master/Day%203/02basicnode.zip</a:t>
            </a:r>
            <a:endParaRPr lang="en-US" dirty="0"/>
          </a:p>
          <a:p>
            <a:endParaRPr lang="en-US" dirty="0"/>
          </a:p>
          <a:p>
            <a:r>
              <a:rPr lang="en-US" b="1" dirty="0">
                <a:solidFill>
                  <a:schemeClr val="bg1"/>
                </a:solidFill>
              </a:rPr>
              <a:t>Node Microservice Solution:</a:t>
            </a:r>
          </a:p>
          <a:p>
            <a:r>
              <a:rPr lang="en-US" dirty="0">
                <a:hlinkClick r:id="rId3"/>
              </a:rPr>
              <a:t>https://github.com/soyuztechnologies/BTP_Architect_Training/blob/master/Day%203/03Nodemicroservice.zip</a:t>
            </a:r>
            <a:r>
              <a:rPr lang="en-US" dirty="0"/>
              <a:t> </a:t>
            </a:r>
          </a:p>
        </p:txBody>
      </p:sp>
      <p:pic>
        <p:nvPicPr>
          <p:cNvPr id="2052" name="Picture 4" descr="Node.js - Wikipedia">
            <a:extLst>
              <a:ext uri="{FF2B5EF4-FFF2-40B4-BE49-F238E27FC236}">
                <a16:creationId xmlns:a16="http://schemas.microsoft.com/office/drawing/2014/main" id="{70CE5CA1-BBAA-EDD7-6748-2F2AFDF9240C}"/>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97868" y="3998203"/>
            <a:ext cx="384031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Microservices in Java? Never.. There has been an ever growing number… | by  Elliot Forbes | codeburst">
            <a:extLst>
              <a:ext uri="{FF2B5EF4-FFF2-40B4-BE49-F238E27FC236}">
                <a16:creationId xmlns:a16="http://schemas.microsoft.com/office/drawing/2014/main" id="{D4A1178E-F45B-050D-39A4-B6A645AFCB4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462564" y="3510257"/>
            <a:ext cx="2857500" cy="2857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22447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Variables in JS</a:t>
            </a:r>
          </a:p>
        </p:txBody>
      </p:sp>
    </p:spTree>
    <p:extLst>
      <p:ext uri="{BB962C8B-B14F-4D97-AF65-F5344CB8AC3E}">
        <p14:creationId xmlns:p14="http://schemas.microsoft.com/office/powerpoint/2010/main" val="37604913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6D0D1-C360-929C-6634-B73035BFFD79}"/>
              </a:ext>
            </a:extLst>
          </p:cNvPr>
          <p:cNvSpPr>
            <a:spLocks noGrp="1"/>
          </p:cNvSpPr>
          <p:nvPr>
            <p:ph type="title"/>
          </p:nvPr>
        </p:nvSpPr>
        <p:spPr/>
        <p:txBody>
          <a:bodyPr/>
          <a:lstStyle/>
          <a:p>
            <a:r>
              <a:rPr lang="en-US" dirty="0"/>
              <a:t>Asynchronous Non Blocking IO</a:t>
            </a:r>
          </a:p>
        </p:txBody>
      </p:sp>
      <p:sp>
        <p:nvSpPr>
          <p:cNvPr id="3" name="Smiley Face 2">
            <a:extLst>
              <a:ext uri="{FF2B5EF4-FFF2-40B4-BE49-F238E27FC236}">
                <a16:creationId xmlns:a16="http://schemas.microsoft.com/office/drawing/2014/main" id="{68909CCB-D595-F250-FFCB-73343D3CE699}"/>
              </a:ext>
            </a:extLst>
          </p:cNvPr>
          <p:cNvSpPr/>
          <p:nvPr/>
        </p:nvSpPr>
        <p:spPr>
          <a:xfrm>
            <a:off x="405780" y="784925"/>
            <a:ext cx="623346" cy="555843"/>
          </a:xfrm>
          <a:prstGeom prst="smileyFace">
            <a:avLst/>
          </a:prstGeom>
          <a:ln>
            <a:solidFill>
              <a:schemeClr val="accent1">
                <a:lumMod val="25000"/>
                <a:lumOff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5" name="Straight Connector 4">
            <a:extLst>
              <a:ext uri="{FF2B5EF4-FFF2-40B4-BE49-F238E27FC236}">
                <a16:creationId xmlns:a16="http://schemas.microsoft.com/office/drawing/2014/main" id="{C8E6AF6E-8EEC-19FE-9F6E-3E5A360A77F3}"/>
              </a:ext>
            </a:extLst>
          </p:cNvPr>
          <p:cNvCxnSpPr>
            <a:cxnSpLocks/>
          </p:cNvCxnSpPr>
          <p:nvPr/>
        </p:nvCxnSpPr>
        <p:spPr>
          <a:xfrm>
            <a:off x="693812"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
        <p:nvSpPr>
          <p:cNvPr id="9" name="Rectangle 8">
            <a:extLst>
              <a:ext uri="{FF2B5EF4-FFF2-40B4-BE49-F238E27FC236}">
                <a16:creationId xmlns:a16="http://schemas.microsoft.com/office/drawing/2014/main" id="{A73876A9-6908-F014-32E8-950485E36DCB}"/>
              </a:ext>
            </a:extLst>
          </p:cNvPr>
          <p:cNvSpPr/>
          <p:nvPr/>
        </p:nvSpPr>
        <p:spPr>
          <a:xfrm>
            <a:off x="1753782" y="888499"/>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Application</a:t>
            </a:r>
          </a:p>
        </p:txBody>
      </p:sp>
      <p:sp>
        <p:nvSpPr>
          <p:cNvPr id="11" name="Rectangle 10">
            <a:extLst>
              <a:ext uri="{FF2B5EF4-FFF2-40B4-BE49-F238E27FC236}">
                <a16:creationId xmlns:a16="http://schemas.microsoft.com/office/drawing/2014/main" id="{3EAF7125-C750-C31D-1BF7-3AD95555CB11}"/>
              </a:ext>
            </a:extLst>
          </p:cNvPr>
          <p:cNvSpPr/>
          <p:nvPr/>
        </p:nvSpPr>
        <p:spPr>
          <a:xfrm>
            <a:off x="5302324" y="892750"/>
            <a:ext cx="1872207" cy="555843"/>
          </a:xfrm>
          <a:prstGeom prst="rect">
            <a:avLst/>
          </a:prstGeom>
        </p:spPr>
        <p:style>
          <a:lnRef idx="3">
            <a:schemeClr val="lt1"/>
          </a:lnRef>
          <a:fillRef idx="1">
            <a:schemeClr val="accent2"/>
          </a:fillRef>
          <a:effectRef idx="1">
            <a:schemeClr val="accent2"/>
          </a:effectRef>
          <a:fontRef idx="minor">
            <a:schemeClr val="lt1"/>
          </a:fontRef>
        </p:style>
        <p:txBody>
          <a:bodyPr rtlCol="0" anchor="ctr"/>
          <a:lstStyle/>
          <a:p>
            <a:pPr algn="ctr"/>
            <a:r>
              <a:rPr lang="en-US" dirty="0"/>
              <a:t>Server</a:t>
            </a:r>
          </a:p>
        </p:txBody>
      </p:sp>
      <p:cxnSp>
        <p:nvCxnSpPr>
          <p:cNvPr id="4" name="Straight Connector 3">
            <a:extLst>
              <a:ext uri="{FF2B5EF4-FFF2-40B4-BE49-F238E27FC236}">
                <a16:creationId xmlns:a16="http://schemas.microsoft.com/office/drawing/2014/main" id="{1A008E8E-D386-FA5B-B09A-8646E4E17034}"/>
              </a:ext>
            </a:extLst>
          </p:cNvPr>
          <p:cNvCxnSpPr>
            <a:cxnSpLocks/>
          </p:cNvCxnSpPr>
          <p:nvPr/>
        </p:nvCxnSpPr>
        <p:spPr>
          <a:xfrm>
            <a:off x="2710036" y="1444342"/>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cxnSp>
        <p:nvCxnSpPr>
          <p:cNvPr id="6" name="Straight Connector 5">
            <a:extLst>
              <a:ext uri="{FF2B5EF4-FFF2-40B4-BE49-F238E27FC236}">
                <a16:creationId xmlns:a16="http://schemas.microsoft.com/office/drawing/2014/main" id="{97763F75-A921-F417-7914-0091A0036819}"/>
              </a:ext>
            </a:extLst>
          </p:cNvPr>
          <p:cNvCxnSpPr>
            <a:cxnSpLocks/>
          </p:cNvCxnSpPr>
          <p:nvPr/>
        </p:nvCxnSpPr>
        <p:spPr>
          <a:xfrm>
            <a:off x="6238428" y="1340768"/>
            <a:ext cx="0" cy="5328592"/>
          </a:xfrm>
          <a:prstGeom prst="line">
            <a:avLst/>
          </a:prstGeom>
          <a:ln>
            <a:prstDash val="dashDot"/>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17766663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Placeholder 11">
            <a:extLst>
              <a:ext uri="{FF2B5EF4-FFF2-40B4-BE49-F238E27FC236}">
                <a16:creationId xmlns:a16="http://schemas.microsoft.com/office/drawing/2014/main" id="{420F5850-2D59-4C25-ADFF-E9013C5A6AAE}"/>
              </a:ext>
            </a:extLst>
          </p:cNvPr>
          <p:cNvPicPr>
            <a:picLocks noGrp="1" noChangeAspect="1"/>
          </p:cNvPicPr>
          <p:nvPr>
            <p:ph type="pic" sz="quarter" idx="14"/>
          </p:nvPr>
        </p:nvPicPr>
        <p:blipFill>
          <a:blip r:embed="rId2">
            <a:duotone>
              <a:schemeClr val="accent3">
                <a:shade val="45000"/>
                <a:satMod val="135000"/>
              </a:schemeClr>
              <a:prstClr val="white"/>
            </a:duotone>
            <a:extLst>
              <a:ext uri="{28A0092B-C50C-407E-A947-70E740481C1C}">
                <a14:useLocalDpi xmlns:a14="http://schemas.microsoft.com/office/drawing/2010/main" val="0"/>
              </a:ext>
            </a:extLst>
          </a:blip>
          <a:srcRect l="10185" r="10185"/>
          <a:stretch>
            <a:fillRect/>
          </a:stretch>
        </p:blipFill>
        <p:spPr/>
      </p:pic>
      <p:sp>
        <p:nvSpPr>
          <p:cNvPr id="4" name="Rectangle: Rounded Corners 3">
            <a:extLst>
              <a:ext uri="{FF2B5EF4-FFF2-40B4-BE49-F238E27FC236}">
                <a16:creationId xmlns:a16="http://schemas.microsoft.com/office/drawing/2014/main" id="{4DCA9A03-C201-42B6-AF8D-AB31333C8852}"/>
              </a:ext>
            </a:extLst>
          </p:cNvPr>
          <p:cNvSpPr/>
          <p:nvPr/>
        </p:nvSpPr>
        <p:spPr>
          <a:xfrm>
            <a:off x="6065406" y="980728"/>
            <a:ext cx="5298342" cy="2776268"/>
          </a:xfrm>
          <a:prstGeom prst="roundRect">
            <a:avLst>
              <a:gd name="adj" fmla="val 8835"/>
            </a:avLst>
          </a:prstGeom>
          <a:solidFill>
            <a:schemeClr val="bg1"/>
          </a:solidFill>
          <a:ln>
            <a:noFill/>
          </a:ln>
          <a:effectLst>
            <a:outerShdw blurRad="635000" dist="825500" dir="96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N" dirty="0"/>
          </a:p>
        </p:txBody>
      </p:sp>
      <p:sp>
        <p:nvSpPr>
          <p:cNvPr id="5" name="TextBox 4">
            <a:extLst>
              <a:ext uri="{FF2B5EF4-FFF2-40B4-BE49-F238E27FC236}">
                <a16:creationId xmlns:a16="http://schemas.microsoft.com/office/drawing/2014/main" id="{4B09D3EC-7881-4341-8189-469046CA259E}"/>
              </a:ext>
            </a:extLst>
          </p:cNvPr>
          <p:cNvSpPr txBox="1"/>
          <p:nvPr/>
        </p:nvSpPr>
        <p:spPr>
          <a:xfrm>
            <a:off x="6641014" y="1389517"/>
            <a:ext cx="4239950" cy="615553"/>
          </a:xfrm>
          <a:prstGeom prst="rect">
            <a:avLst/>
          </a:prstGeom>
          <a:noFill/>
        </p:spPr>
        <p:txBody>
          <a:bodyPr wrap="square" lIns="0" tIns="0" rIns="0" bIns="0" rtlCol="0">
            <a:spAutoFit/>
          </a:bodyPr>
          <a:lstStyle/>
          <a:p>
            <a:r>
              <a:rPr lang="en-IN" sz="4000" b="1" i="0" dirty="0">
                <a:solidFill>
                  <a:schemeClr val="accent3"/>
                </a:solidFill>
                <a:effectLst/>
              </a:rPr>
              <a:t>What We</a:t>
            </a:r>
            <a:r>
              <a:rPr lang="en-IN" sz="4000" b="1" i="0" dirty="0">
                <a:solidFill>
                  <a:schemeClr val="accent1"/>
                </a:solidFill>
                <a:effectLst/>
              </a:rPr>
              <a:t> </a:t>
            </a:r>
            <a:r>
              <a:rPr lang="en-IN" sz="4000" b="1" i="0" dirty="0">
                <a:solidFill>
                  <a:schemeClr val="accent2"/>
                </a:solidFill>
                <a:effectLst/>
                <a:latin typeface="Segoe UI Light" panose="020B0502040204020203" pitchFamily="34" charset="0"/>
                <a:cs typeface="Segoe UI Light" panose="020B0502040204020203" pitchFamily="34" charset="0"/>
              </a:rPr>
              <a:t>Did</a:t>
            </a:r>
            <a:endParaRPr lang="en-IN" sz="4000" b="1" dirty="0">
              <a:solidFill>
                <a:schemeClr val="accent2"/>
              </a:solidFill>
              <a:latin typeface="Segoe UI Light" panose="020B0502040204020203" pitchFamily="34" charset="0"/>
              <a:cs typeface="Segoe UI Light" panose="020B0502040204020203" pitchFamily="34" charset="0"/>
            </a:endParaRPr>
          </a:p>
        </p:txBody>
      </p:sp>
      <p:sp>
        <p:nvSpPr>
          <p:cNvPr id="6" name="TextBox 5">
            <a:extLst>
              <a:ext uri="{FF2B5EF4-FFF2-40B4-BE49-F238E27FC236}">
                <a16:creationId xmlns:a16="http://schemas.microsoft.com/office/drawing/2014/main" id="{A0CBE2D0-9475-4BE8-AC62-B9A03DC275C3}"/>
              </a:ext>
            </a:extLst>
          </p:cNvPr>
          <p:cNvSpPr txBox="1"/>
          <p:nvPr/>
        </p:nvSpPr>
        <p:spPr>
          <a:xfrm>
            <a:off x="6641014" y="2147518"/>
            <a:ext cx="4239950" cy="615553"/>
          </a:xfrm>
          <a:prstGeom prst="rect">
            <a:avLst/>
          </a:prstGeom>
          <a:noFill/>
        </p:spPr>
        <p:txBody>
          <a:bodyPr wrap="square" lIns="0" tIns="0" rIns="0" bIns="0" rtlCol="0" anchor="t">
            <a:spAutoFit/>
          </a:bodyPr>
          <a:lstStyle/>
          <a:p>
            <a:r>
              <a:rPr lang="en-US" sz="4000" kern="0" dirty="0">
                <a:solidFill>
                  <a:schemeClr val="tx1">
                    <a:lumMod val="75000"/>
                    <a:lumOff val="25000"/>
                  </a:schemeClr>
                </a:solidFill>
                <a:latin typeface="Segoe UI" panose="020B0502040204020203" pitchFamily="34" charset="0"/>
                <a:ea typeface="Calibri Light" charset="0"/>
                <a:cs typeface="Segoe UI" panose="020B0502040204020203" pitchFamily="34" charset="0"/>
              </a:rPr>
              <a:t>Let’s Summarize</a:t>
            </a:r>
            <a:endParaRPr lang="en-US" sz="4000" dirty="0">
              <a:solidFill>
                <a:schemeClr val="tx1">
                  <a:lumMod val="75000"/>
                  <a:lumOff val="25000"/>
                </a:schemeClr>
              </a:solidFill>
              <a:latin typeface="Segoe UI" panose="020B0502040204020203" pitchFamily="34" charset="0"/>
              <a:ea typeface="Calibri Light" charset="0"/>
              <a:cs typeface="Segoe UI" panose="020B0502040204020203" pitchFamily="34" charset="0"/>
            </a:endParaRPr>
          </a:p>
        </p:txBody>
      </p:sp>
      <p:grpSp>
        <p:nvGrpSpPr>
          <p:cNvPr id="7" name="Group 6">
            <a:extLst>
              <a:ext uri="{FF2B5EF4-FFF2-40B4-BE49-F238E27FC236}">
                <a16:creationId xmlns:a16="http://schemas.microsoft.com/office/drawing/2014/main" id="{CBADDFA3-0336-41F5-81AE-B9456B828C2C}"/>
              </a:ext>
            </a:extLst>
          </p:cNvPr>
          <p:cNvGrpSpPr/>
          <p:nvPr/>
        </p:nvGrpSpPr>
        <p:grpSpPr>
          <a:xfrm>
            <a:off x="6664269" y="3161139"/>
            <a:ext cx="617354" cy="109990"/>
            <a:chOff x="6006451" y="5603130"/>
            <a:chExt cx="617354" cy="109990"/>
          </a:xfrm>
        </p:grpSpPr>
        <p:sp>
          <p:nvSpPr>
            <p:cNvPr id="8" name="Rectangle 5">
              <a:extLst>
                <a:ext uri="{FF2B5EF4-FFF2-40B4-BE49-F238E27FC236}">
                  <a16:creationId xmlns:a16="http://schemas.microsoft.com/office/drawing/2014/main" id="{EF42471A-33F9-4E04-8306-66A59FCEE04D}"/>
                </a:ext>
              </a:extLst>
            </p:cNvPr>
            <p:cNvSpPr>
              <a:spLocks noChangeArrowheads="1"/>
            </p:cNvSpPr>
            <p:nvPr/>
          </p:nvSpPr>
          <p:spPr bwMode="auto">
            <a:xfrm>
              <a:off x="6006451" y="5603130"/>
              <a:ext cx="109992" cy="109990"/>
            </a:xfrm>
            <a:prstGeom prst="rect">
              <a:avLst/>
            </a:prstGeom>
            <a:solidFill>
              <a:schemeClr val="accent3"/>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9" name="Rectangle 5">
              <a:extLst>
                <a:ext uri="{FF2B5EF4-FFF2-40B4-BE49-F238E27FC236}">
                  <a16:creationId xmlns:a16="http://schemas.microsoft.com/office/drawing/2014/main" id="{C99CB4F6-0149-49F4-8A24-BEB708A29F1A}"/>
                </a:ext>
              </a:extLst>
            </p:cNvPr>
            <p:cNvSpPr>
              <a:spLocks noChangeArrowheads="1"/>
            </p:cNvSpPr>
            <p:nvPr/>
          </p:nvSpPr>
          <p:spPr bwMode="auto">
            <a:xfrm>
              <a:off x="6260132" y="5603130"/>
              <a:ext cx="109992" cy="109990"/>
            </a:xfrm>
            <a:prstGeom prst="rect">
              <a:avLst/>
            </a:prstGeom>
            <a:solidFill>
              <a:schemeClr val="accent2">
                <a:lumMod val="75000"/>
              </a:schemeClr>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sp>
          <p:nvSpPr>
            <p:cNvPr id="10" name="Rectangle 5">
              <a:extLst>
                <a:ext uri="{FF2B5EF4-FFF2-40B4-BE49-F238E27FC236}">
                  <a16:creationId xmlns:a16="http://schemas.microsoft.com/office/drawing/2014/main" id="{8BED369E-8B8A-45FD-8B5A-703CE09C2946}"/>
                </a:ext>
              </a:extLst>
            </p:cNvPr>
            <p:cNvSpPr>
              <a:spLocks noChangeArrowheads="1"/>
            </p:cNvSpPr>
            <p:nvPr/>
          </p:nvSpPr>
          <p:spPr bwMode="auto">
            <a:xfrm>
              <a:off x="6513813" y="5603130"/>
              <a:ext cx="109992" cy="109990"/>
            </a:xfrm>
            <a:prstGeom prst="rect">
              <a:avLst/>
            </a:prstGeom>
            <a:solidFill>
              <a:schemeClr val="accent2"/>
            </a:solidFill>
            <a:ln w="9525">
              <a:noFill/>
              <a:miter lim="800000"/>
              <a:headEnd/>
              <a:tailEnd/>
            </a:ln>
          </p:spPr>
          <p:txBody>
            <a:bodyPr vert="horz" wrap="square" lIns="91440" tIns="45720" rIns="91440" bIns="45720" numCol="1" anchor="t" anchorCtr="0" compatLnSpc="1">
              <a:prstTxWarp prst="textNoShape">
                <a:avLst/>
              </a:prstTxWarp>
            </a:bodyPr>
            <a:lstStyle/>
            <a:p>
              <a:endParaRPr lang="en-IN"/>
            </a:p>
          </p:txBody>
        </p:sp>
      </p:grpSp>
    </p:spTree>
    <p:extLst>
      <p:ext uri="{BB962C8B-B14F-4D97-AF65-F5344CB8AC3E}">
        <p14:creationId xmlns:p14="http://schemas.microsoft.com/office/powerpoint/2010/main" val="7715616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BBB0BAE-F023-4B67-BE79-3E1A8ACA9361}"/>
              </a:ext>
            </a:extLst>
          </p:cNvPr>
          <p:cNvSpPr txBox="1"/>
          <p:nvPr/>
        </p:nvSpPr>
        <p:spPr>
          <a:xfrm>
            <a:off x="1260763" y="3440863"/>
            <a:ext cx="5583381" cy="923330"/>
          </a:xfrm>
          <a:prstGeom prst="rect">
            <a:avLst/>
          </a:prstGeom>
          <a:noFill/>
        </p:spPr>
        <p:txBody>
          <a:bodyPr wrap="square" lIns="0" tIns="0" rIns="0" bIns="0" rtlCol="0">
            <a:spAutoFit/>
          </a:bodyPr>
          <a:lstStyle/>
          <a:p>
            <a:r>
              <a:rPr lang="en-IN" sz="6000" b="1" i="0" dirty="0">
                <a:solidFill>
                  <a:schemeClr val="bg1"/>
                </a:solidFill>
                <a:effectLst/>
              </a:rPr>
              <a:t>Thank</a:t>
            </a:r>
            <a:r>
              <a:rPr lang="en-IN" sz="6000" b="1" i="0" dirty="0">
                <a:solidFill>
                  <a:schemeClr val="accent1"/>
                </a:solidFill>
                <a:effectLst/>
              </a:rPr>
              <a:t> </a:t>
            </a:r>
            <a:r>
              <a:rPr lang="en-IN" sz="6000" b="1" dirty="0">
                <a:solidFill>
                  <a:schemeClr val="accent2"/>
                </a:solidFill>
                <a:latin typeface="Segoe UI Light" panose="020B0502040204020203" pitchFamily="34" charset="0"/>
                <a:cs typeface="Segoe UI Light" panose="020B0502040204020203" pitchFamily="34" charset="0"/>
              </a:rPr>
              <a:t>You</a:t>
            </a:r>
            <a:endParaRPr lang="en-IN" sz="6000" dirty="0">
              <a:solidFill>
                <a:schemeClr val="accent2"/>
              </a:solidFill>
              <a:latin typeface="Segoe UI Light" panose="020B0502040204020203" pitchFamily="34" charset="0"/>
              <a:cs typeface="Segoe UI Light" panose="020B0502040204020203" pitchFamily="34" charset="0"/>
            </a:endParaRPr>
          </a:p>
        </p:txBody>
      </p:sp>
      <p:sp>
        <p:nvSpPr>
          <p:cNvPr id="4" name="TextBox 3">
            <a:extLst>
              <a:ext uri="{FF2B5EF4-FFF2-40B4-BE49-F238E27FC236}">
                <a16:creationId xmlns:a16="http://schemas.microsoft.com/office/drawing/2014/main" id="{CCD57203-1FF5-432E-8E3E-4DFC442AA54C}"/>
              </a:ext>
            </a:extLst>
          </p:cNvPr>
          <p:cNvSpPr txBox="1"/>
          <p:nvPr/>
        </p:nvSpPr>
        <p:spPr>
          <a:xfrm>
            <a:off x="1260763" y="4581128"/>
            <a:ext cx="5583381" cy="830997"/>
          </a:xfrm>
          <a:prstGeom prst="rect">
            <a:avLst/>
          </a:prstGeom>
          <a:noFill/>
        </p:spPr>
        <p:txBody>
          <a:bodyPr wrap="square" lIns="0" tIns="0" rIns="0" bIns="0" rtlCol="0" anchor="t">
            <a:spAutoFit/>
          </a:bodyPr>
          <a:lstStyle/>
          <a:p>
            <a:r>
              <a:rPr lang="en-US" sz="5400" b="1" kern="0" dirty="0">
                <a:solidFill>
                  <a:schemeClr val="accent2"/>
                </a:solidFill>
                <a:latin typeface="Segoe UI" panose="020B0502040204020203" pitchFamily="34" charset="0"/>
                <a:ea typeface="Calibri Light" charset="0"/>
                <a:cs typeface="Segoe UI" panose="020B0502040204020203" pitchFamily="34" charset="0"/>
              </a:rPr>
              <a:t>End of Day 2</a:t>
            </a:r>
            <a:endParaRPr lang="en-US" sz="5400" b="1" dirty="0">
              <a:solidFill>
                <a:schemeClr val="accent2"/>
              </a:solidFill>
              <a:latin typeface="Segoe UI" panose="020B0502040204020203" pitchFamily="34" charset="0"/>
              <a:ea typeface="Calibri Light" charset="0"/>
              <a:cs typeface="Segoe UI" panose="020B0502040204020203" pitchFamily="34" charset="0"/>
            </a:endParaRPr>
          </a:p>
        </p:txBody>
      </p:sp>
      <p:cxnSp>
        <p:nvCxnSpPr>
          <p:cNvPr id="6" name="Straight Connector 5">
            <a:extLst>
              <a:ext uri="{FF2B5EF4-FFF2-40B4-BE49-F238E27FC236}">
                <a16:creationId xmlns:a16="http://schemas.microsoft.com/office/drawing/2014/main" id="{3CB110C8-9FFD-4804-BDCA-1C9EB581BD4D}"/>
              </a:ext>
            </a:extLst>
          </p:cNvPr>
          <p:cNvCxnSpPr>
            <a:cxnSpLocks/>
          </p:cNvCxnSpPr>
          <p:nvPr/>
        </p:nvCxnSpPr>
        <p:spPr>
          <a:xfrm flipV="1">
            <a:off x="1300694" y="-21772"/>
            <a:ext cx="0" cy="3284984"/>
          </a:xfrm>
          <a:prstGeom prst="line">
            <a:avLst/>
          </a:prstGeom>
          <a:ln w="63500" cap="rnd">
            <a:gradFill flip="none" rotWithShape="1">
              <a:gsLst>
                <a:gs pos="0">
                  <a:schemeClr val="accent2"/>
                </a:gs>
                <a:gs pos="100000">
                  <a:schemeClr val="accent3"/>
                </a:gs>
              </a:gsLst>
              <a:lin ang="16200000" scaled="1"/>
              <a:tileRect/>
            </a:gradFill>
          </a:ln>
        </p:spPr>
        <p:style>
          <a:lnRef idx="1">
            <a:schemeClr val="accent1"/>
          </a:lnRef>
          <a:fillRef idx="0">
            <a:schemeClr val="accent1"/>
          </a:fillRef>
          <a:effectRef idx="0">
            <a:schemeClr val="accent1"/>
          </a:effectRef>
          <a:fontRef idx="minor">
            <a:schemeClr val="tx1"/>
          </a:fontRef>
        </p:style>
      </p:cxnSp>
      <p:grpSp>
        <p:nvGrpSpPr>
          <p:cNvPr id="2" name="Group 1">
            <a:extLst>
              <a:ext uri="{FF2B5EF4-FFF2-40B4-BE49-F238E27FC236}">
                <a16:creationId xmlns:a16="http://schemas.microsoft.com/office/drawing/2014/main" id="{E98CF33A-90E6-4EA2-B3D7-0B26F42FF079}"/>
              </a:ext>
            </a:extLst>
          </p:cNvPr>
          <p:cNvGrpSpPr/>
          <p:nvPr/>
        </p:nvGrpSpPr>
        <p:grpSpPr>
          <a:xfrm>
            <a:off x="1260763" y="5662865"/>
            <a:ext cx="1311594" cy="371301"/>
            <a:chOff x="1162522" y="5662865"/>
            <a:chExt cx="1311594" cy="371301"/>
          </a:xfrm>
        </p:grpSpPr>
        <p:sp>
          <p:nvSpPr>
            <p:cNvPr id="14" name="Oval 13">
              <a:extLst>
                <a:ext uri="{FF2B5EF4-FFF2-40B4-BE49-F238E27FC236}">
                  <a16:creationId xmlns:a16="http://schemas.microsoft.com/office/drawing/2014/main" id="{C21818D1-4413-4BFC-80DF-9BAF80F237AF}"/>
                </a:ext>
              </a:extLst>
            </p:cNvPr>
            <p:cNvSpPr/>
            <p:nvPr/>
          </p:nvSpPr>
          <p:spPr>
            <a:xfrm>
              <a:off x="1162522"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hape">
              <a:hlinkClick r:id="rId2"/>
              <a:extLst>
                <a:ext uri="{FF2B5EF4-FFF2-40B4-BE49-F238E27FC236}">
                  <a16:creationId xmlns:a16="http://schemas.microsoft.com/office/drawing/2014/main" id="{EDFC2025-1ECF-4924-AE38-C781400903DF}"/>
                </a:ext>
              </a:extLst>
            </p:cNvPr>
            <p:cNvSpPr/>
            <p:nvPr/>
          </p:nvSpPr>
          <p:spPr>
            <a:xfrm>
              <a:off x="1296648" y="5763560"/>
              <a:ext cx="85868" cy="184254"/>
            </a:xfrm>
            <a:custGeom>
              <a:avLst/>
              <a:gdLst/>
              <a:ahLst/>
              <a:cxnLst>
                <a:cxn ang="0">
                  <a:pos x="wd2" y="hd2"/>
                </a:cxn>
                <a:cxn ang="5400000">
                  <a:pos x="wd2" y="hd2"/>
                </a:cxn>
                <a:cxn ang="10800000">
                  <a:pos x="wd2" y="hd2"/>
                </a:cxn>
                <a:cxn ang="16200000">
                  <a:pos x="wd2" y="hd2"/>
                </a:cxn>
              </a:cxnLst>
              <a:rect l="0" t="0" r="r" b="b"/>
              <a:pathLst>
                <a:path w="21600" h="21600" extrusionOk="0">
                  <a:moveTo>
                    <a:pt x="14372" y="7078"/>
                  </a:moveTo>
                  <a:lnTo>
                    <a:pt x="14372" y="5216"/>
                  </a:lnTo>
                  <a:cubicBezTo>
                    <a:pt x="14372" y="4937"/>
                    <a:pt x="14400" y="4721"/>
                    <a:pt x="14456" y="4568"/>
                  </a:cubicBezTo>
                  <a:cubicBezTo>
                    <a:pt x="14512" y="4415"/>
                    <a:pt x="14639" y="4264"/>
                    <a:pt x="14836" y="4115"/>
                  </a:cubicBezTo>
                  <a:cubicBezTo>
                    <a:pt x="15033" y="3967"/>
                    <a:pt x="15352" y="3864"/>
                    <a:pt x="15793" y="3808"/>
                  </a:cubicBezTo>
                  <a:cubicBezTo>
                    <a:pt x="16233" y="3751"/>
                    <a:pt x="16819" y="3722"/>
                    <a:pt x="17551" y="3722"/>
                  </a:cubicBezTo>
                  <a:lnTo>
                    <a:pt x="21544" y="3722"/>
                  </a:lnTo>
                  <a:lnTo>
                    <a:pt x="21544" y="0"/>
                  </a:lnTo>
                  <a:lnTo>
                    <a:pt x="15160" y="0"/>
                  </a:lnTo>
                  <a:cubicBezTo>
                    <a:pt x="11466" y="0"/>
                    <a:pt x="8813" y="409"/>
                    <a:pt x="7200" y="1225"/>
                  </a:cubicBezTo>
                  <a:cubicBezTo>
                    <a:pt x="5588" y="2042"/>
                    <a:pt x="4782" y="3246"/>
                    <a:pt x="4782" y="4836"/>
                  </a:cubicBezTo>
                  <a:lnTo>
                    <a:pt x="4782" y="7077"/>
                  </a:lnTo>
                  <a:lnTo>
                    <a:pt x="0" y="7077"/>
                  </a:lnTo>
                  <a:lnTo>
                    <a:pt x="0" y="10800"/>
                  </a:lnTo>
                  <a:lnTo>
                    <a:pt x="4781" y="10800"/>
                  </a:lnTo>
                  <a:lnTo>
                    <a:pt x="4781" y="21600"/>
                  </a:lnTo>
                  <a:lnTo>
                    <a:pt x="14372" y="21600"/>
                  </a:lnTo>
                  <a:lnTo>
                    <a:pt x="14372" y="10800"/>
                  </a:lnTo>
                  <a:lnTo>
                    <a:pt x="20756" y="10800"/>
                  </a:lnTo>
                  <a:lnTo>
                    <a:pt x="21600" y="7078"/>
                  </a:lnTo>
                  <a:cubicBezTo>
                    <a:pt x="21600" y="7078"/>
                    <a:pt x="14372" y="7078"/>
                    <a:pt x="14372" y="7078"/>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2" name="Oval 11">
              <a:extLst>
                <a:ext uri="{FF2B5EF4-FFF2-40B4-BE49-F238E27FC236}">
                  <a16:creationId xmlns:a16="http://schemas.microsoft.com/office/drawing/2014/main" id="{5C594A17-950B-4231-AA93-6E8DB90F8098}"/>
                </a:ext>
              </a:extLst>
            </p:cNvPr>
            <p:cNvSpPr/>
            <p:nvPr/>
          </p:nvSpPr>
          <p:spPr>
            <a:xfrm>
              <a:off x="1632668"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Shape">
              <a:hlinkClick r:id="rId3"/>
              <a:extLst>
                <a:ext uri="{FF2B5EF4-FFF2-40B4-BE49-F238E27FC236}">
                  <a16:creationId xmlns:a16="http://schemas.microsoft.com/office/drawing/2014/main" id="{C70A3C55-CE25-4C0F-9537-824AEA080D1D}"/>
                </a:ext>
              </a:extLst>
            </p:cNvPr>
            <p:cNvSpPr/>
            <p:nvPr/>
          </p:nvSpPr>
          <p:spPr>
            <a:xfrm>
              <a:off x="1716213" y="5774232"/>
              <a:ext cx="200503" cy="162908"/>
            </a:xfrm>
            <a:custGeom>
              <a:avLst/>
              <a:gdLst/>
              <a:ahLst/>
              <a:cxnLst>
                <a:cxn ang="0">
                  <a:pos x="wd2" y="hd2"/>
                </a:cxn>
                <a:cxn ang="5400000">
                  <a:pos x="wd2" y="hd2"/>
                </a:cxn>
                <a:cxn ang="10800000">
                  <a:pos x="wd2" y="hd2"/>
                </a:cxn>
                <a:cxn ang="16200000">
                  <a:pos x="wd2" y="hd2"/>
                </a:cxn>
              </a:cxnLst>
              <a:rect l="0" t="0" r="r" b="b"/>
              <a:pathLst>
                <a:path w="21600" h="21600" extrusionOk="0">
                  <a:moveTo>
                    <a:pt x="21600" y="2557"/>
                  </a:moveTo>
                  <a:cubicBezTo>
                    <a:pt x="20797" y="2991"/>
                    <a:pt x="19941" y="3278"/>
                    <a:pt x="19048" y="3418"/>
                  </a:cubicBezTo>
                  <a:cubicBezTo>
                    <a:pt x="19966" y="2743"/>
                    <a:pt x="20667" y="1683"/>
                    <a:pt x="20997" y="405"/>
                  </a:cubicBezTo>
                  <a:cubicBezTo>
                    <a:pt x="20141" y="1034"/>
                    <a:pt x="19196" y="1477"/>
                    <a:pt x="18188" y="1725"/>
                  </a:cubicBezTo>
                  <a:cubicBezTo>
                    <a:pt x="17376" y="660"/>
                    <a:pt x="16217" y="0"/>
                    <a:pt x="14954" y="0"/>
                  </a:cubicBezTo>
                  <a:cubicBezTo>
                    <a:pt x="12502" y="0"/>
                    <a:pt x="10529" y="2449"/>
                    <a:pt x="10529" y="5451"/>
                  </a:cubicBezTo>
                  <a:cubicBezTo>
                    <a:pt x="10529" y="5883"/>
                    <a:pt x="10558" y="6299"/>
                    <a:pt x="10631" y="6694"/>
                  </a:cubicBezTo>
                  <a:cubicBezTo>
                    <a:pt x="6950" y="6473"/>
                    <a:pt x="3692" y="4302"/>
                    <a:pt x="1504" y="994"/>
                  </a:cubicBezTo>
                  <a:cubicBezTo>
                    <a:pt x="1122" y="1809"/>
                    <a:pt x="898" y="2743"/>
                    <a:pt x="898" y="3748"/>
                  </a:cubicBezTo>
                  <a:cubicBezTo>
                    <a:pt x="898" y="5636"/>
                    <a:pt x="1687" y="7309"/>
                    <a:pt x="2865" y="8278"/>
                  </a:cubicBezTo>
                  <a:cubicBezTo>
                    <a:pt x="2153" y="8261"/>
                    <a:pt x="1455" y="8007"/>
                    <a:pt x="864" y="7606"/>
                  </a:cubicBezTo>
                  <a:cubicBezTo>
                    <a:pt x="864" y="7623"/>
                    <a:pt x="864" y="7645"/>
                    <a:pt x="864" y="7666"/>
                  </a:cubicBezTo>
                  <a:cubicBezTo>
                    <a:pt x="864" y="10315"/>
                    <a:pt x="2399" y="12515"/>
                    <a:pt x="4412" y="13022"/>
                  </a:cubicBezTo>
                  <a:cubicBezTo>
                    <a:pt x="4051" y="13143"/>
                    <a:pt x="3658" y="13201"/>
                    <a:pt x="3251" y="13201"/>
                  </a:cubicBezTo>
                  <a:cubicBezTo>
                    <a:pt x="2967" y="13201"/>
                    <a:pt x="2681" y="13181"/>
                    <a:pt x="2412" y="13108"/>
                  </a:cubicBezTo>
                  <a:cubicBezTo>
                    <a:pt x="2986" y="15266"/>
                    <a:pt x="4614" y="16853"/>
                    <a:pt x="6550" y="16905"/>
                  </a:cubicBezTo>
                  <a:cubicBezTo>
                    <a:pt x="5044" y="18355"/>
                    <a:pt x="3131" y="19229"/>
                    <a:pt x="1060" y="19229"/>
                  </a:cubicBezTo>
                  <a:cubicBezTo>
                    <a:pt x="697" y="19229"/>
                    <a:pt x="348" y="19209"/>
                    <a:pt x="0" y="19154"/>
                  </a:cubicBezTo>
                  <a:cubicBezTo>
                    <a:pt x="1962" y="20711"/>
                    <a:pt x="4286" y="21600"/>
                    <a:pt x="6793" y="21600"/>
                  </a:cubicBezTo>
                  <a:cubicBezTo>
                    <a:pt x="14942" y="21600"/>
                    <a:pt x="19397" y="13292"/>
                    <a:pt x="19397" y="6091"/>
                  </a:cubicBezTo>
                  <a:cubicBezTo>
                    <a:pt x="19397" y="5850"/>
                    <a:pt x="19390" y="5618"/>
                    <a:pt x="19380" y="5387"/>
                  </a:cubicBezTo>
                  <a:cubicBezTo>
                    <a:pt x="20259" y="4619"/>
                    <a:pt x="20998" y="3660"/>
                    <a:pt x="21600" y="2557"/>
                  </a:cubicBezTo>
                  <a:cubicBezTo>
                    <a:pt x="21600" y="2557"/>
                    <a:pt x="21600" y="2557"/>
                    <a:pt x="21600" y="2557"/>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sp>
          <p:nvSpPr>
            <p:cNvPr id="10" name="Oval 9">
              <a:extLst>
                <a:ext uri="{FF2B5EF4-FFF2-40B4-BE49-F238E27FC236}">
                  <a16:creationId xmlns:a16="http://schemas.microsoft.com/office/drawing/2014/main" id="{AF389CA4-9215-4DA8-BFFA-FA4329B49979}"/>
                </a:ext>
              </a:extLst>
            </p:cNvPr>
            <p:cNvSpPr/>
            <p:nvPr/>
          </p:nvSpPr>
          <p:spPr>
            <a:xfrm>
              <a:off x="2102815" y="5662865"/>
              <a:ext cx="371301" cy="37130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Shape">
              <a:hlinkClick r:id="rId4"/>
              <a:extLst>
                <a:ext uri="{FF2B5EF4-FFF2-40B4-BE49-F238E27FC236}">
                  <a16:creationId xmlns:a16="http://schemas.microsoft.com/office/drawing/2014/main" id="{F0CB12D6-F0DA-4BB6-B2C7-4BE43A29C51F}"/>
                </a:ext>
              </a:extLst>
            </p:cNvPr>
            <p:cNvSpPr/>
            <p:nvPr/>
          </p:nvSpPr>
          <p:spPr>
            <a:xfrm>
              <a:off x="2189003" y="5751342"/>
              <a:ext cx="202748" cy="202749"/>
            </a:xfrm>
            <a:custGeom>
              <a:avLst/>
              <a:gdLst/>
              <a:ahLst/>
              <a:cxnLst>
                <a:cxn ang="0">
                  <a:pos x="wd2" y="hd2"/>
                </a:cxn>
                <a:cxn ang="5400000">
                  <a:pos x="wd2" y="hd2"/>
                </a:cxn>
                <a:cxn ang="10800000">
                  <a:pos x="wd2" y="hd2"/>
                </a:cxn>
                <a:cxn ang="16200000">
                  <a:pos x="wd2" y="hd2"/>
                </a:cxn>
              </a:cxnLst>
              <a:rect l="0" t="0" r="r" b="b"/>
              <a:pathLst>
                <a:path w="21600" h="21600" extrusionOk="0">
                  <a:moveTo>
                    <a:pt x="19427" y="11280"/>
                  </a:moveTo>
                  <a:cubicBezTo>
                    <a:pt x="17712" y="10975"/>
                    <a:pt x="15821" y="11022"/>
                    <a:pt x="13768" y="11419"/>
                  </a:cubicBezTo>
                  <a:cubicBezTo>
                    <a:pt x="13571" y="10725"/>
                    <a:pt x="13362" y="10071"/>
                    <a:pt x="13146" y="9456"/>
                  </a:cubicBezTo>
                  <a:cubicBezTo>
                    <a:pt x="15173" y="8681"/>
                    <a:pt x="16814" y="7539"/>
                    <a:pt x="18018" y="6057"/>
                  </a:cubicBezTo>
                  <a:cubicBezTo>
                    <a:pt x="18916" y="7419"/>
                    <a:pt x="19440" y="9050"/>
                    <a:pt x="19440" y="10800"/>
                  </a:cubicBezTo>
                  <a:cubicBezTo>
                    <a:pt x="19440" y="10961"/>
                    <a:pt x="19435" y="11121"/>
                    <a:pt x="19427" y="11280"/>
                  </a:cubicBezTo>
                  <a:cubicBezTo>
                    <a:pt x="19427" y="11280"/>
                    <a:pt x="19427" y="11280"/>
                    <a:pt x="19427" y="11280"/>
                  </a:cubicBezTo>
                  <a:close/>
                  <a:moveTo>
                    <a:pt x="15025" y="18334"/>
                  </a:moveTo>
                  <a:cubicBezTo>
                    <a:pt x="14873" y="16593"/>
                    <a:pt x="14617" y="14987"/>
                    <a:pt x="14296" y="13522"/>
                  </a:cubicBezTo>
                  <a:cubicBezTo>
                    <a:pt x="15886" y="13225"/>
                    <a:pt x="17507" y="13137"/>
                    <a:pt x="19038" y="13406"/>
                  </a:cubicBezTo>
                  <a:cubicBezTo>
                    <a:pt x="18371" y="15511"/>
                    <a:pt x="16918" y="17268"/>
                    <a:pt x="15025" y="18334"/>
                  </a:cubicBezTo>
                  <a:cubicBezTo>
                    <a:pt x="15025" y="18334"/>
                    <a:pt x="15025" y="18334"/>
                    <a:pt x="15025" y="18334"/>
                  </a:cubicBezTo>
                  <a:close/>
                  <a:moveTo>
                    <a:pt x="10800" y="19440"/>
                  </a:moveTo>
                  <a:cubicBezTo>
                    <a:pt x="8577" y="19440"/>
                    <a:pt x="6548" y="18596"/>
                    <a:pt x="5015" y="17212"/>
                  </a:cubicBezTo>
                  <a:cubicBezTo>
                    <a:pt x="6456" y="16365"/>
                    <a:pt x="9162" y="14922"/>
                    <a:pt x="12199" y="14029"/>
                  </a:cubicBezTo>
                  <a:cubicBezTo>
                    <a:pt x="12538" y="15587"/>
                    <a:pt x="12795" y="17303"/>
                    <a:pt x="12924" y="19176"/>
                  </a:cubicBezTo>
                  <a:cubicBezTo>
                    <a:pt x="12244" y="19348"/>
                    <a:pt x="11533" y="19440"/>
                    <a:pt x="10800" y="19440"/>
                  </a:cubicBezTo>
                  <a:cubicBezTo>
                    <a:pt x="10800" y="19440"/>
                    <a:pt x="10800" y="19440"/>
                    <a:pt x="10800" y="19440"/>
                  </a:cubicBezTo>
                  <a:close/>
                  <a:moveTo>
                    <a:pt x="2160" y="10800"/>
                  </a:moveTo>
                  <a:cubicBezTo>
                    <a:pt x="2160" y="10677"/>
                    <a:pt x="2163" y="10555"/>
                    <a:pt x="2168" y="10434"/>
                  </a:cubicBezTo>
                  <a:cubicBezTo>
                    <a:pt x="3029" y="10541"/>
                    <a:pt x="4305" y="10658"/>
                    <a:pt x="5793" y="10658"/>
                  </a:cubicBezTo>
                  <a:cubicBezTo>
                    <a:pt x="6514" y="10658"/>
                    <a:pt x="7284" y="10631"/>
                    <a:pt x="8081" y="10562"/>
                  </a:cubicBezTo>
                  <a:cubicBezTo>
                    <a:pt x="9142" y="10470"/>
                    <a:pt x="10142" y="10310"/>
                    <a:pt x="11081" y="10088"/>
                  </a:cubicBezTo>
                  <a:cubicBezTo>
                    <a:pt x="11287" y="10669"/>
                    <a:pt x="11485" y="11281"/>
                    <a:pt x="11671" y="11928"/>
                  </a:cubicBezTo>
                  <a:cubicBezTo>
                    <a:pt x="10698" y="12211"/>
                    <a:pt x="9693" y="12565"/>
                    <a:pt x="8656" y="12990"/>
                  </a:cubicBezTo>
                  <a:cubicBezTo>
                    <a:pt x="6423" y="13906"/>
                    <a:pt x="4601" y="14931"/>
                    <a:pt x="3585" y="15547"/>
                  </a:cubicBezTo>
                  <a:cubicBezTo>
                    <a:pt x="2685" y="14184"/>
                    <a:pt x="2160" y="12552"/>
                    <a:pt x="2160" y="10800"/>
                  </a:cubicBezTo>
                  <a:cubicBezTo>
                    <a:pt x="2160" y="10800"/>
                    <a:pt x="2160" y="10800"/>
                    <a:pt x="2160" y="10800"/>
                  </a:cubicBezTo>
                  <a:close/>
                  <a:moveTo>
                    <a:pt x="7253" y="2922"/>
                  </a:moveTo>
                  <a:cubicBezTo>
                    <a:pt x="7897" y="3727"/>
                    <a:pt x="9119" y="5437"/>
                    <a:pt x="10273" y="8054"/>
                  </a:cubicBezTo>
                  <a:cubicBezTo>
                    <a:pt x="7243" y="8704"/>
                    <a:pt x="4136" y="8489"/>
                    <a:pt x="2530" y="8298"/>
                  </a:cubicBezTo>
                  <a:cubicBezTo>
                    <a:pt x="3257" y="5901"/>
                    <a:pt x="4998" y="3941"/>
                    <a:pt x="7253" y="2922"/>
                  </a:cubicBezTo>
                  <a:cubicBezTo>
                    <a:pt x="7253" y="2922"/>
                    <a:pt x="7253" y="2922"/>
                    <a:pt x="7253" y="2922"/>
                  </a:cubicBezTo>
                  <a:close/>
                  <a:moveTo>
                    <a:pt x="10800" y="2160"/>
                  </a:moveTo>
                  <a:cubicBezTo>
                    <a:pt x="13021" y="2160"/>
                    <a:pt x="15049" y="3003"/>
                    <a:pt x="16581" y="4385"/>
                  </a:cubicBezTo>
                  <a:cubicBezTo>
                    <a:pt x="15509" y="5855"/>
                    <a:pt x="14008" y="6822"/>
                    <a:pt x="12365" y="7445"/>
                  </a:cubicBezTo>
                  <a:cubicBezTo>
                    <a:pt x="12091" y="6806"/>
                    <a:pt x="11817" y="6226"/>
                    <a:pt x="11555" y="5709"/>
                  </a:cubicBezTo>
                  <a:cubicBezTo>
                    <a:pt x="10795" y="4211"/>
                    <a:pt x="10048" y="3064"/>
                    <a:pt x="9466" y="2263"/>
                  </a:cubicBezTo>
                  <a:cubicBezTo>
                    <a:pt x="9901" y="2195"/>
                    <a:pt x="10346" y="2160"/>
                    <a:pt x="10800" y="2160"/>
                  </a:cubicBezTo>
                  <a:cubicBezTo>
                    <a:pt x="10800" y="2160"/>
                    <a:pt x="10800" y="2160"/>
                    <a:pt x="10800" y="2160"/>
                  </a:cubicBezTo>
                  <a:close/>
                  <a:moveTo>
                    <a:pt x="18834" y="3590"/>
                  </a:moveTo>
                  <a:lnTo>
                    <a:pt x="18682" y="3425"/>
                  </a:lnTo>
                  <a:cubicBezTo>
                    <a:pt x="16710" y="1318"/>
                    <a:pt x="13906" y="0"/>
                    <a:pt x="10800" y="0"/>
                  </a:cubicBezTo>
                  <a:cubicBezTo>
                    <a:pt x="9564" y="0"/>
                    <a:pt x="8376" y="209"/>
                    <a:pt x="7269" y="593"/>
                  </a:cubicBezTo>
                  <a:lnTo>
                    <a:pt x="7157" y="633"/>
                  </a:lnTo>
                  <a:cubicBezTo>
                    <a:pt x="3542" y="1932"/>
                    <a:pt x="814" y="5108"/>
                    <a:pt x="154" y="8980"/>
                  </a:cubicBezTo>
                  <a:cubicBezTo>
                    <a:pt x="153" y="8984"/>
                    <a:pt x="152" y="8988"/>
                    <a:pt x="152" y="8991"/>
                  </a:cubicBezTo>
                  <a:cubicBezTo>
                    <a:pt x="149" y="9004"/>
                    <a:pt x="148" y="9016"/>
                    <a:pt x="146" y="9028"/>
                  </a:cubicBezTo>
                  <a:cubicBezTo>
                    <a:pt x="51" y="9605"/>
                    <a:pt x="0" y="10197"/>
                    <a:pt x="0" y="10800"/>
                  </a:cubicBezTo>
                  <a:cubicBezTo>
                    <a:pt x="0" y="13375"/>
                    <a:pt x="906" y="15741"/>
                    <a:pt x="2416" y="17599"/>
                  </a:cubicBezTo>
                  <a:cubicBezTo>
                    <a:pt x="2417" y="17600"/>
                    <a:pt x="2541" y="17751"/>
                    <a:pt x="2541" y="17751"/>
                  </a:cubicBezTo>
                  <a:cubicBezTo>
                    <a:pt x="4524" y="20103"/>
                    <a:pt x="7490" y="21600"/>
                    <a:pt x="10800" y="21600"/>
                  </a:cubicBezTo>
                  <a:cubicBezTo>
                    <a:pt x="12051" y="21600"/>
                    <a:pt x="13252" y="21385"/>
                    <a:pt x="14370" y="20993"/>
                  </a:cubicBezTo>
                  <a:cubicBezTo>
                    <a:pt x="14400" y="20983"/>
                    <a:pt x="14429" y="20974"/>
                    <a:pt x="14457" y="20962"/>
                  </a:cubicBezTo>
                  <a:cubicBezTo>
                    <a:pt x="18004" y="19681"/>
                    <a:pt x="20694" y="16594"/>
                    <a:pt x="21411" y="12816"/>
                  </a:cubicBezTo>
                  <a:cubicBezTo>
                    <a:pt x="21412" y="12806"/>
                    <a:pt x="21414" y="12797"/>
                    <a:pt x="21416" y="12788"/>
                  </a:cubicBezTo>
                  <a:cubicBezTo>
                    <a:pt x="21536" y="12143"/>
                    <a:pt x="21600" y="11479"/>
                    <a:pt x="21600" y="10800"/>
                  </a:cubicBezTo>
                  <a:cubicBezTo>
                    <a:pt x="21600" y="8032"/>
                    <a:pt x="20553" y="5503"/>
                    <a:pt x="18834" y="3590"/>
                  </a:cubicBezTo>
                  <a:cubicBezTo>
                    <a:pt x="18834" y="3590"/>
                    <a:pt x="18834" y="3590"/>
                    <a:pt x="18834" y="3590"/>
                  </a:cubicBezTo>
                  <a:close/>
                </a:path>
              </a:pathLst>
            </a:custGeom>
            <a:solidFill>
              <a:schemeClr val="bg1"/>
            </a:solidFill>
            <a:ln w="12700">
              <a:miter lim="400000"/>
            </a:ln>
          </p:spPr>
          <p:txBody>
            <a:bodyPr lIns="38100" tIns="38100" rIns="38100" bIns="38100" anchor="ctr"/>
            <a:lstStyle/>
            <a:p>
              <a:pPr>
                <a:defRPr sz="3000">
                  <a:solidFill>
                    <a:srgbClr val="FFFFFF"/>
                  </a:solidFill>
                  <a:effectLst>
                    <a:outerShdw blurRad="38100" dist="12700" dir="5400000" rotWithShape="0">
                      <a:srgbClr val="000000">
                        <a:alpha val="50000"/>
                      </a:srgbClr>
                    </a:outerShdw>
                  </a:effectLst>
                </a:defRPr>
              </a:pPr>
              <a:endParaRPr/>
            </a:p>
          </p:txBody>
        </p:sp>
      </p:grpSp>
      <p:pic>
        <p:nvPicPr>
          <p:cNvPr id="16" name="Picture 2" descr="E:\cloud\drive\websites\slidemodel\logo\sebastian\slidemodel-logo-trans.png">
            <a:extLst>
              <a:ext uri="{FF2B5EF4-FFF2-40B4-BE49-F238E27FC236}">
                <a16:creationId xmlns:a16="http://schemas.microsoft.com/office/drawing/2014/main" id="{59E8070B-51C3-4A5F-B241-A7744B4F61DD}"/>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638418" y="6398156"/>
            <a:ext cx="1432658" cy="271204"/>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DE739AA3-A794-9F54-6A5A-CA2C7ED598BB}"/>
              </a:ext>
            </a:extLst>
          </p:cNvPr>
          <p:cNvSpPr/>
          <p:nvPr/>
        </p:nvSpPr>
        <p:spPr>
          <a:xfrm>
            <a:off x="1300694" y="2272374"/>
            <a:ext cx="5297771" cy="986340"/>
          </a:xfrm>
          <a:prstGeom prst="rect">
            <a:avLst/>
          </a:prstGeom>
          <a:ln>
            <a:solidFill>
              <a:schemeClr val="accent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b="1" dirty="0"/>
              <a:t>www.anubhavtrainings.com</a:t>
            </a:r>
          </a:p>
        </p:txBody>
      </p:sp>
    </p:spTree>
    <p:extLst>
      <p:ext uri="{BB962C8B-B14F-4D97-AF65-F5344CB8AC3E}">
        <p14:creationId xmlns:p14="http://schemas.microsoft.com/office/powerpoint/2010/main" val="18420444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ight Triangle 6">
            <a:extLst>
              <a:ext uri="{FF2B5EF4-FFF2-40B4-BE49-F238E27FC236}">
                <a16:creationId xmlns:a16="http://schemas.microsoft.com/office/drawing/2014/main" id="{EAF14BF4-9A45-8B4E-AA65-A815CC72E5A3}"/>
              </a:ext>
            </a:extLst>
          </p:cNvPr>
          <p:cNvSpPr/>
          <p:nvPr/>
        </p:nvSpPr>
        <p:spPr>
          <a:xfrm flipH="1">
            <a:off x="3029488" y="2339447"/>
            <a:ext cx="9159332" cy="4517660"/>
          </a:xfrm>
          <a:prstGeom prst="rtTriangle">
            <a:avLst/>
          </a:prstGeom>
          <a:solidFill>
            <a:srgbClr val="18A7C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 name="Picture Placeholder 1">
            <a:extLst>
              <a:ext uri="{FF2B5EF4-FFF2-40B4-BE49-F238E27FC236}">
                <a16:creationId xmlns:a16="http://schemas.microsoft.com/office/drawing/2014/main" id="{5901FB9E-D5D8-0E42-9064-309ADD0ECF57}"/>
              </a:ext>
            </a:extLst>
          </p:cNvPr>
          <p:cNvSpPr>
            <a:spLocks noGrp="1"/>
          </p:cNvSpPr>
          <p:nvPr>
            <p:ph type="pic" sz="quarter" idx="14"/>
          </p:nvPr>
        </p:nvSpPr>
        <p:spPr>
          <a:xfrm>
            <a:off x="-1" y="892"/>
            <a:ext cx="12188825" cy="4876667"/>
          </a:xfrm>
        </p:spPr>
        <p:txBody>
          <a:bodyPr/>
          <a:lstStyle/>
          <a:p>
            <a:endParaRPr lang="en-US"/>
          </a:p>
        </p:txBody>
      </p:sp>
      <p:pic>
        <p:nvPicPr>
          <p:cNvPr id="4" name="Picture 3">
            <a:extLst>
              <a:ext uri="{FF2B5EF4-FFF2-40B4-BE49-F238E27FC236}">
                <a16:creationId xmlns:a16="http://schemas.microsoft.com/office/drawing/2014/main" id="{520F6EAF-BDD9-FA40-9881-470C78C023CA}"/>
              </a:ext>
            </a:extLst>
          </p:cNvPr>
          <p:cNvPicPr>
            <a:picLocks noChangeAspect="1"/>
          </p:cNvPicPr>
          <p:nvPr/>
        </p:nvPicPr>
        <p:blipFill rotWithShape="1">
          <a:blip r:embed="rId3" cstate="email">
            <a:extLst>
              <a:ext uri="{28A0092B-C50C-407E-A947-70E740481C1C}">
                <a14:useLocalDpi xmlns:a14="http://schemas.microsoft.com/office/drawing/2010/main"/>
              </a:ext>
            </a:extLst>
          </a:blip>
          <a:srcRect/>
          <a:stretch/>
        </p:blipFill>
        <p:spPr>
          <a:xfrm>
            <a:off x="1586" y="892"/>
            <a:ext cx="12185652" cy="4876667"/>
          </a:xfrm>
          <a:prstGeom prst="rect">
            <a:avLst/>
          </a:prstGeom>
        </p:spPr>
      </p:pic>
      <p:sp>
        <p:nvSpPr>
          <p:cNvPr id="20" name="Rectangle 19">
            <a:extLst>
              <a:ext uri="{FF2B5EF4-FFF2-40B4-BE49-F238E27FC236}">
                <a16:creationId xmlns:a16="http://schemas.microsoft.com/office/drawing/2014/main" id="{7D8E97E7-E23C-4E4A-A0AF-1C43E32D5148}"/>
              </a:ext>
            </a:extLst>
          </p:cNvPr>
          <p:cNvSpPr/>
          <p:nvPr/>
        </p:nvSpPr>
        <p:spPr>
          <a:xfrm>
            <a:off x="3175" y="-9395"/>
            <a:ext cx="12184064" cy="4886954"/>
          </a:xfrm>
          <a:prstGeom prst="rect">
            <a:avLst/>
          </a:prstGeom>
          <a:gradFill>
            <a:gsLst>
              <a:gs pos="89000">
                <a:schemeClr val="accent4">
                  <a:lumMod val="75000"/>
                  <a:alpha val="96000"/>
                </a:schemeClr>
              </a:gs>
              <a:gs pos="29000">
                <a:schemeClr val="tx2">
                  <a:alpha val="84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3943">
              <a:defRPr/>
            </a:pPr>
            <a:endParaRPr lang="en-US" sz="1799">
              <a:solidFill>
                <a:srgbClr val="FFFFFF"/>
              </a:solidFill>
              <a:latin typeface="Arial" panose="020B0604020202020204" pitchFamily="34" charset="0"/>
              <a:cs typeface="Arial" panose="020B0604020202020204" pitchFamily="34" charset="0"/>
            </a:endParaRPr>
          </a:p>
        </p:txBody>
      </p:sp>
      <p:sp>
        <p:nvSpPr>
          <p:cNvPr id="35" name="Rectangle 34">
            <a:extLst>
              <a:ext uri="{FF2B5EF4-FFF2-40B4-BE49-F238E27FC236}">
                <a16:creationId xmlns:a16="http://schemas.microsoft.com/office/drawing/2014/main" id="{F6FFC3F4-1A5C-6446-9CE3-98CE002CFF5F}"/>
              </a:ext>
            </a:extLst>
          </p:cNvPr>
          <p:cNvSpPr/>
          <p:nvPr/>
        </p:nvSpPr>
        <p:spPr>
          <a:xfrm>
            <a:off x="350568" y="5992010"/>
            <a:ext cx="3553364" cy="646163"/>
          </a:xfrm>
          <a:prstGeom prst="rect">
            <a:avLst/>
          </a:prstGeom>
        </p:spPr>
        <p:txBody>
          <a:bodyPr wrap="square">
            <a:spAutoFit/>
          </a:bodyPr>
          <a:lstStyle/>
          <a:p>
            <a:pPr defTabSz="913943">
              <a:defRPr/>
            </a:pPr>
            <a:r>
              <a:rPr lang="en-US" sz="1799" b="1" dirty="0">
                <a:solidFill>
                  <a:srgbClr val="44546A"/>
                </a:solidFill>
                <a:latin typeface="Arial" panose="020B0604020202020204" pitchFamily="34" charset="0"/>
                <a:cs typeface="Arial" panose="020B0604020202020204" pitchFamily="34" charset="0"/>
              </a:rPr>
              <a:t>Contact us today!</a:t>
            </a:r>
          </a:p>
          <a:p>
            <a:pPr defTabSz="913943">
              <a:defRPr/>
            </a:pPr>
            <a:r>
              <a:rPr lang="en-US" sz="1799" dirty="0">
                <a:solidFill>
                  <a:srgbClr val="44546A"/>
                </a:solidFill>
                <a:latin typeface="Arial" panose="020B0604020202020204"/>
              </a:rPr>
              <a:t>https://anubhavtrainings.com</a:t>
            </a:r>
          </a:p>
        </p:txBody>
      </p:sp>
      <p:sp>
        <p:nvSpPr>
          <p:cNvPr id="6" name="Rectangle 5">
            <a:extLst>
              <a:ext uri="{FF2B5EF4-FFF2-40B4-BE49-F238E27FC236}">
                <a16:creationId xmlns:a16="http://schemas.microsoft.com/office/drawing/2014/main" id="{7A91E6F4-0EB3-3446-B962-79A0A253F3F7}"/>
              </a:ext>
            </a:extLst>
          </p:cNvPr>
          <p:cNvSpPr/>
          <p:nvPr/>
        </p:nvSpPr>
        <p:spPr>
          <a:xfrm>
            <a:off x="8178219" y="2926031"/>
            <a:ext cx="3229442" cy="276927"/>
          </a:xfrm>
          <a:prstGeom prst="rect">
            <a:avLst/>
          </a:prstGeom>
        </p:spPr>
        <p:txBody>
          <a:bodyPr wrap="square">
            <a:spAutoFit/>
          </a:bodyPr>
          <a:lstStyle/>
          <a:p>
            <a:pPr algn="ctr" defTabSz="914126">
              <a:defRPr/>
            </a:pPr>
            <a:r>
              <a:rPr lang="en-IN" sz="1200" spc="50" dirty="0">
                <a:solidFill>
                  <a:srgbClr val="FFFFFF">
                    <a:lumMod val="95000"/>
                  </a:srgbClr>
                </a:solidFill>
                <a:latin typeface="Arial" panose="020B0604020202020204" pitchFamily="34" charset="0"/>
                <a:cs typeface="Arial" panose="020B0604020202020204" pitchFamily="34" charset="0"/>
              </a:rPr>
              <a:t>We build the workforce of the future.</a:t>
            </a:r>
            <a:endParaRPr lang="en-US" sz="1200" spc="50" dirty="0">
              <a:solidFill>
                <a:srgbClr val="FFFFFF">
                  <a:lumMod val="95000"/>
                </a:srgbClr>
              </a:solidFill>
              <a:latin typeface="Arial" panose="020B0604020202020204" pitchFamily="34" charset="0"/>
              <a:cs typeface="Arial" panose="020B0604020202020204" pitchFamily="34" charset="0"/>
            </a:endParaRPr>
          </a:p>
        </p:txBody>
      </p:sp>
      <p:sp>
        <p:nvSpPr>
          <p:cNvPr id="40" name="Rectangle 39">
            <a:extLst>
              <a:ext uri="{FF2B5EF4-FFF2-40B4-BE49-F238E27FC236}">
                <a16:creationId xmlns:a16="http://schemas.microsoft.com/office/drawing/2014/main" id="{89EED0AA-D6A0-854A-9888-8400B6D1FE48}"/>
              </a:ext>
            </a:extLst>
          </p:cNvPr>
          <p:cNvSpPr/>
          <p:nvPr/>
        </p:nvSpPr>
        <p:spPr>
          <a:xfrm>
            <a:off x="1221676"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 </a:t>
            </a:r>
          </a:p>
          <a:p>
            <a:pPr algn="ctr" defTabSz="914126">
              <a:defRPr/>
            </a:pPr>
            <a:r>
              <a:rPr lang="en-US" sz="1200" dirty="0">
                <a:solidFill>
                  <a:srgbClr val="FFFFFF"/>
                </a:solidFill>
                <a:latin typeface="Arial" panose="020B0604020202020204"/>
              </a:rPr>
              <a:t>Corporate Clients</a:t>
            </a:r>
          </a:p>
        </p:txBody>
      </p:sp>
      <p:sp>
        <p:nvSpPr>
          <p:cNvPr id="49" name="Rectangle 48">
            <a:extLst>
              <a:ext uri="{FF2B5EF4-FFF2-40B4-BE49-F238E27FC236}">
                <a16:creationId xmlns:a16="http://schemas.microsoft.com/office/drawing/2014/main" id="{DFBD6F02-53D0-BF4D-BF2A-4BD3E0AC1D30}"/>
              </a:ext>
            </a:extLst>
          </p:cNvPr>
          <p:cNvSpPr/>
          <p:nvPr/>
        </p:nvSpPr>
        <p:spPr>
          <a:xfrm>
            <a:off x="2825143" y="3113856"/>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30,000+</a:t>
            </a:r>
          </a:p>
          <a:p>
            <a:pPr algn="ctr" defTabSz="914126">
              <a:defRPr/>
            </a:pPr>
            <a:r>
              <a:rPr lang="en-US" sz="1200" dirty="0">
                <a:solidFill>
                  <a:srgbClr val="FFFFFF"/>
                </a:solidFill>
                <a:latin typeface="Arial" panose="020B0604020202020204"/>
              </a:rPr>
              <a:t>Learners Trained</a:t>
            </a:r>
          </a:p>
        </p:txBody>
      </p:sp>
      <p:sp>
        <p:nvSpPr>
          <p:cNvPr id="75" name="Rectangle 74">
            <a:extLst>
              <a:ext uri="{FF2B5EF4-FFF2-40B4-BE49-F238E27FC236}">
                <a16:creationId xmlns:a16="http://schemas.microsoft.com/office/drawing/2014/main" id="{B3EFFD71-D9A6-F843-8D97-4553654A0BAE}"/>
              </a:ext>
            </a:extLst>
          </p:cNvPr>
          <p:cNvSpPr/>
          <p:nvPr/>
        </p:nvSpPr>
        <p:spPr>
          <a:xfrm>
            <a:off x="4495429" y="3111497"/>
            <a:ext cx="1801447" cy="646163"/>
          </a:xfrm>
          <a:prstGeom prst="rect">
            <a:avLst/>
          </a:prstGeom>
        </p:spPr>
        <p:txBody>
          <a:bodyPr wrap="square">
            <a:spAutoFit/>
          </a:bodyPr>
          <a:lstStyle/>
          <a:p>
            <a:pPr algn="ctr" defTabSz="914126">
              <a:defRPr/>
            </a:pPr>
            <a:r>
              <a:rPr lang="en-US" sz="2399" dirty="0">
                <a:solidFill>
                  <a:srgbClr val="FFFFFF"/>
                </a:solidFill>
                <a:latin typeface="Arial" panose="020B0604020202020204"/>
              </a:rPr>
              <a:t>25000+ </a:t>
            </a:r>
          </a:p>
          <a:p>
            <a:pPr algn="ctr" defTabSz="914126">
              <a:defRPr/>
            </a:pPr>
            <a:r>
              <a:rPr lang="en-US" sz="1200" dirty="0">
                <a:solidFill>
                  <a:srgbClr val="FFFFFF"/>
                </a:solidFill>
                <a:latin typeface="Arial" panose="020B0604020202020204"/>
              </a:rPr>
              <a:t>Learners Placed</a:t>
            </a:r>
          </a:p>
        </p:txBody>
      </p:sp>
      <p:pic>
        <p:nvPicPr>
          <p:cNvPr id="9" name="Picture 8">
            <a:extLst>
              <a:ext uri="{FF2B5EF4-FFF2-40B4-BE49-F238E27FC236}">
                <a16:creationId xmlns:a16="http://schemas.microsoft.com/office/drawing/2014/main" id="{6BBB1580-5754-8F41-9AD0-21D8AE6FD293}"/>
              </a:ext>
            </a:extLst>
          </p:cNvPr>
          <p:cNvPicPr>
            <a:picLocks noChangeAspect="1"/>
          </p:cNvPicPr>
          <p:nvPr/>
        </p:nvPicPr>
        <p:blipFill>
          <a:blip r:embed="rId4" cstate="email">
            <a:lum bright="70000" contrast="-70000"/>
            <a:extLst>
              <a:ext uri="{28A0092B-C50C-407E-A947-70E740481C1C}">
                <a14:useLocalDpi xmlns:a14="http://schemas.microsoft.com/office/drawing/2010/main"/>
              </a:ext>
            </a:extLst>
          </a:blip>
          <a:stretch>
            <a:fillRect/>
          </a:stretch>
        </p:blipFill>
        <p:spPr>
          <a:xfrm>
            <a:off x="1783127" y="2279841"/>
            <a:ext cx="640059" cy="640059"/>
          </a:xfrm>
          <a:prstGeom prst="rect">
            <a:avLst/>
          </a:prstGeom>
        </p:spPr>
      </p:pic>
      <p:pic>
        <p:nvPicPr>
          <p:cNvPr id="11" name="Picture 10">
            <a:extLst>
              <a:ext uri="{FF2B5EF4-FFF2-40B4-BE49-F238E27FC236}">
                <a16:creationId xmlns:a16="http://schemas.microsoft.com/office/drawing/2014/main" id="{465C330F-D3B3-C54E-A760-411AF08F9062}"/>
              </a:ext>
            </a:extLst>
          </p:cNvPr>
          <p:cNvPicPr>
            <a:picLocks noChangeAspect="1"/>
          </p:cNvPicPr>
          <p:nvPr/>
        </p:nvPicPr>
        <p:blipFill>
          <a:blip r:embed="rId5" cstate="email">
            <a:lum bright="70000" contrast="-70000"/>
            <a:extLst>
              <a:ext uri="{28A0092B-C50C-407E-A947-70E740481C1C}">
                <a14:useLocalDpi xmlns:a14="http://schemas.microsoft.com/office/drawing/2010/main"/>
              </a:ext>
            </a:extLst>
          </a:blip>
          <a:stretch>
            <a:fillRect/>
          </a:stretch>
        </p:blipFill>
        <p:spPr>
          <a:xfrm>
            <a:off x="3405530" y="2272765"/>
            <a:ext cx="671928" cy="671928"/>
          </a:xfrm>
          <a:prstGeom prst="rect">
            <a:avLst/>
          </a:prstGeom>
        </p:spPr>
      </p:pic>
      <p:sp>
        <p:nvSpPr>
          <p:cNvPr id="48" name="Rectangle 47"/>
          <p:cNvSpPr/>
          <p:nvPr/>
        </p:nvSpPr>
        <p:spPr>
          <a:xfrm>
            <a:off x="632520" y="692233"/>
            <a:ext cx="6570959" cy="1138476"/>
          </a:xfrm>
          <a:prstGeom prst="rect">
            <a:avLst/>
          </a:prstGeom>
        </p:spPr>
        <p:txBody>
          <a:bodyPr wrap="square">
            <a:spAutoFit/>
          </a:bodyPr>
          <a:lstStyle/>
          <a:p>
            <a:pPr algn="ctr" defTabSz="914126">
              <a:defRPr/>
            </a:pPr>
            <a:r>
              <a:rPr lang="en-US" sz="1999" b="1" dirty="0">
                <a:solidFill>
                  <a:srgbClr val="FFFFFF"/>
                </a:solidFill>
                <a:latin typeface="Arial" panose="020B0604020202020204" pitchFamily="34" charset="0"/>
                <a:cs typeface="Arial" panose="020B0604020202020204" pitchFamily="34" charset="0"/>
              </a:rPr>
              <a:t>We’re committed to empower you to be</a:t>
            </a:r>
          </a:p>
          <a:p>
            <a:pPr algn="ctr" defTabSz="914126">
              <a:defRPr/>
            </a:pPr>
            <a:r>
              <a:rPr lang="en-US" sz="1999" b="1" dirty="0">
                <a:solidFill>
                  <a:srgbClr val="FFFFFF"/>
                </a:solidFill>
                <a:latin typeface="Arial" panose="020B0604020202020204" pitchFamily="34" charset="0"/>
                <a:cs typeface="Arial" panose="020B0604020202020204" pitchFamily="34" charset="0"/>
              </a:rPr>
              <a:t> </a:t>
            </a:r>
            <a:r>
              <a:rPr lang="en-US" sz="2799" b="1" dirty="0">
                <a:solidFill>
                  <a:srgbClr val="2AC6D1">
                    <a:lumMod val="40000"/>
                    <a:lumOff val="60000"/>
                  </a:srgbClr>
                </a:solidFill>
                <a:latin typeface="Arial" panose="020B0604020202020204" pitchFamily="34" charset="0"/>
                <a:cs typeface="Arial" panose="020B0604020202020204" pitchFamily="34" charset="0"/>
              </a:rPr>
              <a:t>#</a:t>
            </a:r>
            <a:r>
              <a:rPr lang="en-US" sz="2799" b="1" dirty="0" err="1">
                <a:solidFill>
                  <a:srgbClr val="2AC6D1">
                    <a:lumMod val="40000"/>
                    <a:lumOff val="60000"/>
                  </a:srgbClr>
                </a:solidFill>
                <a:latin typeface="Arial" panose="020B0604020202020204" pitchFamily="34" charset="0"/>
                <a:cs typeface="Arial" panose="020B0604020202020204" pitchFamily="34" charset="0"/>
              </a:rPr>
              <a:t>FutureReady</a:t>
            </a:r>
            <a:r>
              <a:rPr lang="en-US" sz="2799" b="1" dirty="0">
                <a:solidFill>
                  <a:srgbClr val="2AC6D1">
                    <a:lumMod val="40000"/>
                    <a:lumOff val="60000"/>
                  </a:srgbClr>
                </a:solidFill>
                <a:latin typeface="Arial" panose="020B0604020202020204" pitchFamily="34" charset="0"/>
                <a:cs typeface="Arial" panose="020B0604020202020204" pitchFamily="34" charset="0"/>
              </a:rPr>
              <a:t> </a:t>
            </a:r>
          </a:p>
          <a:p>
            <a:pPr algn="ctr" defTabSz="914126">
              <a:defRPr/>
            </a:pPr>
            <a:r>
              <a:rPr lang="en-US" sz="1999" b="1" dirty="0">
                <a:solidFill>
                  <a:srgbClr val="FFFFFF"/>
                </a:solidFill>
                <a:latin typeface="Arial" panose="020B0604020202020204" pitchFamily="34" charset="0"/>
                <a:cs typeface="Arial" panose="020B0604020202020204" pitchFamily="34" charset="0"/>
              </a:rPr>
              <a:t>through powerful training solutions.</a:t>
            </a:r>
          </a:p>
        </p:txBody>
      </p:sp>
      <p:sp>
        <p:nvSpPr>
          <p:cNvPr id="54" name="Rectangle 53">
            <a:extLst>
              <a:ext uri="{FF2B5EF4-FFF2-40B4-BE49-F238E27FC236}">
                <a16:creationId xmlns:a16="http://schemas.microsoft.com/office/drawing/2014/main" id="{29B88429-5E3E-E649-B2EC-6D73DF20380B}"/>
              </a:ext>
            </a:extLst>
          </p:cNvPr>
          <p:cNvSpPr/>
          <p:nvPr/>
        </p:nvSpPr>
        <p:spPr>
          <a:xfrm>
            <a:off x="350569" y="4998498"/>
            <a:ext cx="3900557" cy="892320"/>
          </a:xfrm>
          <a:prstGeom prst="rect">
            <a:avLst/>
          </a:prstGeom>
        </p:spPr>
        <p:txBody>
          <a:bodyPr wrap="square">
            <a:spAutoFit/>
          </a:bodyPr>
          <a:lstStyle/>
          <a:p>
            <a:pPr defTabSz="914126">
              <a:defRPr/>
            </a:pPr>
            <a:r>
              <a:rPr lang="en-US" sz="1999" b="1" spc="100" dirty="0">
                <a:solidFill>
                  <a:srgbClr val="F97700"/>
                </a:solidFill>
                <a:latin typeface="Arial" panose="020B0604020202020204"/>
              </a:rPr>
              <a:t>FREE WEBINARS </a:t>
            </a:r>
          </a:p>
          <a:p>
            <a:pPr defTabSz="914126">
              <a:defRPr/>
            </a:pPr>
            <a:r>
              <a:rPr lang="en-US" sz="1600" i="1" dirty="0">
                <a:solidFill>
                  <a:srgbClr val="F97700"/>
                </a:solidFill>
                <a:latin typeface="Arial" panose="020B0604020202020204"/>
              </a:rPr>
              <a:t>Sign up for free webinars with industry experts every fortnight!</a:t>
            </a:r>
          </a:p>
        </p:txBody>
      </p:sp>
      <p:pic>
        <p:nvPicPr>
          <p:cNvPr id="56" name="Picture 55">
            <a:extLst>
              <a:ext uri="{FF2B5EF4-FFF2-40B4-BE49-F238E27FC236}">
                <a16:creationId xmlns:a16="http://schemas.microsoft.com/office/drawing/2014/main" id="{A2992D5F-5E6B-654B-9458-11A35BA426B5}"/>
              </a:ext>
            </a:extLst>
          </p:cNvPr>
          <p:cNvPicPr>
            <a:picLocks noChangeAspect="1"/>
          </p:cNvPicPr>
          <p:nvPr/>
        </p:nvPicPr>
        <p:blipFill>
          <a:blip r:embed="rId6" cstate="email">
            <a:lum bright="70000" contrast="-70000"/>
            <a:extLst>
              <a:ext uri="{28A0092B-C50C-407E-A947-70E740481C1C}">
                <a14:useLocalDpi xmlns:a14="http://schemas.microsoft.com/office/drawing/2010/main"/>
              </a:ext>
            </a:extLst>
          </a:blip>
          <a:stretch>
            <a:fillRect/>
          </a:stretch>
        </p:blipFill>
        <p:spPr>
          <a:xfrm>
            <a:off x="4951451" y="2194693"/>
            <a:ext cx="851865" cy="851865"/>
          </a:xfrm>
          <a:prstGeom prst="rect">
            <a:avLst/>
          </a:prstGeom>
        </p:spPr>
      </p:pic>
      <p:grpSp>
        <p:nvGrpSpPr>
          <p:cNvPr id="8" name="Group 13">
            <a:extLst>
              <a:ext uri="{FF2B5EF4-FFF2-40B4-BE49-F238E27FC236}">
                <a16:creationId xmlns:a16="http://schemas.microsoft.com/office/drawing/2014/main" id="{C4CE162D-F9BF-9140-A233-D39001B36CFD}"/>
              </a:ext>
            </a:extLst>
          </p:cNvPr>
          <p:cNvGrpSpPr/>
          <p:nvPr/>
        </p:nvGrpSpPr>
        <p:grpSpPr>
          <a:xfrm>
            <a:off x="6517598" y="3369121"/>
            <a:ext cx="5611184" cy="3380860"/>
            <a:chOff x="4482563" y="4980191"/>
            <a:chExt cx="3128574" cy="1841396"/>
          </a:xfrm>
        </p:grpSpPr>
        <p:pic>
          <p:nvPicPr>
            <p:cNvPr id="19" name="Picture 18">
              <a:extLst>
                <a:ext uri="{FF2B5EF4-FFF2-40B4-BE49-F238E27FC236}">
                  <a16:creationId xmlns:a16="http://schemas.microsoft.com/office/drawing/2014/main" id="{62C3C8DA-341B-5A4B-82D2-EE674B9C2DAF}"/>
                </a:ext>
              </a:extLst>
            </p:cNvPr>
            <p:cNvPicPr>
              <a:picLocks noChangeAspect="1"/>
            </p:cNvPicPr>
            <p:nvPr/>
          </p:nvPicPr>
          <p:blipFill>
            <a:blip r:embed="rId7"/>
            <a:stretch>
              <a:fillRect/>
            </a:stretch>
          </p:blipFill>
          <p:spPr>
            <a:xfrm>
              <a:off x="4482563" y="4980191"/>
              <a:ext cx="3128574" cy="1841396"/>
            </a:xfrm>
            <a:prstGeom prst="rect">
              <a:avLst/>
            </a:prstGeom>
          </p:spPr>
        </p:pic>
        <p:pic>
          <p:nvPicPr>
            <p:cNvPr id="13" name="Picture 12">
              <a:extLst>
                <a:ext uri="{FF2B5EF4-FFF2-40B4-BE49-F238E27FC236}">
                  <a16:creationId xmlns:a16="http://schemas.microsoft.com/office/drawing/2014/main" id="{3F68CD41-8EF3-B443-924E-319DE8B16892}"/>
                </a:ext>
              </a:extLst>
            </p:cNvPr>
            <p:cNvPicPr>
              <a:picLocks noChangeAspect="1"/>
            </p:cNvPicPr>
            <p:nvPr/>
          </p:nvPicPr>
          <p:blipFill rotWithShape="1">
            <a:blip r:embed="rId8" cstate="email">
              <a:extLst>
                <a:ext uri="{28A0092B-C50C-407E-A947-70E740481C1C}">
                  <a14:useLocalDpi xmlns:a14="http://schemas.microsoft.com/office/drawing/2010/main"/>
                </a:ext>
              </a:extLst>
            </a:blip>
            <a:srcRect/>
            <a:stretch/>
          </p:blipFill>
          <p:spPr>
            <a:xfrm>
              <a:off x="4906220" y="5127342"/>
              <a:ext cx="2275190" cy="1498325"/>
            </a:xfrm>
            <a:prstGeom prst="rect">
              <a:avLst/>
            </a:prstGeom>
          </p:spPr>
        </p:pic>
      </p:grpSp>
      <p:sp>
        <p:nvSpPr>
          <p:cNvPr id="3" name="Rectangle 2">
            <a:extLst>
              <a:ext uri="{FF2B5EF4-FFF2-40B4-BE49-F238E27FC236}">
                <a16:creationId xmlns:a16="http://schemas.microsoft.com/office/drawing/2014/main" id="{34C82462-A6A9-9F40-B874-C2786492A285}"/>
              </a:ext>
            </a:extLst>
          </p:cNvPr>
          <p:cNvSpPr/>
          <p:nvPr/>
        </p:nvSpPr>
        <p:spPr>
          <a:xfrm>
            <a:off x="4492569" y="5574754"/>
            <a:ext cx="2196235" cy="54735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a:solidFill>
                <a:srgbClr val="FFFFFF"/>
              </a:solidFill>
              <a:latin typeface="Arial" panose="020B0604020202020204"/>
            </a:endParaRPr>
          </a:p>
        </p:txBody>
      </p:sp>
      <p:sp>
        <p:nvSpPr>
          <p:cNvPr id="23" name="Rectangle 22">
            <a:extLst>
              <a:ext uri="{FF2B5EF4-FFF2-40B4-BE49-F238E27FC236}">
                <a16:creationId xmlns:a16="http://schemas.microsoft.com/office/drawing/2014/main" id="{B7D41E04-1B35-BD4F-8B37-C6CC88C6B995}"/>
              </a:ext>
            </a:extLst>
          </p:cNvPr>
          <p:cNvSpPr/>
          <p:nvPr/>
        </p:nvSpPr>
        <p:spPr>
          <a:xfrm>
            <a:off x="4399734" y="5490332"/>
            <a:ext cx="2196235" cy="547351"/>
          </a:xfrm>
          <a:prstGeom prst="rect">
            <a:avLst/>
          </a:prstGeom>
          <a:solidFill>
            <a:schemeClr val="tx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914126">
              <a:defRPr/>
            </a:pPr>
            <a:endParaRPr lang="en-US" sz="1799" dirty="0">
              <a:solidFill>
                <a:srgbClr val="FFFFFF"/>
              </a:solidFill>
              <a:latin typeface="Arial" panose="020B0604020202020204"/>
            </a:endParaRPr>
          </a:p>
        </p:txBody>
      </p:sp>
      <p:sp>
        <p:nvSpPr>
          <p:cNvPr id="5" name="Rectangle 4">
            <a:extLst>
              <a:ext uri="{FF2B5EF4-FFF2-40B4-BE49-F238E27FC236}">
                <a16:creationId xmlns:a16="http://schemas.microsoft.com/office/drawing/2014/main" id="{6AA9D7C5-0368-6645-B73F-D51BF9C01567}"/>
              </a:ext>
            </a:extLst>
          </p:cNvPr>
          <p:cNvSpPr/>
          <p:nvPr/>
        </p:nvSpPr>
        <p:spPr>
          <a:xfrm>
            <a:off x="4802969" y="5590298"/>
            <a:ext cx="1466686" cy="369236"/>
          </a:xfrm>
          <a:prstGeom prst="rect">
            <a:avLst/>
          </a:prstGeom>
        </p:spPr>
        <p:txBody>
          <a:bodyPr wrap="none">
            <a:spAutoFit/>
          </a:bodyPr>
          <a:lstStyle/>
          <a:p>
            <a:pPr defTabSz="914126">
              <a:defRPr/>
            </a:pPr>
            <a:r>
              <a:rPr lang="en-US" sz="1799" b="1" dirty="0">
                <a:solidFill>
                  <a:srgbClr val="44546A"/>
                </a:solidFill>
                <a:latin typeface="Arial" panose="020B0604020202020204"/>
              </a:rPr>
              <a:t>Enroll Now!</a:t>
            </a:r>
            <a:endParaRPr lang="en-US" sz="1799" b="1" dirty="0">
              <a:solidFill>
                <a:srgbClr val="000000"/>
              </a:solidFill>
              <a:latin typeface="Arial" panose="020B0604020202020204"/>
            </a:endParaRPr>
          </a:p>
        </p:txBody>
      </p:sp>
      <p:pic>
        <p:nvPicPr>
          <p:cNvPr id="24" name="Picture 4">
            <a:extLst>
              <a:ext uri="{FF2B5EF4-FFF2-40B4-BE49-F238E27FC236}">
                <a16:creationId xmlns:a16="http://schemas.microsoft.com/office/drawing/2014/main" id="{42A5B84E-0F13-E020-C1B3-A338EB41685E}"/>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482236" y="444130"/>
            <a:ext cx="2323495" cy="22949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2657234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ffice Theme">
  <a:themeElements>
    <a:clrScheme name="Custom 618">
      <a:dk1>
        <a:sysClr val="windowText" lastClr="000000"/>
      </a:dk1>
      <a:lt1>
        <a:sysClr val="window" lastClr="FFFFFF"/>
      </a:lt1>
      <a:dk2>
        <a:srgbClr val="1F497D"/>
      </a:dk2>
      <a:lt2>
        <a:srgbClr val="EEECE1"/>
      </a:lt2>
      <a:accent1>
        <a:srgbClr val="151C2B"/>
      </a:accent1>
      <a:accent2>
        <a:srgbClr val="CAC4F7"/>
      </a:accent2>
      <a:accent3>
        <a:srgbClr val="1C21E4"/>
      </a:accent3>
      <a:accent4>
        <a:srgbClr val="5FB7A2"/>
      </a:accent4>
      <a:accent5>
        <a:srgbClr val="3081AC"/>
      </a:accent5>
      <a:accent6>
        <a:srgbClr val="A5A5A5"/>
      </a:accent6>
      <a:hlink>
        <a:srgbClr val="0000FF"/>
      </a:hlink>
      <a:folHlink>
        <a:srgbClr val="800080"/>
      </a:folHlink>
    </a:clrScheme>
    <a:fontScheme name="Custom 2">
      <a:majorFont>
        <a:latin typeface="Calibr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7055</TotalTime>
  <Words>1267</Words>
  <Application>Microsoft Office PowerPoint</Application>
  <PresentationFormat>Custom</PresentationFormat>
  <Paragraphs>148</Paragraphs>
  <Slides>23</Slides>
  <Notes>2</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23</vt:i4>
      </vt:variant>
    </vt:vector>
  </HeadingPairs>
  <TitlesOfParts>
    <vt:vector size="35" baseType="lpstr">
      <vt:lpstr>72</vt:lpstr>
      <vt:lpstr>72-Regular</vt:lpstr>
      <vt:lpstr>Amasis MT Pro Black</vt:lpstr>
      <vt:lpstr>Arial</vt:lpstr>
      <vt:lpstr>Arial Black</vt:lpstr>
      <vt:lpstr>Arial-ItalicMT</vt:lpstr>
      <vt:lpstr>Calibri</vt:lpstr>
      <vt:lpstr>Cooper Black</vt:lpstr>
      <vt:lpstr>Segoe UI</vt:lpstr>
      <vt:lpstr>Segoe UI Light</vt:lpstr>
      <vt:lpstr>Wingdings</vt:lpstr>
      <vt:lpstr>Office Theme</vt:lpstr>
      <vt:lpstr>SAP BTP Extension Suite Training</vt:lpstr>
      <vt:lpstr>PowerPoint Presentation</vt:lpstr>
      <vt:lpstr>PowerPoint Presentation</vt:lpstr>
      <vt:lpstr>Agenda</vt:lpstr>
      <vt:lpstr>Service Catalog &amp; Entitlements</vt:lpstr>
      <vt:lpstr>BTP Subscription Models</vt:lpstr>
      <vt:lpstr>Tools to Setup</vt:lpstr>
      <vt:lpstr>Create First Hello World App and Deploy</vt:lpstr>
      <vt:lpstr>Under the hood</vt:lpstr>
      <vt:lpstr>Micro Service Architecture</vt:lpstr>
      <vt:lpstr>Advantage of Microservices</vt:lpstr>
      <vt:lpstr>Uber</vt:lpstr>
      <vt:lpstr>Scaling</vt:lpstr>
      <vt:lpstr>What is Node JS</vt:lpstr>
      <vt:lpstr>Java Script</vt:lpstr>
      <vt:lpstr>Variables</vt:lpstr>
      <vt:lpstr>NPM – Node Package manager</vt:lpstr>
      <vt:lpstr>Hands on: Node JS</vt:lpstr>
      <vt:lpstr>Variables in JS</vt:lpstr>
      <vt:lpstr>Asynchronous Non Blocking IO</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dc:title>
  <dc:creator>Julian</dc:creator>
  <cp:lastModifiedBy>Anubhav Oberoy</cp:lastModifiedBy>
  <cp:revision>165</cp:revision>
  <dcterms:created xsi:type="dcterms:W3CDTF">2013-09-12T13:05:01Z</dcterms:created>
  <dcterms:modified xsi:type="dcterms:W3CDTF">2026-06-16T07:43:48Z</dcterms:modified>
</cp:coreProperties>
</file>